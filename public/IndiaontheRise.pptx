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1.xml" ContentType="application/vnd.openxmlformats-officedocument.drawingml.chartshapes+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3.xml" ContentType="application/vnd.openxmlformats-officedocument.presentationml.notesSlid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3.xml" ContentType="application/vnd.openxmlformats-officedocument.drawingml.chart+xml"/>
  <Override PartName="/ppt/charts/style14.xml" ContentType="application/vnd.ms-office.chartstyle+xml"/>
  <Override PartName="/ppt/charts/colors14.xml" ContentType="application/vnd.ms-office.chartcolorstyle+xml"/>
  <Override PartName="/ppt/drawings/drawing2.xml" ContentType="application/vnd.openxmlformats-officedocument.drawingml.chartshapes+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drawings/drawing3.xml" ContentType="application/vnd.openxmlformats-officedocument.drawingml.chartshapes+xml"/>
  <Override PartName="/ppt/notesSlides/notesSlide4.xml" ContentType="application/vnd.openxmlformats-officedocument.presentationml.notesSlide+xml"/>
  <Override PartName="/ppt/charts/chart15.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8.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5.xml" ContentType="application/vnd.openxmlformats-officedocument.presentationml.notesSlide+xml"/>
  <Override PartName="/ppt/charts/chart19.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0.xml" ContentType="application/vnd.openxmlformats-officedocument.drawingml.chart+xml"/>
  <Override PartName="/ppt/charts/style21.xml" ContentType="application/vnd.ms-office.chartstyle+xml"/>
  <Override PartName="/ppt/charts/colors21.xml" ContentType="application/vnd.ms-office.chartcolorstyle+xml"/>
  <Override PartName="/ppt/drawings/drawing4.xml" ContentType="application/vnd.openxmlformats-officedocument.drawingml.chartshapes+xml"/>
  <Override PartName="/ppt/charts/chart21.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2.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6.xml" ContentType="application/vnd.openxmlformats-officedocument.presentationml.notesSlide+xml"/>
  <Override PartName="/ppt/charts/chart23.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4.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5.xml" ContentType="application/vnd.openxmlformats-officedocument.drawingml.chart+xml"/>
  <Override PartName="/ppt/charts/style26.xml" ContentType="application/vnd.ms-office.chartstyle+xml"/>
  <Override PartName="/ppt/charts/colors26.xml" ContentType="application/vnd.ms-office.chartcolorstyle+xml"/>
  <Override PartName="/ppt/drawings/drawing5.xml" ContentType="application/vnd.openxmlformats-officedocument.drawingml.chartshapes+xml"/>
  <Override PartName="/ppt/charts/chart26.xml" ContentType="application/vnd.openxmlformats-officedocument.drawingml.chart+xml"/>
  <Override PartName="/ppt/charts/style27.xml" ContentType="application/vnd.ms-office.chartstyle+xml"/>
  <Override PartName="/ppt/charts/colors27.xml" ContentType="application/vnd.ms-office.chartcolorstyle+xml"/>
  <Override PartName="/ppt/drawings/drawing6.xml" ContentType="application/vnd.openxmlformats-officedocument.drawingml.chartshapes+xml"/>
  <Override PartName="/ppt/notesSlides/notesSlide7.xml" ContentType="application/vnd.openxmlformats-officedocument.presentationml.notesSlide+xml"/>
  <Override PartName="/ppt/charts/chart27.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8.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29.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0.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1.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2.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3.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4.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5.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6.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7.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8.xml" ContentType="application/vnd.openxmlformats-officedocument.drawingml.chart+xml"/>
  <Override PartName="/ppt/charts/style39.xml" ContentType="application/vnd.ms-office.chartstyle+xml"/>
  <Override PartName="/ppt/charts/colors39.xml" ContentType="application/vnd.ms-office.chartcolorstyle+xml"/>
  <Override PartName="/ppt/notesSlides/notesSlide8.xml" ContentType="application/vnd.openxmlformats-officedocument.presentationml.notesSlide+xml"/>
  <Override PartName="/ppt/charts/chartEx2.xml" ContentType="application/vnd.ms-office.chartex+xml"/>
  <Override PartName="/ppt/charts/style40.xml" ContentType="application/vnd.ms-office.chartstyle+xml"/>
  <Override PartName="/ppt/charts/colors40.xml" ContentType="application/vnd.ms-office.chartcolorstyle+xml"/>
  <Override PartName="/ppt/charts/chart39.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0.xml" ContentType="application/vnd.openxmlformats-officedocument.drawingml.chart+xml"/>
  <Override PartName="/ppt/charts/style42.xml" ContentType="application/vnd.ms-office.chartstyle+xml"/>
  <Override PartName="/ppt/charts/colors4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134808857" r:id="rId2"/>
    <p:sldId id="2134808859" r:id="rId3"/>
    <p:sldId id="2134808832" r:id="rId4"/>
    <p:sldId id="2134808878" r:id="rId5"/>
    <p:sldId id="2134808888" r:id="rId6"/>
    <p:sldId id="2134808879" r:id="rId7"/>
    <p:sldId id="2134808889" r:id="rId8"/>
    <p:sldId id="2134808893" r:id="rId9"/>
    <p:sldId id="2134808894" r:id="rId10"/>
    <p:sldId id="2134808895" r:id="rId11"/>
    <p:sldId id="2134808905" r:id="rId12"/>
    <p:sldId id="2134808903" r:id="rId13"/>
    <p:sldId id="2134808906" r:id="rId14"/>
    <p:sldId id="2134808907" r:id="rId15"/>
    <p:sldId id="2134808890" r:id="rId16"/>
    <p:sldId id="2134808898" r:id="rId17"/>
    <p:sldId id="2134808901" r:id="rId18"/>
    <p:sldId id="2134808902" r:id="rId19"/>
    <p:sldId id="2134808891" r:id="rId20"/>
    <p:sldId id="2134808884" r:id="rId21"/>
    <p:sldId id="2134808892" r:id="rId22"/>
    <p:sldId id="2134808885" r:id="rId23"/>
    <p:sldId id="2134808908" r:id="rId24"/>
    <p:sldId id="2134808886" r:id="rId25"/>
    <p:sldId id="2134808910" r:id="rId26"/>
    <p:sldId id="2134808909" r:id="rId27"/>
    <p:sldId id="2134808897" r:id="rId28"/>
    <p:sldId id="2134808896" r:id="rId29"/>
    <p:sldId id="2134808474" r:id="rId30"/>
    <p:sldId id="2134808442" r:id="rId31"/>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8" userDrawn="1">
          <p15:clr>
            <a:srgbClr val="A4A3A4"/>
          </p15:clr>
        </p15:guide>
        <p15:guide id="2" pos="2343" userDrawn="1">
          <p15:clr>
            <a:srgbClr val="A4A3A4"/>
          </p15:clr>
        </p15:guide>
        <p15:guide id="3" pos="2525" userDrawn="1">
          <p15:clr>
            <a:srgbClr val="A4A3A4"/>
          </p15:clr>
        </p15:guide>
        <p15:guide id="4" pos="3999" userDrawn="1">
          <p15:clr>
            <a:srgbClr val="A4A3A4"/>
          </p15:clr>
        </p15:guide>
        <p15:guide id="5" pos="4702" userDrawn="1">
          <p15:clr>
            <a:srgbClr val="A4A3A4"/>
          </p15:clr>
        </p15:guide>
        <p15:guide id="6" pos="4788" userDrawn="1">
          <p15:clr>
            <a:srgbClr val="A4A3A4"/>
          </p15:clr>
        </p15:guide>
        <p15:guide id="7" pos="7514" userDrawn="1">
          <p15:clr>
            <a:srgbClr val="A4A3A4"/>
          </p15:clr>
        </p15:guide>
        <p15:guide id="8" userDrawn="1">
          <p15:clr>
            <a:srgbClr val="A4A3A4"/>
          </p15:clr>
        </p15:guide>
        <p15:guide id="9" orient="horz" pos="4224" userDrawn="1">
          <p15:clr>
            <a:srgbClr val="A4A3A4"/>
          </p15:clr>
        </p15:guide>
        <p15:guide id="10" orient="horz" pos="277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8"/>
    <p:restoredTop sz="95897"/>
  </p:normalViewPr>
  <p:slideViewPr>
    <p:cSldViewPr snapToGrid="0" showGuides="1">
      <p:cViewPr>
        <p:scale>
          <a:sx n="115" d="100"/>
          <a:sy n="115" d="100"/>
        </p:scale>
        <p:origin x="144" y="168"/>
      </p:cViewPr>
      <p:guideLst>
        <p:guide orient="horz" pos="958"/>
        <p:guide pos="2343"/>
        <p:guide pos="2525"/>
        <p:guide pos="3999"/>
        <p:guide pos="4702"/>
        <p:guide pos="4788"/>
        <p:guide pos="7514"/>
        <p:guide/>
        <p:guide orient="horz" pos="4224"/>
        <p:guide orient="horz" pos="2772"/>
      </p:guideLst>
    </p:cSldViewPr>
  </p:slideViewPr>
  <p:outlineViewPr>
    <p:cViewPr>
      <p:scale>
        <a:sx n="33" d="100"/>
        <a:sy n="33" d="100"/>
      </p:scale>
      <p:origin x="0" y="-148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6" d="100"/>
          <a:sy n="86" d="100"/>
        </p:scale>
        <p:origin x="39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1.xml"/></Relationships>
</file>

<file path=ppt/charts/_rels/chart9.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0.xml"/><Relationship Id="rId1" Type="http://schemas.microsoft.com/office/2011/relationships/chartStyle" Target="style10.xml"/></Relationships>
</file>

<file path=ppt/charts/_rels/chart10.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3.xml"/><Relationship Id="rId1" Type="http://schemas.microsoft.com/office/2011/relationships/chartStyle" Target="style13.xml"/></Relationships>
</file>

<file path=ppt/charts/_rels/chart13.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chartUserShapes" Target="../drawings/drawing2.xml"/></Relationships>
</file>

<file path=ppt/charts/_rels/chart14.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chartUserShapes" Target="../drawings/drawing3.xml"/></Relationships>
</file>

<file path=ppt/charts/_rels/chart15.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6.xml"/><Relationship Id="rId1" Type="http://schemas.microsoft.com/office/2011/relationships/chartStyle" Target="style16.xml"/></Relationships>
</file>

<file path=ppt/charts/_rels/chart16.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7.xml"/><Relationship Id="rId1" Type="http://schemas.microsoft.com/office/2011/relationships/chartStyle" Target="style17.xml"/></Relationships>
</file>

<file path=ppt/charts/_rels/chart17.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8.xml"/><Relationship Id="rId1" Type="http://schemas.microsoft.com/office/2011/relationships/chartStyle" Target="style18.xml"/></Relationships>
</file>

<file path=ppt/charts/_rels/chart18.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19.xml"/><Relationship Id="rId1" Type="http://schemas.microsoft.com/office/2011/relationships/chartStyle" Target="style19.xml"/></Relationships>
</file>

<file path=ppt/charts/_rels/chart19.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0.xml"/><Relationship Id="rId1" Type="http://schemas.microsoft.com/office/2011/relationships/chartStyle" Target="style20.xml"/></Relationships>
</file>

<file path=ppt/charts/_rels/chart20.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chartUserShapes" Target="../drawings/drawing4.xml"/></Relationships>
</file>

<file path=ppt/charts/_rels/chart21.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2.xml"/><Relationship Id="rId1" Type="http://schemas.microsoft.com/office/2011/relationships/chartStyle" Target="style22.xml"/></Relationships>
</file>

<file path=ppt/charts/_rels/chart22.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3.xml"/><Relationship Id="rId1" Type="http://schemas.microsoft.com/office/2011/relationships/chartStyle" Target="style23.xml"/></Relationships>
</file>

<file path=ppt/charts/_rels/chart23.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4.xml"/><Relationship Id="rId1" Type="http://schemas.microsoft.com/office/2011/relationships/chartStyle" Target="style24.xml"/></Relationships>
</file>

<file path=ppt/charts/_rels/chart24.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5.xml"/><Relationship Id="rId1" Type="http://schemas.microsoft.com/office/2011/relationships/chartStyle" Target="style25.xml"/></Relationships>
</file>

<file path=ppt/charts/_rels/chart25.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chartUserShapes" Target="../drawings/drawing5.xml"/></Relationships>
</file>

<file path=ppt/charts/_rels/chart26.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7.xml"/><Relationship Id="rId1" Type="http://schemas.microsoft.com/office/2011/relationships/chartStyle" Target="style27.xml"/><Relationship Id="rId4" Type="http://schemas.openxmlformats.org/officeDocument/2006/relationships/chartUserShapes" Target="../drawings/drawing6.xml"/></Relationships>
</file>

<file path=ppt/charts/_rels/chart27.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8.xml"/><Relationship Id="rId1" Type="http://schemas.microsoft.com/office/2011/relationships/chartStyle" Target="style28.xml"/></Relationships>
</file>

<file path=ppt/charts/_rels/chart28.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29.xml"/><Relationship Id="rId1" Type="http://schemas.microsoft.com/office/2011/relationships/chartStyle" Target="style29.xml"/></Relationships>
</file>

<file path=ppt/charts/_rels/chart29.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0.xml"/><Relationship Id="rId1" Type="http://schemas.microsoft.com/office/2011/relationships/chartStyle" Target="style30.xml"/></Relationships>
</file>

<file path=ppt/charts/_rels/chart30.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1.xml"/><Relationship Id="rId1" Type="http://schemas.microsoft.com/office/2011/relationships/chartStyle" Target="style31.xml"/></Relationships>
</file>

<file path=ppt/charts/_rels/chart31.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2.xml"/><Relationship Id="rId1" Type="http://schemas.microsoft.com/office/2011/relationships/chartStyle" Target="style32.xml"/></Relationships>
</file>

<file path=ppt/charts/_rels/chart32.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3.xml"/><Relationship Id="rId1" Type="http://schemas.microsoft.com/office/2011/relationships/chartStyle" Target="style33.xml"/></Relationships>
</file>

<file path=ppt/charts/_rels/chart33.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4.xml"/><Relationship Id="rId1" Type="http://schemas.microsoft.com/office/2011/relationships/chartStyle" Target="style34.xml"/></Relationships>
</file>

<file path=ppt/charts/_rels/chart34.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5.xml"/><Relationship Id="rId1" Type="http://schemas.microsoft.com/office/2011/relationships/chartStyle" Target="style35.xml"/></Relationships>
</file>

<file path=ppt/charts/_rels/chart35.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6.xml"/><Relationship Id="rId1" Type="http://schemas.microsoft.com/office/2011/relationships/chartStyle" Target="style36.xml"/></Relationships>
</file>

<file path=ppt/charts/_rels/chart36.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7.xml"/><Relationship Id="rId1" Type="http://schemas.microsoft.com/office/2011/relationships/chartStyle" Target="style37.xml"/></Relationships>
</file>

<file path=ppt/charts/_rels/chart37.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8.xml"/><Relationship Id="rId1" Type="http://schemas.microsoft.com/office/2011/relationships/chartStyle" Target="style38.xml"/></Relationships>
</file>

<file path=ppt/charts/_rels/chart38.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39.xml"/><Relationship Id="rId1" Type="http://schemas.microsoft.com/office/2011/relationships/chartStyle" Target="style39.xml"/></Relationships>
</file>

<file path=ppt/charts/_rels/chart39.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xlsx" TargetMode="External"/><Relationship Id="rId2" Type="http://schemas.microsoft.com/office/2011/relationships/chartColorStyle" Target="colors41.xml"/><Relationship Id="rId1" Type="http://schemas.microsoft.com/office/2011/relationships/chartStyle" Target="style41.xml"/></Relationships>
</file>

<file path=ppt/charts/_rels/chart40.xml.rels><?xml version="1.0" encoding="UTF-8" standalone="yes"?>
<Relationships xmlns="http://schemas.openxmlformats.org/package/2006/relationships"><Relationship Id="rId3" Type="http://schemas.openxmlformats.org/officeDocument/2006/relationships/oleObject" Target="file:////Users/pawan/Desktop/Quantwater%20Tech%20Investments/Research%20&amp;%20Development/Research/Markets/Indian%20Market%20Overview/India-Databook-without%20Charts.xlsx" TargetMode="External"/><Relationship Id="rId2" Type="http://schemas.microsoft.com/office/2011/relationships/chartColorStyle" Target="colors42.xml"/><Relationship Id="rId1" Type="http://schemas.microsoft.com/office/2011/relationships/chartStyle" Target="style42.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xlsx"/></Relationships>
</file>

<file path=ppt/charts/_rels/chartEx2.xml.rels><?xml version="1.0" encoding="UTF-8" standalone="yes"?>
<Relationships xmlns="http://schemas.openxmlformats.org/package/2006/relationships"><Relationship Id="rId3" Type="http://schemas.microsoft.com/office/2011/relationships/chartColorStyle" Target="colors40.xml"/><Relationship Id="rId2" Type="http://schemas.microsoft.com/office/2011/relationships/chartStyle" Target="style40.xml"/><Relationship Id="rId1" Type="http://schemas.openxmlformats.org/officeDocument/2006/relationships/oleObject" Target="file:////Users/pawan/Desktop/Quantwater%20Tech%20Investments/Research%20&amp;%20Development/Research/Markets/Indian%20Market%20Overview/India-Databook.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'GDP growth rate%'!$A$2</c:f>
              <c:strCache>
                <c:ptCount val="1"/>
                <c:pt idx="0">
                  <c:v>IMF</c:v>
                </c:pt>
              </c:strCache>
            </c:strRef>
          </c:tx>
          <c:spPr>
            <a:solidFill>
              <a:schemeClr val="dk1">
                <a:tint val="88500"/>
              </a:schemeClr>
            </a:solidFill>
            <a:ln>
              <a:noFill/>
            </a:ln>
            <a:effectLst/>
          </c:spPr>
          <c:invertIfNegative val="0"/>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rate%'!$B$2:$AY$2</c:f>
              <c:numCache>
                <c:formatCode>General</c:formatCode>
                <c:ptCount val="50"/>
                <c:pt idx="0">
                  <c:v>6.7</c:v>
                </c:pt>
                <c:pt idx="1">
                  <c:v>6</c:v>
                </c:pt>
                <c:pt idx="2">
                  <c:v>3.5</c:v>
                </c:pt>
                <c:pt idx="3">
                  <c:v>7.3</c:v>
                </c:pt>
                <c:pt idx="4">
                  <c:v>3.8</c:v>
                </c:pt>
                <c:pt idx="5">
                  <c:v>5.3</c:v>
                </c:pt>
                <c:pt idx="6">
                  <c:v>4.8</c:v>
                </c:pt>
                <c:pt idx="7">
                  <c:v>4</c:v>
                </c:pt>
                <c:pt idx="8">
                  <c:v>9.6</c:v>
                </c:pt>
                <c:pt idx="9">
                  <c:v>5.9</c:v>
                </c:pt>
                <c:pt idx="10">
                  <c:v>5.5</c:v>
                </c:pt>
                <c:pt idx="11">
                  <c:v>1.1000000000000001</c:v>
                </c:pt>
                <c:pt idx="12">
                  <c:v>5.5</c:v>
                </c:pt>
                <c:pt idx="13">
                  <c:v>4.8</c:v>
                </c:pt>
                <c:pt idx="14">
                  <c:v>6.7</c:v>
                </c:pt>
                <c:pt idx="15">
                  <c:v>7.6</c:v>
                </c:pt>
                <c:pt idx="16">
                  <c:v>7.5</c:v>
                </c:pt>
                <c:pt idx="17">
                  <c:v>4</c:v>
                </c:pt>
                <c:pt idx="18">
                  <c:v>6.2</c:v>
                </c:pt>
                <c:pt idx="19">
                  <c:v>8.8000000000000007</c:v>
                </c:pt>
                <c:pt idx="20">
                  <c:v>3.8</c:v>
                </c:pt>
                <c:pt idx="21">
                  <c:v>4.8</c:v>
                </c:pt>
                <c:pt idx="22">
                  <c:v>3.8</c:v>
                </c:pt>
                <c:pt idx="23">
                  <c:v>7.9</c:v>
                </c:pt>
                <c:pt idx="24">
                  <c:v>7.9</c:v>
                </c:pt>
                <c:pt idx="25">
                  <c:v>7.9</c:v>
                </c:pt>
                <c:pt idx="26">
                  <c:v>8.1</c:v>
                </c:pt>
                <c:pt idx="27">
                  <c:v>7.7</c:v>
                </c:pt>
                <c:pt idx="28">
                  <c:v>3.1</c:v>
                </c:pt>
                <c:pt idx="29">
                  <c:v>7.9</c:v>
                </c:pt>
                <c:pt idx="30">
                  <c:v>8.5</c:v>
                </c:pt>
                <c:pt idx="31">
                  <c:v>5.2</c:v>
                </c:pt>
                <c:pt idx="32">
                  <c:v>5.5</c:v>
                </c:pt>
                <c:pt idx="33">
                  <c:v>6.4</c:v>
                </c:pt>
                <c:pt idx="34">
                  <c:v>7.4</c:v>
                </c:pt>
                <c:pt idx="35">
                  <c:v>8</c:v>
                </c:pt>
                <c:pt idx="36">
                  <c:v>8.3000000000000007</c:v>
                </c:pt>
                <c:pt idx="37">
                  <c:v>6.8</c:v>
                </c:pt>
                <c:pt idx="38">
                  <c:v>6.5</c:v>
                </c:pt>
                <c:pt idx="39">
                  <c:v>3.9</c:v>
                </c:pt>
                <c:pt idx="40">
                  <c:v>-5.8</c:v>
                </c:pt>
                <c:pt idx="41">
                  <c:v>9.6999999999999993</c:v>
                </c:pt>
                <c:pt idx="42">
                  <c:v>7</c:v>
                </c:pt>
                <c:pt idx="43">
                  <c:v>8.1999999999999993</c:v>
                </c:pt>
                <c:pt idx="44">
                  <c:v>7</c:v>
                </c:pt>
                <c:pt idx="45">
                  <c:v>6.5</c:v>
                </c:pt>
                <c:pt idx="46">
                  <c:v>6.5</c:v>
                </c:pt>
                <c:pt idx="47">
                  <c:v>6.5</c:v>
                </c:pt>
                <c:pt idx="48">
                  <c:v>6.5</c:v>
                </c:pt>
                <c:pt idx="49">
                  <c:v>6.5</c:v>
                </c:pt>
              </c:numCache>
            </c:numRef>
          </c:val>
          <c:extLst>
            <c:ext xmlns:c16="http://schemas.microsoft.com/office/drawing/2014/chart" uri="{C3380CC4-5D6E-409C-BE32-E72D297353CC}">
              <c16:uniqueId val="{00000000-C242-BC41-96C1-D3202728014F}"/>
            </c:ext>
          </c:extLst>
        </c:ser>
        <c:ser>
          <c:idx val="2"/>
          <c:order val="2"/>
          <c:tx>
            <c:strRef>
              <c:f>'GDP growth rate%'!$A$4</c:f>
              <c:strCache>
                <c:ptCount val="1"/>
                <c:pt idx="0">
                  <c:v>RBI </c:v>
                </c:pt>
              </c:strCache>
            </c:strRef>
          </c:tx>
          <c:spPr>
            <a:solidFill>
              <a:srgbClr val="0096FF"/>
            </a:solidFill>
            <a:ln>
              <a:noFill/>
            </a:ln>
            <a:effectLst/>
          </c:spPr>
          <c:invertIfNegative val="0"/>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rate%'!$B$4:$AY$4</c:f>
              <c:numCache>
                <c:formatCode>General</c:formatCode>
                <c:ptCount val="50"/>
                <c:pt idx="45">
                  <c:v>7.2</c:v>
                </c:pt>
                <c:pt idx="46">
                  <c:v>7.1</c:v>
                </c:pt>
              </c:numCache>
            </c:numRef>
          </c:val>
          <c:extLst>
            <c:ext xmlns:c16="http://schemas.microsoft.com/office/drawing/2014/chart" uri="{C3380CC4-5D6E-409C-BE32-E72D297353CC}">
              <c16:uniqueId val="{00000001-C242-BC41-96C1-D3202728014F}"/>
            </c:ext>
          </c:extLst>
        </c:ser>
        <c:ser>
          <c:idx val="3"/>
          <c:order val="3"/>
          <c:tx>
            <c:strRef>
              <c:f>'GDP growth rate%'!$A$5</c:f>
              <c:strCache>
                <c:ptCount val="1"/>
                <c:pt idx="0">
                  <c:v>World Bank</c:v>
                </c:pt>
              </c:strCache>
            </c:strRef>
          </c:tx>
          <c:spPr>
            <a:solidFill>
              <a:schemeClr val="dk1">
                <a:tint val="98500"/>
              </a:schemeClr>
            </a:solidFill>
            <a:ln>
              <a:noFill/>
            </a:ln>
            <a:effectLst/>
          </c:spPr>
          <c:invertIfNegative val="0"/>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rate%'!$B$5:$AY$5</c:f>
              <c:numCache>
                <c:formatCode>General</c:formatCode>
                <c:ptCount val="50"/>
                <c:pt idx="45">
                  <c:v>6.7</c:v>
                </c:pt>
                <c:pt idx="46">
                  <c:v>6.7</c:v>
                </c:pt>
              </c:numCache>
            </c:numRef>
          </c:val>
          <c:extLst>
            <c:ext xmlns:c16="http://schemas.microsoft.com/office/drawing/2014/chart" uri="{C3380CC4-5D6E-409C-BE32-E72D297353CC}">
              <c16:uniqueId val="{00000002-C242-BC41-96C1-D3202728014F}"/>
            </c:ext>
          </c:extLst>
        </c:ser>
        <c:dLbls>
          <c:showLegendKey val="0"/>
          <c:showVal val="0"/>
          <c:showCatName val="0"/>
          <c:showSerName val="0"/>
          <c:showPercent val="0"/>
          <c:showBubbleSize val="0"/>
        </c:dLbls>
        <c:gapWidth val="150"/>
        <c:axId val="527650848"/>
        <c:axId val="1707305775"/>
      </c:barChart>
      <c:lineChart>
        <c:grouping val="standard"/>
        <c:varyColors val="0"/>
        <c:ser>
          <c:idx val="1"/>
          <c:order val="1"/>
          <c:tx>
            <c:strRef>
              <c:f>'GDP growth rate%'!$A$3</c:f>
              <c:strCache>
                <c:ptCount val="1"/>
                <c:pt idx="0">
                  <c:v>Long Term Average </c:v>
                </c:pt>
              </c:strCache>
            </c:strRef>
          </c:tx>
          <c:spPr>
            <a:ln w="28575" cap="rnd">
              <a:solidFill>
                <a:schemeClr val="dk1">
                  <a:tint val="55000"/>
                </a:schemeClr>
              </a:solidFill>
              <a:round/>
            </a:ln>
            <a:effectLst/>
          </c:spPr>
          <c:marker>
            <c:symbol val="none"/>
          </c:marker>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rate%'!$B$3:$AY$3</c:f>
              <c:numCache>
                <c:formatCode>General</c:formatCode>
                <c:ptCount val="50"/>
                <c:pt idx="0">
                  <c:v>6.0519999999999996</c:v>
                </c:pt>
                <c:pt idx="1">
                  <c:v>6.0519999999999996</c:v>
                </c:pt>
                <c:pt idx="2">
                  <c:v>6.0519999999999996</c:v>
                </c:pt>
                <c:pt idx="3">
                  <c:v>6.0519999999999996</c:v>
                </c:pt>
                <c:pt idx="4">
                  <c:v>6.0519999999999996</c:v>
                </c:pt>
                <c:pt idx="5">
                  <c:v>6.0519999999999996</c:v>
                </c:pt>
                <c:pt idx="6">
                  <c:v>6.0519999999999996</c:v>
                </c:pt>
                <c:pt idx="7">
                  <c:v>6.0519999999999996</c:v>
                </c:pt>
                <c:pt idx="8">
                  <c:v>6.0519999999999996</c:v>
                </c:pt>
                <c:pt idx="9">
                  <c:v>6.0519999999999996</c:v>
                </c:pt>
                <c:pt idx="10">
                  <c:v>6.0519999999999996</c:v>
                </c:pt>
                <c:pt idx="11">
                  <c:v>6.0519999999999996</c:v>
                </c:pt>
                <c:pt idx="12">
                  <c:v>6.0519999999999996</c:v>
                </c:pt>
                <c:pt idx="13">
                  <c:v>6.0519999999999996</c:v>
                </c:pt>
                <c:pt idx="14">
                  <c:v>6.0519999999999996</c:v>
                </c:pt>
                <c:pt idx="15">
                  <c:v>6.0519999999999996</c:v>
                </c:pt>
                <c:pt idx="16">
                  <c:v>6.0519999999999996</c:v>
                </c:pt>
                <c:pt idx="17">
                  <c:v>6.0519999999999996</c:v>
                </c:pt>
                <c:pt idx="18">
                  <c:v>6.0519999999999996</c:v>
                </c:pt>
                <c:pt idx="19">
                  <c:v>6.0519999999999996</c:v>
                </c:pt>
                <c:pt idx="20">
                  <c:v>6.0519999999999996</c:v>
                </c:pt>
                <c:pt idx="21">
                  <c:v>6.0519999999999996</c:v>
                </c:pt>
                <c:pt idx="22">
                  <c:v>6.0519999999999996</c:v>
                </c:pt>
                <c:pt idx="23">
                  <c:v>6.0519999999999996</c:v>
                </c:pt>
                <c:pt idx="24">
                  <c:v>6.0519999999999996</c:v>
                </c:pt>
                <c:pt idx="25">
                  <c:v>6.0519999999999996</c:v>
                </c:pt>
                <c:pt idx="26">
                  <c:v>6.0519999999999996</c:v>
                </c:pt>
                <c:pt idx="27">
                  <c:v>6.0519999999999996</c:v>
                </c:pt>
                <c:pt idx="28">
                  <c:v>6.0519999999999996</c:v>
                </c:pt>
                <c:pt idx="29">
                  <c:v>6.0519999999999996</c:v>
                </c:pt>
                <c:pt idx="30">
                  <c:v>6.0519999999999996</c:v>
                </c:pt>
                <c:pt idx="31">
                  <c:v>6.0519999999999996</c:v>
                </c:pt>
                <c:pt idx="32">
                  <c:v>6.0519999999999996</c:v>
                </c:pt>
                <c:pt idx="33">
                  <c:v>6.0519999999999996</c:v>
                </c:pt>
                <c:pt idx="34">
                  <c:v>6.0519999999999996</c:v>
                </c:pt>
                <c:pt idx="35">
                  <c:v>6.0519999999999996</c:v>
                </c:pt>
                <c:pt idx="36">
                  <c:v>6.0519999999999996</c:v>
                </c:pt>
                <c:pt idx="37">
                  <c:v>6.0519999999999996</c:v>
                </c:pt>
                <c:pt idx="38">
                  <c:v>6.0519999999999996</c:v>
                </c:pt>
                <c:pt idx="39">
                  <c:v>6.0519999999999996</c:v>
                </c:pt>
                <c:pt idx="40">
                  <c:v>6.0519999999999996</c:v>
                </c:pt>
                <c:pt idx="41">
                  <c:v>6.0519999999999996</c:v>
                </c:pt>
                <c:pt idx="42">
                  <c:v>6.0519999999999996</c:v>
                </c:pt>
                <c:pt idx="43">
                  <c:v>6.0519999999999996</c:v>
                </c:pt>
                <c:pt idx="44">
                  <c:v>6.0519999999999996</c:v>
                </c:pt>
                <c:pt idx="45">
                  <c:v>6.0519999999999996</c:v>
                </c:pt>
                <c:pt idx="46">
                  <c:v>6.0519999999999996</c:v>
                </c:pt>
                <c:pt idx="47">
                  <c:v>6.0519999999999996</c:v>
                </c:pt>
                <c:pt idx="48">
                  <c:v>6.0519999999999996</c:v>
                </c:pt>
                <c:pt idx="49">
                  <c:v>6.0519999999999996</c:v>
                </c:pt>
              </c:numCache>
            </c:numRef>
          </c:val>
          <c:smooth val="0"/>
          <c:extLst>
            <c:ext xmlns:c16="http://schemas.microsoft.com/office/drawing/2014/chart" uri="{C3380CC4-5D6E-409C-BE32-E72D297353CC}">
              <c16:uniqueId val="{00000003-C242-BC41-96C1-D3202728014F}"/>
            </c:ext>
          </c:extLst>
        </c:ser>
        <c:dLbls>
          <c:showLegendKey val="0"/>
          <c:showVal val="0"/>
          <c:showCatName val="0"/>
          <c:showSerName val="0"/>
          <c:showPercent val="0"/>
          <c:showBubbleSize val="0"/>
        </c:dLbls>
        <c:marker val="1"/>
        <c:smooth val="0"/>
        <c:axId val="527650848"/>
        <c:axId val="1707305775"/>
      </c:lineChart>
      <c:catAx>
        <c:axId val="527650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707305775"/>
        <c:crosses val="autoZero"/>
        <c:auto val="1"/>
        <c:lblAlgn val="ctr"/>
        <c:lblOffset val="100"/>
        <c:noMultiLvlLbl val="0"/>
      </c:catAx>
      <c:valAx>
        <c:axId val="1707305775"/>
        <c:scaling>
          <c:orientation val="minMax"/>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527650848"/>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900" b="1" i="0" u="none" strike="noStrike" kern="1200" baseline="0">
                <a:solidFill>
                  <a:srgbClr val="0096FF"/>
                </a:solidFill>
                <a:latin typeface="Century Gothic" panose="020B0502020202020204" pitchFamily="34" charset="0"/>
                <a:ea typeface="+mn-ea"/>
                <a:cs typeface="+mn-cs"/>
              </a:defRPr>
            </a:pPr>
            <a:endParaRPr lang="en-AE"/>
          </a:p>
        </c:txPr>
      </c:legendEntry>
      <c:layout>
        <c:manualLayout>
          <c:xMode val="edge"/>
          <c:yMode val="edge"/>
          <c:x val="5.7533368400880296E-2"/>
          <c:y val="5.9314611985798647E-2"/>
          <c:w val="0.72054946267912945"/>
          <c:h val="8.5110150924778846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'GDP growth rate%'!$A$2</c:f>
              <c:strCache>
                <c:ptCount val="1"/>
                <c:pt idx="0">
                  <c:v>IMF</c:v>
                </c:pt>
              </c:strCache>
            </c:strRef>
          </c:tx>
          <c:spPr>
            <a:solidFill>
              <a:schemeClr val="dk1">
                <a:tint val="88500"/>
              </a:schemeClr>
            </a:solidFill>
            <a:ln>
              <a:noFill/>
            </a:ln>
            <a:effectLst/>
          </c:spPr>
          <c:invertIfNegative val="0"/>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rate%'!$B$2:$AY$2</c:f>
              <c:numCache>
                <c:formatCode>General</c:formatCode>
                <c:ptCount val="50"/>
                <c:pt idx="0">
                  <c:v>6.7</c:v>
                </c:pt>
                <c:pt idx="1">
                  <c:v>6</c:v>
                </c:pt>
                <c:pt idx="2">
                  <c:v>3.5</c:v>
                </c:pt>
                <c:pt idx="3">
                  <c:v>7.3</c:v>
                </c:pt>
                <c:pt idx="4">
                  <c:v>3.8</c:v>
                </c:pt>
                <c:pt idx="5">
                  <c:v>5.3</c:v>
                </c:pt>
                <c:pt idx="6">
                  <c:v>4.8</c:v>
                </c:pt>
                <c:pt idx="7">
                  <c:v>4</c:v>
                </c:pt>
                <c:pt idx="8">
                  <c:v>9.6</c:v>
                </c:pt>
                <c:pt idx="9">
                  <c:v>5.9</c:v>
                </c:pt>
                <c:pt idx="10">
                  <c:v>5.5</c:v>
                </c:pt>
                <c:pt idx="11">
                  <c:v>1.1000000000000001</c:v>
                </c:pt>
                <c:pt idx="12">
                  <c:v>5.5</c:v>
                </c:pt>
                <c:pt idx="13">
                  <c:v>4.8</c:v>
                </c:pt>
                <c:pt idx="14">
                  <c:v>6.7</c:v>
                </c:pt>
                <c:pt idx="15">
                  <c:v>7.6</c:v>
                </c:pt>
                <c:pt idx="16">
                  <c:v>7.5</c:v>
                </c:pt>
                <c:pt idx="17">
                  <c:v>4</c:v>
                </c:pt>
                <c:pt idx="18">
                  <c:v>6.2</c:v>
                </c:pt>
                <c:pt idx="19">
                  <c:v>8.8000000000000007</c:v>
                </c:pt>
                <c:pt idx="20">
                  <c:v>3.8</c:v>
                </c:pt>
                <c:pt idx="21">
                  <c:v>4.8</c:v>
                </c:pt>
                <c:pt idx="22">
                  <c:v>3.8</c:v>
                </c:pt>
                <c:pt idx="23">
                  <c:v>7.9</c:v>
                </c:pt>
                <c:pt idx="24">
                  <c:v>7.9</c:v>
                </c:pt>
                <c:pt idx="25">
                  <c:v>7.9</c:v>
                </c:pt>
                <c:pt idx="26">
                  <c:v>8.1</c:v>
                </c:pt>
                <c:pt idx="27">
                  <c:v>7.7</c:v>
                </c:pt>
                <c:pt idx="28">
                  <c:v>3.1</c:v>
                </c:pt>
                <c:pt idx="29">
                  <c:v>7.9</c:v>
                </c:pt>
                <c:pt idx="30">
                  <c:v>8.5</c:v>
                </c:pt>
                <c:pt idx="31">
                  <c:v>5.2</c:v>
                </c:pt>
                <c:pt idx="32">
                  <c:v>5.5</c:v>
                </c:pt>
                <c:pt idx="33">
                  <c:v>6.4</c:v>
                </c:pt>
                <c:pt idx="34">
                  <c:v>7.4</c:v>
                </c:pt>
                <c:pt idx="35">
                  <c:v>8</c:v>
                </c:pt>
                <c:pt idx="36">
                  <c:v>8.3000000000000007</c:v>
                </c:pt>
                <c:pt idx="37">
                  <c:v>6.8</c:v>
                </c:pt>
                <c:pt idx="38">
                  <c:v>6.5</c:v>
                </c:pt>
                <c:pt idx="39">
                  <c:v>3.9</c:v>
                </c:pt>
                <c:pt idx="40">
                  <c:v>-5.8</c:v>
                </c:pt>
                <c:pt idx="41">
                  <c:v>9.6999999999999993</c:v>
                </c:pt>
                <c:pt idx="42">
                  <c:v>7</c:v>
                </c:pt>
                <c:pt idx="43">
                  <c:v>8.1999999999999993</c:v>
                </c:pt>
                <c:pt idx="44">
                  <c:v>7</c:v>
                </c:pt>
                <c:pt idx="45">
                  <c:v>6.5</c:v>
                </c:pt>
                <c:pt idx="46">
                  <c:v>6.5</c:v>
                </c:pt>
                <c:pt idx="47">
                  <c:v>6.5</c:v>
                </c:pt>
                <c:pt idx="48">
                  <c:v>6.5</c:v>
                </c:pt>
                <c:pt idx="49">
                  <c:v>6.5</c:v>
                </c:pt>
              </c:numCache>
            </c:numRef>
          </c:val>
          <c:extLst>
            <c:ext xmlns:c16="http://schemas.microsoft.com/office/drawing/2014/chart" uri="{C3380CC4-5D6E-409C-BE32-E72D297353CC}">
              <c16:uniqueId val="{00000000-5965-E94C-8A82-F2C93AB15F4B}"/>
            </c:ext>
          </c:extLst>
        </c:ser>
        <c:ser>
          <c:idx val="2"/>
          <c:order val="2"/>
          <c:tx>
            <c:strRef>
              <c:f>'GDP growth rate%'!$A$4</c:f>
              <c:strCache>
                <c:ptCount val="1"/>
                <c:pt idx="0">
                  <c:v>RBI </c:v>
                </c:pt>
              </c:strCache>
            </c:strRef>
          </c:tx>
          <c:spPr>
            <a:solidFill>
              <a:srgbClr val="0096FF"/>
            </a:solidFill>
            <a:ln>
              <a:noFill/>
            </a:ln>
            <a:effectLst/>
          </c:spPr>
          <c:invertIfNegative val="0"/>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rate%'!$B$4:$AY$4</c:f>
              <c:numCache>
                <c:formatCode>General</c:formatCode>
                <c:ptCount val="50"/>
                <c:pt idx="45">
                  <c:v>7.2</c:v>
                </c:pt>
                <c:pt idx="46">
                  <c:v>7.1</c:v>
                </c:pt>
              </c:numCache>
            </c:numRef>
          </c:val>
          <c:extLst>
            <c:ext xmlns:c16="http://schemas.microsoft.com/office/drawing/2014/chart" uri="{C3380CC4-5D6E-409C-BE32-E72D297353CC}">
              <c16:uniqueId val="{00000001-5965-E94C-8A82-F2C93AB15F4B}"/>
            </c:ext>
          </c:extLst>
        </c:ser>
        <c:ser>
          <c:idx val="3"/>
          <c:order val="3"/>
          <c:tx>
            <c:strRef>
              <c:f>'GDP growth rate%'!$A$5</c:f>
              <c:strCache>
                <c:ptCount val="1"/>
                <c:pt idx="0">
                  <c:v>World Bank</c:v>
                </c:pt>
              </c:strCache>
            </c:strRef>
          </c:tx>
          <c:spPr>
            <a:solidFill>
              <a:schemeClr val="dk1">
                <a:tint val="98500"/>
              </a:schemeClr>
            </a:solidFill>
            <a:ln>
              <a:noFill/>
            </a:ln>
            <a:effectLst/>
          </c:spPr>
          <c:invertIfNegative val="0"/>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rate%'!$B$5:$AY$5</c:f>
              <c:numCache>
                <c:formatCode>General</c:formatCode>
                <c:ptCount val="50"/>
                <c:pt idx="45">
                  <c:v>6.7</c:v>
                </c:pt>
                <c:pt idx="46">
                  <c:v>6.7</c:v>
                </c:pt>
              </c:numCache>
            </c:numRef>
          </c:val>
          <c:extLst>
            <c:ext xmlns:c16="http://schemas.microsoft.com/office/drawing/2014/chart" uri="{C3380CC4-5D6E-409C-BE32-E72D297353CC}">
              <c16:uniqueId val="{00000002-5965-E94C-8A82-F2C93AB15F4B}"/>
            </c:ext>
          </c:extLst>
        </c:ser>
        <c:dLbls>
          <c:showLegendKey val="0"/>
          <c:showVal val="0"/>
          <c:showCatName val="0"/>
          <c:showSerName val="0"/>
          <c:showPercent val="0"/>
          <c:showBubbleSize val="0"/>
        </c:dLbls>
        <c:gapWidth val="150"/>
        <c:axId val="527650848"/>
        <c:axId val="1707305775"/>
      </c:barChart>
      <c:lineChart>
        <c:grouping val="standard"/>
        <c:varyColors val="0"/>
        <c:ser>
          <c:idx val="1"/>
          <c:order val="1"/>
          <c:tx>
            <c:strRef>
              <c:f>'GDP growth rate%'!$A$3</c:f>
              <c:strCache>
                <c:ptCount val="1"/>
                <c:pt idx="0">
                  <c:v>Long Term Average </c:v>
                </c:pt>
              </c:strCache>
            </c:strRef>
          </c:tx>
          <c:spPr>
            <a:ln w="28575" cap="rnd">
              <a:solidFill>
                <a:schemeClr val="dk1">
                  <a:tint val="55000"/>
                </a:schemeClr>
              </a:solidFill>
              <a:round/>
            </a:ln>
            <a:effectLst/>
          </c:spPr>
          <c:marker>
            <c:symbol val="none"/>
          </c:marker>
          <c:cat>
            <c:numRef>
              <c:f>'GDP growth rate%'!$B$1:$AY$1</c:f>
              <c:numCache>
                <c:formatCode>General</c:formatCode>
                <c:ptCount val="5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numCache>
            </c:numRef>
          </c:cat>
          <c:val>
            <c:numRef>
              <c:f>'GDP growth rate%'!$B$3:$AY$3</c:f>
              <c:numCache>
                <c:formatCode>General</c:formatCode>
                <c:ptCount val="50"/>
                <c:pt idx="0">
                  <c:v>6.0519999999999996</c:v>
                </c:pt>
                <c:pt idx="1">
                  <c:v>6.0519999999999996</c:v>
                </c:pt>
                <c:pt idx="2">
                  <c:v>6.0519999999999996</c:v>
                </c:pt>
                <c:pt idx="3">
                  <c:v>6.0519999999999996</c:v>
                </c:pt>
                <c:pt idx="4">
                  <c:v>6.0519999999999996</c:v>
                </c:pt>
                <c:pt idx="5">
                  <c:v>6.0519999999999996</c:v>
                </c:pt>
                <c:pt idx="6">
                  <c:v>6.0519999999999996</c:v>
                </c:pt>
                <c:pt idx="7">
                  <c:v>6.0519999999999996</c:v>
                </c:pt>
                <c:pt idx="8">
                  <c:v>6.0519999999999996</c:v>
                </c:pt>
                <c:pt idx="9">
                  <c:v>6.0519999999999996</c:v>
                </c:pt>
                <c:pt idx="10">
                  <c:v>6.0519999999999996</c:v>
                </c:pt>
                <c:pt idx="11">
                  <c:v>6.0519999999999996</c:v>
                </c:pt>
                <c:pt idx="12">
                  <c:v>6.0519999999999996</c:v>
                </c:pt>
                <c:pt idx="13">
                  <c:v>6.0519999999999996</c:v>
                </c:pt>
                <c:pt idx="14">
                  <c:v>6.0519999999999996</c:v>
                </c:pt>
                <c:pt idx="15">
                  <c:v>6.0519999999999996</c:v>
                </c:pt>
                <c:pt idx="16">
                  <c:v>6.0519999999999996</c:v>
                </c:pt>
                <c:pt idx="17">
                  <c:v>6.0519999999999996</c:v>
                </c:pt>
                <c:pt idx="18">
                  <c:v>6.0519999999999996</c:v>
                </c:pt>
                <c:pt idx="19">
                  <c:v>6.0519999999999996</c:v>
                </c:pt>
                <c:pt idx="20">
                  <c:v>6.0519999999999996</c:v>
                </c:pt>
                <c:pt idx="21">
                  <c:v>6.0519999999999996</c:v>
                </c:pt>
                <c:pt idx="22">
                  <c:v>6.0519999999999996</c:v>
                </c:pt>
                <c:pt idx="23">
                  <c:v>6.0519999999999996</c:v>
                </c:pt>
                <c:pt idx="24">
                  <c:v>6.0519999999999996</c:v>
                </c:pt>
                <c:pt idx="25">
                  <c:v>6.0519999999999996</c:v>
                </c:pt>
                <c:pt idx="26">
                  <c:v>6.0519999999999996</c:v>
                </c:pt>
                <c:pt idx="27">
                  <c:v>6.0519999999999996</c:v>
                </c:pt>
                <c:pt idx="28">
                  <c:v>6.0519999999999996</c:v>
                </c:pt>
                <c:pt idx="29">
                  <c:v>6.0519999999999996</c:v>
                </c:pt>
                <c:pt idx="30">
                  <c:v>6.0519999999999996</c:v>
                </c:pt>
                <c:pt idx="31">
                  <c:v>6.0519999999999996</c:v>
                </c:pt>
                <c:pt idx="32">
                  <c:v>6.0519999999999996</c:v>
                </c:pt>
                <c:pt idx="33">
                  <c:v>6.0519999999999996</c:v>
                </c:pt>
                <c:pt idx="34">
                  <c:v>6.0519999999999996</c:v>
                </c:pt>
                <c:pt idx="35">
                  <c:v>6.0519999999999996</c:v>
                </c:pt>
                <c:pt idx="36">
                  <c:v>6.0519999999999996</c:v>
                </c:pt>
                <c:pt idx="37">
                  <c:v>6.0519999999999996</c:v>
                </c:pt>
                <c:pt idx="38">
                  <c:v>6.0519999999999996</c:v>
                </c:pt>
                <c:pt idx="39">
                  <c:v>6.0519999999999996</c:v>
                </c:pt>
                <c:pt idx="40">
                  <c:v>6.0519999999999996</c:v>
                </c:pt>
                <c:pt idx="41">
                  <c:v>6.0519999999999996</c:v>
                </c:pt>
                <c:pt idx="42">
                  <c:v>6.0519999999999996</c:v>
                </c:pt>
                <c:pt idx="43">
                  <c:v>6.0519999999999996</c:v>
                </c:pt>
                <c:pt idx="44">
                  <c:v>6.0519999999999996</c:v>
                </c:pt>
                <c:pt idx="45">
                  <c:v>6.0519999999999996</c:v>
                </c:pt>
                <c:pt idx="46">
                  <c:v>6.0519999999999996</c:v>
                </c:pt>
                <c:pt idx="47">
                  <c:v>6.0519999999999996</c:v>
                </c:pt>
                <c:pt idx="48">
                  <c:v>6.0519999999999996</c:v>
                </c:pt>
                <c:pt idx="49">
                  <c:v>6.0519999999999996</c:v>
                </c:pt>
              </c:numCache>
            </c:numRef>
          </c:val>
          <c:smooth val="0"/>
          <c:extLst>
            <c:ext xmlns:c16="http://schemas.microsoft.com/office/drawing/2014/chart" uri="{C3380CC4-5D6E-409C-BE32-E72D297353CC}">
              <c16:uniqueId val="{00000003-5965-E94C-8A82-F2C93AB15F4B}"/>
            </c:ext>
          </c:extLst>
        </c:ser>
        <c:dLbls>
          <c:showLegendKey val="0"/>
          <c:showVal val="0"/>
          <c:showCatName val="0"/>
          <c:showSerName val="0"/>
          <c:showPercent val="0"/>
          <c:showBubbleSize val="0"/>
        </c:dLbls>
        <c:marker val="1"/>
        <c:smooth val="0"/>
        <c:axId val="527650848"/>
        <c:axId val="1707305775"/>
      </c:lineChart>
      <c:catAx>
        <c:axId val="527650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707305775"/>
        <c:crosses val="autoZero"/>
        <c:auto val="1"/>
        <c:lblAlgn val="ctr"/>
        <c:lblOffset val="100"/>
        <c:noMultiLvlLbl val="0"/>
      </c:catAx>
      <c:valAx>
        <c:axId val="1707305775"/>
        <c:scaling>
          <c:orientation val="minMax"/>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527650848"/>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900" b="1" i="0" u="none" strike="noStrike" kern="1200" baseline="0">
                <a:solidFill>
                  <a:srgbClr val="0096FF"/>
                </a:solidFill>
                <a:latin typeface="Century Gothic" panose="020B0502020202020204" pitchFamily="34" charset="0"/>
                <a:ea typeface="+mn-ea"/>
                <a:cs typeface="+mn-cs"/>
              </a:defRPr>
            </a:pPr>
            <a:endParaRPr lang="en-AE"/>
          </a:p>
        </c:txPr>
      </c:legendEntry>
      <c:layout>
        <c:manualLayout>
          <c:xMode val="edge"/>
          <c:yMode val="edge"/>
          <c:x val="5.7533368400880296E-2"/>
          <c:y val="5.9314611985798647E-2"/>
          <c:w val="0.72054946267912945"/>
          <c:h val="8.5110150924778846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no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500" b="1" i="0" u="none" strike="noStrike" kern="1200" spc="0" baseline="0">
                <a:solidFill>
                  <a:schemeClr val="tx1">
                    <a:lumMod val="65000"/>
                    <a:lumOff val="35000"/>
                  </a:schemeClr>
                </a:solidFill>
                <a:latin typeface="Century Gothic" panose="020B0502020202020204" pitchFamily="34" charset="0"/>
                <a:ea typeface="+mn-ea"/>
                <a:cs typeface="+mn-cs"/>
              </a:defRPr>
            </a:pPr>
            <a:r>
              <a:rPr lang="en-US" sz="500" b="1"/>
              <a:t>WPI inflation</a:t>
            </a:r>
            <a:r>
              <a:rPr lang="en-US" sz="500" b="1" baseline="0"/>
              <a:t> rate</a:t>
            </a:r>
            <a:endParaRPr lang="en-US" sz="500" b="1"/>
          </a:p>
        </c:rich>
      </c:tx>
      <c:overlay val="0"/>
      <c:spPr>
        <a:noFill/>
        <a:ln>
          <a:noFill/>
        </a:ln>
        <a:effectLst/>
      </c:spPr>
      <c:txPr>
        <a:bodyPr rot="0" spcFirstLastPara="1" vertOverflow="ellipsis" vert="horz" wrap="square" anchor="ctr" anchorCtr="1"/>
        <a:lstStyle/>
        <a:p>
          <a:pPr>
            <a:defRPr sz="500" b="1" i="0" u="none" strike="noStrike" kern="1200" spc="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lotArea>
      <c:layout/>
      <c:lineChart>
        <c:grouping val="standard"/>
        <c:varyColors val="0"/>
        <c:ser>
          <c:idx val="0"/>
          <c:order val="0"/>
          <c:tx>
            <c:strRef>
              <c:f>WPI!$B$1</c:f>
              <c:strCache>
                <c:ptCount val="1"/>
                <c:pt idx="0">
                  <c:v>WPI</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WPI!$A$2:$A$156</c:f>
              <c:numCache>
                <c:formatCode>mmm\-yy</c:formatCode>
                <c:ptCount val="143"/>
                <c:pt idx="0">
                  <c:v>41365</c:v>
                </c:pt>
                <c:pt idx="1">
                  <c:v>41395</c:v>
                </c:pt>
                <c:pt idx="2">
                  <c:v>41426</c:v>
                </c:pt>
                <c:pt idx="3">
                  <c:v>41456</c:v>
                </c:pt>
                <c:pt idx="4">
                  <c:v>41487</c:v>
                </c:pt>
                <c:pt idx="5">
                  <c:v>41518</c:v>
                </c:pt>
                <c:pt idx="6">
                  <c:v>41548</c:v>
                </c:pt>
                <c:pt idx="7">
                  <c:v>41579</c:v>
                </c:pt>
                <c:pt idx="8">
                  <c:v>41609</c:v>
                </c:pt>
                <c:pt idx="9">
                  <c:v>41640</c:v>
                </c:pt>
                <c:pt idx="10">
                  <c:v>41671</c:v>
                </c:pt>
                <c:pt idx="11">
                  <c:v>41699</c:v>
                </c:pt>
                <c:pt idx="12">
                  <c:v>41730</c:v>
                </c:pt>
                <c:pt idx="13">
                  <c:v>41760</c:v>
                </c:pt>
                <c:pt idx="14">
                  <c:v>41791</c:v>
                </c:pt>
                <c:pt idx="15">
                  <c:v>41821</c:v>
                </c:pt>
                <c:pt idx="16">
                  <c:v>41852</c:v>
                </c:pt>
                <c:pt idx="17">
                  <c:v>41883</c:v>
                </c:pt>
                <c:pt idx="18">
                  <c:v>41913</c:v>
                </c:pt>
                <c:pt idx="19">
                  <c:v>41944</c:v>
                </c:pt>
                <c:pt idx="20">
                  <c:v>41974</c:v>
                </c:pt>
                <c:pt idx="21">
                  <c:v>42005</c:v>
                </c:pt>
                <c:pt idx="22">
                  <c:v>42036</c:v>
                </c:pt>
                <c:pt idx="23">
                  <c:v>42064</c:v>
                </c:pt>
                <c:pt idx="24">
                  <c:v>42095</c:v>
                </c:pt>
                <c:pt idx="25">
                  <c:v>42125</c:v>
                </c:pt>
                <c:pt idx="26">
                  <c:v>42156</c:v>
                </c:pt>
                <c:pt idx="27">
                  <c:v>42186</c:v>
                </c:pt>
                <c:pt idx="28">
                  <c:v>42217</c:v>
                </c:pt>
                <c:pt idx="29">
                  <c:v>42248</c:v>
                </c:pt>
                <c:pt idx="30">
                  <c:v>42278</c:v>
                </c:pt>
                <c:pt idx="31">
                  <c:v>42309</c:v>
                </c:pt>
                <c:pt idx="32">
                  <c:v>42339</c:v>
                </c:pt>
                <c:pt idx="33">
                  <c:v>42370</c:v>
                </c:pt>
                <c:pt idx="34">
                  <c:v>42401</c:v>
                </c:pt>
                <c:pt idx="35">
                  <c:v>42430</c:v>
                </c:pt>
                <c:pt idx="36">
                  <c:v>42461</c:v>
                </c:pt>
                <c:pt idx="37">
                  <c:v>42491</c:v>
                </c:pt>
                <c:pt idx="38">
                  <c:v>42522</c:v>
                </c:pt>
                <c:pt idx="39">
                  <c:v>42552</c:v>
                </c:pt>
                <c:pt idx="40">
                  <c:v>42583</c:v>
                </c:pt>
                <c:pt idx="41">
                  <c:v>42614</c:v>
                </c:pt>
                <c:pt idx="42">
                  <c:v>42644</c:v>
                </c:pt>
                <c:pt idx="43">
                  <c:v>42675</c:v>
                </c:pt>
                <c:pt idx="44">
                  <c:v>42705</c:v>
                </c:pt>
                <c:pt idx="45">
                  <c:v>42736</c:v>
                </c:pt>
                <c:pt idx="46">
                  <c:v>42767</c:v>
                </c:pt>
                <c:pt idx="47">
                  <c:v>42795</c:v>
                </c:pt>
                <c:pt idx="48">
                  <c:v>42826</c:v>
                </c:pt>
                <c:pt idx="49">
                  <c:v>42856</c:v>
                </c:pt>
                <c:pt idx="50">
                  <c:v>42887</c:v>
                </c:pt>
                <c:pt idx="51">
                  <c:v>42917</c:v>
                </c:pt>
                <c:pt idx="52">
                  <c:v>42948</c:v>
                </c:pt>
                <c:pt idx="53">
                  <c:v>42979</c:v>
                </c:pt>
                <c:pt idx="54">
                  <c:v>43009</c:v>
                </c:pt>
                <c:pt idx="55">
                  <c:v>43040</c:v>
                </c:pt>
                <c:pt idx="56">
                  <c:v>43070</c:v>
                </c:pt>
                <c:pt idx="57">
                  <c:v>43101</c:v>
                </c:pt>
                <c:pt idx="58">
                  <c:v>43132</c:v>
                </c:pt>
                <c:pt idx="59">
                  <c:v>43160</c:v>
                </c:pt>
                <c:pt idx="60">
                  <c:v>43191</c:v>
                </c:pt>
                <c:pt idx="61">
                  <c:v>43221</c:v>
                </c:pt>
                <c:pt idx="62">
                  <c:v>43252</c:v>
                </c:pt>
                <c:pt idx="63">
                  <c:v>43282</c:v>
                </c:pt>
                <c:pt idx="64">
                  <c:v>43313</c:v>
                </c:pt>
                <c:pt idx="65">
                  <c:v>43344</c:v>
                </c:pt>
                <c:pt idx="66">
                  <c:v>43374</c:v>
                </c:pt>
                <c:pt idx="67">
                  <c:v>43405</c:v>
                </c:pt>
                <c:pt idx="68">
                  <c:v>43435</c:v>
                </c:pt>
                <c:pt idx="69">
                  <c:v>43466</c:v>
                </c:pt>
                <c:pt idx="70">
                  <c:v>43497</c:v>
                </c:pt>
                <c:pt idx="71">
                  <c:v>43525</c:v>
                </c:pt>
                <c:pt idx="72">
                  <c:v>43556</c:v>
                </c:pt>
                <c:pt idx="73">
                  <c:v>43586</c:v>
                </c:pt>
                <c:pt idx="74">
                  <c:v>43617</c:v>
                </c:pt>
                <c:pt idx="75">
                  <c:v>43647</c:v>
                </c:pt>
                <c:pt idx="76">
                  <c:v>43678</c:v>
                </c:pt>
                <c:pt idx="77">
                  <c:v>43709</c:v>
                </c:pt>
                <c:pt idx="78">
                  <c:v>43739</c:v>
                </c:pt>
                <c:pt idx="79">
                  <c:v>43770</c:v>
                </c:pt>
                <c:pt idx="80">
                  <c:v>43800</c:v>
                </c:pt>
                <c:pt idx="81">
                  <c:v>43831</c:v>
                </c:pt>
                <c:pt idx="82">
                  <c:v>43862</c:v>
                </c:pt>
                <c:pt idx="83">
                  <c:v>43891</c:v>
                </c:pt>
                <c:pt idx="84">
                  <c:v>43922</c:v>
                </c:pt>
                <c:pt idx="85">
                  <c:v>43952</c:v>
                </c:pt>
                <c:pt idx="86">
                  <c:v>43983</c:v>
                </c:pt>
                <c:pt idx="87">
                  <c:v>44013</c:v>
                </c:pt>
                <c:pt idx="88">
                  <c:v>44044</c:v>
                </c:pt>
                <c:pt idx="89">
                  <c:v>44075</c:v>
                </c:pt>
                <c:pt idx="90">
                  <c:v>44105</c:v>
                </c:pt>
                <c:pt idx="91">
                  <c:v>44136</c:v>
                </c:pt>
                <c:pt idx="92">
                  <c:v>44166</c:v>
                </c:pt>
                <c:pt idx="93">
                  <c:v>44197</c:v>
                </c:pt>
                <c:pt idx="94">
                  <c:v>44228</c:v>
                </c:pt>
                <c:pt idx="95">
                  <c:v>44256</c:v>
                </c:pt>
                <c:pt idx="96">
                  <c:v>44287</c:v>
                </c:pt>
                <c:pt idx="97">
                  <c:v>44317</c:v>
                </c:pt>
                <c:pt idx="98">
                  <c:v>44348</c:v>
                </c:pt>
                <c:pt idx="99">
                  <c:v>44378</c:v>
                </c:pt>
                <c:pt idx="100">
                  <c:v>44409</c:v>
                </c:pt>
                <c:pt idx="101">
                  <c:v>44440</c:v>
                </c:pt>
                <c:pt idx="102">
                  <c:v>44470</c:v>
                </c:pt>
                <c:pt idx="103">
                  <c:v>44501</c:v>
                </c:pt>
                <c:pt idx="104">
                  <c:v>44531</c:v>
                </c:pt>
                <c:pt idx="105">
                  <c:v>44562</c:v>
                </c:pt>
                <c:pt idx="106">
                  <c:v>44593</c:v>
                </c:pt>
                <c:pt idx="107">
                  <c:v>44621</c:v>
                </c:pt>
                <c:pt idx="108">
                  <c:v>44652</c:v>
                </c:pt>
                <c:pt idx="109">
                  <c:v>44682</c:v>
                </c:pt>
                <c:pt idx="110">
                  <c:v>44713</c:v>
                </c:pt>
                <c:pt idx="111">
                  <c:v>44743</c:v>
                </c:pt>
                <c:pt idx="112">
                  <c:v>44774</c:v>
                </c:pt>
                <c:pt idx="113">
                  <c:v>44805</c:v>
                </c:pt>
                <c:pt idx="114">
                  <c:v>44835</c:v>
                </c:pt>
                <c:pt idx="115">
                  <c:v>44866</c:v>
                </c:pt>
                <c:pt idx="116">
                  <c:v>44896</c:v>
                </c:pt>
                <c:pt idx="117">
                  <c:v>44927</c:v>
                </c:pt>
                <c:pt idx="118">
                  <c:v>44958</c:v>
                </c:pt>
                <c:pt idx="119">
                  <c:v>44986</c:v>
                </c:pt>
                <c:pt idx="120">
                  <c:v>45017</c:v>
                </c:pt>
                <c:pt idx="121">
                  <c:v>45047</c:v>
                </c:pt>
                <c:pt idx="122">
                  <c:v>45078</c:v>
                </c:pt>
                <c:pt idx="123">
                  <c:v>45108</c:v>
                </c:pt>
                <c:pt idx="124">
                  <c:v>45139</c:v>
                </c:pt>
                <c:pt idx="125">
                  <c:v>45170</c:v>
                </c:pt>
                <c:pt idx="126">
                  <c:v>45200</c:v>
                </c:pt>
                <c:pt idx="127">
                  <c:v>45231</c:v>
                </c:pt>
                <c:pt idx="128">
                  <c:v>45261</c:v>
                </c:pt>
                <c:pt idx="129">
                  <c:v>45292</c:v>
                </c:pt>
                <c:pt idx="130">
                  <c:v>45323</c:v>
                </c:pt>
                <c:pt idx="131">
                  <c:v>45352</c:v>
                </c:pt>
                <c:pt idx="132">
                  <c:v>45383</c:v>
                </c:pt>
                <c:pt idx="133">
                  <c:v>45413</c:v>
                </c:pt>
                <c:pt idx="134">
                  <c:v>45444</c:v>
                </c:pt>
                <c:pt idx="135">
                  <c:v>45474</c:v>
                </c:pt>
                <c:pt idx="136">
                  <c:v>45505</c:v>
                </c:pt>
                <c:pt idx="137">
                  <c:v>45536</c:v>
                </c:pt>
                <c:pt idx="138">
                  <c:v>45566</c:v>
                </c:pt>
                <c:pt idx="139">
                  <c:v>45597</c:v>
                </c:pt>
                <c:pt idx="140">
                  <c:v>45627</c:v>
                </c:pt>
                <c:pt idx="141">
                  <c:v>45658</c:v>
                </c:pt>
                <c:pt idx="142">
                  <c:v>45689</c:v>
                </c:pt>
              </c:numCache>
            </c:numRef>
          </c:cat>
          <c:val>
            <c:numRef>
              <c:f>WPI!$B$2:$B$156</c:f>
            </c:numRef>
          </c:val>
          <c:smooth val="0"/>
          <c:extLst>
            <c:ext xmlns:c16="http://schemas.microsoft.com/office/drawing/2014/chart" uri="{C3380CC4-5D6E-409C-BE32-E72D297353CC}">
              <c16:uniqueId val="{00000000-F636-C446-8A51-A4A719D29DD4}"/>
            </c:ext>
          </c:extLst>
        </c:ser>
        <c:ser>
          <c:idx val="1"/>
          <c:order val="1"/>
          <c:tx>
            <c:strRef>
              <c:f>WPI!$C$1</c:f>
              <c:strCache>
                <c:ptCount val="1"/>
                <c:pt idx="0">
                  <c:v>WPI % YoY</c:v>
                </c:pt>
              </c:strCache>
            </c:strRef>
          </c:tx>
          <c:spPr>
            <a:ln w="12700" cap="rnd">
              <a:solidFill>
                <a:schemeClr val="accent2"/>
              </a:solidFill>
              <a:round/>
            </a:ln>
            <a:effectLst/>
          </c:spPr>
          <c:marker>
            <c:symbol val="none"/>
          </c:marker>
          <c:cat>
            <c:numRef>
              <c:f>WPI!$A$2:$A$156</c:f>
              <c:numCache>
                <c:formatCode>mmm\-yy</c:formatCode>
                <c:ptCount val="143"/>
                <c:pt idx="0">
                  <c:v>41365</c:v>
                </c:pt>
                <c:pt idx="1">
                  <c:v>41395</c:v>
                </c:pt>
                <c:pt idx="2">
                  <c:v>41426</c:v>
                </c:pt>
                <c:pt idx="3">
                  <c:v>41456</c:v>
                </c:pt>
                <c:pt idx="4">
                  <c:v>41487</c:v>
                </c:pt>
                <c:pt idx="5">
                  <c:v>41518</c:v>
                </c:pt>
                <c:pt idx="6">
                  <c:v>41548</c:v>
                </c:pt>
                <c:pt idx="7">
                  <c:v>41579</c:v>
                </c:pt>
                <c:pt idx="8">
                  <c:v>41609</c:v>
                </c:pt>
                <c:pt idx="9">
                  <c:v>41640</c:v>
                </c:pt>
                <c:pt idx="10">
                  <c:v>41671</c:v>
                </c:pt>
                <c:pt idx="11">
                  <c:v>41699</c:v>
                </c:pt>
                <c:pt idx="12">
                  <c:v>41730</c:v>
                </c:pt>
                <c:pt idx="13">
                  <c:v>41760</c:v>
                </c:pt>
                <c:pt idx="14">
                  <c:v>41791</c:v>
                </c:pt>
                <c:pt idx="15">
                  <c:v>41821</c:v>
                </c:pt>
                <c:pt idx="16">
                  <c:v>41852</c:v>
                </c:pt>
                <c:pt idx="17">
                  <c:v>41883</c:v>
                </c:pt>
                <c:pt idx="18">
                  <c:v>41913</c:v>
                </c:pt>
                <c:pt idx="19">
                  <c:v>41944</c:v>
                </c:pt>
                <c:pt idx="20">
                  <c:v>41974</c:v>
                </c:pt>
                <c:pt idx="21">
                  <c:v>42005</c:v>
                </c:pt>
                <c:pt idx="22">
                  <c:v>42036</c:v>
                </c:pt>
                <c:pt idx="23">
                  <c:v>42064</c:v>
                </c:pt>
                <c:pt idx="24">
                  <c:v>42095</c:v>
                </c:pt>
                <c:pt idx="25">
                  <c:v>42125</c:v>
                </c:pt>
                <c:pt idx="26">
                  <c:v>42156</c:v>
                </c:pt>
                <c:pt idx="27">
                  <c:v>42186</c:v>
                </c:pt>
                <c:pt idx="28">
                  <c:v>42217</c:v>
                </c:pt>
                <c:pt idx="29">
                  <c:v>42248</c:v>
                </c:pt>
                <c:pt idx="30">
                  <c:v>42278</c:v>
                </c:pt>
                <c:pt idx="31">
                  <c:v>42309</c:v>
                </c:pt>
                <c:pt idx="32">
                  <c:v>42339</c:v>
                </c:pt>
                <c:pt idx="33">
                  <c:v>42370</c:v>
                </c:pt>
                <c:pt idx="34">
                  <c:v>42401</c:v>
                </c:pt>
                <c:pt idx="35">
                  <c:v>42430</c:v>
                </c:pt>
                <c:pt idx="36">
                  <c:v>42461</c:v>
                </c:pt>
                <c:pt idx="37">
                  <c:v>42491</c:v>
                </c:pt>
                <c:pt idx="38">
                  <c:v>42522</c:v>
                </c:pt>
                <c:pt idx="39">
                  <c:v>42552</c:v>
                </c:pt>
                <c:pt idx="40">
                  <c:v>42583</c:v>
                </c:pt>
                <c:pt idx="41">
                  <c:v>42614</c:v>
                </c:pt>
                <c:pt idx="42">
                  <c:v>42644</c:v>
                </c:pt>
                <c:pt idx="43">
                  <c:v>42675</c:v>
                </c:pt>
                <c:pt idx="44">
                  <c:v>42705</c:v>
                </c:pt>
                <c:pt idx="45">
                  <c:v>42736</c:v>
                </c:pt>
                <c:pt idx="46">
                  <c:v>42767</c:v>
                </c:pt>
                <c:pt idx="47">
                  <c:v>42795</c:v>
                </c:pt>
                <c:pt idx="48">
                  <c:v>42826</c:v>
                </c:pt>
                <c:pt idx="49">
                  <c:v>42856</c:v>
                </c:pt>
                <c:pt idx="50">
                  <c:v>42887</c:v>
                </c:pt>
                <c:pt idx="51">
                  <c:v>42917</c:v>
                </c:pt>
                <c:pt idx="52">
                  <c:v>42948</c:v>
                </c:pt>
                <c:pt idx="53">
                  <c:v>42979</c:v>
                </c:pt>
                <c:pt idx="54">
                  <c:v>43009</c:v>
                </c:pt>
                <c:pt idx="55">
                  <c:v>43040</c:v>
                </c:pt>
                <c:pt idx="56">
                  <c:v>43070</c:v>
                </c:pt>
                <c:pt idx="57">
                  <c:v>43101</c:v>
                </c:pt>
                <c:pt idx="58">
                  <c:v>43132</c:v>
                </c:pt>
                <c:pt idx="59">
                  <c:v>43160</c:v>
                </c:pt>
                <c:pt idx="60">
                  <c:v>43191</c:v>
                </c:pt>
                <c:pt idx="61">
                  <c:v>43221</c:v>
                </c:pt>
                <c:pt idx="62">
                  <c:v>43252</c:v>
                </c:pt>
                <c:pt idx="63">
                  <c:v>43282</c:v>
                </c:pt>
                <c:pt idx="64">
                  <c:v>43313</c:v>
                </c:pt>
                <c:pt idx="65">
                  <c:v>43344</c:v>
                </c:pt>
                <c:pt idx="66">
                  <c:v>43374</c:v>
                </c:pt>
                <c:pt idx="67">
                  <c:v>43405</c:v>
                </c:pt>
                <c:pt idx="68">
                  <c:v>43435</c:v>
                </c:pt>
                <c:pt idx="69">
                  <c:v>43466</c:v>
                </c:pt>
                <c:pt idx="70">
                  <c:v>43497</c:v>
                </c:pt>
                <c:pt idx="71">
                  <c:v>43525</c:v>
                </c:pt>
                <c:pt idx="72">
                  <c:v>43556</c:v>
                </c:pt>
                <c:pt idx="73">
                  <c:v>43586</c:v>
                </c:pt>
                <c:pt idx="74">
                  <c:v>43617</c:v>
                </c:pt>
                <c:pt idx="75">
                  <c:v>43647</c:v>
                </c:pt>
                <c:pt idx="76">
                  <c:v>43678</c:v>
                </c:pt>
                <c:pt idx="77">
                  <c:v>43709</c:v>
                </c:pt>
                <c:pt idx="78">
                  <c:v>43739</c:v>
                </c:pt>
                <c:pt idx="79">
                  <c:v>43770</c:v>
                </c:pt>
                <c:pt idx="80">
                  <c:v>43800</c:v>
                </c:pt>
                <c:pt idx="81">
                  <c:v>43831</c:v>
                </c:pt>
                <c:pt idx="82">
                  <c:v>43862</c:v>
                </c:pt>
                <c:pt idx="83">
                  <c:v>43891</c:v>
                </c:pt>
                <c:pt idx="84">
                  <c:v>43922</c:v>
                </c:pt>
                <c:pt idx="85">
                  <c:v>43952</c:v>
                </c:pt>
                <c:pt idx="86">
                  <c:v>43983</c:v>
                </c:pt>
                <c:pt idx="87">
                  <c:v>44013</c:v>
                </c:pt>
                <c:pt idx="88">
                  <c:v>44044</c:v>
                </c:pt>
                <c:pt idx="89">
                  <c:v>44075</c:v>
                </c:pt>
                <c:pt idx="90">
                  <c:v>44105</c:v>
                </c:pt>
                <c:pt idx="91">
                  <c:v>44136</c:v>
                </c:pt>
                <c:pt idx="92">
                  <c:v>44166</c:v>
                </c:pt>
                <c:pt idx="93">
                  <c:v>44197</c:v>
                </c:pt>
                <c:pt idx="94">
                  <c:v>44228</c:v>
                </c:pt>
                <c:pt idx="95">
                  <c:v>44256</c:v>
                </c:pt>
                <c:pt idx="96">
                  <c:v>44287</c:v>
                </c:pt>
                <c:pt idx="97">
                  <c:v>44317</c:v>
                </c:pt>
                <c:pt idx="98">
                  <c:v>44348</c:v>
                </c:pt>
                <c:pt idx="99">
                  <c:v>44378</c:v>
                </c:pt>
                <c:pt idx="100">
                  <c:v>44409</c:v>
                </c:pt>
                <c:pt idx="101">
                  <c:v>44440</c:v>
                </c:pt>
                <c:pt idx="102">
                  <c:v>44470</c:v>
                </c:pt>
                <c:pt idx="103">
                  <c:v>44501</c:v>
                </c:pt>
                <c:pt idx="104">
                  <c:v>44531</c:v>
                </c:pt>
                <c:pt idx="105">
                  <c:v>44562</c:v>
                </c:pt>
                <c:pt idx="106">
                  <c:v>44593</c:v>
                </c:pt>
                <c:pt idx="107">
                  <c:v>44621</c:v>
                </c:pt>
                <c:pt idx="108">
                  <c:v>44652</c:v>
                </c:pt>
                <c:pt idx="109">
                  <c:v>44682</c:v>
                </c:pt>
                <c:pt idx="110">
                  <c:v>44713</c:v>
                </c:pt>
                <c:pt idx="111">
                  <c:v>44743</c:v>
                </c:pt>
                <c:pt idx="112">
                  <c:v>44774</c:v>
                </c:pt>
                <c:pt idx="113">
                  <c:v>44805</c:v>
                </c:pt>
                <c:pt idx="114">
                  <c:v>44835</c:v>
                </c:pt>
                <c:pt idx="115">
                  <c:v>44866</c:v>
                </c:pt>
                <c:pt idx="116">
                  <c:v>44896</c:v>
                </c:pt>
                <c:pt idx="117">
                  <c:v>44927</c:v>
                </c:pt>
                <c:pt idx="118">
                  <c:v>44958</c:v>
                </c:pt>
                <c:pt idx="119">
                  <c:v>44986</c:v>
                </c:pt>
                <c:pt idx="120">
                  <c:v>45017</c:v>
                </c:pt>
                <c:pt idx="121">
                  <c:v>45047</c:v>
                </c:pt>
                <c:pt idx="122">
                  <c:v>45078</c:v>
                </c:pt>
                <c:pt idx="123">
                  <c:v>45108</c:v>
                </c:pt>
                <c:pt idx="124">
                  <c:v>45139</c:v>
                </c:pt>
                <c:pt idx="125">
                  <c:v>45170</c:v>
                </c:pt>
                <c:pt idx="126">
                  <c:v>45200</c:v>
                </c:pt>
                <c:pt idx="127">
                  <c:v>45231</c:v>
                </c:pt>
                <c:pt idx="128">
                  <c:v>45261</c:v>
                </c:pt>
                <c:pt idx="129">
                  <c:v>45292</c:v>
                </c:pt>
                <c:pt idx="130">
                  <c:v>45323</c:v>
                </c:pt>
                <c:pt idx="131">
                  <c:v>45352</c:v>
                </c:pt>
                <c:pt idx="132">
                  <c:v>45383</c:v>
                </c:pt>
                <c:pt idx="133">
                  <c:v>45413</c:v>
                </c:pt>
                <c:pt idx="134">
                  <c:v>45444</c:v>
                </c:pt>
                <c:pt idx="135">
                  <c:v>45474</c:v>
                </c:pt>
                <c:pt idx="136">
                  <c:v>45505</c:v>
                </c:pt>
                <c:pt idx="137">
                  <c:v>45536</c:v>
                </c:pt>
                <c:pt idx="138">
                  <c:v>45566</c:v>
                </c:pt>
                <c:pt idx="139">
                  <c:v>45597</c:v>
                </c:pt>
                <c:pt idx="140">
                  <c:v>45627</c:v>
                </c:pt>
                <c:pt idx="141">
                  <c:v>45658</c:v>
                </c:pt>
                <c:pt idx="142">
                  <c:v>45689</c:v>
                </c:pt>
              </c:numCache>
            </c:numRef>
          </c:cat>
          <c:val>
            <c:numRef>
              <c:f>WPI!$C$2:$C$156</c:f>
              <c:numCache>
                <c:formatCode>0.00%</c:formatCode>
                <c:ptCount val="143"/>
                <c:pt idx="0">
                  <c:v>3.7199999999999997E-2</c:v>
                </c:pt>
                <c:pt idx="1">
                  <c:v>3.1300000000000001E-2</c:v>
                </c:pt>
                <c:pt idx="2">
                  <c:v>4.5600000000000002E-2</c:v>
                </c:pt>
                <c:pt idx="3">
                  <c:v>4.7100000000000003E-2</c:v>
                </c:pt>
                <c:pt idx="4">
                  <c:v>5.6099999999999997E-2</c:v>
                </c:pt>
                <c:pt idx="5">
                  <c:v>6.2300000000000001E-2</c:v>
                </c:pt>
                <c:pt idx="6">
                  <c:v>6.7000000000000004E-2</c:v>
                </c:pt>
                <c:pt idx="7">
                  <c:v>6.5199999999999994E-2</c:v>
                </c:pt>
                <c:pt idx="8">
                  <c:v>5.8799999999999998E-2</c:v>
                </c:pt>
                <c:pt idx="9">
                  <c:v>5.1900000000000002E-2</c:v>
                </c:pt>
                <c:pt idx="10">
                  <c:v>4.8000000000000001E-2</c:v>
                </c:pt>
                <c:pt idx="11">
                  <c:v>5.2499999999999998E-2</c:v>
                </c:pt>
                <c:pt idx="12">
                  <c:v>5.0599999999999999E-2</c:v>
                </c:pt>
                <c:pt idx="13">
                  <c:v>5.7099999999999998E-2</c:v>
                </c:pt>
                <c:pt idx="14">
                  <c:v>4.6300000000000001E-2</c:v>
                </c:pt>
                <c:pt idx="15">
                  <c:v>4.9500000000000002E-2</c:v>
                </c:pt>
                <c:pt idx="16">
                  <c:v>3.8100000000000002E-2</c:v>
                </c:pt>
                <c:pt idx="17">
                  <c:v>1.84E-2</c:v>
                </c:pt>
                <c:pt idx="18">
                  <c:v>8.6999999999999994E-3</c:v>
                </c:pt>
                <c:pt idx="19">
                  <c:v>-1.6999999999999999E-3</c:v>
                </c:pt>
                <c:pt idx="20">
                  <c:v>-1.15E-2</c:v>
                </c:pt>
                <c:pt idx="21">
                  <c:v>-2.46E-2</c:v>
                </c:pt>
                <c:pt idx="22">
                  <c:v>-3.5200000000000002E-2</c:v>
                </c:pt>
                <c:pt idx="23">
                  <c:v>-3.85E-2</c:v>
                </c:pt>
                <c:pt idx="24">
                  <c:v>-3.4200000000000001E-2</c:v>
                </c:pt>
                <c:pt idx="25">
                  <c:v>-2.9600000000000001E-2</c:v>
                </c:pt>
                <c:pt idx="26">
                  <c:v>-2.9499999999999998E-2</c:v>
                </c:pt>
                <c:pt idx="27">
                  <c:v>-4.8000000000000001E-2</c:v>
                </c:pt>
                <c:pt idx="28">
                  <c:v>-6.1400000000000003E-2</c:v>
                </c:pt>
                <c:pt idx="29">
                  <c:v>-5.5800000000000002E-2</c:v>
                </c:pt>
                <c:pt idx="30">
                  <c:v>-4.7600000000000003E-2</c:v>
                </c:pt>
                <c:pt idx="31">
                  <c:v>-3.6799999999999999E-2</c:v>
                </c:pt>
                <c:pt idx="32">
                  <c:v>-2.41E-2</c:v>
                </c:pt>
                <c:pt idx="33">
                  <c:v>-2.53E-2</c:v>
                </c:pt>
                <c:pt idx="34">
                  <c:v>-2.2800000000000001E-2</c:v>
                </c:pt>
                <c:pt idx="35">
                  <c:v>-0.02</c:v>
                </c:pt>
                <c:pt idx="36">
                  <c:v>-1.09E-2</c:v>
                </c:pt>
                <c:pt idx="37">
                  <c:v>-8.9999999999999993E-3</c:v>
                </c:pt>
                <c:pt idx="38">
                  <c:v>-8.9999999999999998E-4</c:v>
                </c:pt>
                <c:pt idx="39">
                  <c:v>6.3E-3</c:v>
                </c:pt>
                <c:pt idx="40">
                  <c:v>1.09E-2</c:v>
                </c:pt>
                <c:pt idx="41">
                  <c:v>1.3599999999999999E-2</c:v>
                </c:pt>
                <c:pt idx="42">
                  <c:v>1.2699999999999999E-2</c:v>
                </c:pt>
                <c:pt idx="43">
                  <c:v>1.8200000000000001E-2</c:v>
                </c:pt>
                <c:pt idx="44">
                  <c:v>2.1000000000000001E-2</c:v>
                </c:pt>
                <c:pt idx="45">
                  <c:v>4.2599999999999999E-2</c:v>
                </c:pt>
                <c:pt idx="46">
                  <c:v>5.5100000000000003E-2</c:v>
                </c:pt>
                <c:pt idx="47">
                  <c:v>5.11E-2</c:v>
                </c:pt>
                <c:pt idx="48">
                  <c:v>3.85E-2</c:v>
                </c:pt>
                <c:pt idx="49">
                  <c:v>2.2599999999999999E-2</c:v>
                </c:pt>
                <c:pt idx="50">
                  <c:v>8.9999999999999993E-3</c:v>
                </c:pt>
                <c:pt idx="51">
                  <c:v>1.8800000000000001E-2</c:v>
                </c:pt>
                <c:pt idx="52">
                  <c:v>3.2399999999999998E-2</c:v>
                </c:pt>
                <c:pt idx="53">
                  <c:v>3.1399999999999997E-2</c:v>
                </c:pt>
                <c:pt idx="54">
                  <c:v>3.6799999999999999E-2</c:v>
                </c:pt>
                <c:pt idx="55">
                  <c:v>4.02E-2</c:v>
                </c:pt>
                <c:pt idx="56">
                  <c:v>3.5799999999999998E-2</c:v>
                </c:pt>
                <c:pt idx="57">
                  <c:v>3.0200000000000001E-2</c:v>
                </c:pt>
                <c:pt idx="58">
                  <c:v>2.7400000000000001E-2</c:v>
                </c:pt>
                <c:pt idx="59">
                  <c:v>2.7400000000000001E-2</c:v>
                </c:pt>
                <c:pt idx="60">
                  <c:v>3.6200000000000003E-2</c:v>
                </c:pt>
                <c:pt idx="61">
                  <c:v>4.7800000000000002E-2</c:v>
                </c:pt>
                <c:pt idx="62">
                  <c:v>5.6800000000000003E-2</c:v>
                </c:pt>
                <c:pt idx="63">
                  <c:v>5.2699999999999997E-2</c:v>
                </c:pt>
                <c:pt idx="64">
                  <c:v>4.6199999999999998E-2</c:v>
                </c:pt>
                <c:pt idx="65">
                  <c:v>5.2200000000000003E-2</c:v>
                </c:pt>
                <c:pt idx="66">
                  <c:v>5.5399999999999998E-2</c:v>
                </c:pt>
                <c:pt idx="67">
                  <c:v>4.4699999999999997E-2</c:v>
                </c:pt>
                <c:pt idx="68">
                  <c:v>3.4599999999999999E-2</c:v>
                </c:pt>
                <c:pt idx="69">
                  <c:v>2.76E-2</c:v>
                </c:pt>
                <c:pt idx="70">
                  <c:v>2.93E-2</c:v>
                </c:pt>
                <c:pt idx="71">
                  <c:v>3.1E-2</c:v>
                </c:pt>
                <c:pt idx="72">
                  <c:v>3.2399999999999998E-2</c:v>
                </c:pt>
                <c:pt idx="73">
                  <c:v>2.7900000000000001E-2</c:v>
                </c:pt>
                <c:pt idx="74">
                  <c:v>2.0199999999999999E-2</c:v>
                </c:pt>
                <c:pt idx="75">
                  <c:v>1.17E-2</c:v>
                </c:pt>
                <c:pt idx="76">
                  <c:v>1.17E-2</c:v>
                </c:pt>
                <c:pt idx="77">
                  <c:v>3.3E-3</c:v>
                </c:pt>
                <c:pt idx="78">
                  <c:v>0</c:v>
                </c:pt>
                <c:pt idx="79">
                  <c:v>5.7999999999999996E-3</c:v>
                </c:pt>
                <c:pt idx="80">
                  <c:v>2.76E-2</c:v>
                </c:pt>
                <c:pt idx="81">
                  <c:v>3.5200000000000002E-2</c:v>
                </c:pt>
                <c:pt idx="82">
                  <c:v>2.2599999999999999E-2</c:v>
                </c:pt>
                <c:pt idx="83">
                  <c:v>4.1999999999999997E-3</c:v>
                </c:pt>
                <c:pt idx="84">
                  <c:v>-1.5699999999999999E-2</c:v>
                </c:pt>
                <c:pt idx="85">
                  <c:v>-3.3700000000000001E-2</c:v>
                </c:pt>
                <c:pt idx="86">
                  <c:v>-1.8100000000000002E-2</c:v>
                </c:pt>
                <c:pt idx="87">
                  <c:v>-2.5000000000000001E-3</c:v>
                </c:pt>
                <c:pt idx="88">
                  <c:v>4.1000000000000003E-3</c:v>
                </c:pt>
                <c:pt idx="89">
                  <c:v>1.32E-2</c:v>
                </c:pt>
                <c:pt idx="90">
                  <c:v>1.3100000000000001E-2</c:v>
                </c:pt>
                <c:pt idx="91">
                  <c:v>2.29E-2</c:v>
                </c:pt>
                <c:pt idx="92">
                  <c:v>1.95E-2</c:v>
                </c:pt>
                <c:pt idx="93">
                  <c:v>2.5100000000000001E-2</c:v>
                </c:pt>
                <c:pt idx="94">
                  <c:v>4.8300000000000003E-2</c:v>
                </c:pt>
                <c:pt idx="95">
                  <c:v>7.8899999999999998E-2</c:v>
                </c:pt>
                <c:pt idx="96">
                  <c:v>0.1074</c:v>
                </c:pt>
                <c:pt idx="97">
                  <c:v>0.13109999999999999</c:v>
                </c:pt>
                <c:pt idx="98">
                  <c:v>0.1207</c:v>
                </c:pt>
                <c:pt idx="99">
                  <c:v>0.1157</c:v>
                </c:pt>
                <c:pt idx="100">
                  <c:v>0.1164</c:v>
                </c:pt>
                <c:pt idx="101">
                  <c:v>0.11799999999999999</c:v>
                </c:pt>
                <c:pt idx="102">
                  <c:v>0.13830000000000001</c:v>
                </c:pt>
                <c:pt idx="103">
                  <c:v>0.1487</c:v>
                </c:pt>
                <c:pt idx="104">
                  <c:v>0.14269999999999999</c:v>
                </c:pt>
                <c:pt idx="105">
                  <c:v>0.1368</c:v>
                </c:pt>
                <c:pt idx="106">
                  <c:v>0.1343</c:v>
                </c:pt>
                <c:pt idx="107">
                  <c:v>0.14630000000000001</c:v>
                </c:pt>
                <c:pt idx="108">
                  <c:v>0.15379999999999999</c:v>
                </c:pt>
                <c:pt idx="109">
                  <c:v>0.1663</c:v>
                </c:pt>
                <c:pt idx="110">
                  <c:v>0.1623</c:v>
                </c:pt>
                <c:pt idx="111">
                  <c:v>0.14069999999999999</c:v>
                </c:pt>
                <c:pt idx="112">
                  <c:v>0.12479999999999999</c:v>
                </c:pt>
                <c:pt idx="113">
                  <c:v>0.1055</c:v>
                </c:pt>
                <c:pt idx="114">
                  <c:v>8.6699999999999999E-2</c:v>
                </c:pt>
                <c:pt idx="115">
                  <c:v>6.1199999999999997E-2</c:v>
                </c:pt>
                <c:pt idx="116">
                  <c:v>5.0200000000000002E-2</c:v>
                </c:pt>
                <c:pt idx="117">
                  <c:v>4.8000000000000001E-2</c:v>
                </c:pt>
                <c:pt idx="118">
                  <c:v>3.85E-2</c:v>
                </c:pt>
                <c:pt idx="119">
                  <c:v>1.41E-2</c:v>
                </c:pt>
                <c:pt idx="120">
                  <c:v>-7.9000000000000008E-3</c:v>
                </c:pt>
                <c:pt idx="121">
                  <c:v>-3.61E-2</c:v>
                </c:pt>
                <c:pt idx="122">
                  <c:v>-4.1799999999999997E-2</c:v>
                </c:pt>
                <c:pt idx="123">
                  <c:v>-1.23E-2</c:v>
                </c:pt>
                <c:pt idx="124">
                  <c:v>-4.5999999999999999E-3</c:v>
                </c:pt>
                <c:pt idx="125">
                  <c:v>-6.9999999999999999E-4</c:v>
                </c:pt>
                <c:pt idx="126">
                  <c:v>-2.5999999999999999E-3</c:v>
                </c:pt>
                <c:pt idx="127">
                  <c:v>3.8999999999999998E-3</c:v>
                </c:pt>
                <c:pt idx="128">
                  <c:v>8.6E-3</c:v>
                </c:pt>
                <c:pt idx="129">
                  <c:v>3.3E-3</c:v>
                </c:pt>
                <c:pt idx="130">
                  <c:v>2E-3</c:v>
                </c:pt>
                <c:pt idx="131">
                  <c:v>2.5999999999999999E-3</c:v>
                </c:pt>
                <c:pt idx="132">
                  <c:v>1.1900000000000001E-2</c:v>
                </c:pt>
                <c:pt idx="133">
                  <c:v>2.7400000000000001E-2</c:v>
                </c:pt>
                <c:pt idx="134">
                  <c:v>3.4299999999999997E-2</c:v>
                </c:pt>
                <c:pt idx="135">
                  <c:v>2.1000000000000001E-2</c:v>
                </c:pt>
                <c:pt idx="136">
                  <c:v>1.2500000000000001E-2</c:v>
                </c:pt>
                <c:pt idx="137">
                  <c:v>1.9099999999999999E-2</c:v>
                </c:pt>
                <c:pt idx="138">
                  <c:v>2.75E-2</c:v>
                </c:pt>
                <c:pt idx="139">
                  <c:v>2.1600000000000001E-2</c:v>
                </c:pt>
                <c:pt idx="140">
                  <c:v>2.5700000000000001E-2</c:v>
                </c:pt>
                <c:pt idx="141">
                  <c:v>2.3099999999999999E-2</c:v>
                </c:pt>
                <c:pt idx="142">
                  <c:v>2.3800000000000002E-2</c:v>
                </c:pt>
              </c:numCache>
            </c:numRef>
          </c:val>
          <c:smooth val="0"/>
          <c:extLst>
            <c:ext xmlns:c16="http://schemas.microsoft.com/office/drawing/2014/chart" uri="{C3380CC4-5D6E-409C-BE32-E72D297353CC}">
              <c16:uniqueId val="{00000001-F636-C446-8A51-A4A719D29DD4}"/>
            </c:ext>
          </c:extLst>
        </c:ser>
        <c:dLbls>
          <c:showLegendKey val="0"/>
          <c:showVal val="0"/>
          <c:showCatName val="0"/>
          <c:showSerName val="0"/>
          <c:showPercent val="0"/>
          <c:showBubbleSize val="0"/>
        </c:dLbls>
        <c:smooth val="0"/>
        <c:axId val="1459642160"/>
        <c:axId val="1459643872"/>
      </c:lineChart>
      <c:dateAx>
        <c:axId val="1459642160"/>
        <c:scaling>
          <c:orientation val="minMax"/>
          <c:min val="43101"/>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459643872"/>
        <c:crosses val="autoZero"/>
        <c:auto val="1"/>
        <c:lblOffset val="100"/>
        <c:baseTimeUnit val="months"/>
      </c:dateAx>
      <c:valAx>
        <c:axId val="1459643872"/>
        <c:scaling>
          <c:orientation val="minMax"/>
          <c:min val="-0.0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459642160"/>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CPI!$H$2</c:f>
              <c:strCache>
                <c:ptCount val="1"/>
                <c:pt idx="0">
                  <c:v>Rural CPI</c:v>
                </c:pt>
              </c:strCache>
            </c:strRef>
          </c:tx>
          <c:spPr>
            <a:ln w="12700" cap="rnd">
              <a:solidFill>
                <a:schemeClr val="dk1">
                  <a:tint val="88500"/>
                </a:schemeClr>
              </a:solidFill>
              <a:round/>
            </a:ln>
            <a:effectLst/>
          </c:spPr>
          <c:marker>
            <c:symbol val="none"/>
          </c:marker>
          <c:cat>
            <c:numRef>
              <c:f>CPI!$G$3:$G$3566</c:f>
              <c:numCache>
                <c:formatCode>d\-mmm\-yy</c:formatCode>
                <c:ptCount val="132"/>
                <c:pt idx="0">
                  <c:v>41654</c:v>
                </c:pt>
                <c:pt idx="1">
                  <c:v>41685</c:v>
                </c:pt>
                <c:pt idx="2">
                  <c:v>41713</c:v>
                </c:pt>
                <c:pt idx="3">
                  <c:v>41744</c:v>
                </c:pt>
                <c:pt idx="4">
                  <c:v>41774</c:v>
                </c:pt>
                <c:pt idx="5">
                  <c:v>41805</c:v>
                </c:pt>
                <c:pt idx="6">
                  <c:v>41835</c:v>
                </c:pt>
                <c:pt idx="7">
                  <c:v>41866</c:v>
                </c:pt>
                <c:pt idx="8">
                  <c:v>41897</c:v>
                </c:pt>
                <c:pt idx="9">
                  <c:v>41927</c:v>
                </c:pt>
                <c:pt idx="10">
                  <c:v>41958</c:v>
                </c:pt>
                <c:pt idx="11">
                  <c:v>41988</c:v>
                </c:pt>
                <c:pt idx="12">
                  <c:v>42019</c:v>
                </c:pt>
                <c:pt idx="13">
                  <c:v>42050</c:v>
                </c:pt>
                <c:pt idx="14">
                  <c:v>42078</c:v>
                </c:pt>
                <c:pt idx="15">
                  <c:v>42109</c:v>
                </c:pt>
                <c:pt idx="16">
                  <c:v>42139</c:v>
                </c:pt>
                <c:pt idx="17">
                  <c:v>42170</c:v>
                </c:pt>
                <c:pt idx="18">
                  <c:v>42200</c:v>
                </c:pt>
                <c:pt idx="19">
                  <c:v>42231</c:v>
                </c:pt>
                <c:pt idx="20">
                  <c:v>42262</c:v>
                </c:pt>
                <c:pt idx="21">
                  <c:v>42292</c:v>
                </c:pt>
                <c:pt idx="22">
                  <c:v>42323</c:v>
                </c:pt>
                <c:pt idx="23">
                  <c:v>42353</c:v>
                </c:pt>
                <c:pt idx="24">
                  <c:v>42384</c:v>
                </c:pt>
                <c:pt idx="25">
                  <c:v>42415</c:v>
                </c:pt>
                <c:pt idx="26">
                  <c:v>42444</c:v>
                </c:pt>
                <c:pt idx="27">
                  <c:v>42475</c:v>
                </c:pt>
                <c:pt idx="28">
                  <c:v>42505</c:v>
                </c:pt>
                <c:pt idx="29">
                  <c:v>42536</c:v>
                </c:pt>
                <c:pt idx="30">
                  <c:v>42566</c:v>
                </c:pt>
                <c:pt idx="31">
                  <c:v>42597</c:v>
                </c:pt>
                <c:pt idx="32">
                  <c:v>42628</c:v>
                </c:pt>
                <c:pt idx="33">
                  <c:v>42658</c:v>
                </c:pt>
                <c:pt idx="34">
                  <c:v>42689</c:v>
                </c:pt>
                <c:pt idx="35">
                  <c:v>42719</c:v>
                </c:pt>
                <c:pt idx="36">
                  <c:v>42750</c:v>
                </c:pt>
                <c:pt idx="37">
                  <c:v>42781</c:v>
                </c:pt>
                <c:pt idx="38">
                  <c:v>42809</c:v>
                </c:pt>
                <c:pt idx="39">
                  <c:v>42840</c:v>
                </c:pt>
                <c:pt idx="40">
                  <c:v>42870</c:v>
                </c:pt>
                <c:pt idx="41">
                  <c:v>42901</c:v>
                </c:pt>
                <c:pt idx="42">
                  <c:v>42931</c:v>
                </c:pt>
                <c:pt idx="43">
                  <c:v>42962</c:v>
                </c:pt>
                <c:pt idx="44">
                  <c:v>42993</c:v>
                </c:pt>
                <c:pt idx="45">
                  <c:v>43023</c:v>
                </c:pt>
                <c:pt idx="46">
                  <c:v>43054</c:v>
                </c:pt>
                <c:pt idx="47">
                  <c:v>43084</c:v>
                </c:pt>
                <c:pt idx="48">
                  <c:v>43115</c:v>
                </c:pt>
                <c:pt idx="49">
                  <c:v>43146</c:v>
                </c:pt>
                <c:pt idx="50">
                  <c:v>43174</c:v>
                </c:pt>
                <c:pt idx="51">
                  <c:v>43205</c:v>
                </c:pt>
                <c:pt idx="52">
                  <c:v>43235</c:v>
                </c:pt>
                <c:pt idx="53">
                  <c:v>43266</c:v>
                </c:pt>
                <c:pt idx="54">
                  <c:v>43296</c:v>
                </c:pt>
                <c:pt idx="55">
                  <c:v>43327</c:v>
                </c:pt>
                <c:pt idx="56">
                  <c:v>43358</c:v>
                </c:pt>
                <c:pt idx="57">
                  <c:v>43388</c:v>
                </c:pt>
                <c:pt idx="58">
                  <c:v>43419</c:v>
                </c:pt>
                <c:pt idx="59">
                  <c:v>43449</c:v>
                </c:pt>
                <c:pt idx="60">
                  <c:v>43480</c:v>
                </c:pt>
                <c:pt idx="61">
                  <c:v>43511</c:v>
                </c:pt>
                <c:pt idx="62">
                  <c:v>43539</c:v>
                </c:pt>
                <c:pt idx="63">
                  <c:v>43570</c:v>
                </c:pt>
                <c:pt idx="64">
                  <c:v>43600</c:v>
                </c:pt>
                <c:pt idx="65">
                  <c:v>43631</c:v>
                </c:pt>
                <c:pt idx="66">
                  <c:v>43661</c:v>
                </c:pt>
                <c:pt idx="67">
                  <c:v>43692</c:v>
                </c:pt>
                <c:pt idx="68">
                  <c:v>43723</c:v>
                </c:pt>
                <c:pt idx="69">
                  <c:v>43753</c:v>
                </c:pt>
                <c:pt idx="70">
                  <c:v>43784</c:v>
                </c:pt>
                <c:pt idx="71">
                  <c:v>43814</c:v>
                </c:pt>
                <c:pt idx="72">
                  <c:v>43845</c:v>
                </c:pt>
                <c:pt idx="73">
                  <c:v>43876</c:v>
                </c:pt>
                <c:pt idx="74">
                  <c:v>43905</c:v>
                </c:pt>
                <c:pt idx="75">
                  <c:v>43997</c:v>
                </c:pt>
                <c:pt idx="76">
                  <c:v>44027</c:v>
                </c:pt>
                <c:pt idx="77">
                  <c:v>44058</c:v>
                </c:pt>
                <c:pt idx="78">
                  <c:v>44089</c:v>
                </c:pt>
                <c:pt idx="79">
                  <c:v>44119</c:v>
                </c:pt>
                <c:pt idx="80">
                  <c:v>44150</c:v>
                </c:pt>
                <c:pt idx="81">
                  <c:v>44180</c:v>
                </c:pt>
                <c:pt idx="82">
                  <c:v>44211</c:v>
                </c:pt>
                <c:pt idx="83">
                  <c:v>44242</c:v>
                </c:pt>
                <c:pt idx="84">
                  <c:v>44270</c:v>
                </c:pt>
                <c:pt idx="85">
                  <c:v>44301</c:v>
                </c:pt>
                <c:pt idx="86">
                  <c:v>44331</c:v>
                </c:pt>
                <c:pt idx="87">
                  <c:v>44362</c:v>
                </c:pt>
                <c:pt idx="88">
                  <c:v>44392</c:v>
                </c:pt>
                <c:pt idx="89">
                  <c:v>44423</c:v>
                </c:pt>
                <c:pt idx="90">
                  <c:v>44454</c:v>
                </c:pt>
                <c:pt idx="91">
                  <c:v>44484</c:v>
                </c:pt>
                <c:pt idx="92">
                  <c:v>44515</c:v>
                </c:pt>
                <c:pt idx="93">
                  <c:v>44545</c:v>
                </c:pt>
                <c:pt idx="94">
                  <c:v>44576</c:v>
                </c:pt>
                <c:pt idx="95">
                  <c:v>44607</c:v>
                </c:pt>
                <c:pt idx="96">
                  <c:v>44635</c:v>
                </c:pt>
                <c:pt idx="97">
                  <c:v>44666</c:v>
                </c:pt>
                <c:pt idx="98">
                  <c:v>44696</c:v>
                </c:pt>
                <c:pt idx="99">
                  <c:v>44727</c:v>
                </c:pt>
                <c:pt idx="100">
                  <c:v>44757</c:v>
                </c:pt>
                <c:pt idx="101">
                  <c:v>44788</c:v>
                </c:pt>
                <c:pt idx="102">
                  <c:v>44819</c:v>
                </c:pt>
                <c:pt idx="103">
                  <c:v>44849</c:v>
                </c:pt>
                <c:pt idx="104">
                  <c:v>44880</c:v>
                </c:pt>
                <c:pt idx="105">
                  <c:v>44910</c:v>
                </c:pt>
                <c:pt idx="106">
                  <c:v>44941</c:v>
                </c:pt>
                <c:pt idx="107">
                  <c:v>44972</c:v>
                </c:pt>
                <c:pt idx="108">
                  <c:v>45000</c:v>
                </c:pt>
                <c:pt idx="109">
                  <c:v>45031</c:v>
                </c:pt>
                <c:pt idx="110">
                  <c:v>45061</c:v>
                </c:pt>
                <c:pt idx="111">
                  <c:v>45092</c:v>
                </c:pt>
                <c:pt idx="112">
                  <c:v>45122</c:v>
                </c:pt>
                <c:pt idx="113">
                  <c:v>45153</c:v>
                </c:pt>
                <c:pt idx="114">
                  <c:v>45184</c:v>
                </c:pt>
                <c:pt idx="115">
                  <c:v>45214</c:v>
                </c:pt>
                <c:pt idx="116">
                  <c:v>45245</c:v>
                </c:pt>
                <c:pt idx="117">
                  <c:v>45275</c:v>
                </c:pt>
                <c:pt idx="118">
                  <c:v>45306</c:v>
                </c:pt>
                <c:pt idx="119">
                  <c:v>45337</c:v>
                </c:pt>
                <c:pt idx="120">
                  <c:v>45366</c:v>
                </c:pt>
                <c:pt idx="121">
                  <c:v>45397</c:v>
                </c:pt>
                <c:pt idx="122">
                  <c:v>45427</c:v>
                </c:pt>
                <c:pt idx="123">
                  <c:v>45458</c:v>
                </c:pt>
                <c:pt idx="124">
                  <c:v>45488</c:v>
                </c:pt>
                <c:pt idx="125">
                  <c:v>45519</c:v>
                </c:pt>
                <c:pt idx="126">
                  <c:v>45550</c:v>
                </c:pt>
                <c:pt idx="127">
                  <c:v>45580</c:v>
                </c:pt>
                <c:pt idx="128">
                  <c:v>45611</c:v>
                </c:pt>
                <c:pt idx="129">
                  <c:v>45641</c:v>
                </c:pt>
                <c:pt idx="130">
                  <c:v>45672</c:v>
                </c:pt>
                <c:pt idx="131">
                  <c:v>45703</c:v>
                </c:pt>
              </c:numCache>
            </c:numRef>
          </c:cat>
          <c:val>
            <c:numRef>
              <c:f>CPI!$H$3:$H$3566</c:f>
              <c:numCache>
                <c:formatCode>General</c:formatCode>
                <c:ptCount val="132"/>
                <c:pt idx="0">
                  <c:v>8.66</c:v>
                </c:pt>
                <c:pt idx="1">
                  <c:v>7.75</c:v>
                </c:pt>
                <c:pt idx="2">
                  <c:v>8.11</c:v>
                </c:pt>
                <c:pt idx="3">
                  <c:v>8.4600000000000009</c:v>
                </c:pt>
                <c:pt idx="4">
                  <c:v>8.2100000000000009</c:v>
                </c:pt>
                <c:pt idx="5">
                  <c:v>7.44</c:v>
                </c:pt>
                <c:pt idx="6">
                  <c:v>7.95</c:v>
                </c:pt>
                <c:pt idx="7">
                  <c:v>7.67</c:v>
                </c:pt>
                <c:pt idx="8">
                  <c:v>5.87</c:v>
                </c:pt>
                <c:pt idx="9">
                  <c:v>4.76</c:v>
                </c:pt>
                <c:pt idx="10">
                  <c:v>3.15</c:v>
                </c:pt>
                <c:pt idx="11">
                  <c:v>4.16</c:v>
                </c:pt>
                <c:pt idx="12">
                  <c:v>5.34</c:v>
                </c:pt>
                <c:pt idx="13">
                  <c:v>5.79</c:v>
                </c:pt>
                <c:pt idx="14">
                  <c:v>5.67</c:v>
                </c:pt>
                <c:pt idx="15">
                  <c:v>5.29</c:v>
                </c:pt>
                <c:pt idx="16">
                  <c:v>5.52</c:v>
                </c:pt>
                <c:pt idx="17">
                  <c:v>6.07</c:v>
                </c:pt>
                <c:pt idx="18">
                  <c:v>4.3499999999999996</c:v>
                </c:pt>
                <c:pt idx="19">
                  <c:v>4.47</c:v>
                </c:pt>
                <c:pt idx="20">
                  <c:v>5.05</c:v>
                </c:pt>
                <c:pt idx="21">
                  <c:v>5.54</c:v>
                </c:pt>
                <c:pt idx="22">
                  <c:v>5.95</c:v>
                </c:pt>
                <c:pt idx="23">
                  <c:v>6.32</c:v>
                </c:pt>
                <c:pt idx="24">
                  <c:v>6.48</c:v>
                </c:pt>
                <c:pt idx="25">
                  <c:v>6.05</c:v>
                </c:pt>
                <c:pt idx="26">
                  <c:v>5.7</c:v>
                </c:pt>
                <c:pt idx="27">
                  <c:v>6.17</c:v>
                </c:pt>
                <c:pt idx="28">
                  <c:v>6.45</c:v>
                </c:pt>
                <c:pt idx="29">
                  <c:v>6.29</c:v>
                </c:pt>
                <c:pt idx="30">
                  <c:v>6.66</c:v>
                </c:pt>
                <c:pt idx="31">
                  <c:v>5.87</c:v>
                </c:pt>
                <c:pt idx="32">
                  <c:v>5.04</c:v>
                </c:pt>
                <c:pt idx="33">
                  <c:v>4.78</c:v>
                </c:pt>
                <c:pt idx="34">
                  <c:v>4.13</c:v>
                </c:pt>
                <c:pt idx="35">
                  <c:v>3.83</c:v>
                </c:pt>
                <c:pt idx="36">
                  <c:v>3.36</c:v>
                </c:pt>
                <c:pt idx="37">
                  <c:v>3.67</c:v>
                </c:pt>
                <c:pt idx="38">
                  <c:v>3.75</c:v>
                </c:pt>
                <c:pt idx="39">
                  <c:v>3.02</c:v>
                </c:pt>
                <c:pt idx="40">
                  <c:v>2.2999999999999998</c:v>
                </c:pt>
                <c:pt idx="41">
                  <c:v>1.52</c:v>
                </c:pt>
                <c:pt idx="42">
                  <c:v>2.41</c:v>
                </c:pt>
                <c:pt idx="43">
                  <c:v>3.22</c:v>
                </c:pt>
                <c:pt idx="44">
                  <c:v>3.15</c:v>
                </c:pt>
                <c:pt idx="45">
                  <c:v>3.36</c:v>
                </c:pt>
                <c:pt idx="46">
                  <c:v>4.79</c:v>
                </c:pt>
                <c:pt idx="47">
                  <c:v>5.27</c:v>
                </c:pt>
                <c:pt idx="48">
                  <c:v>5.21</c:v>
                </c:pt>
                <c:pt idx="49">
                  <c:v>4.45</c:v>
                </c:pt>
                <c:pt idx="50">
                  <c:v>4.4400000000000004</c:v>
                </c:pt>
                <c:pt idx="51">
                  <c:v>4.67</c:v>
                </c:pt>
                <c:pt idx="52">
                  <c:v>4.88</c:v>
                </c:pt>
                <c:pt idx="53">
                  <c:v>4.93</c:v>
                </c:pt>
                <c:pt idx="54">
                  <c:v>4.1100000000000003</c:v>
                </c:pt>
                <c:pt idx="55">
                  <c:v>3.41</c:v>
                </c:pt>
                <c:pt idx="56">
                  <c:v>3.27</c:v>
                </c:pt>
                <c:pt idx="57">
                  <c:v>2.82</c:v>
                </c:pt>
                <c:pt idx="58">
                  <c:v>1.71</c:v>
                </c:pt>
                <c:pt idx="59">
                  <c:v>1.5</c:v>
                </c:pt>
                <c:pt idx="60">
                  <c:v>1.22</c:v>
                </c:pt>
                <c:pt idx="61">
                  <c:v>1.81</c:v>
                </c:pt>
                <c:pt idx="62">
                  <c:v>1.8</c:v>
                </c:pt>
                <c:pt idx="63">
                  <c:v>1.87</c:v>
                </c:pt>
                <c:pt idx="64">
                  <c:v>1.86</c:v>
                </c:pt>
                <c:pt idx="65">
                  <c:v>2.21</c:v>
                </c:pt>
                <c:pt idx="66">
                  <c:v>2.19</c:v>
                </c:pt>
                <c:pt idx="67">
                  <c:v>2.25</c:v>
                </c:pt>
                <c:pt idx="68">
                  <c:v>3.24</c:v>
                </c:pt>
                <c:pt idx="69">
                  <c:v>4.29</c:v>
                </c:pt>
                <c:pt idx="70">
                  <c:v>5.27</c:v>
                </c:pt>
                <c:pt idx="71">
                  <c:v>7.33</c:v>
                </c:pt>
                <c:pt idx="72">
                  <c:v>7.73</c:v>
                </c:pt>
                <c:pt idx="73">
                  <c:v>6.67</c:v>
                </c:pt>
                <c:pt idx="74">
                  <c:v>6.09</c:v>
                </c:pt>
                <c:pt idx="75">
                  <c:v>6.34</c:v>
                </c:pt>
                <c:pt idx="76">
                  <c:v>6.76</c:v>
                </c:pt>
                <c:pt idx="77">
                  <c:v>6.66</c:v>
                </c:pt>
                <c:pt idx="78">
                  <c:v>7.36</c:v>
                </c:pt>
                <c:pt idx="79">
                  <c:v>7.75</c:v>
                </c:pt>
                <c:pt idx="80">
                  <c:v>7.2</c:v>
                </c:pt>
                <c:pt idx="81">
                  <c:v>4.07</c:v>
                </c:pt>
                <c:pt idx="82">
                  <c:v>3.23</c:v>
                </c:pt>
                <c:pt idx="83">
                  <c:v>4.1900000000000004</c:v>
                </c:pt>
                <c:pt idx="84">
                  <c:v>4.6100000000000003</c:v>
                </c:pt>
                <c:pt idx="85">
                  <c:v>3.75</c:v>
                </c:pt>
                <c:pt idx="86">
                  <c:v>6.55</c:v>
                </c:pt>
                <c:pt idx="87">
                  <c:v>6.16</c:v>
                </c:pt>
                <c:pt idx="88">
                  <c:v>5.49</c:v>
                </c:pt>
                <c:pt idx="89">
                  <c:v>5.28</c:v>
                </c:pt>
                <c:pt idx="90">
                  <c:v>4.13</c:v>
                </c:pt>
                <c:pt idx="91">
                  <c:v>4.07</c:v>
                </c:pt>
                <c:pt idx="92">
                  <c:v>4.29</c:v>
                </c:pt>
                <c:pt idx="93">
                  <c:v>5.36</c:v>
                </c:pt>
                <c:pt idx="94">
                  <c:v>6.12</c:v>
                </c:pt>
                <c:pt idx="95">
                  <c:v>6.38</c:v>
                </c:pt>
                <c:pt idx="96">
                  <c:v>7.66</c:v>
                </c:pt>
                <c:pt idx="97">
                  <c:v>8.3800000000000008</c:v>
                </c:pt>
                <c:pt idx="98">
                  <c:v>7.08</c:v>
                </c:pt>
                <c:pt idx="99">
                  <c:v>7.09</c:v>
                </c:pt>
                <c:pt idx="100">
                  <c:v>6.8</c:v>
                </c:pt>
                <c:pt idx="101">
                  <c:v>7.15</c:v>
                </c:pt>
                <c:pt idx="102">
                  <c:v>7.56</c:v>
                </c:pt>
                <c:pt idx="103">
                  <c:v>6.98</c:v>
                </c:pt>
                <c:pt idx="104">
                  <c:v>6.09</c:v>
                </c:pt>
                <c:pt idx="105">
                  <c:v>6.05</c:v>
                </c:pt>
                <c:pt idx="106">
                  <c:v>6.85</c:v>
                </c:pt>
                <c:pt idx="107">
                  <c:v>6.72</c:v>
                </c:pt>
                <c:pt idx="108">
                  <c:v>5.51</c:v>
                </c:pt>
                <c:pt idx="109">
                  <c:v>4.68</c:v>
                </c:pt>
                <c:pt idx="110">
                  <c:v>4.2300000000000004</c:v>
                </c:pt>
                <c:pt idx="111">
                  <c:v>4.78</c:v>
                </c:pt>
                <c:pt idx="112">
                  <c:v>7.63</c:v>
                </c:pt>
                <c:pt idx="113">
                  <c:v>7.02</c:v>
                </c:pt>
                <c:pt idx="114">
                  <c:v>5.33</c:v>
                </c:pt>
                <c:pt idx="115">
                  <c:v>5.12</c:v>
                </c:pt>
                <c:pt idx="116">
                  <c:v>5.85</c:v>
                </c:pt>
                <c:pt idx="117">
                  <c:v>5.93</c:v>
                </c:pt>
                <c:pt idx="118">
                  <c:v>5.34</c:v>
                </c:pt>
                <c:pt idx="119">
                  <c:v>5.34</c:v>
                </c:pt>
                <c:pt idx="120">
                  <c:v>5.51</c:v>
                </c:pt>
                <c:pt idx="121">
                  <c:v>5.43</c:v>
                </c:pt>
                <c:pt idx="122">
                  <c:v>5.34</c:v>
                </c:pt>
                <c:pt idx="123">
                  <c:v>5.66</c:v>
                </c:pt>
                <c:pt idx="124">
                  <c:v>4.0999999999999996</c:v>
                </c:pt>
                <c:pt idx="125">
                  <c:v>4.16</c:v>
                </c:pt>
                <c:pt idx="126">
                  <c:v>5.87</c:v>
                </c:pt>
                <c:pt idx="127">
                  <c:v>6.68</c:v>
                </c:pt>
                <c:pt idx="128">
                  <c:v>5.95</c:v>
                </c:pt>
                <c:pt idx="129">
                  <c:v>5.76</c:v>
                </c:pt>
                <c:pt idx="130">
                  <c:v>4.59</c:v>
                </c:pt>
                <c:pt idx="131">
                  <c:v>3.79</c:v>
                </c:pt>
              </c:numCache>
            </c:numRef>
          </c:val>
          <c:smooth val="0"/>
          <c:extLst>
            <c:ext xmlns:c16="http://schemas.microsoft.com/office/drawing/2014/chart" uri="{C3380CC4-5D6E-409C-BE32-E72D297353CC}">
              <c16:uniqueId val="{00000000-6D71-9843-8FB1-EB000C62CEE6}"/>
            </c:ext>
          </c:extLst>
        </c:ser>
        <c:ser>
          <c:idx val="1"/>
          <c:order val="1"/>
          <c:tx>
            <c:strRef>
              <c:f>CPI!$I$2</c:f>
              <c:strCache>
                <c:ptCount val="1"/>
                <c:pt idx="0">
                  <c:v>Urban CPI</c:v>
                </c:pt>
              </c:strCache>
            </c:strRef>
          </c:tx>
          <c:spPr>
            <a:ln w="12700" cap="rnd">
              <a:solidFill>
                <a:schemeClr val="dk1">
                  <a:tint val="55000"/>
                </a:schemeClr>
              </a:solidFill>
              <a:round/>
            </a:ln>
            <a:effectLst/>
          </c:spPr>
          <c:marker>
            <c:symbol val="none"/>
          </c:marker>
          <c:cat>
            <c:numRef>
              <c:f>CPI!$G$3:$G$3566</c:f>
              <c:numCache>
                <c:formatCode>d\-mmm\-yy</c:formatCode>
                <c:ptCount val="132"/>
                <c:pt idx="0">
                  <c:v>41654</c:v>
                </c:pt>
                <c:pt idx="1">
                  <c:v>41685</c:v>
                </c:pt>
                <c:pt idx="2">
                  <c:v>41713</c:v>
                </c:pt>
                <c:pt idx="3">
                  <c:v>41744</c:v>
                </c:pt>
                <c:pt idx="4">
                  <c:v>41774</c:v>
                </c:pt>
                <c:pt idx="5">
                  <c:v>41805</c:v>
                </c:pt>
                <c:pt idx="6">
                  <c:v>41835</c:v>
                </c:pt>
                <c:pt idx="7">
                  <c:v>41866</c:v>
                </c:pt>
                <c:pt idx="8">
                  <c:v>41897</c:v>
                </c:pt>
                <c:pt idx="9">
                  <c:v>41927</c:v>
                </c:pt>
                <c:pt idx="10">
                  <c:v>41958</c:v>
                </c:pt>
                <c:pt idx="11">
                  <c:v>41988</c:v>
                </c:pt>
                <c:pt idx="12">
                  <c:v>42019</c:v>
                </c:pt>
                <c:pt idx="13">
                  <c:v>42050</c:v>
                </c:pt>
                <c:pt idx="14">
                  <c:v>42078</c:v>
                </c:pt>
                <c:pt idx="15">
                  <c:v>42109</c:v>
                </c:pt>
                <c:pt idx="16">
                  <c:v>42139</c:v>
                </c:pt>
                <c:pt idx="17">
                  <c:v>42170</c:v>
                </c:pt>
                <c:pt idx="18">
                  <c:v>42200</c:v>
                </c:pt>
                <c:pt idx="19">
                  <c:v>42231</c:v>
                </c:pt>
                <c:pt idx="20">
                  <c:v>42262</c:v>
                </c:pt>
                <c:pt idx="21">
                  <c:v>42292</c:v>
                </c:pt>
                <c:pt idx="22">
                  <c:v>42323</c:v>
                </c:pt>
                <c:pt idx="23">
                  <c:v>42353</c:v>
                </c:pt>
                <c:pt idx="24">
                  <c:v>42384</c:v>
                </c:pt>
                <c:pt idx="25">
                  <c:v>42415</c:v>
                </c:pt>
                <c:pt idx="26">
                  <c:v>42444</c:v>
                </c:pt>
                <c:pt idx="27">
                  <c:v>42475</c:v>
                </c:pt>
                <c:pt idx="28">
                  <c:v>42505</c:v>
                </c:pt>
                <c:pt idx="29">
                  <c:v>42536</c:v>
                </c:pt>
                <c:pt idx="30">
                  <c:v>42566</c:v>
                </c:pt>
                <c:pt idx="31">
                  <c:v>42597</c:v>
                </c:pt>
                <c:pt idx="32">
                  <c:v>42628</c:v>
                </c:pt>
                <c:pt idx="33">
                  <c:v>42658</c:v>
                </c:pt>
                <c:pt idx="34">
                  <c:v>42689</c:v>
                </c:pt>
                <c:pt idx="35">
                  <c:v>42719</c:v>
                </c:pt>
                <c:pt idx="36">
                  <c:v>42750</c:v>
                </c:pt>
                <c:pt idx="37">
                  <c:v>42781</c:v>
                </c:pt>
                <c:pt idx="38">
                  <c:v>42809</c:v>
                </c:pt>
                <c:pt idx="39">
                  <c:v>42840</c:v>
                </c:pt>
                <c:pt idx="40">
                  <c:v>42870</c:v>
                </c:pt>
                <c:pt idx="41">
                  <c:v>42901</c:v>
                </c:pt>
                <c:pt idx="42">
                  <c:v>42931</c:v>
                </c:pt>
                <c:pt idx="43">
                  <c:v>42962</c:v>
                </c:pt>
                <c:pt idx="44">
                  <c:v>42993</c:v>
                </c:pt>
                <c:pt idx="45">
                  <c:v>43023</c:v>
                </c:pt>
                <c:pt idx="46">
                  <c:v>43054</c:v>
                </c:pt>
                <c:pt idx="47">
                  <c:v>43084</c:v>
                </c:pt>
                <c:pt idx="48">
                  <c:v>43115</c:v>
                </c:pt>
                <c:pt idx="49">
                  <c:v>43146</c:v>
                </c:pt>
                <c:pt idx="50">
                  <c:v>43174</c:v>
                </c:pt>
                <c:pt idx="51">
                  <c:v>43205</c:v>
                </c:pt>
                <c:pt idx="52">
                  <c:v>43235</c:v>
                </c:pt>
                <c:pt idx="53">
                  <c:v>43266</c:v>
                </c:pt>
                <c:pt idx="54">
                  <c:v>43296</c:v>
                </c:pt>
                <c:pt idx="55">
                  <c:v>43327</c:v>
                </c:pt>
                <c:pt idx="56">
                  <c:v>43358</c:v>
                </c:pt>
                <c:pt idx="57">
                  <c:v>43388</c:v>
                </c:pt>
                <c:pt idx="58">
                  <c:v>43419</c:v>
                </c:pt>
                <c:pt idx="59">
                  <c:v>43449</c:v>
                </c:pt>
                <c:pt idx="60">
                  <c:v>43480</c:v>
                </c:pt>
                <c:pt idx="61">
                  <c:v>43511</c:v>
                </c:pt>
                <c:pt idx="62">
                  <c:v>43539</c:v>
                </c:pt>
                <c:pt idx="63">
                  <c:v>43570</c:v>
                </c:pt>
                <c:pt idx="64">
                  <c:v>43600</c:v>
                </c:pt>
                <c:pt idx="65">
                  <c:v>43631</c:v>
                </c:pt>
                <c:pt idx="66">
                  <c:v>43661</c:v>
                </c:pt>
                <c:pt idx="67">
                  <c:v>43692</c:v>
                </c:pt>
                <c:pt idx="68">
                  <c:v>43723</c:v>
                </c:pt>
                <c:pt idx="69">
                  <c:v>43753</c:v>
                </c:pt>
                <c:pt idx="70">
                  <c:v>43784</c:v>
                </c:pt>
                <c:pt idx="71">
                  <c:v>43814</c:v>
                </c:pt>
                <c:pt idx="72">
                  <c:v>43845</c:v>
                </c:pt>
                <c:pt idx="73">
                  <c:v>43876</c:v>
                </c:pt>
                <c:pt idx="74">
                  <c:v>43905</c:v>
                </c:pt>
                <c:pt idx="75">
                  <c:v>43997</c:v>
                </c:pt>
                <c:pt idx="76">
                  <c:v>44027</c:v>
                </c:pt>
                <c:pt idx="77">
                  <c:v>44058</c:v>
                </c:pt>
                <c:pt idx="78">
                  <c:v>44089</c:v>
                </c:pt>
                <c:pt idx="79">
                  <c:v>44119</c:v>
                </c:pt>
                <c:pt idx="80">
                  <c:v>44150</c:v>
                </c:pt>
                <c:pt idx="81">
                  <c:v>44180</c:v>
                </c:pt>
                <c:pt idx="82">
                  <c:v>44211</c:v>
                </c:pt>
                <c:pt idx="83">
                  <c:v>44242</c:v>
                </c:pt>
                <c:pt idx="84">
                  <c:v>44270</c:v>
                </c:pt>
                <c:pt idx="85">
                  <c:v>44301</c:v>
                </c:pt>
                <c:pt idx="86">
                  <c:v>44331</c:v>
                </c:pt>
                <c:pt idx="87">
                  <c:v>44362</c:v>
                </c:pt>
                <c:pt idx="88">
                  <c:v>44392</c:v>
                </c:pt>
                <c:pt idx="89">
                  <c:v>44423</c:v>
                </c:pt>
                <c:pt idx="90">
                  <c:v>44454</c:v>
                </c:pt>
                <c:pt idx="91">
                  <c:v>44484</c:v>
                </c:pt>
                <c:pt idx="92">
                  <c:v>44515</c:v>
                </c:pt>
                <c:pt idx="93">
                  <c:v>44545</c:v>
                </c:pt>
                <c:pt idx="94">
                  <c:v>44576</c:v>
                </c:pt>
                <c:pt idx="95">
                  <c:v>44607</c:v>
                </c:pt>
                <c:pt idx="96">
                  <c:v>44635</c:v>
                </c:pt>
                <c:pt idx="97">
                  <c:v>44666</c:v>
                </c:pt>
                <c:pt idx="98">
                  <c:v>44696</c:v>
                </c:pt>
                <c:pt idx="99">
                  <c:v>44727</c:v>
                </c:pt>
                <c:pt idx="100">
                  <c:v>44757</c:v>
                </c:pt>
                <c:pt idx="101">
                  <c:v>44788</c:v>
                </c:pt>
                <c:pt idx="102">
                  <c:v>44819</c:v>
                </c:pt>
                <c:pt idx="103">
                  <c:v>44849</c:v>
                </c:pt>
                <c:pt idx="104">
                  <c:v>44880</c:v>
                </c:pt>
                <c:pt idx="105">
                  <c:v>44910</c:v>
                </c:pt>
                <c:pt idx="106">
                  <c:v>44941</c:v>
                </c:pt>
                <c:pt idx="107">
                  <c:v>44972</c:v>
                </c:pt>
                <c:pt idx="108">
                  <c:v>45000</c:v>
                </c:pt>
                <c:pt idx="109">
                  <c:v>45031</c:v>
                </c:pt>
                <c:pt idx="110">
                  <c:v>45061</c:v>
                </c:pt>
                <c:pt idx="111">
                  <c:v>45092</c:v>
                </c:pt>
                <c:pt idx="112">
                  <c:v>45122</c:v>
                </c:pt>
                <c:pt idx="113">
                  <c:v>45153</c:v>
                </c:pt>
                <c:pt idx="114">
                  <c:v>45184</c:v>
                </c:pt>
                <c:pt idx="115">
                  <c:v>45214</c:v>
                </c:pt>
                <c:pt idx="116">
                  <c:v>45245</c:v>
                </c:pt>
                <c:pt idx="117">
                  <c:v>45275</c:v>
                </c:pt>
                <c:pt idx="118">
                  <c:v>45306</c:v>
                </c:pt>
                <c:pt idx="119">
                  <c:v>45337</c:v>
                </c:pt>
                <c:pt idx="120">
                  <c:v>45366</c:v>
                </c:pt>
                <c:pt idx="121">
                  <c:v>45397</c:v>
                </c:pt>
                <c:pt idx="122">
                  <c:v>45427</c:v>
                </c:pt>
                <c:pt idx="123">
                  <c:v>45458</c:v>
                </c:pt>
                <c:pt idx="124">
                  <c:v>45488</c:v>
                </c:pt>
                <c:pt idx="125">
                  <c:v>45519</c:v>
                </c:pt>
                <c:pt idx="126">
                  <c:v>45550</c:v>
                </c:pt>
                <c:pt idx="127">
                  <c:v>45580</c:v>
                </c:pt>
                <c:pt idx="128">
                  <c:v>45611</c:v>
                </c:pt>
                <c:pt idx="129">
                  <c:v>45641</c:v>
                </c:pt>
                <c:pt idx="130">
                  <c:v>45672</c:v>
                </c:pt>
                <c:pt idx="131">
                  <c:v>45703</c:v>
                </c:pt>
              </c:numCache>
            </c:numRef>
          </c:cat>
          <c:val>
            <c:numRef>
              <c:f>CPI!$I$3:$I$3566</c:f>
              <c:numCache>
                <c:formatCode>General</c:formatCode>
                <c:ptCount val="132"/>
                <c:pt idx="0">
                  <c:v>8.56</c:v>
                </c:pt>
                <c:pt idx="1">
                  <c:v>8.02</c:v>
                </c:pt>
                <c:pt idx="2">
                  <c:v>8.2899999999999991</c:v>
                </c:pt>
                <c:pt idx="3">
                  <c:v>8.51</c:v>
                </c:pt>
                <c:pt idx="4">
                  <c:v>8.44</c:v>
                </c:pt>
                <c:pt idx="5">
                  <c:v>6.11</c:v>
                </c:pt>
                <c:pt idx="6">
                  <c:v>6.73</c:v>
                </c:pt>
                <c:pt idx="7">
                  <c:v>6.39</c:v>
                </c:pt>
                <c:pt idx="8">
                  <c:v>5.3</c:v>
                </c:pt>
                <c:pt idx="9">
                  <c:v>4.47</c:v>
                </c:pt>
                <c:pt idx="10">
                  <c:v>3.48</c:v>
                </c:pt>
                <c:pt idx="11">
                  <c:v>4.5</c:v>
                </c:pt>
                <c:pt idx="12">
                  <c:v>4.96</c:v>
                </c:pt>
                <c:pt idx="13">
                  <c:v>4.95</c:v>
                </c:pt>
                <c:pt idx="14">
                  <c:v>4.75</c:v>
                </c:pt>
                <c:pt idx="15">
                  <c:v>4.3600000000000003</c:v>
                </c:pt>
                <c:pt idx="16">
                  <c:v>4.41</c:v>
                </c:pt>
                <c:pt idx="17">
                  <c:v>4.55</c:v>
                </c:pt>
                <c:pt idx="18">
                  <c:v>2.94</c:v>
                </c:pt>
                <c:pt idx="19">
                  <c:v>2.75</c:v>
                </c:pt>
                <c:pt idx="20">
                  <c:v>3.61</c:v>
                </c:pt>
                <c:pt idx="21">
                  <c:v>4.28</c:v>
                </c:pt>
                <c:pt idx="22">
                  <c:v>4.71</c:v>
                </c:pt>
                <c:pt idx="23">
                  <c:v>4.7300000000000004</c:v>
                </c:pt>
                <c:pt idx="24">
                  <c:v>4.8099999999999996</c:v>
                </c:pt>
                <c:pt idx="25">
                  <c:v>4.3</c:v>
                </c:pt>
                <c:pt idx="26">
                  <c:v>3.95</c:v>
                </c:pt>
                <c:pt idx="27">
                  <c:v>4.68</c:v>
                </c:pt>
                <c:pt idx="28">
                  <c:v>4.8899999999999997</c:v>
                </c:pt>
                <c:pt idx="29">
                  <c:v>5.26</c:v>
                </c:pt>
                <c:pt idx="30">
                  <c:v>5.39</c:v>
                </c:pt>
                <c:pt idx="31">
                  <c:v>4.22</c:v>
                </c:pt>
                <c:pt idx="32">
                  <c:v>3.64</c:v>
                </c:pt>
                <c:pt idx="33">
                  <c:v>3.54</c:v>
                </c:pt>
                <c:pt idx="34">
                  <c:v>3.13</c:v>
                </c:pt>
                <c:pt idx="35">
                  <c:v>2.9</c:v>
                </c:pt>
                <c:pt idx="36">
                  <c:v>2.9</c:v>
                </c:pt>
                <c:pt idx="37">
                  <c:v>3.55</c:v>
                </c:pt>
                <c:pt idx="38">
                  <c:v>3.96</c:v>
                </c:pt>
                <c:pt idx="39">
                  <c:v>3.03</c:v>
                </c:pt>
                <c:pt idx="40">
                  <c:v>2.13</c:v>
                </c:pt>
                <c:pt idx="41">
                  <c:v>1.41</c:v>
                </c:pt>
                <c:pt idx="42">
                  <c:v>2.17</c:v>
                </c:pt>
                <c:pt idx="43">
                  <c:v>3.35</c:v>
                </c:pt>
                <c:pt idx="44">
                  <c:v>3.44</c:v>
                </c:pt>
                <c:pt idx="45">
                  <c:v>3.81</c:v>
                </c:pt>
                <c:pt idx="46">
                  <c:v>4.9000000000000004</c:v>
                </c:pt>
                <c:pt idx="47">
                  <c:v>5.09</c:v>
                </c:pt>
                <c:pt idx="48">
                  <c:v>4.93</c:v>
                </c:pt>
                <c:pt idx="49">
                  <c:v>4.5199999999999996</c:v>
                </c:pt>
                <c:pt idx="50">
                  <c:v>4.12</c:v>
                </c:pt>
                <c:pt idx="51">
                  <c:v>4.42</c:v>
                </c:pt>
                <c:pt idx="52">
                  <c:v>4.72</c:v>
                </c:pt>
                <c:pt idx="53">
                  <c:v>4.8499999999999996</c:v>
                </c:pt>
                <c:pt idx="54">
                  <c:v>4.32</c:v>
                </c:pt>
                <c:pt idx="55">
                  <c:v>3.99</c:v>
                </c:pt>
                <c:pt idx="56">
                  <c:v>4.3099999999999996</c:v>
                </c:pt>
                <c:pt idx="57">
                  <c:v>4.04</c:v>
                </c:pt>
                <c:pt idx="58">
                  <c:v>3.12</c:v>
                </c:pt>
                <c:pt idx="59">
                  <c:v>2.91</c:v>
                </c:pt>
                <c:pt idx="60">
                  <c:v>2.91</c:v>
                </c:pt>
                <c:pt idx="61">
                  <c:v>3.43</c:v>
                </c:pt>
                <c:pt idx="62">
                  <c:v>4.0999999999999996</c:v>
                </c:pt>
                <c:pt idx="63">
                  <c:v>4.3</c:v>
                </c:pt>
                <c:pt idx="64">
                  <c:v>4.51</c:v>
                </c:pt>
                <c:pt idx="65">
                  <c:v>4.33</c:v>
                </c:pt>
                <c:pt idx="66">
                  <c:v>4.22</c:v>
                </c:pt>
                <c:pt idx="67">
                  <c:v>4.49</c:v>
                </c:pt>
                <c:pt idx="68">
                  <c:v>4.78</c:v>
                </c:pt>
                <c:pt idx="69">
                  <c:v>5.1100000000000003</c:v>
                </c:pt>
                <c:pt idx="70">
                  <c:v>5.76</c:v>
                </c:pt>
                <c:pt idx="71">
                  <c:v>7.46</c:v>
                </c:pt>
                <c:pt idx="72">
                  <c:v>7.39</c:v>
                </c:pt>
                <c:pt idx="73">
                  <c:v>6.57</c:v>
                </c:pt>
                <c:pt idx="74">
                  <c:v>5.59</c:v>
                </c:pt>
                <c:pt idx="75">
                  <c:v>6.12</c:v>
                </c:pt>
                <c:pt idx="76">
                  <c:v>6.7</c:v>
                </c:pt>
                <c:pt idx="77">
                  <c:v>6.8</c:v>
                </c:pt>
                <c:pt idx="78">
                  <c:v>7.26</c:v>
                </c:pt>
                <c:pt idx="79">
                  <c:v>7.33</c:v>
                </c:pt>
                <c:pt idx="80">
                  <c:v>6.73</c:v>
                </c:pt>
                <c:pt idx="81">
                  <c:v>5.19</c:v>
                </c:pt>
                <c:pt idx="82">
                  <c:v>5.13</c:v>
                </c:pt>
                <c:pt idx="83">
                  <c:v>5.96</c:v>
                </c:pt>
                <c:pt idx="84">
                  <c:v>6.52</c:v>
                </c:pt>
                <c:pt idx="85">
                  <c:v>4.71</c:v>
                </c:pt>
                <c:pt idx="86">
                  <c:v>5.91</c:v>
                </c:pt>
                <c:pt idx="87">
                  <c:v>6.37</c:v>
                </c:pt>
                <c:pt idx="88">
                  <c:v>5.82</c:v>
                </c:pt>
                <c:pt idx="89">
                  <c:v>5.32</c:v>
                </c:pt>
                <c:pt idx="90">
                  <c:v>4.57</c:v>
                </c:pt>
                <c:pt idx="91">
                  <c:v>5.04</c:v>
                </c:pt>
                <c:pt idx="92">
                  <c:v>5.54</c:v>
                </c:pt>
                <c:pt idx="93">
                  <c:v>5.9</c:v>
                </c:pt>
                <c:pt idx="94">
                  <c:v>5.91</c:v>
                </c:pt>
                <c:pt idx="95">
                  <c:v>5.75</c:v>
                </c:pt>
                <c:pt idx="96">
                  <c:v>6.12</c:v>
                </c:pt>
                <c:pt idx="97">
                  <c:v>7.09</c:v>
                </c:pt>
                <c:pt idx="98">
                  <c:v>7.08</c:v>
                </c:pt>
                <c:pt idx="99">
                  <c:v>6.86</c:v>
                </c:pt>
                <c:pt idx="100">
                  <c:v>6.49</c:v>
                </c:pt>
                <c:pt idx="101">
                  <c:v>6.72</c:v>
                </c:pt>
                <c:pt idx="102">
                  <c:v>7.27</c:v>
                </c:pt>
                <c:pt idx="103">
                  <c:v>6.5</c:v>
                </c:pt>
                <c:pt idx="104">
                  <c:v>5.68</c:v>
                </c:pt>
                <c:pt idx="105">
                  <c:v>5.39</c:v>
                </c:pt>
                <c:pt idx="106">
                  <c:v>6</c:v>
                </c:pt>
                <c:pt idx="107">
                  <c:v>6.1</c:v>
                </c:pt>
                <c:pt idx="108">
                  <c:v>5.89</c:v>
                </c:pt>
                <c:pt idx="109">
                  <c:v>4.8499999999999996</c:v>
                </c:pt>
                <c:pt idx="110">
                  <c:v>4.33</c:v>
                </c:pt>
                <c:pt idx="111">
                  <c:v>4.96</c:v>
                </c:pt>
                <c:pt idx="112">
                  <c:v>7.2</c:v>
                </c:pt>
                <c:pt idx="113">
                  <c:v>6.59</c:v>
                </c:pt>
                <c:pt idx="114">
                  <c:v>4.6500000000000004</c:v>
                </c:pt>
                <c:pt idx="115">
                  <c:v>4.62</c:v>
                </c:pt>
                <c:pt idx="116">
                  <c:v>5.26</c:v>
                </c:pt>
                <c:pt idx="117">
                  <c:v>5.46</c:v>
                </c:pt>
                <c:pt idx="118">
                  <c:v>4.92</c:v>
                </c:pt>
                <c:pt idx="119">
                  <c:v>4.78</c:v>
                </c:pt>
                <c:pt idx="120">
                  <c:v>4.1399999999999997</c:v>
                </c:pt>
                <c:pt idx="121">
                  <c:v>4.1100000000000003</c:v>
                </c:pt>
                <c:pt idx="122">
                  <c:v>4.21</c:v>
                </c:pt>
                <c:pt idx="123">
                  <c:v>4.3899999999999997</c:v>
                </c:pt>
                <c:pt idx="124">
                  <c:v>3.03</c:v>
                </c:pt>
                <c:pt idx="125">
                  <c:v>3.14</c:v>
                </c:pt>
                <c:pt idx="126">
                  <c:v>5.05</c:v>
                </c:pt>
                <c:pt idx="127">
                  <c:v>5.62</c:v>
                </c:pt>
                <c:pt idx="128">
                  <c:v>4.8899999999999997</c:v>
                </c:pt>
                <c:pt idx="129">
                  <c:v>4.58</c:v>
                </c:pt>
                <c:pt idx="130">
                  <c:v>3.87</c:v>
                </c:pt>
                <c:pt idx="131">
                  <c:v>3.32</c:v>
                </c:pt>
              </c:numCache>
            </c:numRef>
          </c:val>
          <c:smooth val="0"/>
          <c:extLst>
            <c:ext xmlns:c16="http://schemas.microsoft.com/office/drawing/2014/chart" uri="{C3380CC4-5D6E-409C-BE32-E72D297353CC}">
              <c16:uniqueId val="{00000001-6D71-9843-8FB1-EB000C62CEE6}"/>
            </c:ext>
          </c:extLst>
        </c:ser>
        <c:ser>
          <c:idx val="2"/>
          <c:order val="2"/>
          <c:tx>
            <c:strRef>
              <c:f>CPI!$J$2</c:f>
              <c:strCache>
                <c:ptCount val="1"/>
                <c:pt idx="0">
                  <c:v>Combined</c:v>
                </c:pt>
              </c:strCache>
            </c:strRef>
          </c:tx>
          <c:spPr>
            <a:ln w="12700" cap="rnd">
              <a:solidFill>
                <a:srgbClr val="0096FF"/>
              </a:solidFill>
              <a:round/>
            </a:ln>
            <a:effectLst/>
          </c:spPr>
          <c:marker>
            <c:symbol val="none"/>
          </c:marker>
          <c:cat>
            <c:numRef>
              <c:f>CPI!$G$3:$G$3566</c:f>
              <c:numCache>
                <c:formatCode>d\-mmm\-yy</c:formatCode>
                <c:ptCount val="132"/>
                <c:pt idx="0">
                  <c:v>41654</c:v>
                </c:pt>
                <c:pt idx="1">
                  <c:v>41685</c:v>
                </c:pt>
                <c:pt idx="2">
                  <c:v>41713</c:v>
                </c:pt>
                <c:pt idx="3">
                  <c:v>41744</c:v>
                </c:pt>
                <c:pt idx="4">
                  <c:v>41774</c:v>
                </c:pt>
                <c:pt idx="5">
                  <c:v>41805</c:v>
                </c:pt>
                <c:pt idx="6">
                  <c:v>41835</c:v>
                </c:pt>
                <c:pt idx="7">
                  <c:v>41866</c:v>
                </c:pt>
                <c:pt idx="8">
                  <c:v>41897</c:v>
                </c:pt>
                <c:pt idx="9">
                  <c:v>41927</c:v>
                </c:pt>
                <c:pt idx="10">
                  <c:v>41958</c:v>
                </c:pt>
                <c:pt idx="11">
                  <c:v>41988</c:v>
                </c:pt>
                <c:pt idx="12">
                  <c:v>42019</c:v>
                </c:pt>
                <c:pt idx="13">
                  <c:v>42050</c:v>
                </c:pt>
                <c:pt idx="14">
                  <c:v>42078</c:v>
                </c:pt>
                <c:pt idx="15">
                  <c:v>42109</c:v>
                </c:pt>
                <c:pt idx="16">
                  <c:v>42139</c:v>
                </c:pt>
                <c:pt idx="17">
                  <c:v>42170</c:v>
                </c:pt>
                <c:pt idx="18">
                  <c:v>42200</c:v>
                </c:pt>
                <c:pt idx="19">
                  <c:v>42231</c:v>
                </c:pt>
                <c:pt idx="20">
                  <c:v>42262</c:v>
                </c:pt>
                <c:pt idx="21">
                  <c:v>42292</c:v>
                </c:pt>
                <c:pt idx="22">
                  <c:v>42323</c:v>
                </c:pt>
                <c:pt idx="23">
                  <c:v>42353</c:v>
                </c:pt>
                <c:pt idx="24">
                  <c:v>42384</c:v>
                </c:pt>
                <c:pt idx="25">
                  <c:v>42415</c:v>
                </c:pt>
                <c:pt idx="26">
                  <c:v>42444</c:v>
                </c:pt>
                <c:pt idx="27">
                  <c:v>42475</c:v>
                </c:pt>
                <c:pt idx="28">
                  <c:v>42505</c:v>
                </c:pt>
                <c:pt idx="29">
                  <c:v>42536</c:v>
                </c:pt>
                <c:pt idx="30">
                  <c:v>42566</c:v>
                </c:pt>
                <c:pt idx="31">
                  <c:v>42597</c:v>
                </c:pt>
                <c:pt idx="32">
                  <c:v>42628</c:v>
                </c:pt>
                <c:pt idx="33">
                  <c:v>42658</c:v>
                </c:pt>
                <c:pt idx="34">
                  <c:v>42689</c:v>
                </c:pt>
                <c:pt idx="35">
                  <c:v>42719</c:v>
                </c:pt>
                <c:pt idx="36">
                  <c:v>42750</c:v>
                </c:pt>
                <c:pt idx="37">
                  <c:v>42781</c:v>
                </c:pt>
                <c:pt idx="38">
                  <c:v>42809</c:v>
                </c:pt>
                <c:pt idx="39">
                  <c:v>42840</c:v>
                </c:pt>
                <c:pt idx="40">
                  <c:v>42870</c:v>
                </c:pt>
                <c:pt idx="41">
                  <c:v>42901</c:v>
                </c:pt>
                <c:pt idx="42">
                  <c:v>42931</c:v>
                </c:pt>
                <c:pt idx="43">
                  <c:v>42962</c:v>
                </c:pt>
                <c:pt idx="44">
                  <c:v>42993</c:v>
                </c:pt>
                <c:pt idx="45">
                  <c:v>43023</c:v>
                </c:pt>
                <c:pt idx="46">
                  <c:v>43054</c:v>
                </c:pt>
                <c:pt idx="47">
                  <c:v>43084</c:v>
                </c:pt>
                <c:pt idx="48">
                  <c:v>43115</c:v>
                </c:pt>
                <c:pt idx="49">
                  <c:v>43146</c:v>
                </c:pt>
                <c:pt idx="50">
                  <c:v>43174</c:v>
                </c:pt>
                <c:pt idx="51">
                  <c:v>43205</c:v>
                </c:pt>
                <c:pt idx="52">
                  <c:v>43235</c:v>
                </c:pt>
                <c:pt idx="53">
                  <c:v>43266</c:v>
                </c:pt>
                <c:pt idx="54">
                  <c:v>43296</c:v>
                </c:pt>
                <c:pt idx="55">
                  <c:v>43327</c:v>
                </c:pt>
                <c:pt idx="56">
                  <c:v>43358</c:v>
                </c:pt>
                <c:pt idx="57">
                  <c:v>43388</c:v>
                </c:pt>
                <c:pt idx="58">
                  <c:v>43419</c:v>
                </c:pt>
                <c:pt idx="59">
                  <c:v>43449</c:v>
                </c:pt>
                <c:pt idx="60">
                  <c:v>43480</c:v>
                </c:pt>
                <c:pt idx="61">
                  <c:v>43511</c:v>
                </c:pt>
                <c:pt idx="62">
                  <c:v>43539</c:v>
                </c:pt>
                <c:pt idx="63">
                  <c:v>43570</c:v>
                </c:pt>
                <c:pt idx="64">
                  <c:v>43600</c:v>
                </c:pt>
                <c:pt idx="65">
                  <c:v>43631</c:v>
                </c:pt>
                <c:pt idx="66">
                  <c:v>43661</c:v>
                </c:pt>
                <c:pt idx="67">
                  <c:v>43692</c:v>
                </c:pt>
                <c:pt idx="68">
                  <c:v>43723</c:v>
                </c:pt>
                <c:pt idx="69">
                  <c:v>43753</c:v>
                </c:pt>
                <c:pt idx="70">
                  <c:v>43784</c:v>
                </c:pt>
                <c:pt idx="71">
                  <c:v>43814</c:v>
                </c:pt>
                <c:pt idx="72">
                  <c:v>43845</c:v>
                </c:pt>
                <c:pt idx="73">
                  <c:v>43876</c:v>
                </c:pt>
                <c:pt idx="74">
                  <c:v>43905</c:v>
                </c:pt>
                <c:pt idx="75">
                  <c:v>43997</c:v>
                </c:pt>
                <c:pt idx="76">
                  <c:v>44027</c:v>
                </c:pt>
                <c:pt idx="77">
                  <c:v>44058</c:v>
                </c:pt>
                <c:pt idx="78">
                  <c:v>44089</c:v>
                </c:pt>
                <c:pt idx="79">
                  <c:v>44119</c:v>
                </c:pt>
                <c:pt idx="80">
                  <c:v>44150</c:v>
                </c:pt>
                <c:pt idx="81">
                  <c:v>44180</c:v>
                </c:pt>
                <c:pt idx="82">
                  <c:v>44211</c:v>
                </c:pt>
                <c:pt idx="83">
                  <c:v>44242</c:v>
                </c:pt>
                <c:pt idx="84">
                  <c:v>44270</c:v>
                </c:pt>
                <c:pt idx="85">
                  <c:v>44301</c:v>
                </c:pt>
                <c:pt idx="86">
                  <c:v>44331</c:v>
                </c:pt>
                <c:pt idx="87">
                  <c:v>44362</c:v>
                </c:pt>
                <c:pt idx="88">
                  <c:v>44392</c:v>
                </c:pt>
                <c:pt idx="89">
                  <c:v>44423</c:v>
                </c:pt>
                <c:pt idx="90">
                  <c:v>44454</c:v>
                </c:pt>
                <c:pt idx="91">
                  <c:v>44484</c:v>
                </c:pt>
                <c:pt idx="92">
                  <c:v>44515</c:v>
                </c:pt>
                <c:pt idx="93">
                  <c:v>44545</c:v>
                </c:pt>
                <c:pt idx="94">
                  <c:v>44576</c:v>
                </c:pt>
                <c:pt idx="95">
                  <c:v>44607</c:v>
                </c:pt>
                <c:pt idx="96">
                  <c:v>44635</c:v>
                </c:pt>
                <c:pt idx="97">
                  <c:v>44666</c:v>
                </c:pt>
                <c:pt idx="98">
                  <c:v>44696</c:v>
                </c:pt>
                <c:pt idx="99">
                  <c:v>44727</c:v>
                </c:pt>
                <c:pt idx="100">
                  <c:v>44757</c:v>
                </c:pt>
                <c:pt idx="101">
                  <c:v>44788</c:v>
                </c:pt>
                <c:pt idx="102">
                  <c:v>44819</c:v>
                </c:pt>
                <c:pt idx="103">
                  <c:v>44849</c:v>
                </c:pt>
                <c:pt idx="104">
                  <c:v>44880</c:v>
                </c:pt>
                <c:pt idx="105">
                  <c:v>44910</c:v>
                </c:pt>
                <c:pt idx="106">
                  <c:v>44941</c:v>
                </c:pt>
                <c:pt idx="107">
                  <c:v>44972</c:v>
                </c:pt>
                <c:pt idx="108">
                  <c:v>45000</c:v>
                </c:pt>
                <c:pt idx="109">
                  <c:v>45031</c:v>
                </c:pt>
                <c:pt idx="110">
                  <c:v>45061</c:v>
                </c:pt>
                <c:pt idx="111">
                  <c:v>45092</c:v>
                </c:pt>
                <c:pt idx="112">
                  <c:v>45122</c:v>
                </c:pt>
                <c:pt idx="113">
                  <c:v>45153</c:v>
                </c:pt>
                <c:pt idx="114">
                  <c:v>45184</c:v>
                </c:pt>
                <c:pt idx="115">
                  <c:v>45214</c:v>
                </c:pt>
                <c:pt idx="116">
                  <c:v>45245</c:v>
                </c:pt>
                <c:pt idx="117">
                  <c:v>45275</c:v>
                </c:pt>
                <c:pt idx="118">
                  <c:v>45306</c:v>
                </c:pt>
                <c:pt idx="119">
                  <c:v>45337</c:v>
                </c:pt>
                <c:pt idx="120">
                  <c:v>45366</c:v>
                </c:pt>
                <c:pt idx="121">
                  <c:v>45397</c:v>
                </c:pt>
                <c:pt idx="122">
                  <c:v>45427</c:v>
                </c:pt>
                <c:pt idx="123">
                  <c:v>45458</c:v>
                </c:pt>
                <c:pt idx="124">
                  <c:v>45488</c:v>
                </c:pt>
                <c:pt idx="125">
                  <c:v>45519</c:v>
                </c:pt>
                <c:pt idx="126">
                  <c:v>45550</c:v>
                </c:pt>
                <c:pt idx="127">
                  <c:v>45580</c:v>
                </c:pt>
                <c:pt idx="128">
                  <c:v>45611</c:v>
                </c:pt>
                <c:pt idx="129">
                  <c:v>45641</c:v>
                </c:pt>
                <c:pt idx="130">
                  <c:v>45672</c:v>
                </c:pt>
                <c:pt idx="131">
                  <c:v>45703</c:v>
                </c:pt>
              </c:numCache>
            </c:numRef>
          </c:cat>
          <c:val>
            <c:numRef>
              <c:f>CPI!$J$3:$J$3566</c:f>
              <c:numCache>
                <c:formatCode>General</c:formatCode>
                <c:ptCount val="132"/>
                <c:pt idx="0">
                  <c:v>8.6</c:v>
                </c:pt>
                <c:pt idx="1">
                  <c:v>7.88</c:v>
                </c:pt>
                <c:pt idx="2">
                  <c:v>8.25</c:v>
                </c:pt>
                <c:pt idx="3">
                  <c:v>8.48</c:v>
                </c:pt>
                <c:pt idx="4">
                  <c:v>8.33</c:v>
                </c:pt>
                <c:pt idx="5">
                  <c:v>6.77</c:v>
                </c:pt>
                <c:pt idx="6">
                  <c:v>7.39</c:v>
                </c:pt>
                <c:pt idx="7">
                  <c:v>7.03</c:v>
                </c:pt>
                <c:pt idx="8">
                  <c:v>5.63</c:v>
                </c:pt>
                <c:pt idx="9">
                  <c:v>4.62</c:v>
                </c:pt>
                <c:pt idx="10">
                  <c:v>3.27</c:v>
                </c:pt>
                <c:pt idx="11">
                  <c:v>4.28</c:v>
                </c:pt>
                <c:pt idx="12">
                  <c:v>5.19</c:v>
                </c:pt>
                <c:pt idx="13">
                  <c:v>5.37</c:v>
                </c:pt>
                <c:pt idx="14">
                  <c:v>5.25</c:v>
                </c:pt>
                <c:pt idx="15">
                  <c:v>4.87</c:v>
                </c:pt>
                <c:pt idx="16">
                  <c:v>5.01</c:v>
                </c:pt>
                <c:pt idx="17">
                  <c:v>5.4</c:v>
                </c:pt>
                <c:pt idx="18">
                  <c:v>3.69</c:v>
                </c:pt>
                <c:pt idx="19">
                  <c:v>3.74</c:v>
                </c:pt>
                <c:pt idx="20">
                  <c:v>4.41</c:v>
                </c:pt>
                <c:pt idx="21">
                  <c:v>5</c:v>
                </c:pt>
                <c:pt idx="22">
                  <c:v>5.41</c:v>
                </c:pt>
                <c:pt idx="23">
                  <c:v>5.61</c:v>
                </c:pt>
                <c:pt idx="24">
                  <c:v>5.69</c:v>
                </c:pt>
                <c:pt idx="25">
                  <c:v>5.26</c:v>
                </c:pt>
                <c:pt idx="26">
                  <c:v>4.83</c:v>
                </c:pt>
                <c:pt idx="27">
                  <c:v>5.47</c:v>
                </c:pt>
                <c:pt idx="28">
                  <c:v>5.76</c:v>
                </c:pt>
                <c:pt idx="29">
                  <c:v>5.77</c:v>
                </c:pt>
                <c:pt idx="30">
                  <c:v>6.07</c:v>
                </c:pt>
                <c:pt idx="31">
                  <c:v>5.05</c:v>
                </c:pt>
                <c:pt idx="32">
                  <c:v>4.3899999999999997</c:v>
                </c:pt>
                <c:pt idx="33">
                  <c:v>4.2</c:v>
                </c:pt>
                <c:pt idx="34">
                  <c:v>3.63</c:v>
                </c:pt>
                <c:pt idx="35">
                  <c:v>3.41</c:v>
                </c:pt>
                <c:pt idx="36">
                  <c:v>3.17</c:v>
                </c:pt>
                <c:pt idx="37">
                  <c:v>3.65</c:v>
                </c:pt>
                <c:pt idx="38">
                  <c:v>3.89</c:v>
                </c:pt>
                <c:pt idx="39">
                  <c:v>2.99</c:v>
                </c:pt>
                <c:pt idx="40">
                  <c:v>2.1800000000000002</c:v>
                </c:pt>
                <c:pt idx="41">
                  <c:v>1.46</c:v>
                </c:pt>
                <c:pt idx="42">
                  <c:v>2.36</c:v>
                </c:pt>
                <c:pt idx="43">
                  <c:v>3.28</c:v>
                </c:pt>
                <c:pt idx="44">
                  <c:v>3.28</c:v>
                </c:pt>
                <c:pt idx="45">
                  <c:v>3.58</c:v>
                </c:pt>
                <c:pt idx="46">
                  <c:v>4.88</c:v>
                </c:pt>
                <c:pt idx="47">
                  <c:v>5.21</c:v>
                </c:pt>
                <c:pt idx="48">
                  <c:v>5.07</c:v>
                </c:pt>
                <c:pt idx="49">
                  <c:v>4.4400000000000004</c:v>
                </c:pt>
                <c:pt idx="50">
                  <c:v>4.28</c:v>
                </c:pt>
                <c:pt idx="51">
                  <c:v>4.58</c:v>
                </c:pt>
                <c:pt idx="52">
                  <c:v>4.87</c:v>
                </c:pt>
                <c:pt idx="53">
                  <c:v>4.92</c:v>
                </c:pt>
                <c:pt idx="54">
                  <c:v>4.17</c:v>
                </c:pt>
                <c:pt idx="55">
                  <c:v>3.69</c:v>
                </c:pt>
                <c:pt idx="56">
                  <c:v>3.7</c:v>
                </c:pt>
                <c:pt idx="57">
                  <c:v>3.38</c:v>
                </c:pt>
                <c:pt idx="58">
                  <c:v>2.33</c:v>
                </c:pt>
                <c:pt idx="59">
                  <c:v>2.11</c:v>
                </c:pt>
                <c:pt idx="60">
                  <c:v>1.97</c:v>
                </c:pt>
                <c:pt idx="61">
                  <c:v>2.57</c:v>
                </c:pt>
                <c:pt idx="62">
                  <c:v>2.86</c:v>
                </c:pt>
                <c:pt idx="63">
                  <c:v>2.99</c:v>
                </c:pt>
                <c:pt idx="64">
                  <c:v>3.05</c:v>
                </c:pt>
                <c:pt idx="65">
                  <c:v>3.18</c:v>
                </c:pt>
                <c:pt idx="66">
                  <c:v>3.15</c:v>
                </c:pt>
                <c:pt idx="67">
                  <c:v>3.28</c:v>
                </c:pt>
                <c:pt idx="68">
                  <c:v>3.99</c:v>
                </c:pt>
                <c:pt idx="69">
                  <c:v>4.62</c:v>
                </c:pt>
                <c:pt idx="70">
                  <c:v>5.54</c:v>
                </c:pt>
                <c:pt idx="71">
                  <c:v>7.35</c:v>
                </c:pt>
                <c:pt idx="72">
                  <c:v>7.59</c:v>
                </c:pt>
                <c:pt idx="73">
                  <c:v>6.58</c:v>
                </c:pt>
                <c:pt idx="74">
                  <c:v>5.84</c:v>
                </c:pt>
                <c:pt idx="75">
                  <c:v>6.23</c:v>
                </c:pt>
                <c:pt idx="76">
                  <c:v>6.73</c:v>
                </c:pt>
                <c:pt idx="77">
                  <c:v>6.69</c:v>
                </c:pt>
                <c:pt idx="78">
                  <c:v>7.27</c:v>
                </c:pt>
                <c:pt idx="79">
                  <c:v>7.61</c:v>
                </c:pt>
                <c:pt idx="80">
                  <c:v>6.93</c:v>
                </c:pt>
                <c:pt idx="81">
                  <c:v>4.59</c:v>
                </c:pt>
                <c:pt idx="82">
                  <c:v>4.0599999999999996</c:v>
                </c:pt>
                <c:pt idx="83">
                  <c:v>5.03</c:v>
                </c:pt>
                <c:pt idx="84">
                  <c:v>5.52</c:v>
                </c:pt>
                <c:pt idx="85">
                  <c:v>4.2300000000000004</c:v>
                </c:pt>
                <c:pt idx="86">
                  <c:v>6.3</c:v>
                </c:pt>
                <c:pt idx="87">
                  <c:v>6.26</c:v>
                </c:pt>
                <c:pt idx="88">
                  <c:v>5.59</c:v>
                </c:pt>
                <c:pt idx="89">
                  <c:v>5.3</c:v>
                </c:pt>
                <c:pt idx="90">
                  <c:v>4.3499999999999996</c:v>
                </c:pt>
                <c:pt idx="91">
                  <c:v>4.4800000000000004</c:v>
                </c:pt>
                <c:pt idx="92">
                  <c:v>4.91</c:v>
                </c:pt>
                <c:pt idx="93">
                  <c:v>5.66</c:v>
                </c:pt>
                <c:pt idx="94">
                  <c:v>6.01</c:v>
                </c:pt>
                <c:pt idx="95">
                  <c:v>6.07</c:v>
                </c:pt>
                <c:pt idx="96">
                  <c:v>6.95</c:v>
                </c:pt>
                <c:pt idx="97">
                  <c:v>7.79</c:v>
                </c:pt>
                <c:pt idx="98">
                  <c:v>7.04</c:v>
                </c:pt>
                <c:pt idx="99">
                  <c:v>7.01</c:v>
                </c:pt>
                <c:pt idx="100">
                  <c:v>6.71</c:v>
                </c:pt>
                <c:pt idx="101">
                  <c:v>7</c:v>
                </c:pt>
                <c:pt idx="102">
                  <c:v>7.41</c:v>
                </c:pt>
                <c:pt idx="103">
                  <c:v>6.77</c:v>
                </c:pt>
                <c:pt idx="104">
                  <c:v>5.88</c:v>
                </c:pt>
                <c:pt idx="105">
                  <c:v>5.72</c:v>
                </c:pt>
                <c:pt idx="106">
                  <c:v>6.52</c:v>
                </c:pt>
                <c:pt idx="107">
                  <c:v>6.44</c:v>
                </c:pt>
                <c:pt idx="108">
                  <c:v>5.66</c:v>
                </c:pt>
                <c:pt idx="109">
                  <c:v>4.7</c:v>
                </c:pt>
                <c:pt idx="110">
                  <c:v>4.3099999999999996</c:v>
                </c:pt>
                <c:pt idx="111">
                  <c:v>4.87</c:v>
                </c:pt>
                <c:pt idx="112">
                  <c:v>7.44</c:v>
                </c:pt>
                <c:pt idx="113">
                  <c:v>6.83</c:v>
                </c:pt>
                <c:pt idx="114">
                  <c:v>5.0199999999999996</c:v>
                </c:pt>
                <c:pt idx="115">
                  <c:v>4.87</c:v>
                </c:pt>
                <c:pt idx="116">
                  <c:v>5.55</c:v>
                </c:pt>
                <c:pt idx="117">
                  <c:v>5.69</c:v>
                </c:pt>
                <c:pt idx="118">
                  <c:v>5.0999999999999996</c:v>
                </c:pt>
                <c:pt idx="119">
                  <c:v>5.09</c:v>
                </c:pt>
                <c:pt idx="120">
                  <c:v>4.8499999999999996</c:v>
                </c:pt>
                <c:pt idx="121">
                  <c:v>4.83</c:v>
                </c:pt>
                <c:pt idx="122">
                  <c:v>4.8</c:v>
                </c:pt>
                <c:pt idx="123">
                  <c:v>5.08</c:v>
                </c:pt>
                <c:pt idx="124">
                  <c:v>3.6</c:v>
                </c:pt>
                <c:pt idx="125">
                  <c:v>3.65</c:v>
                </c:pt>
                <c:pt idx="126">
                  <c:v>5.49</c:v>
                </c:pt>
                <c:pt idx="127">
                  <c:v>6.21</c:v>
                </c:pt>
                <c:pt idx="128">
                  <c:v>5.48</c:v>
                </c:pt>
                <c:pt idx="129">
                  <c:v>5.22</c:v>
                </c:pt>
                <c:pt idx="130">
                  <c:v>4.26</c:v>
                </c:pt>
                <c:pt idx="131">
                  <c:v>3.61</c:v>
                </c:pt>
              </c:numCache>
            </c:numRef>
          </c:val>
          <c:smooth val="0"/>
          <c:extLst>
            <c:ext xmlns:c16="http://schemas.microsoft.com/office/drawing/2014/chart" uri="{C3380CC4-5D6E-409C-BE32-E72D297353CC}">
              <c16:uniqueId val="{00000002-6D71-9843-8FB1-EB000C62CEE6}"/>
            </c:ext>
          </c:extLst>
        </c:ser>
        <c:dLbls>
          <c:showLegendKey val="0"/>
          <c:showVal val="0"/>
          <c:showCatName val="0"/>
          <c:showSerName val="0"/>
          <c:showPercent val="0"/>
          <c:showBubbleSize val="0"/>
        </c:dLbls>
        <c:smooth val="0"/>
        <c:axId val="1605987119"/>
        <c:axId val="1691909759"/>
      </c:lineChart>
      <c:dateAx>
        <c:axId val="1605987119"/>
        <c:scaling>
          <c:orientation val="minMax"/>
          <c:min val="43101"/>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cap="none" spc="0" normalizeH="0" baseline="0">
                <a:solidFill>
                  <a:schemeClr val="tx1">
                    <a:lumMod val="65000"/>
                    <a:lumOff val="35000"/>
                  </a:schemeClr>
                </a:solidFill>
                <a:latin typeface="Century Gothic" panose="020B0502020202020204" pitchFamily="34" charset="0"/>
                <a:ea typeface="+mn-ea"/>
                <a:cs typeface="+mn-cs"/>
              </a:defRPr>
            </a:pPr>
            <a:endParaRPr lang="en-AE"/>
          </a:p>
        </c:txPr>
        <c:crossAx val="1691909759"/>
        <c:crosses val="autoZero"/>
        <c:auto val="1"/>
        <c:lblOffset val="100"/>
        <c:baseTimeUnit val="months"/>
      </c:dateAx>
      <c:valAx>
        <c:axId val="1691909759"/>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605987119"/>
        <c:crosses val="autoZero"/>
        <c:crossBetween val="between"/>
      </c:valAx>
      <c:spPr>
        <a:noFill/>
        <a:ln>
          <a:noFill/>
        </a:ln>
        <a:effectLst/>
      </c:spPr>
    </c:plotArea>
    <c:legend>
      <c:legendPos val="t"/>
      <c:legendEntry>
        <c:idx val="2"/>
        <c:txPr>
          <a:bodyPr rot="0" spcFirstLastPara="1" vertOverflow="ellipsis" vert="horz" wrap="square" anchor="ctr" anchorCtr="1"/>
          <a:lstStyle/>
          <a:p>
            <a:pPr>
              <a:defRPr sz="500" b="0"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Century Gothic" panose="020B0502020202020204" pitchFamily="34" charset="0"/>
                <a:ea typeface="+mn-ea"/>
                <a:cs typeface="+mn-cs"/>
              </a:defRPr>
            </a:pPr>
            <a:r>
              <a:rPr lang="en-US" b="1"/>
              <a:t>RBI</a:t>
            </a:r>
            <a:r>
              <a:rPr lang="en-US" b="1" baseline="0"/>
              <a:t> - Repo Rate</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lotArea>
      <c:layout>
        <c:manualLayout>
          <c:layoutTarget val="inner"/>
          <c:xMode val="edge"/>
          <c:yMode val="edge"/>
          <c:x val="0.13085480519489734"/>
          <c:y val="0.20553056073740811"/>
          <c:w val="0.7945317841024675"/>
          <c:h val="0.69080582596987727"/>
        </c:manualLayout>
      </c:layout>
      <c:scatterChart>
        <c:scatterStyle val="lineMarker"/>
        <c:varyColors val="0"/>
        <c:ser>
          <c:idx val="0"/>
          <c:order val="0"/>
          <c:tx>
            <c:strRef>
              <c:f>'RBI - Repo Rate'!$E$4</c:f>
              <c:strCache>
                <c:ptCount val="1"/>
                <c:pt idx="0">
                  <c:v>Actual</c:v>
                </c:pt>
              </c:strCache>
            </c:strRef>
          </c:tx>
          <c:spPr>
            <a:ln w="19050" cap="rnd">
              <a:solidFill>
                <a:schemeClr val="dk1">
                  <a:tint val="88500"/>
                </a:schemeClr>
              </a:solidFill>
              <a:round/>
            </a:ln>
            <a:effectLst/>
          </c:spPr>
          <c:marker>
            <c:symbol val="circle"/>
            <c:size val="5"/>
            <c:spPr>
              <a:solidFill>
                <a:schemeClr val="dk1">
                  <a:tint val="88500"/>
                </a:schemeClr>
              </a:solidFill>
              <a:ln w="9525">
                <a:solidFill>
                  <a:schemeClr val="dk1">
                    <a:tint val="88500"/>
                  </a:schemeClr>
                </a:solidFill>
              </a:ln>
              <a:effectLst/>
            </c:spPr>
          </c:marker>
          <c:xVal>
            <c:numRef>
              <c:f>'RBI - Repo Rate'!$D$5:$D$68</c:f>
              <c:numCache>
                <c:formatCode>mmm\-yy</c:formatCode>
                <c:ptCount val="64"/>
                <c:pt idx="0">
                  <c:v>45695</c:v>
                </c:pt>
                <c:pt idx="1">
                  <c:v>45632</c:v>
                </c:pt>
                <c:pt idx="2">
                  <c:v>45574</c:v>
                </c:pt>
                <c:pt idx="3">
                  <c:v>45512</c:v>
                </c:pt>
                <c:pt idx="4">
                  <c:v>45450</c:v>
                </c:pt>
                <c:pt idx="5">
                  <c:v>45387</c:v>
                </c:pt>
                <c:pt idx="6">
                  <c:v>45330</c:v>
                </c:pt>
                <c:pt idx="7">
                  <c:v>45268</c:v>
                </c:pt>
                <c:pt idx="8">
                  <c:v>45205</c:v>
                </c:pt>
                <c:pt idx="9">
                  <c:v>45148</c:v>
                </c:pt>
                <c:pt idx="10">
                  <c:v>45085</c:v>
                </c:pt>
                <c:pt idx="11">
                  <c:v>45022</c:v>
                </c:pt>
                <c:pt idx="12">
                  <c:v>44965</c:v>
                </c:pt>
                <c:pt idx="13">
                  <c:v>44902</c:v>
                </c:pt>
                <c:pt idx="14">
                  <c:v>44834</c:v>
                </c:pt>
                <c:pt idx="15">
                  <c:v>44778</c:v>
                </c:pt>
                <c:pt idx="16">
                  <c:v>44720</c:v>
                </c:pt>
                <c:pt idx="17">
                  <c:v>44685</c:v>
                </c:pt>
                <c:pt idx="18">
                  <c:v>44659</c:v>
                </c:pt>
                <c:pt idx="19">
                  <c:v>44602</c:v>
                </c:pt>
                <c:pt idx="20">
                  <c:v>44538</c:v>
                </c:pt>
                <c:pt idx="21">
                  <c:v>44477</c:v>
                </c:pt>
                <c:pt idx="22">
                  <c:v>44414</c:v>
                </c:pt>
                <c:pt idx="23">
                  <c:v>44351</c:v>
                </c:pt>
                <c:pt idx="24">
                  <c:v>44293</c:v>
                </c:pt>
                <c:pt idx="25">
                  <c:v>44232</c:v>
                </c:pt>
                <c:pt idx="26">
                  <c:v>44169</c:v>
                </c:pt>
                <c:pt idx="27">
                  <c:v>44113</c:v>
                </c:pt>
                <c:pt idx="28">
                  <c:v>44049</c:v>
                </c:pt>
                <c:pt idx="29">
                  <c:v>43973</c:v>
                </c:pt>
                <c:pt idx="30">
                  <c:v>43917</c:v>
                </c:pt>
                <c:pt idx="31">
                  <c:v>43867</c:v>
                </c:pt>
                <c:pt idx="32">
                  <c:v>43804</c:v>
                </c:pt>
                <c:pt idx="33">
                  <c:v>43742</c:v>
                </c:pt>
                <c:pt idx="34">
                  <c:v>43684</c:v>
                </c:pt>
                <c:pt idx="35">
                  <c:v>43622</c:v>
                </c:pt>
                <c:pt idx="36">
                  <c:v>43559</c:v>
                </c:pt>
                <c:pt idx="37">
                  <c:v>43503</c:v>
                </c:pt>
                <c:pt idx="38">
                  <c:v>43439</c:v>
                </c:pt>
                <c:pt idx="39">
                  <c:v>43378</c:v>
                </c:pt>
                <c:pt idx="40">
                  <c:v>43313</c:v>
                </c:pt>
                <c:pt idx="41">
                  <c:v>43257</c:v>
                </c:pt>
                <c:pt idx="42">
                  <c:v>43195</c:v>
                </c:pt>
                <c:pt idx="43">
                  <c:v>43138</c:v>
                </c:pt>
                <c:pt idx="44">
                  <c:v>43075</c:v>
                </c:pt>
                <c:pt idx="45">
                  <c:v>43012</c:v>
                </c:pt>
                <c:pt idx="46">
                  <c:v>42949</c:v>
                </c:pt>
                <c:pt idx="47">
                  <c:v>42893</c:v>
                </c:pt>
                <c:pt idx="48">
                  <c:v>42831</c:v>
                </c:pt>
                <c:pt idx="49">
                  <c:v>42774</c:v>
                </c:pt>
                <c:pt idx="50">
                  <c:v>42711</c:v>
                </c:pt>
                <c:pt idx="51">
                  <c:v>42647</c:v>
                </c:pt>
                <c:pt idx="52">
                  <c:v>42591</c:v>
                </c:pt>
                <c:pt idx="53">
                  <c:v>42528</c:v>
                </c:pt>
                <c:pt idx="54">
                  <c:v>42465</c:v>
                </c:pt>
                <c:pt idx="55">
                  <c:v>42402</c:v>
                </c:pt>
                <c:pt idx="56">
                  <c:v>42339</c:v>
                </c:pt>
                <c:pt idx="57">
                  <c:v>42276</c:v>
                </c:pt>
                <c:pt idx="58">
                  <c:v>42220</c:v>
                </c:pt>
                <c:pt idx="59">
                  <c:v>42157</c:v>
                </c:pt>
                <c:pt idx="60">
                  <c:v>42101</c:v>
                </c:pt>
                <c:pt idx="61">
                  <c:v>42067</c:v>
                </c:pt>
                <c:pt idx="62">
                  <c:v>42038</c:v>
                </c:pt>
                <c:pt idx="63">
                  <c:v>42019</c:v>
                </c:pt>
              </c:numCache>
            </c:numRef>
          </c:xVal>
          <c:yVal>
            <c:numRef>
              <c:f>'RBI - Repo Rate'!$E$5:$E$68</c:f>
              <c:numCache>
                <c:formatCode>0.00%</c:formatCode>
                <c:ptCount val="64"/>
                <c:pt idx="0">
                  <c:v>6.25E-2</c:v>
                </c:pt>
                <c:pt idx="1">
                  <c:v>6.5000000000000002E-2</c:v>
                </c:pt>
                <c:pt idx="2">
                  <c:v>6.5000000000000002E-2</c:v>
                </c:pt>
                <c:pt idx="3">
                  <c:v>6.5000000000000002E-2</c:v>
                </c:pt>
                <c:pt idx="4">
                  <c:v>6.5000000000000002E-2</c:v>
                </c:pt>
                <c:pt idx="5">
                  <c:v>6.5000000000000002E-2</c:v>
                </c:pt>
                <c:pt idx="6">
                  <c:v>6.5000000000000002E-2</c:v>
                </c:pt>
                <c:pt idx="7">
                  <c:v>6.5000000000000002E-2</c:v>
                </c:pt>
                <c:pt idx="8">
                  <c:v>6.5000000000000002E-2</c:v>
                </c:pt>
                <c:pt idx="9">
                  <c:v>6.5000000000000002E-2</c:v>
                </c:pt>
                <c:pt idx="10">
                  <c:v>6.5000000000000002E-2</c:v>
                </c:pt>
                <c:pt idx="11">
                  <c:v>6.5000000000000002E-2</c:v>
                </c:pt>
                <c:pt idx="12">
                  <c:v>6.5000000000000002E-2</c:v>
                </c:pt>
                <c:pt idx="13">
                  <c:v>6.25E-2</c:v>
                </c:pt>
                <c:pt idx="14">
                  <c:v>5.8999999999999997E-2</c:v>
                </c:pt>
                <c:pt idx="15">
                  <c:v>5.3999999999999999E-2</c:v>
                </c:pt>
                <c:pt idx="16">
                  <c:v>4.9000000000000002E-2</c:v>
                </c:pt>
                <c:pt idx="17">
                  <c:v>4.3999999999999997E-2</c:v>
                </c:pt>
                <c:pt idx="18" formatCode="0%">
                  <c:v>0.04</c:v>
                </c:pt>
                <c:pt idx="19" formatCode="0%">
                  <c:v>0.04</c:v>
                </c:pt>
                <c:pt idx="20" formatCode="0%">
                  <c:v>0.04</c:v>
                </c:pt>
                <c:pt idx="21" formatCode="0%">
                  <c:v>0.04</c:v>
                </c:pt>
                <c:pt idx="22" formatCode="0%">
                  <c:v>0.04</c:v>
                </c:pt>
                <c:pt idx="23" formatCode="0%">
                  <c:v>0.04</c:v>
                </c:pt>
                <c:pt idx="24" formatCode="0%">
                  <c:v>0.04</c:v>
                </c:pt>
                <c:pt idx="25" formatCode="0%">
                  <c:v>0.04</c:v>
                </c:pt>
                <c:pt idx="26" formatCode="0%">
                  <c:v>0.04</c:v>
                </c:pt>
                <c:pt idx="27" formatCode="0%">
                  <c:v>0.04</c:v>
                </c:pt>
                <c:pt idx="28" formatCode="0%">
                  <c:v>0.04</c:v>
                </c:pt>
                <c:pt idx="29" formatCode="0%">
                  <c:v>0.04</c:v>
                </c:pt>
                <c:pt idx="30">
                  <c:v>4.3999999999999997E-2</c:v>
                </c:pt>
                <c:pt idx="31">
                  <c:v>5.1499999999999997E-2</c:v>
                </c:pt>
                <c:pt idx="32">
                  <c:v>5.1499999999999997E-2</c:v>
                </c:pt>
                <c:pt idx="33">
                  <c:v>5.1499999999999997E-2</c:v>
                </c:pt>
                <c:pt idx="34">
                  <c:v>5.3999999999999999E-2</c:v>
                </c:pt>
                <c:pt idx="35">
                  <c:v>5.7500000000000002E-2</c:v>
                </c:pt>
                <c:pt idx="36" formatCode="0%">
                  <c:v>0.06</c:v>
                </c:pt>
                <c:pt idx="37">
                  <c:v>6.25E-2</c:v>
                </c:pt>
                <c:pt idx="38">
                  <c:v>6.5000000000000002E-2</c:v>
                </c:pt>
                <c:pt idx="39">
                  <c:v>6.5000000000000002E-2</c:v>
                </c:pt>
                <c:pt idx="40">
                  <c:v>6.5000000000000002E-2</c:v>
                </c:pt>
                <c:pt idx="41">
                  <c:v>6.25E-2</c:v>
                </c:pt>
                <c:pt idx="42" formatCode="0%">
                  <c:v>0.06</c:v>
                </c:pt>
                <c:pt idx="43" formatCode="0%">
                  <c:v>0.06</c:v>
                </c:pt>
                <c:pt idx="44">
                  <c:v>0.06</c:v>
                </c:pt>
                <c:pt idx="45" formatCode="0%">
                  <c:v>0.06</c:v>
                </c:pt>
                <c:pt idx="46" formatCode="0%">
                  <c:v>0.06</c:v>
                </c:pt>
                <c:pt idx="47">
                  <c:v>6.25E-2</c:v>
                </c:pt>
                <c:pt idx="48">
                  <c:v>6.25E-2</c:v>
                </c:pt>
                <c:pt idx="49">
                  <c:v>6.25E-2</c:v>
                </c:pt>
                <c:pt idx="50">
                  <c:v>6.25E-2</c:v>
                </c:pt>
                <c:pt idx="51">
                  <c:v>6.25E-2</c:v>
                </c:pt>
                <c:pt idx="52">
                  <c:v>6.5000000000000002E-2</c:v>
                </c:pt>
                <c:pt idx="53">
                  <c:v>6.5000000000000002E-2</c:v>
                </c:pt>
                <c:pt idx="54">
                  <c:v>6.5000000000000002E-2</c:v>
                </c:pt>
                <c:pt idx="55">
                  <c:v>6.7500000000000004E-2</c:v>
                </c:pt>
                <c:pt idx="56">
                  <c:v>6.7500000000000004E-2</c:v>
                </c:pt>
                <c:pt idx="57">
                  <c:v>6.7500000000000004E-2</c:v>
                </c:pt>
                <c:pt idx="58">
                  <c:v>7.2499999999999995E-2</c:v>
                </c:pt>
                <c:pt idx="59">
                  <c:v>7.2499999999999995E-2</c:v>
                </c:pt>
                <c:pt idx="60">
                  <c:v>7.4999999999999997E-2</c:v>
                </c:pt>
                <c:pt idx="61">
                  <c:v>7.4999999999999997E-2</c:v>
                </c:pt>
                <c:pt idx="62">
                  <c:v>7.7499999999999999E-2</c:v>
                </c:pt>
                <c:pt idx="63">
                  <c:v>7.7499999999999999E-2</c:v>
                </c:pt>
              </c:numCache>
            </c:numRef>
          </c:yVal>
          <c:smooth val="0"/>
          <c:extLst>
            <c:ext xmlns:c16="http://schemas.microsoft.com/office/drawing/2014/chart" uri="{C3380CC4-5D6E-409C-BE32-E72D297353CC}">
              <c16:uniqueId val="{00000000-8986-4B49-930C-8CFC8F61D906}"/>
            </c:ext>
          </c:extLst>
        </c:ser>
        <c:dLbls>
          <c:showLegendKey val="0"/>
          <c:showVal val="0"/>
          <c:showCatName val="0"/>
          <c:showSerName val="0"/>
          <c:showPercent val="0"/>
          <c:showBubbleSize val="0"/>
        </c:dLbls>
        <c:axId val="1619395039"/>
        <c:axId val="1368173312"/>
      </c:scatterChart>
      <c:valAx>
        <c:axId val="1619395039"/>
        <c:scaling>
          <c:orientation val="minMax"/>
          <c:max val="46000"/>
          <c:min val="42025"/>
        </c:scaling>
        <c:delete val="0"/>
        <c:axPos val="b"/>
        <c:majorGridlines>
          <c:spPr>
            <a:ln w="9525" cap="flat" cmpd="sng" algn="ctr">
              <a:solidFill>
                <a:schemeClr val="tx1">
                  <a:lumMod val="15000"/>
                  <a:lumOff val="85000"/>
                </a:schemeClr>
              </a:solidFill>
              <a:round/>
            </a:ln>
            <a:effectLst/>
          </c:spPr>
        </c:majorGridlines>
        <c:numFmt formatCode="mmm\-yy" sourceLinked="1"/>
        <c:majorTickMark val="none"/>
        <c:minorTickMark val="none"/>
        <c:tickLblPos val="nextTo"/>
        <c:spPr>
          <a:noFill/>
          <a:ln w="9525" cap="flat" cmpd="sng" algn="ctr">
            <a:solidFill>
              <a:schemeClr val="tx1">
                <a:lumMod val="25000"/>
                <a:lumOff val="75000"/>
              </a:schemeClr>
            </a:solidFill>
            <a:round/>
          </a:ln>
          <a:effectLst/>
        </c:spPr>
        <c:txPr>
          <a:bodyPr rot="0" spcFirstLastPara="1" vertOverflow="ellipsis"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368173312"/>
        <c:crosses val="autoZero"/>
        <c:crossBetween val="midCat"/>
      </c:valAx>
      <c:valAx>
        <c:axId val="1368173312"/>
        <c:scaling>
          <c:orientation val="minMax"/>
          <c:min val="3.3000000000000002E-2"/>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619395039"/>
        <c:crosses val="autoZero"/>
        <c:crossBetween val="midCat"/>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Century Gothic" panose="020B0502020202020204" pitchFamily="34" charset="0"/>
                <a:ea typeface="+mn-ea"/>
                <a:cs typeface="+mn-cs"/>
              </a:defRPr>
            </a:pPr>
            <a:r>
              <a:rPr lang="en-US" sz="900" dirty="0"/>
              <a:t>Fiscal Deficit - % of GDP</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Century Gothic" panose="020B0502020202020204" pitchFamily="34" charset="0"/>
              <a:ea typeface="+mn-ea"/>
              <a:cs typeface="+mn-cs"/>
            </a:defRPr>
          </a:pPr>
          <a:endParaRPr lang="en-AE"/>
        </a:p>
      </c:txPr>
    </c:title>
    <c:autoTitleDeleted val="0"/>
    <c:plotArea>
      <c:layout>
        <c:manualLayout>
          <c:layoutTarget val="inner"/>
          <c:xMode val="edge"/>
          <c:yMode val="edge"/>
          <c:x val="8.2030922272518403E-2"/>
          <c:y val="0.13844908459744407"/>
          <c:w val="0.83683409624282146"/>
          <c:h val="0.7738051693115886"/>
        </c:manualLayout>
      </c:layout>
      <c:scatterChart>
        <c:scatterStyle val="lineMarker"/>
        <c:varyColors val="0"/>
        <c:ser>
          <c:idx val="0"/>
          <c:order val="0"/>
          <c:tx>
            <c:strRef>
              <c:f>'Fiscal Policy'!$C$1</c:f>
              <c:strCache>
                <c:ptCount val="1"/>
                <c:pt idx="0">
                  <c:v>Fiscal Deficit</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'Fiscal Policy'!$B$2:$B$11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xVal>
          <c:yVal>
            <c:numRef>
              <c:f>'Fiscal Policy'!$C$2:$C$11</c:f>
              <c:numCache>
                <c:formatCode>General</c:formatCode>
                <c:ptCount val="10"/>
                <c:pt idx="0">
                  <c:v>3.5</c:v>
                </c:pt>
                <c:pt idx="1">
                  <c:v>3.5</c:v>
                </c:pt>
                <c:pt idx="2">
                  <c:v>3.4</c:v>
                </c:pt>
                <c:pt idx="3">
                  <c:v>3.2</c:v>
                </c:pt>
                <c:pt idx="4">
                  <c:v>9.1999999999999993</c:v>
                </c:pt>
                <c:pt idx="5">
                  <c:v>6.7</c:v>
                </c:pt>
                <c:pt idx="6">
                  <c:v>6.4</c:v>
                </c:pt>
                <c:pt idx="7">
                  <c:v>5.6</c:v>
                </c:pt>
                <c:pt idx="8">
                  <c:v>4.8</c:v>
                </c:pt>
                <c:pt idx="9">
                  <c:v>4.4000000000000004</c:v>
                </c:pt>
              </c:numCache>
            </c:numRef>
          </c:yVal>
          <c:smooth val="0"/>
          <c:extLst>
            <c:ext xmlns:c16="http://schemas.microsoft.com/office/drawing/2014/chart" uri="{C3380CC4-5D6E-409C-BE32-E72D297353CC}">
              <c16:uniqueId val="{00000000-782B-F042-AB98-E9263DE91A34}"/>
            </c:ext>
          </c:extLst>
        </c:ser>
        <c:dLbls>
          <c:showLegendKey val="0"/>
          <c:showVal val="0"/>
          <c:showCatName val="0"/>
          <c:showSerName val="0"/>
          <c:showPercent val="0"/>
          <c:showBubbleSize val="0"/>
        </c:dLbls>
        <c:axId val="138514384"/>
        <c:axId val="686793807"/>
      </c:scatterChart>
      <c:valAx>
        <c:axId val="138514384"/>
        <c:scaling>
          <c:orientation val="minMax"/>
          <c:max val="2027"/>
          <c:min val="2018"/>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86793807"/>
        <c:crosses val="autoZero"/>
        <c:crossBetween val="midCat"/>
      </c:valAx>
      <c:valAx>
        <c:axId val="686793807"/>
        <c:scaling>
          <c:orientation val="minMax"/>
          <c:min val="3"/>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38514384"/>
        <c:crosses val="autoZero"/>
        <c:crossBetween val="midCat"/>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'Capital Markets Data'!$BK$3</c:f>
              <c:strCache>
                <c:ptCount val="1"/>
                <c:pt idx="0">
                  <c:v>Nifty 50</c:v>
                </c:pt>
              </c:strCache>
            </c:strRef>
          </c:tx>
          <c:spPr>
            <a:ln w="12700" cap="rnd">
              <a:solidFill>
                <a:schemeClr val="dk1">
                  <a:tint val="88500"/>
                </a:schemeClr>
              </a:solidFill>
              <a:round/>
            </a:ln>
            <a:effectLst/>
          </c:spPr>
          <c:marker>
            <c:symbol val="none"/>
          </c:marker>
          <c:cat>
            <c:numRef>
              <c:f>'Capital Markets Data'!$BJ$4:$BJ$2544</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'Capital Markets Data'!$BK$4:$BK$2544</c:f>
              <c:numCache>
                <c:formatCode>_(* #,##0_);_(* \(#,##0\);_(* "-"??_);_(@_)</c:formatCode>
                <c:ptCount val="2539"/>
                <c:pt idx="0">
                  <c:v>100</c:v>
                </c:pt>
                <c:pt idx="1">
                  <c:v>101.34536455818446</c:v>
                </c:pt>
                <c:pt idx="2">
                  <c:v>101.1395461129889</c:v>
                </c:pt>
                <c:pt idx="3">
                  <c:v>98.109005311443752</c:v>
                </c:pt>
                <c:pt idx="4">
                  <c:v>97.804200869145347</c:v>
                </c:pt>
                <c:pt idx="5">
                  <c:v>99.403669724770651</c:v>
                </c:pt>
                <c:pt idx="6">
                  <c:v>100.00603573153066</c:v>
                </c:pt>
                <c:pt idx="7">
                  <c:v>100.47078705939161</c:v>
                </c:pt>
                <c:pt idx="8">
                  <c:v>100.18590053114438</c:v>
                </c:pt>
                <c:pt idx="9">
                  <c:v>99.922139063254463</c:v>
                </c:pt>
                <c:pt idx="10">
                  <c:v>102.53681796233703</c:v>
                </c:pt>
                <c:pt idx="11">
                  <c:v>102.77402221149204</c:v>
                </c:pt>
                <c:pt idx="12">
                  <c:v>103.21945919845486</c:v>
                </c:pt>
                <c:pt idx="13">
                  <c:v>104.96861419604056</c:v>
                </c:pt>
                <c:pt idx="14">
                  <c:v>105.3778367938194</c:v>
                </c:pt>
                <c:pt idx="15">
                  <c:v>105.76291646547563</c:v>
                </c:pt>
                <c:pt idx="16">
                  <c:v>106.65861902462579</c:v>
                </c:pt>
                <c:pt idx="17">
                  <c:v>107.56277160791888</c:v>
                </c:pt>
                <c:pt idx="18">
                  <c:v>107.6086431675519</c:v>
                </c:pt>
                <c:pt idx="19">
                  <c:v>108.06796233703525</c:v>
                </c:pt>
                <c:pt idx="20">
                  <c:v>106.33631096088845</c:v>
                </c:pt>
                <c:pt idx="21">
                  <c:v>106.19748913568323</c:v>
                </c:pt>
                <c:pt idx="22">
                  <c:v>105.7043698696282</c:v>
                </c:pt>
                <c:pt idx="23">
                  <c:v>105.30782230806375</c:v>
                </c:pt>
                <c:pt idx="24">
                  <c:v>105.16296475132788</c:v>
                </c:pt>
                <c:pt idx="25">
                  <c:v>104.55154514727185</c:v>
                </c:pt>
                <c:pt idx="26">
                  <c:v>102.92551907291163</c:v>
                </c:pt>
                <c:pt idx="27">
                  <c:v>103.3987204249155</c:v>
                </c:pt>
                <c:pt idx="28">
                  <c:v>104.14534041525832</c:v>
                </c:pt>
                <c:pt idx="29">
                  <c:v>105.16115403186865</c:v>
                </c:pt>
                <c:pt idx="30">
                  <c:v>106.29526798647997</c:v>
                </c:pt>
                <c:pt idx="31">
                  <c:v>106.34174311926606</c:v>
                </c:pt>
                <c:pt idx="32">
                  <c:v>107.06301303718011</c:v>
                </c:pt>
                <c:pt idx="33">
                  <c:v>107.37928536938676</c:v>
                </c:pt>
                <c:pt idx="34">
                  <c:v>106.63447609850314</c:v>
                </c:pt>
                <c:pt idx="35">
                  <c:v>105.68505552873009</c:v>
                </c:pt>
                <c:pt idx="36">
                  <c:v>105.77136648961856</c:v>
                </c:pt>
                <c:pt idx="37">
                  <c:v>105.83353452438435</c:v>
                </c:pt>
                <c:pt idx="38">
                  <c:v>104.82677450507001</c:v>
                </c:pt>
                <c:pt idx="39">
                  <c:v>106.7672621921777</c:v>
                </c:pt>
                <c:pt idx="40">
                  <c:v>107.45835345243844</c:v>
                </c:pt>
                <c:pt idx="41">
                  <c:v>108.12107677450507</c:v>
                </c:pt>
                <c:pt idx="42">
                  <c:v>108.59789956542734</c:v>
                </c:pt>
                <c:pt idx="43">
                  <c:v>107.70943988411395</c:v>
                </c:pt>
                <c:pt idx="44">
                  <c:v>107.89171897633993</c:v>
                </c:pt>
                <c:pt idx="45">
                  <c:v>105.70678416224047</c:v>
                </c:pt>
                <c:pt idx="46">
                  <c:v>105.16718976339932</c:v>
                </c:pt>
                <c:pt idx="47">
                  <c:v>105.02112506035732</c:v>
                </c:pt>
                <c:pt idx="48">
                  <c:v>105.93915982617092</c:v>
                </c:pt>
                <c:pt idx="49">
                  <c:v>104.39099468855626</c:v>
                </c:pt>
                <c:pt idx="50">
                  <c:v>104.21475132786094</c:v>
                </c:pt>
                <c:pt idx="51">
                  <c:v>105.3029937228392</c:v>
                </c:pt>
                <c:pt idx="52">
                  <c:v>104.85152100434571</c:v>
                </c:pt>
                <c:pt idx="53">
                  <c:v>104.23285852245291</c:v>
                </c:pt>
                <c:pt idx="54">
                  <c:v>103.46330275229359</c:v>
                </c:pt>
                <c:pt idx="55">
                  <c:v>103.2218734910671</c:v>
                </c:pt>
                <c:pt idx="56">
                  <c:v>103.12590535972961</c:v>
                </c:pt>
                <c:pt idx="57">
                  <c:v>102.97923708353451</c:v>
                </c:pt>
                <c:pt idx="58">
                  <c:v>100.70195557701594</c:v>
                </c:pt>
                <c:pt idx="59">
                  <c:v>100.69290197971993</c:v>
                </c:pt>
                <c:pt idx="60">
                  <c:v>102.51448575567356</c:v>
                </c:pt>
                <c:pt idx="61">
                  <c:v>102.49879285369387</c:v>
                </c:pt>
                <c:pt idx="62">
                  <c:v>103.64859971028488</c:v>
                </c:pt>
                <c:pt idx="63">
                  <c:v>104.53766296475133</c:v>
                </c:pt>
                <c:pt idx="64">
                  <c:v>104.54249154997586</c:v>
                </c:pt>
                <c:pt idx="65">
                  <c:v>105.19555770159343</c:v>
                </c:pt>
                <c:pt idx="66">
                  <c:v>105.96692419121196</c:v>
                </c:pt>
                <c:pt idx="67">
                  <c:v>105.99167069048769</c:v>
                </c:pt>
                <c:pt idx="68">
                  <c:v>106.63930468372766</c:v>
                </c:pt>
                <c:pt idx="69">
                  <c:v>105.62771607918882</c:v>
                </c:pt>
                <c:pt idx="70">
                  <c:v>105.10260743602124</c:v>
                </c:pt>
                <c:pt idx="71">
                  <c:v>103.88701110574601</c:v>
                </c:pt>
                <c:pt idx="72">
                  <c:v>101.9809270883631</c:v>
                </c:pt>
                <c:pt idx="73">
                  <c:v>101.13169966199904</c:v>
                </c:pt>
                <c:pt idx="74">
                  <c:v>101.75881216803478</c:v>
                </c:pt>
                <c:pt idx="75">
                  <c:v>101.37976822790921</c:v>
                </c:pt>
                <c:pt idx="76">
                  <c:v>100.2565185900531</c:v>
                </c:pt>
                <c:pt idx="77">
                  <c:v>99.152583293095105</c:v>
                </c:pt>
                <c:pt idx="78">
                  <c:v>100.01931434089812</c:v>
                </c:pt>
                <c:pt idx="79">
                  <c:v>99.465837759536456</c:v>
                </c:pt>
                <c:pt idx="80">
                  <c:v>98.762675036214389</c:v>
                </c:pt>
                <c:pt idx="81">
                  <c:v>100.57882665379046</c:v>
                </c:pt>
                <c:pt idx="82">
                  <c:v>100.49251569290196</c:v>
                </c:pt>
                <c:pt idx="83">
                  <c:v>97.742636407532586</c:v>
                </c:pt>
                <c:pt idx="84">
                  <c:v>97.263399323998073</c:v>
                </c:pt>
                <c:pt idx="85">
                  <c:v>98.883389666827611</c:v>
                </c:pt>
                <c:pt idx="86">
                  <c:v>100.49794785127956</c:v>
                </c:pt>
                <c:pt idx="87">
                  <c:v>98.104176726219222</c:v>
                </c:pt>
                <c:pt idx="88">
                  <c:v>99.413930468372783</c:v>
                </c:pt>
                <c:pt idx="89">
                  <c:v>99.2781265089329</c:v>
                </c:pt>
                <c:pt idx="90">
                  <c:v>99.738652824722365</c:v>
                </c:pt>
                <c:pt idx="91">
                  <c:v>101.08220666344761</c:v>
                </c:pt>
                <c:pt idx="92">
                  <c:v>100.98563495895702</c:v>
                </c:pt>
                <c:pt idx="93">
                  <c:v>101.68095123128924</c:v>
                </c:pt>
                <c:pt idx="94">
                  <c:v>101.65379043940126</c:v>
                </c:pt>
                <c:pt idx="95">
                  <c:v>102.11190246257846</c:v>
                </c:pt>
                <c:pt idx="96">
                  <c:v>101.04116368903911</c:v>
                </c:pt>
                <c:pt idx="97">
                  <c:v>100.66815548044423</c:v>
                </c:pt>
                <c:pt idx="98">
                  <c:v>100.61081603090297</c:v>
                </c:pt>
                <c:pt idx="99">
                  <c:v>100.42250120714631</c:v>
                </c:pt>
                <c:pt idx="100">
                  <c:v>101.80649444712699</c:v>
                </c:pt>
                <c:pt idx="101">
                  <c:v>101.80347658136166</c:v>
                </c:pt>
                <c:pt idx="102">
                  <c:v>99.426001931434087</c:v>
                </c:pt>
                <c:pt idx="103">
                  <c:v>98.202559150168995</c:v>
                </c:pt>
                <c:pt idx="104">
                  <c:v>98.148841139546107</c:v>
                </c:pt>
                <c:pt idx="105">
                  <c:v>97.956301303718007</c:v>
                </c:pt>
                <c:pt idx="106">
                  <c:v>97.104659584741668</c:v>
                </c:pt>
                <c:pt idx="107">
                  <c:v>96.84210526315789</c:v>
                </c:pt>
                <c:pt idx="108">
                  <c:v>98.073998068565899</c:v>
                </c:pt>
                <c:pt idx="109">
                  <c:v>96.153428295509428</c:v>
                </c:pt>
                <c:pt idx="110">
                  <c:v>96.365282472235634</c:v>
                </c:pt>
                <c:pt idx="111">
                  <c:v>96.739497827136645</c:v>
                </c:pt>
                <c:pt idx="112">
                  <c:v>97.142684693384837</c:v>
                </c:pt>
                <c:pt idx="113">
                  <c:v>97.676846933848381</c:v>
                </c:pt>
                <c:pt idx="114">
                  <c:v>98.679381941091265</c:v>
                </c:pt>
                <c:pt idx="115">
                  <c:v>99.287180106228874</c:v>
                </c:pt>
                <c:pt idx="116">
                  <c:v>100.83413809753743</c:v>
                </c:pt>
                <c:pt idx="117">
                  <c:v>101.17757122163205</c:v>
                </c:pt>
                <c:pt idx="118">
                  <c:v>100.92769193626268</c:v>
                </c:pt>
                <c:pt idx="119">
                  <c:v>101.37614678899082</c:v>
                </c:pt>
                <c:pt idx="120">
                  <c:v>101.17213906325446</c:v>
                </c:pt>
                <c:pt idx="121">
                  <c:v>100.41525832930951</c:v>
                </c:pt>
                <c:pt idx="122">
                  <c:v>101.02003862868179</c:v>
                </c:pt>
                <c:pt idx="123">
                  <c:v>102.04068083051665</c:v>
                </c:pt>
                <c:pt idx="124">
                  <c:v>101.94229840656688</c:v>
                </c:pt>
                <c:pt idx="125">
                  <c:v>102.42515692901979</c:v>
                </c:pt>
                <c:pt idx="126">
                  <c:v>102.87481892805408</c:v>
                </c:pt>
                <c:pt idx="127">
                  <c:v>102.73780782230806</c:v>
                </c:pt>
                <c:pt idx="128">
                  <c:v>100.95424915499758</c:v>
                </c:pt>
                <c:pt idx="129">
                  <c:v>100.53778367938193</c:v>
                </c:pt>
                <c:pt idx="130">
                  <c:v>100.92407049734426</c:v>
                </c:pt>
                <c:pt idx="131">
                  <c:v>102.12035248672137</c:v>
                </c:pt>
                <c:pt idx="132">
                  <c:v>102.05335586673105</c:v>
                </c:pt>
                <c:pt idx="133">
                  <c:v>102.89473684210526</c:v>
                </c:pt>
                <c:pt idx="134">
                  <c:v>103.91175760502172</c:v>
                </c:pt>
                <c:pt idx="135">
                  <c:v>103.93348623853211</c:v>
                </c:pt>
                <c:pt idx="136">
                  <c:v>103.85622887493966</c:v>
                </c:pt>
                <c:pt idx="137">
                  <c:v>102.96294060840174</c:v>
                </c:pt>
                <c:pt idx="138">
                  <c:v>104.2189763399324</c:v>
                </c:pt>
                <c:pt idx="139">
                  <c:v>103.69145340415258</c:v>
                </c:pt>
                <c:pt idx="140">
                  <c:v>102.86757605021728</c:v>
                </c:pt>
                <c:pt idx="141">
                  <c:v>100.92950265572188</c:v>
                </c:pt>
                <c:pt idx="142">
                  <c:v>100.63978754225012</c:v>
                </c:pt>
                <c:pt idx="143">
                  <c:v>101.09910671173346</c:v>
                </c:pt>
                <c:pt idx="144">
                  <c:v>101.66344760985031</c:v>
                </c:pt>
                <c:pt idx="145">
                  <c:v>103.00398358281025</c:v>
                </c:pt>
                <c:pt idx="146">
                  <c:v>103.12711250603573</c:v>
                </c:pt>
                <c:pt idx="147">
                  <c:v>102.81144374698212</c:v>
                </c:pt>
                <c:pt idx="148">
                  <c:v>103.42769193626269</c:v>
                </c:pt>
                <c:pt idx="149">
                  <c:v>103.67757122163206</c:v>
                </c:pt>
                <c:pt idx="150">
                  <c:v>103.38725253500725</c:v>
                </c:pt>
                <c:pt idx="151">
                  <c:v>102.91646547561567</c:v>
                </c:pt>
                <c:pt idx="152">
                  <c:v>102.15294543698697</c:v>
                </c:pt>
                <c:pt idx="153">
                  <c:v>100.79007725736359</c:v>
                </c:pt>
                <c:pt idx="154">
                  <c:v>100.86733462095607</c:v>
                </c:pt>
                <c:pt idx="155">
                  <c:v>102.8313616610333</c:v>
                </c:pt>
                <c:pt idx="156">
                  <c:v>102.33341380975374</c:v>
                </c:pt>
                <c:pt idx="157">
                  <c:v>102.20364558184451</c:v>
                </c:pt>
                <c:pt idx="158">
                  <c:v>102.54888942539834</c:v>
                </c:pt>
                <c:pt idx="159">
                  <c:v>101.07134234669242</c:v>
                </c:pt>
                <c:pt idx="160">
                  <c:v>100.19253983582811</c:v>
                </c:pt>
                <c:pt idx="161">
                  <c:v>94.266055045871553</c:v>
                </c:pt>
                <c:pt idx="162">
                  <c:v>95.131578947368425</c:v>
                </c:pt>
                <c:pt idx="163">
                  <c:v>94.059029454369863</c:v>
                </c:pt>
                <c:pt idx="164">
                  <c:v>95.955456301303727</c:v>
                </c:pt>
                <c:pt idx="165">
                  <c:v>96.595243843553831</c:v>
                </c:pt>
                <c:pt idx="166">
                  <c:v>96.225253500724293</c:v>
                </c:pt>
                <c:pt idx="167">
                  <c:v>93.986600676001942</c:v>
                </c:pt>
                <c:pt idx="168">
                  <c:v>93.155480444229838</c:v>
                </c:pt>
                <c:pt idx="169">
                  <c:v>94.435055528730089</c:v>
                </c:pt>
                <c:pt idx="170">
                  <c:v>92.407653307580887</c:v>
                </c:pt>
                <c:pt idx="171">
                  <c:v>91.245774987928542</c:v>
                </c:pt>
                <c:pt idx="172">
                  <c:v>92.808425881216806</c:v>
                </c:pt>
                <c:pt idx="173">
                  <c:v>94.381941091260273</c:v>
                </c:pt>
                <c:pt idx="174">
                  <c:v>94.013761467889907</c:v>
                </c:pt>
                <c:pt idx="175">
                  <c:v>94.028247223563497</c:v>
                </c:pt>
                <c:pt idx="176">
                  <c:v>95.029575084500237</c:v>
                </c:pt>
                <c:pt idx="177">
                  <c:v>94.508691453404154</c:v>
                </c:pt>
                <c:pt idx="178">
                  <c:v>95.35429744084982</c:v>
                </c:pt>
                <c:pt idx="179">
                  <c:v>96.353211009174316</c:v>
                </c:pt>
                <c:pt idx="180">
                  <c:v>96.295267986479971</c:v>
                </c:pt>
                <c:pt idx="181">
                  <c:v>94.302269435055535</c:v>
                </c:pt>
                <c:pt idx="182">
                  <c:v>94.712095605987443</c:v>
                </c:pt>
                <c:pt idx="183">
                  <c:v>94.984307098020281</c:v>
                </c:pt>
                <c:pt idx="184">
                  <c:v>94.105504587155963</c:v>
                </c:pt>
                <c:pt idx="185">
                  <c:v>94.680106228874934</c:v>
                </c:pt>
                <c:pt idx="186">
                  <c:v>95.954852728150655</c:v>
                </c:pt>
                <c:pt idx="187">
                  <c:v>95.978995654273291</c:v>
                </c:pt>
                <c:pt idx="188">
                  <c:v>98.011830033800095</c:v>
                </c:pt>
                <c:pt idx="189">
                  <c:v>98.417431192660544</c:v>
                </c:pt>
                <c:pt idx="190">
                  <c:v>98.713182037662961</c:v>
                </c:pt>
                <c:pt idx="191">
                  <c:v>98.133148237566388</c:v>
                </c:pt>
                <c:pt idx="192">
                  <c:v>98.861661033317233</c:v>
                </c:pt>
                <c:pt idx="193">
                  <c:v>98.305166586190253</c:v>
                </c:pt>
                <c:pt idx="194">
                  <c:v>98.161516175760497</c:v>
                </c:pt>
                <c:pt idx="195">
                  <c:v>97.874215354901011</c:v>
                </c:pt>
                <c:pt idx="196">
                  <c:v>98.738532110091754</c:v>
                </c:pt>
                <c:pt idx="197">
                  <c:v>99.446523418638336</c:v>
                </c:pt>
                <c:pt idx="198">
                  <c:v>99.891960405601154</c:v>
                </c:pt>
                <c:pt idx="199">
                  <c:v>99.73020280057942</c:v>
                </c:pt>
                <c:pt idx="200">
                  <c:v>99.610091743119284</c:v>
                </c:pt>
                <c:pt idx="201">
                  <c:v>100.13821825205216</c:v>
                </c:pt>
                <c:pt idx="202">
                  <c:v>99.716924191211959</c:v>
                </c:pt>
                <c:pt idx="203">
                  <c:v>99.383148237566388</c:v>
                </c:pt>
                <c:pt idx="204">
                  <c:v>98.638338966682753</c:v>
                </c:pt>
                <c:pt idx="205">
                  <c:v>97.920690487687111</c:v>
                </c:pt>
                <c:pt idx="206">
                  <c:v>97.366006760019317</c:v>
                </c:pt>
                <c:pt idx="207">
                  <c:v>97.184934814099464</c:v>
                </c:pt>
                <c:pt idx="208">
                  <c:v>97.30444229840657</c:v>
                </c:pt>
                <c:pt idx="209">
                  <c:v>97.05697730564944</c:v>
                </c:pt>
                <c:pt idx="210">
                  <c:v>96.033920811202307</c:v>
                </c:pt>
                <c:pt idx="211">
                  <c:v>96.020038628681803</c:v>
                </c:pt>
                <c:pt idx="212">
                  <c:v>95.548044422984063</c:v>
                </c:pt>
                <c:pt idx="213">
                  <c:v>93.956422018348633</c:v>
                </c:pt>
                <c:pt idx="214">
                  <c:v>94.459198454852739</c:v>
                </c:pt>
                <c:pt idx="215">
                  <c:v>93.701714147754714</c:v>
                </c:pt>
                <c:pt idx="216">
                  <c:v>94.237083534524388</c:v>
                </c:pt>
                <c:pt idx="217">
                  <c:v>94.610695316272327</c:v>
                </c:pt>
                <c:pt idx="218">
                  <c:v>93.334138097537419</c:v>
                </c:pt>
                <c:pt idx="219">
                  <c:v>94.673466924191203</c:v>
                </c:pt>
                <c:pt idx="220">
                  <c:v>94.840053114437467</c:v>
                </c:pt>
                <c:pt idx="221">
                  <c:v>94.751931434089812</c:v>
                </c:pt>
                <c:pt idx="222">
                  <c:v>94.538870111057463</c:v>
                </c:pt>
                <c:pt idx="223">
                  <c:v>95.169000482858522</c:v>
                </c:pt>
                <c:pt idx="224">
                  <c:v>95.880009657170447</c:v>
                </c:pt>
                <c:pt idx="225">
                  <c:v>95.790077257363592</c:v>
                </c:pt>
                <c:pt idx="226">
                  <c:v>96.027281506518577</c:v>
                </c:pt>
                <c:pt idx="227">
                  <c:v>95.742998551424435</c:v>
                </c:pt>
                <c:pt idx="228">
                  <c:v>94.931796233703523</c:v>
                </c:pt>
                <c:pt idx="229">
                  <c:v>93.938918396909699</c:v>
                </c:pt>
                <c:pt idx="230">
                  <c:v>93.739739256397868</c:v>
                </c:pt>
                <c:pt idx="231">
                  <c:v>92.970787059391597</c:v>
                </c:pt>
                <c:pt idx="232">
                  <c:v>91.894012554321577</c:v>
                </c:pt>
                <c:pt idx="233">
                  <c:v>92.74867213906326</c:v>
                </c:pt>
                <c:pt idx="234">
                  <c:v>91.86926605504587</c:v>
                </c:pt>
                <c:pt idx="235">
                  <c:v>92.347295992274269</c:v>
                </c:pt>
                <c:pt idx="236">
                  <c:v>92.961129888942537</c:v>
                </c:pt>
                <c:pt idx="237">
                  <c:v>93.564703042008688</c:v>
                </c:pt>
                <c:pt idx="238">
                  <c:v>94.692781265089337</c:v>
                </c:pt>
                <c:pt idx="239">
                  <c:v>93.698092708836313</c:v>
                </c:pt>
                <c:pt idx="240">
                  <c:v>94.57327378078223</c:v>
                </c:pt>
                <c:pt idx="241">
                  <c:v>93.989618541767257</c:v>
                </c:pt>
                <c:pt idx="242">
                  <c:v>94.953524867213901</c:v>
                </c:pt>
                <c:pt idx="243">
                  <c:v>94.894374698213426</c:v>
                </c:pt>
                <c:pt idx="244">
                  <c:v>95.668155480444227</c:v>
                </c:pt>
                <c:pt idx="245">
                  <c:v>95.714027040077255</c:v>
                </c:pt>
                <c:pt idx="246">
                  <c:v>95.319290197971995</c:v>
                </c:pt>
                <c:pt idx="247">
                  <c:v>95.924070497344289</c:v>
                </c:pt>
                <c:pt idx="248">
                  <c:v>96.127474649927564</c:v>
                </c:pt>
                <c:pt idx="249">
                  <c:v>94.052390149686147</c:v>
                </c:pt>
                <c:pt idx="250">
                  <c:v>93.972114920328337</c:v>
                </c:pt>
                <c:pt idx="251">
                  <c:v>93.445195557701595</c:v>
                </c:pt>
                <c:pt idx="252">
                  <c:v>91.360453887011104</c:v>
                </c:pt>
                <c:pt idx="253">
                  <c:v>91.759415741187837</c:v>
                </c:pt>
                <c:pt idx="254">
                  <c:v>91.306735876388217</c:v>
                </c:pt>
                <c:pt idx="255">
                  <c:v>90.660309029454368</c:v>
                </c:pt>
                <c:pt idx="256">
                  <c:v>91.289232254949297</c:v>
                </c:pt>
                <c:pt idx="257">
                  <c:v>90.980202800579434</c:v>
                </c:pt>
                <c:pt idx="258">
                  <c:v>89.78512795750845</c:v>
                </c:pt>
                <c:pt idx="259">
                  <c:v>88.737324963785611</c:v>
                </c:pt>
                <c:pt idx="260">
                  <c:v>89.752535007242884</c:v>
                </c:pt>
                <c:pt idx="261">
                  <c:v>88.233944954128447</c:v>
                </c:pt>
                <c:pt idx="262">
                  <c:v>87.841622404635444</c:v>
                </c:pt>
                <c:pt idx="263">
                  <c:v>89.599830999517138</c:v>
                </c:pt>
                <c:pt idx="264">
                  <c:v>89.765210043457273</c:v>
                </c:pt>
                <c:pt idx="265">
                  <c:v>89.784524384355379</c:v>
                </c:pt>
                <c:pt idx="266">
                  <c:v>89.626388218252046</c:v>
                </c:pt>
                <c:pt idx="267">
                  <c:v>91.30311443746983</c:v>
                </c:pt>
                <c:pt idx="268">
                  <c:v>91.21137131820376</c:v>
                </c:pt>
                <c:pt idx="269">
                  <c:v>89.999396426846928</c:v>
                </c:pt>
                <c:pt idx="270">
                  <c:v>88.867696764847906</c:v>
                </c:pt>
                <c:pt idx="271">
                  <c:v>89.377112506035729</c:v>
                </c:pt>
                <c:pt idx="272">
                  <c:v>90.40439401255432</c:v>
                </c:pt>
                <c:pt idx="273">
                  <c:v>89.174915499758569</c:v>
                </c:pt>
                <c:pt idx="274">
                  <c:v>88.09995171414775</c:v>
                </c:pt>
                <c:pt idx="275">
                  <c:v>87.104056011588611</c:v>
                </c:pt>
                <c:pt idx="276">
                  <c:v>84.214751327860938</c:v>
                </c:pt>
                <c:pt idx="277">
                  <c:v>84.270280057943026</c:v>
                </c:pt>
                <c:pt idx="278">
                  <c:v>86.467286335103807</c:v>
                </c:pt>
                <c:pt idx="279">
                  <c:v>85.082689521970067</c:v>
                </c:pt>
                <c:pt idx="280">
                  <c:v>85.809391598261712</c:v>
                </c:pt>
                <c:pt idx="281">
                  <c:v>86.814944471269911</c:v>
                </c:pt>
                <c:pt idx="282">
                  <c:v>87.044302269435065</c:v>
                </c:pt>
                <c:pt idx="283">
                  <c:v>87.331603090294536</c:v>
                </c:pt>
                <c:pt idx="284">
                  <c:v>85.822670207629173</c:v>
                </c:pt>
                <c:pt idx="285">
                  <c:v>84.725977788507961</c:v>
                </c:pt>
                <c:pt idx="286">
                  <c:v>84.145340415258332</c:v>
                </c:pt>
                <c:pt idx="287">
                  <c:v>84.859367455335587</c:v>
                </c:pt>
                <c:pt idx="288">
                  <c:v>84.343915982617091</c:v>
                </c:pt>
                <c:pt idx="289">
                  <c:v>87.183727667793349</c:v>
                </c:pt>
                <c:pt idx="290">
                  <c:v>88.952800579430232</c:v>
                </c:pt>
                <c:pt idx="291">
                  <c:v>90.241429261226472</c:v>
                </c:pt>
                <c:pt idx="292">
                  <c:v>90.359126026074364</c:v>
                </c:pt>
                <c:pt idx="293">
                  <c:v>90.358522452921292</c:v>
                </c:pt>
                <c:pt idx="294">
                  <c:v>90.919845485272816</c:v>
                </c:pt>
                <c:pt idx="295">
                  <c:v>90.368783196523424</c:v>
                </c:pt>
                <c:pt idx="296">
                  <c:v>90.659101883148239</c:v>
                </c:pt>
                <c:pt idx="297">
                  <c:v>91.003742153549013</c:v>
                </c:pt>
                <c:pt idx="298">
                  <c:v>90.060357315306618</c:v>
                </c:pt>
                <c:pt idx="299">
                  <c:v>90.520883631096098</c:v>
                </c:pt>
                <c:pt idx="300">
                  <c:v>90.687469821342347</c:v>
                </c:pt>
                <c:pt idx="301">
                  <c:v>91.795630130371805</c:v>
                </c:pt>
                <c:pt idx="302">
                  <c:v>93.001569290197978</c:v>
                </c:pt>
                <c:pt idx="303">
                  <c:v>93.130130371801059</c:v>
                </c:pt>
                <c:pt idx="304">
                  <c:v>93.149444712699179</c:v>
                </c:pt>
                <c:pt idx="305">
                  <c:v>91.925398358281029</c:v>
                </c:pt>
                <c:pt idx="306">
                  <c:v>91.706904876871079</c:v>
                </c:pt>
                <c:pt idx="307">
                  <c:v>93.375181071945917</c:v>
                </c:pt>
                <c:pt idx="308">
                  <c:v>93.413809753742143</c:v>
                </c:pt>
                <c:pt idx="309">
                  <c:v>93.107798165137609</c:v>
                </c:pt>
                <c:pt idx="310">
                  <c:v>93.660067600193145</c:v>
                </c:pt>
                <c:pt idx="311">
                  <c:v>91.781747947851272</c:v>
                </c:pt>
                <c:pt idx="312">
                  <c:v>91.916344760985041</c:v>
                </c:pt>
                <c:pt idx="313">
                  <c:v>91.096692419121197</c:v>
                </c:pt>
                <c:pt idx="314">
                  <c:v>91.202317720907772</c:v>
                </c:pt>
                <c:pt idx="315">
                  <c:v>92.605021728633503</c:v>
                </c:pt>
                <c:pt idx="316">
                  <c:v>93.05830516658618</c:v>
                </c:pt>
                <c:pt idx="317">
                  <c:v>94.766417189763402</c:v>
                </c:pt>
                <c:pt idx="318">
                  <c:v>95.542008691453404</c:v>
                </c:pt>
                <c:pt idx="319">
                  <c:v>95.542612264606475</c:v>
                </c:pt>
                <c:pt idx="320">
                  <c:v>95.510019314340894</c:v>
                </c:pt>
                <c:pt idx="321">
                  <c:v>95.356108160309034</c:v>
                </c:pt>
                <c:pt idx="322">
                  <c:v>94.82194591984549</c:v>
                </c:pt>
                <c:pt idx="323">
                  <c:v>96.120835345243833</c:v>
                </c:pt>
                <c:pt idx="324">
                  <c:v>96.329068083051666</c:v>
                </c:pt>
                <c:pt idx="325">
                  <c:v>94.727788507967176</c:v>
                </c:pt>
                <c:pt idx="326">
                  <c:v>94.758570738773543</c:v>
                </c:pt>
                <c:pt idx="327">
                  <c:v>94.228633510381457</c:v>
                </c:pt>
                <c:pt idx="328">
                  <c:v>93.517624336069531</c:v>
                </c:pt>
                <c:pt idx="329">
                  <c:v>93.029333655239014</c:v>
                </c:pt>
                <c:pt idx="330">
                  <c:v>93.378802510864318</c:v>
                </c:pt>
                <c:pt idx="331">
                  <c:v>93.354056011588611</c:v>
                </c:pt>
                <c:pt idx="332">
                  <c:v>94.954732013520044</c:v>
                </c:pt>
                <c:pt idx="333">
                  <c:v>95.217286335103807</c:v>
                </c:pt>
                <c:pt idx="334">
                  <c:v>94.747102848865282</c:v>
                </c:pt>
                <c:pt idx="335">
                  <c:v>95.369386769676481</c:v>
                </c:pt>
                <c:pt idx="336">
                  <c:v>94.33727667793336</c:v>
                </c:pt>
                <c:pt idx="337">
                  <c:v>94.890753259295025</c:v>
                </c:pt>
                <c:pt idx="338">
                  <c:v>95.252897151134718</c:v>
                </c:pt>
                <c:pt idx="339">
                  <c:v>95.004225012071458</c:v>
                </c:pt>
                <c:pt idx="340">
                  <c:v>93.95702559150169</c:v>
                </c:pt>
                <c:pt idx="341">
                  <c:v>93.550217286335098</c:v>
                </c:pt>
                <c:pt idx="342">
                  <c:v>93.325084500241431</c:v>
                </c:pt>
                <c:pt idx="343">
                  <c:v>93.53995654273298</c:v>
                </c:pt>
                <c:pt idx="344">
                  <c:v>95.785852245292119</c:v>
                </c:pt>
                <c:pt idx="345">
                  <c:v>97.412481892805403</c:v>
                </c:pt>
                <c:pt idx="346">
                  <c:v>98.462699179140515</c:v>
                </c:pt>
                <c:pt idx="347">
                  <c:v>98.726460647030422</c:v>
                </c:pt>
                <c:pt idx="348">
                  <c:v>98.504345726702084</c:v>
                </c:pt>
                <c:pt idx="349">
                  <c:v>98.743964268469327</c:v>
                </c:pt>
                <c:pt idx="350">
                  <c:v>99.214751327860952</c:v>
                </c:pt>
                <c:pt idx="351">
                  <c:v>99.237083534524373</c:v>
                </c:pt>
                <c:pt idx="352">
                  <c:v>98.998672139063245</c:v>
                </c:pt>
                <c:pt idx="353">
                  <c:v>99.788145823273794</c:v>
                </c:pt>
                <c:pt idx="354">
                  <c:v>99.867817479478504</c:v>
                </c:pt>
                <c:pt idx="355">
                  <c:v>99.029454369869626</c:v>
                </c:pt>
                <c:pt idx="356">
                  <c:v>98.624456784162234</c:v>
                </c:pt>
                <c:pt idx="357">
                  <c:v>97.906808305166592</c:v>
                </c:pt>
                <c:pt idx="358">
                  <c:v>97.885683244809272</c:v>
                </c:pt>
                <c:pt idx="359">
                  <c:v>99.065668759053608</c:v>
                </c:pt>
                <c:pt idx="360">
                  <c:v>98.270762916465472</c:v>
                </c:pt>
                <c:pt idx="361">
                  <c:v>98.626267503621435</c:v>
                </c:pt>
                <c:pt idx="362">
                  <c:v>99.450748430709808</c:v>
                </c:pt>
                <c:pt idx="363">
                  <c:v>99.226219217769184</c:v>
                </c:pt>
                <c:pt idx="364">
                  <c:v>99.030661516175769</c:v>
                </c:pt>
                <c:pt idx="365">
                  <c:v>99.83643167551908</c:v>
                </c:pt>
                <c:pt idx="366">
                  <c:v>97.641236117817485</c:v>
                </c:pt>
                <c:pt idx="367">
                  <c:v>97.71487204249155</c:v>
                </c:pt>
                <c:pt idx="368">
                  <c:v>98.115041042974411</c:v>
                </c:pt>
                <c:pt idx="369">
                  <c:v>99.034282955094156</c:v>
                </c:pt>
                <c:pt idx="370">
                  <c:v>100.04526798647997</c:v>
                </c:pt>
                <c:pt idx="371">
                  <c:v>100.53536938676967</c:v>
                </c:pt>
                <c:pt idx="372">
                  <c:v>101.04659584741671</c:v>
                </c:pt>
                <c:pt idx="373">
                  <c:v>100.62711250603573</c:v>
                </c:pt>
                <c:pt idx="374">
                  <c:v>100.65065185900531</c:v>
                </c:pt>
                <c:pt idx="375">
                  <c:v>100.47320135200388</c:v>
                </c:pt>
                <c:pt idx="376">
                  <c:v>102.2199420569773</c:v>
                </c:pt>
                <c:pt idx="377">
                  <c:v>102.86154031868662</c:v>
                </c:pt>
                <c:pt idx="378">
                  <c:v>102.84282955094157</c:v>
                </c:pt>
                <c:pt idx="379">
                  <c:v>103.39208112023177</c:v>
                </c:pt>
                <c:pt idx="380">
                  <c:v>103.10719459198454</c:v>
                </c:pt>
                <c:pt idx="381">
                  <c:v>102.71245774987929</c:v>
                </c:pt>
                <c:pt idx="382">
                  <c:v>102.95207629164653</c:v>
                </c:pt>
                <c:pt idx="383">
                  <c:v>103.4023418638339</c:v>
                </c:pt>
                <c:pt idx="384">
                  <c:v>102.72935779816514</c:v>
                </c:pt>
                <c:pt idx="385">
                  <c:v>103.10478029937229</c:v>
                </c:pt>
                <c:pt idx="386">
                  <c:v>104.24492998551425</c:v>
                </c:pt>
                <c:pt idx="387">
                  <c:v>103.70171414775471</c:v>
                </c:pt>
                <c:pt idx="388">
                  <c:v>104.00531144374699</c:v>
                </c:pt>
                <c:pt idx="389">
                  <c:v>104.61492032834379</c:v>
                </c:pt>
                <c:pt idx="390">
                  <c:v>104.27933365523903</c:v>
                </c:pt>
                <c:pt idx="391">
                  <c:v>104.25579430226944</c:v>
                </c:pt>
                <c:pt idx="392">
                  <c:v>104.09101883148237</c:v>
                </c:pt>
                <c:pt idx="393">
                  <c:v>103.14884113954612</c:v>
                </c:pt>
                <c:pt idx="394">
                  <c:v>103.22428778367939</c:v>
                </c:pt>
                <c:pt idx="395">
                  <c:v>104.81832448092709</c:v>
                </c:pt>
                <c:pt idx="396">
                  <c:v>105.1587397392564</c:v>
                </c:pt>
                <c:pt idx="397">
                  <c:v>104.7591743119266</c:v>
                </c:pt>
                <c:pt idx="398">
                  <c:v>103.51641718976339</c:v>
                </c:pt>
                <c:pt idx="399">
                  <c:v>103.71982134234669</c:v>
                </c:pt>
                <c:pt idx="400">
                  <c:v>104.68553838725254</c:v>
                </c:pt>
                <c:pt idx="401">
                  <c:v>104.32822308063736</c:v>
                </c:pt>
                <c:pt idx="402">
                  <c:v>104.10490101400289</c:v>
                </c:pt>
                <c:pt idx="403">
                  <c:v>104.69881699661998</c:v>
                </c:pt>
                <c:pt idx="404">
                  <c:v>104.62216320618059</c:v>
                </c:pt>
                <c:pt idx="405">
                  <c:v>104.16646547561564</c:v>
                </c:pt>
                <c:pt idx="406">
                  <c:v>104.20811202317721</c:v>
                </c:pt>
                <c:pt idx="407">
                  <c:v>104.42177691936261</c:v>
                </c:pt>
                <c:pt idx="408">
                  <c:v>103.72042491549978</c:v>
                </c:pt>
                <c:pt idx="409">
                  <c:v>103.48322066634475</c:v>
                </c:pt>
                <c:pt idx="410">
                  <c:v>103.90451472718493</c:v>
                </c:pt>
                <c:pt idx="411">
                  <c:v>105.55709802028007</c:v>
                </c:pt>
                <c:pt idx="412">
                  <c:v>106.06228874939643</c:v>
                </c:pt>
                <c:pt idx="413">
                  <c:v>105.92286335103813</c:v>
                </c:pt>
                <c:pt idx="414">
                  <c:v>106.34536455818444</c:v>
                </c:pt>
                <c:pt idx="415">
                  <c:v>107.95509415741186</c:v>
                </c:pt>
                <c:pt idx="416">
                  <c:v>107.65270400772576</c:v>
                </c:pt>
                <c:pt idx="417">
                  <c:v>108.06977305649445</c:v>
                </c:pt>
                <c:pt idx="418">
                  <c:v>107.03404152583293</c:v>
                </c:pt>
                <c:pt idx="419">
                  <c:v>105.21004345726703</c:v>
                </c:pt>
                <c:pt idx="420">
                  <c:v>105.34282955094159</c:v>
                </c:pt>
                <c:pt idx="421">
                  <c:v>105.53536938676966</c:v>
                </c:pt>
                <c:pt idx="422">
                  <c:v>105.98563495895704</c:v>
                </c:pt>
                <c:pt idx="423">
                  <c:v>106.33027522935778</c:v>
                </c:pt>
                <c:pt idx="424">
                  <c:v>105.93795267986479</c:v>
                </c:pt>
                <c:pt idx="425">
                  <c:v>105.95304200869144</c:v>
                </c:pt>
                <c:pt idx="426">
                  <c:v>107.04309512312892</c:v>
                </c:pt>
                <c:pt idx="427">
                  <c:v>106.60972959922741</c:v>
                </c:pt>
                <c:pt idx="428">
                  <c:v>105.29997585707387</c:v>
                </c:pt>
                <c:pt idx="429">
                  <c:v>105.09898599710283</c:v>
                </c:pt>
                <c:pt idx="430">
                  <c:v>105.56675519072911</c:v>
                </c:pt>
                <c:pt idx="431">
                  <c:v>103.7089570255915</c:v>
                </c:pt>
                <c:pt idx="432">
                  <c:v>103.94917914051183</c:v>
                </c:pt>
                <c:pt idx="433">
                  <c:v>105.4816513761468</c:v>
                </c:pt>
                <c:pt idx="434">
                  <c:v>105.85647030420087</c:v>
                </c:pt>
                <c:pt idx="435">
                  <c:v>105.55226943505554</c:v>
                </c:pt>
                <c:pt idx="436">
                  <c:v>105.137011105746</c:v>
                </c:pt>
                <c:pt idx="437">
                  <c:v>104.9927571221632</c:v>
                </c:pt>
                <c:pt idx="438">
                  <c:v>105.12795750845001</c:v>
                </c:pt>
                <c:pt idx="439">
                  <c:v>103.49287783679382</c:v>
                </c:pt>
                <c:pt idx="440">
                  <c:v>103.6141960405601</c:v>
                </c:pt>
                <c:pt idx="441">
                  <c:v>102.85369386769676</c:v>
                </c:pt>
                <c:pt idx="442">
                  <c:v>104.75494929985514</c:v>
                </c:pt>
                <c:pt idx="443">
                  <c:v>104.52800579430229</c:v>
                </c:pt>
                <c:pt idx="444">
                  <c:v>105.01448575567358</c:v>
                </c:pt>
                <c:pt idx="445">
                  <c:v>104.93783196523418</c:v>
                </c:pt>
                <c:pt idx="446">
                  <c:v>105.12976822790922</c:v>
                </c:pt>
                <c:pt idx="447">
                  <c:v>104.91670690487686</c:v>
                </c:pt>
                <c:pt idx="448">
                  <c:v>103.99867213906326</c:v>
                </c:pt>
                <c:pt idx="449">
                  <c:v>103.99867213906326</c:v>
                </c:pt>
                <c:pt idx="450">
                  <c:v>104.27329792370837</c:v>
                </c:pt>
                <c:pt idx="451">
                  <c:v>104.1248189280541</c:v>
                </c:pt>
                <c:pt idx="452">
                  <c:v>104.13145823273781</c:v>
                </c:pt>
                <c:pt idx="453">
                  <c:v>102.77643650410431</c:v>
                </c:pt>
                <c:pt idx="454">
                  <c:v>102.42576050217286</c:v>
                </c:pt>
                <c:pt idx="455">
                  <c:v>101.80770159343314</c:v>
                </c:pt>
                <c:pt idx="456">
                  <c:v>102.57182520521486</c:v>
                </c:pt>
                <c:pt idx="457">
                  <c:v>103.13314823756639</c:v>
                </c:pt>
                <c:pt idx="458">
                  <c:v>101.78657653307582</c:v>
                </c:pt>
                <c:pt idx="459">
                  <c:v>102.91827619507485</c:v>
                </c:pt>
                <c:pt idx="460">
                  <c:v>100.14847899565427</c:v>
                </c:pt>
                <c:pt idx="461">
                  <c:v>97.880854659584742</c:v>
                </c:pt>
                <c:pt idx="462">
                  <c:v>97.918879768227924</c:v>
                </c:pt>
                <c:pt idx="463">
                  <c:v>97.536817962337025</c:v>
                </c:pt>
                <c:pt idx="464">
                  <c:v>97.46619990342829</c:v>
                </c:pt>
                <c:pt idx="465">
                  <c:v>95.715837759536456</c:v>
                </c:pt>
                <c:pt idx="466">
                  <c:v>96.599468855625304</c:v>
                </c:pt>
                <c:pt idx="467">
                  <c:v>96.973684210526329</c:v>
                </c:pt>
                <c:pt idx="468">
                  <c:v>96.155239014968615</c:v>
                </c:pt>
                <c:pt idx="469">
                  <c:v>97.951472718493477</c:v>
                </c:pt>
                <c:pt idx="470">
                  <c:v>98.103573153066151</c:v>
                </c:pt>
                <c:pt idx="471">
                  <c:v>98.28766296475132</c:v>
                </c:pt>
                <c:pt idx="472">
                  <c:v>99.281747947851287</c:v>
                </c:pt>
                <c:pt idx="473">
                  <c:v>98.900289715113459</c:v>
                </c:pt>
                <c:pt idx="474">
                  <c:v>97.619507484307093</c:v>
                </c:pt>
                <c:pt idx="475">
                  <c:v>98.1259053597296</c:v>
                </c:pt>
                <c:pt idx="476">
                  <c:v>98.299734427812652</c:v>
                </c:pt>
                <c:pt idx="477">
                  <c:v>97.803597295992276</c:v>
                </c:pt>
                <c:pt idx="478">
                  <c:v>99.551545147271852</c:v>
                </c:pt>
                <c:pt idx="479">
                  <c:v>99.731409946885563</c:v>
                </c:pt>
                <c:pt idx="480">
                  <c:v>98.633510381458237</c:v>
                </c:pt>
                <c:pt idx="481">
                  <c:v>99.249154997585691</c:v>
                </c:pt>
                <c:pt idx="482">
                  <c:v>98.77414292612265</c:v>
                </c:pt>
                <c:pt idx="483">
                  <c:v>98.425881216803475</c:v>
                </c:pt>
                <c:pt idx="484">
                  <c:v>98.255070014485753</c:v>
                </c:pt>
                <c:pt idx="485">
                  <c:v>97.831361661033327</c:v>
                </c:pt>
                <c:pt idx="486">
                  <c:v>97.566393046837277</c:v>
                </c:pt>
                <c:pt idx="487">
                  <c:v>97.311685176243373</c:v>
                </c:pt>
                <c:pt idx="488">
                  <c:v>96.319410912602606</c:v>
                </c:pt>
                <c:pt idx="489">
                  <c:v>96.399686141960402</c:v>
                </c:pt>
                <c:pt idx="490">
                  <c:v>95.464147754707867</c:v>
                </c:pt>
                <c:pt idx="491">
                  <c:v>96.968252052148728</c:v>
                </c:pt>
                <c:pt idx="492">
                  <c:v>96.992394978271363</c:v>
                </c:pt>
                <c:pt idx="493">
                  <c:v>97.822308063737324</c:v>
                </c:pt>
                <c:pt idx="494">
                  <c:v>98.814582327378076</c:v>
                </c:pt>
                <c:pt idx="495">
                  <c:v>98.738532110091754</c:v>
                </c:pt>
                <c:pt idx="496">
                  <c:v>98.892443264123614</c:v>
                </c:pt>
                <c:pt idx="497">
                  <c:v>98.871318203766307</c:v>
                </c:pt>
                <c:pt idx="498">
                  <c:v>99.876871076774492</c:v>
                </c:pt>
                <c:pt idx="499">
                  <c:v>99.514727184934799</c:v>
                </c:pt>
                <c:pt idx="500">
                  <c:v>99.421173346209557</c:v>
                </c:pt>
                <c:pt idx="501">
                  <c:v>100.0555287300821</c:v>
                </c:pt>
                <c:pt idx="502">
                  <c:v>101.16670690487686</c:v>
                </c:pt>
                <c:pt idx="503">
                  <c:v>101.487204249155</c:v>
                </c:pt>
                <c:pt idx="504">
                  <c:v>101.40451472718495</c:v>
                </c:pt>
                <c:pt idx="505">
                  <c:v>101.5548044422984</c:v>
                </c:pt>
                <c:pt idx="506">
                  <c:v>101.37614678899082</c:v>
                </c:pt>
                <c:pt idx="507">
                  <c:v>101.60550458715596</c:v>
                </c:pt>
                <c:pt idx="508">
                  <c:v>101.82399806856593</c:v>
                </c:pt>
                <c:pt idx="509">
                  <c:v>100.78887011105746</c:v>
                </c:pt>
                <c:pt idx="510">
                  <c:v>101.29768227909221</c:v>
                </c:pt>
                <c:pt idx="511">
                  <c:v>102.31530661516175</c:v>
                </c:pt>
                <c:pt idx="512">
                  <c:v>103.84777885079673</c:v>
                </c:pt>
                <c:pt idx="513">
                  <c:v>104.31253017865765</c:v>
                </c:pt>
                <c:pt idx="514">
                  <c:v>104.20992274263641</c:v>
                </c:pt>
                <c:pt idx="515">
                  <c:v>103.34741670690487</c:v>
                </c:pt>
                <c:pt idx="516">
                  <c:v>105.21970062771608</c:v>
                </c:pt>
                <c:pt idx="517">
                  <c:v>105.4351762433607</c:v>
                </c:pt>
                <c:pt idx="518">
                  <c:v>105.51605504587155</c:v>
                </c:pt>
                <c:pt idx="519">
                  <c:v>106.24154997585707</c:v>
                </c:pt>
                <c:pt idx="520">
                  <c:v>105.84620956059874</c:v>
                </c:pt>
                <c:pt idx="521">
                  <c:v>105.85526315789473</c:v>
                </c:pt>
                <c:pt idx="522">
                  <c:v>105.9681313375181</c:v>
                </c:pt>
                <c:pt idx="523">
                  <c:v>106.15101400289714</c:v>
                </c:pt>
                <c:pt idx="524">
                  <c:v>106.28983582810237</c:v>
                </c:pt>
                <c:pt idx="525">
                  <c:v>106.13592467407049</c:v>
                </c:pt>
                <c:pt idx="526">
                  <c:v>105.31989377112507</c:v>
                </c:pt>
                <c:pt idx="527">
                  <c:v>105.96330275229357</c:v>
                </c:pt>
                <c:pt idx="528">
                  <c:v>106.4908256880734</c:v>
                </c:pt>
                <c:pt idx="529">
                  <c:v>107.18493481409948</c:v>
                </c:pt>
                <c:pt idx="530">
                  <c:v>107.53078223080638</c:v>
                </c:pt>
                <c:pt idx="531">
                  <c:v>107.76074360212458</c:v>
                </c:pt>
                <c:pt idx="532">
                  <c:v>107.91284403669725</c:v>
                </c:pt>
                <c:pt idx="533">
                  <c:v>107.39618541767264</c:v>
                </c:pt>
                <c:pt idx="534">
                  <c:v>107.18976339932399</c:v>
                </c:pt>
                <c:pt idx="535">
                  <c:v>107.98889425398357</c:v>
                </c:pt>
                <c:pt idx="536">
                  <c:v>107.43300338000965</c:v>
                </c:pt>
                <c:pt idx="537">
                  <c:v>107.40644616127473</c:v>
                </c:pt>
                <c:pt idx="538">
                  <c:v>108.20195557701595</c:v>
                </c:pt>
                <c:pt idx="539">
                  <c:v>108.00217286335103</c:v>
                </c:pt>
                <c:pt idx="540">
                  <c:v>107.72935779816513</c:v>
                </c:pt>
                <c:pt idx="541">
                  <c:v>107.76195074843071</c:v>
                </c:pt>
                <c:pt idx="542">
                  <c:v>107.85309029454369</c:v>
                </c:pt>
                <c:pt idx="543">
                  <c:v>109.69338483824241</c:v>
                </c:pt>
                <c:pt idx="544">
                  <c:v>109.66682761950747</c:v>
                </c:pt>
                <c:pt idx="545">
                  <c:v>110.49855142443266</c:v>
                </c:pt>
                <c:pt idx="546">
                  <c:v>110.57520521487203</c:v>
                </c:pt>
                <c:pt idx="547">
                  <c:v>110.17443264123612</c:v>
                </c:pt>
                <c:pt idx="548">
                  <c:v>110.10985031385805</c:v>
                </c:pt>
                <c:pt idx="549">
                  <c:v>109.01074360212459</c:v>
                </c:pt>
                <c:pt idx="550">
                  <c:v>109.68493481409946</c:v>
                </c:pt>
                <c:pt idx="551">
                  <c:v>109.94688556253018</c:v>
                </c:pt>
                <c:pt idx="552">
                  <c:v>109.18879768227909</c:v>
                </c:pt>
                <c:pt idx="553">
                  <c:v>109.85997102848863</c:v>
                </c:pt>
                <c:pt idx="554">
                  <c:v>110.37904394012554</c:v>
                </c:pt>
                <c:pt idx="555">
                  <c:v>110.74058425881216</c:v>
                </c:pt>
                <c:pt idx="556">
                  <c:v>110.74058425881216</c:v>
                </c:pt>
                <c:pt idx="557">
                  <c:v>111.51436504104298</c:v>
                </c:pt>
                <c:pt idx="558">
                  <c:v>111.84391598261709</c:v>
                </c:pt>
                <c:pt idx="559">
                  <c:v>111.80528730082086</c:v>
                </c:pt>
                <c:pt idx="560">
                  <c:v>111.03693867696765</c:v>
                </c:pt>
                <c:pt idx="561">
                  <c:v>110.83353452438436</c:v>
                </c:pt>
                <c:pt idx="562">
                  <c:v>111.50410429744085</c:v>
                </c:pt>
                <c:pt idx="563">
                  <c:v>111.09910671173347</c:v>
                </c:pt>
                <c:pt idx="564">
                  <c:v>110.46354418155479</c:v>
                </c:pt>
                <c:pt idx="565">
                  <c:v>110.32472235634958</c:v>
                </c:pt>
                <c:pt idx="566">
                  <c:v>109.9124818928054</c:v>
                </c:pt>
                <c:pt idx="567">
                  <c:v>109.89256397875423</c:v>
                </c:pt>
                <c:pt idx="568">
                  <c:v>110.28971511347174</c:v>
                </c:pt>
                <c:pt idx="569">
                  <c:v>110.08450024142927</c:v>
                </c:pt>
                <c:pt idx="570">
                  <c:v>111.27414292612265</c:v>
                </c:pt>
                <c:pt idx="571">
                  <c:v>112.34427812650894</c:v>
                </c:pt>
                <c:pt idx="572">
                  <c:v>112.8905118300338</c:v>
                </c:pt>
                <c:pt idx="573">
                  <c:v>112.77341863833897</c:v>
                </c:pt>
                <c:pt idx="574">
                  <c:v>112.31349589570254</c:v>
                </c:pt>
                <c:pt idx="575">
                  <c:v>112.43119266055047</c:v>
                </c:pt>
                <c:pt idx="576">
                  <c:v>112.40886045388703</c:v>
                </c:pt>
                <c:pt idx="577">
                  <c:v>112.98768710767743</c:v>
                </c:pt>
                <c:pt idx="578">
                  <c:v>112.08715596330275</c:v>
                </c:pt>
                <c:pt idx="579">
                  <c:v>112.43421052631577</c:v>
                </c:pt>
                <c:pt idx="580">
                  <c:v>112.46801062288749</c:v>
                </c:pt>
                <c:pt idx="581">
                  <c:v>113.55987445678414</c:v>
                </c:pt>
                <c:pt idx="582">
                  <c:v>113.74215354901014</c:v>
                </c:pt>
                <c:pt idx="583">
                  <c:v>113.48261709319169</c:v>
                </c:pt>
                <c:pt idx="584">
                  <c:v>114.01979719942057</c:v>
                </c:pt>
                <c:pt idx="585">
                  <c:v>114.82677450507002</c:v>
                </c:pt>
                <c:pt idx="586">
                  <c:v>114.98973925639788</c:v>
                </c:pt>
                <c:pt idx="587">
                  <c:v>113.82725736359247</c:v>
                </c:pt>
                <c:pt idx="588">
                  <c:v>113.8085465958474</c:v>
                </c:pt>
                <c:pt idx="589">
                  <c:v>113.9334862385321</c:v>
                </c:pt>
                <c:pt idx="590">
                  <c:v>113.30456301303717</c:v>
                </c:pt>
                <c:pt idx="591">
                  <c:v>112.99553355866729</c:v>
                </c:pt>
                <c:pt idx="592">
                  <c:v>114.79659584741671</c:v>
                </c:pt>
                <c:pt idx="593">
                  <c:v>115.82689521970065</c:v>
                </c:pt>
                <c:pt idx="594">
                  <c:v>115.9451955577016</c:v>
                </c:pt>
                <c:pt idx="595">
                  <c:v>116.18239980685658</c:v>
                </c:pt>
                <c:pt idx="596">
                  <c:v>116.14256397875423</c:v>
                </c:pt>
                <c:pt idx="597">
                  <c:v>116.08039594398842</c:v>
                </c:pt>
                <c:pt idx="598">
                  <c:v>116.53186866248188</c:v>
                </c:pt>
                <c:pt idx="599">
                  <c:v>116.79261226460646</c:v>
                </c:pt>
                <c:pt idx="600">
                  <c:v>116.33450024142927</c:v>
                </c:pt>
                <c:pt idx="601">
                  <c:v>116.65741187831964</c:v>
                </c:pt>
                <c:pt idx="602">
                  <c:v>116.45642201834863</c:v>
                </c:pt>
                <c:pt idx="603">
                  <c:v>116.70992274263641</c:v>
                </c:pt>
                <c:pt idx="604">
                  <c:v>116.08401738290681</c:v>
                </c:pt>
                <c:pt idx="605">
                  <c:v>115.96933848382423</c:v>
                </c:pt>
                <c:pt idx="606">
                  <c:v>116.10514244326411</c:v>
                </c:pt>
                <c:pt idx="607">
                  <c:v>115.62107677450506</c:v>
                </c:pt>
                <c:pt idx="608">
                  <c:v>115.74179140511829</c:v>
                </c:pt>
                <c:pt idx="609">
                  <c:v>116.58075808788024</c:v>
                </c:pt>
                <c:pt idx="610">
                  <c:v>116.53186866248188</c:v>
                </c:pt>
                <c:pt idx="611">
                  <c:v>116.29164654756157</c:v>
                </c:pt>
                <c:pt idx="612">
                  <c:v>116.2481892805408</c:v>
                </c:pt>
                <c:pt idx="613">
                  <c:v>115.58365523901497</c:v>
                </c:pt>
                <c:pt idx="614">
                  <c:v>114.81651376146789</c:v>
                </c:pt>
                <c:pt idx="615">
                  <c:v>114.57327378078223</c:v>
                </c:pt>
                <c:pt idx="616">
                  <c:v>114.72839208112025</c:v>
                </c:pt>
                <c:pt idx="617">
                  <c:v>114.93119266055045</c:v>
                </c:pt>
                <c:pt idx="618">
                  <c:v>116.06711733462096</c:v>
                </c:pt>
                <c:pt idx="619">
                  <c:v>116.0465958474167</c:v>
                </c:pt>
                <c:pt idx="620">
                  <c:v>116.33993239980687</c:v>
                </c:pt>
                <c:pt idx="621">
                  <c:v>116.78597295992273</c:v>
                </c:pt>
                <c:pt idx="622">
                  <c:v>116.68034765813616</c:v>
                </c:pt>
                <c:pt idx="623">
                  <c:v>117.95086914534041</c:v>
                </c:pt>
                <c:pt idx="624">
                  <c:v>118.13194109126026</c:v>
                </c:pt>
                <c:pt idx="625">
                  <c:v>118.49468855625302</c:v>
                </c:pt>
                <c:pt idx="626">
                  <c:v>119.40729116368904</c:v>
                </c:pt>
                <c:pt idx="627">
                  <c:v>119.34270883631098</c:v>
                </c:pt>
                <c:pt idx="628">
                  <c:v>119.70002414292613</c:v>
                </c:pt>
                <c:pt idx="629">
                  <c:v>118.62807822308064</c:v>
                </c:pt>
                <c:pt idx="630">
                  <c:v>119.50265572187348</c:v>
                </c:pt>
                <c:pt idx="631">
                  <c:v>119.18517624336069</c:v>
                </c:pt>
                <c:pt idx="632">
                  <c:v>119.69157411878319</c:v>
                </c:pt>
                <c:pt idx="633">
                  <c:v>120.30902945436988</c:v>
                </c:pt>
                <c:pt idx="634">
                  <c:v>120.28669724770641</c:v>
                </c:pt>
                <c:pt idx="635">
                  <c:v>120.96390632544664</c:v>
                </c:pt>
                <c:pt idx="636">
                  <c:v>120.96269917914051</c:v>
                </c:pt>
                <c:pt idx="637">
                  <c:v>120.88966682761951</c:v>
                </c:pt>
                <c:pt idx="638">
                  <c:v>121.64534041525835</c:v>
                </c:pt>
                <c:pt idx="639">
                  <c:v>122.098623853211</c:v>
                </c:pt>
                <c:pt idx="640">
                  <c:v>121.69845485272815</c:v>
                </c:pt>
                <c:pt idx="641">
                  <c:v>120.87940608401738</c:v>
                </c:pt>
                <c:pt idx="642">
                  <c:v>121.51617576050218</c:v>
                </c:pt>
                <c:pt idx="643">
                  <c:v>121.40753259295025</c:v>
                </c:pt>
                <c:pt idx="644">
                  <c:v>120.45569773056492</c:v>
                </c:pt>
                <c:pt idx="645">
                  <c:v>119.60465958474167</c:v>
                </c:pt>
                <c:pt idx="646">
                  <c:v>118.54478512795752</c:v>
                </c:pt>
                <c:pt idx="647">
                  <c:v>117.22356349589569</c:v>
                </c:pt>
                <c:pt idx="648">
                  <c:v>118.22971994205697</c:v>
                </c:pt>
                <c:pt idx="649">
                  <c:v>119.47489135683244</c:v>
                </c:pt>
                <c:pt idx="650">
                  <c:v>119.55758087880251</c:v>
                </c:pt>
                <c:pt idx="651">
                  <c:v>118.7518107194592</c:v>
                </c:pt>
                <c:pt idx="652">
                  <c:v>117.74927571221632</c:v>
                </c:pt>
                <c:pt idx="653">
                  <c:v>117.88447609850311</c:v>
                </c:pt>
                <c:pt idx="654">
                  <c:v>118.93408981168518</c:v>
                </c:pt>
                <c:pt idx="655">
                  <c:v>118.98901496861419</c:v>
                </c:pt>
                <c:pt idx="656">
                  <c:v>119.66199903428294</c:v>
                </c:pt>
                <c:pt idx="657">
                  <c:v>118.2526557218735</c:v>
                </c:pt>
                <c:pt idx="658">
                  <c:v>119.31916948334138</c:v>
                </c:pt>
                <c:pt idx="659">
                  <c:v>119.7235634958957</c:v>
                </c:pt>
                <c:pt idx="660">
                  <c:v>120.40560115886045</c:v>
                </c:pt>
                <c:pt idx="661">
                  <c:v>119.66260260743601</c:v>
                </c:pt>
                <c:pt idx="662">
                  <c:v>120.1376146788991</c:v>
                </c:pt>
                <c:pt idx="663">
                  <c:v>119.70304200869147</c:v>
                </c:pt>
                <c:pt idx="664">
                  <c:v>119.86842105263158</c:v>
                </c:pt>
                <c:pt idx="665">
                  <c:v>119.92757122163205</c:v>
                </c:pt>
                <c:pt idx="666">
                  <c:v>120.78766296475132</c:v>
                </c:pt>
                <c:pt idx="667">
                  <c:v>121.83788025108642</c:v>
                </c:pt>
                <c:pt idx="668">
                  <c:v>121.67189763399323</c:v>
                </c:pt>
                <c:pt idx="669">
                  <c:v>121.76001931434091</c:v>
                </c:pt>
                <c:pt idx="670">
                  <c:v>121.7455335586673</c:v>
                </c:pt>
                <c:pt idx="671">
                  <c:v>122.56277160791889</c:v>
                </c:pt>
                <c:pt idx="672">
                  <c:v>122.49577498792851</c:v>
                </c:pt>
                <c:pt idx="673">
                  <c:v>122.41851762433606</c:v>
                </c:pt>
                <c:pt idx="674">
                  <c:v>122.18614196040561</c:v>
                </c:pt>
                <c:pt idx="675">
                  <c:v>120.28488652824723</c:v>
                </c:pt>
                <c:pt idx="676">
                  <c:v>119.17672621921778</c:v>
                </c:pt>
                <c:pt idx="677">
                  <c:v>119.16344760985031</c:v>
                </c:pt>
                <c:pt idx="678">
                  <c:v>117.52474649927571</c:v>
                </c:pt>
                <c:pt idx="679">
                  <c:v>117.92551907291164</c:v>
                </c:pt>
                <c:pt idx="680">
                  <c:v>118.16272332206663</c:v>
                </c:pt>
                <c:pt idx="681">
                  <c:v>119.01859005311444</c:v>
                </c:pt>
                <c:pt idx="682">
                  <c:v>119.68734910671172</c:v>
                </c:pt>
                <c:pt idx="683">
                  <c:v>119.37107677450507</c:v>
                </c:pt>
                <c:pt idx="684">
                  <c:v>120.46957991308547</c:v>
                </c:pt>
                <c:pt idx="685">
                  <c:v>120.57882665379044</c:v>
                </c:pt>
                <c:pt idx="686">
                  <c:v>120.91924191211976</c:v>
                </c:pt>
                <c:pt idx="687">
                  <c:v>120.5311443746982</c:v>
                </c:pt>
                <c:pt idx="688">
                  <c:v>121.87831965234186</c:v>
                </c:pt>
                <c:pt idx="689">
                  <c:v>122.73599710284888</c:v>
                </c:pt>
                <c:pt idx="690">
                  <c:v>123.50132786093675</c:v>
                </c:pt>
                <c:pt idx="691">
                  <c:v>123.54478512795752</c:v>
                </c:pt>
                <c:pt idx="692">
                  <c:v>123.2598985997103</c:v>
                </c:pt>
                <c:pt idx="693">
                  <c:v>122.48370352486721</c:v>
                </c:pt>
                <c:pt idx="694">
                  <c:v>122.94604056011589</c:v>
                </c:pt>
                <c:pt idx="695">
                  <c:v>123.22187349106713</c:v>
                </c:pt>
                <c:pt idx="696">
                  <c:v>124.27993722839207</c:v>
                </c:pt>
                <c:pt idx="697">
                  <c:v>124.86479961371317</c:v>
                </c:pt>
                <c:pt idx="698">
                  <c:v>124.61431675519073</c:v>
                </c:pt>
                <c:pt idx="699">
                  <c:v>125.10441815548043</c:v>
                </c:pt>
                <c:pt idx="700">
                  <c:v>124.76219217769193</c:v>
                </c:pt>
                <c:pt idx="701">
                  <c:v>126.03211009174311</c:v>
                </c:pt>
                <c:pt idx="702">
                  <c:v>125.83051665861902</c:v>
                </c:pt>
                <c:pt idx="703">
                  <c:v>126.17696764847899</c:v>
                </c:pt>
                <c:pt idx="704">
                  <c:v>126.16851762433605</c:v>
                </c:pt>
                <c:pt idx="705">
                  <c:v>124.94145340415257</c:v>
                </c:pt>
                <c:pt idx="706">
                  <c:v>124.3740946402704</c:v>
                </c:pt>
                <c:pt idx="707">
                  <c:v>124.44410912602608</c:v>
                </c:pt>
                <c:pt idx="708">
                  <c:v>124.59862385321101</c:v>
                </c:pt>
                <c:pt idx="709">
                  <c:v>123.43010622887496</c:v>
                </c:pt>
                <c:pt idx="710">
                  <c:v>122.96716562047321</c:v>
                </c:pt>
                <c:pt idx="711">
                  <c:v>122.13966682761949</c:v>
                </c:pt>
                <c:pt idx="712">
                  <c:v>123.30697730564944</c:v>
                </c:pt>
                <c:pt idx="713">
                  <c:v>124.13809753742153</c:v>
                </c:pt>
                <c:pt idx="714">
                  <c:v>124.32098020280058</c:v>
                </c:pt>
                <c:pt idx="715">
                  <c:v>124.66079188797681</c:v>
                </c:pt>
                <c:pt idx="716">
                  <c:v>124.84669241912118</c:v>
                </c:pt>
                <c:pt idx="717">
                  <c:v>124.92455335586673</c:v>
                </c:pt>
                <c:pt idx="718">
                  <c:v>125.41887976822792</c:v>
                </c:pt>
                <c:pt idx="719">
                  <c:v>125.53778367938193</c:v>
                </c:pt>
                <c:pt idx="720">
                  <c:v>125.18408981168518</c:v>
                </c:pt>
                <c:pt idx="721">
                  <c:v>125.07605021728632</c:v>
                </c:pt>
                <c:pt idx="722">
                  <c:v>123.44942056977304</c:v>
                </c:pt>
                <c:pt idx="723">
                  <c:v>122.18493481409946</c:v>
                </c:pt>
                <c:pt idx="724">
                  <c:v>122.25676001931434</c:v>
                </c:pt>
                <c:pt idx="725">
                  <c:v>122.14208112023177</c:v>
                </c:pt>
                <c:pt idx="726">
                  <c:v>121.24698213423468</c:v>
                </c:pt>
                <c:pt idx="727">
                  <c:v>122.72694350555288</c:v>
                </c:pt>
                <c:pt idx="728">
                  <c:v>123.92141477547078</c:v>
                </c:pt>
                <c:pt idx="729">
                  <c:v>124.60465958474167</c:v>
                </c:pt>
                <c:pt idx="730">
                  <c:v>123.61359246740705</c:v>
                </c:pt>
                <c:pt idx="731">
                  <c:v>123.0438194109126</c:v>
                </c:pt>
                <c:pt idx="732">
                  <c:v>123.75784645098986</c:v>
                </c:pt>
                <c:pt idx="733">
                  <c:v>124.73744567841622</c:v>
                </c:pt>
                <c:pt idx="734">
                  <c:v>125.40741187831965</c:v>
                </c:pt>
                <c:pt idx="735">
                  <c:v>126.30613230323516</c:v>
                </c:pt>
                <c:pt idx="736">
                  <c:v>126.07677450507002</c:v>
                </c:pt>
                <c:pt idx="737">
                  <c:v>126.02969579913083</c:v>
                </c:pt>
                <c:pt idx="738">
                  <c:v>126.66586190246258</c:v>
                </c:pt>
                <c:pt idx="739">
                  <c:v>127.1306132303235</c:v>
                </c:pt>
                <c:pt idx="740">
                  <c:v>126.6387011105746</c:v>
                </c:pt>
                <c:pt idx="741">
                  <c:v>126.4835828102366</c:v>
                </c:pt>
                <c:pt idx="742">
                  <c:v>127.12095605987446</c:v>
                </c:pt>
                <c:pt idx="743">
                  <c:v>125.97235634958956</c:v>
                </c:pt>
                <c:pt idx="744">
                  <c:v>126.05263157894737</c:v>
                </c:pt>
                <c:pt idx="745">
                  <c:v>126.0647030420087</c:v>
                </c:pt>
                <c:pt idx="746">
                  <c:v>126.80830516658619</c:v>
                </c:pt>
                <c:pt idx="747">
                  <c:v>127.4607677450507</c:v>
                </c:pt>
                <c:pt idx="748">
                  <c:v>128.24239497827136</c:v>
                </c:pt>
                <c:pt idx="749">
                  <c:v>128.4041525832931</c:v>
                </c:pt>
                <c:pt idx="750">
                  <c:v>128.34620956059874</c:v>
                </c:pt>
                <c:pt idx="751">
                  <c:v>128.57556735876389</c:v>
                </c:pt>
                <c:pt idx="752">
                  <c:v>128.93831482375663</c:v>
                </c:pt>
                <c:pt idx="753">
                  <c:v>129.66622404635442</c:v>
                </c:pt>
                <c:pt idx="754">
                  <c:v>129.17008691453404</c:v>
                </c:pt>
                <c:pt idx="755">
                  <c:v>130.23358281023658</c:v>
                </c:pt>
                <c:pt idx="756">
                  <c:v>130.57701593433123</c:v>
                </c:pt>
                <c:pt idx="757">
                  <c:v>131.51496861419605</c:v>
                </c:pt>
                <c:pt idx="758">
                  <c:v>132.37807822308065</c:v>
                </c:pt>
                <c:pt idx="759">
                  <c:v>133.7964751327861</c:v>
                </c:pt>
                <c:pt idx="760">
                  <c:v>133.82423949782714</c:v>
                </c:pt>
                <c:pt idx="761">
                  <c:v>133.62687107677451</c:v>
                </c:pt>
                <c:pt idx="762">
                  <c:v>134.36021245774987</c:v>
                </c:pt>
                <c:pt idx="763">
                  <c:v>133.38544181554803</c:v>
                </c:pt>
                <c:pt idx="764">
                  <c:v>133.12047320135201</c:v>
                </c:pt>
                <c:pt idx="765">
                  <c:v>132.99010140028972</c:v>
                </c:pt>
                <c:pt idx="766">
                  <c:v>129.89618541767263</c:v>
                </c:pt>
                <c:pt idx="767">
                  <c:v>128.76086431675517</c:v>
                </c:pt>
                <c:pt idx="768">
                  <c:v>126.72923708353451</c:v>
                </c:pt>
                <c:pt idx="769">
                  <c:v>126.46909705456302</c:v>
                </c:pt>
                <c:pt idx="770">
                  <c:v>127.67805408015451</c:v>
                </c:pt>
                <c:pt idx="771">
                  <c:v>126.20654273297924</c:v>
                </c:pt>
                <c:pt idx="772">
                  <c:v>127.23020280057943</c:v>
                </c:pt>
                <c:pt idx="773">
                  <c:v>126.76122646064702</c:v>
                </c:pt>
                <c:pt idx="774">
                  <c:v>127.29961371318204</c:v>
                </c:pt>
                <c:pt idx="775">
                  <c:v>126.17455335586672</c:v>
                </c:pt>
                <c:pt idx="776">
                  <c:v>125.28247223563496</c:v>
                </c:pt>
                <c:pt idx="777">
                  <c:v>125.06518590053115</c:v>
                </c:pt>
                <c:pt idx="778">
                  <c:v>125.51243360695317</c:v>
                </c:pt>
                <c:pt idx="779">
                  <c:v>125.33437952679867</c:v>
                </c:pt>
                <c:pt idx="780">
                  <c:v>126.64232254949299</c:v>
                </c:pt>
                <c:pt idx="781">
                  <c:v>127.74746499275713</c:v>
                </c:pt>
                <c:pt idx="782">
                  <c:v>127.40584258812166</c:v>
                </c:pt>
                <c:pt idx="783">
                  <c:v>126.66405118300339</c:v>
                </c:pt>
                <c:pt idx="784">
                  <c:v>126.24758570738774</c:v>
                </c:pt>
                <c:pt idx="785">
                  <c:v>125.0464751327861</c:v>
                </c:pt>
                <c:pt idx="786">
                  <c:v>123.72344278126508</c:v>
                </c:pt>
                <c:pt idx="787">
                  <c:v>122.57605021728635</c:v>
                </c:pt>
                <c:pt idx="788">
                  <c:v>123.64377112506035</c:v>
                </c:pt>
                <c:pt idx="789">
                  <c:v>123.45304200869145</c:v>
                </c:pt>
                <c:pt idx="790">
                  <c:v>125.80154514727184</c:v>
                </c:pt>
                <c:pt idx="791">
                  <c:v>125.86733462095607</c:v>
                </c:pt>
                <c:pt idx="792">
                  <c:v>125.67479478512796</c:v>
                </c:pt>
                <c:pt idx="793">
                  <c:v>125.06216803476582</c:v>
                </c:pt>
                <c:pt idx="794">
                  <c:v>123.0703766296475</c:v>
                </c:pt>
                <c:pt idx="795">
                  <c:v>121.85236600676002</c:v>
                </c:pt>
                <c:pt idx="796">
                  <c:v>122.21571704490583</c:v>
                </c:pt>
                <c:pt idx="797">
                  <c:v>122.58872525350073</c:v>
                </c:pt>
                <c:pt idx="798">
                  <c:v>122.09983099951714</c:v>
                </c:pt>
                <c:pt idx="799">
                  <c:v>120.69109126026075</c:v>
                </c:pt>
                <c:pt idx="800">
                  <c:v>122.29176726219218</c:v>
                </c:pt>
                <c:pt idx="801">
                  <c:v>122.93759053597296</c:v>
                </c:pt>
                <c:pt idx="802">
                  <c:v>122.08715596330275</c:v>
                </c:pt>
                <c:pt idx="803">
                  <c:v>123.27136648961854</c:v>
                </c:pt>
                <c:pt idx="804">
                  <c:v>123.67213906325448</c:v>
                </c:pt>
                <c:pt idx="805">
                  <c:v>122.26460647030419</c:v>
                </c:pt>
                <c:pt idx="806">
                  <c:v>124.63966682761951</c:v>
                </c:pt>
                <c:pt idx="807">
                  <c:v>124.71752776436504</c:v>
                </c:pt>
                <c:pt idx="808">
                  <c:v>125.29394012554323</c:v>
                </c:pt>
                <c:pt idx="809">
                  <c:v>125.57037662964751</c:v>
                </c:pt>
                <c:pt idx="810">
                  <c:v>125.75024142926121</c:v>
                </c:pt>
                <c:pt idx="811">
                  <c:v>126.25120714630613</c:v>
                </c:pt>
                <c:pt idx="812">
                  <c:v>126.51617576050218</c:v>
                </c:pt>
                <c:pt idx="813">
                  <c:v>127.09258812168036</c:v>
                </c:pt>
                <c:pt idx="814">
                  <c:v>127.33824239497828</c:v>
                </c:pt>
                <c:pt idx="815">
                  <c:v>127.06663447609851</c:v>
                </c:pt>
                <c:pt idx="816">
                  <c:v>127.53862868179621</c:v>
                </c:pt>
                <c:pt idx="817">
                  <c:v>127.52353935296956</c:v>
                </c:pt>
                <c:pt idx="818">
                  <c:v>127.77281506518592</c:v>
                </c:pt>
                <c:pt idx="819">
                  <c:v>128.13073394495413</c:v>
                </c:pt>
                <c:pt idx="820">
                  <c:v>127.60200386286817</c:v>
                </c:pt>
                <c:pt idx="821">
                  <c:v>128.17238049251569</c:v>
                </c:pt>
                <c:pt idx="822">
                  <c:v>129.07170449058424</c:v>
                </c:pt>
                <c:pt idx="823">
                  <c:v>129.63966682761952</c:v>
                </c:pt>
                <c:pt idx="824">
                  <c:v>129.38254466441333</c:v>
                </c:pt>
                <c:pt idx="825">
                  <c:v>128.91900048285851</c:v>
                </c:pt>
                <c:pt idx="826">
                  <c:v>128.17781265089329</c:v>
                </c:pt>
                <c:pt idx="827">
                  <c:v>129.35176243360695</c:v>
                </c:pt>
                <c:pt idx="828">
                  <c:v>129.37952679864799</c:v>
                </c:pt>
                <c:pt idx="829">
                  <c:v>129.66803476581364</c:v>
                </c:pt>
                <c:pt idx="830">
                  <c:v>129.36443746982133</c:v>
                </c:pt>
                <c:pt idx="831">
                  <c:v>130.45026557218736</c:v>
                </c:pt>
                <c:pt idx="832">
                  <c:v>130.45147271849348</c:v>
                </c:pt>
                <c:pt idx="833">
                  <c:v>130.3941332689522</c:v>
                </c:pt>
                <c:pt idx="834">
                  <c:v>129.66079188797684</c:v>
                </c:pt>
                <c:pt idx="835">
                  <c:v>128.95581844519558</c:v>
                </c:pt>
                <c:pt idx="836">
                  <c:v>127.91405118300338</c:v>
                </c:pt>
                <c:pt idx="837">
                  <c:v>126.95195557701595</c:v>
                </c:pt>
                <c:pt idx="838">
                  <c:v>127.19338483824241</c:v>
                </c:pt>
                <c:pt idx="839">
                  <c:v>125.90958474167068</c:v>
                </c:pt>
                <c:pt idx="840">
                  <c:v>126.91755190729117</c:v>
                </c:pt>
                <c:pt idx="841">
                  <c:v>128.01967648478995</c:v>
                </c:pt>
                <c:pt idx="842">
                  <c:v>129.02764365041043</c:v>
                </c:pt>
                <c:pt idx="843">
                  <c:v>128.3594881699662</c:v>
                </c:pt>
                <c:pt idx="844">
                  <c:v>128.13073394495413</c:v>
                </c:pt>
                <c:pt idx="845">
                  <c:v>129.60103814582325</c:v>
                </c:pt>
                <c:pt idx="846">
                  <c:v>129.11878319652342</c:v>
                </c:pt>
                <c:pt idx="847">
                  <c:v>128.30154514727187</c:v>
                </c:pt>
                <c:pt idx="848">
                  <c:v>127.87481892805408</c:v>
                </c:pt>
                <c:pt idx="849">
                  <c:v>128.97935779816515</c:v>
                </c:pt>
                <c:pt idx="850">
                  <c:v>129.98973925639788</c:v>
                </c:pt>
                <c:pt idx="851">
                  <c:v>129.98128923225494</c:v>
                </c:pt>
                <c:pt idx="852">
                  <c:v>130.21426846933849</c:v>
                </c:pt>
                <c:pt idx="853">
                  <c:v>130.88906325446646</c:v>
                </c:pt>
                <c:pt idx="854">
                  <c:v>131.05625301786577</c:v>
                </c:pt>
                <c:pt idx="855">
                  <c:v>130.4689763399324</c:v>
                </c:pt>
                <c:pt idx="856">
                  <c:v>130.58546595847417</c:v>
                </c:pt>
                <c:pt idx="857">
                  <c:v>130.36999034282954</c:v>
                </c:pt>
                <c:pt idx="858">
                  <c:v>129.29080154514727</c:v>
                </c:pt>
                <c:pt idx="859">
                  <c:v>130.03440366972475</c:v>
                </c:pt>
                <c:pt idx="860">
                  <c:v>129.66079188797684</c:v>
                </c:pt>
                <c:pt idx="861">
                  <c:v>130.63556253017867</c:v>
                </c:pt>
                <c:pt idx="862">
                  <c:v>129.91851762433609</c:v>
                </c:pt>
                <c:pt idx="863">
                  <c:v>129.99939642684691</c:v>
                </c:pt>
                <c:pt idx="864">
                  <c:v>128.81941091260259</c:v>
                </c:pt>
                <c:pt idx="865">
                  <c:v>127.82592950265573</c:v>
                </c:pt>
                <c:pt idx="866">
                  <c:v>129.33727667793335</c:v>
                </c:pt>
                <c:pt idx="867">
                  <c:v>128.64920328343794</c:v>
                </c:pt>
                <c:pt idx="868">
                  <c:v>129.16344760985029</c:v>
                </c:pt>
                <c:pt idx="869">
                  <c:v>130.00845002414292</c:v>
                </c:pt>
                <c:pt idx="870">
                  <c:v>129.76521004345727</c:v>
                </c:pt>
                <c:pt idx="871">
                  <c:v>130.04164654756156</c:v>
                </c:pt>
                <c:pt idx="872">
                  <c:v>131.01038145823273</c:v>
                </c:pt>
                <c:pt idx="873">
                  <c:v>132.14932399806855</c:v>
                </c:pt>
                <c:pt idx="874">
                  <c:v>132.16199903428293</c:v>
                </c:pt>
                <c:pt idx="875">
                  <c:v>133.06615161757605</c:v>
                </c:pt>
                <c:pt idx="876">
                  <c:v>133.01424432641235</c:v>
                </c:pt>
                <c:pt idx="877">
                  <c:v>132.0237807822308</c:v>
                </c:pt>
                <c:pt idx="878">
                  <c:v>132.883268952197</c:v>
                </c:pt>
                <c:pt idx="879">
                  <c:v>132.5500965717045</c:v>
                </c:pt>
                <c:pt idx="880">
                  <c:v>132.26822790922262</c:v>
                </c:pt>
                <c:pt idx="881">
                  <c:v>132.90922259777886</c:v>
                </c:pt>
                <c:pt idx="882">
                  <c:v>133.80915016900047</c:v>
                </c:pt>
                <c:pt idx="883">
                  <c:v>134.40729116368902</c:v>
                </c:pt>
                <c:pt idx="884">
                  <c:v>134.37952679864799</c:v>
                </c:pt>
                <c:pt idx="885">
                  <c:v>134.80564944471269</c:v>
                </c:pt>
                <c:pt idx="886">
                  <c:v>136.14618541767263</c:v>
                </c:pt>
                <c:pt idx="887">
                  <c:v>136.64352969579912</c:v>
                </c:pt>
                <c:pt idx="888">
                  <c:v>137.08957025591502</c:v>
                </c:pt>
                <c:pt idx="889">
                  <c:v>136.96523418638341</c:v>
                </c:pt>
                <c:pt idx="890">
                  <c:v>135.73998068565911</c:v>
                </c:pt>
                <c:pt idx="891">
                  <c:v>137.14147754707869</c:v>
                </c:pt>
                <c:pt idx="892">
                  <c:v>137.4589570255915</c:v>
                </c:pt>
                <c:pt idx="893">
                  <c:v>137.48732496378562</c:v>
                </c:pt>
                <c:pt idx="894">
                  <c:v>138.21825205214873</c:v>
                </c:pt>
                <c:pt idx="895">
                  <c:v>138.46813133751812</c:v>
                </c:pt>
                <c:pt idx="896">
                  <c:v>137.9707870593916</c:v>
                </c:pt>
                <c:pt idx="897">
                  <c:v>137.08051665861902</c:v>
                </c:pt>
                <c:pt idx="898">
                  <c:v>138.03838725253502</c:v>
                </c:pt>
                <c:pt idx="899">
                  <c:v>137.43421052631578</c:v>
                </c:pt>
                <c:pt idx="900">
                  <c:v>138.46873491067117</c:v>
                </c:pt>
                <c:pt idx="901">
                  <c:v>139.44652341863835</c:v>
                </c:pt>
                <c:pt idx="902">
                  <c:v>139.67769193626268</c:v>
                </c:pt>
                <c:pt idx="903">
                  <c:v>139.82073877353935</c:v>
                </c:pt>
                <c:pt idx="904">
                  <c:v>139.51110574601643</c:v>
                </c:pt>
                <c:pt idx="905">
                  <c:v>141.13894253983582</c:v>
                </c:pt>
                <c:pt idx="906">
                  <c:v>141.70086914534042</c:v>
                </c:pt>
                <c:pt idx="907">
                  <c:v>141.13833896668274</c:v>
                </c:pt>
                <c:pt idx="908">
                  <c:v>140.9560598744568</c:v>
                </c:pt>
                <c:pt idx="909">
                  <c:v>141.00072428778367</c:v>
                </c:pt>
                <c:pt idx="910">
                  <c:v>139.81591018831483</c:v>
                </c:pt>
                <c:pt idx="911">
                  <c:v>139.06687590535972</c:v>
                </c:pt>
                <c:pt idx="912">
                  <c:v>138.54357798165137</c:v>
                </c:pt>
                <c:pt idx="913">
                  <c:v>139.2672621921777</c:v>
                </c:pt>
                <c:pt idx="914">
                  <c:v>139.89739256397874</c:v>
                </c:pt>
                <c:pt idx="915">
                  <c:v>138.074601641719</c:v>
                </c:pt>
                <c:pt idx="916">
                  <c:v>136.25663930468372</c:v>
                </c:pt>
                <c:pt idx="917">
                  <c:v>137.25132786093675</c:v>
                </c:pt>
                <c:pt idx="918">
                  <c:v>139.00531144374699</c:v>
                </c:pt>
                <c:pt idx="919">
                  <c:v>137.34608884596813</c:v>
                </c:pt>
                <c:pt idx="920">
                  <c:v>136.15282472235634</c:v>
                </c:pt>
                <c:pt idx="921">
                  <c:v>135.61504104297441</c:v>
                </c:pt>
                <c:pt idx="922">
                  <c:v>134.51352003862868</c:v>
                </c:pt>
                <c:pt idx="923">
                  <c:v>132.39256397875423</c:v>
                </c:pt>
                <c:pt idx="924">
                  <c:v>133.60031385803961</c:v>
                </c:pt>
                <c:pt idx="925">
                  <c:v>133.43553838725254</c:v>
                </c:pt>
                <c:pt idx="926">
                  <c:v>132.51508932882666</c:v>
                </c:pt>
                <c:pt idx="927">
                  <c:v>131.94652341863835</c:v>
                </c:pt>
                <c:pt idx="928">
                  <c:v>132.88628681796234</c:v>
                </c:pt>
                <c:pt idx="929">
                  <c:v>131.07496378561081</c:v>
                </c:pt>
                <c:pt idx="930">
                  <c:v>127.94845485272815</c:v>
                </c:pt>
                <c:pt idx="931">
                  <c:v>124.53464509898599</c:v>
                </c:pt>
                <c:pt idx="932">
                  <c:v>124.9161033317238</c:v>
                </c:pt>
                <c:pt idx="933">
                  <c:v>124.34874456784162</c:v>
                </c:pt>
                <c:pt idx="934">
                  <c:v>126.26871076774506</c:v>
                </c:pt>
                <c:pt idx="935">
                  <c:v>123.54719942056977</c:v>
                </c:pt>
                <c:pt idx="936">
                  <c:v>126.41839690970546</c:v>
                </c:pt>
                <c:pt idx="937">
                  <c:v>126.90125543215838</c:v>
                </c:pt>
                <c:pt idx="938">
                  <c:v>127.77341863833898</c:v>
                </c:pt>
                <c:pt idx="939">
                  <c:v>126.18360695316271</c:v>
                </c:pt>
                <c:pt idx="940">
                  <c:v>124.37892322549493</c:v>
                </c:pt>
                <c:pt idx="941">
                  <c:v>123.67515692901981</c:v>
                </c:pt>
                <c:pt idx="942">
                  <c:v>122.48672139063255</c:v>
                </c:pt>
                <c:pt idx="943">
                  <c:v>123.42769193626269</c:v>
                </c:pt>
                <c:pt idx="944">
                  <c:v>122.22235634958956</c:v>
                </c:pt>
                <c:pt idx="945">
                  <c:v>121.07677450507002</c:v>
                </c:pt>
                <c:pt idx="946">
                  <c:v>123.7427571221632</c:v>
                </c:pt>
                <c:pt idx="947">
                  <c:v>123.10960888459681</c:v>
                </c:pt>
                <c:pt idx="948">
                  <c:v>125.38145823273781</c:v>
                </c:pt>
                <c:pt idx="949">
                  <c:v>125.30721873491069</c:v>
                </c:pt>
                <c:pt idx="950">
                  <c:v>127.39014968614195</c:v>
                </c:pt>
                <c:pt idx="951">
                  <c:v>127.04007725736359</c:v>
                </c:pt>
                <c:pt idx="952">
                  <c:v>127.11250603573151</c:v>
                </c:pt>
                <c:pt idx="953">
                  <c:v>127.93819410912602</c:v>
                </c:pt>
                <c:pt idx="954">
                  <c:v>127.77885079671658</c:v>
                </c:pt>
                <c:pt idx="955">
                  <c:v>126.5354901014003</c:v>
                </c:pt>
                <c:pt idx="956">
                  <c:v>127.74625784645099</c:v>
                </c:pt>
                <c:pt idx="957">
                  <c:v>127.67141477547077</c:v>
                </c:pt>
                <c:pt idx="958">
                  <c:v>128.15910188314825</c:v>
                </c:pt>
                <c:pt idx="959">
                  <c:v>128.94978271366492</c:v>
                </c:pt>
                <c:pt idx="960">
                  <c:v>129.92998551424432</c:v>
                </c:pt>
                <c:pt idx="961">
                  <c:v>128.63592467407051</c:v>
                </c:pt>
                <c:pt idx="962">
                  <c:v>127.95811202317719</c:v>
                </c:pt>
                <c:pt idx="963">
                  <c:v>127.07327378078223</c:v>
                </c:pt>
                <c:pt idx="964">
                  <c:v>128.30275229357798</c:v>
                </c:pt>
                <c:pt idx="965">
                  <c:v>128.99082568807341</c:v>
                </c:pt>
                <c:pt idx="966">
                  <c:v>129.51291646547563</c:v>
                </c:pt>
                <c:pt idx="967">
                  <c:v>131.08039594398841</c:v>
                </c:pt>
                <c:pt idx="968">
                  <c:v>131.2982858522453</c:v>
                </c:pt>
                <c:pt idx="969">
                  <c:v>131.38278609367455</c:v>
                </c:pt>
                <c:pt idx="970">
                  <c:v>131.2107677450507</c:v>
                </c:pt>
                <c:pt idx="971">
                  <c:v>130.16537904394013</c:v>
                </c:pt>
                <c:pt idx="972">
                  <c:v>127.97139063254465</c:v>
                </c:pt>
                <c:pt idx="973">
                  <c:v>129.08860453887013</c:v>
                </c:pt>
                <c:pt idx="974">
                  <c:v>126.61093674553356</c:v>
                </c:pt>
                <c:pt idx="975">
                  <c:v>127.34367455335587</c:v>
                </c:pt>
                <c:pt idx="976">
                  <c:v>129.6185417672622</c:v>
                </c:pt>
                <c:pt idx="977">
                  <c:v>130.26979719942057</c:v>
                </c:pt>
                <c:pt idx="978">
                  <c:v>130.43759053597296</c:v>
                </c:pt>
                <c:pt idx="979">
                  <c:v>131.43831482375666</c:v>
                </c:pt>
                <c:pt idx="980">
                  <c:v>131.68396909705459</c:v>
                </c:pt>
                <c:pt idx="981">
                  <c:v>132.39135683244808</c:v>
                </c:pt>
                <c:pt idx="982">
                  <c:v>132.20304200869145</c:v>
                </c:pt>
                <c:pt idx="983">
                  <c:v>129.81651376146789</c:v>
                </c:pt>
                <c:pt idx="984">
                  <c:v>128.72404635441816</c:v>
                </c:pt>
                <c:pt idx="985">
                  <c:v>129.52498792853694</c:v>
                </c:pt>
                <c:pt idx="986">
                  <c:v>130.12795750845001</c:v>
                </c:pt>
                <c:pt idx="987">
                  <c:v>131.09488169966198</c:v>
                </c:pt>
                <c:pt idx="988">
                  <c:v>131.12687107677451</c:v>
                </c:pt>
                <c:pt idx="989">
                  <c:v>131.70086914534042</c:v>
                </c:pt>
                <c:pt idx="990">
                  <c:v>130.28126508932883</c:v>
                </c:pt>
                <c:pt idx="991">
                  <c:v>128.82967165620474</c:v>
                </c:pt>
                <c:pt idx="992">
                  <c:v>129.49480927088365</c:v>
                </c:pt>
                <c:pt idx="993">
                  <c:v>130.03138580395944</c:v>
                </c:pt>
                <c:pt idx="994">
                  <c:v>130.39775470787058</c:v>
                </c:pt>
                <c:pt idx="995">
                  <c:v>131.03754225012071</c:v>
                </c:pt>
                <c:pt idx="996">
                  <c:v>130.63254466441333</c:v>
                </c:pt>
                <c:pt idx="997">
                  <c:v>130.31084017382909</c:v>
                </c:pt>
                <c:pt idx="998">
                  <c:v>129.6185417672622</c:v>
                </c:pt>
                <c:pt idx="999">
                  <c:v>131.41960405601159</c:v>
                </c:pt>
                <c:pt idx="1000">
                  <c:v>131.46185417672621</c:v>
                </c:pt>
                <c:pt idx="1001">
                  <c:v>131.64171897633994</c:v>
                </c:pt>
                <c:pt idx="1002">
                  <c:v>131.66284403669727</c:v>
                </c:pt>
                <c:pt idx="1003">
                  <c:v>132.32556735876389</c:v>
                </c:pt>
                <c:pt idx="1004">
                  <c:v>131.85357315306615</c:v>
                </c:pt>
                <c:pt idx="1005">
                  <c:v>130.75205214872042</c:v>
                </c:pt>
                <c:pt idx="1006">
                  <c:v>130.97295992274263</c:v>
                </c:pt>
                <c:pt idx="1007">
                  <c:v>130.13701110574601</c:v>
                </c:pt>
                <c:pt idx="1008">
                  <c:v>128.70050700144859</c:v>
                </c:pt>
                <c:pt idx="1009">
                  <c:v>128.58763882182524</c:v>
                </c:pt>
                <c:pt idx="1010">
                  <c:v>128.58281023660066</c:v>
                </c:pt>
                <c:pt idx="1011">
                  <c:v>130.74541284403671</c:v>
                </c:pt>
                <c:pt idx="1012">
                  <c:v>131.50229357798165</c:v>
                </c:pt>
                <c:pt idx="1013">
                  <c:v>131.72682279092226</c:v>
                </c:pt>
                <c:pt idx="1014">
                  <c:v>131.99360212457751</c:v>
                </c:pt>
                <c:pt idx="1015">
                  <c:v>133.53995654273299</c:v>
                </c:pt>
                <c:pt idx="1016">
                  <c:v>133.62385321100919</c:v>
                </c:pt>
                <c:pt idx="1017">
                  <c:v>132.10526315789474</c:v>
                </c:pt>
                <c:pt idx="1018">
                  <c:v>131.44374698213423</c:v>
                </c:pt>
                <c:pt idx="1019">
                  <c:v>130.75084500241431</c:v>
                </c:pt>
                <c:pt idx="1020">
                  <c:v>130.29514727184934</c:v>
                </c:pt>
                <c:pt idx="1021">
                  <c:v>129.72054563013035</c:v>
                </c:pt>
                <c:pt idx="1022">
                  <c:v>129.45919845485273</c:v>
                </c:pt>
                <c:pt idx="1023">
                  <c:v>128.45183486238534</c:v>
                </c:pt>
                <c:pt idx="1024">
                  <c:v>128.01001931434089</c:v>
                </c:pt>
                <c:pt idx="1025">
                  <c:v>129.59258812168036</c:v>
                </c:pt>
                <c:pt idx="1026">
                  <c:v>130.24927571221633</c:v>
                </c:pt>
                <c:pt idx="1027">
                  <c:v>130.27100434572668</c:v>
                </c:pt>
                <c:pt idx="1028">
                  <c:v>131.33872525350071</c:v>
                </c:pt>
                <c:pt idx="1029">
                  <c:v>130.79792370835344</c:v>
                </c:pt>
                <c:pt idx="1030">
                  <c:v>130.45207629164653</c:v>
                </c:pt>
                <c:pt idx="1031">
                  <c:v>130.28126508932883</c:v>
                </c:pt>
                <c:pt idx="1032">
                  <c:v>131.13833896668277</c:v>
                </c:pt>
                <c:pt idx="1033">
                  <c:v>132.63459681313375</c:v>
                </c:pt>
                <c:pt idx="1034">
                  <c:v>133.42588121680348</c:v>
                </c:pt>
                <c:pt idx="1035">
                  <c:v>133.48865282472238</c:v>
                </c:pt>
                <c:pt idx="1036">
                  <c:v>133.21342346692418</c:v>
                </c:pt>
                <c:pt idx="1037">
                  <c:v>134.81470304200869</c:v>
                </c:pt>
                <c:pt idx="1038">
                  <c:v>136.42201834862385</c:v>
                </c:pt>
                <c:pt idx="1039">
                  <c:v>136.91091260260743</c:v>
                </c:pt>
                <c:pt idx="1040">
                  <c:v>136.92962337035249</c:v>
                </c:pt>
                <c:pt idx="1041">
                  <c:v>137.9387976822791</c:v>
                </c:pt>
                <c:pt idx="1042">
                  <c:v>138.36552390149689</c:v>
                </c:pt>
                <c:pt idx="1043">
                  <c:v>139.21294060840174</c:v>
                </c:pt>
                <c:pt idx="1044">
                  <c:v>139.0759295026557</c:v>
                </c:pt>
                <c:pt idx="1045">
                  <c:v>138.30154514727184</c:v>
                </c:pt>
                <c:pt idx="1046">
                  <c:v>137.06240946402704</c:v>
                </c:pt>
                <c:pt idx="1047">
                  <c:v>138.6196281989377</c:v>
                </c:pt>
                <c:pt idx="1048">
                  <c:v>138.15849830999517</c:v>
                </c:pt>
                <c:pt idx="1049">
                  <c:v>139.66682761950747</c:v>
                </c:pt>
                <c:pt idx="1050">
                  <c:v>140.31747947851278</c:v>
                </c:pt>
                <c:pt idx="1051">
                  <c:v>140.86371318203766</c:v>
                </c:pt>
                <c:pt idx="1052">
                  <c:v>141.39546112988896</c:v>
                </c:pt>
                <c:pt idx="1053">
                  <c:v>140.55951231289231</c:v>
                </c:pt>
                <c:pt idx="1054">
                  <c:v>140.00482858522454</c:v>
                </c:pt>
                <c:pt idx="1055">
                  <c:v>140.82508450024145</c:v>
                </c:pt>
                <c:pt idx="1056">
                  <c:v>140.08329309512314</c:v>
                </c:pt>
                <c:pt idx="1057">
                  <c:v>140.89751327860938</c:v>
                </c:pt>
                <c:pt idx="1058">
                  <c:v>139.83944954128441</c:v>
                </c:pt>
                <c:pt idx="1059">
                  <c:v>139.98913568324483</c:v>
                </c:pt>
                <c:pt idx="1060">
                  <c:v>140.55347658136168</c:v>
                </c:pt>
                <c:pt idx="1061">
                  <c:v>141.1196281989377</c:v>
                </c:pt>
                <c:pt idx="1062">
                  <c:v>142.28814582327379</c:v>
                </c:pt>
                <c:pt idx="1063">
                  <c:v>141.87349106711733</c:v>
                </c:pt>
                <c:pt idx="1064">
                  <c:v>139.96197489135685</c:v>
                </c:pt>
                <c:pt idx="1065">
                  <c:v>139.73865282472238</c:v>
                </c:pt>
                <c:pt idx="1066">
                  <c:v>141.55178657653306</c:v>
                </c:pt>
                <c:pt idx="1067">
                  <c:v>140.53355866731047</c:v>
                </c:pt>
                <c:pt idx="1068">
                  <c:v>141.89582327378079</c:v>
                </c:pt>
                <c:pt idx="1069">
                  <c:v>141.81735876388217</c:v>
                </c:pt>
                <c:pt idx="1070">
                  <c:v>141.53488652824723</c:v>
                </c:pt>
                <c:pt idx="1071">
                  <c:v>141.38399323998067</c:v>
                </c:pt>
                <c:pt idx="1072">
                  <c:v>140.00784645098986</c:v>
                </c:pt>
                <c:pt idx="1073">
                  <c:v>138.79647513278607</c:v>
                </c:pt>
                <c:pt idx="1074">
                  <c:v>137.12518107194595</c:v>
                </c:pt>
                <c:pt idx="1075">
                  <c:v>136.42926122646065</c:v>
                </c:pt>
                <c:pt idx="1076">
                  <c:v>136.15282472235634</c:v>
                </c:pt>
                <c:pt idx="1077">
                  <c:v>134.57508450024145</c:v>
                </c:pt>
                <c:pt idx="1078">
                  <c:v>135.46656204732014</c:v>
                </c:pt>
                <c:pt idx="1079">
                  <c:v>134.68131337518108</c:v>
                </c:pt>
                <c:pt idx="1080">
                  <c:v>135.88966682761952</c:v>
                </c:pt>
                <c:pt idx="1081">
                  <c:v>137.70098985997103</c:v>
                </c:pt>
                <c:pt idx="1082">
                  <c:v>142.78428295509414</c:v>
                </c:pt>
                <c:pt idx="1083">
                  <c:v>141.34596813133754</c:v>
                </c:pt>
                <c:pt idx="1084">
                  <c:v>141.69362626750362</c:v>
                </c:pt>
                <c:pt idx="1085">
                  <c:v>140.71764847899564</c:v>
                </c:pt>
                <c:pt idx="1086">
                  <c:v>142.97561564461614</c:v>
                </c:pt>
                <c:pt idx="1087">
                  <c:v>143.94917914051183</c:v>
                </c:pt>
                <c:pt idx="1088">
                  <c:v>143.99746499275713</c:v>
                </c:pt>
                <c:pt idx="1089">
                  <c:v>143.18083051665863</c:v>
                </c:pt>
                <c:pt idx="1090">
                  <c:v>144.20449058425882</c:v>
                </c:pt>
                <c:pt idx="1091">
                  <c:v>143.92563978754225</c:v>
                </c:pt>
                <c:pt idx="1092">
                  <c:v>145.92648478995653</c:v>
                </c:pt>
                <c:pt idx="1093">
                  <c:v>145.11890391115404</c:v>
                </c:pt>
                <c:pt idx="1094">
                  <c:v>142.97139063254468</c:v>
                </c:pt>
                <c:pt idx="1095">
                  <c:v>143.29611298889424</c:v>
                </c:pt>
                <c:pt idx="1096">
                  <c:v>143.92443264123614</c:v>
                </c:pt>
                <c:pt idx="1097">
                  <c:v>144.44229840656689</c:v>
                </c:pt>
                <c:pt idx="1098">
                  <c:v>143.72525350072431</c:v>
                </c:pt>
                <c:pt idx="1099">
                  <c:v>143.82001448575565</c:v>
                </c:pt>
                <c:pt idx="1100">
                  <c:v>142.72452921294061</c:v>
                </c:pt>
                <c:pt idx="1101">
                  <c:v>140.89992757122164</c:v>
                </c:pt>
                <c:pt idx="1102">
                  <c:v>141.13351038145822</c:v>
                </c:pt>
                <c:pt idx="1103">
                  <c:v>141.13290680830517</c:v>
                </c:pt>
                <c:pt idx="1104">
                  <c:v>142.82653307580878</c:v>
                </c:pt>
                <c:pt idx="1105">
                  <c:v>141.52704007725737</c:v>
                </c:pt>
                <c:pt idx="1106">
                  <c:v>141.23189280540802</c:v>
                </c:pt>
                <c:pt idx="1107">
                  <c:v>142.40041042974408</c:v>
                </c:pt>
                <c:pt idx="1108">
                  <c:v>143.01726219217767</c:v>
                </c:pt>
                <c:pt idx="1109">
                  <c:v>142.94483341380976</c:v>
                </c:pt>
                <c:pt idx="1110">
                  <c:v>142.30866731047803</c:v>
                </c:pt>
                <c:pt idx="1111">
                  <c:v>143.23515210043459</c:v>
                </c:pt>
                <c:pt idx="1112">
                  <c:v>143.77474649927569</c:v>
                </c:pt>
                <c:pt idx="1113">
                  <c:v>143.85260743602123</c:v>
                </c:pt>
                <c:pt idx="1114">
                  <c:v>144.21475132786094</c:v>
                </c:pt>
                <c:pt idx="1115">
                  <c:v>142.57786093674554</c:v>
                </c:pt>
                <c:pt idx="1116">
                  <c:v>139.5292129406084</c:v>
                </c:pt>
                <c:pt idx="1117">
                  <c:v>139.49661999034282</c:v>
                </c:pt>
                <c:pt idx="1118">
                  <c:v>138.80854659584742</c:v>
                </c:pt>
                <c:pt idx="1119">
                  <c:v>139.82254949299855</c:v>
                </c:pt>
                <c:pt idx="1120">
                  <c:v>139.45557701593435</c:v>
                </c:pt>
                <c:pt idx="1121">
                  <c:v>139.88833896668277</c:v>
                </c:pt>
                <c:pt idx="1122">
                  <c:v>140.784645098986</c:v>
                </c:pt>
                <c:pt idx="1123">
                  <c:v>141.08522452921295</c:v>
                </c:pt>
                <c:pt idx="1124">
                  <c:v>139.99154997585708</c:v>
                </c:pt>
                <c:pt idx="1125">
                  <c:v>137.84705456301302</c:v>
                </c:pt>
                <c:pt idx="1126">
                  <c:v>136.96523418638341</c:v>
                </c:pt>
                <c:pt idx="1127">
                  <c:v>136.78235152100433</c:v>
                </c:pt>
                <c:pt idx="1128">
                  <c:v>136.06108160309029</c:v>
                </c:pt>
                <c:pt idx="1129">
                  <c:v>135.82991308546596</c:v>
                </c:pt>
                <c:pt idx="1130">
                  <c:v>136.21801062288748</c:v>
                </c:pt>
                <c:pt idx="1131">
                  <c:v>135.07001448575568</c:v>
                </c:pt>
                <c:pt idx="1132">
                  <c:v>133.81699661999033</c:v>
                </c:pt>
                <c:pt idx="1133">
                  <c:v>134.21052631578948</c:v>
                </c:pt>
                <c:pt idx="1134">
                  <c:v>132.54466441332687</c:v>
                </c:pt>
                <c:pt idx="1135">
                  <c:v>132.75410429744085</c:v>
                </c:pt>
                <c:pt idx="1136">
                  <c:v>131.12747464992759</c:v>
                </c:pt>
                <c:pt idx="1137">
                  <c:v>132.16139546112987</c:v>
                </c:pt>
                <c:pt idx="1138">
                  <c:v>131.0417672621922</c:v>
                </c:pt>
                <c:pt idx="1139">
                  <c:v>133.17781265089332</c:v>
                </c:pt>
                <c:pt idx="1140">
                  <c:v>134.10972959922742</c:v>
                </c:pt>
                <c:pt idx="1141">
                  <c:v>131.89099468855625</c:v>
                </c:pt>
                <c:pt idx="1142">
                  <c:v>133.14099468855625</c:v>
                </c:pt>
                <c:pt idx="1143">
                  <c:v>133.36310960888457</c:v>
                </c:pt>
                <c:pt idx="1144">
                  <c:v>133.43674553355868</c:v>
                </c:pt>
                <c:pt idx="1145">
                  <c:v>132.99130854659583</c:v>
                </c:pt>
                <c:pt idx="1146">
                  <c:v>131.80468372766779</c:v>
                </c:pt>
                <c:pt idx="1147">
                  <c:v>129.66380975374216</c:v>
                </c:pt>
                <c:pt idx="1148">
                  <c:v>130.72609850313859</c:v>
                </c:pt>
                <c:pt idx="1149">
                  <c:v>133.48442781265092</c:v>
                </c:pt>
                <c:pt idx="1150">
                  <c:v>134.05782230806375</c:v>
                </c:pt>
                <c:pt idx="1151">
                  <c:v>133.34258812168036</c:v>
                </c:pt>
                <c:pt idx="1152">
                  <c:v>132.16199903428293</c:v>
                </c:pt>
                <c:pt idx="1153">
                  <c:v>133.06675519072911</c:v>
                </c:pt>
                <c:pt idx="1154">
                  <c:v>130.34645098985999</c:v>
                </c:pt>
                <c:pt idx="1155">
                  <c:v>130.91079188797681</c:v>
                </c:pt>
                <c:pt idx="1156">
                  <c:v>130.95002414292611</c:v>
                </c:pt>
                <c:pt idx="1157">
                  <c:v>132.13664896185418</c:v>
                </c:pt>
                <c:pt idx="1158">
                  <c:v>132.82291163689038</c:v>
                </c:pt>
                <c:pt idx="1159">
                  <c:v>133.21704490584261</c:v>
                </c:pt>
                <c:pt idx="1160">
                  <c:v>132.57846450989859</c:v>
                </c:pt>
                <c:pt idx="1161">
                  <c:v>133.70231772090776</c:v>
                </c:pt>
                <c:pt idx="1162">
                  <c:v>132.82834379526798</c:v>
                </c:pt>
                <c:pt idx="1163">
                  <c:v>130.58425881216803</c:v>
                </c:pt>
                <c:pt idx="1164">
                  <c:v>130.86250603573154</c:v>
                </c:pt>
                <c:pt idx="1165">
                  <c:v>129.2225977788508</c:v>
                </c:pt>
                <c:pt idx="1166">
                  <c:v>136.09608884596813</c:v>
                </c:pt>
                <c:pt idx="1167">
                  <c:v>140.03138580395944</c:v>
                </c:pt>
                <c:pt idx="1168">
                  <c:v>139.88652824722357</c:v>
                </c:pt>
                <c:pt idx="1169">
                  <c:v>138.09995171414778</c:v>
                </c:pt>
                <c:pt idx="1170">
                  <c:v>139.68131337518108</c:v>
                </c:pt>
                <c:pt idx="1171">
                  <c:v>138.97151134717527</c:v>
                </c:pt>
                <c:pt idx="1172">
                  <c:v>138.5133993239981</c:v>
                </c:pt>
                <c:pt idx="1173">
                  <c:v>137.13061323032352</c:v>
                </c:pt>
                <c:pt idx="1174">
                  <c:v>136.57653307580878</c:v>
                </c:pt>
                <c:pt idx="1175">
                  <c:v>134.89558184451954</c:v>
                </c:pt>
                <c:pt idx="1176">
                  <c:v>134.31192660550457</c:v>
                </c:pt>
                <c:pt idx="1177">
                  <c:v>136.56808305166587</c:v>
                </c:pt>
                <c:pt idx="1178">
                  <c:v>135.61745533558667</c:v>
                </c:pt>
                <c:pt idx="1179">
                  <c:v>136.46849348140995</c:v>
                </c:pt>
                <c:pt idx="1180">
                  <c:v>136.90427329792371</c:v>
                </c:pt>
                <c:pt idx="1181">
                  <c:v>137.95630130371802</c:v>
                </c:pt>
                <c:pt idx="1182">
                  <c:v>138.38725253500724</c:v>
                </c:pt>
                <c:pt idx="1183">
                  <c:v>139.86419604056013</c:v>
                </c:pt>
                <c:pt idx="1184">
                  <c:v>140.77559150169</c:v>
                </c:pt>
                <c:pt idx="1185">
                  <c:v>139.88833896668277</c:v>
                </c:pt>
                <c:pt idx="1186">
                  <c:v>140.07846450989859</c:v>
                </c:pt>
                <c:pt idx="1187">
                  <c:v>139.81892805408017</c:v>
                </c:pt>
                <c:pt idx="1188">
                  <c:v>139.83462095605987</c:v>
                </c:pt>
                <c:pt idx="1189">
                  <c:v>140.35671173346208</c:v>
                </c:pt>
                <c:pt idx="1190">
                  <c:v>142.28452438435539</c:v>
                </c:pt>
                <c:pt idx="1191">
                  <c:v>142.97561564461614</c:v>
                </c:pt>
                <c:pt idx="1192">
                  <c:v>143.37819893771126</c:v>
                </c:pt>
                <c:pt idx="1193">
                  <c:v>143.53693867696765</c:v>
                </c:pt>
                <c:pt idx="1194">
                  <c:v>144.14896185417672</c:v>
                </c:pt>
                <c:pt idx="1195">
                  <c:v>143.85803959439883</c:v>
                </c:pt>
                <c:pt idx="1196">
                  <c:v>144.44773056494446</c:v>
                </c:pt>
                <c:pt idx="1197">
                  <c:v>145.00301786576532</c:v>
                </c:pt>
                <c:pt idx="1198">
                  <c:v>143.74879285369386</c:v>
                </c:pt>
                <c:pt idx="1199">
                  <c:v>143.8127716079189</c:v>
                </c:pt>
                <c:pt idx="1200">
                  <c:v>142.9315548044423</c:v>
                </c:pt>
                <c:pt idx="1201">
                  <c:v>143.31361661033318</c:v>
                </c:pt>
                <c:pt idx="1202">
                  <c:v>143.59548527281507</c:v>
                </c:pt>
                <c:pt idx="1203">
                  <c:v>143.46330275229357</c:v>
                </c:pt>
                <c:pt idx="1204">
                  <c:v>144.13447609850314</c:v>
                </c:pt>
                <c:pt idx="1205">
                  <c:v>144.84669241912121</c:v>
                </c:pt>
                <c:pt idx="1206">
                  <c:v>144.47609850313859</c:v>
                </c:pt>
                <c:pt idx="1207">
                  <c:v>143.82423949782714</c:v>
                </c:pt>
                <c:pt idx="1208">
                  <c:v>145.74782713664897</c:v>
                </c:pt>
                <c:pt idx="1209">
                  <c:v>145.31265089328826</c:v>
                </c:pt>
                <c:pt idx="1210">
                  <c:v>146.07315306615163</c:v>
                </c:pt>
                <c:pt idx="1211">
                  <c:v>146.68215837759536</c:v>
                </c:pt>
                <c:pt idx="1212">
                  <c:v>145.53416224046353</c:v>
                </c:pt>
                <c:pt idx="1213">
                  <c:v>145.43940125543219</c:v>
                </c:pt>
                <c:pt idx="1214">
                  <c:v>144.78754225012071</c:v>
                </c:pt>
                <c:pt idx="1215">
                  <c:v>145.37904394012554</c:v>
                </c:pt>
                <c:pt idx="1216">
                  <c:v>145.07967165620471</c:v>
                </c:pt>
                <c:pt idx="1217">
                  <c:v>143.90994688556253</c:v>
                </c:pt>
                <c:pt idx="1218">
                  <c:v>144.10309029454368</c:v>
                </c:pt>
                <c:pt idx="1219">
                  <c:v>143.12892322549493</c:v>
                </c:pt>
                <c:pt idx="1220">
                  <c:v>143.77293577981652</c:v>
                </c:pt>
                <c:pt idx="1221">
                  <c:v>144.51714147754706</c:v>
                </c:pt>
                <c:pt idx="1222">
                  <c:v>145.9041525832931</c:v>
                </c:pt>
                <c:pt idx="1223">
                  <c:v>145.50881216803478</c:v>
                </c:pt>
                <c:pt idx="1224">
                  <c:v>146.84934814099469</c:v>
                </c:pt>
                <c:pt idx="1225">
                  <c:v>147.53319652341864</c:v>
                </c:pt>
                <c:pt idx="1226">
                  <c:v>147.992515692902</c:v>
                </c:pt>
                <c:pt idx="1227">
                  <c:v>148.13858039594399</c:v>
                </c:pt>
                <c:pt idx="1228">
                  <c:v>148.02933365523901</c:v>
                </c:pt>
                <c:pt idx="1229">
                  <c:v>147.44748913568324</c:v>
                </c:pt>
                <c:pt idx="1230">
                  <c:v>146.38520038628681</c:v>
                </c:pt>
                <c:pt idx="1231">
                  <c:v>147.82472235634958</c:v>
                </c:pt>
                <c:pt idx="1232">
                  <c:v>147.94604056011588</c:v>
                </c:pt>
                <c:pt idx="1233">
                  <c:v>146.89099468855628</c:v>
                </c:pt>
                <c:pt idx="1234">
                  <c:v>147.06059874456784</c:v>
                </c:pt>
                <c:pt idx="1235">
                  <c:v>148.26412361178177</c:v>
                </c:pt>
                <c:pt idx="1236">
                  <c:v>147.59355383872526</c:v>
                </c:pt>
                <c:pt idx="1237">
                  <c:v>144.77366006760016</c:v>
                </c:pt>
                <c:pt idx="1238">
                  <c:v>145.49674070497346</c:v>
                </c:pt>
                <c:pt idx="1239">
                  <c:v>145.16356832448093</c:v>
                </c:pt>
                <c:pt idx="1240">
                  <c:v>147.46378561081605</c:v>
                </c:pt>
                <c:pt idx="1241">
                  <c:v>147.95750845002414</c:v>
                </c:pt>
                <c:pt idx="1242">
                  <c:v>148.8357073877354</c:v>
                </c:pt>
                <c:pt idx="1243">
                  <c:v>149.23104780299371</c:v>
                </c:pt>
                <c:pt idx="1244">
                  <c:v>149.00169000482856</c:v>
                </c:pt>
                <c:pt idx="1245">
                  <c:v>149.14896185417672</c:v>
                </c:pt>
                <c:pt idx="1246">
                  <c:v>149.11093674553356</c:v>
                </c:pt>
                <c:pt idx="1247">
                  <c:v>147.56820376629648</c:v>
                </c:pt>
                <c:pt idx="1248">
                  <c:v>146.90789473684211</c:v>
                </c:pt>
                <c:pt idx="1249">
                  <c:v>146.1479961371318</c:v>
                </c:pt>
                <c:pt idx="1250">
                  <c:v>147.034645098986</c:v>
                </c:pt>
                <c:pt idx="1251">
                  <c:v>147.85429744084985</c:v>
                </c:pt>
                <c:pt idx="1252">
                  <c:v>146.29406084017381</c:v>
                </c:pt>
                <c:pt idx="1253">
                  <c:v>145.53114437469821</c:v>
                </c:pt>
                <c:pt idx="1254">
                  <c:v>146.42081120231771</c:v>
                </c:pt>
                <c:pt idx="1255">
                  <c:v>145.28971511347174</c:v>
                </c:pt>
                <c:pt idx="1256">
                  <c:v>144.40004828585225</c:v>
                </c:pt>
                <c:pt idx="1257">
                  <c:v>140.77559150169</c:v>
                </c:pt>
                <c:pt idx="1258">
                  <c:v>141.33148237566394</c:v>
                </c:pt>
                <c:pt idx="1259">
                  <c:v>144.61190246257846</c:v>
                </c:pt>
                <c:pt idx="1260">
                  <c:v>145.93372766779333</c:v>
                </c:pt>
                <c:pt idx="1261">
                  <c:v>146.52281506518591</c:v>
                </c:pt>
                <c:pt idx="1262">
                  <c:v>146.04478512795751</c:v>
                </c:pt>
                <c:pt idx="1263">
                  <c:v>145.23780782230807</c:v>
                </c:pt>
                <c:pt idx="1264">
                  <c:v>146.16006760019314</c:v>
                </c:pt>
                <c:pt idx="1265">
                  <c:v>147.28633510381459</c:v>
                </c:pt>
                <c:pt idx="1266">
                  <c:v>146.96583775953644</c:v>
                </c:pt>
                <c:pt idx="1267">
                  <c:v>146.22706422018351</c:v>
                </c:pt>
                <c:pt idx="1268">
                  <c:v>145.41042974408498</c:v>
                </c:pt>
                <c:pt idx="1269">
                  <c:v>144.76702076291647</c:v>
                </c:pt>
                <c:pt idx="1270">
                  <c:v>146.37735393529695</c:v>
                </c:pt>
                <c:pt idx="1271">
                  <c:v>145.83353452438436</c:v>
                </c:pt>
                <c:pt idx="1272">
                  <c:v>142.79816513761466</c:v>
                </c:pt>
                <c:pt idx="1273">
                  <c:v>142.417914051183</c:v>
                </c:pt>
                <c:pt idx="1274">
                  <c:v>140.97658136166103</c:v>
                </c:pt>
                <c:pt idx="1275">
                  <c:v>140.43095123128921</c:v>
                </c:pt>
                <c:pt idx="1276">
                  <c:v>135.22151134717529</c:v>
                </c:pt>
                <c:pt idx="1277">
                  <c:v>134.38858039594399</c:v>
                </c:pt>
                <c:pt idx="1278">
                  <c:v>136.44736842105263</c:v>
                </c:pt>
                <c:pt idx="1279">
                  <c:v>135.81603090294544</c:v>
                </c:pt>
                <c:pt idx="1280">
                  <c:v>136.03331723804925</c:v>
                </c:pt>
                <c:pt idx="1281">
                  <c:v>132.65873973925642</c:v>
                </c:pt>
                <c:pt idx="1282">
                  <c:v>126.1642926122646</c:v>
                </c:pt>
                <c:pt idx="1283">
                  <c:v>126.2481892805408</c:v>
                </c:pt>
                <c:pt idx="1284">
                  <c:v>115.76714147754707</c:v>
                </c:pt>
                <c:pt idx="1285">
                  <c:v>120.17382906808307</c:v>
                </c:pt>
                <c:pt idx="1286">
                  <c:v>111.02607436021246</c:v>
                </c:pt>
                <c:pt idx="1287">
                  <c:v>108.24541284403668</c:v>
                </c:pt>
                <c:pt idx="1288">
                  <c:v>102.23080637373249</c:v>
                </c:pt>
                <c:pt idx="1289">
                  <c:v>99.751931434089826</c:v>
                </c:pt>
                <c:pt idx="1290">
                  <c:v>105.57037662964753</c:v>
                </c:pt>
                <c:pt idx="1291">
                  <c:v>91.866851762433612</c:v>
                </c:pt>
                <c:pt idx="1292">
                  <c:v>94.170086914534039</c:v>
                </c:pt>
                <c:pt idx="1293">
                  <c:v>100.40861902462579</c:v>
                </c:pt>
                <c:pt idx="1294">
                  <c:v>104.31494447126992</c:v>
                </c:pt>
                <c:pt idx="1295">
                  <c:v>104.54188797682281</c:v>
                </c:pt>
                <c:pt idx="1296">
                  <c:v>99.964992757122175</c:v>
                </c:pt>
                <c:pt idx="1297">
                  <c:v>103.7874215354901</c:v>
                </c:pt>
                <c:pt idx="1298">
                  <c:v>99.635441815548035</c:v>
                </c:pt>
                <c:pt idx="1299">
                  <c:v>97.583293095123139</c:v>
                </c:pt>
                <c:pt idx="1300">
                  <c:v>106.13471752776438</c:v>
                </c:pt>
                <c:pt idx="1301">
                  <c:v>105.61021245774988</c:v>
                </c:pt>
                <c:pt idx="1302">
                  <c:v>109.99396426846933</c:v>
                </c:pt>
                <c:pt idx="1303">
                  <c:v>108.56892805408016</c:v>
                </c:pt>
                <c:pt idx="1304">
                  <c:v>107.74142926122646</c:v>
                </c:pt>
                <c:pt idx="1305">
                  <c:v>108.55625301786576</c:v>
                </c:pt>
                <c:pt idx="1306">
                  <c:v>111.86323032351521</c:v>
                </c:pt>
                <c:pt idx="1307">
                  <c:v>111.80408015451474</c:v>
                </c:pt>
                <c:pt idx="1308">
                  <c:v>108.41924191211976</c:v>
                </c:pt>
                <c:pt idx="1309">
                  <c:v>110.9041525832931</c:v>
                </c:pt>
                <c:pt idx="1310">
                  <c:v>112.43239980685658</c:v>
                </c:pt>
                <c:pt idx="1311">
                  <c:v>110.50700144857556</c:v>
                </c:pt>
                <c:pt idx="1312">
                  <c:v>112.05094157411877</c:v>
                </c:pt>
                <c:pt idx="1313">
                  <c:v>113.24118783196523</c:v>
                </c:pt>
                <c:pt idx="1314">
                  <c:v>115.3229116368904</c:v>
                </c:pt>
                <c:pt idx="1315">
                  <c:v>119.02341863833897</c:v>
                </c:pt>
                <c:pt idx="1316">
                  <c:v>112.18614196040559</c:v>
                </c:pt>
                <c:pt idx="1317">
                  <c:v>111.12506035731531</c:v>
                </c:pt>
                <c:pt idx="1318">
                  <c:v>111.91332689521968</c:v>
                </c:pt>
                <c:pt idx="1319">
                  <c:v>111.04599227426364</c:v>
                </c:pt>
                <c:pt idx="1320">
                  <c:v>111.67914051183003</c:v>
                </c:pt>
                <c:pt idx="1321">
                  <c:v>111.53066151617577</c:v>
                </c:pt>
                <c:pt idx="1322">
                  <c:v>111.01581361661033</c:v>
                </c:pt>
                <c:pt idx="1323">
                  <c:v>113.27317720907773</c:v>
                </c:pt>
                <c:pt idx="1324">
                  <c:v>110.36636890391117</c:v>
                </c:pt>
                <c:pt idx="1325">
                  <c:v>110.29514727184934</c:v>
                </c:pt>
                <c:pt idx="1326">
                  <c:v>106.50953645581845</c:v>
                </c:pt>
                <c:pt idx="1327">
                  <c:v>107.18372766779333</c:v>
                </c:pt>
                <c:pt idx="1328">
                  <c:v>109.44652341863832</c:v>
                </c:pt>
                <c:pt idx="1329">
                  <c:v>109.92576050217286</c:v>
                </c:pt>
                <c:pt idx="1330">
                  <c:v>109.11697247706422</c:v>
                </c:pt>
                <c:pt idx="1331">
                  <c:v>108.99384355383872</c:v>
                </c:pt>
                <c:pt idx="1332">
                  <c:v>112.44507484307098</c:v>
                </c:pt>
                <c:pt idx="1333">
                  <c:v>114.55939159826171</c:v>
                </c:pt>
                <c:pt idx="1334">
                  <c:v>115.64823756639304</c:v>
                </c:pt>
                <c:pt idx="1335">
                  <c:v>118.6160067600193</c:v>
                </c:pt>
                <c:pt idx="1336">
                  <c:v>120.46233703524867</c:v>
                </c:pt>
                <c:pt idx="1337">
                  <c:v>121.45762916465475</c:v>
                </c:pt>
                <c:pt idx="1338">
                  <c:v>121.06591018831483</c:v>
                </c:pt>
                <c:pt idx="1339">
                  <c:v>122.43058908739739</c:v>
                </c:pt>
                <c:pt idx="1340">
                  <c:v>122.73599710284888</c:v>
                </c:pt>
                <c:pt idx="1341">
                  <c:v>121.27776436504104</c:v>
                </c:pt>
                <c:pt idx="1342">
                  <c:v>122.11673104780299</c:v>
                </c:pt>
                <c:pt idx="1343">
                  <c:v>119.53162723322066</c:v>
                </c:pt>
                <c:pt idx="1344">
                  <c:v>120.38749396426847</c:v>
                </c:pt>
                <c:pt idx="1345">
                  <c:v>118.46571704490584</c:v>
                </c:pt>
                <c:pt idx="1346">
                  <c:v>119.67648478995653</c:v>
                </c:pt>
                <c:pt idx="1347">
                  <c:v>119.27993722839207</c:v>
                </c:pt>
                <c:pt idx="1348">
                  <c:v>121.82098020280057</c:v>
                </c:pt>
                <c:pt idx="1349">
                  <c:v>123.66489618541767</c:v>
                </c:pt>
                <c:pt idx="1350">
                  <c:v>124.47126991791406</c:v>
                </c:pt>
                <c:pt idx="1351">
                  <c:v>126.40028971511347</c:v>
                </c:pt>
                <c:pt idx="1352">
                  <c:v>124.40004828585222</c:v>
                </c:pt>
                <c:pt idx="1353">
                  <c:v>124.20207629164655</c:v>
                </c:pt>
                <c:pt idx="1354">
                  <c:v>125.33800096571706</c:v>
                </c:pt>
                <c:pt idx="1355">
                  <c:v>124.48575567358763</c:v>
                </c:pt>
                <c:pt idx="1356">
                  <c:v>124.36141960405602</c:v>
                </c:pt>
                <c:pt idx="1357">
                  <c:v>125.90596330275228</c:v>
                </c:pt>
                <c:pt idx="1358">
                  <c:v>127.37445678416226</c:v>
                </c:pt>
                <c:pt idx="1359">
                  <c:v>128.04623370352488</c:v>
                </c:pt>
                <c:pt idx="1360">
                  <c:v>129.93300338000967</c:v>
                </c:pt>
                <c:pt idx="1361">
                  <c:v>130.36757605021728</c:v>
                </c:pt>
                <c:pt idx="1362">
                  <c:v>129.23406566875906</c:v>
                </c:pt>
                <c:pt idx="1363">
                  <c:v>130.53416224046356</c:v>
                </c:pt>
                <c:pt idx="1364">
                  <c:v>129.98611781747945</c:v>
                </c:pt>
                <c:pt idx="1365">
                  <c:v>130.40439401255432</c:v>
                </c:pt>
                <c:pt idx="1366">
                  <c:v>128.04623370352488</c:v>
                </c:pt>
                <c:pt idx="1367">
                  <c:v>128.17720907774023</c:v>
                </c:pt>
                <c:pt idx="1368">
                  <c:v>129.64690970545632</c:v>
                </c:pt>
                <c:pt idx="1369">
                  <c:v>131.5994688556253</c:v>
                </c:pt>
                <c:pt idx="1370">
                  <c:v>133.05408015451474</c:v>
                </c:pt>
                <c:pt idx="1371">
                  <c:v>134.74468855625301</c:v>
                </c:pt>
                <c:pt idx="1372">
                  <c:v>134.38676967648479</c:v>
                </c:pt>
                <c:pt idx="1373">
                  <c:v>135.38689039111543</c:v>
                </c:pt>
                <c:pt idx="1374">
                  <c:v>135.12976822790921</c:v>
                </c:pt>
                <c:pt idx="1375">
                  <c:v>134.37711250603573</c:v>
                </c:pt>
                <c:pt idx="1376">
                  <c:v>136.41417189763399</c:v>
                </c:pt>
                <c:pt idx="1377">
                  <c:v>135.23478995654276</c:v>
                </c:pt>
                <c:pt idx="1378">
                  <c:v>134.01919362626751</c:v>
                </c:pt>
                <c:pt idx="1379">
                  <c:v>133.67274263640755</c:v>
                </c:pt>
                <c:pt idx="1380">
                  <c:v>131.47754707870592</c:v>
                </c:pt>
                <c:pt idx="1381">
                  <c:v>133.93590053114437</c:v>
                </c:pt>
                <c:pt idx="1382">
                  <c:v>134.01315789473685</c:v>
                </c:pt>
                <c:pt idx="1383">
                  <c:v>135.20219700627715</c:v>
                </c:pt>
                <c:pt idx="1384">
                  <c:v>135.36999034282954</c:v>
                </c:pt>
                <c:pt idx="1385">
                  <c:v>136.04719942056977</c:v>
                </c:pt>
                <c:pt idx="1386">
                  <c:v>136.67914051183004</c:v>
                </c:pt>
                <c:pt idx="1387">
                  <c:v>136.50893288266536</c:v>
                </c:pt>
                <c:pt idx="1388">
                  <c:v>136.41296475132788</c:v>
                </c:pt>
                <c:pt idx="1389">
                  <c:v>134.93964268469338</c:v>
                </c:pt>
                <c:pt idx="1390">
                  <c:v>135.76895219700629</c:v>
                </c:pt>
                <c:pt idx="1391">
                  <c:v>137.43783196523418</c:v>
                </c:pt>
                <c:pt idx="1392">
                  <c:v>137.71607918879766</c:v>
                </c:pt>
                <c:pt idx="1393">
                  <c:v>136.5548044422984</c:v>
                </c:pt>
                <c:pt idx="1394">
                  <c:v>137.27184934814102</c:v>
                </c:pt>
                <c:pt idx="1395">
                  <c:v>138.4168276195075</c:v>
                </c:pt>
                <c:pt idx="1396">
                  <c:v>138.48684210526315</c:v>
                </c:pt>
                <c:pt idx="1397">
                  <c:v>139.42056977305651</c:v>
                </c:pt>
                <c:pt idx="1398">
                  <c:v>139.53705939159826</c:v>
                </c:pt>
                <c:pt idx="1399">
                  <c:v>140.60357315306615</c:v>
                </c:pt>
                <c:pt idx="1400">
                  <c:v>137.46378561081602</c:v>
                </c:pt>
                <c:pt idx="1401">
                  <c:v>138.46269917914051</c:v>
                </c:pt>
                <c:pt idx="1402">
                  <c:v>139.24432641236118</c:v>
                </c:pt>
                <c:pt idx="1403">
                  <c:v>139.15318686624821</c:v>
                </c:pt>
                <c:pt idx="1404">
                  <c:v>136.81615161757605</c:v>
                </c:pt>
                <c:pt idx="1405">
                  <c:v>137.07206663447607</c:v>
                </c:pt>
                <c:pt idx="1406">
                  <c:v>136.61697247706422</c:v>
                </c:pt>
                <c:pt idx="1407">
                  <c:v>136.14196040560117</c:v>
                </c:pt>
                <c:pt idx="1408">
                  <c:v>138.20919845485273</c:v>
                </c:pt>
                <c:pt idx="1409">
                  <c:v>138.39268469338484</c:v>
                </c:pt>
                <c:pt idx="1410">
                  <c:v>138.09814099468855</c:v>
                </c:pt>
                <c:pt idx="1411">
                  <c:v>139.0849830999517</c:v>
                </c:pt>
                <c:pt idx="1412">
                  <c:v>140.0838966682762</c:v>
                </c:pt>
                <c:pt idx="1413">
                  <c:v>139.01617576050219</c:v>
                </c:pt>
                <c:pt idx="1414">
                  <c:v>138.88157894736844</c:v>
                </c:pt>
                <c:pt idx="1415">
                  <c:v>135.81059874456781</c:v>
                </c:pt>
                <c:pt idx="1416">
                  <c:v>134.64087397392564</c:v>
                </c:pt>
                <c:pt idx="1417">
                  <c:v>134.37771607918882</c:v>
                </c:pt>
                <c:pt idx="1418">
                  <c:v>130.43879768227907</c:v>
                </c:pt>
                <c:pt idx="1419">
                  <c:v>133.39268469338484</c:v>
                </c:pt>
                <c:pt idx="1420">
                  <c:v>135.53295509415739</c:v>
                </c:pt>
                <c:pt idx="1421">
                  <c:v>135.4707870593916</c:v>
                </c:pt>
                <c:pt idx="1422">
                  <c:v>135.77438435538386</c:v>
                </c:pt>
                <c:pt idx="1423">
                  <c:v>137.81929019797201</c:v>
                </c:pt>
                <c:pt idx="1424">
                  <c:v>138.86226460647032</c:v>
                </c:pt>
                <c:pt idx="1425">
                  <c:v>140.78223080637372</c:v>
                </c:pt>
                <c:pt idx="1426">
                  <c:v>141.70509415741188</c:v>
                </c:pt>
                <c:pt idx="1427">
                  <c:v>142.86093674553356</c:v>
                </c:pt>
                <c:pt idx="1428">
                  <c:v>143.82182520521488</c:v>
                </c:pt>
                <c:pt idx="1429">
                  <c:v>144.02402221149205</c:v>
                </c:pt>
                <c:pt idx="1430">
                  <c:v>144.06687590535972</c:v>
                </c:pt>
                <c:pt idx="1431">
                  <c:v>144.50808788025108</c:v>
                </c:pt>
                <c:pt idx="1432">
                  <c:v>140.99891356832447</c:v>
                </c:pt>
                <c:pt idx="1433">
                  <c:v>141.98998068565911</c:v>
                </c:pt>
                <c:pt idx="1434">
                  <c:v>143.32508450024142</c:v>
                </c:pt>
                <c:pt idx="1435">
                  <c:v>143.61178174794784</c:v>
                </c:pt>
                <c:pt idx="1436">
                  <c:v>144.10490101400288</c:v>
                </c:pt>
                <c:pt idx="1437">
                  <c:v>143.60755673587639</c:v>
                </c:pt>
                <c:pt idx="1438">
                  <c:v>144.01677933365525</c:v>
                </c:pt>
                <c:pt idx="1439">
                  <c:v>142.0539594398841</c:v>
                </c:pt>
                <c:pt idx="1440">
                  <c:v>143.52245292129408</c:v>
                </c:pt>
                <c:pt idx="1441">
                  <c:v>141.59343312409464</c:v>
                </c:pt>
                <c:pt idx="1442">
                  <c:v>140.88363109608883</c:v>
                </c:pt>
                <c:pt idx="1443">
                  <c:v>140.54080154514727</c:v>
                </c:pt>
                <c:pt idx="1444">
                  <c:v>140.86371318203766</c:v>
                </c:pt>
                <c:pt idx="1445">
                  <c:v>142.60622887493963</c:v>
                </c:pt>
                <c:pt idx="1446">
                  <c:v>143.75301786576534</c:v>
                </c:pt>
                <c:pt idx="1447">
                  <c:v>146.30975374215353</c:v>
                </c:pt>
                <c:pt idx="1448">
                  <c:v>148.03899082568805</c:v>
                </c:pt>
                <c:pt idx="1449">
                  <c:v>150.42310478029935</c:v>
                </c:pt>
                <c:pt idx="1450">
                  <c:v>152.47585707387736</c:v>
                </c:pt>
                <c:pt idx="1451">
                  <c:v>153.90089328826653</c:v>
                </c:pt>
                <c:pt idx="1452">
                  <c:v>153.19652341863832</c:v>
                </c:pt>
                <c:pt idx="1453">
                  <c:v>153.54840656687591</c:v>
                </c:pt>
                <c:pt idx="1454">
                  <c:v>154.2763157894737</c:v>
                </c:pt>
                <c:pt idx="1455">
                  <c:v>155.41042974408498</c:v>
                </c:pt>
                <c:pt idx="1456">
                  <c:v>156.18360695316272</c:v>
                </c:pt>
                <c:pt idx="1457">
                  <c:v>154.17310478029938</c:v>
                </c:pt>
                <c:pt idx="1458">
                  <c:v>155.22754707870595</c:v>
                </c:pt>
                <c:pt idx="1459">
                  <c:v>156.04116368903914</c:v>
                </c:pt>
                <c:pt idx="1460">
                  <c:v>157.59476098503137</c:v>
                </c:pt>
                <c:pt idx="1461">
                  <c:v>155.21970062771609</c:v>
                </c:pt>
                <c:pt idx="1462">
                  <c:v>156.77209077740221</c:v>
                </c:pt>
                <c:pt idx="1463">
                  <c:v>156.55420086914535</c:v>
                </c:pt>
                <c:pt idx="1464">
                  <c:v>158.24541284403668</c:v>
                </c:pt>
                <c:pt idx="1465">
                  <c:v>158.30214872042492</c:v>
                </c:pt>
                <c:pt idx="1466">
                  <c:v>158.54538870111057</c:v>
                </c:pt>
                <c:pt idx="1467">
                  <c:v>160.05009657170447</c:v>
                </c:pt>
                <c:pt idx="1468">
                  <c:v>161.22344278126508</c:v>
                </c:pt>
                <c:pt idx="1469">
                  <c:v>161.67250120714633</c:v>
                </c:pt>
                <c:pt idx="1470">
                  <c:v>163.31603090294544</c:v>
                </c:pt>
                <c:pt idx="1471">
                  <c:v>162.70280057943023</c:v>
                </c:pt>
                <c:pt idx="1472">
                  <c:v>163.13194109126025</c:v>
                </c:pt>
                <c:pt idx="1473">
                  <c:v>163.66670690487686</c:v>
                </c:pt>
                <c:pt idx="1474">
                  <c:v>163.78380009657172</c:v>
                </c:pt>
                <c:pt idx="1475">
                  <c:v>165.17020762916465</c:v>
                </c:pt>
                <c:pt idx="1476">
                  <c:v>165.8703524867214</c:v>
                </c:pt>
                <c:pt idx="1477">
                  <c:v>166.10997102848864</c:v>
                </c:pt>
                <c:pt idx="1478">
                  <c:v>160.89328826653789</c:v>
                </c:pt>
                <c:pt idx="1479">
                  <c:v>162.55794302269436</c:v>
                </c:pt>
                <c:pt idx="1480">
                  <c:v>164.1851762433607</c:v>
                </c:pt>
                <c:pt idx="1481">
                  <c:v>165.97356349589569</c:v>
                </c:pt>
                <c:pt idx="1482">
                  <c:v>167.46982134234671</c:v>
                </c:pt>
                <c:pt idx="1483">
                  <c:v>168.18686624818929</c:v>
                </c:pt>
                <c:pt idx="1484">
                  <c:v>168.78259295026558</c:v>
                </c:pt>
                <c:pt idx="1485">
                  <c:v>168.78017865765332</c:v>
                </c:pt>
                <c:pt idx="1486">
                  <c:v>169.22380492515694</c:v>
                </c:pt>
                <c:pt idx="1487">
                  <c:v>170.60478029937227</c:v>
                </c:pt>
                <c:pt idx="1488">
                  <c:v>171.40873973925639</c:v>
                </c:pt>
                <c:pt idx="1489">
                  <c:v>170.76593433124094</c:v>
                </c:pt>
                <c:pt idx="1490">
                  <c:v>170.65849830999517</c:v>
                </c:pt>
                <c:pt idx="1491">
                  <c:v>173.19229840656686</c:v>
                </c:pt>
                <c:pt idx="1492">
                  <c:v>174.85212457749878</c:v>
                </c:pt>
                <c:pt idx="1493">
                  <c:v>175.80214872042492</c:v>
                </c:pt>
                <c:pt idx="1494">
                  <c:v>175.81904876871079</c:v>
                </c:pt>
                <c:pt idx="1495">
                  <c:v>176.19024625784644</c:v>
                </c:pt>
                <c:pt idx="1496">
                  <c:v>174.23587638821826</c:v>
                </c:pt>
                <c:pt idx="1497">
                  <c:v>172.3961854176726</c:v>
                </c:pt>
                <c:pt idx="1498">
                  <c:v>175.29152583293094</c:v>
                </c:pt>
                <c:pt idx="1499">
                  <c:v>176.78295509415742</c:v>
                </c:pt>
                <c:pt idx="1500">
                  <c:v>176.12687107677451</c:v>
                </c:pt>
                <c:pt idx="1501">
                  <c:v>173.48985997102849</c:v>
                </c:pt>
                <c:pt idx="1502">
                  <c:v>171.88435538387253</c:v>
                </c:pt>
                <c:pt idx="1503">
                  <c:v>168.60816030902944</c:v>
                </c:pt>
                <c:pt idx="1504">
                  <c:v>166.79804442298405</c:v>
                </c:pt>
                <c:pt idx="1505">
                  <c:v>164.58957025591502</c:v>
                </c:pt>
                <c:pt idx="1506">
                  <c:v>172.39497827136648</c:v>
                </c:pt>
                <c:pt idx="1507">
                  <c:v>176.8209802028006</c:v>
                </c:pt>
                <c:pt idx="1508">
                  <c:v>178.53633510381459</c:v>
                </c:pt>
                <c:pt idx="1509">
                  <c:v>179.81228874939643</c:v>
                </c:pt>
                <c:pt idx="1510">
                  <c:v>180.15753259295028</c:v>
                </c:pt>
                <c:pt idx="1511">
                  <c:v>182.46982134234668</c:v>
                </c:pt>
                <c:pt idx="1512">
                  <c:v>182.39135683244808</c:v>
                </c:pt>
                <c:pt idx="1513">
                  <c:v>182.35755673587639</c:v>
                </c:pt>
                <c:pt idx="1514">
                  <c:v>183.16393046837277</c:v>
                </c:pt>
                <c:pt idx="1515">
                  <c:v>183.04321583775953</c:v>
                </c:pt>
                <c:pt idx="1516">
                  <c:v>184.87083534524385</c:v>
                </c:pt>
                <c:pt idx="1517">
                  <c:v>184.85574601641719</c:v>
                </c:pt>
                <c:pt idx="1518">
                  <c:v>183.59367455335587</c:v>
                </c:pt>
                <c:pt idx="1519">
                  <c:v>182.50784645098989</c:v>
                </c:pt>
                <c:pt idx="1520">
                  <c:v>180.85164171897634</c:v>
                </c:pt>
                <c:pt idx="1521">
                  <c:v>177.15717044905844</c:v>
                </c:pt>
                <c:pt idx="1522">
                  <c:v>177.54466441332687</c:v>
                </c:pt>
                <c:pt idx="1523">
                  <c:v>180.85465958474168</c:v>
                </c:pt>
                <c:pt idx="1524">
                  <c:v>182.2471028488653</c:v>
                </c:pt>
                <c:pt idx="1525">
                  <c:v>175.38809753742152</c:v>
                </c:pt>
                <c:pt idx="1526">
                  <c:v>178.19350555287301</c:v>
                </c:pt>
                <c:pt idx="1527">
                  <c:v>180.09536455818446</c:v>
                </c:pt>
                <c:pt idx="1528">
                  <c:v>184.03669724770643</c:v>
                </c:pt>
                <c:pt idx="1529">
                  <c:v>182.04671656204732</c:v>
                </c:pt>
                <c:pt idx="1530">
                  <c:v>180.32472235634961</c:v>
                </c:pt>
                <c:pt idx="1531">
                  <c:v>180.54321583775953</c:v>
                </c:pt>
                <c:pt idx="1532">
                  <c:v>182.25977788507967</c:v>
                </c:pt>
                <c:pt idx="1533">
                  <c:v>183.18203766296475</c:v>
                </c:pt>
                <c:pt idx="1534">
                  <c:v>181.44555770159346</c:v>
                </c:pt>
                <c:pt idx="1535">
                  <c:v>180.22090777402221</c:v>
                </c:pt>
                <c:pt idx="1536">
                  <c:v>179.990946402704</c:v>
                </c:pt>
                <c:pt idx="1537">
                  <c:v>177.70762916465475</c:v>
                </c:pt>
                <c:pt idx="1538">
                  <c:v>175.73454852728153</c:v>
                </c:pt>
                <c:pt idx="1539">
                  <c:v>177.9816513761468</c:v>
                </c:pt>
                <c:pt idx="1540">
                  <c:v>177.88990825688074</c:v>
                </c:pt>
                <c:pt idx="1541">
                  <c:v>178.8357073877354</c:v>
                </c:pt>
                <c:pt idx="1542">
                  <c:v>175.6325446644133</c:v>
                </c:pt>
                <c:pt idx="1543">
                  <c:v>172.9225012071463</c:v>
                </c:pt>
                <c:pt idx="1544">
                  <c:v>175.12433606953161</c:v>
                </c:pt>
                <c:pt idx="1545">
                  <c:v>179.20207629164656</c:v>
                </c:pt>
                <c:pt idx="1546">
                  <c:v>177.33824239497829</c:v>
                </c:pt>
                <c:pt idx="1547">
                  <c:v>179.47066634476099</c:v>
                </c:pt>
                <c:pt idx="1548">
                  <c:v>176.69966199903428</c:v>
                </c:pt>
                <c:pt idx="1549">
                  <c:v>177.25132786093673</c:v>
                </c:pt>
                <c:pt idx="1550">
                  <c:v>178.88761467889907</c:v>
                </c:pt>
                <c:pt idx="1551">
                  <c:v>179.54852728150652</c:v>
                </c:pt>
                <c:pt idx="1552">
                  <c:v>179.07834379526798</c:v>
                </c:pt>
                <c:pt idx="1553">
                  <c:v>172.75229357798165</c:v>
                </c:pt>
                <c:pt idx="1554">
                  <c:v>175.09415741187831</c:v>
                </c:pt>
                <c:pt idx="1555">
                  <c:v>176.01943505552873</c:v>
                </c:pt>
                <c:pt idx="1556">
                  <c:v>176.45883631096089</c:v>
                </c:pt>
                <c:pt idx="1557">
                  <c:v>173.33957025591502</c:v>
                </c:pt>
                <c:pt idx="1558">
                  <c:v>172.57846450989859</c:v>
                </c:pt>
                <c:pt idx="1559">
                  <c:v>173.90330758087879</c:v>
                </c:pt>
                <c:pt idx="1560">
                  <c:v>173.12107677450507</c:v>
                </c:pt>
                <c:pt idx="1561">
                  <c:v>174.85514244326413</c:v>
                </c:pt>
                <c:pt idx="1562">
                  <c:v>176.88375181071945</c:v>
                </c:pt>
                <c:pt idx="1563">
                  <c:v>179.43686624818926</c:v>
                </c:pt>
                <c:pt idx="1564">
                  <c:v>179.80323515210043</c:v>
                </c:pt>
                <c:pt idx="1565">
                  <c:v>176.61878319652342</c:v>
                </c:pt>
                <c:pt idx="1566">
                  <c:v>176.65560115886046</c:v>
                </c:pt>
                <c:pt idx="1567">
                  <c:v>174.99396426846934</c:v>
                </c:pt>
                <c:pt idx="1568">
                  <c:v>176.45883631096089</c:v>
                </c:pt>
                <c:pt idx="1569">
                  <c:v>177.74987928536939</c:v>
                </c:pt>
                <c:pt idx="1570">
                  <c:v>178.93710767745051</c:v>
                </c:pt>
                <c:pt idx="1571">
                  <c:v>180.3760260743602</c:v>
                </c:pt>
                <c:pt idx="1572">
                  <c:v>179.27028005794304</c:v>
                </c:pt>
                <c:pt idx="1573">
                  <c:v>177.40825688073394</c:v>
                </c:pt>
                <c:pt idx="1574">
                  <c:v>177.18252052148719</c:v>
                </c:pt>
                <c:pt idx="1575">
                  <c:v>180.14425398358281</c:v>
                </c:pt>
                <c:pt idx="1576">
                  <c:v>182.37687107677451</c:v>
                </c:pt>
                <c:pt idx="1577">
                  <c:v>181.43590053114437</c:v>
                </c:pt>
                <c:pt idx="1578">
                  <c:v>179.93783196523418</c:v>
                </c:pt>
                <c:pt idx="1579">
                  <c:v>183.1880733944954</c:v>
                </c:pt>
                <c:pt idx="1580">
                  <c:v>183.45847416706906</c:v>
                </c:pt>
                <c:pt idx="1581">
                  <c:v>183.58824239497829</c:v>
                </c:pt>
                <c:pt idx="1582">
                  <c:v>184.71088845968134</c:v>
                </c:pt>
                <c:pt idx="1583">
                  <c:v>185.15028971511347</c:v>
                </c:pt>
                <c:pt idx="1584">
                  <c:v>186.33087880251088</c:v>
                </c:pt>
                <c:pt idx="1585">
                  <c:v>188.10719459198455</c:v>
                </c:pt>
                <c:pt idx="1586">
                  <c:v>188.01122646064704</c:v>
                </c:pt>
                <c:pt idx="1587">
                  <c:v>188.02752293577981</c:v>
                </c:pt>
                <c:pt idx="1588">
                  <c:v>189.40548044422985</c:v>
                </c:pt>
                <c:pt idx="1589">
                  <c:v>189.16284403669727</c:v>
                </c:pt>
                <c:pt idx="1590">
                  <c:v>190.14546112988896</c:v>
                </c:pt>
                <c:pt idx="1591">
                  <c:v>190.00603573153069</c:v>
                </c:pt>
                <c:pt idx="1592">
                  <c:v>188.74154997585708</c:v>
                </c:pt>
                <c:pt idx="1593">
                  <c:v>189.97766779333656</c:v>
                </c:pt>
                <c:pt idx="1594">
                  <c:v>190.72126991791404</c:v>
                </c:pt>
                <c:pt idx="1595">
                  <c:v>190.8721632061806</c:v>
                </c:pt>
                <c:pt idx="1596">
                  <c:v>191.56506518590052</c:v>
                </c:pt>
                <c:pt idx="1597">
                  <c:v>190.33739739256396</c:v>
                </c:pt>
                <c:pt idx="1598">
                  <c:v>189.41815548044423</c:v>
                </c:pt>
                <c:pt idx="1599">
                  <c:v>189.3209802028006</c:v>
                </c:pt>
                <c:pt idx="1600">
                  <c:v>190.08329309512314</c:v>
                </c:pt>
                <c:pt idx="1601">
                  <c:v>190.40016900048286</c:v>
                </c:pt>
                <c:pt idx="1602">
                  <c:v>189.36443746982135</c:v>
                </c:pt>
                <c:pt idx="1603">
                  <c:v>190.6138338966683</c:v>
                </c:pt>
                <c:pt idx="1604">
                  <c:v>191.45762916465478</c:v>
                </c:pt>
                <c:pt idx="1605">
                  <c:v>190.90656687590538</c:v>
                </c:pt>
                <c:pt idx="1606">
                  <c:v>190.10683244809272</c:v>
                </c:pt>
                <c:pt idx="1607">
                  <c:v>189.78150651859005</c:v>
                </c:pt>
                <c:pt idx="1608">
                  <c:v>189.28054080154516</c:v>
                </c:pt>
                <c:pt idx="1609">
                  <c:v>189.78995654273299</c:v>
                </c:pt>
                <c:pt idx="1610">
                  <c:v>191.14377112506037</c:v>
                </c:pt>
                <c:pt idx="1611">
                  <c:v>190.94942056977305</c:v>
                </c:pt>
                <c:pt idx="1612">
                  <c:v>191.69060840173827</c:v>
                </c:pt>
                <c:pt idx="1613">
                  <c:v>189.85876388218253</c:v>
                </c:pt>
                <c:pt idx="1614">
                  <c:v>189.39884113954611</c:v>
                </c:pt>
                <c:pt idx="1615">
                  <c:v>189.43264123611783</c:v>
                </c:pt>
                <c:pt idx="1616">
                  <c:v>190.87819893771126</c:v>
                </c:pt>
                <c:pt idx="1617">
                  <c:v>191.3803718010623</c:v>
                </c:pt>
                <c:pt idx="1618">
                  <c:v>192.22839208112023</c:v>
                </c:pt>
                <c:pt idx="1619">
                  <c:v>192.21873491067117</c:v>
                </c:pt>
                <c:pt idx="1620">
                  <c:v>190.15451472718493</c:v>
                </c:pt>
                <c:pt idx="1621">
                  <c:v>188.70231772090779</c:v>
                </c:pt>
                <c:pt idx="1622">
                  <c:v>191.01943505552873</c:v>
                </c:pt>
                <c:pt idx="1623">
                  <c:v>191.40572187349105</c:v>
                </c:pt>
                <c:pt idx="1624">
                  <c:v>191.02426364075328</c:v>
                </c:pt>
                <c:pt idx="1625">
                  <c:v>190.08268952197008</c:v>
                </c:pt>
                <c:pt idx="1626">
                  <c:v>189.63544181554803</c:v>
                </c:pt>
                <c:pt idx="1627">
                  <c:v>190.4689763399324</c:v>
                </c:pt>
                <c:pt idx="1628">
                  <c:v>190.28307580878803</c:v>
                </c:pt>
                <c:pt idx="1629">
                  <c:v>191.75700144857558</c:v>
                </c:pt>
                <c:pt idx="1630">
                  <c:v>194.72175277643652</c:v>
                </c:pt>
                <c:pt idx="1631">
                  <c:v>196.26750362143889</c:v>
                </c:pt>
                <c:pt idx="1632">
                  <c:v>196.69966199903428</c:v>
                </c:pt>
                <c:pt idx="1633">
                  <c:v>196.01883148237567</c:v>
                </c:pt>
                <c:pt idx="1634">
                  <c:v>196.2608643167552</c:v>
                </c:pt>
                <c:pt idx="1635">
                  <c:v>196.52462578464511</c:v>
                </c:pt>
                <c:pt idx="1636">
                  <c:v>196.55057943022695</c:v>
                </c:pt>
                <c:pt idx="1637">
                  <c:v>197.54225012071461</c:v>
                </c:pt>
                <c:pt idx="1638">
                  <c:v>199.53042008691452</c:v>
                </c:pt>
                <c:pt idx="1639">
                  <c:v>199.94024625784644</c:v>
                </c:pt>
                <c:pt idx="1640">
                  <c:v>200.56253017865765</c:v>
                </c:pt>
                <c:pt idx="1641">
                  <c:v>200.01026074360212</c:v>
                </c:pt>
                <c:pt idx="1642">
                  <c:v>198.58160309029452</c:v>
                </c:pt>
                <c:pt idx="1643">
                  <c:v>199.13628681796234</c:v>
                </c:pt>
                <c:pt idx="1644">
                  <c:v>200.68324480927083</c:v>
                </c:pt>
                <c:pt idx="1645">
                  <c:v>200.80456301303718</c:v>
                </c:pt>
                <c:pt idx="1646">
                  <c:v>200.83172380492519</c:v>
                </c:pt>
                <c:pt idx="1647">
                  <c:v>201.65620473201352</c:v>
                </c:pt>
                <c:pt idx="1648">
                  <c:v>204.38254466441333</c:v>
                </c:pt>
                <c:pt idx="1649">
                  <c:v>206.81071945919848</c:v>
                </c:pt>
                <c:pt idx="1650">
                  <c:v>206.13532110091742</c:v>
                </c:pt>
                <c:pt idx="1651">
                  <c:v>208.04140511830033</c:v>
                </c:pt>
                <c:pt idx="1652">
                  <c:v>209.12119748913565</c:v>
                </c:pt>
                <c:pt idx="1653">
                  <c:v>209.77547078705939</c:v>
                </c:pt>
                <c:pt idx="1654">
                  <c:v>209.58594881699662</c:v>
                </c:pt>
                <c:pt idx="1655">
                  <c:v>209.48213423466925</c:v>
                </c:pt>
                <c:pt idx="1656">
                  <c:v>209.67225977788507</c:v>
                </c:pt>
                <c:pt idx="1657">
                  <c:v>209.50386286817962</c:v>
                </c:pt>
                <c:pt idx="1658">
                  <c:v>209.80202800579431</c:v>
                </c:pt>
                <c:pt idx="1659">
                  <c:v>211.48539352969581</c:v>
                </c:pt>
                <c:pt idx="1660">
                  <c:v>212.81385803959441</c:v>
                </c:pt>
                <c:pt idx="1661">
                  <c:v>212.27848865282476</c:v>
                </c:pt>
                <c:pt idx="1662">
                  <c:v>210.00603573153066</c:v>
                </c:pt>
                <c:pt idx="1663">
                  <c:v>211.99903428295511</c:v>
                </c:pt>
                <c:pt idx="1664">
                  <c:v>211.81373732496382</c:v>
                </c:pt>
                <c:pt idx="1665">
                  <c:v>215.14908256880733</c:v>
                </c:pt>
                <c:pt idx="1666">
                  <c:v>215.51424432641238</c:v>
                </c:pt>
                <c:pt idx="1667">
                  <c:v>215.53718010622887</c:v>
                </c:pt>
                <c:pt idx="1668">
                  <c:v>214.25156929019798</c:v>
                </c:pt>
                <c:pt idx="1669">
                  <c:v>213.80130371801062</c:v>
                </c:pt>
                <c:pt idx="1670">
                  <c:v>212.6768469338484</c:v>
                </c:pt>
                <c:pt idx="1671">
                  <c:v>211.63749396426846</c:v>
                </c:pt>
                <c:pt idx="1672">
                  <c:v>213.55927088363109</c:v>
                </c:pt>
                <c:pt idx="1673">
                  <c:v>215.14123611781747</c:v>
                </c:pt>
                <c:pt idx="1674">
                  <c:v>213.01303718010621</c:v>
                </c:pt>
                <c:pt idx="1675">
                  <c:v>214.75555287300821</c:v>
                </c:pt>
                <c:pt idx="1676">
                  <c:v>216.02124577498793</c:v>
                </c:pt>
                <c:pt idx="1677">
                  <c:v>216.63387252535009</c:v>
                </c:pt>
                <c:pt idx="1678">
                  <c:v>217.18915982617096</c:v>
                </c:pt>
                <c:pt idx="1679">
                  <c:v>219.23889425398357</c:v>
                </c:pt>
                <c:pt idx="1680">
                  <c:v>221.37312892322547</c:v>
                </c:pt>
                <c:pt idx="1681">
                  <c:v>223.0450265572187</c:v>
                </c:pt>
                <c:pt idx="1682">
                  <c:v>222.34126026074361</c:v>
                </c:pt>
                <c:pt idx="1683">
                  <c:v>220.50458715596329</c:v>
                </c:pt>
                <c:pt idx="1684">
                  <c:v>219.43626267503618</c:v>
                </c:pt>
                <c:pt idx="1685">
                  <c:v>218.67334620956061</c:v>
                </c:pt>
                <c:pt idx="1686">
                  <c:v>218.80009657170453</c:v>
                </c:pt>
                <c:pt idx="1687">
                  <c:v>220.52631578947367</c:v>
                </c:pt>
                <c:pt idx="1688">
                  <c:v>219.83281023660069</c:v>
                </c:pt>
                <c:pt idx="1689">
                  <c:v>215.56313375181074</c:v>
                </c:pt>
                <c:pt idx="1690">
                  <c:v>213.32267020762919</c:v>
                </c:pt>
                <c:pt idx="1691">
                  <c:v>216.43710767745054</c:v>
                </c:pt>
                <c:pt idx="1692">
                  <c:v>215.94579913085465</c:v>
                </c:pt>
                <c:pt idx="1693">
                  <c:v>215.22452921294061</c:v>
                </c:pt>
                <c:pt idx="1694">
                  <c:v>216.2819893771125</c:v>
                </c:pt>
                <c:pt idx="1695">
                  <c:v>218.11383389666824</c:v>
                </c:pt>
                <c:pt idx="1696">
                  <c:v>217.8204973442781</c:v>
                </c:pt>
                <c:pt idx="1697">
                  <c:v>217.49396426846937</c:v>
                </c:pt>
                <c:pt idx="1698">
                  <c:v>215.76050217286334</c:v>
                </c:pt>
                <c:pt idx="1699">
                  <c:v>218.52667793336553</c:v>
                </c:pt>
                <c:pt idx="1700">
                  <c:v>218.60755673587641</c:v>
                </c:pt>
                <c:pt idx="1701">
                  <c:v>217.27667793336551</c:v>
                </c:pt>
                <c:pt idx="1702">
                  <c:v>216.06289232254952</c:v>
                </c:pt>
                <c:pt idx="1703">
                  <c:v>214.44712699179141</c:v>
                </c:pt>
                <c:pt idx="1704">
                  <c:v>210.24323998068564</c:v>
                </c:pt>
                <c:pt idx="1705">
                  <c:v>211.29104297440847</c:v>
                </c:pt>
                <c:pt idx="1706">
                  <c:v>210.22513278609364</c:v>
                </c:pt>
                <c:pt idx="1707">
                  <c:v>211.68819410912602</c:v>
                </c:pt>
                <c:pt idx="1708">
                  <c:v>205.53416224046356</c:v>
                </c:pt>
                <c:pt idx="1709">
                  <c:v>205.86612747464991</c:v>
                </c:pt>
                <c:pt idx="1710">
                  <c:v>205.01207146306135</c:v>
                </c:pt>
                <c:pt idx="1711">
                  <c:v>207.22959922742638</c:v>
                </c:pt>
                <c:pt idx="1712">
                  <c:v>210.06337518107196</c:v>
                </c:pt>
                <c:pt idx="1713">
                  <c:v>207.5893288266538</c:v>
                </c:pt>
                <c:pt idx="1714">
                  <c:v>204.15560115886046</c:v>
                </c:pt>
                <c:pt idx="1715">
                  <c:v>207.34789956542733</c:v>
                </c:pt>
                <c:pt idx="1716">
                  <c:v>210.88544181554803</c:v>
                </c:pt>
                <c:pt idx="1717">
                  <c:v>211.45400772573635</c:v>
                </c:pt>
                <c:pt idx="1718">
                  <c:v>211.38701110574601</c:v>
                </c:pt>
                <c:pt idx="1719">
                  <c:v>209.66018831482373</c:v>
                </c:pt>
                <c:pt idx="1720">
                  <c:v>209.1368903911154</c:v>
                </c:pt>
                <c:pt idx="1721">
                  <c:v>207.88749396426849</c:v>
                </c:pt>
                <c:pt idx="1722">
                  <c:v>208.21342346692421</c:v>
                </c:pt>
                <c:pt idx="1723">
                  <c:v>205.03621438918395</c:v>
                </c:pt>
                <c:pt idx="1724">
                  <c:v>200.55770159343314</c:v>
                </c:pt>
                <c:pt idx="1725">
                  <c:v>202.44869628198936</c:v>
                </c:pt>
                <c:pt idx="1726">
                  <c:v>204.67708836310962</c:v>
                </c:pt>
                <c:pt idx="1727">
                  <c:v>206.09126026074361</c:v>
                </c:pt>
                <c:pt idx="1728">
                  <c:v>205.26014002897153</c:v>
                </c:pt>
                <c:pt idx="1729">
                  <c:v>206.25603573153066</c:v>
                </c:pt>
                <c:pt idx="1730">
                  <c:v>208.03054080154513</c:v>
                </c:pt>
                <c:pt idx="1731">
                  <c:v>207.79333655239012</c:v>
                </c:pt>
                <c:pt idx="1732">
                  <c:v>207.6768469338484</c:v>
                </c:pt>
                <c:pt idx="1733">
                  <c:v>209.48877353935296</c:v>
                </c:pt>
                <c:pt idx="1734">
                  <c:v>212.76798647996139</c:v>
                </c:pt>
                <c:pt idx="1735">
                  <c:v>214.93541767262192</c:v>
                </c:pt>
                <c:pt idx="1736">
                  <c:v>216.3839932399807</c:v>
                </c:pt>
                <c:pt idx="1737">
                  <c:v>214.21897633993242</c:v>
                </c:pt>
                <c:pt idx="1738">
                  <c:v>215.02535007242881</c:v>
                </c:pt>
                <c:pt idx="1739">
                  <c:v>217.32617093191692</c:v>
                </c:pt>
                <c:pt idx="1740">
                  <c:v>217.95931916948334</c:v>
                </c:pt>
                <c:pt idx="1741">
                  <c:v>219.8497102848865</c:v>
                </c:pt>
                <c:pt idx="1742">
                  <c:v>220.39835828102366</c:v>
                </c:pt>
                <c:pt idx="1743">
                  <c:v>220.37361178174794</c:v>
                </c:pt>
                <c:pt idx="1744">
                  <c:v>221.00555287300821</c:v>
                </c:pt>
                <c:pt idx="1745">
                  <c:v>218.65101400289711</c:v>
                </c:pt>
                <c:pt idx="1746">
                  <c:v>216.54273297923709</c:v>
                </c:pt>
                <c:pt idx="1747">
                  <c:v>214.35296957991306</c:v>
                </c:pt>
                <c:pt idx="1748">
                  <c:v>212.66477547078705</c:v>
                </c:pt>
                <c:pt idx="1749">
                  <c:v>207.0147271849348</c:v>
                </c:pt>
                <c:pt idx="1750">
                  <c:v>208.57013520038629</c:v>
                </c:pt>
                <c:pt idx="1751">
                  <c:v>206.54454369869632</c:v>
                </c:pt>
                <c:pt idx="1752">
                  <c:v>206.44555770159343</c:v>
                </c:pt>
                <c:pt idx="1753">
                  <c:v>209.31735876388217</c:v>
                </c:pt>
                <c:pt idx="1754">
                  <c:v>212.1782955094157</c:v>
                </c:pt>
                <c:pt idx="1755">
                  <c:v>214.63061323032352</c:v>
                </c:pt>
                <c:pt idx="1756">
                  <c:v>211.97730564944473</c:v>
                </c:pt>
                <c:pt idx="1757">
                  <c:v>211.44736842105263</c:v>
                </c:pt>
                <c:pt idx="1758">
                  <c:v>207.79333655239012</c:v>
                </c:pt>
                <c:pt idx="1759">
                  <c:v>208.43493481409948</c:v>
                </c:pt>
                <c:pt idx="1760">
                  <c:v>210.81361661033316</c:v>
                </c:pt>
                <c:pt idx="1761">
                  <c:v>212.52836793819409</c:v>
                </c:pt>
                <c:pt idx="1762">
                  <c:v>209.73865282472235</c:v>
                </c:pt>
                <c:pt idx="1763">
                  <c:v>203.31723804925156</c:v>
                </c:pt>
                <c:pt idx="1764">
                  <c:v>209.46945919845484</c:v>
                </c:pt>
                <c:pt idx="1765">
                  <c:v>209.10429744084982</c:v>
                </c:pt>
                <c:pt idx="1766">
                  <c:v>208.89183969097053</c:v>
                </c:pt>
                <c:pt idx="1767">
                  <c:v>208.55021728633511</c:v>
                </c:pt>
                <c:pt idx="1768">
                  <c:v>207.70943988411398</c:v>
                </c:pt>
                <c:pt idx="1769">
                  <c:v>206.32786093674557</c:v>
                </c:pt>
                <c:pt idx="1770">
                  <c:v>205.97839208112023</c:v>
                </c:pt>
                <c:pt idx="1771">
                  <c:v>196.13652824722357</c:v>
                </c:pt>
                <c:pt idx="1772">
                  <c:v>201.09126026074361</c:v>
                </c:pt>
                <c:pt idx="1773">
                  <c:v>202.7269435055529</c:v>
                </c:pt>
                <c:pt idx="1774">
                  <c:v>200.45811202317719</c:v>
                </c:pt>
                <c:pt idx="1775">
                  <c:v>199.15560115886043</c:v>
                </c:pt>
                <c:pt idx="1776">
                  <c:v>196.10514244326413</c:v>
                </c:pt>
                <c:pt idx="1777">
                  <c:v>191.49142926122647</c:v>
                </c:pt>
                <c:pt idx="1778">
                  <c:v>193.30577015934333</c:v>
                </c:pt>
                <c:pt idx="1779">
                  <c:v>197.31228874939643</c:v>
                </c:pt>
                <c:pt idx="1780">
                  <c:v>200.32472235634961</c:v>
                </c:pt>
                <c:pt idx="1781">
                  <c:v>200.75386286817962</c:v>
                </c:pt>
                <c:pt idx="1782">
                  <c:v>203.66127474649929</c:v>
                </c:pt>
                <c:pt idx="1783">
                  <c:v>201.14678899082571</c:v>
                </c:pt>
                <c:pt idx="1784">
                  <c:v>204.91731047802992</c:v>
                </c:pt>
                <c:pt idx="1785">
                  <c:v>208.67998551424432</c:v>
                </c:pt>
                <c:pt idx="1786">
                  <c:v>206.63447609850314</c:v>
                </c:pt>
                <c:pt idx="1787">
                  <c:v>209.02341863833897</c:v>
                </c:pt>
                <c:pt idx="1788">
                  <c:v>208.18022694350557</c:v>
                </c:pt>
                <c:pt idx="1789">
                  <c:v>207.90379043940126</c:v>
                </c:pt>
                <c:pt idx="1790">
                  <c:v>207.06180589087398</c:v>
                </c:pt>
                <c:pt idx="1791">
                  <c:v>207.89473684210526</c:v>
                </c:pt>
                <c:pt idx="1792">
                  <c:v>209.14171897633992</c:v>
                </c:pt>
                <c:pt idx="1793">
                  <c:v>211.22947851279577</c:v>
                </c:pt>
                <c:pt idx="1794">
                  <c:v>210.82508450024142</c:v>
                </c:pt>
                <c:pt idx="1795">
                  <c:v>213.30818445195558</c:v>
                </c:pt>
                <c:pt idx="1796">
                  <c:v>217.93095123128924</c:v>
                </c:pt>
                <c:pt idx="1797">
                  <c:v>216.77209077740224</c:v>
                </c:pt>
                <c:pt idx="1798">
                  <c:v>214.9643891839691</c:v>
                </c:pt>
                <c:pt idx="1799">
                  <c:v>212.93517624336067</c:v>
                </c:pt>
                <c:pt idx="1800">
                  <c:v>214.68312409464025</c:v>
                </c:pt>
                <c:pt idx="1801">
                  <c:v>213.36250603573154</c:v>
                </c:pt>
                <c:pt idx="1802">
                  <c:v>211.61636890391114</c:v>
                </c:pt>
                <c:pt idx="1803">
                  <c:v>210.95666344760988</c:v>
                </c:pt>
                <c:pt idx="1804">
                  <c:v>207.31108160309032</c:v>
                </c:pt>
                <c:pt idx="1805">
                  <c:v>204.71571704490589</c:v>
                </c:pt>
                <c:pt idx="1806">
                  <c:v>206.86323032351521</c:v>
                </c:pt>
                <c:pt idx="1807">
                  <c:v>209.95412844036693</c:v>
                </c:pt>
                <c:pt idx="1808">
                  <c:v>207.29056011588605</c:v>
                </c:pt>
                <c:pt idx="1809">
                  <c:v>204.65898116851764</c:v>
                </c:pt>
                <c:pt idx="1810">
                  <c:v>207.63882182520521</c:v>
                </c:pt>
                <c:pt idx="1811">
                  <c:v>205.67841622404637</c:v>
                </c:pt>
                <c:pt idx="1812">
                  <c:v>208.17298406566874</c:v>
                </c:pt>
                <c:pt idx="1813">
                  <c:v>206.4528005794302</c:v>
                </c:pt>
                <c:pt idx="1814">
                  <c:v>206.04901014002897</c:v>
                </c:pt>
                <c:pt idx="1815">
                  <c:v>201.32303235152099</c:v>
                </c:pt>
                <c:pt idx="1816">
                  <c:v>201.3839932399807</c:v>
                </c:pt>
                <c:pt idx="1817">
                  <c:v>198.10779816513761</c:v>
                </c:pt>
                <c:pt idx="1818">
                  <c:v>196.78718010622887</c:v>
                </c:pt>
                <c:pt idx="1819">
                  <c:v>196.04116368903911</c:v>
                </c:pt>
                <c:pt idx="1820">
                  <c:v>195.16055045871562</c:v>
                </c:pt>
                <c:pt idx="1821">
                  <c:v>190.8256880733945</c:v>
                </c:pt>
                <c:pt idx="1822">
                  <c:v>190.5136407532593</c:v>
                </c:pt>
                <c:pt idx="1823">
                  <c:v>191.23973925639785</c:v>
                </c:pt>
                <c:pt idx="1824">
                  <c:v>196.27353935296955</c:v>
                </c:pt>
                <c:pt idx="1825">
                  <c:v>196.04418155480442</c:v>
                </c:pt>
                <c:pt idx="1826">
                  <c:v>190.84258812168034</c:v>
                </c:pt>
                <c:pt idx="1827">
                  <c:v>196.35622887493963</c:v>
                </c:pt>
                <c:pt idx="1828">
                  <c:v>195.73515210043456</c:v>
                </c:pt>
                <c:pt idx="1829">
                  <c:v>194.65415258329307</c:v>
                </c:pt>
                <c:pt idx="1830">
                  <c:v>193.45485272815063</c:v>
                </c:pt>
                <c:pt idx="1831">
                  <c:v>195.19736842105263</c:v>
                </c:pt>
                <c:pt idx="1832">
                  <c:v>197.39799613713183</c:v>
                </c:pt>
                <c:pt idx="1833">
                  <c:v>201.12747464992759</c:v>
                </c:pt>
                <c:pt idx="1834">
                  <c:v>200.19978271366489</c:v>
                </c:pt>
                <c:pt idx="1835">
                  <c:v>199.45376629647512</c:v>
                </c:pt>
                <c:pt idx="1836">
                  <c:v>200.72428778367936</c:v>
                </c:pt>
                <c:pt idx="1837">
                  <c:v>200.19676484789954</c:v>
                </c:pt>
                <c:pt idx="1838">
                  <c:v>200.01871076774503</c:v>
                </c:pt>
                <c:pt idx="1839">
                  <c:v>198.16936262675034</c:v>
                </c:pt>
                <c:pt idx="1840">
                  <c:v>197.44386769676484</c:v>
                </c:pt>
                <c:pt idx="1841">
                  <c:v>198.91477547078705</c:v>
                </c:pt>
                <c:pt idx="1842">
                  <c:v>195.57943022694351</c:v>
                </c:pt>
                <c:pt idx="1843">
                  <c:v>190.42008691453404</c:v>
                </c:pt>
                <c:pt idx="1844">
                  <c:v>189.90946402704009</c:v>
                </c:pt>
                <c:pt idx="1845">
                  <c:v>189.42720907774023</c:v>
                </c:pt>
                <c:pt idx="1846">
                  <c:v>185.42491549975858</c:v>
                </c:pt>
                <c:pt idx="1847">
                  <c:v>184.6149203283438</c:v>
                </c:pt>
                <c:pt idx="1848">
                  <c:v>185.29876871076775</c:v>
                </c:pt>
                <c:pt idx="1849">
                  <c:v>188.78319652341864</c:v>
                </c:pt>
                <c:pt idx="1850">
                  <c:v>186.06108160309029</c:v>
                </c:pt>
                <c:pt idx="1851">
                  <c:v>187.79152583293094</c:v>
                </c:pt>
                <c:pt idx="1852">
                  <c:v>189.5129164654756</c:v>
                </c:pt>
                <c:pt idx="1853">
                  <c:v>191.1160067600193</c:v>
                </c:pt>
                <c:pt idx="1854">
                  <c:v>191.33510381458234</c:v>
                </c:pt>
                <c:pt idx="1855">
                  <c:v>190.71825205214873</c:v>
                </c:pt>
                <c:pt idx="1856">
                  <c:v>190.49070497344277</c:v>
                </c:pt>
                <c:pt idx="1857">
                  <c:v>190.15028971511344</c:v>
                </c:pt>
                <c:pt idx="1858">
                  <c:v>191.15584258812169</c:v>
                </c:pt>
                <c:pt idx="1859">
                  <c:v>190.86009174311926</c:v>
                </c:pt>
                <c:pt idx="1860">
                  <c:v>193.02028005794301</c:v>
                </c:pt>
                <c:pt idx="1861">
                  <c:v>194.74770642201835</c:v>
                </c:pt>
                <c:pt idx="1862">
                  <c:v>195.80637373249638</c:v>
                </c:pt>
                <c:pt idx="1863">
                  <c:v>195.75084500241428</c:v>
                </c:pt>
                <c:pt idx="1864">
                  <c:v>193.84717527764363</c:v>
                </c:pt>
                <c:pt idx="1865">
                  <c:v>192.74082568807339</c:v>
                </c:pt>
                <c:pt idx="1866">
                  <c:v>192.40282472235634</c:v>
                </c:pt>
                <c:pt idx="1867">
                  <c:v>193.73732496378562</c:v>
                </c:pt>
                <c:pt idx="1868">
                  <c:v>196.50531144374699</c:v>
                </c:pt>
                <c:pt idx="1869">
                  <c:v>197.25434572670207</c:v>
                </c:pt>
                <c:pt idx="1870">
                  <c:v>199.4308305166586</c:v>
                </c:pt>
                <c:pt idx="1871">
                  <c:v>200.44966199903428</c:v>
                </c:pt>
                <c:pt idx="1872">
                  <c:v>201.82822308063737</c:v>
                </c:pt>
                <c:pt idx="1873">
                  <c:v>200.76050217286334</c:v>
                </c:pt>
                <c:pt idx="1874">
                  <c:v>198.98418638338964</c:v>
                </c:pt>
                <c:pt idx="1875">
                  <c:v>200.89087397392564</c:v>
                </c:pt>
                <c:pt idx="1876">
                  <c:v>204.36504104297438</c:v>
                </c:pt>
                <c:pt idx="1877">
                  <c:v>207.12518107194592</c:v>
                </c:pt>
                <c:pt idx="1878">
                  <c:v>209.31977305649445</c:v>
                </c:pt>
                <c:pt idx="1879">
                  <c:v>209.38495895702559</c:v>
                </c:pt>
                <c:pt idx="1880">
                  <c:v>209.90041042974411</c:v>
                </c:pt>
                <c:pt idx="1881">
                  <c:v>209.82617093191695</c:v>
                </c:pt>
                <c:pt idx="1882">
                  <c:v>210.01327860936746</c:v>
                </c:pt>
                <c:pt idx="1883">
                  <c:v>211.55359729599223</c:v>
                </c:pt>
                <c:pt idx="1884">
                  <c:v>211.67008691453404</c:v>
                </c:pt>
                <c:pt idx="1885">
                  <c:v>213.16996619990346</c:v>
                </c:pt>
                <c:pt idx="1886">
                  <c:v>213.64256397875425</c:v>
                </c:pt>
                <c:pt idx="1887">
                  <c:v>215.17684693384837</c:v>
                </c:pt>
                <c:pt idx="1888">
                  <c:v>216.61335103814582</c:v>
                </c:pt>
                <c:pt idx="1889">
                  <c:v>216.76122646064701</c:v>
                </c:pt>
                <c:pt idx="1890">
                  <c:v>214.37047320135201</c:v>
                </c:pt>
                <c:pt idx="1891">
                  <c:v>211.13833896668277</c:v>
                </c:pt>
                <c:pt idx="1892">
                  <c:v>212.18614196040559</c:v>
                </c:pt>
                <c:pt idx="1893">
                  <c:v>212.51750362143892</c:v>
                </c:pt>
                <c:pt idx="1894">
                  <c:v>211.52160791887979</c:v>
                </c:pt>
                <c:pt idx="1895">
                  <c:v>211.96161274746501</c:v>
                </c:pt>
                <c:pt idx="1896">
                  <c:v>208.99203283437956</c:v>
                </c:pt>
                <c:pt idx="1897">
                  <c:v>214.3807339449541</c:v>
                </c:pt>
                <c:pt idx="1898">
                  <c:v>211.7672621921777</c:v>
                </c:pt>
                <c:pt idx="1899">
                  <c:v>211.72682279092228</c:v>
                </c:pt>
                <c:pt idx="1900">
                  <c:v>213.2520521487204</c:v>
                </c:pt>
                <c:pt idx="1901">
                  <c:v>213.12892322549493</c:v>
                </c:pt>
                <c:pt idx="1902">
                  <c:v>212.75229357798167</c:v>
                </c:pt>
                <c:pt idx="1903">
                  <c:v>214.8569531627233</c:v>
                </c:pt>
                <c:pt idx="1904">
                  <c:v>215.27462578464508</c:v>
                </c:pt>
                <c:pt idx="1905">
                  <c:v>216.51798647996134</c:v>
                </c:pt>
                <c:pt idx="1906">
                  <c:v>218.13194109126025</c:v>
                </c:pt>
                <c:pt idx="1907">
                  <c:v>217.33160309029452</c:v>
                </c:pt>
                <c:pt idx="1908">
                  <c:v>215.80637373249641</c:v>
                </c:pt>
                <c:pt idx="1909">
                  <c:v>211.62300820859485</c:v>
                </c:pt>
                <c:pt idx="1910">
                  <c:v>212.72633993239981</c:v>
                </c:pt>
                <c:pt idx="1911">
                  <c:v>215.06820376629651</c:v>
                </c:pt>
                <c:pt idx="1912">
                  <c:v>213.88640753259293</c:v>
                </c:pt>
                <c:pt idx="1913">
                  <c:v>212.81747947851278</c:v>
                </c:pt>
                <c:pt idx="1914">
                  <c:v>209.16646547561561</c:v>
                </c:pt>
                <c:pt idx="1915">
                  <c:v>205.41163689039109</c:v>
                </c:pt>
                <c:pt idx="1916">
                  <c:v>205.30420086914535</c:v>
                </c:pt>
                <c:pt idx="1917">
                  <c:v>203.50796716562044</c:v>
                </c:pt>
                <c:pt idx="1918">
                  <c:v>203.01907291163687</c:v>
                </c:pt>
                <c:pt idx="1919">
                  <c:v>206.35381458232737</c:v>
                </c:pt>
                <c:pt idx="1920">
                  <c:v>203.85502172863349</c:v>
                </c:pt>
                <c:pt idx="1921">
                  <c:v>208.52607436021248</c:v>
                </c:pt>
                <c:pt idx="1922">
                  <c:v>209.22018348623851</c:v>
                </c:pt>
                <c:pt idx="1923">
                  <c:v>209.01315789473688</c:v>
                </c:pt>
                <c:pt idx="1924">
                  <c:v>208.12409464027039</c:v>
                </c:pt>
                <c:pt idx="1925">
                  <c:v>205.0162964751328</c:v>
                </c:pt>
                <c:pt idx="1926">
                  <c:v>206.70690487687105</c:v>
                </c:pt>
                <c:pt idx="1927">
                  <c:v>205.38809753742152</c:v>
                </c:pt>
                <c:pt idx="1928">
                  <c:v>207.45654273297927</c:v>
                </c:pt>
                <c:pt idx="1929">
                  <c:v>208.97875422501207</c:v>
                </c:pt>
                <c:pt idx="1930">
                  <c:v>211.09307098020281</c:v>
                </c:pt>
                <c:pt idx="1931">
                  <c:v>211.39847899565427</c:v>
                </c:pt>
                <c:pt idx="1932">
                  <c:v>212.02257363592469</c:v>
                </c:pt>
                <c:pt idx="1933">
                  <c:v>212.17165620473199</c:v>
                </c:pt>
                <c:pt idx="1934">
                  <c:v>214.03609367455334</c:v>
                </c:pt>
                <c:pt idx="1935">
                  <c:v>213.13797682279093</c:v>
                </c:pt>
                <c:pt idx="1936">
                  <c:v>214.11093674553356</c:v>
                </c:pt>
                <c:pt idx="1937">
                  <c:v>214.71269917914051</c:v>
                </c:pt>
                <c:pt idx="1938">
                  <c:v>217.43360695316275</c:v>
                </c:pt>
                <c:pt idx="1939">
                  <c:v>219.04152583293097</c:v>
                </c:pt>
                <c:pt idx="1940">
                  <c:v>218.28645581844518</c:v>
                </c:pt>
                <c:pt idx="1941">
                  <c:v>217.92250120714633</c:v>
                </c:pt>
                <c:pt idx="1942">
                  <c:v>218.70050700144859</c:v>
                </c:pt>
                <c:pt idx="1943">
                  <c:v>219.73442781265086</c:v>
                </c:pt>
                <c:pt idx="1944">
                  <c:v>219.18155480444227</c:v>
                </c:pt>
                <c:pt idx="1945">
                  <c:v>217.62675036214389</c:v>
                </c:pt>
                <c:pt idx="1946">
                  <c:v>221.50772573635925</c:v>
                </c:pt>
                <c:pt idx="1947">
                  <c:v>221.25965717044909</c:v>
                </c:pt>
                <c:pt idx="1948">
                  <c:v>222.1559633027523</c:v>
                </c:pt>
                <c:pt idx="1949">
                  <c:v>222.23140994688558</c:v>
                </c:pt>
                <c:pt idx="1950">
                  <c:v>221.4377112506036</c:v>
                </c:pt>
                <c:pt idx="1951">
                  <c:v>221.00012071463064</c:v>
                </c:pt>
                <c:pt idx="1952">
                  <c:v>219.2171656204732</c:v>
                </c:pt>
                <c:pt idx="1953">
                  <c:v>220.2341863833897</c:v>
                </c:pt>
                <c:pt idx="1954">
                  <c:v>220.51243360695318</c:v>
                </c:pt>
                <c:pt idx="1955">
                  <c:v>223.13013037180104</c:v>
                </c:pt>
                <c:pt idx="1956">
                  <c:v>223.47597778850798</c:v>
                </c:pt>
                <c:pt idx="1957">
                  <c:v>224.0795509415741</c:v>
                </c:pt>
                <c:pt idx="1958">
                  <c:v>224.74710284886527</c:v>
                </c:pt>
                <c:pt idx="1959">
                  <c:v>226.44072911636891</c:v>
                </c:pt>
                <c:pt idx="1960">
                  <c:v>227.09439884113954</c:v>
                </c:pt>
                <c:pt idx="1961">
                  <c:v>225.68928054080152</c:v>
                </c:pt>
                <c:pt idx="1962">
                  <c:v>225.74903428295508</c:v>
                </c:pt>
                <c:pt idx="1963">
                  <c:v>225.04526798647996</c:v>
                </c:pt>
                <c:pt idx="1964">
                  <c:v>224.05239014968612</c:v>
                </c:pt>
                <c:pt idx="1965">
                  <c:v>224.64208112023175</c:v>
                </c:pt>
                <c:pt idx="1966">
                  <c:v>223.28102366006758</c:v>
                </c:pt>
                <c:pt idx="1967">
                  <c:v>223.28766296475132</c:v>
                </c:pt>
                <c:pt idx="1968">
                  <c:v>224.62578464509897</c:v>
                </c:pt>
                <c:pt idx="1969">
                  <c:v>225.25712216320616</c:v>
                </c:pt>
                <c:pt idx="1970">
                  <c:v>222.29478512795754</c:v>
                </c:pt>
                <c:pt idx="1971">
                  <c:v>220.53355866731044</c:v>
                </c:pt>
                <c:pt idx="1972">
                  <c:v>222.36178174794787</c:v>
                </c:pt>
                <c:pt idx="1973">
                  <c:v>221.93746982134232</c:v>
                </c:pt>
                <c:pt idx="1974">
                  <c:v>219.68976339932399</c:v>
                </c:pt>
                <c:pt idx="1975">
                  <c:v>218.82363592467408</c:v>
                </c:pt>
                <c:pt idx="1976">
                  <c:v>214.95412844036696</c:v>
                </c:pt>
                <c:pt idx="1977">
                  <c:v>217.4625784645099</c:v>
                </c:pt>
                <c:pt idx="1978">
                  <c:v>218.88338966682764</c:v>
                </c:pt>
                <c:pt idx="1979">
                  <c:v>218.76508932882666</c:v>
                </c:pt>
                <c:pt idx="1980">
                  <c:v>219.59198454852728</c:v>
                </c:pt>
                <c:pt idx="1981">
                  <c:v>218.55746016417191</c:v>
                </c:pt>
                <c:pt idx="1982">
                  <c:v>219.66984548527284</c:v>
                </c:pt>
                <c:pt idx="1983">
                  <c:v>220.09355383872526</c:v>
                </c:pt>
                <c:pt idx="1984">
                  <c:v>217.8048044422984</c:v>
                </c:pt>
                <c:pt idx="1985">
                  <c:v>217.19157411878322</c:v>
                </c:pt>
                <c:pt idx="1986">
                  <c:v>215.58969097054566</c:v>
                </c:pt>
                <c:pt idx="1987">
                  <c:v>218.5079671656205</c:v>
                </c:pt>
                <c:pt idx="1988">
                  <c:v>216.25</c:v>
                </c:pt>
                <c:pt idx="1989">
                  <c:v>216.02728150651859</c:v>
                </c:pt>
                <c:pt idx="1990">
                  <c:v>215.574601641719</c:v>
                </c:pt>
                <c:pt idx="1991">
                  <c:v>216.76243360695312</c:v>
                </c:pt>
                <c:pt idx="1992">
                  <c:v>216.01702076291645</c:v>
                </c:pt>
                <c:pt idx="1993">
                  <c:v>217.9297440849831</c:v>
                </c:pt>
                <c:pt idx="1994">
                  <c:v>219.28235152100433</c:v>
                </c:pt>
                <c:pt idx="1995">
                  <c:v>218.58824239497827</c:v>
                </c:pt>
                <c:pt idx="1996">
                  <c:v>217.62011105746018</c:v>
                </c:pt>
                <c:pt idx="1997">
                  <c:v>218.71740704973442</c:v>
                </c:pt>
                <c:pt idx="1998">
                  <c:v>218.71438918396908</c:v>
                </c:pt>
                <c:pt idx="1999">
                  <c:v>215.98201352003863</c:v>
                </c:pt>
                <c:pt idx="2000">
                  <c:v>212.51026074360212</c:v>
                </c:pt>
                <c:pt idx="2001">
                  <c:v>213.04864799613713</c:v>
                </c:pt>
                <c:pt idx="2002">
                  <c:v>213.20799130854658</c:v>
                </c:pt>
                <c:pt idx="2003">
                  <c:v>212.6545147271849</c:v>
                </c:pt>
                <c:pt idx="2004">
                  <c:v>212.58329309512317</c:v>
                </c:pt>
                <c:pt idx="2005">
                  <c:v>215.52450507001447</c:v>
                </c:pt>
                <c:pt idx="2006">
                  <c:v>214.44471269917912</c:v>
                </c:pt>
                <c:pt idx="2007">
                  <c:v>213.92443264123614</c:v>
                </c:pt>
                <c:pt idx="2008">
                  <c:v>215.73756639304685</c:v>
                </c:pt>
                <c:pt idx="2009">
                  <c:v>216.00012071463061</c:v>
                </c:pt>
                <c:pt idx="2010">
                  <c:v>215.55408015451474</c:v>
                </c:pt>
                <c:pt idx="2011">
                  <c:v>214.52076291646551</c:v>
                </c:pt>
                <c:pt idx="2012">
                  <c:v>216.43952197006277</c:v>
                </c:pt>
                <c:pt idx="2013">
                  <c:v>217.47766779333654</c:v>
                </c:pt>
                <c:pt idx="2014">
                  <c:v>217.71909705456301</c:v>
                </c:pt>
                <c:pt idx="2015">
                  <c:v>216.61274746499276</c:v>
                </c:pt>
                <c:pt idx="2016">
                  <c:v>215.41042974408495</c:v>
                </c:pt>
                <c:pt idx="2017">
                  <c:v>215.19435055528731</c:v>
                </c:pt>
                <c:pt idx="2018">
                  <c:v>211.90608401738288</c:v>
                </c:pt>
                <c:pt idx="2019">
                  <c:v>211.38640753259295</c:v>
                </c:pt>
                <c:pt idx="2020">
                  <c:v>210.83775953645579</c:v>
                </c:pt>
                <c:pt idx="2021">
                  <c:v>209.9553355866731</c:v>
                </c:pt>
                <c:pt idx="2022">
                  <c:v>208.88399323998067</c:v>
                </c:pt>
                <c:pt idx="2023">
                  <c:v>210.65789473684214</c:v>
                </c:pt>
                <c:pt idx="2024">
                  <c:v>209.10067600193148</c:v>
                </c:pt>
                <c:pt idx="2025">
                  <c:v>212.38954611298885</c:v>
                </c:pt>
                <c:pt idx="2026">
                  <c:v>213.80311443746982</c:v>
                </c:pt>
                <c:pt idx="2027">
                  <c:v>214.32158377595366</c:v>
                </c:pt>
                <c:pt idx="2028">
                  <c:v>212.33220666344761</c:v>
                </c:pt>
                <c:pt idx="2029">
                  <c:v>210.19917914051183</c:v>
                </c:pt>
                <c:pt idx="2030">
                  <c:v>207.07749879285367</c:v>
                </c:pt>
                <c:pt idx="2031">
                  <c:v>205.73756639304685</c:v>
                </c:pt>
                <c:pt idx="2032">
                  <c:v>204.87868179623371</c:v>
                </c:pt>
                <c:pt idx="2033">
                  <c:v>205.04104297440847</c:v>
                </c:pt>
                <c:pt idx="2034">
                  <c:v>206.42262192177691</c:v>
                </c:pt>
                <c:pt idx="2035">
                  <c:v>205.07484307098019</c:v>
                </c:pt>
                <c:pt idx="2036">
                  <c:v>206.51255432158376</c:v>
                </c:pt>
                <c:pt idx="2037">
                  <c:v>207.04852728150652</c:v>
                </c:pt>
                <c:pt idx="2038">
                  <c:v>206.14316755190728</c:v>
                </c:pt>
                <c:pt idx="2039">
                  <c:v>204.55154514727184</c:v>
                </c:pt>
                <c:pt idx="2040">
                  <c:v>205.04225012071461</c:v>
                </c:pt>
                <c:pt idx="2041">
                  <c:v>204.63182037662966</c:v>
                </c:pt>
                <c:pt idx="2042">
                  <c:v>206.18903911154032</c:v>
                </c:pt>
                <c:pt idx="2043">
                  <c:v>209.55758087880253</c:v>
                </c:pt>
                <c:pt idx="2044">
                  <c:v>210.01991791405118</c:v>
                </c:pt>
                <c:pt idx="2045">
                  <c:v>211.93928054080152</c:v>
                </c:pt>
                <c:pt idx="2046">
                  <c:v>212.44748913568324</c:v>
                </c:pt>
                <c:pt idx="2047">
                  <c:v>212.74806856591019</c:v>
                </c:pt>
                <c:pt idx="2048">
                  <c:v>213.93408981168517</c:v>
                </c:pt>
                <c:pt idx="2049">
                  <c:v>215.02172863351041</c:v>
                </c:pt>
                <c:pt idx="2050">
                  <c:v>215.21004345726703</c:v>
                </c:pt>
                <c:pt idx="2051">
                  <c:v>213.74758570738771</c:v>
                </c:pt>
                <c:pt idx="2052">
                  <c:v>213.18384838242395</c:v>
                </c:pt>
                <c:pt idx="2053">
                  <c:v>212.68408981168517</c:v>
                </c:pt>
                <c:pt idx="2054">
                  <c:v>212.75289715113473</c:v>
                </c:pt>
                <c:pt idx="2055">
                  <c:v>212.74806856591019</c:v>
                </c:pt>
                <c:pt idx="2056">
                  <c:v>214.18879768227913</c:v>
                </c:pt>
                <c:pt idx="2057">
                  <c:v>214.50084500241431</c:v>
                </c:pt>
                <c:pt idx="2058">
                  <c:v>215.03621438918395</c:v>
                </c:pt>
                <c:pt idx="2059">
                  <c:v>216.26086431675517</c:v>
                </c:pt>
                <c:pt idx="2060">
                  <c:v>218.07098020280057</c:v>
                </c:pt>
                <c:pt idx="2061">
                  <c:v>219.06868662481895</c:v>
                </c:pt>
                <c:pt idx="2062">
                  <c:v>218.37095605987443</c:v>
                </c:pt>
                <c:pt idx="2063">
                  <c:v>220.374215354901</c:v>
                </c:pt>
                <c:pt idx="2064">
                  <c:v>218.11926605504587</c:v>
                </c:pt>
                <c:pt idx="2065">
                  <c:v>220.47802993722843</c:v>
                </c:pt>
                <c:pt idx="2066">
                  <c:v>220.49674070497346</c:v>
                </c:pt>
                <c:pt idx="2067">
                  <c:v>221.09005311443744</c:v>
                </c:pt>
                <c:pt idx="2068">
                  <c:v>220.87155963302752</c:v>
                </c:pt>
                <c:pt idx="2069">
                  <c:v>221.08643167551904</c:v>
                </c:pt>
                <c:pt idx="2070">
                  <c:v>222.10103814582328</c:v>
                </c:pt>
                <c:pt idx="2071">
                  <c:v>220.74480927088365</c:v>
                </c:pt>
                <c:pt idx="2072">
                  <c:v>219.48032351521002</c:v>
                </c:pt>
                <c:pt idx="2073">
                  <c:v>218.85502172863355</c:v>
                </c:pt>
                <c:pt idx="2074">
                  <c:v>219.74167069048769</c:v>
                </c:pt>
                <c:pt idx="2075">
                  <c:v>221.08160309029455</c:v>
                </c:pt>
                <c:pt idx="2076">
                  <c:v>221.48720424915501</c:v>
                </c:pt>
                <c:pt idx="2077">
                  <c:v>220.73153066151622</c:v>
                </c:pt>
                <c:pt idx="2078">
                  <c:v>221.16308546595849</c:v>
                </c:pt>
                <c:pt idx="2079">
                  <c:v>223.31422018348621</c:v>
                </c:pt>
                <c:pt idx="2080">
                  <c:v>224.51291646547566</c:v>
                </c:pt>
                <c:pt idx="2081">
                  <c:v>224.93783196523415</c:v>
                </c:pt>
                <c:pt idx="2082">
                  <c:v>223.73732496378565</c:v>
                </c:pt>
                <c:pt idx="2083">
                  <c:v>223.17419121197491</c:v>
                </c:pt>
                <c:pt idx="2084">
                  <c:v>223.73370352486722</c:v>
                </c:pt>
                <c:pt idx="2085">
                  <c:v>224.45497344278124</c:v>
                </c:pt>
                <c:pt idx="2086">
                  <c:v>224.51714147754709</c:v>
                </c:pt>
                <c:pt idx="2087">
                  <c:v>226.05504587155966</c:v>
                </c:pt>
                <c:pt idx="2088">
                  <c:v>224.9462819893771</c:v>
                </c:pt>
                <c:pt idx="2089">
                  <c:v>224.08739739256399</c:v>
                </c:pt>
                <c:pt idx="2090">
                  <c:v>224.54732013520041</c:v>
                </c:pt>
                <c:pt idx="2091">
                  <c:v>225.93131337518111</c:v>
                </c:pt>
                <c:pt idx="2092">
                  <c:v>226.41115403186868</c:v>
                </c:pt>
                <c:pt idx="2093">
                  <c:v>225.59270883631095</c:v>
                </c:pt>
                <c:pt idx="2094">
                  <c:v>227.25736359246741</c:v>
                </c:pt>
                <c:pt idx="2095">
                  <c:v>226.40572187349107</c:v>
                </c:pt>
                <c:pt idx="2096">
                  <c:v>227.14509898599709</c:v>
                </c:pt>
                <c:pt idx="2097">
                  <c:v>227.62976822790918</c:v>
                </c:pt>
                <c:pt idx="2098">
                  <c:v>226.59645098985996</c:v>
                </c:pt>
                <c:pt idx="2099">
                  <c:v>225.31989377112507</c:v>
                </c:pt>
                <c:pt idx="2100">
                  <c:v>225.63013037180107</c:v>
                </c:pt>
                <c:pt idx="2101">
                  <c:v>227.15354901014004</c:v>
                </c:pt>
                <c:pt idx="2102">
                  <c:v>229.02100434572668</c:v>
                </c:pt>
                <c:pt idx="2103">
                  <c:v>231.63990825688074</c:v>
                </c:pt>
                <c:pt idx="2104">
                  <c:v>233.25144857556737</c:v>
                </c:pt>
                <c:pt idx="2105">
                  <c:v>234.05359729599229</c:v>
                </c:pt>
                <c:pt idx="2106">
                  <c:v>234.16827619507484</c:v>
                </c:pt>
                <c:pt idx="2107">
                  <c:v>235.36093674553356</c:v>
                </c:pt>
                <c:pt idx="2108">
                  <c:v>233.36310960888457</c:v>
                </c:pt>
                <c:pt idx="2109">
                  <c:v>233.65403186866249</c:v>
                </c:pt>
                <c:pt idx="2110">
                  <c:v>234.66199903428296</c:v>
                </c:pt>
                <c:pt idx="2111">
                  <c:v>233.99686141960404</c:v>
                </c:pt>
                <c:pt idx="2112">
                  <c:v>234.35236600676004</c:v>
                </c:pt>
                <c:pt idx="2113">
                  <c:v>236.17213906325446</c:v>
                </c:pt>
                <c:pt idx="2114">
                  <c:v>237.94604056011588</c:v>
                </c:pt>
                <c:pt idx="2115">
                  <c:v>238.4023418638339</c:v>
                </c:pt>
                <c:pt idx="2116">
                  <c:v>239.41513761467891</c:v>
                </c:pt>
                <c:pt idx="2117">
                  <c:v>241.17757122163206</c:v>
                </c:pt>
                <c:pt idx="2118">
                  <c:v>238.35103814582328</c:v>
                </c:pt>
                <c:pt idx="2119">
                  <c:v>237.47404635441814</c:v>
                </c:pt>
                <c:pt idx="2120">
                  <c:v>237.57363592467408</c:v>
                </c:pt>
                <c:pt idx="2121">
                  <c:v>238.75301786576532</c:v>
                </c:pt>
                <c:pt idx="2122">
                  <c:v>237.32375663930472</c:v>
                </c:pt>
                <c:pt idx="2123">
                  <c:v>237.15656687590533</c:v>
                </c:pt>
                <c:pt idx="2124">
                  <c:v>238.45726702076288</c:v>
                </c:pt>
                <c:pt idx="2125">
                  <c:v>238.2128198937711</c:v>
                </c:pt>
                <c:pt idx="2126">
                  <c:v>235.71402704007727</c:v>
                </c:pt>
                <c:pt idx="2127">
                  <c:v>233.96487204249158</c:v>
                </c:pt>
                <c:pt idx="2128">
                  <c:v>235.59874456784163</c:v>
                </c:pt>
                <c:pt idx="2129">
                  <c:v>236.56808305166584</c:v>
                </c:pt>
                <c:pt idx="2130">
                  <c:v>236.24879285369386</c:v>
                </c:pt>
                <c:pt idx="2131">
                  <c:v>236.99360212457751</c:v>
                </c:pt>
                <c:pt idx="2132">
                  <c:v>235.91380975374216</c:v>
                </c:pt>
                <c:pt idx="2133">
                  <c:v>234.52800579430226</c:v>
                </c:pt>
                <c:pt idx="2134">
                  <c:v>234.60345243843554</c:v>
                </c:pt>
                <c:pt idx="2135">
                  <c:v>234.97102848865282</c:v>
                </c:pt>
                <c:pt idx="2136">
                  <c:v>233.76690004828586</c:v>
                </c:pt>
                <c:pt idx="2137">
                  <c:v>233.10176243360695</c:v>
                </c:pt>
                <c:pt idx="2138">
                  <c:v>234.10912602607431</c:v>
                </c:pt>
                <c:pt idx="2139">
                  <c:v>234.14352969579912</c:v>
                </c:pt>
                <c:pt idx="2140">
                  <c:v>234.71752776436503</c:v>
                </c:pt>
                <c:pt idx="2141">
                  <c:v>234.02583293095125</c:v>
                </c:pt>
                <c:pt idx="2142">
                  <c:v>232.56639304683725</c:v>
                </c:pt>
                <c:pt idx="2143">
                  <c:v>233.05226943505551</c:v>
                </c:pt>
                <c:pt idx="2144">
                  <c:v>233.49408498309998</c:v>
                </c:pt>
                <c:pt idx="2145">
                  <c:v>233.55202800579434</c:v>
                </c:pt>
                <c:pt idx="2146">
                  <c:v>232.42153549010141</c:v>
                </c:pt>
                <c:pt idx="2147">
                  <c:v>234.61250603573154</c:v>
                </c:pt>
                <c:pt idx="2148">
                  <c:v>235.74118783196519</c:v>
                </c:pt>
                <c:pt idx="2149">
                  <c:v>236.29768227909221</c:v>
                </c:pt>
                <c:pt idx="2150">
                  <c:v>236.73406566875906</c:v>
                </c:pt>
                <c:pt idx="2151">
                  <c:v>238.13435538387253</c:v>
                </c:pt>
                <c:pt idx="2152">
                  <c:v>239.25579430226946</c:v>
                </c:pt>
                <c:pt idx="2153">
                  <c:v>241.38520038628681</c:v>
                </c:pt>
                <c:pt idx="2154">
                  <c:v>241.34717527764366</c:v>
                </c:pt>
                <c:pt idx="2155">
                  <c:v>242.27426364075325</c:v>
                </c:pt>
                <c:pt idx="2156">
                  <c:v>242.67382906808302</c:v>
                </c:pt>
                <c:pt idx="2157">
                  <c:v>243.75120714630611</c:v>
                </c:pt>
                <c:pt idx="2158">
                  <c:v>243.03838725253502</c:v>
                </c:pt>
                <c:pt idx="2159">
                  <c:v>240.23901496861421</c:v>
                </c:pt>
                <c:pt idx="2160">
                  <c:v>238.31904876871076</c:v>
                </c:pt>
                <c:pt idx="2161">
                  <c:v>237.49698213423466</c:v>
                </c:pt>
                <c:pt idx="2162">
                  <c:v>237.50060357315306</c:v>
                </c:pt>
                <c:pt idx="2163">
                  <c:v>237.38169966199902</c:v>
                </c:pt>
                <c:pt idx="2164">
                  <c:v>238.00639787542249</c:v>
                </c:pt>
                <c:pt idx="2165">
                  <c:v>235.67781265089329</c:v>
                </c:pt>
                <c:pt idx="2166">
                  <c:v>237.06301303718013</c:v>
                </c:pt>
                <c:pt idx="2167">
                  <c:v>235.74058425881213</c:v>
                </c:pt>
                <c:pt idx="2168">
                  <c:v>234.6221632061806</c:v>
                </c:pt>
                <c:pt idx="2169">
                  <c:v>235.94579913085468</c:v>
                </c:pt>
                <c:pt idx="2170">
                  <c:v>237.24649927571221</c:v>
                </c:pt>
                <c:pt idx="2171">
                  <c:v>235.54261226460645</c:v>
                </c:pt>
                <c:pt idx="2172">
                  <c:v>237.68529695799128</c:v>
                </c:pt>
                <c:pt idx="2173">
                  <c:v>239.15197971994203</c:v>
                </c:pt>
                <c:pt idx="2174">
                  <c:v>238.94253983582811</c:v>
                </c:pt>
                <c:pt idx="2175">
                  <c:v>238.42407049734427</c:v>
                </c:pt>
                <c:pt idx="2176">
                  <c:v>238.19109126026072</c:v>
                </c:pt>
                <c:pt idx="2177">
                  <c:v>239.15379043940126</c:v>
                </c:pt>
                <c:pt idx="2178">
                  <c:v>237.45895702559147</c:v>
                </c:pt>
                <c:pt idx="2179">
                  <c:v>236.89884113954611</c:v>
                </c:pt>
                <c:pt idx="2180">
                  <c:v>235.90837759536458</c:v>
                </c:pt>
                <c:pt idx="2181">
                  <c:v>232.75893288266536</c:v>
                </c:pt>
                <c:pt idx="2182">
                  <c:v>230.83232737807828</c:v>
                </c:pt>
                <c:pt idx="2183">
                  <c:v>227.63459681313373</c:v>
                </c:pt>
                <c:pt idx="2184">
                  <c:v>229.92817479478512</c:v>
                </c:pt>
                <c:pt idx="2185">
                  <c:v>231.05866731047806</c:v>
                </c:pt>
                <c:pt idx="2186">
                  <c:v>230.31868662481889</c:v>
                </c:pt>
                <c:pt idx="2187">
                  <c:v>229.22682279092226</c:v>
                </c:pt>
                <c:pt idx="2188">
                  <c:v>230.96632061805892</c:v>
                </c:pt>
                <c:pt idx="2189">
                  <c:v>232.14147754707869</c:v>
                </c:pt>
                <c:pt idx="2190">
                  <c:v>234.3282230806374</c:v>
                </c:pt>
                <c:pt idx="2191">
                  <c:v>234.2672621921777</c:v>
                </c:pt>
                <c:pt idx="2192">
                  <c:v>234.71149203283437</c:v>
                </c:pt>
                <c:pt idx="2193">
                  <c:v>234.12964751327857</c:v>
                </c:pt>
                <c:pt idx="2194">
                  <c:v>234.49239497827134</c:v>
                </c:pt>
                <c:pt idx="2195">
                  <c:v>235.70195557701595</c:v>
                </c:pt>
                <c:pt idx="2196">
                  <c:v>234.71209560598743</c:v>
                </c:pt>
                <c:pt idx="2197">
                  <c:v>237.51146788990826</c:v>
                </c:pt>
                <c:pt idx="2198">
                  <c:v>238.59488169966201</c:v>
                </c:pt>
                <c:pt idx="2199">
                  <c:v>238.19169483341378</c:v>
                </c:pt>
                <c:pt idx="2200">
                  <c:v>237.73539352969578</c:v>
                </c:pt>
                <c:pt idx="2201">
                  <c:v>238.81458232737808</c:v>
                </c:pt>
                <c:pt idx="2202">
                  <c:v>239.15801545147269</c:v>
                </c:pt>
                <c:pt idx="2203">
                  <c:v>239.03911154031869</c:v>
                </c:pt>
                <c:pt idx="2204">
                  <c:v>238.95098985997106</c:v>
                </c:pt>
                <c:pt idx="2205">
                  <c:v>240.09777885079671</c:v>
                </c:pt>
                <c:pt idx="2206">
                  <c:v>242.59536455818443</c:v>
                </c:pt>
                <c:pt idx="2207">
                  <c:v>243.03657653307584</c:v>
                </c:pt>
                <c:pt idx="2208">
                  <c:v>244.66320618058913</c:v>
                </c:pt>
                <c:pt idx="2209">
                  <c:v>249.71994205697729</c:v>
                </c:pt>
                <c:pt idx="2210">
                  <c:v>251.75156929019798</c:v>
                </c:pt>
                <c:pt idx="2211">
                  <c:v>252.74867213906327</c:v>
                </c:pt>
                <c:pt idx="2212">
                  <c:v>252.30746016417194</c:v>
                </c:pt>
                <c:pt idx="2213">
                  <c:v>253.13133751810719</c:v>
                </c:pt>
                <c:pt idx="2214">
                  <c:v>253.4657170449058</c:v>
                </c:pt>
                <c:pt idx="2215">
                  <c:v>252.37083534524385</c:v>
                </c:pt>
                <c:pt idx="2216">
                  <c:v>252.6116610333172</c:v>
                </c:pt>
                <c:pt idx="2217">
                  <c:v>255.70618058908741</c:v>
                </c:pt>
                <c:pt idx="2218">
                  <c:v>259.01315789473688</c:v>
                </c:pt>
                <c:pt idx="2219">
                  <c:v>258.55444229840663</c:v>
                </c:pt>
                <c:pt idx="2220">
                  <c:v>258.97030420086912</c:v>
                </c:pt>
                <c:pt idx="2221">
                  <c:v>255.31325446644132</c:v>
                </c:pt>
                <c:pt idx="2222">
                  <c:v>256.5795509415741</c:v>
                </c:pt>
                <c:pt idx="2223">
                  <c:v>257.71849348141001</c:v>
                </c:pt>
                <c:pt idx="2224">
                  <c:v>258.82846450989859</c:v>
                </c:pt>
                <c:pt idx="2225">
                  <c:v>261.40451472718496</c:v>
                </c:pt>
                <c:pt idx="2226">
                  <c:v>262.90077257363595</c:v>
                </c:pt>
                <c:pt idx="2227">
                  <c:v>262.32979237083538</c:v>
                </c:pt>
                <c:pt idx="2228">
                  <c:v>262.45654273297924</c:v>
                </c:pt>
                <c:pt idx="2229">
                  <c:v>261.53790439401257</c:v>
                </c:pt>
                <c:pt idx="2230">
                  <c:v>259.74589570255915</c:v>
                </c:pt>
                <c:pt idx="2231">
                  <c:v>261.450989859971</c:v>
                </c:pt>
                <c:pt idx="2232">
                  <c:v>262.0811202317721</c:v>
                </c:pt>
                <c:pt idx="2233">
                  <c:v>259.69338483824237</c:v>
                </c:pt>
                <c:pt idx="2234">
                  <c:v>260.07786093674554</c:v>
                </c:pt>
                <c:pt idx="2235">
                  <c:v>260.96933848382429</c:v>
                </c:pt>
                <c:pt idx="2236">
                  <c:v>261.31337518107193</c:v>
                </c:pt>
                <c:pt idx="2237">
                  <c:v>264.29925156929016</c:v>
                </c:pt>
                <c:pt idx="2238">
                  <c:v>266.74855142443266</c:v>
                </c:pt>
                <c:pt idx="2239">
                  <c:v>265.96209560598743</c:v>
                </c:pt>
                <c:pt idx="2240">
                  <c:v>260.40499758570741</c:v>
                </c:pt>
                <c:pt idx="2241">
                  <c:v>259.08075808788027</c:v>
                </c:pt>
                <c:pt idx="2242">
                  <c:v>261.01400289715116</c:v>
                </c:pt>
                <c:pt idx="2243">
                  <c:v>260.40318686624818</c:v>
                </c:pt>
                <c:pt idx="2244">
                  <c:v>256.38338966682761</c:v>
                </c:pt>
                <c:pt idx="2245">
                  <c:v>258.98056494447127</c:v>
                </c:pt>
                <c:pt idx="2246">
                  <c:v>257.75712216320613</c:v>
                </c:pt>
                <c:pt idx="2247">
                  <c:v>262.40463544181551</c:v>
                </c:pt>
                <c:pt idx="2248">
                  <c:v>259.8032351521004</c:v>
                </c:pt>
                <c:pt idx="2249">
                  <c:v>262.26098503138581</c:v>
                </c:pt>
                <c:pt idx="2250">
                  <c:v>261.91996619990346</c:v>
                </c:pt>
                <c:pt idx="2251">
                  <c:v>263.80733944954125</c:v>
                </c:pt>
                <c:pt idx="2252">
                  <c:v>262.81627233220667</c:v>
                </c:pt>
                <c:pt idx="2253">
                  <c:v>264.71994205697735</c:v>
                </c:pt>
                <c:pt idx="2254">
                  <c:v>264.73322066634478</c:v>
                </c:pt>
                <c:pt idx="2255">
                  <c:v>262.16743119266056</c:v>
                </c:pt>
                <c:pt idx="2256">
                  <c:v>262.94664413326893</c:v>
                </c:pt>
                <c:pt idx="2257">
                  <c:v>260.93734910671174</c:v>
                </c:pt>
                <c:pt idx="2258">
                  <c:v>262.47283920811202</c:v>
                </c:pt>
                <c:pt idx="2259">
                  <c:v>263.64135683244808</c:v>
                </c:pt>
                <c:pt idx="2260">
                  <c:v>264.49480927088365</c:v>
                </c:pt>
                <c:pt idx="2261">
                  <c:v>266.06349589570254</c:v>
                </c:pt>
                <c:pt idx="2262">
                  <c:v>267.04792370835344</c:v>
                </c:pt>
                <c:pt idx="2263">
                  <c:v>267.94966199903428</c:v>
                </c:pt>
                <c:pt idx="2264">
                  <c:v>266.23672139063251</c:v>
                </c:pt>
                <c:pt idx="2265">
                  <c:v>268.19712699179144</c:v>
                </c:pt>
                <c:pt idx="2266">
                  <c:v>268.13978754225013</c:v>
                </c:pt>
                <c:pt idx="2267">
                  <c:v>267.04550941574115</c:v>
                </c:pt>
                <c:pt idx="2268">
                  <c:v>267.96656204732011</c:v>
                </c:pt>
                <c:pt idx="2269">
                  <c:v>264.98249637856111</c:v>
                </c:pt>
                <c:pt idx="2270">
                  <c:v>265.36455818445194</c:v>
                </c:pt>
                <c:pt idx="2271">
                  <c:v>269.66139546112993</c:v>
                </c:pt>
                <c:pt idx="2272">
                  <c:v>270.14002897151136</c:v>
                </c:pt>
                <c:pt idx="2273">
                  <c:v>270.46837276677934</c:v>
                </c:pt>
                <c:pt idx="2274">
                  <c:v>269.87324963785613</c:v>
                </c:pt>
                <c:pt idx="2275">
                  <c:v>271.29466441332693</c:v>
                </c:pt>
                <c:pt idx="2276">
                  <c:v>271.53005794302271</c:v>
                </c:pt>
                <c:pt idx="2277">
                  <c:v>269.58775953645585</c:v>
                </c:pt>
                <c:pt idx="2278">
                  <c:v>269.62457749879286</c:v>
                </c:pt>
                <c:pt idx="2279">
                  <c:v>265.5444229840657</c:v>
                </c:pt>
                <c:pt idx="2280">
                  <c:v>267.34246740704975</c:v>
                </c:pt>
                <c:pt idx="2281">
                  <c:v>265.85405601158863</c:v>
                </c:pt>
                <c:pt idx="2282">
                  <c:v>266.24456784162243</c:v>
                </c:pt>
                <c:pt idx="2283">
                  <c:v>263.36854176726223</c:v>
                </c:pt>
                <c:pt idx="2284">
                  <c:v>263.62988894253982</c:v>
                </c:pt>
                <c:pt idx="2285">
                  <c:v>265.7164413326895</c:v>
                </c:pt>
                <c:pt idx="2286">
                  <c:v>266.74010140028969</c:v>
                </c:pt>
                <c:pt idx="2287">
                  <c:v>265.62892322549493</c:v>
                </c:pt>
                <c:pt idx="2288">
                  <c:v>267.06482375663933</c:v>
                </c:pt>
                <c:pt idx="2289">
                  <c:v>269.51834862385323</c:v>
                </c:pt>
                <c:pt idx="2290">
                  <c:v>271.14920328343794</c:v>
                </c:pt>
                <c:pt idx="2291">
                  <c:v>271.04418155480448</c:v>
                </c:pt>
                <c:pt idx="2292">
                  <c:v>270.81904876871079</c:v>
                </c:pt>
                <c:pt idx="2293">
                  <c:v>271.78476581361662</c:v>
                </c:pt>
                <c:pt idx="2294">
                  <c:v>271.77329792370836</c:v>
                </c:pt>
                <c:pt idx="2295">
                  <c:v>273.61540318686622</c:v>
                </c:pt>
                <c:pt idx="2296">
                  <c:v>273.3311202317721</c:v>
                </c:pt>
                <c:pt idx="2297">
                  <c:v>274.67165620473202</c:v>
                </c:pt>
                <c:pt idx="2298">
                  <c:v>271.84210526315792</c:v>
                </c:pt>
                <c:pt idx="2299">
                  <c:v>268.86166103331726</c:v>
                </c:pt>
                <c:pt idx="2300">
                  <c:v>267.35755673587641</c:v>
                </c:pt>
                <c:pt idx="2301">
                  <c:v>265.52209077740218</c:v>
                </c:pt>
                <c:pt idx="2302">
                  <c:v>267.34669241912121</c:v>
                </c:pt>
                <c:pt idx="2303">
                  <c:v>269.63302752293583</c:v>
                </c:pt>
                <c:pt idx="2304">
                  <c:v>270.01448575567355</c:v>
                </c:pt>
                <c:pt idx="2305">
                  <c:v>270.4297440849831</c:v>
                </c:pt>
                <c:pt idx="2306">
                  <c:v>272.45714630613224</c:v>
                </c:pt>
                <c:pt idx="2307">
                  <c:v>270.64159826170931</c:v>
                </c:pt>
                <c:pt idx="2308">
                  <c:v>273.33896668276196</c:v>
                </c:pt>
                <c:pt idx="2309">
                  <c:v>272.87361178174791</c:v>
                </c:pt>
                <c:pt idx="2310">
                  <c:v>273.39690970545632</c:v>
                </c:pt>
                <c:pt idx="2311">
                  <c:v>271.31639304683728</c:v>
                </c:pt>
                <c:pt idx="2312">
                  <c:v>270.91622404635444</c:v>
                </c:pt>
                <c:pt idx="2313">
                  <c:v>269.22380492515691</c:v>
                </c:pt>
                <c:pt idx="2314">
                  <c:v>269.22380492515691</c:v>
                </c:pt>
                <c:pt idx="2315">
                  <c:v>265.05915016900047</c:v>
                </c:pt>
                <c:pt idx="2316">
                  <c:v>266.23853211009174</c:v>
                </c:pt>
                <c:pt idx="2317">
                  <c:v>266.82822308063737</c:v>
                </c:pt>
                <c:pt idx="2318">
                  <c:v>268.20195557701589</c:v>
                </c:pt>
                <c:pt idx="2319">
                  <c:v>267.99311926605503</c:v>
                </c:pt>
                <c:pt idx="2320">
                  <c:v>270.44724770642199</c:v>
                </c:pt>
                <c:pt idx="2321">
                  <c:v>271.19869628198938</c:v>
                </c:pt>
                <c:pt idx="2322">
                  <c:v>271.63206180589088</c:v>
                </c:pt>
                <c:pt idx="2323">
                  <c:v>271.95859488169964</c:v>
                </c:pt>
                <c:pt idx="2324">
                  <c:v>272.78850796716563</c:v>
                </c:pt>
                <c:pt idx="2325">
                  <c:v>277.25313858039596</c:v>
                </c:pt>
                <c:pt idx="2326">
                  <c:v>277.12578464509897</c:v>
                </c:pt>
                <c:pt idx="2327">
                  <c:v>276.82822308063737</c:v>
                </c:pt>
                <c:pt idx="2328">
                  <c:v>276.29345726702076</c:v>
                </c:pt>
                <c:pt idx="2329">
                  <c:v>274.07894736842104</c:v>
                </c:pt>
                <c:pt idx="2330">
                  <c:v>271.47090777402224</c:v>
                </c:pt>
                <c:pt idx="2331">
                  <c:v>271.97851279575087</c:v>
                </c:pt>
                <c:pt idx="2332">
                  <c:v>280.82930951231293</c:v>
                </c:pt>
                <c:pt idx="2333">
                  <c:v>264.17793336552393</c:v>
                </c:pt>
                <c:pt idx="2334">
                  <c:v>273.06071945919842</c:v>
                </c:pt>
                <c:pt idx="2335">
                  <c:v>275.48768710767746</c:v>
                </c:pt>
                <c:pt idx="2336">
                  <c:v>281.1461854176726</c:v>
                </c:pt>
                <c:pt idx="2337">
                  <c:v>280.77257363592469</c:v>
                </c:pt>
                <c:pt idx="2338">
                  <c:v>280.84077740222114</c:v>
                </c:pt>
                <c:pt idx="2339">
                  <c:v>281.54212940608403</c:v>
                </c:pt>
                <c:pt idx="2340">
                  <c:v>282.45895702559153</c:v>
                </c:pt>
                <c:pt idx="2341">
                  <c:v>283.26412361178177</c:v>
                </c:pt>
                <c:pt idx="2342">
                  <c:v>284.37831965234187</c:v>
                </c:pt>
                <c:pt idx="2343">
                  <c:v>283.87252535007241</c:v>
                </c:pt>
                <c:pt idx="2344">
                  <c:v>284.48816996619991</c:v>
                </c:pt>
                <c:pt idx="2345">
                  <c:v>283.6926605504587</c:v>
                </c:pt>
                <c:pt idx="2346">
                  <c:v>284.13628681796229</c:v>
                </c:pt>
                <c:pt idx="2347">
                  <c:v>286.350796716562</c:v>
                </c:pt>
                <c:pt idx="2348">
                  <c:v>288.13133751810722</c:v>
                </c:pt>
                <c:pt idx="2349">
                  <c:v>290.25229357798167</c:v>
                </c:pt>
                <c:pt idx="2350">
                  <c:v>289.84307098020275</c:v>
                </c:pt>
                <c:pt idx="2351">
                  <c:v>291.4286576533076</c:v>
                </c:pt>
                <c:pt idx="2352">
                  <c:v>291.21016417189759</c:v>
                </c:pt>
                <c:pt idx="2353">
                  <c:v>293.1735876388218</c:v>
                </c:pt>
                <c:pt idx="2354">
                  <c:v>293.36250603573154</c:v>
                </c:pt>
                <c:pt idx="2355">
                  <c:v>293.62445678416219</c:v>
                </c:pt>
                <c:pt idx="2356">
                  <c:v>293.58462095605989</c:v>
                </c:pt>
                <c:pt idx="2357">
                  <c:v>294.94447126991793</c:v>
                </c:pt>
                <c:pt idx="2358">
                  <c:v>293.63169966199905</c:v>
                </c:pt>
                <c:pt idx="2359">
                  <c:v>293.52909222597782</c:v>
                </c:pt>
                <c:pt idx="2360">
                  <c:v>295.7767986479962</c:v>
                </c:pt>
                <c:pt idx="2361">
                  <c:v>296.79744084983099</c:v>
                </c:pt>
                <c:pt idx="2362">
                  <c:v>297.11492032834383</c:v>
                </c:pt>
                <c:pt idx="2363">
                  <c:v>299.38254466441327</c:v>
                </c:pt>
                <c:pt idx="2364">
                  <c:v>296.12385321100919</c:v>
                </c:pt>
                <c:pt idx="2365">
                  <c:v>295.86250603573154</c:v>
                </c:pt>
                <c:pt idx="2366">
                  <c:v>295.4979478512796</c:v>
                </c:pt>
                <c:pt idx="2367">
                  <c:v>294.70666344760986</c:v>
                </c:pt>
                <c:pt idx="2368">
                  <c:v>294.61733462095606</c:v>
                </c:pt>
                <c:pt idx="2369">
                  <c:v>299.79297440849831</c:v>
                </c:pt>
                <c:pt idx="2370">
                  <c:v>299.80806373732497</c:v>
                </c:pt>
                <c:pt idx="2371">
                  <c:v>300.06397875422499</c:v>
                </c:pt>
                <c:pt idx="2372">
                  <c:v>301.19688556253021</c:v>
                </c:pt>
                <c:pt idx="2373">
                  <c:v>301.91815548044423</c:v>
                </c:pt>
                <c:pt idx="2374">
                  <c:v>298.37880251086432</c:v>
                </c:pt>
                <c:pt idx="2375">
                  <c:v>290.38628681796229</c:v>
                </c:pt>
                <c:pt idx="2376">
                  <c:v>289.62518107194592</c:v>
                </c:pt>
                <c:pt idx="2377">
                  <c:v>293.30637373249641</c:v>
                </c:pt>
                <c:pt idx="2378">
                  <c:v>291.12747464992759</c:v>
                </c:pt>
                <c:pt idx="2379">
                  <c:v>294.151376146789</c:v>
                </c:pt>
                <c:pt idx="2380">
                  <c:v>293.90391115403185</c:v>
                </c:pt>
                <c:pt idx="2381">
                  <c:v>291.3930468372767</c:v>
                </c:pt>
                <c:pt idx="2382">
                  <c:v>291.45038628681795</c:v>
                </c:pt>
                <c:pt idx="2383">
                  <c:v>296.24758570738777</c:v>
                </c:pt>
                <c:pt idx="2384">
                  <c:v>296.62783679381943</c:v>
                </c:pt>
                <c:pt idx="2385">
                  <c:v>298.15125543215839</c:v>
                </c:pt>
                <c:pt idx="2386">
                  <c:v>299.01255432158382</c:v>
                </c:pt>
                <c:pt idx="2387">
                  <c:v>299.51110574601643</c:v>
                </c:pt>
                <c:pt idx="2388">
                  <c:v>299.65173829068084</c:v>
                </c:pt>
                <c:pt idx="2389">
                  <c:v>301.91453404152583</c:v>
                </c:pt>
                <c:pt idx="2390">
                  <c:v>302.00084500241428</c:v>
                </c:pt>
                <c:pt idx="2391">
                  <c:v>302.41851762433606</c:v>
                </c:pt>
                <c:pt idx="2392">
                  <c:v>303.62083534524385</c:v>
                </c:pt>
                <c:pt idx="2393">
                  <c:v>304.63423466924195</c:v>
                </c:pt>
                <c:pt idx="2394">
                  <c:v>305.15089328826656</c:v>
                </c:pt>
                <c:pt idx="2395">
                  <c:v>305.16477547078705</c:v>
                </c:pt>
                <c:pt idx="2396">
                  <c:v>304.18517624336073</c:v>
                </c:pt>
                <c:pt idx="2397">
                  <c:v>303.53814582327374</c:v>
                </c:pt>
                <c:pt idx="2398">
                  <c:v>300.00181071945923</c:v>
                </c:pt>
                <c:pt idx="2399">
                  <c:v>301.01883148237567</c:v>
                </c:pt>
                <c:pt idx="2400">
                  <c:v>302.28271366489616</c:v>
                </c:pt>
                <c:pt idx="2401">
                  <c:v>300.8021487204249</c:v>
                </c:pt>
                <c:pt idx="2402">
                  <c:v>306.48116851762433</c:v>
                </c:pt>
                <c:pt idx="2403">
                  <c:v>306.09005311443747</c:v>
                </c:pt>
                <c:pt idx="2404">
                  <c:v>306.41900048285851</c:v>
                </c:pt>
                <c:pt idx="2405">
                  <c:v>306.83908739739257</c:v>
                </c:pt>
                <c:pt idx="2406">
                  <c:v>306.34415741187831</c:v>
                </c:pt>
                <c:pt idx="2407">
                  <c:v>306.80589087397391</c:v>
                </c:pt>
                <c:pt idx="2408">
                  <c:v>311.33450024142928</c:v>
                </c:pt>
                <c:pt idx="2409">
                  <c:v>313.12228392081118</c:v>
                </c:pt>
                <c:pt idx="2410">
                  <c:v>313.13858039594402</c:v>
                </c:pt>
                <c:pt idx="2411">
                  <c:v>313.90813616610336</c:v>
                </c:pt>
                <c:pt idx="2412">
                  <c:v>316.46607918879766</c:v>
                </c:pt>
                <c:pt idx="2413">
                  <c:v>316.01822790922262</c:v>
                </c:pt>
                <c:pt idx="2414">
                  <c:v>311.57472235634953</c:v>
                </c:pt>
                <c:pt idx="2415">
                  <c:v>311.40632544664413</c:v>
                </c:pt>
                <c:pt idx="2416">
                  <c:v>304.80564944471269</c:v>
                </c:pt>
                <c:pt idx="2417">
                  <c:v>301.9628198937711</c:v>
                </c:pt>
                <c:pt idx="2418">
                  <c:v>299.32098020280057</c:v>
                </c:pt>
                <c:pt idx="2419">
                  <c:v>301.94531627233221</c:v>
                </c:pt>
                <c:pt idx="2420">
                  <c:v>301.56868662481895</c:v>
                </c:pt>
                <c:pt idx="2421">
                  <c:v>301.76786576533073</c:v>
                </c:pt>
                <c:pt idx="2422">
                  <c:v>301.35502172863352</c:v>
                </c:pt>
                <c:pt idx="2423">
                  <c:v>303.3311202317721</c:v>
                </c:pt>
                <c:pt idx="2424">
                  <c:v>302.47887493964265</c:v>
                </c:pt>
                <c:pt idx="2425">
                  <c:v>301.44012554321586</c:v>
                </c:pt>
                <c:pt idx="2426">
                  <c:v>298.76690004828583</c:v>
                </c:pt>
                <c:pt idx="2427">
                  <c:v>300.02474649927569</c:v>
                </c:pt>
                <c:pt idx="2428">
                  <c:v>299.14413326895215</c:v>
                </c:pt>
                <c:pt idx="2429">
                  <c:v>295.41405118300338</c:v>
                </c:pt>
                <c:pt idx="2430">
                  <c:v>294.97223563495896</c:v>
                </c:pt>
                <c:pt idx="2431">
                  <c:v>294.53645581844523</c:v>
                </c:pt>
                <c:pt idx="2432">
                  <c:v>291.89763399323999</c:v>
                </c:pt>
                <c:pt idx="2433">
                  <c:v>293.80915016900053</c:v>
                </c:pt>
                <c:pt idx="2434">
                  <c:v>295.35067600193139</c:v>
                </c:pt>
                <c:pt idx="2435">
                  <c:v>293.82967165620471</c:v>
                </c:pt>
                <c:pt idx="2436">
                  <c:v>292.19398841139548</c:v>
                </c:pt>
                <c:pt idx="2437">
                  <c:v>293.38906325446641</c:v>
                </c:pt>
                <c:pt idx="2438">
                  <c:v>289.65898116851758</c:v>
                </c:pt>
                <c:pt idx="2439">
                  <c:v>292.28995654273297</c:v>
                </c:pt>
                <c:pt idx="2440">
                  <c:v>295.55830516658614</c:v>
                </c:pt>
                <c:pt idx="2441">
                  <c:v>292.12155963302752</c:v>
                </c:pt>
                <c:pt idx="2442">
                  <c:v>291.50410429744085</c:v>
                </c:pt>
                <c:pt idx="2443">
                  <c:v>291.42081120231774</c:v>
                </c:pt>
                <c:pt idx="2444">
                  <c:v>288.30818445195558</c:v>
                </c:pt>
                <c:pt idx="2445">
                  <c:v>284.39220183486236</c:v>
                </c:pt>
                <c:pt idx="2446">
                  <c:v>284.07411878319652</c:v>
                </c:pt>
                <c:pt idx="2447">
                  <c:v>283.12168034765813</c:v>
                </c:pt>
                <c:pt idx="2448">
                  <c:v>283.90270400772573</c:v>
                </c:pt>
                <c:pt idx="2449">
                  <c:v>281.86745533558673</c:v>
                </c:pt>
                <c:pt idx="2450">
                  <c:v>288.59548527281504</c:v>
                </c:pt>
                <c:pt idx="2451">
                  <c:v>292.39377112506037</c:v>
                </c:pt>
                <c:pt idx="2452">
                  <c:v>292.0630130371801</c:v>
                </c:pt>
                <c:pt idx="2453">
                  <c:v>293.0335586673105</c:v>
                </c:pt>
                <c:pt idx="2454">
                  <c:v>288.67877836793821</c:v>
                </c:pt>
                <c:pt idx="2455">
                  <c:v>291.29768227909221</c:v>
                </c:pt>
                <c:pt idx="2456">
                  <c:v>293.04744084983099</c:v>
                </c:pt>
                <c:pt idx="2457">
                  <c:v>295.23358281023661</c:v>
                </c:pt>
                <c:pt idx="2458">
                  <c:v>295.35791887976825</c:v>
                </c:pt>
                <c:pt idx="2459">
                  <c:v>298.266537904394</c:v>
                </c:pt>
                <c:pt idx="2460">
                  <c:v>297.89715113471755</c:v>
                </c:pt>
                <c:pt idx="2461">
                  <c:v>297.18734910671174</c:v>
                </c:pt>
                <c:pt idx="2462">
                  <c:v>297.07930951231288</c:v>
                </c:pt>
                <c:pt idx="2463">
                  <c:v>297.46257846450987</c:v>
                </c:pt>
                <c:pt idx="2464">
                  <c:v>296.33872525350068</c:v>
                </c:pt>
                <c:pt idx="2465">
                  <c:v>298.98961854176724</c:v>
                </c:pt>
                <c:pt idx="2466">
                  <c:v>297.78186866248188</c:v>
                </c:pt>
                <c:pt idx="2467">
                  <c:v>293.77112506035729</c:v>
                </c:pt>
                <c:pt idx="2468">
                  <c:v>292.11552390149683</c:v>
                </c:pt>
                <c:pt idx="2469">
                  <c:v>289.13206180589088</c:v>
                </c:pt>
                <c:pt idx="2470">
                  <c:v>284.73563495895701</c:v>
                </c:pt>
                <c:pt idx="2471">
                  <c:v>286.73889425398357</c:v>
                </c:pt>
                <c:pt idx="2472">
                  <c:v>286.42745050700148</c:v>
                </c:pt>
                <c:pt idx="2473">
                  <c:v>286.69966199903428</c:v>
                </c:pt>
                <c:pt idx="2474">
                  <c:v>287.46257846450993</c:v>
                </c:pt>
                <c:pt idx="2475">
                  <c:v>285.42853693867698</c:v>
                </c:pt>
                <c:pt idx="2476">
                  <c:v>285.42732979237087</c:v>
                </c:pt>
                <c:pt idx="2477">
                  <c:v>286.61154031868665</c:v>
                </c:pt>
                <c:pt idx="2478">
                  <c:v>291.99239497827136</c:v>
                </c:pt>
                <c:pt idx="2479">
                  <c:v>289.77245292129408</c:v>
                </c:pt>
                <c:pt idx="2480">
                  <c:v>285.08027522935777</c:v>
                </c:pt>
                <c:pt idx="2481">
                  <c:v>286.18903911154035</c:v>
                </c:pt>
                <c:pt idx="2482">
                  <c:v>285.96028488652826</c:v>
                </c:pt>
                <c:pt idx="2483">
                  <c:v>283.99927571221633</c:v>
                </c:pt>
                <c:pt idx="2484">
                  <c:v>282.85248672139062</c:v>
                </c:pt>
                <c:pt idx="2485">
                  <c:v>278.68119266055044</c:v>
                </c:pt>
                <c:pt idx="2486">
                  <c:v>279.76883148237562</c:v>
                </c:pt>
                <c:pt idx="2487">
                  <c:v>280.21728633510384</c:v>
                </c:pt>
                <c:pt idx="2488">
                  <c:v>281.40753259295025</c:v>
                </c:pt>
                <c:pt idx="2489">
                  <c:v>280.0965717044906</c:v>
                </c:pt>
                <c:pt idx="2490">
                  <c:v>281.80528730082085</c:v>
                </c:pt>
                <c:pt idx="2491">
                  <c:v>277.94121197489136</c:v>
                </c:pt>
                <c:pt idx="2492">
                  <c:v>279.51895219700623</c:v>
                </c:pt>
                <c:pt idx="2493">
                  <c:v>280.12252535007241</c:v>
                </c:pt>
                <c:pt idx="2494">
                  <c:v>278.75663930468374</c:v>
                </c:pt>
                <c:pt idx="2495">
                  <c:v>275.58124094640272</c:v>
                </c:pt>
                <c:pt idx="2496">
                  <c:v>277.1275953645582</c:v>
                </c:pt>
                <c:pt idx="2497">
                  <c:v>279.61250603573149</c:v>
                </c:pt>
                <c:pt idx="2498">
                  <c:v>280.65548044422985</c:v>
                </c:pt>
                <c:pt idx="2499">
                  <c:v>283.78078223080638</c:v>
                </c:pt>
                <c:pt idx="2500">
                  <c:v>283.46390632544666</c:v>
                </c:pt>
                <c:pt idx="2501">
                  <c:v>282.0020521487204</c:v>
                </c:pt>
                <c:pt idx="2502">
                  <c:v>286.56747947851278</c:v>
                </c:pt>
                <c:pt idx="2503">
                  <c:v>286.04901014002894</c:v>
                </c:pt>
                <c:pt idx="2504">
                  <c:v>284.92696764847898</c:v>
                </c:pt>
                <c:pt idx="2505">
                  <c:v>284.40306615161757</c:v>
                </c:pt>
                <c:pt idx="2506">
                  <c:v>282.25012071463055</c:v>
                </c:pt>
                <c:pt idx="2507">
                  <c:v>278.5103814582327</c:v>
                </c:pt>
                <c:pt idx="2508">
                  <c:v>278.18988411395458</c:v>
                </c:pt>
                <c:pt idx="2509">
                  <c:v>278.0226943505553</c:v>
                </c:pt>
                <c:pt idx="2510">
                  <c:v>276.78959439884113</c:v>
                </c:pt>
                <c:pt idx="2511">
                  <c:v>277.15475615644618</c:v>
                </c:pt>
                <c:pt idx="2512">
                  <c:v>276.98334138097539</c:v>
                </c:pt>
                <c:pt idx="2513">
                  <c:v>276.833655239015</c:v>
                </c:pt>
                <c:pt idx="2514">
                  <c:v>276.59524384355387</c:v>
                </c:pt>
                <c:pt idx="2515">
                  <c:v>275.17986479961371</c:v>
                </c:pt>
                <c:pt idx="2516">
                  <c:v>272.25193143408978</c:v>
                </c:pt>
                <c:pt idx="2517">
                  <c:v>272.18191694833411</c:v>
                </c:pt>
                <c:pt idx="2518">
                  <c:v>272.15173829068078</c:v>
                </c:pt>
                <c:pt idx="2519">
                  <c:v>267.0774987928537</c:v>
                </c:pt>
                <c:pt idx="2520">
                  <c:v>267.01231289232254</c:v>
                </c:pt>
                <c:pt idx="2521">
                  <c:v>266.56989377112507</c:v>
                </c:pt>
                <c:pt idx="2522">
                  <c:v>269.64389183969098</c:v>
                </c:pt>
                <c:pt idx="2523">
                  <c:v>272.14751327860938</c:v>
                </c:pt>
                <c:pt idx="2524">
                  <c:v>272.24167069048769</c:v>
                </c:pt>
                <c:pt idx="2525">
                  <c:v>271.12868179623371</c:v>
                </c:pt>
                <c:pt idx="2526">
                  <c:v>271.5825688073395</c:v>
                </c:pt>
                <c:pt idx="2527">
                  <c:v>271.25181071945923</c:v>
                </c:pt>
                <c:pt idx="2528">
                  <c:v>270.36697247706422</c:v>
                </c:pt>
                <c:pt idx="2529">
                  <c:v>271.71354418155482</c:v>
                </c:pt>
                <c:pt idx="2530">
                  <c:v>275.64340898116853</c:v>
                </c:pt>
                <c:pt idx="2531">
                  <c:v>276.52824722356348</c:v>
                </c:pt>
                <c:pt idx="2532">
                  <c:v>279.94507484307098</c:v>
                </c:pt>
                <c:pt idx="2533">
                  <c:v>281.87349106711736</c:v>
                </c:pt>
                <c:pt idx="2534">
                  <c:v>285.59089811685175</c:v>
                </c:pt>
                <c:pt idx="2535">
                  <c:v>285.71523418638344</c:v>
                </c:pt>
                <c:pt idx="2536">
                  <c:v>283.52064220183485</c:v>
                </c:pt>
                <c:pt idx="2537">
                  <c:v>284.78935296957991</c:v>
                </c:pt>
                <c:pt idx="2538">
                  <c:v>283.91296475132782</c:v>
                </c:pt>
              </c:numCache>
            </c:numRef>
          </c:val>
          <c:smooth val="0"/>
          <c:extLst>
            <c:ext xmlns:c16="http://schemas.microsoft.com/office/drawing/2014/chart" uri="{C3380CC4-5D6E-409C-BE32-E72D297353CC}">
              <c16:uniqueId val="{00000000-AF2F-5546-ACD5-CCD7865E1BD1}"/>
            </c:ext>
          </c:extLst>
        </c:ser>
        <c:ser>
          <c:idx val="1"/>
          <c:order val="1"/>
          <c:tx>
            <c:strRef>
              <c:f>'Capital Markets Data'!$BL$3</c:f>
              <c:strCache>
                <c:ptCount val="1"/>
                <c:pt idx="0">
                  <c:v>NIFTY MIDCAP 100</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'Capital Markets Data'!$BJ$4:$BJ$2544</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'Capital Markets Data'!$BL$4:$BL$2544</c:f>
              <c:numCache>
                <c:formatCode>_(* #,##0_);_(* \(#,##0\);_(* "-"??_);_(@_)</c:formatCode>
                <c:ptCount val="2539"/>
                <c:pt idx="0">
                  <c:v>100</c:v>
                </c:pt>
                <c:pt idx="1">
                  <c:v>100.64588732238097</c:v>
                </c:pt>
                <c:pt idx="2">
                  <c:v>100.73226979862582</c:v>
                </c:pt>
                <c:pt idx="3">
                  <c:v>97.681145637684963</c:v>
                </c:pt>
                <c:pt idx="4">
                  <c:v>97.960105560970973</c:v>
                </c:pt>
                <c:pt idx="5">
                  <c:v>99.663980092405481</c:v>
                </c:pt>
                <c:pt idx="6">
                  <c:v>99.722228826387081</c:v>
                </c:pt>
                <c:pt idx="7">
                  <c:v>100.19218119715016</c:v>
                </c:pt>
                <c:pt idx="8">
                  <c:v>100.20327619409906</c:v>
                </c:pt>
                <c:pt idx="9">
                  <c:v>99.987716253378039</c:v>
                </c:pt>
                <c:pt idx="10">
                  <c:v>101.38013837046196</c:v>
                </c:pt>
                <c:pt idx="11">
                  <c:v>101.98560820395774</c:v>
                </c:pt>
                <c:pt idx="12">
                  <c:v>102.26337937757069</c:v>
                </c:pt>
                <c:pt idx="13">
                  <c:v>102.62753302742841</c:v>
                </c:pt>
                <c:pt idx="14">
                  <c:v>102.7222367513849</c:v>
                </c:pt>
                <c:pt idx="15">
                  <c:v>102.93740044221489</c:v>
                </c:pt>
                <c:pt idx="16">
                  <c:v>103.30155409207262</c:v>
                </c:pt>
                <c:pt idx="17">
                  <c:v>104.16458635473876</c:v>
                </c:pt>
                <c:pt idx="18">
                  <c:v>104.7692636884525</c:v>
                </c:pt>
                <c:pt idx="19">
                  <c:v>104.44433877780685</c:v>
                </c:pt>
                <c:pt idx="20">
                  <c:v>104.00846389767244</c:v>
                </c:pt>
                <c:pt idx="21">
                  <c:v>104.67059746558569</c:v>
                </c:pt>
                <c:pt idx="22">
                  <c:v>103.83213269616351</c:v>
                </c:pt>
                <c:pt idx="23">
                  <c:v>103.46758279641475</c:v>
                </c:pt>
                <c:pt idx="24">
                  <c:v>101.94281321572637</c:v>
                </c:pt>
                <c:pt idx="25">
                  <c:v>101.00330472409121</c:v>
                </c:pt>
                <c:pt idx="26">
                  <c:v>99.314091438624857</c:v>
                </c:pt>
                <c:pt idx="27">
                  <c:v>99.986131253813909</c:v>
                </c:pt>
                <c:pt idx="28">
                  <c:v>101.77995451051251</c:v>
                </c:pt>
                <c:pt idx="29">
                  <c:v>102.98574292892069</c:v>
                </c:pt>
                <c:pt idx="30">
                  <c:v>103.82381144845185</c:v>
                </c:pt>
                <c:pt idx="31">
                  <c:v>103.64629149726984</c:v>
                </c:pt>
                <c:pt idx="32">
                  <c:v>104.40629878826783</c:v>
                </c:pt>
                <c:pt idx="33">
                  <c:v>104.62859497713639</c:v>
                </c:pt>
                <c:pt idx="34">
                  <c:v>104.61314123138617</c:v>
                </c:pt>
                <c:pt idx="35">
                  <c:v>103.58725026350619</c:v>
                </c:pt>
                <c:pt idx="36">
                  <c:v>103.20685036811616</c:v>
                </c:pt>
                <c:pt idx="37">
                  <c:v>103.0416141635561</c:v>
                </c:pt>
                <c:pt idx="38">
                  <c:v>101.84731699198784</c:v>
                </c:pt>
                <c:pt idx="39">
                  <c:v>103.92287392120967</c:v>
                </c:pt>
                <c:pt idx="40">
                  <c:v>103.9561589120563</c:v>
                </c:pt>
                <c:pt idx="41">
                  <c:v>105.57840596593837</c:v>
                </c:pt>
                <c:pt idx="42">
                  <c:v>106.39586949113591</c:v>
                </c:pt>
                <c:pt idx="43">
                  <c:v>104.94995363876276</c:v>
                </c:pt>
                <c:pt idx="44">
                  <c:v>105.79475840644143</c:v>
                </c:pt>
                <c:pt idx="45">
                  <c:v>104.41382753619743</c:v>
                </c:pt>
                <c:pt idx="46">
                  <c:v>104.43403628064003</c:v>
                </c:pt>
                <c:pt idx="47">
                  <c:v>104.04531513753834</c:v>
                </c:pt>
                <c:pt idx="48">
                  <c:v>105.67192094022175</c:v>
                </c:pt>
                <c:pt idx="49">
                  <c:v>104.25493132989389</c:v>
                </c:pt>
                <c:pt idx="50">
                  <c:v>103.85907768875364</c:v>
                </c:pt>
                <c:pt idx="51">
                  <c:v>104.87149616033855</c:v>
                </c:pt>
                <c:pt idx="52">
                  <c:v>105.04703486206542</c:v>
                </c:pt>
                <c:pt idx="53">
                  <c:v>104.66782371634848</c:v>
                </c:pt>
                <c:pt idx="54">
                  <c:v>103.12720414001886</c:v>
                </c:pt>
                <c:pt idx="55">
                  <c:v>102.29230561961596</c:v>
                </c:pt>
                <c:pt idx="56">
                  <c:v>101.97292820744475</c:v>
                </c:pt>
                <c:pt idx="57">
                  <c:v>102.10329442159404</c:v>
                </c:pt>
                <c:pt idx="58">
                  <c:v>101.18478717418353</c:v>
                </c:pt>
                <c:pt idx="59">
                  <c:v>101.01241847158494</c:v>
                </c:pt>
                <c:pt idx="60">
                  <c:v>102.5423393008567</c:v>
                </c:pt>
                <c:pt idx="61">
                  <c:v>103.03487791540857</c:v>
                </c:pt>
                <c:pt idx="62">
                  <c:v>104.2426475832719</c:v>
                </c:pt>
                <c:pt idx="63">
                  <c:v>105.19760982065731</c:v>
                </c:pt>
                <c:pt idx="64">
                  <c:v>106.11373956872163</c:v>
                </c:pt>
                <c:pt idx="65">
                  <c:v>106.93992059152184</c:v>
                </c:pt>
                <c:pt idx="66">
                  <c:v>107.19748302069219</c:v>
                </c:pt>
                <c:pt idx="67">
                  <c:v>107.94243281583098</c:v>
                </c:pt>
                <c:pt idx="68">
                  <c:v>108.28162272255375</c:v>
                </c:pt>
                <c:pt idx="69">
                  <c:v>107.49863293787594</c:v>
                </c:pt>
                <c:pt idx="70">
                  <c:v>106.74060689633311</c:v>
                </c:pt>
                <c:pt idx="71">
                  <c:v>105.10052859735464</c:v>
                </c:pt>
                <c:pt idx="72">
                  <c:v>102.5688880435558</c:v>
                </c:pt>
                <c:pt idx="73">
                  <c:v>101.80650325321162</c:v>
                </c:pt>
                <c:pt idx="74">
                  <c:v>102.06327318259987</c:v>
                </c:pt>
                <c:pt idx="75">
                  <c:v>102.12746566494695</c:v>
                </c:pt>
                <c:pt idx="76">
                  <c:v>100.303923666421</c:v>
                </c:pt>
                <c:pt idx="77">
                  <c:v>98.020731794298754</c:v>
                </c:pt>
                <c:pt idx="78">
                  <c:v>99.675075089354351</c:v>
                </c:pt>
                <c:pt idx="79">
                  <c:v>100.22427743832371</c:v>
                </c:pt>
                <c:pt idx="80">
                  <c:v>100.56505234461062</c:v>
                </c:pt>
                <c:pt idx="81">
                  <c:v>102.61762678015265</c:v>
                </c:pt>
                <c:pt idx="82">
                  <c:v>103.08599415135163</c:v>
                </c:pt>
                <c:pt idx="83">
                  <c:v>99.488837640569656</c:v>
                </c:pt>
                <c:pt idx="84">
                  <c:v>97.631614401306052</c:v>
                </c:pt>
                <c:pt idx="85">
                  <c:v>99.297448943201545</c:v>
                </c:pt>
                <c:pt idx="86">
                  <c:v>101.19429717156829</c:v>
                </c:pt>
                <c:pt idx="87">
                  <c:v>99.552237623134658</c:v>
                </c:pt>
                <c:pt idx="88">
                  <c:v>101.10434844630419</c:v>
                </c:pt>
                <c:pt idx="89">
                  <c:v>102.49518556382398</c:v>
                </c:pt>
                <c:pt idx="90">
                  <c:v>102.80109047970012</c:v>
                </c:pt>
                <c:pt idx="91">
                  <c:v>103.58170276503174</c:v>
                </c:pt>
                <c:pt idx="92">
                  <c:v>103.5555502722237</c:v>
                </c:pt>
                <c:pt idx="93">
                  <c:v>103.52424653083222</c:v>
                </c:pt>
                <c:pt idx="94">
                  <c:v>103.38397406940713</c:v>
                </c:pt>
                <c:pt idx="95">
                  <c:v>103.73069272405951</c:v>
                </c:pt>
                <c:pt idx="96">
                  <c:v>103.76160021555995</c:v>
                </c:pt>
                <c:pt idx="97">
                  <c:v>103.76041146588683</c:v>
                </c:pt>
                <c:pt idx="98">
                  <c:v>103.78260145978462</c:v>
                </c:pt>
                <c:pt idx="99">
                  <c:v>103.32097033673318</c:v>
                </c:pt>
                <c:pt idx="100">
                  <c:v>104.45741502421086</c:v>
                </c:pt>
                <c:pt idx="101">
                  <c:v>104.45186752573643</c:v>
                </c:pt>
                <c:pt idx="102">
                  <c:v>102.18412939936441</c:v>
                </c:pt>
                <c:pt idx="103">
                  <c:v>100.62726357750253</c:v>
                </c:pt>
                <c:pt idx="104">
                  <c:v>100.62686732761148</c:v>
                </c:pt>
                <c:pt idx="105">
                  <c:v>100.81389727617827</c:v>
                </c:pt>
                <c:pt idx="106">
                  <c:v>99.257823954098413</c:v>
                </c:pt>
                <c:pt idx="107">
                  <c:v>98.883367807073853</c:v>
                </c:pt>
                <c:pt idx="108">
                  <c:v>99.971866257736792</c:v>
                </c:pt>
                <c:pt idx="109">
                  <c:v>98.287011721071778</c:v>
                </c:pt>
                <c:pt idx="110">
                  <c:v>98.351204203418845</c:v>
                </c:pt>
                <c:pt idx="111">
                  <c:v>98.535460402748399</c:v>
                </c:pt>
                <c:pt idx="112">
                  <c:v>98.879009058272516</c:v>
                </c:pt>
                <c:pt idx="113">
                  <c:v>100.41130738689048</c:v>
                </c:pt>
                <c:pt idx="114">
                  <c:v>101.14119968617008</c:v>
                </c:pt>
                <c:pt idx="115">
                  <c:v>101.81244700157708</c:v>
                </c:pt>
                <c:pt idx="116">
                  <c:v>103.3911065674457</c:v>
                </c:pt>
                <c:pt idx="117">
                  <c:v>103.72356022602094</c:v>
                </c:pt>
                <c:pt idx="118">
                  <c:v>102.72302925116696</c:v>
                </c:pt>
                <c:pt idx="119">
                  <c:v>103.44578905240802</c:v>
                </c:pt>
                <c:pt idx="120">
                  <c:v>103.55000277374924</c:v>
                </c:pt>
                <c:pt idx="121">
                  <c:v>101.94439821529049</c:v>
                </c:pt>
                <c:pt idx="122">
                  <c:v>103.10144789710182</c:v>
                </c:pt>
                <c:pt idx="123">
                  <c:v>104.64484122266866</c:v>
                </c:pt>
                <c:pt idx="124">
                  <c:v>105.51262848402716</c:v>
                </c:pt>
                <c:pt idx="125">
                  <c:v>105.24357480801694</c:v>
                </c:pt>
                <c:pt idx="126">
                  <c:v>106.30750576543593</c:v>
                </c:pt>
                <c:pt idx="127">
                  <c:v>106.79489313140439</c:v>
                </c:pt>
                <c:pt idx="128">
                  <c:v>105.4698334957958</c:v>
                </c:pt>
                <c:pt idx="129">
                  <c:v>105.09458484898917</c:v>
                </c:pt>
                <c:pt idx="130">
                  <c:v>105.0886411006237</c:v>
                </c:pt>
                <c:pt idx="131">
                  <c:v>106.46006197348296</c:v>
                </c:pt>
                <c:pt idx="132">
                  <c:v>106.74773939437168</c:v>
                </c:pt>
                <c:pt idx="133">
                  <c:v>107.09326929935095</c:v>
                </c:pt>
                <c:pt idx="134">
                  <c:v>108.42110268419675</c:v>
                </c:pt>
                <c:pt idx="135">
                  <c:v>108.77733133623389</c:v>
                </c:pt>
                <c:pt idx="136">
                  <c:v>109.04638501224413</c:v>
                </c:pt>
                <c:pt idx="137">
                  <c:v>107.20778551785899</c:v>
                </c:pt>
                <c:pt idx="138">
                  <c:v>108.28558522146406</c:v>
                </c:pt>
                <c:pt idx="139">
                  <c:v>108.46944517090257</c:v>
                </c:pt>
                <c:pt idx="140">
                  <c:v>107.65752914417948</c:v>
                </c:pt>
                <c:pt idx="141">
                  <c:v>106.28650452121127</c:v>
                </c:pt>
                <c:pt idx="142">
                  <c:v>105.79594715611454</c:v>
                </c:pt>
                <c:pt idx="143">
                  <c:v>106.64946942139592</c:v>
                </c:pt>
                <c:pt idx="144">
                  <c:v>107.52755917992123</c:v>
                </c:pt>
                <c:pt idx="145">
                  <c:v>108.79952133013164</c:v>
                </c:pt>
                <c:pt idx="146">
                  <c:v>109.61698485532916</c:v>
                </c:pt>
                <c:pt idx="147">
                  <c:v>111.18653067370407</c:v>
                </c:pt>
                <c:pt idx="148">
                  <c:v>112.13753041217916</c:v>
                </c:pt>
                <c:pt idx="149">
                  <c:v>112.03886418931235</c:v>
                </c:pt>
                <c:pt idx="150">
                  <c:v>111.86094798823932</c:v>
                </c:pt>
                <c:pt idx="151">
                  <c:v>111.74841301918643</c:v>
                </c:pt>
                <c:pt idx="152">
                  <c:v>111.01138822186824</c:v>
                </c:pt>
                <c:pt idx="153">
                  <c:v>108.45280267547928</c:v>
                </c:pt>
                <c:pt idx="154">
                  <c:v>108.07279902998029</c:v>
                </c:pt>
                <c:pt idx="155">
                  <c:v>110.29298716942854</c:v>
                </c:pt>
                <c:pt idx="156">
                  <c:v>110.77046828812122</c:v>
                </c:pt>
                <c:pt idx="157">
                  <c:v>111.33631313251388</c:v>
                </c:pt>
                <c:pt idx="158">
                  <c:v>111.55781682160037</c:v>
                </c:pt>
                <c:pt idx="159">
                  <c:v>109.61658860543815</c:v>
                </c:pt>
                <c:pt idx="160">
                  <c:v>108.96198378545445</c:v>
                </c:pt>
                <c:pt idx="161">
                  <c:v>99.40443641377999</c:v>
                </c:pt>
                <c:pt idx="162">
                  <c:v>101.36785462383999</c:v>
                </c:pt>
                <c:pt idx="163">
                  <c:v>101.09206469968221</c:v>
                </c:pt>
                <c:pt idx="164">
                  <c:v>103.85947393864467</c:v>
                </c:pt>
                <c:pt idx="165">
                  <c:v>104.08929887544281</c:v>
                </c:pt>
                <c:pt idx="166">
                  <c:v>103.49333903933177</c:v>
                </c:pt>
                <c:pt idx="167">
                  <c:v>101.33773963212161</c:v>
                </c:pt>
                <c:pt idx="168">
                  <c:v>100.92643224523114</c:v>
                </c:pt>
                <c:pt idx="169">
                  <c:v>102.04861193663173</c:v>
                </c:pt>
                <c:pt idx="170">
                  <c:v>99.78998755775342</c:v>
                </c:pt>
                <c:pt idx="171">
                  <c:v>97.628840652068831</c:v>
                </c:pt>
                <c:pt idx="172">
                  <c:v>98.253330480334128</c:v>
                </c:pt>
                <c:pt idx="173">
                  <c:v>100.23933493418289</c:v>
                </c:pt>
                <c:pt idx="174">
                  <c:v>100.40972238732635</c:v>
                </c:pt>
                <c:pt idx="175">
                  <c:v>100.72038230189489</c:v>
                </c:pt>
                <c:pt idx="176">
                  <c:v>102.11121941941468</c:v>
                </c:pt>
                <c:pt idx="177">
                  <c:v>101.32228588637138</c:v>
                </c:pt>
                <c:pt idx="178">
                  <c:v>100.60784733284198</c:v>
                </c:pt>
                <c:pt idx="179">
                  <c:v>101.10038594739387</c:v>
                </c:pt>
                <c:pt idx="180">
                  <c:v>101.68921328546637</c:v>
                </c:pt>
                <c:pt idx="181">
                  <c:v>100.29203616969005</c:v>
                </c:pt>
                <c:pt idx="182">
                  <c:v>100.92801724479526</c:v>
                </c:pt>
                <c:pt idx="183">
                  <c:v>101.12812343976604</c:v>
                </c:pt>
                <c:pt idx="184">
                  <c:v>100.86342851255716</c:v>
                </c:pt>
                <c:pt idx="185">
                  <c:v>100.97279348248178</c:v>
                </c:pt>
                <c:pt idx="186">
                  <c:v>102.9021342019131</c:v>
                </c:pt>
                <c:pt idx="187">
                  <c:v>103.014669170966</c:v>
                </c:pt>
                <c:pt idx="188">
                  <c:v>105.18136357512502</c:v>
                </c:pt>
                <c:pt idx="189">
                  <c:v>105.68063843782444</c:v>
                </c:pt>
                <c:pt idx="190">
                  <c:v>105.81615590055713</c:v>
                </c:pt>
                <c:pt idx="191">
                  <c:v>105.13420983809229</c:v>
                </c:pt>
                <c:pt idx="192">
                  <c:v>105.04980861130264</c:v>
                </c:pt>
                <c:pt idx="193">
                  <c:v>104.95391613767306</c:v>
                </c:pt>
                <c:pt idx="194">
                  <c:v>104.96976613331432</c:v>
                </c:pt>
                <c:pt idx="195">
                  <c:v>104.81522867581212</c:v>
                </c:pt>
                <c:pt idx="196">
                  <c:v>105.13539858776539</c:v>
                </c:pt>
                <c:pt idx="197">
                  <c:v>105.65686344436256</c:v>
                </c:pt>
                <c:pt idx="198">
                  <c:v>106.50959320986189</c:v>
                </c:pt>
                <c:pt idx="199">
                  <c:v>106.88087935775819</c:v>
                </c:pt>
                <c:pt idx="200">
                  <c:v>106.70652940570442</c:v>
                </c:pt>
                <c:pt idx="201">
                  <c:v>106.41845573492468</c:v>
                </c:pt>
                <c:pt idx="202">
                  <c:v>105.90531212603918</c:v>
                </c:pt>
                <c:pt idx="203">
                  <c:v>105.98535460402749</c:v>
                </c:pt>
                <c:pt idx="204">
                  <c:v>105.54036597639936</c:v>
                </c:pt>
                <c:pt idx="205">
                  <c:v>105.10488734615599</c:v>
                </c:pt>
                <c:pt idx="206">
                  <c:v>104.91508364835201</c:v>
                </c:pt>
                <c:pt idx="207">
                  <c:v>104.66187996798301</c:v>
                </c:pt>
                <c:pt idx="208">
                  <c:v>105.11558609321384</c:v>
                </c:pt>
                <c:pt idx="209">
                  <c:v>105.16907982850306</c:v>
                </c:pt>
                <c:pt idx="210">
                  <c:v>103.63004525173756</c:v>
                </c:pt>
                <c:pt idx="211">
                  <c:v>102.99089417750412</c:v>
                </c:pt>
                <c:pt idx="212">
                  <c:v>103.60983650729496</c:v>
                </c:pt>
                <c:pt idx="213">
                  <c:v>101.84612824231473</c:v>
                </c:pt>
                <c:pt idx="214">
                  <c:v>102.95721293676645</c:v>
                </c:pt>
                <c:pt idx="215">
                  <c:v>102.12112566669045</c:v>
                </c:pt>
                <c:pt idx="216">
                  <c:v>102.10448317126715</c:v>
                </c:pt>
                <c:pt idx="217">
                  <c:v>102.70440550628848</c:v>
                </c:pt>
                <c:pt idx="218">
                  <c:v>102.05257443554203</c:v>
                </c:pt>
                <c:pt idx="219">
                  <c:v>103.05469040996013</c:v>
                </c:pt>
                <c:pt idx="220">
                  <c:v>103.73742897220704</c:v>
                </c:pt>
                <c:pt idx="221">
                  <c:v>103.94506391510743</c:v>
                </c:pt>
                <c:pt idx="222">
                  <c:v>104.04412638786525</c:v>
                </c:pt>
                <c:pt idx="223">
                  <c:v>104.45860377388397</c:v>
                </c:pt>
                <c:pt idx="224">
                  <c:v>104.83385242069059</c:v>
                </c:pt>
                <c:pt idx="225">
                  <c:v>104.99591862612239</c:v>
                </c:pt>
                <c:pt idx="226">
                  <c:v>105.85815838900645</c:v>
                </c:pt>
                <c:pt idx="227">
                  <c:v>105.87559338421184</c:v>
                </c:pt>
                <c:pt idx="228">
                  <c:v>105.3026160417806</c:v>
                </c:pt>
                <c:pt idx="229">
                  <c:v>104.53785375209021</c:v>
                </c:pt>
                <c:pt idx="230">
                  <c:v>104.4756425191983</c:v>
                </c:pt>
                <c:pt idx="231">
                  <c:v>103.20447286876997</c:v>
                </c:pt>
                <c:pt idx="232">
                  <c:v>101.3833083695902</c:v>
                </c:pt>
                <c:pt idx="233">
                  <c:v>102.27051187560923</c:v>
                </c:pt>
                <c:pt idx="234">
                  <c:v>101.50020208744444</c:v>
                </c:pt>
                <c:pt idx="235">
                  <c:v>101.97609820657301</c:v>
                </c:pt>
                <c:pt idx="236">
                  <c:v>102.55462304747867</c:v>
                </c:pt>
                <c:pt idx="237">
                  <c:v>102.97940293066421</c:v>
                </c:pt>
                <c:pt idx="238">
                  <c:v>104.77520743681796</c:v>
                </c:pt>
                <c:pt idx="239">
                  <c:v>104.43482878042209</c:v>
                </c:pt>
                <c:pt idx="240">
                  <c:v>105.24159355856177</c:v>
                </c:pt>
                <c:pt idx="241">
                  <c:v>104.83305992090852</c:v>
                </c:pt>
                <c:pt idx="242">
                  <c:v>105.26417980235054</c:v>
                </c:pt>
                <c:pt idx="243">
                  <c:v>105.69846968292084</c:v>
                </c:pt>
                <c:pt idx="244">
                  <c:v>105.76107716570378</c:v>
                </c:pt>
                <c:pt idx="245">
                  <c:v>105.98495835413647</c:v>
                </c:pt>
                <c:pt idx="246">
                  <c:v>105.92235087135352</c:v>
                </c:pt>
                <c:pt idx="247">
                  <c:v>106.16881830357498</c:v>
                </c:pt>
                <c:pt idx="248">
                  <c:v>107.30803674028991</c:v>
                </c:pt>
                <c:pt idx="249">
                  <c:v>106.42796573230943</c:v>
                </c:pt>
                <c:pt idx="250">
                  <c:v>107.35360547775849</c:v>
                </c:pt>
                <c:pt idx="251">
                  <c:v>107.09208054967787</c:v>
                </c:pt>
                <c:pt idx="252">
                  <c:v>104.05759888416031</c:v>
                </c:pt>
                <c:pt idx="253">
                  <c:v>105.31291853894741</c:v>
                </c:pt>
                <c:pt idx="254">
                  <c:v>104.47920876821759</c:v>
                </c:pt>
                <c:pt idx="255">
                  <c:v>103.71999397700166</c:v>
                </c:pt>
                <c:pt idx="256">
                  <c:v>102.97662918142699</c:v>
                </c:pt>
                <c:pt idx="257">
                  <c:v>101.7431032706466</c:v>
                </c:pt>
                <c:pt idx="258">
                  <c:v>98.908727800099854</c:v>
                </c:pt>
                <c:pt idx="259">
                  <c:v>95.698311182964432</c:v>
                </c:pt>
                <c:pt idx="260">
                  <c:v>97.071317055387823</c:v>
                </c:pt>
                <c:pt idx="261">
                  <c:v>95.315930038119248</c:v>
                </c:pt>
                <c:pt idx="262">
                  <c:v>94.839241419208619</c:v>
                </c:pt>
                <c:pt idx="263">
                  <c:v>96.854964614884736</c:v>
                </c:pt>
                <c:pt idx="264">
                  <c:v>97.219118264742477</c:v>
                </c:pt>
                <c:pt idx="265">
                  <c:v>97.641124398690792</c:v>
                </c:pt>
                <c:pt idx="266">
                  <c:v>97.500059437483671</c:v>
                </c:pt>
                <c:pt idx="267">
                  <c:v>98.817590325162669</c:v>
                </c:pt>
                <c:pt idx="268">
                  <c:v>99.269315200938323</c:v>
                </c:pt>
                <c:pt idx="269">
                  <c:v>97.856684339411814</c:v>
                </c:pt>
                <c:pt idx="270">
                  <c:v>96.494377214046281</c:v>
                </c:pt>
                <c:pt idx="271">
                  <c:v>96.324386010793845</c:v>
                </c:pt>
                <c:pt idx="272">
                  <c:v>98.133663013242668</c:v>
                </c:pt>
                <c:pt idx="273">
                  <c:v>97.979918055522546</c:v>
                </c:pt>
                <c:pt idx="274">
                  <c:v>96.480508467860176</c:v>
                </c:pt>
                <c:pt idx="275">
                  <c:v>95.382103769921471</c:v>
                </c:pt>
                <c:pt idx="276">
                  <c:v>91.874499734512582</c:v>
                </c:pt>
                <c:pt idx="277">
                  <c:v>91.02493996814151</c:v>
                </c:pt>
                <c:pt idx="278">
                  <c:v>94.436651529920837</c:v>
                </c:pt>
                <c:pt idx="279">
                  <c:v>92.108287170221033</c:v>
                </c:pt>
                <c:pt idx="280">
                  <c:v>92.980036930489845</c:v>
                </c:pt>
                <c:pt idx="281">
                  <c:v>93.713099228897718</c:v>
                </c:pt>
                <c:pt idx="282">
                  <c:v>93.700022982493692</c:v>
                </c:pt>
                <c:pt idx="283">
                  <c:v>94.265075327104284</c:v>
                </c:pt>
                <c:pt idx="284">
                  <c:v>92.987169428528404</c:v>
                </c:pt>
                <c:pt idx="285">
                  <c:v>92.326620860179261</c:v>
                </c:pt>
                <c:pt idx="286">
                  <c:v>91.442191103397448</c:v>
                </c:pt>
                <c:pt idx="287">
                  <c:v>91.281709897529794</c:v>
                </c:pt>
                <c:pt idx="288">
                  <c:v>91.602672309265117</c:v>
                </c:pt>
                <c:pt idx="289">
                  <c:v>93.958377911446092</c:v>
                </c:pt>
                <c:pt idx="290">
                  <c:v>95.902379876845544</c:v>
                </c:pt>
                <c:pt idx="291">
                  <c:v>96.723409651062354</c:v>
                </c:pt>
                <c:pt idx="292">
                  <c:v>97.589611912856725</c:v>
                </c:pt>
                <c:pt idx="293">
                  <c:v>97.677975638556703</c:v>
                </c:pt>
                <c:pt idx="294">
                  <c:v>97.903838076444529</c:v>
                </c:pt>
                <c:pt idx="295">
                  <c:v>97.536118177567502</c:v>
                </c:pt>
                <c:pt idx="296">
                  <c:v>97.480246942932098</c:v>
                </c:pt>
                <c:pt idx="297">
                  <c:v>97.83607934507819</c:v>
                </c:pt>
                <c:pt idx="298">
                  <c:v>97.093903299176603</c:v>
                </c:pt>
                <c:pt idx="299">
                  <c:v>96.735693397684315</c:v>
                </c:pt>
                <c:pt idx="300">
                  <c:v>97.399411965161704</c:v>
                </c:pt>
                <c:pt idx="301">
                  <c:v>98.313956713661895</c:v>
                </c:pt>
                <c:pt idx="302">
                  <c:v>99.584730114199232</c:v>
                </c:pt>
                <c:pt idx="303">
                  <c:v>99.820498799362838</c:v>
                </c:pt>
                <c:pt idx="304">
                  <c:v>100.14621620979054</c:v>
                </c:pt>
                <c:pt idx="305">
                  <c:v>98.576670391415661</c:v>
                </c:pt>
                <c:pt idx="306">
                  <c:v>98.278294223469089</c:v>
                </c:pt>
                <c:pt idx="307">
                  <c:v>100.25558117971518</c:v>
                </c:pt>
                <c:pt idx="308">
                  <c:v>101.06432720731003</c:v>
                </c:pt>
                <c:pt idx="309">
                  <c:v>101.37617587155165</c:v>
                </c:pt>
                <c:pt idx="310">
                  <c:v>101.8354294952569</c:v>
                </c:pt>
                <c:pt idx="311">
                  <c:v>100.22823993723402</c:v>
                </c:pt>
                <c:pt idx="312">
                  <c:v>101.13723718725977</c:v>
                </c:pt>
                <c:pt idx="313">
                  <c:v>100.69304105941373</c:v>
                </c:pt>
                <c:pt idx="314">
                  <c:v>101.38528961904537</c:v>
                </c:pt>
                <c:pt idx="315">
                  <c:v>102.27328562484645</c:v>
                </c:pt>
                <c:pt idx="316">
                  <c:v>102.99168667728615</c:v>
                </c:pt>
                <c:pt idx="317">
                  <c:v>104.09722387326343</c:v>
                </c:pt>
                <c:pt idx="318">
                  <c:v>105.23208356117703</c:v>
                </c:pt>
                <c:pt idx="319">
                  <c:v>105.68420468684371</c:v>
                </c:pt>
                <c:pt idx="320">
                  <c:v>104.978483630917</c:v>
                </c:pt>
                <c:pt idx="321">
                  <c:v>104.9733323823336</c:v>
                </c:pt>
                <c:pt idx="322">
                  <c:v>104.35042755363241</c:v>
                </c:pt>
                <c:pt idx="323">
                  <c:v>105.22812106226671</c:v>
                </c:pt>
                <c:pt idx="324">
                  <c:v>105.44645475222494</c:v>
                </c:pt>
                <c:pt idx="325">
                  <c:v>104.32031256191405</c:v>
                </c:pt>
                <c:pt idx="326">
                  <c:v>104.57272374250097</c:v>
                </c:pt>
                <c:pt idx="327">
                  <c:v>105.17502357686853</c:v>
                </c:pt>
                <c:pt idx="328">
                  <c:v>104.26166757804141</c:v>
                </c:pt>
                <c:pt idx="329">
                  <c:v>102.74204924593646</c:v>
                </c:pt>
                <c:pt idx="330">
                  <c:v>102.75116299343019</c:v>
                </c:pt>
                <c:pt idx="331">
                  <c:v>103.03963291410096</c:v>
                </c:pt>
                <c:pt idx="332">
                  <c:v>104.17370010223249</c:v>
                </c:pt>
                <c:pt idx="333">
                  <c:v>103.88602268134377</c:v>
                </c:pt>
                <c:pt idx="334">
                  <c:v>103.7849789591308</c:v>
                </c:pt>
                <c:pt idx="335">
                  <c:v>104.46652877170459</c:v>
                </c:pt>
                <c:pt idx="336">
                  <c:v>104.06156138307061</c:v>
                </c:pt>
                <c:pt idx="337">
                  <c:v>104.14001886149482</c:v>
                </c:pt>
                <c:pt idx="338">
                  <c:v>104.22402383839344</c:v>
                </c:pt>
                <c:pt idx="339">
                  <c:v>104.59808373552697</c:v>
                </c:pt>
                <c:pt idx="340">
                  <c:v>103.33404658313718</c:v>
                </c:pt>
                <c:pt idx="341">
                  <c:v>102.78761798340506</c:v>
                </c:pt>
                <c:pt idx="342">
                  <c:v>102.50033681240738</c:v>
                </c:pt>
                <c:pt idx="343">
                  <c:v>101.96222946038691</c:v>
                </c:pt>
                <c:pt idx="344">
                  <c:v>102.84943296640594</c:v>
                </c:pt>
                <c:pt idx="345">
                  <c:v>103.86066268831777</c:v>
                </c:pt>
                <c:pt idx="346">
                  <c:v>105.16511732959273</c:v>
                </c:pt>
                <c:pt idx="347">
                  <c:v>105.68261968727958</c:v>
                </c:pt>
                <c:pt idx="348">
                  <c:v>105.34422228033888</c:v>
                </c:pt>
                <c:pt idx="349">
                  <c:v>105.17858982588781</c:v>
                </c:pt>
                <c:pt idx="350">
                  <c:v>105.64893844654193</c:v>
                </c:pt>
                <c:pt idx="351">
                  <c:v>105.06090360825151</c:v>
                </c:pt>
                <c:pt idx="352">
                  <c:v>105.04505361261025</c:v>
                </c:pt>
                <c:pt idx="353">
                  <c:v>105.66558094196526</c:v>
                </c:pt>
                <c:pt idx="354">
                  <c:v>106.37169824778299</c:v>
                </c:pt>
                <c:pt idx="355">
                  <c:v>106.04122583866291</c:v>
                </c:pt>
                <c:pt idx="356">
                  <c:v>105.63982469904822</c:v>
                </c:pt>
                <c:pt idx="357">
                  <c:v>104.82790867232512</c:v>
                </c:pt>
                <c:pt idx="358">
                  <c:v>105.41990600952586</c:v>
                </c:pt>
                <c:pt idx="359">
                  <c:v>106.08124707765705</c:v>
                </c:pt>
                <c:pt idx="360">
                  <c:v>105.87321588486564</c:v>
                </c:pt>
                <c:pt idx="361">
                  <c:v>105.87202713519255</c:v>
                </c:pt>
                <c:pt idx="362">
                  <c:v>106.41171948677714</c:v>
                </c:pt>
                <c:pt idx="363">
                  <c:v>106.71722815276226</c:v>
                </c:pt>
                <c:pt idx="364">
                  <c:v>106.52702820506725</c:v>
                </c:pt>
                <c:pt idx="365">
                  <c:v>106.64511067259457</c:v>
                </c:pt>
                <c:pt idx="366">
                  <c:v>105.31806978753082</c:v>
                </c:pt>
                <c:pt idx="367">
                  <c:v>106.27580577415343</c:v>
                </c:pt>
                <c:pt idx="368">
                  <c:v>106.95101558847071</c:v>
                </c:pt>
                <c:pt idx="369">
                  <c:v>108.34502270511877</c:v>
                </c:pt>
                <c:pt idx="370">
                  <c:v>109.49533613878258</c:v>
                </c:pt>
                <c:pt idx="371">
                  <c:v>110.742334545858</c:v>
                </c:pt>
                <c:pt idx="372">
                  <c:v>111.69729678324339</c:v>
                </c:pt>
                <c:pt idx="373">
                  <c:v>111.92355547102227</c:v>
                </c:pt>
                <c:pt idx="374">
                  <c:v>111.70561803095505</c:v>
                </c:pt>
                <c:pt idx="375">
                  <c:v>111.56376056996586</c:v>
                </c:pt>
                <c:pt idx="376">
                  <c:v>113.09288889945555</c:v>
                </c:pt>
                <c:pt idx="377">
                  <c:v>113.69122623491279</c:v>
                </c:pt>
                <c:pt idx="378">
                  <c:v>113.0009589247363</c:v>
                </c:pt>
                <c:pt idx="379">
                  <c:v>113.63495875038635</c:v>
                </c:pt>
                <c:pt idx="380">
                  <c:v>113.18640387373895</c:v>
                </c:pt>
                <c:pt idx="381">
                  <c:v>112.50089156225482</c:v>
                </c:pt>
                <c:pt idx="382">
                  <c:v>112.642352773353</c:v>
                </c:pt>
                <c:pt idx="383">
                  <c:v>113.87904868326162</c:v>
                </c:pt>
                <c:pt idx="384">
                  <c:v>113.31399633865101</c:v>
                </c:pt>
                <c:pt idx="385">
                  <c:v>114.39972104007671</c:v>
                </c:pt>
                <c:pt idx="386">
                  <c:v>115.42957450686701</c:v>
                </c:pt>
                <c:pt idx="387">
                  <c:v>115.33645578247467</c:v>
                </c:pt>
                <c:pt idx="388">
                  <c:v>115.6257182029275</c:v>
                </c:pt>
                <c:pt idx="389">
                  <c:v>116.46022047343938</c:v>
                </c:pt>
                <c:pt idx="390">
                  <c:v>117.07401155464683</c:v>
                </c:pt>
                <c:pt idx="391">
                  <c:v>118.01391629617304</c:v>
                </c:pt>
                <c:pt idx="392">
                  <c:v>117.0244803182679</c:v>
                </c:pt>
                <c:pt idx="393">
                  <c:v>115.06859085613752</c:v>
                </c:pt>
                <c:pt idx="394">
                  <c:v>115.66256944279341</c:v>
                </c:pt>
                <c:pt idx="395">
                  <c:v>117.50632018576195</c:v>
                </c:pt>
                <c:pt idx="396">
                  <c:v>118.22155123907341</c:v>
                </c:pt>
                <c:pt idx="397">
                  <c:v>117.98063130532638</c:v>
                </c:pt>
                <c:pt idx="398">
                  <c:v>116.61039918214023</c:v>
                </c:pt>
                <c:pt idx="399">
                  <c:v>116.84141286861147</c:v>
                </c:pt>
                <c:pt idx="400">
                  <c:v>117.4068614631131</c:v>
                </c:pt>
                <c:pt idx="401">
                  <c:v>117.93625131753089</c:v>
                </c:pt>
                <c:pt idx="402">
                  <c:v>118.74737484447193</c:v>
                </c:pt>
                <c:pt idx="403">
                  <c:v>119.65399459515149</c:v>
                </c:pt>
                <c:pt idx="404">
                  <c:v>120.3660556493347</c:v>
                </c:pt>
                <c:pt idx="405">
                  <c:v>119.55651712195781</c:v>
                </c:pt>
                <c:pt idx="406">
                  <c:v>119.33580593265339</c:v>
                </c:pt>
                <c:pt idx="407">
                  <c:v>120.154458207524</c:v>
                </c:pt>
                <c:pt idx="408">
                  <c:v>119.65478709493355</c:v>
                </c:pt>
                <c:pt idx="409">
                  <c:v>119.92819951974514</c:v>
                </c:pt>
                <c:pt idx="410">
                  <c:v>120.35614940205892</c:v>
                </c:pt>
                <c:pt idx="411">
                  <c:v>121.47634784400434</c:v>
                </c:pt>
                <c:pt idx="412">
                  <c:v>121.813952751163</c:v>
                </c:pt>
                <c:pt idx="413">
                  <c:v>121.23225791112908</c:v>
                </c:pt>
                <c:pt idx="414">
                  <c:v>121.92846896967104</c:v>
                </c:pt>
                <c:pt idx="415">
                  <c:v>123.62521100306698</c:v>
                </c:pt>
                <c:pt idx="416">
                  <c:v>123.84988469128172</c:v>
                </c:pt>
                <c:pt idx="417">
                  <c:v>124.78463818422452</c:v>
                </c:pt>
                <c:pt idx="418">
                  <c:v>123.74725596950459</c:v>
                </c:pt>
                <c:pt idx="419">
                  <c:v>119.9468232646236</c:v>
                </c:pt>
                <c:pt idx="420">
                  <c:v>121.41136286187522</c:v>
                </c:pt>
                <c:pt idx="421">
                  <c:v>121.57659906643525</c:v>
                </c:pt>
                <c:pt idx="422">
                  <c:v>121.54014407646039</c:v>
                </c:pt>
                <c:pt idx="423">
                  <c:v>122.3726650975171</c:v>
                </c:pt>
                <c:pt idx="424">
                  <c:v>122.1372926622445</c:v>
                </c:pt>
                <c:pt idx="425">
                  <c:v>122.10876267009027</c:v>
                </c:pt>
                <c:pt idx="426">
                  <c:v>123.93785216709065</c:v>
                </c:pt>
                <c:pt idx="427">
                  <c:v>124.20769834288296</c:v>
                </c:pt>
                <c:pt idx="428">
                  <c:v>123.46829604621861</c:v>
                </c:pt>
                <c:pt idx="429">
                  <c:v>123.31732483773567</c:v>
                </c:pt>
                <c:pt idx="430">
                  <c:v>124.37570829668023</c:v>
                </c:pt>
                <c:pt idx="431">
                  <c:v>119.65240959558736</c:v>
                </c:pt>
                <c:pt idx="432">
                  <c:v>122.14878390908443</c:v>
                </c:pt>
                <c:pt idx="433">
                  <c:v>125.62032920440946</c:v>
                </c:pt>
                <c:pt idx="434">
                  <c:v>126.64106892370606</c:v>
                </c:pt>
                <c:pt idx="435">
                  <c:v>127.40464246372332</c:v>
                </c:pt>
                <c:pt idx="436">
                  <c:v>126.70724265550828</c:v>
                </c:pt>
                <c:pt idx="437">
                  <c:v>126.58044269037828</c:v>
                </c:pt>
                <c:pt idx="438">
                  <c:v>126.74092389624593</c:v>
                </c:pt>
                <c:pt idx="439">
                  <c:v>125.05171061077958</c:v>
                </c:pt>
                <c:pt idx="440">
                  <c:v>125.96744410895289</c:v>
                </c:pt>
                <c:pt idx="441">
                  <c:v>124.52509450559903</c:v>
                </c:pt>
                <c:pt idx="442">
                  <c:v>126.37795899606128</c:v>
                </c:pt>
                <c:pt idx="443">
                  <c:v>126.27889652330346</c:v>
                </c:pt>
                <c:pt idx="444">
                  <c:v>126.75875514134233</c:v>
                </c:pt>
                <c:pt idx="445">
                  <c:v>127.36343247505609</c:v>
                </c:pt>
                <c:pt idx="446">
                  <c:v>126.85940261366429</c:v>
                </c:pt>
                <c:pt idx="447">
                  <c:v>126.7302251491881</c:v>
                </c:pt>
                <c:pt idx="448">
                  <c:v>125.14482933517195</c:v>
                </c:pt>
                <c:pt idx="449">
                  <c:v>123.88673593114763</c:v>
                </c:pt>
                <c:pt idx="450">
                  <c:v>125.54266422576734</c:v>
                </c:pt>
                <c:pt idx="451">
                  <c:v>126.10494282114072</c:v>
                </c:pt>
                <c:pt idx="452">
                  <c:v>126.27295277493799</c:v>
                </c:pt>
                <c:pt idx="453">
                  <c:v>123.62045600437459</c:v>
                </c:pt>
                <c:pt idx="454">
                  <c:v>122.20980639230324</c:v>
                </c:pt>
                <c:pt idx="455">
                  <c:v>120.40132188963648</c:v>
                </c:pt>
                <c:pt idx="456">
                  <c:v>121.68754903592402</c:v>
                </c:pt>
                <c:pt idx="457">
                  <c:v>122.03109769144814</c:v>
                </c:pt>
                <c:pt idx="458">
                  <c:v>119.56008337097708</c:v>
                </c:pt>
                <c:pt idx="459">
                  <c:v>121.9772077062679</c:v>
                </c:pt>
                <c:pt idx="460">
                  <c:v>117.7234651260471</c:v>
                </c:pt>
                <c:pt idx="461">
                  <c:v>113.35282882797209</c:v>
                </c:pt>
                <c:pt idx="462">
                  <c:v>113.2858625963878</c:v>
                </c:pt>
                <c:pt idx="463">
                  <c:v>113.24940760641292</c:v>
                </c:pt>
                <c:pt idx="464">
                  <c:v>113.8267436976455</c:v>
                </c:pt>
                <c:pt idx="465">
                  <c:v>110.61117583192666</c:v>
                </c:pt>
                <c:pt idx="466">
                  <c:v>112.24531038253967</c:v>
                </c:pt>
                <c:pt idx="467">
                  <c:v>113.59929626019354</c:v>
                </c:pt>
                <c:pt idx="468">
                  <c:v>113.41028506217161</c:v>
                </c:pt>
                <c:pt idx="469">
                  <c:v>115.14823708423481</c:v>
                </c:pt>
                <c:pt idx="470">
                  <c:v>115.89160187980949</c:v>
                </c:pt>
                <c:pt idx="471">
                  <c:v>116.5263942052416</c:v>
                </c:pt>
                <c:pt idx="472">
                  <c:v>118.13873501184788</c:v>
                </c:pt>
                <c:pt idx="473">
                  <c:v>116.70668790566083</c:v>
                </c:pt>
                <c:pt idx="474">
                  <c:v>115.03015461670749</c:v>
                </c:pt>
                <c:pt idx="475">
                  <c:v>115.77391566217321</c:v>
                </c:pt>
                <c:pt idx="476">
                  <c:v>116.37344174730353</c:v>
                </c:pt>
                <c:pt idx="477">
                  <c:v>115.87733688373237</c:v>
                </c:pt>
                <c:pt idx="478">
                  <c:v>117.67314138988614</c:v>
                </c:pt>
                <c:pt idx="479">
                  <c:v>118.33131245888909</c:v>
                </c:pt>
                <c:pt idx="480">
                  <c:v>116.96781658385045</c:v>
                </c:pt>
                <c:pt idx="481">
                  <c:v>116.59653043595412</c:v>
                </c:pt>
                <c:pt idx="482">
                  <c:v>115.8864506312261</c:v>
                </c:pt>
                <c:pt idx="483">
                  <c:v>116.33540175776452</c:v>
                </c:pt>
                <c:pt idx="484">
                  <c:v>115.86505313711039</c:v>
                </c:pt>
                <c:pt idx="485">
                  <c:v>115.26314955263388</c:v>
                </c:pt>
                <c:pt idx="486">
                  <c:v>113.6341662506043</c:v>
                </c:pt>
                <c:pt idx="487">
                  <c:v>113.66546999199576</c:v>
                </c:pt>
                <c:pt idx="488">
                  <c:v>112.02816544225452</c:v>
                </c:pt>
                <c:pt idx="489">
                  <c:v>111.56494931963894</c:v>
                </c:pt>
                <c:pt idx="490">
                  <c:v>109.06263125777642</c:v>
                </c:pt>
                <c:pt idx="491">
                  <c:v>110.73044704912706</c:v>
                </c:pt>
                <c:pt idx="492">
                  <c:v>111.22496691313411</c:v>
                </c:pt>
                <c:pt idx="493">
                  <c:v>112.84087396875965</c:v>
                </c:pt>
                <c:pt idx="494">
                  <c:v>113.73520997281727</c:v>
                </c:pt>
                <c:pt idx="495">
                  <c:v>114.77972468557572</c:v>
                </c:pt>
                <c:pt idx="496">
                  <c:v>115.78302940966691</c:v>
                </c:pt>
                <c:pt idx="497">
                  <c:v>116.3488742540596</c:v>
                </c:pt>
                <c:pt idx="498">
                  <c:v>117.89345632929951</c:v>
                </c:pt>
                <c:pt idx="499">
                  <c:v>117.71950262713679</c:v>
                </c:pt>
                <c:pt idx="500">
                  <c:v>117.87205883518384</c:v>
                </c:pt>
                <c:pt idx="501">
                  <c:v>118.75054484360017</c:v>
                </c:pt>
                <c:pt idx="502">
                  <c:v>120.14098571122894</c:v>
                </c:pt>
                <c:pt idx="503">
                  <c:v>120.40369938898267</c:v>
                </c:pt>
                <c:pt idx="504">
                  <c:v>120.29076817003876</c:v>
                </c:pt>
                <c:pt idx="505">
                  <c:v>120.77181553775074</c:v>
                </c:pt>
                <c:pt idx="506">
                  <c:v>120.80311927914221</c:v>
                </c:pt>
                <c:pt idx="507">
                  <c:v>121.48744284095324</c:v>
                </c:pt>
                <c:pt idx="508">
                  <c:v>121.8088015025796</c:v>
                </c:pt>
                <c:pt idx="509">
                  <c:v>119.80338080407029</c:v>
                </c:pt>
                <c:pt idx="510">
                  <c:v>120.37081064802709</c:v>
                </c:pt>
                <c:pt idx="511">
                  <c:v>121.56352282003122</c:v>
                </c:pt>
                <c:pt idx="512">
                  <c:v>122.89135620487706</c:v>
                </c:pt>
                <c:pt idx="513">
                  <c:v>123.95766466164221</c:v>
                </c:pt>
                <c:pt idx="514">
                  <c:v>123.93626716752652</c:v>
                </c:pt>
                <c:pt idx="515">
                  <c:v>122.15353890777681</c:v>
                </c:pt>
                <c:pt idx="516">
                  <c:v>124.62970447683128</c:v>
                </c:pt>
                <c:pt idx="517">
                  <c:v>125.46499924712522</c:v>
                </c:pt>
                <c:pt idx="518">
                  <c:v>127.07892505329563</c:v>
                </c:pt>
                <c:pt idx="519">
                  <c:v>128.17891475079847</c:v>
                </c:pt>
                <c:pt idx="520">
                  <c:v>127.60593740836723</c:v>
                </c:pt>
                <c:pt idx="521">
                  <c:v>128.18921724796525</c:v>
                </c:pt>
                <c:pt idx="522">
                  <c:v>128.75228834312071</c:v>
                </c:pt>
                <c:pt idx="523">
                  <c:v>128.60448713376604</c:v>
                </c:pt>
                <c:pt idx="524">
                  <c:v>127.84051734385773</c:v>
                </c:pt>
                <c:pt idx="525">
                  <c:v>127.52906492950716</c:v>
                </c:pt>
                <c:pt idx="526">
                  <c:v>125.48322674211265</c:v>
                </c:pt>
                <c:pt idx="527">
                  <c:v>127.55838742144347</c:v>
                </c:pt>
                <c:pt idx="528">
                  <c:v>128.1416672610415</c:v>
                </c:pt>
                <c:pt idx="529">
                  <c:v>129.57331811733752</c:v>
                </c:pt>
                <c:pt idx="530">
                  <c:v>130.38602664384268</c:v>
                </c:pt>
                <c:pt idx="531">
                  <c:v>129.60145185960076</c:v>
                </c:pt>
                <c:pt idx="532">
                  <c:v>129.63434060055633</c:v>
                </c:pt>
                <c:pt idx="533">
                  <c:v>129.79085930751367</c:v>
                </c:pt>
                <c:pt idx="534">
                  <c:v>130.6079265828202</c:v>
                </c:pt>
                <c:pt idx="535">
                  <c:v>131.07391645467297</c:v>
                </c:pt>
                <c:pt idx="536">
                  <c:v>129.09108199995245</c:v>
                </c:pt>
                <c:pt idx="537">
                  <c:v>129.68506058660833</c:v>
                </c:pt>
                <c:pt idx="538">
                  <c:v>130.48112661769017</c:v>
                </c:pt>
                <c:pt idx="539">
                  <c:v>130.52273285624847</c:v>
                </c:pt>
                <c:pt idx="540">
                  <c:v>129.67515433933258</c:v>
                </c:pt>
                <c:pt idx="541">
                  <c:v>129.44017815395102</c:v>
                </c:pt>
                <c:pt idx="542">
                  <c:v>129.10772449537578</c:v>
                </c:pt>
                <c:pt idx="543">
                  <c:v>130.97564648169723</c:v>
                </c:pt>
                <c:pt idx="544">
                  <c:v>132.06057868334088</c:v>
                </c:pt>
                <c:pt idx="545">
                  <c:v>133.87936568317446</c:v>
                </c:pt>
                <c:pt idx="546">
                  <c:v>133.9459356648677</c:v>
                </c:pt>
                <c:pt idx="547">
                  <c:v>134.42579428290657</c:v>
                </c:pt>
                <c:pt idx="548">
                  <c:v>134.13890936179993</c:v>
                </c:pt>
                <c:pt idx="549">
                  <c:v>132.52022855693716</c:v>
                </c:pt>
                <c:pt idx="550">
                  <c:v>133.87738443371927</c:v>
                </c:pt>
                <c:pt idx="551">
                  <c:v>134.21855558989722</c:v>
                </c:pt>
                <c:pt idx="552">
                  <c:v>134.15555185722326</c:v>
                </c:pt>
                <c:pt idx="553">
                  <c:v>134.99679037588265</c:v>
                </c:pt>
                <c:pt idx="554">
                  <c:v>135.15608283207726</c:v>
                </c:pt>
                <c:pt idx="555">
                  <c:v>135.59909021025018</c:v>
                </c:pt>
                <c:pt idx="556">
                  <c:v>136.28737627097155</c:v>
                </c:pt>
                <c:pt idx="557">
                  <c:v>137.36319472512147</c:v>
                </c:pt>
                <c:pt idx="558">
                  <c:v>138.42672943264941</c:v>
                </c:pt>
                <c:pt idx="559">
                  <c:v>138.44416442785479</c:v>
                </c:pt>
                <c:pt idx="560">
                  <c:v>137.8803008329173</c:v>
                </c:pt>
                <c:pt idx="561">
                  <c:v>138.46635442175253</c:v>
                </c:pt>
                <c:pt idx="562">
                  <c:v>140.27325392485517</c:v>
                </c:pt>
                <c:pt idx="563">
                  <c:v>139.44350665303568</c:v>
                </c:pt>
                <c:pt idx="564">
                  <c:v>139.08608925132546</c:v>
                </c:pt>
                <c:pt idx="565">
                  <c:v>139.71691907784728</c:v>
                </c:pt>
                <c:pt idx="566">
                  <c:v>138.77186308773767</c:v>
                </c:pt>
                <c:pt idx="567">
                  <c:v>139.76605406433512</c:v>
                </c:pt>
                <c:pt idx="568">
                  <c:v>141.03405371563522</c:v>
                </c:pt>
                <c:pt idx="569">
                  <c:v>141.06773495637287</c:v>
                </c:pt>
                <c:pt idx="570">
                  <c:v>141.93869221685964</c:v>
                </c:pt>
                <c:pt idx="571">
                  <c:v>143.1428956357037</c:v>
                </c:pt>
                <c:pt idx="572">
                  <c:v>142.82906572200693</c:v>
                </c:pt>
                <c:pt idx="573">
                  <c:v>142.7018695069859</c:v>
                </c:pt>
                <c:pt idx="574">
                  <c:v>143.3350768328539</c:v>
                </c:pt>
                <c:pt idx="575">
                  <c:v>144.13827536197428</c:v>
                </c:pt>
                <c:pt idx="576">
                  <c:v>143.65009549622377</c:v>
                </c:pt>
                <c:pt idx="577">
                  <c:v>144.45884152381859</c:v>
                </c:pt>
                <c:pt idx="578">
                  <c:v>143.0351156653432</c:v>
                </c:pt>
                <c:pt idx="579">
                  <c:v>143.94054666634966</c:v>
                </c:pt>
                <c:pt idx="580">
                  <c:v>144.67479771443064</c:v>
                </c:pt>
                <c:pt idx="581">
                  <c:v>145.47918499322415</c:v>
                </c:pt>
                <c:pt idx="582">
                  <c:v>145.51405498363491</c:v>
                </c:pt>
                <c:pt idx="583">
                  <c:v>144.55513024733918</c:v>
                </c:pt>
                <c:pt idx="584">
                  <c:v>145.86711363654376</c:v>
                </c:pt>
                <c:pt idx="585">
                  <c:v>146.59898718527853</c:v>
                </c:pt>
                <c:pt idx="586">
                  <c:v>146.21303979141405</c:v>
                </c:pt>
                <c:pt idx="587">
                  <c:v>142.88969195533471</c:v>
                </c:pt>
                <c:pt idx="588">
                  <c:v>142.0266596926686</c:v>
                </c:pt>
                <c:pt idx="589">
                  <c:v>140.43571638017801</c:v>
                </c:pt>
                <c:pt idx="590">
                  <c:v>138.09189827472795</c:v>
                </c:pt>
                <c:pt idx="591">
                  <c:v>135.6803214379116</c:v>
                </c:pt>
                <c:pt idx="592">
                  <c:v>137.46186094798824</c:v>
                </c:pt>
                <c:pt idx="593">
                  <c:v>139.37257792254107</c:v>
                </c:pt>
                <c:pt idx="594">
                  <c:v>136.51561620820556</c:v>
                </c:pt>
                <c:pt idx="595">
                  <c:v>137.98609955382264</c:v>
                </c:pt>
                <c:pt idx="596">
                  <c:v>138.7659193393722</c:v>
                </c:pt>
                <c:pt idx="597">
                  <c:v>139.62300785367285</c:v>
                </c:pt>
                <c:pt idx="598">
                  <c:v>140.8244375232797</c:v>
                </c:pt>
                <c:pt idx="599">
                  <c:v>141.28686114611321</c:v>
                </c:pt>
                <c:pt idx="600">
                  <c:v>140.53913760173717</c:v>
                </c:pt>
                <c:pt idx="601">
                  <c:v>141.50677983563554</c:v>
                </c:pt>
                <c:pt idx="602">
                  <c:v>141.89272722950003</c:v>
                </c:pt>
                <c:pt idx="603">
                  <c:v>142.601618284555</c:v>
                </c:pt>
                <c:pt idx="604">
                  <c:v>141.69024353518304</c:v>
                </c:pt>
                <c:pt idx="605">
                  <c:v>141.71084852951665</c:v>
                </c:pt>
                <c:pt idx="606">
                  <c:v>142.10789092032999</c:v>
                </c:pt>
                <c:pt idx="607">
                  <c:v>142.51999080700253</c:v>
                </c:pt>
                <c:pt idx="608">
                  <c:v>142.67016951570341</c:v>
                </c:pt>
                <c:pt idx="609">
                  <c:v>142.62143077910656</c:v>
                </c:pt>
                <c:pt idx="610">
                  <c:v>142.77715698628185</c:v>
                </c:pt>
                <c:pt idx="611">
                  <c:v>143.01332192133646</c:v>
                </c:pt>
                <c:pt idx="612">
                  <c:v>141.92006847198121</c:v>
                </c:pt>
                <c:pt idx="613">
                  <c:v>140.16388895493054</c:v>
                </c:pt>
                <c:pt idx="614">
                  <c:v>138.33559195771221</c:v>
                </c:pt>
                <c:pt idx="615">
                  <c:v>138.86934056093136</c:v>
                </c:pt>
                <c:pt idx="616">
                  <c:v>139.49026414017735</c:v>
                </c:pt>
                <c:pt idx="617">
                  <c:v>140.50823011023672</c:v>
                </c:pt>
                <c:pt idx="618">
                  <c:v>141.88876473058971</c:v>
                </c:pt>
                <c:pt idx="619">
                  <c:v>141.59514356133553</c:v>
                </c:pt>
                <c:pt idx="620">
                  <c:v>142.99667942591316</c:v>
                </c:pt>
                <c:pt idx="621">
                  <c:v>143.29228184462249</c:v>
                </c:pt>
                <c:pt idx="622">
                  <c:v>143.47574554417</c:v>
                </c:pt>
                <c:pt idx="623">
                  <c:v>144.69817645800148</c:v>
                </c:pt>
                <c:pt idx="624">
                  <c:v>143.43215805615654</c:v>
                </c:pt>
                <c:pt idx="625">
                  <c:v>144.41802778504237</c:v>
                </c:pt>
                <c:pt idx="626">
                  <c:v>144.84637391724721</c:v>
                </c:pt>
                <c:pt idx="627">
                  <c:v>144.85984641354224</c:v>
                </c:pt>
                <c:pt idx="628">
                  <c:v>145.11542759325741</c:v>
                </c:pt>
                <c:pt idx="629">
                  <c:v>144.36651529920829</c:v>
                </c:pt>
                <c:pt idx="630">
                  <c:v>145.37774502112012</c:v>
                </c:pt>
                <c:pt idx="631">
                  <c:v>144.95930513619112</c:v>
                </c:pt>
                <c:pt idx="632">
                  <c:v>144.72789519982882</c:v>
                </c:pt>
                <c:pt idx="633">
                  <c:v>145.05757510916686</c:v>
                </c:pt>
                <c:pt idx="634">
                  <c:v>145.64045869887386</c:v>
                </c:pt>
                <c:pt idx="635">
                  <c:v>146.05176608576434</c:v>
                </c:pt>
                <c:pt idx="636">
                  <c:v>145.63570370018149</c:v>
                </c:pt>
                <c:pt idx="637">
                  <c:v>146.36599224935216</c:v>
                </c:pt>
                <c:pt idx="638">
                  <c:v>146.72816464975472</c:v>
                </c:pt>
                <c:pt idx="639">
                  <c:v>146.71905090226102</c:v>
                </c:pt>
                <c:pt idx="640">
                  <c:v>146.75471339245382</c:v>
                </c:pt>
                <c:pt idx="641">
                  <c:v>145.16654382920044</c:v>
                </c:pt>
                <c:pt idx="642">
                  <c:v>145.5445662252443</c:v>
                </c:pt>
                <c:pt idx="643">
                  <c:v>147.17077577803667</c:v>
                </c:pt>
                <c:pt idx="644">
                  <c:v>145.38963251785106</c:v>
                </c:pt>
                <c:pt idx="645">
                  <c:v>142.96696068408582</c:v>
                </c:pt>
                <c:pt idx="646">
                  <c:v>138.39304819191173</c:v>
                </c:pt>
                <c:pt idx="647">
                  <c:v>137.58390591442588</c:v>
                </c:pt>
                <c:pt idx="648">
                  <c:v>141.49013734021224</c:v>
                </c:pt>
                <c:pt idx="649">
                  <c:v>143.3529080779503</c:v>
                </c:pt>
                <c:pt idx="650">
                  <c:v>143.64692549709551</c:v>
                </c:pt>
                <c:pt idx="651">
                  <c:v>143.00262317427863</c:v>
                </c:pt>
                <c:pt idx="652">
                  <c:v>140.91874499734513</c:v>
                </c:pt>
                <c:pt idx="653">
                  <c:v>139.84807779177862</c:v>
                </c:pt>
                <c:pt idx="654">
                  <c:v>141.51391233367411</c:v>
                </c:pt>
                <c:pt idx="655">
                  <c:v>142.36426459982724</c:v>
                </c:pt>
                <c:pt idx="656">
                  <c:v>143.91518667332369</c:v>
                </c:pt>
                <c:pt idx="657">
                  <c:v>142.30363836649943</c:v>
                </c:pt>
                <c:pt idx="658">
                  <c:v>144.32530531054107</c:v>
                </c:pt>
                <c:pt idx="659">
                  <c:v>144.84875141659336</c:v>
                </c:pt>
                <c:pt idx="660">
                  <c:v>146.65406592013187</c:v>
                </c:pt>
                <c:pt idx="661">
                  <c:v>145.5623974703407</c:v>
                </c:pt>
                <c:pt idx="662">
                  <c:v>147.06418455734928</c:v>
                </c:pt>
                <c:pt idx="663">
                  <c:v>147.1141120436192</c:v>
                </c:pt>
                <c:pt idx="664">
                  <c:v>147.55751567168321</c:v>
                </c:pt>
                <c:pt idx="665">
                  <c:v>147.19851327040888</c:v>
                </c:pt>
                <c:pt idx="666">
                  <c:v>148.4736454197475</c:v>
                </c:pt>
                <c:pt idx="667">
                  <c:v>150.0313037413915</c:v>
                </c:pt>
                <c:pt idx="668">
                  <c:v>149.16193148046887</c:v>
                </c:pt>
                <c:pt idx="669">
                  <c:v>150.07132498038564</c:v>
                </c:pt>
                <c:pt idx="670">
                  <c:v>150.19416244660536</c:v>
                </c:pt>
                <c:pt idx="671">
                  <c:v>151.27869839835796</c:v>
                </c:pt>
                <c:pt idx="672">
                  <c:v>151.35398587765388</c:v>
                </c:pt>
                <c:pt idx="673">
                  <c:v>151.01202222169391</c:v>
                </c:pt>
                <c:pt idx="674">
                  <c:v>150.05705998430852</c:v>
                </c:pt>
                <c:pt idx="675">
                  <c:v>145.77122116291417</c:v>
                </c:pt>
                <c:pt idx="676">
                  <c:v>143.85020169119457</c:v>
                </c:pt>
                <c:pt idx="677">
                  <c:v>144.71402645364273</c:v>
                </c:pt>
                <c:pt idx="678">
                  <c:v>141.38830111821719</c:v>
                </c:pt>
                <c:pt idx="679">
                  <c:v>142.18476339919008</c:v>
                </c:pt>
                <c:pt idx="680">
                  <c:v>143.50546428599733</c:v>
                </c:pt>
                <c:pt idx="681">
                  <c:v>144.24407408287965</c:v>
                </c:pt>
                <c:pt idx="682">
                  <c:v>144.73106519895705</c:v>
                </c:pt>
                <c:pt idx="683">
                  <c:v>145.52673498014789</c:v>
                </c:pt>
                <c:pt idx="684">
                  <c:v>146.83594462011524</c:v>
                </c:pt>
                <c:pt idx="685">
                  <c:v>146.80464087872375</c:v>
                </c:pt>
                <c:pt idx="686">
                  <c:v>148.02826054222837</c:v>
                </c:pt>
                <c:pt idx="687">
                  <c:v>146.45673347439831</c:v>
                </c:pt>
                <c:pt idx="688">
                  <c:v>148.06511178209428</c:v>
                </c:pt>
                <c:pt idx="689">
                  <c:v>148.38250794481033</c:v>
                </c:pt>
                <c:pt idx="690">
                  <c:v>148.8243265733102</c:v>
                </c:pt>
                <c:pt idx="691">
                  <c:v>149.68656633619429</c:v>
                </c:pt>
                <c:pt idx="692">
                  <c:v>149.5248963806535</c:v>
                </c:pt>
                <c:pt idx="693">
                  <c:v>148.90991654977296</c:v>
                </c:pt>
                <c:pt idx="694">
                  <c:v>149.34658392968942</c:v>
                </c:pt>
                <c:pt idx="695">
                  <c:v>149.8490287915171</c:v>
                </c:pt>
                <c:pt idx="696">
                  <c:v>152.25585062964106</c:v>
                </c:pt>
                <c:pt idx="697">
                  <c:v>153.28055284784799</c:v>
                </c:pt>
                <c:pt idx="698">
                  <c:v>153.27896784828386</c:v>
                </c:pt>
                <c:pt idx="699">
                  <c:v>154.97610613157079</c:v>
                </c:pt>
                <c:pt idx="700">
                  <c:v>155.15877733133624</c:v>
                </c:pt>
                <c:pt idx="701">
                  <c:v>156.01665834541899</c:v>
                </c:pt>
                <c:pt idx="702">
                  <c:v>156.34831950421216</c:v>
                </c:pt>
                <c:pt idx="703">
                  <c:v>156.74655064469857</c:v>
                </c:pt>
                <c:pt idx="704">
                  <c:v>156.97677183138774</c:v>
                </c:pt>
                <c:pt idx="705">
                  <c:v>154.44433877780685</c:v>
                </c:pt>
                <c:pt idx="706">
                  <c:v>153.45529904979279</c:v>
                </c:pt>
                <c:pt idx="707">
                  <c:v>155.2887472955945</c:v>
                </c:pt>
                <c:pt idx="708">
                  <c:v>155.13936108667571</c:v>
                </c:pt>
                <c:pt idx="709">
                  <c:v>154.40629878826783</c:v>
                </c:pt>
                <c:pt idx="710">
                  <c:v>154.0849401266415</c:v>
                </c:pt>
                <c:pt idx="711">
                  <c:v>152.39850059041234</c:v>
                </c:pt>
                <c:pt idx="712">
                  <c:v>154.06909013100022</c:v>
                </c:pt>
                <c:pt idx="713">
                  <c:v>155.66756219142039</c:v>
                </c:pt>
                <c:pt idx="714">
                  <c:v>156.90148435209181</c:v>
                </c:pt>
                <c:pt idx="715">
                  <c:v>157.15508428235182</c:v>
                </c:pt>
                <c:pt idx="716">
                  <c:v>157.11942179215902</c:v>
                </c:pt>
                <c:pt idx="717">
                  <c:v>157.58224166488355</c:v>
                </c:pt>
                <c:pt idx="718">
                  <c:v>158.37513769683713</c:v>
                </c:pt>
                <c:pt idx="719">
                  <c:v>159.1751662268293</c:v>
                </c:pt>
                <c:pt idx="720">
                  <c:v>159.27937994817052</c:v>
                </c:pt>
                <c:pt idx="721">
                  <c:v>158.77852008590702</c:v>
                </c:pt>
                <c:pt idx="722">
                  <c:v>157.66902039101942</c:v>
                </c:pt>
                <c:pt idx="723">
                  <c:v>156.05667958441313</c:v>
                </c:pt>
                <c:pt idx="724">
                  <c:v>156.52029195691972</c:v>
                </c:pt>
                <c:pt idx="725">
                  <c:v>156.56546444449731</c:v>
                </c:pt>
                <c:pt idx="726">
                  <c:v>154.94916113898068</c:v>
                </c:pt>
                <c:pt idx="727">
                  <c:v>157.1618205304994</c:v>
                </c:pt>
                <c:pt idx="728">
                  <c:v>158.6168501303662</c:v>
                </c:pt>
                <c:pt idx="729">
                  <c:v>159.45571114967942</c:v>
                </c:pt>
                <c:pt idx="730">
                  <c:v>158.07993152801885</c:v>
                </c:pt>
                <c:pt idx="731">
                  <c:v>156.55753944667669</c:v>
                </c:pt>
                <c:pt idx="732">
                  <c:v>156.60271193425422</c:v>
                </c:pt>
                <c:pt idx="733">
                  <c:v>158.20118399467441</c:v>
                </c:pt>
                <c:pt idx="734">
                  <c:v>159.52862112962919</c:v>
                </c:pt>
                <c:pt idx="735">
                  <c:v>161.84232424336085</c:v>
                </c:pt>
                <c:pt idx="736">
                  <c:v>162.8602902134202</c:v>
                </c:pt>
                <c:pt idx="737">
                  <c:v>164.61409223112463</c:v>
                </c:pt>
                <c:pt idx="738">
                  <c:v>165.10940459491374</c:v>
                </c:pt>
                <c:pt idx="739">
                  <c:v>166.46220172289455</c:v>
                </c:pt>
                <c:pt idx="740">
                  <c:v>166.26447302726993</c:v>
                </c:pt>
                <c:pt idx="741">
                  <c:v>166.35600675209815</c:v>
                </c:pt>
                <c:pt idx="742">
                  <c:v>167.48294144219111</c:v>
                </c:pt>
                <c:pt idx="743">
                  <c:v>167.29511899384229</c:v>
                </c:pt>
                <c:pt idx="744">
                  <c:v>166.10557682096638</c:v>
                </c:pt>
                <c:pt idx="745">
                  <c:v>167.22775651236697</c:v>
                </c:pt>
                <c:pt idx="746">
                  <c:v>168.86862731112748</c:v>
                </c:pt>
                <c:pt idx="747">
                  <c:v>170.38626439377728</c:v>
                </c:pt>
                <c:pt idx="748">
                  <c:v>172.12342391605844</c:v>
                </c:pt>
                <c:pt idx="749">
                  <c:v>171.92014772195941</c:v>
                </c:pt>
                <c:pt idx="750">
                  <c:v>171.67328403984689</c:v>
                </c:pt>
                <c:pt idx="751">
                  <c:v>172.12461266573155</c:v>
                </c:pt>
                <c:pt idx="752">
                  <c:v>171.92926146945311</c:v>
                </c:pt>
                <c:pt idx="753">
                  <c:v>171.95145146335085</c:v>
                </c:pt>
                <c:pt idx="754">
                  <c:v>168.78065983531854</c:v>
                </c:pt>
                <c:pt idx="755">
                  <c:v>170.51781935759968</c:v>
                </c:pt>
                <c:pt idx="756">
                  <c:v>167.20160401955891</c:v>
                </c:pt>
                <c:pt idx="757">
                  <c:v>168.87219356014677</c:v>
                </c:pt>
                <c:pt idx="758">
                  <c:v>170.44689062710509</c:v>
                </c:pt>
                <c:pt idx="759">
                  <c:v>172.22446763827139</c:v>
                </c:pt>
                <c:pt idx="760">
                  <c:v>171.47357409476714</c:v>
                </c:pt>
                <c:pt idx="761">
                  <c:v>170.03677198988771</c:v>
                </c:pt>
                <c:pt idx="762">
                  <c:v>168.58728988849526</c:v>
                </c:pt>
                <c:pt idx="763">
                  <c:v>167.23726650975172</c:v>
                </c:pt>
                <c:pt idx="764">
                  <c:v>164.72266470126721</c:v>
                </c:pt>
                <c:pt idx="765">
                  <c:v>163.70984997979127</c:v>
                </c:pt>
                <c:pt idx="766">
                  <c:v>156.60073068479906</c:v>
                </c:pt>
                <c:pt idx="767">
                  <c:v>156.29403326914087</c:v>
                </c:pt>
                <c:pt idx="768">
                  <c:v>153.76199646545098</c:v>
                </c:pt>
                <c:pt idx="769">
                  <c:v>154.38054254535081</c:v>
                </c:pt>
                <c:pt idx="770">
                  <c:v>157.13368678823613</c:v>
                </c:pt>
                <c:pt idx="771">
                  <c:v>157.48753794092707</c:v>
                </c:pt>
                <c:pt idx="772">
                  <c:v>159.68553608647758</c:v>
                </c:pt>
                <c:pt idx="773">
                  <c:v>159.70495233113812</c:v>
                </c:pt>
                <c:pt idx="774">
                  <c:v>157.92618657029868</c:v>
                </c:pt>
                <c:pt idx="775">
                  <c:v>156.13275956349113</c:v>
                </c:pt>
                <c:pt idx="776">
                  <c:v>154.46335877257636</c:v>
                </c:pt>
                <c:pt idx="777">
                  <c:v>154.43205503118489</c:v>
                </c:pt>
                <c:pt idx="778">
                  <c:v>154.33774755711943</c:v>
                </c:pt>
                <c:pt idx="779">
                  <c:v>153.54762527440303</c:v>
                </c:pt>
                <c:pt idx="780">
                  <c:v>156.18902704801758</c:v>
                </c:pt>
                <c:pt idx="781">
                  <c:v>157.34885047906613</c:v>
                </c:pt>
                <c:pt idx="782">
                  <c:v>155.97941085566202</c:v>
                </c:pt>
                <c:pt idx="783">
                  <c:v>155.84428964282037</c:v>
                </c:pt>
                <c:pt idx="784">
                  <c:v>154.63493497539289</c:v>
                </c:pt>
                <c:pt idx="785">
                  <c:v>153.16960287835923</c:v>
                </c:pt>
                <c:pt idx="786">
                  <c:v>151.34804212928842</c:v>
                </c:pt>
                <c:pt idx="787">
                  <c:v>148.95271153800434</c:v>
                </c:pt>
                <c:pt idx="788">
                  <c:v>149.68101883771982</c:v>
                </c:pt>
                <c:pt idx="789">
                  <c:v>148.77717283627749</c:v>
                </c:pt>
                <c:pt idx="790">
                  <c:v>150.26390242742684</c:v>
                </c:pt>
                <c:pt idx="791">
                  <c:v>151.42808460727676</c:v>
                </c:pt>
                <c:pt idx="792">
                  <c:v>152.03078069153534</c:v>
                </c:pt>
                <c:pt idx="793">
                  <c:v>152.62634427775532</c:v>
                </c:pt>
                <c:pt idx="794">
                  <c:v>151.01439972104009</c:v>
                </c:pt>
                <c:pt idx="795">
                  <c:v>148.70743285545595</c:v>
                </c:pt>
                <c:pt idx="796">
                  <c:v>149.27922144821412</c:v>
                </c:pt>
                <c:pt idx="797">
                  <c:v>149.83595254511306</c:v>
                </c:pt>
                <c:pt idx="798">
                  <c:v>148.57627414152461</c:v>
                </c:pt>
                <c:pt idx="799">
                  <c:v>146.40640973823733</c:v>
                </c:pt>
                <c:pt idx="800">
                  <c:v>148.2985029679117</c:v>
                </c:pt>
                <c:pt idx="801">
                  <c:v>150.25359993026004</c:v>
                </c:pt>
                <c:pt idx="802">
                  <c:v>148.64918412147438</c:v>
                </c:pt>
                <c:pt idx="803">
                  <c:v>151.34685337961534</c:v>
                </c:pt>
                <c:pt idx="804">
                  <c:v>152.68340426206385</c:v>
                </c:pt>
                <c:pt idx="805">
                  <c:v>150.89869475285894</c:v>
                </c:pt>
                <c:pt idx="806">
                  <c:v>153.8951364288375</c:v>
                </c:pt>
                <c:pt idx="807">
                  <c:v>154.69001371024623</c:v>
                </c:pt>
                <c:pt idx="808">
                  <c:v>155.28795479581245</c:v>
                </c:pt>
                <c:pt idx="809">
                  <c:v>155.57523596681014</c:v>
                </c:pt>
                <c:pt idx="810">
                  <c:v>155.59306721190654</c:v>
                </c:pt>
                <c:pt idx="811">
                  <c:v>155.10449109626495</c:v>
                </c:pt>
                <c:pt idx="812">
                  <c:v>155.93384211819344</c:v>
                </c:pt>
                <c:pt idx="813">
                  <c:v>157.18718052352537</c:v>
                </c:pt>
                <c:pt idx="814">
                  <c:v>157.39243796707959</c:v>
                </c:pt>
                <c:pt idx="815">
                  <c:v>157.24344800805181</c:v>
                </c:pt>
                <c:pt idx="816">
                  <c:v>158.29469896895779</c:v>
                </c:pt>
                <c:pt idx="817">
                  <c:v>157.75302536791804</c:v>
                </c:pt>
                <c:pt idx="818">
                  <c:v>158.55107264845503</c:v>
                </c:pt>
                <c:pt idx="819">
                  <c:v>158.45359517526134</c:v>
                </c:pt>
                <c:pt idx="820">
                  <c:v>157.80968910233554</c:v>
                </c:pt>
                <c:pt idx="821">
                  <c:v>158.39693144084384</c:v>
                </c:pt>
                <c:pt idx="822">
                  <c:v>159.45729614924355</c:v>
                </c:pt>
                <c:pt idx="823">
                  <c:v>160.8005832798396</c:v>
                </c:pt>
                <c:pt idx="824">
                  <c:v>158.40287518920931</c:v>
                </c:pt>
                <c:pt idx="825">
                  <c:v>156.71683190287123</c:v>
                </c:pt>
                <c:pt idx="826">
                  <c:v>156.28095702273683</c:v>
                </c:pt>
                <c:pt idx="827">
                  <c:v>157.45187545073426</c:v>
                </c:pt>
                <c:pt idx="828">
                  <c:v>157.22442801328228</c:v>
                </c:pt>
                <c:pt idx="829">
                  <c:v>156.39071824255248</c:v>
                </c:pt>
                <c:pt idx="830">
                  <c:v>153.9343651680496</c:v>
                </c:pt>
                <c:pt idx="831">
                  <c:v>154.59372498672565</c:v>
                </c:pt>
                <c:pt idx="832">
                  <c:v>152.75631424201359</c:v>
                </c:pt>
                <c:pt idx="833">
                  <c:v>151.34447588026913</c:v>
                </c:pt>
                <c:pt idx="834">
                  <c:v>151.23194091121627</c:v>
                </c:pt>
                <c:pt idx="835">
                  <c:v>151.78986075778829</c:v>
                </c:pt>
                <c:pt idx="836">
                  <c:v>149.7174738276947</c:v>
                </c:pt>
                <c:pt idx="837">
                  <c:v>147.17711577629316</c:v>
                </c:pt>
                <c:pt idx="838">
                  <c:v>147.55711942179218</c:v>
                </c:pt>
                <c:pt idx="839">
                  <c:v>146.66634966675386</c:v>
                </c:pt>
                <c:pt idx="840">
                  <c:v>146.03908608925133</c:v>
                </c:pt>
                <c:pt idx="841">
                  <c:v>148.8901040552214</c:v>
                </c:pt>
                <c:pt idx="842">
                  <c:v>150.98349222953965</c:v>
                </c:pt>
                <c:pt idx="843">
                  <c:v>150.45647987446804</c:v>
                </c:pt>
                <c:pt idx="844">
                  <c:v>150.37921114571694</c:v>
                </c:pt>
                <c:pt idx="845">
                  <c:v>149.8086113026319</c:v>
                </c:pt>
                <c:pt idx="846">
                  <c:v>147.70927937994821</c:v>
                </c:pt>
                <c:pt idx="847">
                  <c:v>146.04265233827061</c:v>
                </c:pt>
                <c:pt idx="848">
                  <c:v>144.19216534715454</c:v>
                </c:pt>
                <c:pt idx="849">
                  <c:v>146.237607284658</c:v>
                </c:pt>
                <c:pt idx="850">
                  <c:v>148.46809792127308</c:v>
                </c:pt>
                <c:pt idx="851">
                  <c:v>149.23246396107243</c:v>
                </c:pt>
                <c:pt idx="852">
                  <c:v>149.18887647305897</c:v>
                </c:pt>
                <c:pt idx="853">
                  <c:v>150.46004612348733</c:v>
                </c:pt>
                <c:pt idx="854">
                  <c:v>149.93660001743501</c:v>
                </c:pt>
                <c:pt idx="855">
                  <c:v>150.05349373528924</c:v>
                </c:pt>
                <c:pt idx="856">
                  <c:v>149.08981400030115</c:v>
                </c:pt>
                <c:pt idx="857">
                  <c:v>148.56676414413985</c:v>
                </c:pt>
                <c:pt idx="858">
                  <c:v>146.7559021421269</c:v>
                </c:pt>
                <c:pt idx="859">
                  <c:v>147.51036193465049</c:v>
                </c:pt>
                <c:pt idx="860">
                  <c:v>146.66951966588212</c:v>
                </c:pt>
                <c:pt idx="861">
                  <c:v>147.37207072268055</c:v>
                </c:pt>
                <c:pt idx="862">
                  <c:v>146.57124969290635</c:v>
                </c:pt>
                <c:pt idx="863">
                  <c:v>146.29625226853062</c:v>
                </c:pt>
                <c:pt idx="864">
                  <c:v>144.09825412298011</c:v>
                </c:pt>
                <c:pt idx="865">
                  <c:v>141.41881235982663</c:v>
                </c:pt>
                <c:pt idx="866">
                  <c:v>144.08676287614023</c:v>
                </c:pt>
                <c:pt idx="867">
                  <c:v>143.15517938232568</c:v>
                </c:pt>
                <c:pt idx="868">
                  <c:v>144.47112527044055</c:v>
                </c:pt>
                <c:pt idx="869">
                  <c:v>144.67717521377682</c:v>
                </c:pt>
                <c:pt idx="870">
                  <c:v>143.66515299208294</c:v>
                </c:pt>
                <c:pt idx="871">
                  <c:v>144.40970653733069</c:v>
                </c:pt>
                <c:pt idx="872">
                  <c:v>146.71508840335071</c:v>
                </c:pt>
                <c:pt idx="873">
                  <c:v>147.77109436294907</c:v>
                </c:pt>
                <c:pt idx="874">
                  <c:v>147.04873081159903</c:v>
                </c:pt>
                <c:pt idx="875">
                  <c:v>146.40522098856422</c:v>
                </c:pt>
                <c:pt idx="876">
                  <c:v>144.73423519808532</c:v>
                </c:pt>
                <c:pt idx="877">
                  <c:v>141.01741122021193</c:v>
                </c:pt>
                <c:pt idx="878">
                  <c:v>144.30707781555361</c:v>
                </c:pt>
                <c:pt idx="879">
                  <c:v>142.79221448214102</c:v>
                </c:pt>
                <c:pt idx="880">
                  <c:v>141.7580022665494</c:v>
                </c:pt>
                <c:pt idx="881">
                  <c:v>143.08702440106831</c:v>
                </c:pt>
                <c:pt idx="882">
                  <c:v>144.67242021508446</c:v>
                </c:pt>
                <c:pt idx="883">
                  <c:v>146.58630718876552</c:v>
                </c:pt>
                <c:pt idx="884">
                  <c:v>146.65406592013187</c:v>
                </c:pt>
                <c:pt idx="885">
                  <c:v>147.51789068258009</c:v>
                </c:pt>
                <c:pt idx="886">
                  <c:v>148.84295031818868</c:v>
                </c:pt>
                <c:pt idx="887">
                  <c:v>149.00462027372942</c:v>
                </c:pt>
                <c:pt idx="888">
                  <c:v>149.5993913601674</c:v>
                </c:pt>
                <c:pt idx="889">
                  <c:v>149.82406504838212</c:v>
                </c:pt>
                <c:pt idx="890">
                  <c:v>149.9920750021794</c:v>
                </c:pt>
                <c:pt idx="891">
                  <c:v>151.4681058462709</c:v>
                </c:pt>
                <c:pt idx="892">
                  <c:v>152.15361815775501</c:v>
                </c:pt>
                <c:pt idx="893">
                  <c:v>151.72844202467846</c:v>
                </c:pt>
                <c:pt idx="894">
                  <c:v>151.70664828067174</c:v>
                </c:pt>
                <c:pt idx="895">
                  <c:v>152.45080557602847</c:v>
                </c:pt>
                <c:pt idx="896">
                  <c:v>151.65236204560046</c:v>
                </c:pt>
                <c:pt idx="897">
                  <c:v>150.67322856486217</c:v>
                </c:pt>
                <c:pt idx="898">
                  <c:v>152.47061807058003</c:v>
                </c:pt>
                <c:pt idx="899">
                  <c:v>152.3283643596998</c:v>
                </c:pt>
                <c:pt idx="900">
                  <c:v>154.08573262642352</c:v>
                </c:pt>
                <c:pt idx="901">
                  <c:v>155.31727728774877</c:v>
                </c:pt>
                <c:pt idx="902">
                  <c:v>155.59980346005403</c:v>
                </c:pt>
                <c:pt idx="903">
                  <c:v>155.32599478535144</c:v>
                </c:pt>
                <c:pt idx="904">
                  <c:v>154.87070366055647</c:v>
                </c:pt>
                <c:pt idx="905">
                  <c:v>156.70771815537751</c:v>
                </c:pt>
                <c:pt idx="906">
                  <c:v>156.26827702622384</c:v>
                </c:pt>
                <c:pt idx="907">
                  <c:v>157.12655429019759</c:v>
                </c:pt>
                <c:pt idx="908">
                  <c:v>157.32586798538631</c:v>
                </c:pt>
                <c:pt idx="909">
                  <c:v>157.86952283588121</c:v>
                </c:pt>
                <c:pt idx="910">
                  <c:v>157.44355420302261</c:v>
                </c:pt>
                <c:pt idx="911">
                  <c:v>153.16564037944892</c:v>
                </c:pt>
                <c:pt idx="912">
                  <c:v>152.52094180674101</c:v>
                </c:pt>
                <c:pt idx="913">
                  <c:v>153.16682912912199</c:v>
                </c:pt>
                <c:pt idx="914">
                  <c:v>155.16551357948379</c:v>
                </c:pt>
                <c:pt idx="915">
                  <c:v>152.49161931480469</c:v>
                </c:pt>
                <c:pt idx="916">
                  <c:v>150.44062987882677</c:v>
                </c:pt>
                <c:pt idx="917">
                  <c:v>150.9438672404365</c:v>
                </c:pt>
                <c:pt idx="918">
                  <c:v>153.65897149378287</c:v>
                </c:pt>
                <c:pt idx="919">
                  <c:v>152.65725176925577</c:v>
                </c:pt>
                <c:pt idx="920">
                  <c:v>150.51750235768685</c:v>
                </c:pt>
                <c:pt idx="921">
                  <c:v>149.12270274125677</c:v>
                </c:pt>
                <c:pt idx="922">
                  <c:v>145.4038975139282</c:v>
                </c:pt>
                <c:pt idx="923">
                  <c:v>141.44456860274366</c:v>
                </c:pt>
                <c:pt idx="924">
                  <c:v>141.57612356656603</c:v>
                </c:pt>
                <c:pt idx="925">
                  <c:v>142.02190469397621</c:v>
                </c:pt>
                <c:pt idx="926">
                  <c:v>138.76552308948115</c:v>
                </c:pt>
                <c:pt idx="927">
                  <c:v>135.94818636424876</c:v>
                </c:pt>
                <c:pt idx="928">
                  <c:v>136.98596482885966</c:v>
                </c:pt>
                <c:pt idx="929">
                  <c:v>135.40453151375385</c:v>
                </c:pt>
                <c:pt idx="930">
                  <c:v>132.63672602490036</c:v>
                </c:pt>
                <c:pt idx="931">
                  <c:v>129.17548322674213</c:v>
                </c:pt>
                <c:pt idx="932">
                  <c:v>127.23901000927225</c:v>
                </c:pt>
                <c:pt idx="933">
                  <c:v>126.82968387183695</c:v>
                </c:pt>
                <c:pt idx="934">
                  <c:v>132.08197617745657</c:v>
                </c:pt>
                <c:pt idx="935">
                  <c:v>128.99637827599597</c:v>
                </c:pt>
                <c:pt idx="936">
                  <c:v>132.71201350419631</c:v>
                </c:pt>
                <c:pt idx="937">
                  <c:v>133.94910566399594</c:v>
                </c:pt>
                <c:pt idx="938">
                  <c:v>136.0207000943075</c:v>
                </c:pt>
                <c:pt idx="939">
                  <c:v>132.94104594121239</c:v>
                </c:pt>
                <c:pt idx="940">
                  <c:v>130.88094275774077</c:v>
                </c:pt>
                <c:pt idx="941">
                  <c:v>129.24205320843538</c:v>
                </c:pt>
                <c:pt idx="942">
                  <c:v>128.12740226496436</c:v>
                </c:pt>
                <c:pt idx="943">
                  <c:v>129.79957680511637</c:v>
                </c:pt>
                <c:pt idx="944">
                  <c:v>128.98766077839329</c:v>
                </c:pt>
                <c:pt idx="945">
                  <c:v>128.83351957078213</c:v>
                </c:pt>
                <c:pt idx="946">
                  <c:v>132.74410974536983</c:v>
                </c:pt>
                <c:pt idx="947">
                  <c:v>133.66142824310722</c:v>
                </c:pt>
                <c:pt idx="948">
                  <c:v>136.22397628840653</c:v>
                </c:pt>
                <c:pt idx="949">
                  <c:v>137.41114096193624</c:v>
                </c:pt>
                <c:pt idx="950">
                  <c:v>138.1402407614338</c:v>
                </c:pt>
                <c:pt idx="951">
                  <c:v>137.60332215908642</c:v>
                </c:pt>
                <c:pt idx="952">
                  <c:v>136.8302386216844</c:v>
                </c:pt>
                <c:pt idx="953">
                  <c:v>137.89654707844957</c:v>
                </c:pt>
                <c:pt idx="954">
                  <c:v>139.523549131024</c:v>
                </c:pt>
                <c:pt idx="955">
                  <c:v>138.206018243345</c:v>
                </c:pt>
                <c:pt idx="956">
                  <c:v>138.6050418836135</c:v>
                </c:pt>
                <c:pt idx="957">
                  <c:v>138.55986939603594</c:v>
                </c:pt>
                <c:pt idx="958">
                  <c:v>139.23151296133395</c:v>
                </c:pt>
                <c:pt idx="959">
                  <c:v>138.7496730938399</c:v>
                </c:pt>
                <c:pt idx="960">
                  <c:v>139.41616541055453</c:v>
                </c:pt>
                <c:pt idx="961">
                  <c:v>138.05266953551589</c:v>
                </c:pt>
                <c:pt idx="962">
                  <c:v>138.74412559536549</c:v>
                </c:pt>
                <c:pt idx="963">
                  <c:v>137.47652219395641</c:v>
                </c:pt>
                <c:pt idx="964">
                  <c:v>137.74399087040251</c:v>
                </c:pt>
                <c:pt idx="965">
                  <c:v>138.44495692763687</c:v>
                </c:pt>
                <c:pt idx="966">
                  <c:v>137.14367228549014</c:v>
                </c:pt>
                <c:pt idx="967">
                  <c:v>137.8489970915258</c:v>
                </c:pt>
                <c:pt idx="968">
                  <c:v>138.71599185310225</c:v>
                </c:pt>
                <c:pt idx="969">
                  <c:v>139.71731532773831</c:v>
                </c:pt>
                <c:pt idx="970">
                  <c:v>139.38922041796437</c:v>
                </c:pt>
                <c:pt idx="971">
                  <c:v>137.34972222882641</c:v>
                </c:pt>
                <c:pt idx="972">
                  <c:v>135.12438284079474</c:v>
                </c:pt>
                <c:pt idx="973">
                  <c:v>135.15687533185928</c:v>
                </c:pt>
                <c:pt idx="974">
                  <c:v>132.29753611817759</c:v>
                </c:pt>
                <c:pt idx="975">
                  <c:v>134.5034592615487</c:v>
                </c:pt>
                <c:pt idx="976">
                  <c:v>138.05187703573384</c:v>
                </c:pt>
                <c:pt idx="977">
                  <c:v>139.00089552475373</c:v>
                </c:pt>
                <c:pt idx="978">
                  <c:v>139.41339166131729</c:v>
                </c:pt>
                <c:pt idx="979">
                  <c:v>140.05293898544178</c:v>
                </c:pt>
                <c:pt idx="980">
                  <c:v>140.57757384116721</c:v>
                </c:pt>
                <c:pt idx="981">
                  <c:v>142.39794584056492</c:v>
                </c:pt>
                <c:pt idx="982">
                  <c:v>142.56397454490701</c:v>
                </c:pt>
                <c:pt idx="983">
                  <c:v>140.31050141461213</c:v>
                </c:pt>
                <c:pt idx="984">
                  <c:v>139.38208791992582</c:v>
                </c:pt>
                <c:pt idx="985">
                  <c:v>139.26281670272539</c:v>
                </c:pt>
                <c:pt idx="986">
                  <c:v>139.72603282534098</c:v>
                </c:pt>
                <c:pt idx="987">
                  <c:v>141.0082974727182</c:v>
                </c:pt>
                <c:pt idx="988">
                  <c:v>141.66329854259291</c:v>
                </c:pt>
                <c:pt idx="989">
                  <c:v>141.80594850336416</c:v>
                </c:pt>
                <c:pt idx="990">
                  <c:v>140.08899772552564</c:v>
                </c:pt>
                <c:pt idx="991">
                  <c:v>138.92719304502194</c:v>
                </c:pt>
                <c:pt idx="992">
                  <c:v>139.77001656324543</c:v>
                </c:pt>
                <c:pt idx="993">
                  <c:v>139.94080026627995</c:v>
                </c:pt>
                <c:pt idx="994">
                  <c:v>139.75258156804009</c:v>
                </c:pt>
                <c:pt idx="995">
                  <c:v>139.64876409658987</c:v>
                </c:pt>
                <c:pt idx="996">
                  <c:v>140.20232519436061</c:v>
                </c:pt>
                <c:pt idx="997">
                  <c:v>139.92098777172839</c:v>
                </c:pt>
                <c:pt idx="998">
                  <c:v>139.38089917025275</c:v>
                </c:pt>
                <c:pt idx="999">
                  <c:v>140.31248266406726</c:v>
                </c:pt>
                <c:pt idx="1000">
                  <c:v>140.16032270591126</c:v>
                </c:pt>
                <c:pt idx="1001">
                  <c:v>139.76407281487997</c:v>
                </c:pt>
                <c:pt idx="1002">
                  <c:v>138.82377182346278</c:v>
                </c:pt>
                <c:pt idx="1003">
                  <c:v>137.7221971263958</c:v>
                </c:pt>
                <c:pt idx="1004">
                  <c:v>137.5712259179129</c:v>
                </c:pt>
                <c:pt idx="1005">
                  <c:v>137.41946220964789</c:v>
                </c:pt>
                <c:pt idx="1006">
                  <c:v>136.95307608790409</c:v>
                </c:pt>
                <c:pt idx="1007">
                  <c:v>134.82402542339301</c:v>
                </c:pt>
                <c:pt idx="1008">
                  <c:v>131.99598995110279</c:v>
                </c:pt>
                <c:pt idx="1009">
                  <c:v>132.39937234017262</c:v>
                </c:pt>
                <c:pt idx="1010">
                  <c:v>133.07894090329125</c:v>
                </c:pt>
                <c:pt idx="1011">
                  <c:v>133.9701069082206</c:v>
                </c:pt>
                <c:pt idx="1012">
                  <c:v>134.64769422188411</c:v>
                </c:pt>
                <c:pt idx="1013">
                  <c:v>133.45696329933509</c:v>
                </c:pt>
                <c:pt idx="1014">
                  <c:v>132.42671358265378</c:v>
                </c:pt>
                <c:pt idx="1015">
                  <c:v>132.5123035591165</c:v>
                </c:pt>
                <c:pt idx="1016">
                  <c:v>133.49658828843823</c:v>
                </c:pt>
                <c:pt idx="1017">
                  <c:v>131.53277382848719</c:v>
                </c:pt>
                <c:pt idx="1018">
                  <c:v>129.33279443348152</c:v>
                </c:pt>
                <c:pt idx="1019">
                  <c:v>129.40055316484788</c:v>
                </c:pt>
                <c:pt idx="1020">
                  <c:v>128.9678482838417</c:v>
                </c:pt>
                <c:pt idx="1021">
                  <c:v>129.75004556873748</c:v>
                </c:pt>
                <c:pt idx="1022">
                  <c:v>128.50106591220685</c:v>
                </c:pt>
                <c:pt idx="1023">
                  <c:v>127.30201374194623</c:v>
                </c:pt>
                <c:pt idx="1024">
                  <c:v>127.85200859069765</c:v>
                </c:pt>
                <c:pt idx="1025">
                  <c:v>129.17469072696005</c:v>
                </c:pt>
                <c:pt idx="1026">
                  <c:v>130.57464159197357</c:v>
                </c:pt>
                <c:pt idx="1027">
                  <c:v>131.10442769628241</c:v>
                </c:pt>
                <c:pt idx="1028">
                  <c:v>131.57002131824416</c:v>
                </c:pt>
                <c:pt idx="1029">
                  <c:v>131.3845763692415</c:v>
                </c:pt>
                <c:pt idx="1030">
                  <c:v>131.91475872344137</c:v>
                </c:pt>
                <c:pt idx="1031">
                  <c:v>132.51468105846271</c:v>
                </c:pt>
                <c:pt idx="1032">
                  <c:v>134.4273792824707</c:v>
                </c:pt>
                <c:pt idx="1033">
                  <c:v>137.6068884081057</c:v>
                </c:pt>
                <c:pt idx="1034">
                  <c:v>138.40136943962341</c:v>
                </c:pt>
                <c:pt idx="1035">
                  <c:v>137.98808080327777</c:v>
                </c:pt>
                <c:pt idx="1036">
                  <c:v>137.72972587432542</c:v>
                </c:pt>
                <c:pt idx="1037">
                  <c:v>140.67227756512369</c:v>
                </c:pt>
                <c:pt idx="1038">
                  <c:v>141.31816488750465</c:v>
                </c:pt>
                <c:pt idx="1039">
                  <c:v>140.53755260217304</c:v>
                </c:pt>
                <c:pt idx="1040">
                  <c:v>140.65682381937344</c:v>
                </c:pt>
                <c:pt idx="1041">
                  <c:v>141.56621731929025</c:v>
                </c:pt>
                <c:pt idx="1042">
                  <c:v>141.17908117575269</c:v>
                </c:pt>
                <c:pt idx="1043">
                  <c:v>142.15028965867035</c:v>
                </c:pt>
                <c:pt idx="1044">
                  <c:v>141.43743610470509</c:v>
                </c:pt>
                <c:pt idx="1045">
                  <c:v>140.59857508539187</c:v>
                </c:pt>
                <c:pt idx="1046">
                  <c:v>139.52870037960741</c:v>
                </c:pt>
                <c:pt idx="1047">
                  <c:v>141.11449244351459</c:v>
                </c:pt>
                <c:pt idx="1048">
                  <c:v>141.84557349246728</c:v>
                </c:pt>
                <c:pt idx="1049">
                  <c:v>143.311301839392</c:v>
                </c:pt>
                <c:pt idx="1050">
                  <c:v>144.69857270789251</c:v>
                </c:pt>
                <c:pt idx="1051">
                  <c:v>145.28938129542016</c:v>
                </c:pt>
                <c:pt idx="1052">
                  <c:v>145.33574253267082</c:v>
                </c:pt>
                <c:pt idx="1053">
                  <c:v>143.72934547443</c:v>
                </c:pt>
                <c:pt idx="1054">
                  <c:v>143.43255430604756</c:v>
                </c:pt>
                <c:pt idx="1055">
                  <c:v>144.60228398437189</c:v>
                </c:pt>
                <c:pt idx="1056">
                  <c:v>143.45632929950943</c:v>
                </c:pt>
                <c:pt idx="1057">
                  <c:v>143.65683174437126</c:v>
                </c:pt>
                <c:pt idx="1058">
                  <c:v>143.24948685639114</c:v>
                </c:pt>
                <c:pt idx="1059">
                  <c:v>143.37866432086733</c:v>
                </c:pt>
                <c:pt idx="1060">
                  <c:v>143.98056790534383</c:v>
                </c:pt>
                <c:pt idx="1061">
                  <c:v>144.65894771878936</c:v>
                </c:pt>
                <c:pt idx="1062">
                  <c:v>144.61892647979525</c:v>
                </c:pt>
                <c:pt idx="1063">
                  <c:v>143.26692185159649</c:v>
                </c:pt>
                <c:pt idx="1064">
                  <c:v>140.75786754158642</c:v>
                </c:pt>
                <c:pt idx="1065">
                  <c:v>140.89893250279357</c:v>
                </c:pt>
                <c:pt idx="1066">
                  <c:v>141.4172273602625</c:v>
                </c:pt>
                <c:pt idx="1067">
                  <c:v>140.86525126205592</c:v>
                </c:pt>
                <c:pt idx="1068">
                  <c:v>140.49396511415961</c:v>
                </c:pt>
                <c:pt idx="1069">
                  <c:v>139.21368171623755</c:v>
                </c:pt>
                <c:pt idx="1070">
                  <c:v>138.37442444703331</c:v>
                </c:pt>
                <c:pt idx="1071">
                  <c:v>138.41008693722608</c:v>
                </c:pt>
                <c:pt idx="1072">
                  <c:v>137.38578096891024</c:v>
                </c:pt>
                <c:pt idx="1073">
                  <c:v>135.78532765903489</c:v>
                </c:pt>
                <c:pt idx="1074">
                  <c:v>134.44917302647744</c:v>
                </c:pt>
                <c:pt idx="1075">
                  <c:v>134.33346805829629</c:v>
                </c:pt>
                <c:pt idx="1076">
                  <c:v>134.95835413645264</c:v>
                </c:pt>
                <c:pt idx="1077">
                  <c:v>132.00351869903236</c:v>
                </c:pt>
                <c:pt idx="1078">
                  <c:v>132.64266977326582</c:v>
                </c:pt>
                <c:pt idx="1079">
                  <c:v>131.74595626986203</c:v>
                </c:pt>
                <c:pt idx="1080">
                  <c:v>132.13705491230991</c:v>
                </c:pt>
                <c:pt idx="1081">
                  <c:v>133.73750822218526</c:v>
                </c:pt>
                <c:pt idx="1082">
                  <c:v>139.17841547593576</c:v>
                </c:pt>
                <c:pt idx="1083">
                  <c:v>137.58549091399001</c:v>
                </c:pt>
                <c:pt idx="1084">
                  <c:v>137.48405094188601</c:v>
                </c:pt>
                <c:pt idx="1085">
                  <c:v>137.24590475737619</c:v>
                </c:pt>
                <c:pt idx="1086">
                  <c:v>140.27087642550899</c:v>
                </c:pt>
                <c:pt idx="1087">
                  <c:v>142.61627953052314</c:v>
                </c:pt>
                <c:pt idx="1088">
                  <c:v>142.602014534446</c:v>
                </c:pt>
                <c:pt idx="1089">
                  <c:v>141.51074233454585</c:v>
                </c:pt>
                <c:pt idx="1090">
                  <c:v>142.62816702725408</c:v>
                </c:pt>
                <c:pt idx="1091">
                  <c:v>142.32543211050617</c:v>
                </c:pt>
                <c:pt idx="1092">
                  <c:v>143.69883423282059</c:v>
                </c:pt>
                <c:pt idx="1093">
                  <c:v>143.59105426246009</c:v>
                </c:pt>
                <c:pt idx="1094">
                  <c:v>141.21870616485583</c:v>
                </c:pt>
                <c:pt idx="1095">
                  <c:v>140.92112249669131</c:v>
                </c:pt>
                <c:pt idx="1096">
                  <c:v>140.99601372609624</c:v>
                </c:pt>
                <c:pt idx="1097">
                  <c:v>141.95256096304573</c:v>
                </c:pt>
                <c:pt idx="1098">
                  <c:v>140.82879627208104</c:v>
                </c:pt>
                <c:pt idx="1099">
                  <c:v>140.48802136579414</c:v>
                </c:pt>
                <c:pt idx="1100">
                  <c:v>139.19902047026937</c:v>
                </c:pt>
                <c:pt idx="1101">
                  <c:v>137.56964091834877</c:v>
                </c:pt>
                <c:pt idx="1102">
                  <c:v>137.35130722839054</c:v>
                </c:pt>
                <c:pt idx="1103">
                  <c:v>135.87488013440796</c:v>
                </c:pt>
                <c:pt idx="1104">
                  <c:v>138.10972951982438</c:v>
                </c:pt>
                <c:pt idx="1105">
                  <c:v>137.99362830175224</c:v>
                </c:pt>
                <c:pt idx="1106">
                  <c:v>137.52248718131602</c:v>
                </c:pt>
                <c:pt idx="1107">
                  <c:v>138.47705316881039</c:v>
                </c:pt>
                <c:pt idx="1108">
                  <c:v>139.82985029679119</c:v>
                </c:pt>
                <c:pt idx="1109">
                  <c:v>140.41154513682511</c:v>
                </c:pt>
                <c:pt idx="1110">
                  <c:v>139.9087040251064</c:v>
                </c:pt>
                <c:pt idx="1111">
                  <c:v>140.14843520918032</c:v>
                </c:pt>
                <c:pt idx="1112">
                  <c:v>140.67108881545059</c:v>
                </c:pt>
                <c:pt idx="1113">
                  <c:v>141.22385741343922</c:v>
                </c:pt>
                <c:pt idx="1114">
                  <c:v>141.17670367640648</c:v>
                </c:pt>
                <c:pt idx="1115">
                  <c:v>138.9228342962206</c:v>
                </c:pt>
                <c:pt idx="1116">
                  <c:v>135.1707440780454</c:v>
                </c:pt>
                <c:pt idx="1117">
                  <c:v>135.66090519325107</c:v>
                </c:pt>
                <c:pt idx="1118">
                  <c:v>134.27046432562233</c:v>
                </c:pt>
                <c:pt idx="1119">
                  <c:v>135.25633405450813</c:v>
                </c:pt>
                <c:pt idx="1120">
                  <c:v>135.88399388190169</c:v>
                </c:pt>
                <c:pt idx="1121">
                  <c:v>134.79192918221949</c:v>
                </c:pt>
                <c:pt idx="1122">
                  <c:v>135.80791390282369</c:v>
                </c:pt>
                <c:pt idx="1123">
                  <c:v>135.35975527606729</c:v>
                </c:pt>
                <c:pt idx="1124">
                  <c:v>133.06863840612445</c:v>
                </c:pt>
                <c:pt idx="1125">
                  <c:v>130.20850669266068</c:v>
                </c:pt>
                <c:pt idx="1126">
                  <c:v>129.47148189534249</c:v>
                </c:pt>
                <c:pt idx="1127">
                  <c:v>128.73128709889605</c:v>
                </c:pt>
                <c:pt idx="1128">
                  <c:v>126.82057012434322</c:v>
                </c:pt>
                <c:pt idx="1129">
                  <c:v>127.32420373584397</c:v>
                </c:pt>
                <c:pt idx="1130">
                  <c:v>128.11036351965004</c:v>
                </c:pt>
                <c:pt idx="1131">
                  <c:v>126.89546135374815</c:v>
                </c:pt>
                <c:pt idx="1132">
                  <c:v>124.45971327357886</c:v>
                </c:pt>
                <c:pt idx="1133">
                  <c:v>126.17547530174431</c:v>
                </c:pt>
                <c:pt idx="1134">
                  <c:v>124.85437816504601</c:v>
                </c:pt>
                <c:pt idx="1135">
                  <c:v>124.4957720136627</c:v>
                </c:pt>
                <c:pt idx="1136">
                  <c:v>122.75068749356095</c:v>
                </c:pt>
                <c:pt idx="1137">
                  <c:v>125.24468430771182</c:v>
                </c:pt>
                <c:pt idx="1138">
                  <c:v>124.30517581607667</c:v>
                </c:pt>
                <c:pt idx="1139">
                  <c:v>125.17732182623651</c:v>
                </c:pt>
                <c:pt idx="1140">
                  <c:v>126.38231774486262</c:v>
                </c:pt>
                <c:pt idx="1141">
                  <c:v>123.64383474794545</c:v>
                </c:pt>
                <c:pt idx="1142">
                  <c:v>124.94313814063702</c:v>
                </c:pt>
                <c:pt idx="1143">
                  <c:v>125.3532567778544</c:v>
                </c:pt>
                <c:pt idx="1144">
                  <c:v>125.71978792705833</c:v>
                </c:pt>
                <c:pt idx="1145">
                  <c:v>124.64634697225459</c:v>
                </c:pt>
                <c:pt idx="1146">
                  <c:v>122.69402375914346</c:v>
                </c:pt>
                <c:pt idx="1147">
                  <c:v>120.25946442864731</c:v>
                </c:pt>
                <c:pt idx="1148">
                  <c:v>121.68279403723163</c:v>
                </c:pt>
                <c:pt idx="1149">
                  <c:v>123.60500225862438</c:v>
                </c:pt>
                <c:pt idx="1150">
                  <c:v>124.52390575592591</c:v>
                </c:pt>
                <c:pt idx="1151">
                  <c:v>123.31851358740877</c:v>
                </c:pt>
                <c:pt idx="1152">
                  <c:v>122.8766949589089</c:v>
                </c:pt>
                <c:pt idx="1153">
                  <c:v>124.04365088799602</c:v>
                </c:pt>
                <c:pt idx="1154">
                  <c:v>121.84842649168273</c:v>
                </c:pt>
                <c:pt idx="1155">
                  <c:v>122.44676382713997</c:v>
                </c:pt>
                <c:pt idx="1156">
                  <c:v>122.81527622579904</c:v>
                </c:pt>
                <c:pt idx="1157">
                  <c:v>123.68504473661271</c:v>
                </c:pt>
                <c:pt idx="1158">
                  <c:v>125.21060681708313</c:v>
                </c:pt>
                <c:pt idx="1159">
                  <c:v>126.32723901000928</c:v>
                </c:pt>
                <c:pt idx="1160">
                  <c:v>125.87313663488742</c:v>
                </c:pt>
                <c:pt idx="1161">
                  <c:v>126.54161020105721</c:v>
                </c:pt>
                <c:pt idx="1162">
                  <c:v>126.35141025336219</c:v>
                </c:pt>
                <c:pt idx="1163">
                  <c:v>123.86890468605121</c:v>
                </c:pt>
                <c:pt idx="1164">
                  <c:v>124.2703058256659</c:v>
                </c:pt>
                <c:pt idx="1165">
                  <c:v>122.27598012410547</c:v>
                </c:pt>
                <c:pt idx="1166">
                  <c:v>129.44215940340618</c:v>
                </c:pt>
                <c:pt idx="1167">
                  <c:v>132.70408850637568</c:v>
                </c:pt>
                <c:pt idx="1168">
                  <c:v>131.8267912476324</c:v>
                </c:pt>
                <c:pt idx="1169">
                  <c:v>129.32605818533401</c:v>
                </c:pt>
                <c:pt idx="1170">
                  <c:v>130.36938414841939</c:v>
                </c:pt>
                <c:pt idx="1171">
                  <c:v>128.95199828820049</c:v>
                </c:pt>
                <c:pt idx="1172">
                  <c:v>127.00601507334585</c:v>
                </c:pt>
                <c:pt idx="1173">
                  <c:v>124.62336447857479</c:v>
                </c:pt>
                <c:pt idx="1174">
                  <c:v>124.54371825047747</c:v>
                </c:pt>
                <c:pt idx="1175">
                  <c:v>123.42153855907692</c:v>
                </c:pt>
                <c:pt idx="1176">
                  <c:v>123.03043991662904</c:v>
                </c:pt>
                <c:pt idx="1177">
                  <c:v>124.60117448467702</c:v>
                </c:pt>
                <c:pt idx="1178">
                  <c:v>123.15763613165007</c:v>
                </c:pt>
                <c:pt idx="1179">
                  <c:v>123.30385234144062</c:v>
                </c:pt>
                <c:pt idx="1180">
                  <c:v>123.57686851636116</c:v>
                </c:pt>
                <c:pt idx="1181">
                  <c:v>123.8609796882306</c:v>
                </c:pt>
                <c:pt idx="1182">
                  <c:v>123.67236474009971</c:v>
                </c:pt>
                <c:pt idx="1183">
                  <c:v>125.90325162660581</c:v>
                </c:pt>
                <c:pt idx="1184">
                  <c:v>128.49234841460421</c:v>
                </c:pt>
                <c:pt idx="1185">
                  <c:v>128.59537338627231</c:v>
                </c:pt>
                <c:pt idx="1186">
                  <c:v>128.76298709017857</c:v>
                </c:pt>
                <c:pt idx="1187">
                  <c:v>128.34771720437777</c:v>
                </c:pt>
                <c:pt idx="1188">
                  <c:v>128.1210622667079</c:v>
                </c:pt>
                <c:pt idx="1189">
                  <c:v>128.96230078536729</c:v>
                </c:pt>
                <c:pt idx="1190">
                  <c:v>130.5912840873969</c:v>
                </c:pt>
                <c:pt idx="1191">
                  <c:v>131.42380510845362</c:v>
                </c:pt>
                <c:pt idx="1192">
                  <c:v>133.28974584531991</c:v>
                </c:pt>
                <c:pt idx="1193">
                  <c:v>133.77990696052561</c:v>
                </c:pt>
                <c:pt idx="1194">
                  <c:v>133.64993699626731</c:v>
                </c:pt>
                <c:pt idx="1195">
                  <c:v>132.20203989443903</c:v>
                </c:pt>
                <c:pt idx="1196">
                  <c:v>132.20164364454797</c:v>
                </c:pt>
                <c:pt idx="1197">
                  <c:v>133.10826339522757</c:v>
                </c:pt>
                <c:pt idx="1198">
                  <c:v>132.45326232535285</c:v>
                </c:pt>
                <c:pt idx="1199">
                  <c:v>133.23585586013965</c:v>
                </c:pt>
                <c:pt idx="1200">
                  <c:v>132.33636860749863</c:v>
                </c:pt>
                <c:pt idx="1201">
                  <c:v>132.75322349286355</c:v>
                </c:pt>
                <c:pt idx="1202">
                  <c:v>133.17047462811948</c:v>
                </c:pt>
                <c:pt idx="1203">
                  <c:v>134.18170435003131</c:v>
                </c:pt>
                <c:pt idx="1204">
                  <c:v>134.46740052146487</c:v>
                </c:pt>
                <c:pt idx="1205">
                  <c:v>134.6782054634935</c:v>
                </c:pt>
                <c:pt idx="1206">
                  <c:v>133.63408700062607</c:v>
                </c:pt>
                <c:pt idx="1207">
                  <c:v>133.67608948907542</c:v>
                </c:pt>
                <c:pt idx="1208">
                  <c:v>135.20838781769336</c:v>
                </c:pt>
                <c:pt idx="1209">
                  <c:v>134.05292313544615</c:v>
                </c:pt>
                <c:pt idx="1210">
                  <c:v>135.06534160703109</c:v>
                </c:pt>
                <c:pt idx="1211">
                  <c:v>136.40308123915267</c:v>
                </c:pt>
                <c:pt idx="1212">
                  <c:v>136.48550121648719</c:v>
                </c:pt>
                <c:pt idx="1213">
                  <c:v>135.54480397517892</c:v>
                </c:pt>
                <c:pt idx="1214">
                  <c:v>134.07392437967079</c:v>
                </c:pt>
                <c:pt idx="1215">
                  <c:v>134.80936417742487</c:v>
                </c:pt>
                <c:pt idx="1216">
                  <c:v>134.56963299335095</c:v>
                </c:pt>
                <c:pt idx="1217">
                  <c:v>132.60106353470752</c:v>
                </c:pt>
                <c:pt idx="1218">
                  <c:v>132.56381604495061</c:v>
                </c:pt>
                <c:pt idx="1219">
                  <c:v>130.86311151264434</c:v>
                </c:pt>
                <c:pt idx="1220">
                  <c:v>131.83867874436334</c:v>
                </c:pt>
                <c:pt idx="1221">
                  <c:v>132.91410094862223</c:v>
                </c:pt>
                <c:pt idx="1222">
                  <c:v>134.18923309796091</c:v>
                </c:pt>
                <c:pt idx="1223">
                  <c:v>133.47360579475838</c:v>
                </c:pt>
                <c:pt idx="1224">
                  <c:v>134.24114183368602</c:v>
                </c:pt>
                <c:pt idx="1225">
                  <c:v>133.87500693437312</c:v>
                </c:pt>
                <c:pt idx="1226">
                  <c:v>133.97446565702197</c:v>
                </c:pt>
                <c:pt idx="1227">
                  <c:v>133.98357940451569</c:v>
                </c:pt>
                <c:pt idx="1228">
                  <c:v>133.75375446771753</c:v>
                </c:pt>
                <c:pt idx="1229">
                  <c:v>133.55245952307365</c:v>
                </c:pt>
                <c:pt idx="1230">
                  <c:v>133.64359699801082</c:v>
                </c:pt>
                <c:pt idx="1231">
                  <c:v>134.77489043690514</c:v>
                </c:pt>
                <c:pt idx="1232">
                  <c:v>135.34945277890048</c:v>
                </c:pt>
                <c:pt idx="1233">
                  <c:v>135.53727522724932</c:v>
                </c:pt>
                <c:pt idx="1234">
                  <c:v>135.86021888843982</c:v>
                </c:pt>
                <c:pt idx="1235">
                  <c:v>137.82482584817291</c:v>
                </c:pt>
                <c:pt idx="1236">
                  <c:v>137.03787356458477</c:v>
                </c:pt>
                <c:pt idx="1237">
                  <c:v>133.96812565876544</c:v>
                </c:pt>
                <c:pt idx="1238">
                  <c:v>134.89574665366968</c:v>
                </c:pt>
                <c:pt idx="1239">
                  <c:v>135.31379028870768</c:v>
                </c:pt>
                <c:pt idx="1240">
                  <c:v>137.25818850399818</c:v>
                </c:pt>
                <c:pt idx="1241">
                  <c:v>137.78678585863389</c:v>
                </c:pt>
                <c:pt idx="1242">
                  <c:v>138.90539930101519</c:v>
                </c:pt>
                <c:pt idx="1243">
                  <c:v>139.88928778044587</c:v>
                </c:pt>
                <c:pt idx="1244">
                  <c:v>141.35105362846025</c:v>
                </c:pt>
                <c:pt idx="1245">
                  <c:v>142.53187830373346</c:v>
                </c:pt>
                <c:pt idx="1246">
                  <c:v>143.23561811020505</c:v>
                </c:pt>
                <c:pt idx="1247">
                  <c:v>142.43400458064875</c:v>
                </c:pt>
                <c:pt idx="1248">
                  <c:v>142.26995712576181</c:v>
                </c:pt>
                <c:pt idx="1249">
                  <c:v>142.10313592163763</c:v>
                </c:pt>
                <c:pt idx="1250">
                  <c:v>144.15571035717966</c:v>
                </c:pt>
                <c:pt idx="1251">
                  <c:v>145.48076999278828</c:v>
                </c:pt>
                <c:pt idx="1252">
                  <c:v>144.95890888630007</c:v>
                </c:pt>
                <c:pt idx="1253">
                  <c:v>144.49173026477419</c:v>
                </c:pt>
                <c:pt idx="1254">
                  <c:v>144.81427767607363</c:v>
                </c:pt>
                <c:pt idx="1255">
                  <c:v>143.66753049142912</c:v>
                </c:pt>
                <c:pt idx="1256">
                  <c:v>142.73079574903119</c:v>
                </c:pt>
                <c:pt idx="1257">
                  <c:v>138.85032056616186</c:v>
                </c:pt>
                <c:pt idx="1258">
                  <c:v>140.33863515687531</c:v>
                </c:pt>
                <c:pt idx="1259">
                  <c:v>141.93750346718653</c:v>
                </c:pt>
                <c:pt idx="1260">
                  <c:v>143.56688301910719</c:v>
                </c:pt>
                <c:pt idx="1261">
                  <c:v>144.60109523469882</c:v>
                </c:pt>
                <c:pt idx="1262">
                  <c:v>145.5623974703407</c:v>
                </c:pt>
                <c:pt idx="1263">
                  <c:v>144.16522035456444</c:v>
                </c:pt>
                <c:pt idx="1264">
                  <c:v>144.28409532187379</c:v>
                </c:pt>
                <c:pt idx="1265">
                  <c:v>143.99205915218374</c:v>
                </c:pt>
                <c:pt idx="1266">
                  <c:v>143.64058549883902</c:v>
                </c:pt>
                <c:pt idx="1267">
                  <c:v>142.48195081746354</c:v>
                </c:pt>
                <c:pt idx="1268">
                  <c:v>141.26229365286926</c:v>
                </c:pt>
                <c:pt idx="1269">
                  <c:v>140.47534136928113</c:v>
                </c:pt>
                <c:pt idx="1270">
                  <c:v>142.57150329283658</c:v>
                </c:pt>
                <c:pt idx="1271">
                  <c:v>143.5205217818565</c:v>
                </c:pt>
                <c:pt idx="1272">
                  <c:v>140.78045378537522</c:v>
                </c:pt>
                <c:pt idx="1273">
                  <c:v>140.27166892529107</c:v>
                </c:pt>
                <c:pt idx="1274">
                  <c:v>138.78612808381479</c:v>
                </c:pt>
                <c:pt idx="1275">
                  <c:v>137.65324964535634</c:v>
                </c:pt>
                <c:pt idx="1276">
                  <c:v>133.03178716625851</c:v>
                </c:pt>
                <c:pt idx="1277">
                  <c:v>132.12358241601484</c:v>
                </c:pt>
                <c:pt idx="1278">
                  <c:v>134.75943669115492</c:v>
                </c:pt>
                <c:pt idx="1279">
                  <c:v>132.71557975321556</c:v>
                </c:pt>
                <c:pt idx="1280">
                  <c:v>132.90142095210925</c:v>
                </c:pt>
                <c:pt idx="1281">
                  <c:v>129.7730280624173</c:v>
                </c:pt>
                <c:pt idx="1282">
                  <c:v>123.89505717885929</c:v>
                </c:pt>
                <c:pt idx="1283">
                  <c:v>122.79665248092057</c:v>
                </c:pt>
                <c:pt idx="1284">
                  <c:v>112.87614020906145</c:v>
                </c:pt>
                <c:pt idx="1285">
                  <c:v>115.76916066348082</c:v>
                </c:pt>
                <c:pt idx="1286">
                  <c:v>108.53522265281377</c:v>
                </c:pt>
                <c:pt idx="1287">
                  <c:v>105.79594715611454</c:v>
                </c:pt>
                <c:pt idx="1288">
                  <c:v>99.816140050561501</c:v>
                </c:pt>
                <c:pt idx="1289">
                  <c:v>95.61153245682857</c:v>
                </c:pt>
                <c:pt idx="1290">
                  <c:v>100.34037865639587</c:v>
                </c:pt>
                <c:pt idx="1291">
                  <c:v>87.102066046931839</c:v>
                </c:pt>
                <c:pt idx="1292">
                  <c:v>88.049895786278668</c:v>
                </c:pt>
                <c:pt idx="1293">
                  <c:v>90.991654977294885</c:v>
                </c:pt>
                <c:pt idx="1294">
                  <c:v>93.820482949367189</c:v>
                </c:pt>
                <c:pt idx="1295">
                  <c:v>93.224523113256154</c:v>
                </c:pt>
                <c:pt idx="1296">
                  <c:v>90.710713804553706</c:v>
                </c:pt>
                <c:pt idx="1297">
                  <c:v>92.752193243146863</c:v>
                </c:pt>
                <c:pt idx="1298">
                  <c:v>90.907253750505234</c:v>
                </c:pt>
                <c:pt idx="1299">
                  <c:v>89.685219086564757</c:v>
                </c:pt>
                <c:pt idx="1300">
                  <c:v>94.541657751044113</c:v>
                </c:pt>
                <c:pt idx="1301">
                  <c:v>96.237607284657997</c:v>
                </c:pt>
                <c:pt idx="1302">
                  <c:v>99.486460141223461</c:v>
                </c:pt>
                <c:pt idx="1303">
                  <c:v>98.077395528716238</c:v>
                </c:pt>
                <c:pt idx="1304">
                  <c:v>99.327960184810962</c:v>
                </c:pt>
                <c:pt idx="1305">
                  <c:v>101.12574594041988</c:v>
                </c:pt>
                <c:pt idx="1306">
                  <c:v>103.39586156613807</c:v>
                </c:pt>
                <c:pt idx="1307">
                  <c:v>103.92564767044689</c:v>
                </c:pt>
                <c:pt idx="1308">
                  <c:v>100.71641980298456</c:v>
                </c:pt>
                <c:pt idx="1309">
                  <c:v>101.46850209616194</c:v>
                </c:pt>
                <c:pt idx="1310">
                  <c:v>102.74482299517369</c:v>
                </c:pt>
                <c:pt idx="1311">
                  <c:v>100.61339483131644</c:v>
                </c:pt>
                <c:pt idx="1312">
                  <c:v>102.18254439980031</c:v>
                </c:pt>
                <c:pt idx="1313">
                  <c:v>103.50839653519095</c:v>
                </c:pt>
                <c:pt idx="1314">
                  <c:v>104.82830492221615</c:v>
                </c:pt>
                <c:pt idx="1315">
                  <c:v>107.00332057408686</c:v>
                </c:pt>
                <c:pt idx="1316">
                  <c:v>102.29904186776349</c:v>
                </c:pt>
                <c:pt idx="1317">
                  <c:v>101.57786706608655</c:v>
                </c:pt>
                <c:pt idx="1318">
                  <c:v>102.22969813683302</c:v>
                </c:pt>
                <c:pt idx="1319">
                  <c:v>101.68564703644707</c:v>
                </c:pt>
                <c:pt idx="1320">
                  <c:v>101.35240087808977</c:v>
                </c:pt>
                <c:pt idx="1321">
                  <c:v>101.94241696583535</c:v>
                </c:pt>
                <c:pt idx="1322">
                  <c:v>101.21252466655572</c:v>
                </c:pt>
                <c:pt idx="1323">
                  <c:v>103.53217152865284</c:v>
                </c:pt>
                <c:pt idx="1324">
                  <c:v>103.16920662846817</c:v>
                </c:pt>
                <c:pt idx="1325">
                  <c:v>102.96196793545882</c:v>
                </c:pt>
                <c:pt idx="1326">
                  <c:v>98.344071705380287</c:v>
                </c:pt>
                <c:pt idx="1327">
                  <c:v>98.833836570694942</c:v>
                </c:pt>
                <c:pt idx="1328">
                  <c:v>100.36375739996673</c:v>
                </c:pt>
                <c:pt idx="1329">
                  <c:v>101.1439734354073</c:v>
                </c:pt>
                <c:pt idx="1330">
                  <c:v>100.39426864157612</c:v>
                </c:pt>
                <c:pt idx="1331">
                  <c:v>101.72249827631296</c:v>
                </c:pt>
                <c:pt idx="1332">
                  <c:v>102.32162811155227</c:v>
                </c:pt>
                <c:pt idx="1333">
                  <c:v>104.05482513492311</c:v>
                </c:pt>
                <c:pt idx="1334">
                  <c:v>105.18849607316358</c:v>
                </c:pt>
                <c:pt idx="1335">
                  <c:v>108.45082142602411</c:v>
                </c:pt>
                <c:pt idx="1336">
                  <c:v>109.92288977120532</c:v>
                </c:pt>
                <c:pt idx="1337">
                  <c:v>110.35004715373704</c:v>
                </c:pt>
                <c:pt idx="1338">
                  <c:v>110.25890967879984</c:v>
                </c:pt>
                <c:pt idx="1339">
                  <c:v>112.20251539430828</c:v>
                </c:pt>
                <c:pt idx="1340">
                  <c:v>112.71447025352069</c:v>
                </c:pt>
                <c:pt idx="1341">
                  <c:v>112.2865203712069</c:v>
                </c:pt>
                <c:pt idx="1342">
                  <c:v>113.66031874341236</c:v>
                </c:pt>
                <c:pt idx="1343">
                  <c:v>112.20053414485311</c:v>
                </c:pt>
                <c:pt idx="1344">
                  <c:v>113.6393174991877</c:v>
                </c:pt>
                <c:pt idx="1345">
                  <c:v>112.28572787142484</c:v>
                </c:pt>
                <c:pt idx="1346">
                  <c:v>112.77747398619466</c:v>
                </c:pt>
                <c:pt idx="1347">
                  <c:v>112.90585895088878</c:v>
                </c:pt>
                <c:pt idx="1348">
                  <c:v>114.33830230696687</c:v>
                </c:pt>
                <c:pt idx="1349">
                  <c:v>115.43432950555939</c:v>
                </c:pt>
                <c:pt idx="1350">
                  <c:v>117.26896650103423</c:v>
                </c:pt>
                <c:pt idx="1351">
                  <c:v>119.05288351045704</c:v>
                </c:pt>
                <c:pt idx="1352">
                  <c:v>117.3688214735741</c:v>
                </c:pt>
                <c:pt idx="1353">
                  <c:v>118.41056243709534</c:v>
                </c:pt>
                <c:pt idx="1354">
                  <c:v>118.67882361332352</c:v>
                </c:pt>
                <c:pt idx="1355">
                  <c:v>116.77642788648235</c:v>
                </c:pt>
                <c:pt idx="1356">
                  <c:v>116.52916795447882</c:v>
                </c:pt>
                <c:pt idx="1357">
                  <c:v>117.11324029385892</c:v>
                </c:pt>
                <c:pt idx="1358">
                  <c:v>118.43711117979443</c:v>
                </c:pt>
                <c:pt idx="1359">
                  <c:v>119.21296846643368</c:v>
                </c:pt>
                <c:pt idx="1360">
                  <c:v>121.22988041178289</c:v>
                </c:pt>
                <c:pt idx="1361">
                  <c:v>121.76045901587378</c:v>
                </c:pt>
                <c:pt idx="1362">
                  <c:v>121.28773289587346</c:v>
                </c:pt>
                <c:pt idx="1363">
                  <c:v>121.74738276946975</c:v>
                </c:pt>
                <c:pt idx="1364">
                  <c:v>120.88474675669465</c:v>
                </c:pt>
                <c:pt idx="1365">
                  <c:v>120.59588058613284</c:v>
                </c:pt>
                <c:pt idx="1366">
                  <c:v>119.28984094529376</c:v>
                </c:pt>
                <c:pt idx="1367">
                  <c:v>118.49417116410295</c:v>
                </c:pt>
                <c:pt idx="1368">
                  <c:v>119.14243598583012</c:v>
                </c:pt>
                <c:pt idx="1369">
                  <c:v>120.79519428132157</c:v>
                </c:pt>
                <c:pt idx="1370">
                  <c:v>121.95422521258807</c:v>
                </c:pt>
                <c:pt idx="1371">
                  <c:v>122.06359018251271</c:v>
                </c:pt>
                <c:pt idx="1372">
                  <c:v>122.22922263696378</c:v>
                </c:pt>
                <c:pt idx="1373">
                  <c:v>123.4048960636536</c:v>
                </c:pt>
                <c:pt idx="1374">
                  <c:v>123.06372490747566</c:v>
                </c:pt>
                <c:pt idx="1375">
                  <c:v>121.44108160370254</c:v>
                </c:pt>
                <c:pt idx="1376">
                  <c:v>122.52125880665383</c:v>
                </c:pt>
                <c:pt idx="1377">
                  <c:v>123.11523739330971</c:v>
                </c:pt>
                <c:pt idx="1378">
                  <c:v>122.09013892521182</c:v>
                </c:pt>
                <c:pt idx="1379">
                  <c:v>122.61001878224485</c:v>
                </c:pt>
                <c:pt idx="1380">
                  <c:v>122.58941378791121</c:v>
                </c:pt>
                <c:pt idx="1381">
                  <c:v>123.95013591371263</c:v>
                </c:pt>
                <c:pt idx="1382">
                  <c:v>124.62613822781201</c:v>
                </c:pt>
                <c:pt idx="1383">
                  <c:v>126.04827908672324</c:v>
                </c:pt>
                <c:pt idx="1384">
                  <c:v>127.61901365477127</c:v>
                </c:pt>
                <c:pt idx="1385">
                  <c:v>129.27811194851924</c:v>
                </c:pt>
                <c:pt idx="1386">
                  <c:v>128.83431207056418</c:v>
                </c:pt>
                <c:pt idx="1387">
                  <c:v>128.9306007940848</c:v>
                </c:pt>
                <c:pt idx="1388">
                  <c:v>130.95900398627393</c:v>
                </c:pt>
                <c:pt idx="1389">
                  <c:v>129.83722054476436</c:v>
                </c:pt>
                <c:pt idx="1390">
                  <c:v>130.40940538741353</c:v>
                </c:pt>
                <c:pt idx="1391">
                  <c:v>132.03085994151351</c:v>
                </c:pt>
                <c:pt idx="1392">
                  <c:v>132.85307846540343</c:v>
                </c:pt>
                <c:pt idx="1393">
                  <c:v>133.93206691868161</c:v>
                </c:pt>
                <c:pt idx="1394">
                  <c:v>134.58389798942807</c:v>
                </c:pt>
                <c:pt idx="1395">
                  <c:v>135.52895397953765</c:v>
                </c:pt>
                <c:pt idx="1396">
                  <c:v>135.99018885269808</c:v>
                </c:pt>
                <c:pt idx="1397">
                  <c:v>136.70185365699027</c:v>
                </c:pt>
                <c:pt idx="1398">
                  <c:v>136.86431611231308</c:v>
                </c:pt>
                <c:pt idx="1399">
                  <c:v>137.64968339633708</c:v>
                </c:pt>
                <c:pt idx="1400">
                  <c:v>132.20996489225968</c:v>
                </c:pt>
                <c:pt idx="1401">
                  <c:v>133.29370834423023</c:v>
                </c:pt>
                <c:pt idx="1402">
                  <c:v>135.27733529873279</c:v>
                </c:pt>
                <c:pt idx="1403">
                  <c:v>136.42210123392218</c:v>
                </c:pt>
                <c:pt idx="1404">
                  <c:v>134.14009811147304</c:v>
                </c:pt>
                <c:pt idx="1405">
                  <c:v>132.98344467955272</c:v>
                </c:pt>
                <c:pt idx="1406">
                  <c:v>131.07867145336536</c:v>
                </c:pt>
                <c:pt idx="1407">
                  <c:v>130.36740289896423</c:v>
                </c:pt>
                <c:pt idx="1408">
                  <c:v>131.97538495676915</c:v>
                </c:pt>
                <c:pt idx="1409">
                  <c:v>132.86892846104467</c:v>
                </c:pt>
                <c:pt idx="1410">
                  <c:v>136.3614750005944</c:v>
                </c:pt>
                <c:pt idx="1411">
                  <c:v>137.84226084337828</c:v>
                </c:pt>
                <c:pt idx="1412">
                  <c:v>138.31419446359655</c:v>
                </c:pt>
                <c:pt idx="1413">
                  <c:v>137.9817408050213</c:v>
                </c:pt>
                <c:pt idx="1414">
                  <c:v>137.8906033300841</c:v>
                </c:pt>
                <c:pt idx="1415">
                  <c:v>132.86417346235231</c:v>
                </c:pt>
                <c:pt idx="1416">
                  <c:v>130.82388277343225</c:v>
                </c:pt>
                <c:pt idx="1417">
                  <c:v>130.39355539177228</c:v>
                </c:pt>
                <c:pt idx="1418">
                  <c:v>127.11538004327051</c:v>
                </c:pt>
                <c:pt idx="1419">
                  <c:v>130.79416403160491</c:v>
                </c:pt>
                <c:pt idx="1420">
                  <c:v>134.71109420444913</c:v>
                </c:pt>
                <c:pt idx="1421">
                  <c:v>134.51574300817066</c:v>
                </c:pt>
                <c:pt idx="1422">
                  <c:v>134.59063423757559</c:v>
                </c:pt>
                <c:pt idx="1423">
                  <c:v>135.71558767821338</c:v>
                </c:pt>
                <c:pt idx="1424">
                  <c:v>135.58046646537173</c:v>
                </c:pt>
                <c:pt idx="1425">
                  <c:v>136.43874372934548</c:v>
                </c:pt>
                <c:pt idx="1426">
                  <c:v>135.74253267080354</c:v>
                </c:pt>
                <c:pt idx="1427">
                  <c:v>135.88478638168374</c:v>
                </c:pt>
                <c:pt idx="1428">
                  <c:v>135.46396899740853</c:v>
                </c:pt>
                <c:pt idx="1429">
                  <c:v>134.68256421229486</c:v>
                </c:pt>
                <c:pt idx="1430">
                  <c:v>134.03667688991388</c:v>
                </c:pt>
                <c:pt idx="1431">
                  <c:v>133.82349444853904</c:v>
                </c:pt>
                <c:pt idx="1432">
                  <c:v>131.5517938232567</c:v>
                </c:pt>
                <c:pt idx="1433">
                  <c:v>133.03693841484196</c:v>
                </c:pt>
                <c:pt idx="1434">
                  <c:v>134.05807438402954</c:v>
                </c:pt>
                <c:pt idx="1435">
                  <c:v>134.90921914996474</c:v>
                </c:pt>
                <c:pt idx="1436">
                  <c:v>135.24365405799514</c:v>
                </c:pt>
                <c:pt idx="1437">
                  <c:v>136.08251507730836</c:v>
                </c:pt>
                <c:pt idx="1438">
                  <c:v>137.15159728331076</c:v>
                </c:pt>
                <c:pt idx="1439">
                  <c:v>134.80302417916835</c:v>
                </c:pt>
                <c:pt idx="1440">
                  <c:v>136.4466687271661</c:v>
                </c:pt>
                <c:pt idx="1441">
                  <c:v>135.10219284689697</c:v>
                </c:pt>
                <c:pt idx="1442">
                  <c:v>134.51930925718995</c:v>
                </c:pt>
                <c:pt idx="1443">
                  <c:v>135.25197530570679</c:v>
                </c:pt>
                <c:pt idx="1444">
                  <c:v>135.79642265598378</c:v>
                </c:pt>
                <c:pt idx="1445">
                  <c:v>136.74504489511267</c:v>
                </c:pt>
                <c:pt idx="1446">
                  <c:v>137.63383340069581</c:v>
                </c:pt>
                <c:pt idx="1447">
                  <c:v>140.0893939754167</c:v>
                </c:pt>
                <c:pt idx="1448">
                  <c:v>141.08675495114241</c:v>
                </c:pt>
                <c:pt idx="1449">
                  <c:v>142.31235586410216</c:v>
                </c:pt>
                <c:pt idx="1450">
                  <c:v>142.71296450393478</c:v>
                </c:pt>
                <c:pt idx="1451">
                  <c:v>143.24433560780773</c:v>
                </c:pt>
                <c:pt idx="1452">
                  <c:v>144.09944287265324</c:v>
                </c:pt>
                <c:pt idx="1453">
                  <c:v>145.45065500106989</c:v>
                </c:pt>
                <c:pt idx="1454">
                  <c:v>146.19758604566385</c:v>
                </c:pt>
                <c:pt idx="1455">
                  <c:v>147.81943684965486</c:v>
                </c:pt>
                <c:pt idx="1456">
                  <c:v>149.97384750719195</c:v>
                </c:pt>
                <c:pt idx="1457">
                  <c:v>149.00818652274873</c:v>
                </c:pt>
                <c:pt idx="1458">
                  <c:v>150.27816742350396</c:v>
                </c:pt>
                <c:pt idx="1459">
                  <c:v>152.25030313116665</c:v>
                </c:pt>
                <c:pt idx="1460">
                  <c:v>153.36653907420177</c:v>
                </c:pt>
                <c:pt idx="1461">
                  <c:v>150.83331352083877</c:v>
                </c:pt>
                <c:pt idx="1462">
                  <c:v>152.13182441374832</c:v>
                </c:pt>
                <c:pt idx="1463">
                  <c:v>156.24212453341576</c:v>
                </c:pt>
                <c:pt idx="1464">
                  <c:v>157.73836412194987</c:v>
                </c:pt>
                <c:pt idx="1465">
                  <c:v>158.51342890880707</c:v>
                </c:pt>
                <c:pt idx="1466">
                  <c:v>159.5084123851866</c:v>
                </c:pt>
                <c:pt idx="1467">
                  <c:v>160.06355848252142</c:v>
                </c:pt>
                <c:pt idx="1468">
                  <c:v>161.89542172875903</c:v>
                </c:pt>
                <c:pt idx="1469">
                  <c:v>161.98061545533076</c:v>
                </c:pt>
                <c:pt idx="1470">
                  <c:v>162.96529643454349</c:v>
                </c:pt>
                <c:pt idx="1471">
                  <c:v>161.61210305667169</c:v>
                </c:pt>
                <c:pt idx="1472">
                  <c:v>161.96476545968952</c:v>
                </c:pt>
                <c:pt idx="1473">
                  <c:v>163.02711141754438</c:v>
                </c:pt>
                <c:pt idx="1474">
                  <c:v>163.79425120658092</c:v>
                </c:pt>
                <c:pt idx="1475">
                  <c:v>165.68357068701806</c:v>
                </c:pt>
                <c:pt idx="1476">
                  <c:v>165.23144956135138</c:v>
                </c:pt>
                <c:pt idx="1477">
                  <c:v>164.8197459245699</c:v>
                </c:pt>
                <c:pt idx="1478">
                  <c:v>156.89395560416222</c:v>
                </c:pt>
                <c:pt idx="1479">
                  <c:v>158.22178898900805</c:v>
                </c:pt>
                <c:pt idx="1480">
                  <c:v>161.98655920369623</c:v>
                </c:pt>
                <c:pt idx="1481">
                  <c:v>162.27027412567463</c:v>
                </c:pt>
                <c:pt idx="1482">
                  <c:v>164.19485984641352</c:v>
                </c:pt>
                <c:pt idx="1483">
                  <c:v>164.01337739632123</c:v>
                </c:pt>
                <c:pt idx="1484">
                  <c:v>164.37792729607003</c:v>
                </c:pt>
                <c:pt idx="1485">
                  <c:v>165.17676707638907</c:v>
                </c:pt>
                <c:pt idx="1486">
                  <c:v>167.1457327849235</c:v>
                </c:pt>
                <c:pt idx="1487">
                  <c:v>169.50381588645064</c:v>
                </c:pt>
                <c:pt idx="1488">
                  <c:v>170.65650681946062</c:v>
                </c:pt>
                <c:pt idx="1489">
                  <c:v>171.58848656316621</c:v>
                </c:pt>
                <c:pt idx="1490">
                  <c:v>174.069010881022</c:v>
                </c:pt>
                <c:pt idx="1491">
                  <c:v>175.8881941307466</c:v>
                </c:pt>
                <c:pt idx="1492">
                  <c:v>175.46024424843282</c:v>
                </c:pt>
                <c:pt idx="1493">
                  <c:v>176.64146517359708</c:v>
                </c:pt>
                <c:pt idx="1494">
                  <c:v>175.58030796541533</c:v>
                </c:pt>
                <c:pt idx="1495">
                  <c:v>175.69244668457716</c:v>
                </c:pt>
                <c:pt idx="1496">
                  <c:v>173.82888344705708</c:v>
                </c:pt>
                <c:pt idx="1497">
                  <c:v>170.15089195850473</c:v>
                </c:pt>
                <c:pt idx="1498">
                  <c:v>174.10586212088793</c:v>
                </c:pt>
                <c:pt idx="1499">
                  <c:v>175.91434662355471</c:v>
                </c:pt>
                <c:pt idx="1500">
                  <c:v>173.77459721198579</c:v>
                </c:pt>
                <c:pt idx="1501">
                  <c:v>171.64792404682089</c:v>
                </c:pt>
                <c:pt idx="1502">
                  <c:v>170.03241324108637</c:v>
                </c:pt>
                <c:pt idx="1503">
                  <c:v>167.33910273174675</c:v>
                </c:pt>
                <c:pt idx="1504">
                  <c:v>166.34530800504029</c:v>
                </c:pt>
                <c:pt idx="1505">
                  <c:v>165.71051567960819</c:v>
                </c:pt>
                <c:pt idx="1506">
                  <c:v>171.18708542355151</c:v>
                </c:pt>
                <c:pt idx="1507">
                  <c:v>175.2621193029172</c:v>
                </c:pt>
                <c:pt idx="1508">
                  <c:v>177.79574110617119</c:v>
                </c:pt>
                <c:pt idx="1509">
                  <c:v>179.68466433671733</c:v>
                </c:pt>
                <c:pt idx="1510">
                  <c:v>177.72520862556763</c:v>
                </c:pt>
                <c:pt idx="1511">
                  <c:v>180.41217913665076</c:v>
                </c:pt>
                <c:pt idx="1512">
                  <c:v>180.27309542489877</c:v>
                </c:pt>
                <c:pt idx="1513">
                  <c:v>181.6920662846818</c:v>
                </c:pt>
                <c:pt idx="1514">
                  <c:v>182.02214244391081</c:v>
                </c:pt>
                <c:pt idx="1515">
                  <c:v>181.59617381105221</c:v>
                </c:pt>
                <c:pt idx="1516">
                  <c:v>183.96812565876544</c:v>
                </c:pt>
                <c:pt idx="1517">
                  <c:v>184.78321168461679</c:v>
                </c:pt>
                <c:pt idx="1518">
                  <c:v>185.35222652813772</c:v>
                </c:pt>
                <c:pt idx="1519">
                  <c:v>186.23110878644511</c:v>
                </c:pt>
                <c:pt idx="1520">
                  <c:v>183.21604336558806</c:v>
                </c:pt>
                <c:pt idx="1521">
                  <c:v>180.87064026057394</c:v>
                </c:pt>
                <c:pt idx="1522">
                  <c:v>182.69774850811916</c:v>
                </c:pt>
                <c:pt idx="1523">
                  <c:v>184.5795392406267</c:v>
                </c:pt>
                <c:pt idx="1524">
                  <c:v>187.40083846476944</c:v>
                </c:pt>
                <c:pt idx="1525">
                  <c:v>184.40281178922677</c:v>
                </c:pt>
                <c:pt idx="1526">
                  <c:v>187.70198838195319</c:v>
                </c:pt>
                <c:pt idx="1527">
                  <c:v>190.88664875617161</c:v>
                </c:pt>
                <c:pt idx="1528">
                  <c:v>194.07091288049898</c:v>
                </c:pt>
                <c:pt idx="1529">
                  <c:v>195.02112011919198</c:v>
                </c:pt>
                <c:pt idx="1530">
                  <c:v>190.81928627469628</c:v>
                </c:pt>
                <c:pt idx="1531">
                  <c:v>191.3831498696338</c:v>
                </c:pt>
                <c:pt idx="1532">
                  <c:v>190.39212889216458</c:v>
                </c:pt>
                <c:pt idx="1533">
                  <c:v>191.94423971533408</c:v>
                </c:pt>
                <c:pt idx="1534">
                  <c:v>191.11607744307869</c:v>
                </c:pt>
                <c:pt idx="1535">
                  <c:v>189.82192529897054</c:v>
                </c:pt>
                <c:pt idx="1536">
                  <c:v>190.5827250897506</c:v>
                </c:pt>
                <c:pt idx="1537">
                  <c:v>185.8538788901833</c:v>
                </c:pt>
                <c:pt idx="1538">
                  <c:v>183.30401084139703</c:v>
                </c:pt>
                <c:pt idx="1539">
                  <c:v>185.54599272485203</c:v>
                </c:pt>
                <c:pt idx="1540">
                  <c:v>187.05847855891841</c:v>
                </c:pt>
                <c:pt idx="1541">
                  <c:v>188.68151811258252</c:v>
                </c:pt>
                <c:pt idx="1542">
                  <c:v>184.92942789440733</c:v>
                </c:pt>
                <c:pt idx="1543">
                  <c:v>181.15395893266131</c:v>
                </c:pt>
                <c:pt idx="1544">
                  <c:v>183.97050315811165</c:v>
                </c:pt>
                <c:pt idx="1545">
                  <c:v>187.10444354627805</c:v>
                </c:pt>
                <c:pt idx="1546">
                  <c:v>187.76816211375544</c:v>
                </c:pt>
                <c:pt idx="1547">
                  <c:v>191.13311618839305</c:v>
                </c:pt>
                <c:pt idx="1548">
                  <c:v>188.60385313394039</c:v>
                </c:pt>
                <c:pt idx="1549">
                  <c:v>190.32833265970854</c:v>
                </c:pt>
                <c:pt idx="1550">
                  <c:v>192.84134946862889</c:v>
                </c:pt>
                <c:pt idx="1551">
                  <c:v>193.86446668727169</c:v>
                </c:pt>
                <c:pt idx="1552">
                  <c:v>194.20761909290476</c:v>
                </c:pt>
                <c:pt idx="1553">
                  <c:v>183.17958837561321</c:v>
                </c:pt>
                <c:pt idx="1554">
                  <c:v>186.37098499797912</c:v>
                </c:pt>
                <c:pt idx="1555">
                  <c:v>186.47519871932036</c:v>
                </c:pt>
                <c:pt idx="1556">
                  <c:v>188.30309946664767</c:v>
                </c:pt>
                <c:pt idx="1557">
                  <c:v>184.30652306570616</c:v>
                </c:pt>
                <c:pt idx="1558">
                  <c:v>184.85849916391274</c:v>
                </c:pt>
                <c:pt idx="1559">
                  <c:v>185.70370018148247</c:v>
                </c:pt>
                <c:pt idx="1560">
                  <c:v>186.17999255050205</c:v>
                </c:pt>
                <c:pt idx="1561">
                  <c:v>187.62511590309313</c:v>
                </c:pt>
                <c:pt idx="1562">
                  <c:v>190.5736113422569</c:v>
                </c:pt>
                <c:pt idx="1563">
                  <c:v>192.68443451178052</c:v>
                </c:pt>
                <c:pt idx="1564">
                  <c:v>192.47006332073261</c:v>
                </c:pt>
                <c:pt idx="1565">
                  <c:v>191.75245476807495</c:v>
                </c:pt>
                <c:pt idx="1566">
                  <c:v>192.28818462074923</c:v>
                </c:pt>
                <c:pt idx="1567">
                  <c:v>191.52976232931536</c:v>
                </c:pt>
                <c:pt idx="1568">
                  <c:v>193.44998930125294</c:v>
                </c:pt>
                <c:pt idx="1569">
                  <c:v>195.26402130239416</c:v>
                </c:pt>
                <c:pt idx="1570">
                  <c:v>194.52422275583876</c:v>
                </c:pt>
                <c:pt idx="1571">
                  <c:v>196.35608600207635</c:v>
                </c:pt>
                <c:pt idx="1572">
                  <c:v>197.90106432720734</c:v>
                </c:pt>
                <c:pt idx="1573">
                  <c:v>196.30536601602438</c:v>
                </c:pt>
                <c:pt idx="1574">
                  <c:v>193.08187315248492</c:v>
                </c:pt>
                <c:pt idx="1575">
                  <c:v>196.64019717394581</c:v>
                </c:pt>
                <c:pt idx="1576">
                  <c:v>200.23814618450984</c:v>
                </c:pt>
                <c:pt idx="1577">
                  <c:v>199.96988500828164</c:v>
                </c:pt>
                <c:pt idx="1578">
                  <c:v>199.80266755426643</c:v>
                </c:pt>
                <c:pt idx="1579">
                  <c:v>201.40113961468666</c:v>
                </c:pt>
                <c:pt idx="1580">
                  <c:v>202.75552174223154</c:v>
                </c:pt>
                <c:pt idx="1581">
                  <c:v>202.43891807929754</c:v>
                </c:pt>
                <c:pt idx="1582">
                  <c:v>202.60811678276789</c:v>
                </c:pt>
                <c:pt idx="1583">
                  <c:v>203.711276479399</c:v>
                </c:pt>
                <c:pt idx="1584">
                  <c:v>203.63361150075684</c:v>
                </c:pt>
                <c:pt idx="1585">
                  <c:v>204.27038507564413</c:v>
                </c:pt>
                <c:pt idx="1586">
                  <c:v>204.06473138219889</c:v>
                </c:pt>
                <c:pt idx="1587">
                  <c:v>206.98509307909941</c:v>
                </c:pt>
                <c:pt idx="1588">
                  <c:v>208.92315129613343</c:v>
                </c:pt>
                <c:pt idx="1589">
                  <c:v>210.42137213412263</c:v>
                </c:pt>
                <c:pt idx="1590">
                  <c:v>213.03503641536503</c:v>
                </c:pt>
                <c:pt idx="1591">
                  <c:v>214.31413106361396</c:v>
                </c:pt>
                <c:pt idx="1592">
                  <c:v>212.76875648859198</c:v>
                </c:pt>
                <c:pt idx="1593">
                  <c:v>216.10240682183814</c:v>
                </c:pt>
                <c:pt idx="1594">
                  <c:v>216.58345418955011</c:v>
                </c:pt>
                <c:pt idx="1595">
                  <c:v>215.54805322428535</c:v>
                </c:pt>
                <c:pt idx="1596">
                  <c:v>216.86241411283612</c:v>
                </c:pt>
                <c:pt idx="1597">
                  <c:v>214.8348034204291</c:v>
                </c:pt>
                <c:pt idx="1598">
                  <c:v>212.20251539430825</c:v>
                </c:pt>
                <c:pt idx="1599">
                  <c:v>209.98311975464205</c:v>
                </c:pt>
                <c:pt idx="1600">
                  <c:v>211.63865179937079</c:v>
                </c:pt>
                <c:pt idx="1601">
                  <c:v>211.85698548932899</c:v>
                </c:pt>
                <c:pt idx="1602">
                  <c:v>211.40605311333539</c:v>
                </c:pt>
                <c:pt idx="1603">
                  <c:v>210.81643327548085</c:v>
                </c:pt>
                <c:pt idx="1604">
                  <c:v>213.1428163857255</c:v>
                </c:pt>
                <c:pt idx="1605">
                  <c:v>214.26420357734401</c:v>
                </c:pt>
                <c:pt idx="1606">
                  <c:v>213.19115887243129</c:v>
                </c:pt>
                <c:pt idx="1607">
                  <c:v>213.74313497063787</c:v>
                </c:pt>
                <c:pt idx="1608">
                  <c:v>213.04454641274972</c:v>
                </c:pt>
                <c:pt idx="1609">
                  <c:v>214.13423361308577</c:v>
                </c:pt>
                <c:pt idx="1610">
                  <c:v>215.26671580165316</c:v>
                </c:pt>
                <c:pt idx="1611">
                  <c:v>215.15735083172856</c:v>
                </c:pt>
                <c:pt idx="1612">
                  <c:v>216.57711419129359</c:v>
                </c:pt>
                <c:pt idx="1613">
                  <c:v>215.66455069224858</c:v>
                </c:pt>
                <c:pt idx="1614">
                  <c:v>217.00823407273563</c:v>
                </c:pt>
                <c:pt idx="1615">
                  <c:v>217.96597005935823</c:v>
                </c:pt>
                <c:pt idx="1616">
                  <c:v>218.41888368480701</c:v>
                </c:pt>
                <c:pt idx="1617">
                  <c:v>218.91459229848712</c:v>
                </c:pt>
                <c:pt idx="1618">
                  <c:v>219.95593701211735</c:v>
                </c:pt>
                <c:pt idx="1619">
                  <c:v>220.72030305191669</c:v>
                </c:pt>
                <c:pt idx="1620">
                  <c:v>218.93123479391045</c:v>
                </c:pt>
                <c:pt idx="1621">
                  <c:v>215.78065191032073</c:v>
                </c:pt>
                <c:pt idx="1622">
                  <c:v>218.24136373362501</c:v>
                </c:pt>
                <c:pt idx="1623">
                  <c:v>218.60947988239303</c:v>
                </c:pt>
                <c:pt idx="1624">
                  <c:v>218.5227011562572</c:v>
                </c:pt>
                <c:pt idx="1625">
                  <c:v>217.5816076650579</c:v>
                </c:pt>
                <c:pt idx="1626">
                  <c:v>216.47369296973443</c:v>
                </c:pt>
                <c:pt idx="1627">
                  <c:v>218.03491754039769</c:v>
                </c:pt>
                <c:pt idx="1628">
                  <c:v>220.43579563015624</c:v>
                </c:pt>
                <c:pt idx="1629">
                  <c:v>223.88435843180145</c:v>
                </c:pt>
                <c:pt idx="1630">
                  <c:v>224.00521464856601</c:v>
                </c:pt>
                <c:pt idx="1631">
                  <c:v>221.33092413399589</c:v>
                </c:pt>
                <c:pt idx="1632">
                  <c:v>221.34479288018198</c:v>
                </c:pt>
                <c:pt idx="1633">
                  <c:v>221.4696115958568</c:v>
                </c:pt>
                <c:pt idx="1634">
                  <c:v>219.8592520387057</c:v>
                </c:pt>
                <c:pt idx="1635">
                  <c:v>217.455996449601</c:v>
                </c:pt>
                <c:pt idx="1636">
                  <c:v>217.19486777141137</c:v>
                </c:pt>
                <c:pt idx="1637">
                  <c:v>219.39563966619909</c:v>
                </c:pt>
                <c:pt idx="1638">
                  <c:v>218.73073234904859</c:v>
                </c:pt>
                <c:pt idx="1639">
                  <c:v>217.99648130096764</c:v>
                </c:pt>
                <c:pt idx="1640">
                  <c:v>218.71250485406114</c:v>
                </c:pt>
                <c:pt idx="1641">
                  <c:v>219.33857968189062</c:v>
                </c:pt>
                <c:pt idx="1642">
                  <c:v>214.96358463501423</c:v>
                </c:pt>
                <c:pt idx="1643">
                  <c:v>213.1245888907381</c:v>
                </c:pt>
                <c:pt idx="1644">
                  <c:v>216.16778805385829</c:v>
                </c:pt>
                <c:pt idx="1645">
                  <c:v>216.85211161566934</c:v>
                </c:pt>
                <c:pt idx="1646">
                  <c:v>217.27174025027142</c:v>
                </c:pt>
                <c:pt idx="1647">
                  <c:v>219.5664233692336</c:v>
                </c:pt>
                <c:pt idx="1648">
                  <c:v>223.82095844923646</c:v>
                </c:pt>
                <c:pt idx="1649">
                  <c:v>225.20664431817283</c:v>
                </c:pt>
                <c:pt idx="1650">
                  <c:v>226.88832885570957</c:v>
                </c:pt>
                <c:pt idx="1651">
                  <c:v>229.16438822979325</c:v>
                </c:pt>
                <c:pt idx="1652">
                  <c:v>230.30083291727098</c:v>
                </c:pt>
                <c:pt idx="1653">
                  <c:v>231.23836015945093</c:v>
                </c:pt>
                <c:pt idx="1654">
                  <c:v>230.65706156930807</c:v>
                </c:pt>
                <c:pt idx="1655">
                  <c:v>231.85016999120327</c:v>
                </c:pt>
                <c:pt idx="1656">
                  <c:v>232.52815355475778</c:v>
                </c:pt>
                <c:pt idx="1657">
                  <c:v>233.5770270163176</c:v>
                </c:pt>
                <c:pt idx="1658">
                  <c:v>236.73276114849071</c:v>
                </c:pt>
                <c:pt idx="1659">
                  <c:v>239.14156423606983</c:v>
                </c:pt>
                <c:pt idx="1660">
                  <c:v>239.99350150178711</c:v>
                </c:pt>
                <c:pt idx="1661">
                  <c:v>236.9526798380131</c:v>
                </c:pt>
                <c:pt idx="1662">
                  <c:v>231.8446224927288</c:v>
                </c:pt>
                <c:pt idx="1663">
                  <c:v>233.33135208387819</c:v>
                </c:pt>
                <c:pt idx="1664">
                  <c:v>237.22609226282464</c:v>
                </c:pt>
                <c:pt idx="1665">
                  <c:v>240.76817003875325</c:v>
                </c:pt>
                <c:pt idx="1666">
                  <c:v>238.88796430580982</c:v>
                </c:pt>
                <c:pt idx="1667">
                  <c:v>238.95810053652235</c:v>
                </c:pt>
                <c:pt idx="1668">
                  <c:v>237.3639872249035</c:v>
                </c:pt>
                <c:pt idx="1669">
                  <c:v>239.92217652140147</c:v>
                </c:pt>
                <c:pt idx="1670">
                  <c:v>240.79313378188823</c:v>
                </c:pt>
                <c:pt idx="1671">
                  <c:v>240.89497000388326</c:v>
                </c:pt>
                <c:pt idx="1672">
                  <c:v>244.68708146105257</c:v>
                </c:pt>
                <c:pt idx="1673">
                  <c:v>245.74942741890752</c:v>
                </c:pt>
                <c:pt idx="1674">
                  <c:v>243.52091803174756</c:v>
                </c:pt>
                <c:pt idx="1675">
                  <c:v>248.08769802588304</c:v>
                </c:pt>
                <c:pt idx="1676">
                  <c:v>249.14410023537243</c:v>
                </c:pt>
                <c:pt idx="1677">
                  <c:v>250.67402106464422</c:v>
                </c:pt>
                <c:pt idx="1678">
                  <c:v>252.05851818390749</c:v>
                </c:pt>
                <c:pt idx="1679">
                  <c:v>255.93106836895623</c:v>
                </c:pt>
                <c:pt idx="1680">
                  <c:v>257.59016666270418</c:v>
                </c:pt>
                <c:pt idx="1681">
                  <c:v>260.61196833170874</c:v>
                </c:pt>
                <c:pt idx="1682">
                  <c:v>254.952727388</c:v>
                </c:pt>
                <c:pt idx="1683">
                  <c:v>249.4654588969988</c:v>
                </c:pt>
                <c:pt idx="1684">
                  <c:v>248.49742041320943</c:v>
                </c:pt>
                <c:pt idx="1685">
                  <c:v>246.32834850970417</c:v>
                </c:pt>
                <c:pt idx="1686">
                  <c:v>242.13562841270223</c:v>
                </c:pt>
                <c:pt idx="1687">
                  <c:v>246.48288596720641</c:v>
                </c:pt>
                <c:pt idx="1688">
                  <c:v>246.66991591577312</c:v>
                </c:pt>
                <c:pt idx="1689">
                  <c:v>241.82377974846059</c:v>
                </c:pt>
                <c:pt idx="1690">
                  <c:v>241.47111734544274</c:v>
                </c:pt>
                <c:pt idx="1691">
                  <c:v>245.86275488774243</c:v>
                </c:pt>
                <c:pt idx="1692">
                  <c:v>247.90225307688041</c:v>
                </c:pt>
                <c:pt idx="1693">
                  <c:v>247.24011950896715</c:v>
                </c:pt>
                <c:pt idx="1694">
                  <c:v>249.18293272469353</c:v>
                </c:pt>
                <c:pt idx="1695">
                  <c:v>252.16273190524876</c:v>
                </c:pt>
                <c:pt idx="1696">
                  <c:v>255.07675360389274</c:v>
                </c:pt>
                <c:pt idx="1697">
                  <c:v>253.95219641314603</c:v>
                </c:pt>
                <c:pt idx="1698">
                  <c:v>251.87346948479589</c:v>
                </c:pt>
                <c:pt idx="1699">
                  <c:v>253.01229167161981</c:v>
                </c:pt>
                <c:pt idx="1700">
                  <c:v>253.82420769834289</c:v>
                </c:pt>
                <c:pt idx="1701">
                  <c:v>253.14463913522425</c:v>
                </c:pt>
                <c:pt idx="1702">
                  <c:v>251.45225585062968</c:v>
                </c:pt>
                <c:pt idx="1703">
                  <c:v>247.82577684791138</c:v>
                </c:pt>
                <c:pt idx="1704">
                  <c:v>240.37786389608743</c:v>
                </c:pt>
                <c:pt idx="1705">
                  <c:v>244.60743523295534</c:v>
                </c:pt>
                <c:pt idx="1706">
                  <c:v>243.64018924894796</c:v>
                </c:pt>
                <c:pt idx="1707">
                  <c:v>245.09323759935967</c:v>
                </c:pt>
                <c:pt idx="1708">
                  <c:v>237.11910479224622</c:v>
                </c:pt>
                <c:pt idx="1709">
                  <c:v>233.90829192521974</c:v>
                </c:pt>
                <c:pt idx="1710">
                  <c:v>234.98133663013246</c:v>
                </c:pt>
                <c:pt idx="1711">
                  <c:v>237.39885721531428</c:v>
                </c:pt>
                <c:pt idx="1712">
                  <c:v>240.09930022269245</c:v>
                </c:pt>
                <c:pt idx="1713">
                  <c:v>240.07394022966645</c:v>
                </c:pt>
                <c:pt idx="1714">
                  <c:v>236.66579491690644</c:v>
                </c:pt>
                <c:pt idx="1715">
                  <c:v>239.9895390028768</c:v>
                </c:pt>
                <c:pt idx="1716">
                  <c:v>243.84544669250218</c:v>
                </c:pt>
                <c:pt idx="1717">
                  <c:v>245.3198925370296</c:v>
                </c:pt>
                <c:pt idx="1718">
                  <c:v>247.28410324687161</c:v>
                </c:pt>
                <c:pt idx="1719">
                  <c:v>246.67110466544622</c:v>
                </c:pt>
                <c:pt idx="1720">
                  <c:v>246.20788854283066</c:v>
                </c:pt>
                <c:pt idx="1721">
                  <c:v>244.79169143228486</c:v>
                </c:pt>
                <c:pt idx="1722">
                  <c:v>243.11317689387636</c:v>
                </c:pt>
                <c:pt idx="1723">
                  <c:v>237.26888725105599</c:v>
                </c:pt>
                <c:pt idx="1724">
                  <c:v>228.54267215076516</c:v>
                </c:pt>
                <c:pt idx="1725">
                  <c:v>231.47135509537736</c:v>
                </c:pt>
                <c:pt idx="1726">
                  <c:v>235.04830286171671</c:v>
                </c:pt>
                <c:pt idx="1727">
                  <c:v>237.17378727720853</c:v>
                </c:pt>
                <c:pt idx="1728">
                  <c:v>234.68177171251278</c:v>
                </c:pt>
                <c:pt idx="1729">
                  <c:v>235.71439892854031</c:v>
                </c:pt>
                <c:pt idx="1730">
                  <c:v>238.50162066205431</c:v>
                </c:pt>
                <c:pt idx="1731">
                  <c:v>238.82218682389862</c:v>
                </c:pt>
                <c:pt idx="1732">
                  <c:v>237.93419081809753</c:v>
                </c:pt>
                <c:pt idx="1733">
                  <c:v>241.25991615352308</c:v>
                </c:pt>
                <c:pt idx="1734">
                  <c:v>243.99483290142098</c:v>
                </c:pt>
                <c:pt idx="1735">
                  <c:v>244.64745647194945</c:v>
                </c:pt>
                <c:pt idx="1736">
                  <c:v>245.02151636908303</c:v>
                </c:pt>
                <c:pt idx="1737">
                  <c:v>245.33296878343359</c:v>
                </c:pt>
                <c:pt idx="1738">
                  <c:v>246.55896594628439</c:v>
                </c:pt>
                <c:pt idx="1739">
                  <c:v>248.62025787942912</c:v>
                </c:pt>
                <c:pt idx="1740">
                  <c:v>248.8481015667721</c:v>
                </c:pt>
                <c:pt idx="1741">
                  <c:v>251.94796446430976</c:v>
                </c:pt>
                <c:pt idx="1742">
                  <c:v>253.57774026612145</c:v>
                </c:pt>
                <c:pt idx="1743">
                  <c:v>253.51790653257572</c:v>
                </c:pt>
                <c:pt idx="1744">
                  <c:v>253.92168517153658</c:v>
                </c:pt>
                <c:pt idx="1745">
                  <c:v>248.69792285807125</c:v>
                </c:pt>
                <c:pt idx="1746">
                  <c:v>248.55408414762684</c:v>
                </c:pt>
                <c:pt idx="1747">
                  <c:v>248.14792800931983</c:v>
                </c:pt>
                <c:pt idx="1748">
                  <c:v>242.21646339047257</c:v>
                </c:pt>
                <c:pt idx="1749">
                  <c:v>232.86021096344197</c:v>
                </c:pt>
                <c:pt idx="1750">
                  <c:v>235.18936782292386</c:v>
                </c:pt>
                <c:pt idx="1751">
                  <c:v>232.71518350332454</c:v>
                </c:pt>
                <c:pt idx="1752">
                  <c:v>236.20376754396398</c:v>
                </c:pt>
                <c:pt idx="1753">
                  <c:v>239.92098777172836</c:v>
                </c:pt>
                <c:pt idx="1754">
                  <c:v>242.59686328586261</c:v>
                </c:pt>
                <c:pt idx="1755">
                  <c:v>245.44946625139681</c:v>
                </c:pt>
                <c:pt idx="1756">
                  <c:v>243.09059065008759</c:v>
                </c:pt>
                <c:pt idx="1757">
                  <c:v>241.24921740646522</c:v>
                </c:pt>
                <c:pt idx="1758">
                  <c:v>238.77424058708385</c:v>
                </c:pt>
                <c:pt idx="1759">
                  <c:v>237.09097104998298</c:v>
                </c:pt>
                <c:pt idx="1760">
                  <c:v>239.78745155845081</c:v>
                </c:pt>
                <c:pt idx="1761">
                  <c:v>240.47177512026187</c:v>
                </c:pt>
                <c:pt idx="1762">
                  <c:v>235.6054302085067</c:v>
                </c:pt>
                <c:pt idx="1763">
                  <c:v>226.32803150979134</c:v>
                </c:pt>
                <c:pt idx="1764">
                  <c:v>232.79918848022319</c:v>
                </c:pt>
                <c:pt idx="1765">
                  <c:v>232.12278991623282</c:v>
                </c:pt>
                <c:pt idx="1766">
                  <c:v>231.42023885943433</c:v>
                </c:pt>
                <c:pt idx="1767">
                  <c:v>229.30466069121832</c:v>
                </c:pt>
                <c:pt idx="1768">
                  <c:v>226.462756472742</c:v>
                </c:pt>
                <c:pt idx="1769">
                  <c:v>224.15777085661307</c:v>
                </c:pt>
                <c:pt idx="1770">
                  <c:v>225.60091295974894</c:v>
                </c:pt>
                <c:pt idx="1771">
                  <c:v>212.64869277160949</c:v>
                </c:pt>
                <c:pt idx="1772">
                  <c:v>221.52984157929359</c:v>
                </c:pt>
                <c:pt idx="1773">
                  <c:v>223.67077974053561</c:v>
                </c:pt>
                <c:pt idx="1774">
                  <c:v>223.6204560043746</c:v>
                </c:pt>
                <c:pt idx="1775">
                  <c:v>222.71542125325917</c:v>
                </c:pt>
                <c:pt idx="1776">
                  <c:v>218.07295752993667</c:v>
                </c:pt>
                <c:pt idx="1777">
                  <c:v>212.91219894914533</c:v>
                </c:pt>
                <c:pt idx="1778">
                  <c:v>215.54844947417641</c:v>
                </c:pt>
                <c:pt idx="1779">
                  <c:v>220.2000269449926</c:v>
                </c:pt>
                <c:pt idx="1780">
                  <c:v>222.20663639317499</c:v>
                </c:pt>
                <c:pt idx="1781">
                  <c:v>223.56696226908537</c:v>
                </c:pt>
                <c:pt idx="1782">
                  <c:v>224.01987589453415</c:v>
                </c:pt>
                <c:pt idx="1783">
                  <c:v>222.06913768098713</c:v>
                </c:pt>
                <c:pt idx="1784">
                  <c:v>226.53249645356351</c:v>
                </c:pt>
                <c:pt idx="1785">
                  <c:v>229.64979434630658</c:v>
                </c:pt>
                <c:pt idx="1786">
                  <c:v>229.00430327381662</c:v>
                </c:pt>
                <c:pt idx="1787">
                  <c:v>229.64503934761419</c:v>
                </c:pt>
                <c:pt idx="1788">
                  <c:v>230.91303899891429</c:v>
                </c:pt>
                <c:pt idx="1789">
                  <c:v>232.26860987613227</c:v>
                </c:pt>
                <c:pt idx="1790">
                  <c:v>232.00074494979518</c:v>
                </c:pt>
                <c:pt idx="1791">
                  <c:v>231.57794631606475</c:v>
                </c:pt>
                <c:pt idx="1792">
                  <c:v>232.5376635521425</c:v>
                </c:pt>
                <c:pt idx="1793">
                  <c:v>234.50623301078593</c:v>
                </c:pt>
                <c:pt idx="1794">
                  <c:v>235.3114127893615</c:v>
                </c:pt>
                <c:pt idx="1795">
                  <c:v>238.81624307553318</c:v>
                </c:pt>
                <c:pt idx="1796">
                  <c:v>242.70464325622311</c:v>
                </c:pt>
                <c:pt idx="1797">
                  <c:v>246.0450298376168</c:v>
                </c:pt>
                <c:pt idx="1798">
                  <c:v>247.49134193988098</c:v>
                </c:pt>
                <c:pt idx="1799">
                  <c:v>244.97198513270408</c:v>
                </c:pt>
                <c:pt idx="1800">
                  <c:v>247.3724669725716</c:v>
                </c:pt>
                <c:pt idx="1801">
                  <c:v>248.90952029988193</c:v>
                </c:pt>
                <c:pt idx="1802">
                  <c:v>244.12876536458955</c:v>
                </c:pt>
                <c:pt idx="1803">
                  <c:v>244.06061038333212</c:v>
                </c:pt>
                <c:pt idx="1804">
                  <c:v>241.50281733672526</c:v>
                </c:pt>
                <c:pt idx="1805">
                  <c:v>238.18580949890242</c:v>
                </c:pt>
                <c:pt idx="1806">
                  <c:v>239.96299026017769</c:v>
                </c:pt>
                <c:pt idx="1807">
                  <c:v>242.53108580395141</c:v>
                </c:pt>
                <c:pt idx="1808">
                  <c:v>240.25304518041258</c:v>
                </c:pt>
                <c:pt idx="1809">
                  <c:v>235.63475270044302</c:v>
                </c:pt>
                <c:pt idx="1810">
                  <c:v>239.45658289943972</c:v>
                </c:pt>
                <c:pt idx="1811">
                  <c:v>237.38776221836542</c:v>
                </c:pt>
                <c:pt idx="1812">
                  <c:v>238.81663932542421</c:v>
                </c:pt>
                <c:pt idx="1813">
                  <c:v>236.80170862953011</c:v>
                </c:pt>
                <c:pt idx="1814">
                  <c:v>235.39938026517046</c:v>
                </c:pt>
                <c:pt idx="1815">
                  <c:v>230.41376413621487</c:v>
                </c:pt>
                <c:pt idx="1816">
                  <c:v>230.65191032072465</c:v>
                </c:pt>
                <c:pt idx="1817">
                  <c:v>226.52972270432628</c:v>
                </c:pt>
                <c:pt idx="1818">
                  <c:v>222.48995506526236</c:v>
                </c:pt>
                <c:pt idx="1819">
                  <c:v>218.32259496128637</c:v>
                </c:pt>
                <c:pt idx="1820">
                  <c:v>217.54753017442923</c:v>
                </c:pt>
                <c:pt idx="1821">
                  <c:v>212.46958782086332</c:v>
                </c:pt>
                <c:pt idx="1822">
                  <c:v>214.65371722022778</c:v>
                </c:pt>
                <c:pt idx="1823">
                  <c:v>217.3470277295674</c:v>
                </c:pt>
                <c:pt idx="1824">
                  <c:v>223.27017110070298</c:v>
                </c:pt>
                <c:pt idx="1825">
                  <c:v>222.78516123408068</c:v>
                </c:pt>
                <c:pt idx="1826">
                  <c:v>216.1297480643193</c:v>
                </c:pt>
                <c:pt idx="1827">
                  <c:v>220.88712425604083</c:v>
                </c:pt>
                <c:pt idx="1828">
                  <c:v>220.12038071689531</c:v>
                </c:pt>
                <c:pt idx="1829">
                  <c:v>218.69269235950961</c:v>
                </c:pt>
                <c:pt idx="1830">
                  <c:v>213.33063883407434</c:v>
                </c:pt>
                <c:pt idx="1831">
                  <c:v>216.20305429416013</c:v>
                </c:pt>
                <c:pt idx="1832">
                  <c:v>219.18364597449735</c:v>
                </c:pt>
                <c:pt idx="1833">
                  <c:v>224.48626201627792</c:v>
                </c:pt>
                <c:pt idx="1834">
                  <c:v>224.18511209909417</c:v>
                </c:pt>
                <c:pt idx="1835">
                  <c:v>224.27664582392245</c:v>
                </c:pt>
                <c:pt idx="1836">
                  <c:v>225.79230165711706</c:v>
                </c:pt>
                <c:pt idx="1837">
                  <c:v>222.08498767662837</c:v>
                </c:pt>
                <c:pt idx="1838">
                  <c:v>221.84169024353523</c:v>
                </c:pt>
                <c:pt idx="1839">
                  <c:v>220.34624315478317</c:v>
                </c:pt>
                <c:pt idx="1840">
                  <c:v>219.29102969496682</c:v>
                </c:pt>
                <c:pt idx="1841">
                  <c:v>220.36169690053336</c:v>
                </c:pt>
                <c:pt idx="1842">
                  <c:v>218.53815490200739</c:v>
                </c:pt>
                <c:pt idx="1843">
                  <c:v>212.21400664114819</c:v>
                </c:pt>
                <c:pt idx="1844">
                  <c:v>211.72146802659631</c:v>
                </c:pt>
                <c:pt idx="1845">
                  <c:v>212.4612665731517</c:v>
                </c:pt>
                <c:pt idx="1846">
                  <c:v>207.47921669321542</c:v>
                </c:pt>
                <c:pt idx="1847">
                  <c:v>205.08071610280308</c:v>
                </c:pt>
                <c:pt idx="1848">
                  <c:v>200.44617737730124</c:v>
                </c:pt>
                <c:pt idx="1849">
                  <c:v>207.59056291259523</c:v>
                </c:pt>
                <c:pt idx="1850">
                  <c:v>204.21015509220734</c:v>
                </c:pt>
                <c:pt idx="1851">
                  <c:v>206.68354691202461</c:v>
                </c:pt>
                <c:pt idx="1852">
                  <c:v>209.6086636076175</c:v>
                </c:pt>
                <c:pt idx="1853">
                  <c:v>211.7024480318268</c:v>
                </c:pt>
                <c:pt idx="1854">
                  <c:v>212.31861661238045</c:v>
                </c:pt>
                <c:pt idx="1855">
                  <c:v>211.37673062139913</c:v>
                </c:pt>
                <c:pt idx="1856">
                  <c:v>209.63798609955381</c:v>
                </c:pt>
                <c:pt idx="1857">
                  <c:v>210.70429455631898</c:v>
                </c:pt>
                <c:pt idx="1858">
                  <c:v>212.14862540912799</c:v>
                </c:pt>
                <c:pt idx="1859">
                  <c:v>211.58238431484432</c:v>
                </c:pt>
                <c:pt idx="1860">
                  <c:v>215.59441446153605</c:v>
                </c:pt>
                <c:pt idx="1861">
                  <c:v>218.51160615930834</c:v>
                </c:pt>
                <c:pt idx="1862">
                  <c:v>219.11866099236823</c:v>
                </c:pt>
                <c:pt idx="1863">
                  <c:v>221.17123542791029</c:v>
                </c:pt>
                <c:pt idx="1864">
                  <c:v>220.17268570251142</c:v>
                </c:pt>
                <c:pt idx="1865">
                  <c:v>220.53565060269608</c:v>
                </c:pt>
                <c:pt idx="1866">
                  <c:v>220.34267690576388</c:v>
                </c:pt>
                <c:pt idx="1867">
                  <c:v>222.03664518992258</c:v>
                </c:pt>
                <c:pt idx="1868">
                  <c:v>225.14720683451813</c:v>
                </c:pt>
                <c:pt idx="1869">
                  <c:v>226.66246641782175</c:v>
                </c:pt>
                <c:pt idx="1870">
                  <c:v>227.08605755133422</c:v>
                </c:pt>
                <c:pt idx="1871">
                  <c:v>230.21445044102617</c:v>
                </c:pt>
                <c:pt idx="1872">
                  <c:v>230.20414794385934</c:v>
                </c:pt>
                <c:pt idx="1873">
                  <c:v>229.98938050292037</c:v>
                </c:pt>
                <c:pt idx="1874">
                  <c:v>227.12053129185392</c:v>
                </c:pt>
                <c:pt idx="1875">
                  <c:v>229.63711434979353</c:v>
                </c:pt>
                <c:pt idx="1876">
                  <c:v>231.56645506922487</c:v>
                </c:pt>
                <c:pt idx="1877">
                  <c:v>234.85136666587417</c:v>
                </c:pt>
                <c:pt idx="1878">
                  <c:v>238.76433433980807</c:v>
                </c:pt>
                <c:pt idx="1879">
                  <c:v>239.55802287154376</c:v>
                </c:pt>
                <c:pt idx="1880">
                  <c:v>237.88981083030203</c:v>
                </c:pt>
                <c:pt idx="1881">
                  <c:v>239.26242045283436</c:v>
                </c:pt>
                <c:pt idx="1882">
                  <c:v>239.79735780572659</c:v>
                </c:pt>
                <c:pt idx="1883">
                  <c:v>240.65088007100798</c:v>
                </c:pt>
                <c:pt idx="1884">
                  <c:v>240.27721642376551</c:v>
                </c:pt>
                <c:pt idx="1885">
                  <c:v>242.37694459634022</c:v>
                </c:pt>
                <c:pt idx="1886">
                  <c:v>244.14025661142941</c:v>
                </c:pt>
                <c:pt idx="1887">
                  <c:v>247.69224063463383</c:v>
                </c:pt>
                <c:pt idx="1888">
                  <c:v>248.85602656459272</c:v>
                </c:pt>
                <c:pt idx="1889">
                  <c:v>249.32201643644549</c:v>
                </c:pt>
                <c:pt idx="1890">
                  <c:v>245.71455742849673</c:v>
                </c:pt>
                <c:pt idx="1891">
                  <c:v>240.75747129169542</c:v>
                </c:pt>
                <c:pt idx="1892">
                  <c:v>243.57203426769058</c:v>
                </c:pt>
                <c:pt idx="1893">
                  <c:v>245.36506502460713</c:v>
                </c:pt>
                <c:pt idx="1894">
                  <c:v>245.22241506383588</c:v>
                </c:pt>
                <c:pt idx="1895">
                  <c:v>246.57006094323327</c:v>
                </c:pt>
                <c:pt idx="1896">
                  <c:v>244.51669400790914</c:v>
                </c:pt>
                <c:pt idx="1897">
                  <c:v>249.49240388958893</c:v>
                </c:pt>
                <c:pt idx="1898">
                  <c:v>249.7666088141826</c:v>
                </c:pt>
                <c:pt idx="1899">
                  <c:v>248.86315906263127</c:v>
                </c:pt>
                <c:pt idx="1900">
                  <c:v>249.81415880110634</c:v>
                </c:pt>
                <c:pt idx="1901">
                  <c:v>251.27037715064628</c:v>
                </c:pt>
                <c:pt idx="1902">
                  <c:v>252.5344143030361</c:v>
                </c:pt>
                <c:pt idx="1903">
                  <c:v>252.99010167772207</c:v>
                </c:pt>
                <c:pt idx="1904">
                  <c:v>253.88443768177967</c:v>
                </c:pt>
                <c:pt idx="1905">
                  <c:v>256.3376207571543</c:v>
                </c:pt>
                <c:pt idx="1906">
                  <c:v>256.76002314099367</c:v>
                </c:pt>
                <c:pt idx="1907">
                  <c:v>255.9120483741867</c:v>
                </c:pt>
                <c:pt idx="1908">
                  <c:v>256.8943518540533</c:v>
                </c:pt>
                <c:pt idx="1909">
                  <c:v>249.59701386082122</c:v>
                </c:pt>
                <c:pt idx="1910">
                  <c:v>249.67230134011714</c:v>
                </c:pt>
                <c:pt idx="1911">
                  <c:v>253.24726785700133</c:v>
                </c:pt>
                <c:pt idx="1912">
                  <c:v>251.37062837307721</c:v>
                </c:pt>
                <c:pt idx="1913">
                  <c:v>252.22177313901238</c:v>
                </c:pt>
                <c:pt idx="1914">
                  <c:v>246.29862976787683</c:v>
                </c:pt>
                <c:pt idx="1915">
                  <c:v>238.63594937511391</c:v>
                </c:pt>
                <c:pt idx="1916">
                  <c:v>239.02348176854252</c:v>
                </c:pt>
                <c:pt idx="1917">
                  <c:v>238.27417322460241</c:v>
                </c:pt>
                <c:pt idx="1918">
                  <c:v>239.22121046416714</c:v>
                </c:pt>
                <c:pt idx="1919">
                  <c:v>243.04621066229205</c:v>
                </c:pt>
                <c:pt idx="1920">
                  <c:v>240.00578524840907</c:v>
                </c:pt>
                <c:pt idx="1921">
                  <c:v>246.39293724194226</c:v>
                </c:pt>
                <c:pt idx="1922">
                  <c:v>249.50032888740958</c:v>
                </c:pt>
                <c:pt idx="1923">
                  <c:v>248.8988215528241</c:v>
                </c:pt>
                <c:pt idx="1924">
                  <c:v>246.54153095107901</c:v>
                </c:pt>
                <c:pt idx="1925">
                  <c:v>242.24895588153714</c:v>
                </c:pt>
                <c:pt idx="1926">
                  <c:v>243.74559171996228</c:v>
                </c:pt>
                <c:pt idx="1927">
                  <c:v>242.06668093166277</c:v>
                </c:pt>
                <c:pt idx="1928">
                  <c:v>241.90619972579509</c:v>
                </c:pt>
                <c:pt idx="1929">
                  <c:v>242.28818462074923</c:v>
                </c:pt>
                <c:pt idx="1930">
                  <c:v>244.94583263989603</c:v>
                </c:pt>
                <c:pt idx="1931">
                  <c:v>245.55169872328287</c:v>
                </c:pt>
                <c:pt idx="1932">
                  <c:v>244.89313140438887</c:v>
                </c:pt>
                <c:pt idx="1933">
                  <c:v>243.23284436096779</c:v>
                </c:pt>
                <c:pt idx="1934">
                  <c:v>244.44814277676076</c:v>
                </c:pt>
                <c:pt idx="1935">
                  <c:v>245.53782997709678</c:v>
                </c:pt>
                <c:pt idx="1936">
                  <c:v>247.04080581377838</c:v>
                </c:pt>
                <c:pt idx="1937">
                  <c:v>245.70068868231064</c:v>
                </c:pt>
                <c:pt idx="1938">
                  <c:v>249.10090899725</c:v>
                </c:pt>
                <c:pt idx="1939">
                  <c:v>251.26601840184497</c:v>
                </c:pt>
                <c:pt idx="1940">
                  <c:v>251.06393095741902</c:v>
                </c:pt>
                <c:pt idx="1941">
                  <c:v>251.91071697455283</c:v>
                </c:pt>
                <c:pt idx="1942">
                  <c:v>251.28503839661445</c:v>
                </c:pt>
                <c:pt idx="1943">
                  <c:v>253.3114603393484</c:v>
                </c:pt>
                <c:pt idx="1944">
                  <c:v>251.43085835651397</c:v>
                </c:pt>
                <c:pt idx="1945">
                  <c:v>248.51723290776096</c:v>
                </c:pt>
                <c:pt idx="1946">
                  <c:v>248.69990410752641</c:v>
                </c:pt>
                <c:pt idx="1947">
                  <c:v>248.83819531949629</c:v>
                </c:pt>
                <c:pt idx="1948">
                  <c:v>248.87306530990702</c:v>
                </c:pt>
                <c:pt idx="1949">
                  <c:v>247.24328950809542</c:v>
                </c:pt>
                <c:pt idx="1950">
                  <c:v>246.24553228247862</c:v>
                </c:pt>
                <c:pt idx="1951">
                  <c:v>245.01478012093548</c:v>
                </c:pt>
                <c:pt idx="1952">
                  <c:v>244.89432015406197</c:v>
                </c:pt>
                <c:pt idx="1953">
                  <c:v>246.22968228683737</c:v>
                </c:pt>
                <c:pt idx="1954">
                  <c:v>246.86883336107087</c:v>
                </c:pt>
                <c:pt idx="1955">
                  <c:v>247.96723805900953</c:v>
                </c:pt>
                <c:pt idx="1956">
                  <c:v>250.33205740868425</c:v>
                </c:pt>
                <c:pt idx="1957">
                  <c:v>252.16471315470392</c:v>
                </c:pt>
                <c:pt idx="1958">
                  <c:v>251.0425334633033</c:v>
                </c:pt>
                <c:pt idx="1959">
                  <c:v>253.90028767742092</c:v>
                </c:pt>
                <c:pt idx="1960">
                  <c:v>255.84944089140379</c:v>
                </c:pt>
                <c:pt idx="1961">
                  <c:v>258.09221527464081</c:v>
                </c:pt>
                <c:pt idx="1962">
                  <c:v>258.72700760007297</c:v>
                </c:pt>
                <c:pt idx="1963">
                  <c:v>257.52478543068401</c:v>
                </c:pt>
                <c:pt idx="1964">
                  <c:v>256.04320708811804</c:v>
                </c:pt>
                <c:pt idx="1965">
                  <c:v>257.59373291172346</c:v>
                </c:pt>
                <c:pt idx="1966">
                  <c:v>256.56784194384346</c:v>
                </c:pt>
                <c:pt idx="1967">
                  <c:v>257.49070794005536</c:v>
                </c:pt>
                <c:pt idx="1968">
                  <c:v>258.88828130572261</c:v>
                </c:pt>
                <c:pt idx="1969">
                  <c:v>260.44078837878317</c:v>
                </c:pt>
                <c:pt idx="1970">
                  <c:v>257.8061228533162</c:v>
                </c:pt>
                <c:pt idx="1971">
                  <c:v>253.67997273800751</c:v>
                </c:pt>
                <c:pt idx="1972">
                  <c:v>255.08071610280308</c:v>
                </c:pt>
                <c:pt idx="1973">
                  <c:v>254.5271550050324</c:v>
                </c:pt>
                <c:pt idx="1974">
                  <c:v>250.51155860932138</c:v>
                </c:pt>
                <c:pt idx="1975">
                  <c:v>248.34288295570724</c:v>
                </c:pt>
                <c:pt idx="1976">
                  <c:v>238.9993105251896</c:v>
                </c:pt>
                <c:pt idx="1977">
                  <c:v>245.49265748951919</c:v>
                </c:pt>
                <c:pt idx="1978">
                  <c:v>247.92365057099613</c:v>
                </c:pt>
                <c:pt idx="1979">
                  <c:v>248.25491547989827</c:v>
                </c:pt>
                <c:pt idx="1980">
                  <c:v>248.45581417465112</c:v>
                </c:pt>
                <c:pt idx="1981">
                  <c:v>249.70954882987408</c:v>
                </c:pt>
                <c:pt idx="1982">
                  <c:v>251.90754697542462</c:v>
                </c:pt>
                <c:pt idx="1983">
                  <c:v>252.49320431436882</c:v>
                </c:pt>
                <c:pt idx="1984">
                  <c:v>249.66199884295031</c:v>
                </c:pt>
                <c:pt idx="1985">
                  <c:v>250.91731849773743</c:v>
                </c:pt>
                <c:pt idx="1986">
                  <c:v>249.00501652362047</c:v>
                </c:pt>
                <c:pt idx="1987">
                  <c:v>251.35438212754494</c:v>
                </c:pt>
                <c:pt idx="1988">
                  <c:v>250.10738372046947</c:v>
                </c:pt>
                <c:pt idx="1989">
                  <c:v>249.29824144298362</c:v>
                </c:pt>
                <c:pt idx="1990">
                  <c:v>248.52872415460087</c:v>
                </c:pt>
                <c:pt idx="1991">
                  <c:v>248.27710547379601</c:v>
                </c:pt>
                <c:pt idx="1992">
                  <c:v>247.6803531379029</c:v>
                </c:pt>
                <c:pt idx="1993">
                  <c:v>247.39941196516173</c:v>
                </c:pt>
                <c:pt idx="1994">
                  <c:v>248.68088411275687</c:v>
                </c:pt>
                <c:pt idx="1995">
                  <c:v>248.40588668838114</c:v>
                </c:pt>
                <c:pt idx="1996">
                  <c:v>246.46584722189203</c:v>
                </c:pt>
                <c:pt idx="1997">
                  <c:v>247.84479684268086</c:v>
                </c:pt>
                <c:pt idx="1998">
                  <c:v>246.8783433584556</c:v>
                </c:pt>
                <c:pt idx="1999">
                  <c:v>243.25226060562835</c:v>
                </c:pt>
                <c:pt idx="2000">
                  <c:v>239.66699159157733</c:v>
                </c:pt>
                <c:pt idx="2001">
                  <c:v>239.22279546373125</c:v>
                </c:pt>
                <c:pt idx="2002">
                  <c:v>243.1107993945302</c:v>
                </c:pt>
                <c:pt idx="2003">
                  <c:v>240.81413502611292</c:v>
                </c:pt>
                <c:pt idx="2004">
                  <c:v>241.1814586750989</c:v>
                </c:pt>
                <c:pt idx="2005">
                  <c:v>240.74637629474651</c:v>
                </c:pt>
                <c:pt idx="2006">
                  <c:v>243.06483440717054</c:v>
                </c:pt>
                <c:pt idx="2007">
                  <c:v>243.01054817209925</c:v>
                </c:pt>
                <c:pt idx="2008">
                  <c:v>245.23113256143856</c:v>
                </c:pt>
                <c:pt idx="2009">
                  <c:v>245.33138378386948</c:v>
                </c:pt>
                <c:pt idx="2010">
                  <c:v>245.90832362521104</c:v>
                </c:pt>
                <c:pt idx="2011">
                  <c:v>242.23033213665866</c:v>
                </c:pt>
                <c:pt idx="2012">
                  <c:v>241.5681985687454</c:v>
                </c:pt>
                <c:pt idx="2013">
                  <c:v>243.06760815640777</c:v>
                </c:pt>
                <c:pt idx="2014">
                  <c:v>244.77544518675259</c:v>
                </c:pt>
                <c:pt idx="2015">
                  <c:v>242.83817946950066</c:v>
                </c:pt>
                <c:pt idx="2016">
                  <c:v>243.03511566534323</c:v>
                </c:pt>
                <c:pt idx="2017">
                  <c:v>242.16257340529231</c:v>
                </c:pt>
                <c:pt idx="2018">
                  <c:v>239.42210915892002</c:v>
                </c:pt>
                <c:pt idx="2019">
                  <c:v>239.06271050775464</c:v>
                </c:pt>
                <c:pt idx="2020">
                  <c:v>238.56937939342072</c:v>
                </c:pt>
                <c:pt idx="2021">
                  <c:v>236.91701734782023</c:v>
                </c:pt>
                <c:pt idx="2022">
                  <c:v>238.67953686312737</c:v>
                </c:pt>
                <c:pt idx="2023">
                  <c:v>242.37892584579538</c:v>
                </c:pt>
                <c:pt idx="2024">
                  <c:v>241.60742730795749</c:v>
                </c:pt>
                <c:pt idx="2025">
                  <c:v>243.27880934832743</c:v>
                </c:pt>
                <c:pt idx="2026">
                  <c:v>245.35832877645959</c:v>
                </c:pt>
                <c:pt idx="2027">
                  <c:v>246.61998842950319</c:v>
                </c:pt>
                <c:pt idx="2028">
                  <c:v>245.2679838013045</c:v>
                </c:pt>
                <c:pt idx="2029">
                  <c:v>243.43572430517582</c:v>
                </c:pt>
                <c:pt idx="2030">
                  <c:v>238.59672063590182</c:v>
                </c:pt>
                <c:pt idx="2031">
                  <c:v>237.34853347915328</c:v>
                </c:pt>
                <c:pt idx="2032">
                  <c:v>237.52209093142503</c:v>
                </c:pt>
                <c:pt idx="2033">
                  <c:v>237.73012212421642</c:v>
                </c:pt>
                <c:pt idx="2034">
                  <c:v>238.4810156677207</c:v>
                </c:pt>
                <c:pt idx="2035">
                  <c:v>236.02664384267294</c:v>
                </c:pt>
                <c:pt idx="2036">
                  <c:v>237.41827345997484</c:v>
                </c:pt>
                <c:pt idx="2037">
                  <c:v>238.07168953028537</c:v>
                </c:pt>
                <c:pt idx="2038">
                  <c:v>237.08978230030988</c:v>
                </c:pt>
                <c:pt idx="2039">
                  <c:v>234.30612681581513</c:v>
                </c:pt>
                <c:pt idx="2040">
                  <c:v>233.20574086842126</c:v>
                </c:pt>
                <c:pt idx="2041">
                  <c:v>232.39857984039057</c:v>
                </c:pt>
                <c:pt idx="2042">
                  <c:v>235.9711688579286</c:v>
                </c:pt>
                <c:pt idx="2043">
                  <c:v>238.02849829216299</c:v>
                </c:pt>
                <c:pt idx="2044">
                  <c:v>239.07142800535732</c:v>
                </c:pt>
                <c:pt idx="2045">
                  <c:v>239.01912301974119</c:v>
                </c:pt>
                <c:pt idx="2046">
                  <c:v>240.55379884770534</c:v>
                </c:pt>
                <c:pt idx="2047">
                  <c:v>241.4754760942441</c:v>
                </c:pt>
                <c:pt idx="2048">
                  <c:v>242.69117075992804</c:v>
                </c:pt>
                <c:pt idx="2049">
                  <c:v>244.28052907285451</c:v>
                </c:pt>
                <c:pt idx="2050">
                  <c:v>244.76078394078442</c:v>
                </c:pt>
                <c:pt idx="2051">
                  <c:v>245.72644492522767</c:v>
                </c:pt>
                <c:pt idx="2052">
                  <c:v>247.58287566470921</c:v>
                </c:pt>
                <c:pt idx="2053">
                  <c:v>247.34908822900076</c:v>
                </c:pt>
                <c:pt idx="2054">
                  <c:v>247.41486571091195</c:v>
                </c:pt>
                <c:pt idx="2055">
                  <c:v>246.36718099902524</c:v>
                </c:pt>
                <c:pt idx="2056">
                  <c:v>247.33918198172495</c:v>
                </c:pt>
                <c:pt idx="2057">
                  <c:v>247.10618704579858</c:v>
                </c:pt>
                <c:pt idx="2058">
                  <c:v>247.48856819064375</c:v>
                </c:pt>
                <c:pt idx="2059">
                  <c:v>248.87821655849046</c:v>
                </c:pt>
                <c:pt idx="2060">
                  <c:v>251.97332445733579</c:v>
                </c:pt>
                <c:pt idx="2061">
                  <c:v>254.40669503815889</c:v>
                </c:pt>
                <c:pt idx="2062">
                  <c:v>255.07556485421969</c:v>
                </c:pt>
                <c:pt idx="2063">
                  <c:v>256.56665319417039</c:v>
                </c:pt>
                <c:pt idx="2064">
                  <c:v>254.77956618561933</c:v>
                </c:pt>
                <c:pt idx="2065">
                  <c:v>257.37302172241903</c:v>
                </c:pt>
                <c:pt idx="2066">
                  <c:v>257.47129169539477</c:v>
                </c:pt>
                <c:pt idx="2067">
                  <c:v>257.60482790867229</c:v>
                </c:pt>
                <c:pt idx="2068">
                  <c:v>258.36523144956135</c:v>
                </c:pt>
                <c:pt idx="2069">
                  <c:v>257.31239548909122</c:v>
                </c:pt>
                <c:pt idx="2070">
                  <c:v>259.22192371397102</c:v>
                </c:pt>
                <c:pt idx="2071">
                  <c:v>259.88326478210217</c:v>
                </c:pt>
                <c:pt idx="2072">
                  <c:v>259.64472234770136</c:v>
                </c:pt>
                <c:pt idx="2073">
                  <c:v>258.12153776657715</c:v>
                </c:pt>
                <c:pt idx="2074">
                  <c:v>257.96145281060052</c:v>
                </c:pt>
                <c:pt idx="2075">
                  <c:v>259.59439861154038</c:v>
                </c:pt>
                <c:pt idx="2076">
                  <c:v>261.22298566367897</c:v>
                </c:pt>
                <c:pt idx="2077">
                  <c:v>261.77337676232139</c:v>
                </c:pt>
                <c:pt idx="2078">
                  <c:v>262.76994523826505</c:v>
                </c:pt>
                <c:pt idx="2079">
                  <c:v>264.89384465419272</c:v>
                </c:pt>
                <c:pt idx="2080">
                  <c:v>265.89160187980951</c:v>
                </c:pt>
                <c:pt idx="2081">
                  <c:v>266.55967919608827</c:v>
                </c:pt>
                <c:pt idx="2082">
                  <c:v>267.55822892148711</c:v>
                </c:pt>
                <c:pt idx="2083">
                  <c:v>267.96319631012102</c:v>
                </c:pt>
                <c:pt idx="2084">
                  <c:v>269.18681597362564</c:v>
                </c:pt>
                <c:pt idx="2085">
                  <c:v>269.57038586814389</c:v>
                </c:pt>
                <c:pt idx="2086">
                  <c:v>269.73443332303083</c:v>
                </c:pt>
                <c:pt idx="2087">
                  <c:v>272.54146755109645</c:v>
                </c:pt>
                <c:pt idx="2088">
                  <c:v>271.03809546452379</c:v>
                </c:pt>
                <c:pt idx="2089">
                  <c:v>270.66284681771714</c:v>
                </c:pt>
                <c:pt idx="2090">
                  <c:v>272.16265265527056</c:v>
                </c:pt>
                <c:pt idx="2091">
                  <c:v>275.48084924276645</c:v>
                </c:pt>
                <c:pt idx="2092">
                  <c:v>276.05382658519773</c:v>
                </c:pt>
                <c:pt idx="2093">
                  <c:v>276.63789892457783</c:v>
                </c:pt>
                <c:pt idx="2094">
                  <c:v>278.51850090741232</c:v>
                </c:pt>
                <c:pt idx="2095">
                  <c:v>278.62746962744592</c:v>
                </c:pt>
                <c:pt idx="2096">
                  <c:v>279.9838330044459</c:v>
                </c:pt>
                <c:pt idx="2097">
                  <c:v>282.24404238288838</c:v>
                </c:pt>
                <c:pt idx="2098">
                  <c:v>279.23927945919814</c:v>
                </c:pt>
                <c:pt idx="2099">
                  <c:v>275.78913165798883</c:v>
                </c:pt>
                <c:pt idx="2100">
                  <c:v>278.32948970939032</c:v>
                </c:pt>
                <c:pt idx="2101">
                  <c:v>279.72825182473071</c:v>
                </c:pt>
                <c:pt idx="2102">
                  <c:v>281.50345133655088</c:v>
                </c:pt>
                <c:pt idx="2103">
                  <c:v>283.35314582788487</c:v>
                </c:pt>
                <c:pt idx="2104">
                  <c:v>284.05965938359373</c:v>
                </c:pt>
                <c:pt idx="2105">
                  <c:v>283.49143703985487</c:v>
                </c:pt>
                <c:pt idx="2106">
                  <c:v>285.49527273880005</c:v>
                </c:pt>
                <c:pt idx="2107">
                  <c:v>288.256738229397</c:v>
                </c:pt>
                <c:pt idx="2108">
                  <c:v>285.90856137514567</c:v>
                </c:pt>
                <c:pt idx="2109">
                  <c:v>284.80896792753384</c:v>
                </c:pt>
                <c:pt idx="2110">
                  <c:v>287.30415349135779</c:v>
                </c:pt>
                <c:pt idx="2111">
                  <c:v>288.53450940300991</c:v>
                </c:pt>
                <c:pt idx="2112">
                  <c:v>286.20614504331013</c:v>
                </c:pt>
                <c:pt idx="2113">
                  <c:v>289.49184913974148</c:v>
                </c:pt>
                <c:pt idx="2114">
                  <c:v>290.38182639499774</c:v>
                </c:pt>
                <c:pt idx="2115">
                  <c:v>289.98676525363959</c:v>
                </c:pt>
                <c:pt idx="2116">
                  <c:v>291.94899471402647</c:v>
                </c:pt>
                <c:pt idx="2117">
                  <c:v>292.68364201199842</c:v>
                </c:pt>
                <c:pt idx="2118">
                  <c:v>291.63595730011178</c:v>
                </c:pt>
                <c:pt idx="2119">
                  <c:v>291.18502492411812</c:v>
                </c:pt>
                <c:pt idx="2120">
                  <c:v>292.3345458579999</c:v>
                </c:pt>
                <c:pt idx="2121">
                  <c:v>293.62196175396053</c:v>
                </c:pt>
                <c:pt idx="2122">
                  <c:v>294.42634903275405</c:v>
                </c:pt>
                <c:pt idx="2123">
                  <c:v>296.05533233478366</c:v>
                </c:pt>
                <c:pt idx="2124">
                  <c:v>298.94161654105545</c:v>
                </c:pt>
                <c:pt idx="2125">
                  <c:v>299.03750901468504</c:v>
                </c:pt>
                <c:pt idx="2126">
                  <c:v>295.06906635600677</c:v>
                </c:pt>
                <c:pt idx="2127">
                  <c:v>295.80965740234421</c:v>
                </c:pt>
                <c:pt idx="2128">
                  <c:v>298.22242298883367</c:v>
                </c:pt>
                <c:pt idx="2129">
                  <c:v>299.7563063170158</c:v>
                </c:pt>
                <c:pt idx="2130">
                  <c:v>300.45647987446802</c:v>
                </c:pt>
                <c:pt idx="2131">
                  <c:v>301.44314210313593</c:v>
                </c:pt>
                <c:pt idx="2132">
                  <c:v>301.21014716720953</c:v>
                </c:pt>
                <c:pt idx="2133">
                  <c:v>299.85140629086334</c:v>
                </c:pt>
                <c:pt idx="2134">
                  <c:v>299.32875268459298</c:v>
                </c:pt>
                <c:pt idx="2135">
                  <c:v>299.57799386605171</c:v>
                </c:pt>
                <c:pt idx="2136">
                  <c:v>300.32175491151742</c:v>
                </c:pt>
                <c:pt idx="2137">
                  <c:v>299.68696258608531</c:v>
                </c:pt>
                <c:pt idx="2138">
                  <c:v>302.15163690829991</c:v>
                </c:pt>
                <c:pt idx="2139">
                  <c:v>305.46349349753933</c:v>
                </c:pt>
                <c:pt idx="2140">
                  <c:v>306.65501691987038</c:v>
                </c:pt>
                <c:pt idx="2141">
                  <c:v>307.40274046424639</c:v>
                </c:pt>
                <c:pt idx="2142">
                  <c:v>304.88457240674262</c:v>
                </c:pt>
                <c:pt idx="2143">
                  <c:v>306.39745449070006</c:v>
                </c:pt>
                <c:pt idx="2144">
                  <c:v>307.44870545160603</c:v>
                </c:pt>
                <c:pt idx="2145">
                  <c:v>309.68949858538792</c:v>
                </c:pt>
                <c:pt idx="2146">
                  <c:v>310.01521599581565</c:v>
                </c:pt>
                <c:pt idx="2147">
                  <c:v>312.60629403326914</c:v>
                </c:pt>
                <c:pt idx="2148">
                  <c:v>315.65543694475485</c:v>
                </c:pt>
                <c:pt idx="2149">
                  <c:v>319.00969227233463</c:v>
                </c:pt>
                <c:pt idx="2150">
                  <c:v>319.25140470586371</c:v>
                </c:pt>
                <c:pt idx="2151">
                  <c:v>321.70656903069357</c:v>
                </c:pt>
                <c:pt idx="2152">
                  <c:v>324.74857944414066</c:v>
                </c:pt>
                <c:pt idx="2153">
                  <c:v>328.44519467757146</c:v>
                </c:pt>
                <c:pt idx="2154">
                  <c:v>318.34953995387656</c:v>
                </c:pt>
                <c:pt idx="2155">
                  <c:v>318.94232979085928</c:v>
                </c:pt>
                <c:pt idx="2156">
                  <c:v>322.674607514483</c:v>
                </c:pt>
                <c:pt idx="2157">
                  <c:v>323.57686851636117</c:v>
                </c:pt>
                <c:pt idx="2158">
                  <c:v>322.21614639055974</c:v>
                </c:pt>
                <c:pt idx="2159">
                  <c:v>321.3099228897712</c:v>
                </c:pt>
                <c:pt idx="2160">
                  <c:v>318.46484867216662</c:v>
                </c:pt>
                <c:pt idx="2161">
                  <c:v>318.1026762717641</c:v>
                </c:pt>
                <c:pt idx="2162">
                  <c:v>320.2150844408518</c:v>
                </c:pt>
                <c:pt idx="2163">
                  <c:v>319.68529833654298</c:v>
                </c:pt>
                <c:pt idx="2164">
                  <c:v>322.07825142848088</c:v>
                </c:pt>
                <c:pt idx="2165">
                  <c:v>317.82450884826011</c:v>
                </c:pt>
                <c:pt idx="2166">
                  <c:v>321.256032904591</c:v>
                </c:pt>
                <c:pt idx="2167">
                  <c:v>321.8250477481119</c:v>
                </c:pt>
                <c:pt idx="2168">
                  <c:v>317.37635022150374</c:v>
                </c:pt>
                <c:pt idx="2169">
                  <c:v>317.36446272477281</c:v>
                </c:pt>
                <c:pt idx="2170">
                  <c:v>319.25615970455613</c:v>
                </c:pt>
                <c:pt idx="2171">
                  <c:v>314.97626463152721</c:v>
                </c:pt>
                <c:pt idx="2172">
                  <c:v>319.26249970281265</c:v>
                </c:pt>
                <c:pt idx="2173">
                  <c:v>320.85344301530318</c:v>
                </c:pt>
                <c:pt idx="2174">
                  <c:v>321.40224911438156</c:v>
                </c:pt>
                <c:pt idx="2175">
                  <c:v>321.01115047193366</c:v>
                </c:pt>
                <c:pt idx="2176">
                  <c:v>321.68081278777652</c:v>
                </c:pt>
                <c:pt idx="2177">
                  <c:v>322.81170997677975</c:v>
                </c:pt>
                <c:pt idx="2178">
                  <c:v>319.90957577486665</c:v>
                </c:pt>
                <c:pt idx="2179">
                  <c:v>319.63576710016406</c:v>
                </c:pt>
                <c:pt idx="2180">
                  <c:v>316.03900683927316</c:v>
                </c:pt>
                <c:pt idx="2181">
                  <c:v>307.62741415246114</c:v>
                </c:pt>
                <c:pt idx="2182">
                  <c:v>305.62159720406078</c:v>
                </c:pt>
                <c:pt idx="2183">
                  <c:v>302.07516067933085</c:v>
                </c:pt>
                <c:pt idx="2184">
                  <c:v>306.71207690417884</c:v>
                </c:pt>
                <c:pt idx="2185">
                  <c:v>306.97637558149671</c:v>
                </c:pt>
                <c:pt idx="2186">
                  <c:v>308.09974402257041</c:v>
                </c:pt>
                <c:pt idx="2187">
                  <c:v>307.29258299453971</c:v>
                </c:pt>
                <c:pt idx="2188">
                  <c:v>311.55108057345285</c:v>
                </c:pt>
                <c:pt idx="2189">
                  <c:v>313.73005872423391</c:v>
                </c:pt>
                <c:pt idx="2190">
                  <c:v>316.50143046210661</c:v>
                </c:pt>
                <c:pt idx="2191">
                  <c:v>317.3945777164912</c:v>
                </c:pt>
                <c:pt idx="2192">
                  <c:v>320.54119810117055</c:v>
                </c:pt>
                <c:pt idx="2193">
                  <c:v>321.26078790328336</c:v>
                </c:pt>
                <c:pt idx="2194">
                  <c:v>322.8093324774336</c:v>
                </c:pt>
                <c:pt idx="2195">
                  <c:v>324.78899693302583</c:v>
                </c:pt>
                <c:pt idx="2196">
                  <c:v>325.00178312450964</c:v>
                </c:pt>
                <c:pt idx="2197">
                  <c:v>328.13334601332986</c:v>
                </c:pt>
                <c:pt idx="2198">
                  <c:v>330.68083656276997</c:v>
                </c:pt>
                <c:pt idx="2199">
                  <c:v>331.35406512763211</c:v>
                </c:pt>
                <c:pt idx="2200">
                  <c:v>331.71227502912438</c:v>
                </c:pt>
                <c:pt idx="2201">
                  <c:v>331.9266462201723</c:v>
                </c:pt>
                <c:pt idx="2202">
                  <c:v>333.06467590721411</c:v>
                </c:pt>
                <c:pt idx="2203">
                  <c:v>333.06626090677833</c:v>
                </c:pt>
                <c:pt idx="2204">
                  <c:v>333.24972460632574</c:v>
                </c:pt>
                <c:pt idx="2205">
                  <c:v>335.05305786040907</c:v>
                </c:pt>
                <c:pt idx="2206">
                  <c:v>337.75310461789621</c:v>
                </c:pt>
                <c:pt idx="2207">
                  <c:v>340.05293898544181</c:v>
                </c:pt>
                <c:pt idx="2208">
                  <c:v>343.80542545350801</c:v>
                </c:pt>
                <c:pt idx="2209">
                  <c:v>348.05480928492744</c:v>
                </c:pt>
                <c:pt idx="2210">
                  <c:v>349.6738863396813</c:v>
                </c:pt>
                <c:pt idx="2211">
                  <c:v>350.54206985093077</c:v>
                </c:pt>
                <c:pt idx="2212">
                  <c:v>352.62277802873604</c:v>
                </c:pt>
                <c:pt idx="2213">
                  <c:v>351.87148823534073</c:v>
                </c:pt>
                <c:pt idx="2214">
                  <c:v>354.47841626843558</c:v>
                </c:pt>
                <c:pt idx="2215">
                  <c:v>353.10422164633906</c:v>
                </c:pt>
                <c:pt idx="2216">
                  <c:v>356.20725454300504</c:v>
                </c:pt>
                <c:pt idx="2217">
                  <c:v>360.85922826371228</c:v>
                </c:pt>
                <c:pt idx="2218">
                  <c:v>361.27330939983995</c:v>
                </c:pt>
                <c:pt idx="2219">
                  <c:v>362.05471418495364</c:v>
                </c:pt>
                <c:pt idx="2220">
                  <c:v>360.68606706133158</c:v>
                </c:pt>
                <c:pt idx="2221">
                  <c:v>348.89763280315094</c:v>
                </c:pt>
                <c:pt idx="2222">
                  <c:v>354.78392493442061</c:v>
                </c:pt>
                <c:pt idx="2223">
                  <c:v>357.37619172154729</c:v>
                </c:pt>
                <c:pt idx="2224">
                  <c:v>359.70059358233681</c:v>
                </c:pt>
                <c:pt idx="2225">
                  <c:v>361.05457945999063</c:v>
                </c:pt>
                <c:pt idx="2226">
                  <c:v>363.08575640141703</c:v>
                </c:pt>
                <c:pt idx="2227">
                  <c:v>365.98947560289423</c:v>
                </c:pt>
                <c:pt idx="2228">
                  <c:v>368.29406496913214</c:v>
                </c:pt>
                <c:pt idx="2229">
                  <c:v>367.63787514958437</c:v>
                </c:pt>
                <c:pt idx="2230">
                  <c:v>368.74261984577959</c:v>
                </c:pt>
                <c:pt idx="2231">
                  <c:v>374.9292693944509</c:v>
                </c:pt>
                <c:pt idx="2232">
                  <c:v>375.61557420571717</c:v>
                </c:pt>
                <c:pt idx="2233">
                  <c:v>371.63762154965411</c:v>
                </c:pt>
                <c:pt idx="2234">
                  <c:v>372.23675138489341</c:v>
                </c:pt>
                <c:pt idx="2235">
                  <c:v>373.32406108588322</c:v>
                </c:pt>
                <c:pt idx="2236">
                  <c:v>375.14799933430021</c:v>
                </c:pt>
                <c:pt idx="2237">
                  <c:v>376.53725145225587</c:v>
                </c:pt>
                <c:pt idx="2238">
                  <c:v>379.11564949319637</c:v>
                </c:pt>
                <c:pt idx="2239">
                  <c:v>377.76404111488876</c:v>
                </c:pt>
                <c:pt idx="2240">
                  <c:v>373.67593098911902</c:v>
                </c:pt>
                <c:pt idx="2241">
                  <c:v>373.26620860179264</c:v>
                </c:pt>
                <c:pt idx="2242">
                  <c:v>378.9412995411426</c:v>
                </c:pt>
                <c:pt idx="2243">
                  <c:v>380.8975852531641</c:v>
                </c:pt>
                <c:pt idx="2244">
                  <c:v>369.06397850740592</c:v>
                </c:pt>
                <c:pt idx="2245">
                  <c:v>375.83034164665611</c:v>
                </c:pt>
                <c:pt idx="2246">
                  <c:v>374.12844836467673</c:v>
                </c:pt>
                <c:pt idx="2247">
                  <c:v>380.23386668568673</c:v>
                </c:pt>
                <c:pt idx="2248">
                  <c:v>378.75109959344758</c:v>
                </c:pt>
                <c:pt idx="2249">
                  <c:v>384.90604915083651</c:v>
                </c:pt>
                <c:pt idx="2250">
                  <c:v>382.76154474057523</c:v>
                </c:pt>
                <c:pt idx="2251">
                  <c:v>384.18011935046718</c:v>
                </c:pt>
                <c:pt idx="2252">
                  <c:v>383.65072949604939</c:v>
                </c:pt>
                <c:pt idx="2253">
                  <c:v>388.20324449410776</c:v>
                </c:pt>
                <c:pt idx="2254">
                  <c:v>391.11488869340565</c:v>
                </c:pt>
                <c:pt idx="2255">
                  <c:v>390.9227074962555</c:v>
                </c:pt>
                <c:pt idx="2256">
                  <c:v>387.445614702456</c:v>
                </c:pt>
                <c:pt idx="2257">
                  <c:v>377.830611096582</c:v>
                </c:pt>
                <c:pt idx="2258">
                  <c:v>379.09742199820897</c:v>
                </c:pt>
                <c:pt idx="2259">
                  <c:v>383.03020216669444</c:v>
                </c:pt>
                <c:pt idx="2260">
                  <c:v>386.91345109880098</c:v>
                </c:pt>
                <c:pt idx="2261">
                  <c:v>389.37059667308591</c:v>
                </c:pt>
                <c:pt idx="2262">
                  <c:v>390.78917128297792</c:v>
                </c:pt>
                <c:pt idx="2263">
                  <c:v>390.29385891918878</c:v>
                </c:pt>
                <c:pt idx="2264">
                  <c:v>385.39660651593323</c:v>
                </c:pt>
                <c:pt idx="2265">
                  <c:v>389.34206668093168</c:v>
                </c:pt>
                <c:pt idx="2266">
                  <c:v>390.54032635141033</c:v>
                </c:pt>
                <c:pt idx="2267">
                  <c:v>389.13562048770444</c:v>
                </c:pt>
                <c:pt idx="2268">
                  <c:v>388.65140312086413</c:v>
                </c:pt>
                <c:pt idx="2269">
                  <c:v>381.10601269584652</c:v>
                </c:pt>
                <c:pt idx="2270">
                  <c:v>383.06031715841277</c:v>
                </c:pt>
                <c:pt idx="2271">
                  <c:v>386.66539866701538</c:v>
                </c:pt>
                <c:pt idx="2272">
                  <c:v>389.53781412710117</c:v>
                </c:pt>
                <c:pt idx="2273">
                  <c:v>390.29742516820812</c:v>
                </c:pt>
                <c:pt idx="2274">
                  <c:v>389.23547546024429</c:v>
                </c:pt>
                <c:pt idx="2275">
                  <c:v>387.19399602165112</c:v>
                </c:pt>
                <c:pt idx="2276">
                  <c:v>388.05663203442623</c:v>
                </c:pt>
                <c:pt idx="2277">
                  <c:v>386.53899495177643</c:v>
                </c:pt>
                <c:pt idx="2278">
                  <c:v>381.08818145075014</c:v>
                </c:pt>
                <c:pt idx="2279">
                  <c:v>364.32324481110771</c:v>
                </c:pt>
                <c:pt idx="2280">
                  <c:v>371.69190778472534</c:v>
                </c:pt>
                <c:pt idx="2281">
                  <c:v>369.98327825459847</c:v>
                </c:pt>
                <c:pt idx="2282">
                  <c:v>368.52547490549443</c:v>
                </c:pt>
                <c:pt idx="2283">
                  <c:v>363.96582740939749</c:v>
                </c:pt>
                <c:pt idx="2284">
                  <c:v>363.91510742334549</c:v>
                </c:pt>
                <c:pt idx="2285">
                  <c:v>372.74078124628522</c:v>
                </c:pt>
                <c:pt idx="2286">
                  <c:v>374.9542331375859</c:v>
                </c:pt>
                <c:pt idx="2287">
                  <c:v>378.87552205923146</c:v>
                </c:pt>
                <c:pt idx="2288">
                  <c:v>379.11089449450401</c:v>
                </c:pt>
                <c:pt idx="2289">
                  <c:v>381.00021397494118</c:v>
                </c:pt>
                <c:pt idx="2290">
                  <c:v>387.6278896523304</c:v>
                </c:pt>
                <c:pt idx="2291">
                  <c:v>392.12334466608024</c:v>
                </c:pt>
                <c:pt idx="2292">
                  <c:v>394.16323910510926</c:v>
                </c:pt>
                <c:pt idx="2293">
                  <c:v>394.21950658963573</c:v>
                </c:pt>
                <c:pt idx="2294">
                  <c:v>396.43097723148128</c:v>
                </c:pt>
                <c:pt idx="2295">
                  <c:v>396.5779859410539</c:v>
                </c:pt>
                <c:pt idx="2296">
                  <c:v>395.41538876076811</c:v>
                </c:pt>
                <c:pt idx="2297">
                  <c:v>399.264560202246</c:v>
                </c:pt>
                <c:pt idx="2298">
                  <c:v>396.78522463406324</c:v>
                </c:pt>
                <c:pt idx="2299">
                  <c:v>390.55181759825018</c:v>
                </c:pt>
                <c:pt idx="2300">
                  <c:v>390.20034394490546</c:v>
                </c:pt>
                <c:pt idx="2301">
                  <c:v>388.29081572002571</c:v>
                </c:pt>
                <c:pt idx="2302">
                  <c:v>385.92322262111378</c:v>
                </c:pt>
                <c:pt idx="2303">
                  <c:v>389.0888630005627</c:v>
                </c:pt>
                <c:pt idx="2304">
                  <c:v>393.19757812066604</c:v>
                </c:pt>
                <c:pt idx="2305">
                  <c:v>396.18569854893292</c:v>
                </c:pt>
                <c:pt idx="2306">
                  <c:v>398.06075303329294</c:v>
                </c:pt>
                <c:pt idx="2307">
                  <c:v>401.19588217113238</c:v>
                </c:pt>
                <c:pt idx="2308">
                  <c:v>402.86290546270101</c:v>
                </c:pt>
                <c:pt idx="2309">
                  <c:v>403.13037413914714</c:v>
                </c:pt>
                <c:pt idx="2310">
                  <c:v>405.0870561010596</c:v>
                </c:pt>
                <c:pt idx="2311">
                  <c:v>403.660952743238</c:v>
                </c:pt>
                <c:pt idx="2312">
                  <c:v>401.49782458809824</c:v>
                </c:pt>
                <c:pt idx="2313">
                  <c:v>393.6699079907753</c:v>
                </c:pt>
                <c:pt idx="2314">
                  <c:v>396.53756845216873</c:v>
                </c:pt>
                <c:pt idx="2315">
                  <c:v>389.18990672277567</c:v>
                </c:pt>
                <c:pt idx="2316">
                  <c:v>392.5433695505734</c:v>
                </c:pt>
                <c:pt idx="2317">
                  <c:v>394.15293660794248</c:v>
                </c:pt>
                <c:pt idx="2318">
                  <c:v>398.03460054048486</c:v>
                </c:pt>
                <c:pt idx="2319">
                  <c:v>401.85880823882781</c:v>
                </c:pt>
                <c:pt idx="2320">
                  <c:v>405.38979101780751</c:v>
                </c:pt>
                <c:pt idx="2321">
                  <c:v>408.96872003360204</c:v>
                </c:pt>
                <c:pt idx="2322">
                  <c:v>411.06369320748433</c:v>
                </c:pt>
                <c:pt idx="2323">
                  <c:v>412.64116402367995</c:v>
                </c:pt>
                <c:pt idx="2324">
                  <c:v>413.42732380748595</c:v>
                </c:pt>
                <c:pt idx="2325">
                  <c:v>415.41689451035404</c:v>
                </c:pt>
                <c:pt idx="2326">
                  <c:v>415.46365199749573</c:v>
                </c:pt>
                <c:pt idx="2327">
                  <c:v>418.13675376239274</c:v>
                </c:pt>
                <c:pt idx="2328">
                  <c:v>414.43617603005168</c:v>
                </c:pt>
                <c:pt idx="2329">
                  <c:v>413.09645514847483</c:v>
                </c:pt>
                <c:pt idx="2330">
                  <c:v>407.55767417163958</c:v>
                </c:pt>
                <c:pt idx="2331">
                  <c:v>409.76755981392108</c:v>
                </c:pt>
                <c:pt idx="2332">
                  <c:v>422.82518247307479</c:v>
                </c:pt>
                <c:pt idx="2333">
                  <c:v>389.51998288200474</c:v>
                </c:pt>
                <c:pt idx="2334">
                  <c:v>406.28848577066645</c:v>
                </c:pt>
                <c:pt idx="2335">
                  <c:v>415.378458270924</c:v>
                </c:pt>
                <c:pt idx="2336">
                  <c:v>421.56788156883255</c:v>
                </c:pt>
                <c:pt idx="2337">
                  <c:v>421.89320272936925</c:v>
                </c:pt>
                <c:pt idx="2338">
                  <c:v>425.30689554060376</c:v>
                </c:pt>
                <c:pt idx="2339">
                  <c:v>429.74172432102586</c:v>
                </c:pt>
                <c:pt idx="2340">
                  <c:v>433.11896214228545</c:v>
                </c:pt>
                <c:pt idx="2341">
                  <c:v>437.66553339197827</c:v>
                </c:pt>
                <c:pt idx="2342">
                  <c:v>439.75852531640561</c:v>
                </c:pt>
                <c:pt idx="2343">
                  <c:v>435.49210273967179</c:v>
                </c:pt>
                <c:pt idx="2344">
                  <c:v>439.62974410182039</c:v>
                </c:pt>
                <c:pt idx="2345">
                  <c:v>439.27589294912946</c:v>
                </c:pt>
                <c:pt idx="2346">
                  <c:v>440.44800012680003</c:v>
                </c:pt>
                <c:pt idx="2347">
                  <c:v>438.79563808119963</c:v>
                </c:pt>
                <c:pt idx="2348">
                  <c:v>437.82284459871778</c:v>
                </c:pt>
                <c:pt idx="2349">
                  <c:v>439.23706045980839</c:v>
                </c:pt>
                <c:pt idx="2350">
                  <c:v>441.71481102842699</c:v>
                </c:pt>
                <c:pt idx="2351">
                  <c:v>446.11793981756654</c:v>
                </c:pt>
                <c:pt idx="2352">
                  <c:v>442.64837577169669</c:v>
                </c:pt>
                <c:pt idx="2353">
                  <c:v>446.12427981582312</c:v>
                </c:pt>
                <c:pt idx="2354">
                  <c:v>448.70228160687259</c:v>
                </c:pt>
                <c:pt idx="2355">
                  <c:v>452.43376683071415</c:v>
                </c:pt>
                <c:pt idx="2356">
                  <c:v>450.83886101931324</c:v>
                </c:pt>
                <c:pt idx="2357">
                  <c:v>452.33945935664872</c:v>
                </c:pt>
                <c:pt idx="2358">
                  <c:v>451.09998969750285</c:v>
                </c:pt>
                <c:pt idx="2359">
                  <c:v>452.89975670256695</c:v>
                </c:pt>
                <c:pt idx="2360">
                  <c:v>453.10224039688399</c:v>
                </c:pt>
                <c:pt idx="2361">
                  <c:v>456.99064057757386</c:v>
                </c:pt>
                <c:pt idx="2362">
                  <c:v>456.98707432855457</c:v>
                </c:pt>
                <c:pt idx="2363">
                  <c:v>452.60534303353069</c:v>
                </c:pt>
                <c:pt idx="2364">
                  <c:v>443.07315565488227</c:v>
                </c:pt>
                <c:pt idx="2365">
                  <c:v>448.75022784368736</c:v>
                </c:pt>
                <c:pt idx="2366">
                  <c:v>446.06048358336704</c:v>
                </c:pt>
                <c:pt idx="2367">
                  <c:v>450.71641980298455</c:v>
                </c:pt>
                <c:pt idx="2368">
                  <c:v>449.67824508848258</c:v>
                </c:pt>
                <c:pt idx="2369">
                  <c:v>457.81206660168169</c:v>
                </c:pt>
                <c:pt idx="2370">
                  <c:v>462.51911905724228</c:v>
                </c:pt>
                <c:pt idx="2371">
                  <c:v>464.59031723766282</c:v>
                </c:pt>
                <c:pt idx="2372">
                  <c:v>467.50275393674269</c:v>
                </c:pt>
                <c:pt idx="2373">
                  <c:v>463.53629252751955</c:v>
                </c:pt>
                <c:pt idx="2374">
                  <c:v>458.96555003447378</c:v>
                </c:pt>
                <c:pt idx="2375">
                  <c:v>442.66858451613922</c:v>
                </c:pt>
                <c:pt idx="2376">
                  <c:v>439.96061276083151</c:v>
                </c:pt>
                <c:pt idx="2377">
                  <c:v>450.7247410506962</c:v>
                </c:pt>
                <c:pt idx="2378">
                  <c:v>449.19838647044372</c:v>
                </c:pt>
                <c:pt idx="2379">
                  <c:v>453.10699539557629</c:v>
                </c:pt>
                <c:pt idx="2380">
                  <c:v>454.344880055158</c:v>
                </c:pt>
                <c:pt idx="2381">
                  <c:v>450.78576353391509</c:v>
                </c:pt>
                <c:pt idx="2382">
                  <c:v>448.13524801280681</c:v>
                </c:pt>
                <c:pt idx="2383">
                  <c:v>456.92367434598953</c:v>
                </c:pt>
                <c:pt idx="2384">
                  <c:v>457.75500661737317</c:v>
                </c:pt>
                <c:pt idx="2385">
                  <c:v>461.61408430612687</c:v>
                </c:pt>
                <c:pt idx="2386">
                  <c:v>463.16896887853363</c:v>
                </c:pt>
                <c:pt idx="2387">
                  <c:v>466.34530800504035</c:v>
                </c:pt>
                <c:pt idx="2388">
                  <c:v>464.0506248860782</c:v>
                </c:pt>
                <c:pt idx="2389">
                  <c:v>467.02923531696035</c:v>
                </c:pt>
                <c:pt idx="2390">
                  <c:v>469.32035218690322</c:v>
                </c:pt>
                <c:pt idx="2391">
                  <c:v>468.73509109784999</c:v>
                </c:pt>
                <c:pt idx="2392">
                  <c:v>466.65517541982678</c:v>
                </c:pt>
                <c:pt idx="2393">
                  <c:v>469.84657204219269</c:v>
                </c:pt>
                <c:pt idx="2394">
                  <c:v>468.78462233422891</c:v>
                </c:pt>
                <c:pt idx="2395">
                  <c:v>469.93533201778376</c:v>
                </c:pt>
                <c:pt idx="2396">
                  <c:v>469.34769342938426</c:v>
                </c:pt>
                <c:pt idx="2397">
                  <c:v>471.12923293946096</c:v>
                </c:pt>
                <c:pt idx="2398">
                  <c:v>463.62782625234775</c:v>
                </c:pt>
                <c:pt idx="2399">
                  <c:v>462.40301783917016</c:v>
                </c:pt>
                <c:pt idx="2400">
                  <c:v>467.88434258180587</c:v>
                </c:pt>
                <c:pt idx="2401">
                  <c:v>467.08391780192267</c:v>
                </c:pt>
                <c:pt idx="2402">
                  <c:v>472.64924752145691</c:v>
                </c:pt>
                <c:pt idx="2403">
                  <c:v>475.76971541332836</c:v>
                </c:pt>
                <c:pt idx="2404">
                  <c:v>477.55838742144351</c:v>
                </c:pt>
                <c:pt idx="2405">
                  <c:v>476.93231259361409</c:v>
                </c:pt>
                <c:pt idx="2406">
                  <c:v>473.54120602616837</c:v>
                </c:pt>
                <c:pt idx="2407">
                  <c:v>470.36367814998857</c:v>
                </c:pt>
                <c:pt idx="2408">
                  <c:v>477.15460878248263</c:v>
                </c:pt>
                <c:pt idx="2409">
                  <c:v>481.14563768494969</c:v>
                </c:pt>
                <c:pt idx="2410">
                  <c:v>482.24245738332428</c:v>
                </c:pt>
                <c:pt idx="2411">
                  <c:v>479.18618197379999</c:v>
                </c:pt>
                <c:pt idx="2412">
                  <c:v>479.21788196508254</c:v>
                </c:pt>
                <c:pt idx="2413">
                  <c:v>478.52048215686744</c:v>
                </c:pt>
                <c:pt idx="2414">
                  <c:v>476.71873390234822</c:v>
                </c:pt>
                <c:pt idx="2415">
                  <c:v>478.33939595666618</c:v>
                </c:pt>
                <c:pt idx="2416">
                  <c:v>467.77061886307979</c:v>
                </c:pt>
                <c:pt idx="2417">
                  <c:v>463.4098888122806</c:v>
                </c:pt>
                <c:pt idx="2418">
                  <c:v>454.10396012141103</c:v>
                </c:pt>
                <c:pt idx="2419">
                  <c:v>463.89687992835809</c:v>
                </c:pt>
                <c:pt idx="2420">
                  <c:v>468.38837244319762</c:v>
                </c:pt>
                <c:pt idx="2421">
                  <c:v>467.06648280671726</c:v>
                </c:pt>
                <c:pt idx="2422">
                  <c:v>469.26051845335746</c:v>
                </c:pt>
                <c:pt idx="2423">
                  <c:v>471.26356165252059</c:v>
                </c:pt>
                <c:pt idx="2424">
                  <c:v>472.27637637399653</c:v>
                </c:pt>
                <c:pt idx="2425">
                  <c:v>471.15578168216007</c:v>
                </c:pt>
                <c:pt idx="2426">
                  <c:v>463.34252633080524</c:v>
                </c:pt>
                <c:pt idx="2427">
                  <c:v>464.7943859315439</c:v>
                </c:pt>
                <c:pt idx="2428">
                  <c:v>457.09564679869715</c:v>
                </c:pt>
                <c:pt idx="2429">
                  <c:v>445.17922382571351</c:v>
                </c:pt>
                <c:pt idx="2430">
                  <c:v>448.0282605422284</c:v>
                </c:pt>
                <c:pt idx="2431">
                  <c:v>446.57164594279743</c:v>
                </c:pt>
                <c:pt idx="2432">
                  <c:v>438.07763327865086</c:v>
                </c:pt>
                <c:pt idx="2433">
                  <c:v>441.71243352908078</c:v>
                </c:pt>
                <c:pt idx="2434">
                  <c:v>445.79142990735681</c:v>
                </c:pt>
                <c:pt idx="2435">
                  <c:v>446.48843346568083</c:v>
                </c:pt>
                <c:pt idx="2436">
                  <c:v>444.6942139590912</c:v>
                </c:pt>
                <c:pt idx="2437">
                  <c:v>447.7310731239549</c:v>
                </c:pt>
                <c:pt idx="2438">
                  <c:v>442.0924371745798</c:v>
                </c:pt>
                <c:pt idx="2439">
                  <c:v>444.71481895342481</c:v>
                </c:pt>
                <c:pt idx="2440">
                  <c:v>454.54459000023786</c:v>
                </c:pt>
                <c:pt idx="2441">
                  <c:v>452.58988928778052</c:v>
                </c:pt>
                <c:pt idx="2442">
                  <c:v>446.58947718789381</c:v>
                </c:pt>
                <c:pt idx="2443">
                  <c:v>442.64084702376715</c:v>
                </c:pt>
                <c:pt idx="2444">
                  <c:v>437.91556707321905</c:v>
                </c:pt>
                <c:pt idx="2445">
                  <c:v>426.37161899780483</c:v>
                </c:pt>
                <c:pt idx="2446">
                  <c:v>428.29144971985136</c:v>
                </c:pt>
                <c:pt idx="2447">
                  <c:v>428.30492221614645</c:v>
                </c:pt>
                <c:pt idx="2448">
                  <c:v>432.29476236894033</c:v>
                </c:pt>
                <c:pt idx="2449">
                  <c:v>431.00378022396046</c:v>
                </c:pt>
                <c:pt idx="2450">
                  <c:v>436.00841634768545</c:v>
                </c:pt>
                <c:pt idx="2451">
                  <c:v>443.01173692177241</c:v>
                </c:pt>
                <c:pt idx="2452">
                  <c:v>443.12149814158806</c:v>
                </c:pt>
                <c:pt idx="2453">
                  <c:v>445.95825111148093</c:v>
                </c:pt>
                <c:pt idx="2454">
                  <c:v>446.18332104958671</c:v>
                </c:pt>
                <c:pt idx="2455">
                  <c:v>446.91162834930225</c:v>
                </c:pt>
                <c:pt idx="2456">
                  <c:v>451.73161202380669</c:v>
                </c:pt>
                <c:pt idx="2457">
                  <c:v>455.75869966635764</c:v>
                </c:pt>
                <c:pt idx="2458">
                  <c:v>460.54064335132307</c:v>
                </c:pt>
                <c:pt idx="2459">
                  <c:v>463.14915638398207</c:v>
                </c:pt>
                <c:pt idx="2460">
                  <c:v>465.23382706069754</c:v>
                </c:pt>
                <c:pt idx="2461">
                  <c:v>467.56496516963455</c:v>
                </c:pt>
                <c:pt idx="2462">
                  <c:v>468.64791612182313</c:v>
                </c:pt>
                <c:pt idx="2463">
                  <c:v>469.89649952846264</c:v>
                </c:pt>
                <c:pt idx="2464">
                  <c:v>467.74684386961792</c:v>
                </c:pt>
                <c:pt idx="2465">
                  <c:v>467.50790518532614</c:v>
                </c:pt>
                <c:pt idx="2466">
                  <c:v>471.08604170133856</c:v>
                </c:pt>
                <c:pt idx="2467">
                  <c:v>468.38242869483213</c:v>
                </c:pt>
                <c:pt idx="2468">
                  <c:v>465.38162827005226</c:v>
                </c:pt>
                <c:pt idx="2469">
                  <c:v>464.05815363400779</c:v>
                </c:pt>
                <c:pt idx="2470">
                  <c:v>450.9858697288858</c:v>
                </c:pt>
                <c:pt idx="2471">
                  <c:v>452.46110807319531</c:v>
                </c:pt>
                <c:pt idx="2472">
                  <c:v>452.18373314947343</c:v>
                </c:pt>
                <c:pt idx="2473">
                  <c:v>452.72104800171178</c:v>
                </c:pt>
                <c:pt idx="2474">
                  <c:v>451.56479081968257</c:v>
                </c:pt>
                <c:pt idx="2475">
                  <c:v>453.22864411212294</c:v>
                </c:pt>
                <c:pt idx="2476">
                  <c:v>453.3055165909829</c:v>
                </c:pt>
                <c:pt idx="2477">
                  <c:v>455.29825729297926</c:v>
                </c:pt>
                <c:pt idx="2478">
                  <c:v>460.50735836047647</c:v>
                </c:pt>
                <c:pt idx="2479">
                  <c:v>459.10344499655264</c:v>
                </c:pt>
                <c:pt idx="2480">
                  <c:v>446.70795590531213</c:v>
                </c:pt>
                <c:pt idx="2481">
                  <c:v>450.68907856050345</c:v>
                </c:pt>
                <c:pt idx="2482">
                  <c:v>445.94438236529487</c:v>
                </c:pt>
                <c:pt idx="2483">
                  <c:v>441.78613600881266</c:v>
                </c:pt>
                <c:pt idx="2484">
                  <c:v>432.59194978721382</c:v>
                </c:pt>
                <c:pt idx="2485">
                  <c:v>415.19380582170345</c:v>
                </c:pt>
                <c:pt idx="2486">
                  <c:v>425.38614551881</c:v>
                </c:pt>
                <c:pt idx="2487">
                  <c:v>427.14945753389924</c:v>
                </c:pt>
                <c:pt idx="2488">
                  <c:v>431.78399625940108</c:v>
                </c:pt>
                <c:pt idx="2489">
                  <c:v>432.76550723948554</c:v>
                </c:pt>
                <c:pt idx="2490">
                  <c:v>436.71651490295841</c:v>
                </c:pt>
                <c:pt idx="2491">
                  <c:v>426.64186142348814</c:v>
                </c:pt>
                <c:pt idx="2492">
                  <c:v>420.92437174579783</c:v>
                </c:pt>
                <c:pt idx="2493">
                  <c:v>428.73326834835126</c:v>
                </c:pt>
                <c:pt idx="2494">
                  <c:v>422.10876267009024</c:v>
                </c:pt>
                <c:pt idx="2495">
                  <c:v>410.48239461734147</c:v>
                </c:pt>
                <c:pt idx="2496">
                  <c:v>408.37077894803582</c:v>
                </c:pt>
                <c:pt idx="2497">
                  <c:v>417.79677135588793</c:v>
                </c:pt>
                <c:pt idx="2498">
                  <c:v>417.76031636591301</c:v>
                </c:pt>
                <c:pt idx="2499">
                  <c:v>425.66906794100635</c:v>
                </c:pt>
                <c:pt idx="2500">
                  <c:v>423.8776221836539</c:v>
                </c:pt>
                <c:pt idx="2501">
                  <c:v>419.93612451756582</c:v>
                </c:pt>
                <c:pt idx="2502">
                  <c:v>426.47424771958191</c:v>
                </c:pt>
                <c:pt idx="2503">
                  <c:v>429.3831181696425</c:v>
                </c:pt>
                <c:pt idx="2504">
                  <c:v>423.99411965161715</c:v>
                </c:pt>
                <c:pt idx="2505">
                  <c:v>424.85239691559087</c:v>
                </c:pt>
                <c:pt idx="2506">
                  <c:v>415.83295689593689</c:v>
                </c:pt>
                <c:pt idx="2507">
                  <c:v>403.28689284610448</c:v>
                </c:pt>
                <c:pt idx="2508">
                  <c:v>402.24435938280118</c:v>
                </c:pt>
                <c:pt idx="2509">
                  <c:v>403.23339911081524</c:v>
                </c:pt>
                <c:pt idx="2510">
                  <c:v>393.50903053501662</c:v>
                </c:pt>
                <c:pt idx="2511">
                  <c:v>395.05995260851307</c:v>
                </c:pt>
                <c:pt idx="2512">
                  <c:v>394.28013282296348</c:v>
                </c:pt>
                <c:pt idx="2513">
                  <c:v>400.42834613220481</c:v>
                </c:pt>
                <c:pt idx="2514">
                  <c:v>405.47300349492411</c:v>
                </c:pt>
                <c:pt idx="2515">
                  <c:v>400.10302497166811</c:v>
                </c:pt>
                <c:pt idx="2516">
                  <c:v>396.35370850273017</c:v>
                </c:pt>
                <c:pt idx="2517">
                  <c:v>393.88943043040666</c:v>
                </c:pt>
                <c:pt idx="2518">
                  <c:v>389.40863666262493</c:v>
                </c:pt>
                <c:pt idx="2519">
                  <c:v>379.72785557483968</c:v>
                </c:pt>
                <c:pt idx="2520">
                  <c:v>380.2742841745719</c:v>
                </c:pt>
                <c:pt idx="2521">
                  <c:v>380.46210662292071</c:v>
                </c:pt>
                <c:pt idx="2522">
                  <c:v>389.65906659375673</c:v>
                </c:pt>
                <c:pt idx="2523">
                  <c:v>391.08358495201412</c:v>
                </c:pt>
                <c:pt idx="2524">
                  <c:v>389.83539779526564</c:v>
                </c:pt>
                <c:pt idx="2525">
                  <c:v>383.8876869308861</c:v>
                </c:pt>
                <c:pt idx="2526">
                  <c:v>386.44468747771094</c:v>
                </c:pt>
                <c:pt idx="2527">
                  <c:v>384.25619932954521</c:v>
                </c:pt>
                <c:pt idx="2528">
                  <c:v>381.39131261738902</c:v>
                </c:pt>
                <c:pt idx="2529">
                  <c:v>384.05965938359373</c:v>
                </c:pt>
                <c:pt idx="2530">
                  <c:v>392.42132458413579</c:v>
                </c:pt>
                <c:pt idx="2531">
                  <c:v>402.72540675051312</c:v>
                </c:pt>
                <c:pt idx="2532">
                  <c:v>405.31925853720389</c:v>
                </c:pt>
                <c:pt idx="2533">
                  <c:v>410.9170807478028</c:v>
                </c:pt>
                <c:pt idx="2534">
                  <c:v>416.2529817804301</c:v>
                </c:pt>
                <c:pt idx="2535">
                  <c:v>411.86015548845728</c:v>
                </c:pt>
                <c:pt idx="2536">
                  <c:v>409.29562619370284</c:v>
                </c:pt>
                <c:pt idx="2537">
                  <c:v>410.82713202253871</c:v>
                </c:pt>
                <c:pt idx="2538">
                  <c:v>409.50246863682116</c:v>
                </c:pt>
              </c:numCache>
            </c:numRef>
          </c:val>
          <c:smooth val="0"/>
          <c:extLst>
            <c:ext xmlns:c16="http://schemas.microsoft.com/office/drawing/2014/chart" uri="{C3380CC4-5D6E-409C-BE32-E72D297353CC}">
              <c16:uniqueId val="{00000001-AF2F-5546-ACD5-CCD7865E1BD1}"/>
            </c:ext>
          </c:extLst>
        </c:ser>
        <c:ser>
          <c:idx val="2"/>
          <c:order val="2"/>
          <c:tx>
            <c:strRef>
              <c:f>'Capital Markets Data'!$BM$3</c:f>
              <c:strCache>
                <c:ptCount val="1"/>
                <c:pt idx="0">
                  <c:v>NIFTY SMALLCAP 100</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'Capital Markets Data'!$BJ$4:$BJ$2544</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'Capital Markets Data'!$BM$4:$BM$2544</c:f>
              <c:numCache>
                <c:formatCode>_(* #,##0_);_(* \(#,##0\);_(* "-"??_);_(@_)</c:formatCode>
                <c:ptCount val="2539"/>
                <c:pt idx="0">
                  <c:v>100</c:v>
                </c:pt>
                <c:pt idx="1">
                  <c:v>100.38302335599631</c:v>
                </c:pt>
                <c:pt idx="2">
                  <c:v>100.34088142196249</c:v>
                </c:pt>
                <c:pt idx="3">
                  <c:v>96.779419752392712</c:v>
                </c:pt>
                <c:pt idx="4">
                  <c:v>96.9161469161469</c:v>
                </c:pt>
                <c:pt idx="5">
                  <c:v>98.703901406604103</c:v>
                </c:pt>
                <c:pt idx="6">
                  <c:v>98.833136670974511</c:v>
                </c:pt>
                <c:pt idx="7">
                  <c:v>99.963476990504006</c:v>
                </c:pt>
                <c:pt idx="8">
                  <c:v>99.645071266692881</c:v>
                </c:pt>
                <c:pt idx="9">
                  <c:v>99.147796445093732</c:v>
                </c:pt>
                <c:pt idx="10">
                  <c:v>100.97956584443068</c:v>
                </c:pt>
                <c:pt idx="11">
                  <c:v>101.0479294263078</c:v>
                </c:pt>
                <c:pt idx="12">
                  <c:v>102.26723605101982</c:v>
                </c:pt>
                <c:pt idx="13">
                  <c:v>102.96210971886649</c:v>
                </c:pt>
                <c:pt idx="14">
                  <c:v>102.86096907718529</c:v>
                </c:pt>
                <c:pt idx="15">
                  <c:v>102.97990297990296</c:v>
                </c:pt>
                <c:pt idx="16">
                  <c:v>102.51540521810792</c:v>
                </c:pt>
                <c:pt idx="17">
                  <c:v>103.15128017830722</c:v>
                </c:pt>
                <c:pt idx="18">
                  <c:v>103.42848045550748</c:v>
                </c:pt>
                <c:pt idx="19">
                  <c:v>103.11382068138826</c:v>
                </c:pt>
                <c:pt idx="20">
                  <c:v>102.34964694424153</c:v>
                </c:pt>
                <c:pt idx="21">
                  <c:v>103.92762825195257</c:v>
                </c:pt>
                <c:pt idx="22">
                  <c:v>103.8330430222322</c:v>
                </c:pt>
                <c:pt idx="23">
                  <c:v>103.89859714184038</c:v>
                </c:pt>
                <c:pt idx="24">
                  <c:v>102.14361971118728</c:v>
                </c:pt>
                <c:pt idx="25">
                  <c:v>100.82223595737108</c:v>
                </c:pt>
                <c:pt idx="26">
                  <c:v>99.807083590867379</c:v>
                </c:pt>
                <c:pt idx="27">
                  <c:v>99.656309115768565</c:v>
                </c:pt>
                <c:pt idx="28">
                  <c:v>101.5864096945178</c:v>
                </c:pt>
                <c:pt idx="29">
                  <c:v>103.39195744601149</c:v>
                </c:pt>
                <c:pt idx="30">
                  <c:v>103.95010395010394</c:v>
                </c:pt>
                <c:pt idx="31">
                  <c:v>104.40804629993818</c:v>
                </c:pt>
                <c:pt idx="32">
                  <c:v>106.03940739075874</c:v>
                </c:pt>
                <c:pt idx="33">
                  <c:v>105.9186005131951</c:v>
                </c:pt>
                <c:pt idx="34">
                  <c:v>106.09934258582908</c:v>
                </c:pt>
                <c:pt idx="35">
                  <c:v>105.59363937742314</c:v>
                </c:pt>
                <c:pt idx="36">
                  <c:v>105.71725571725572</c:v>
                </c:pt>
                <c:pt idx="37">
                  <c:v>105.38761214436889</c:v>
                </c:pt>
                <c:pt idx="38">
                  <c:v>104.43052199808956</c:v>
                </c:pt>
                <c:pt idx="39">
                  <c:v>106.79234327882976</c:v>
                </c:pt>
                <c:pt idx="40">
                  <c:v>106.55634844824033</c:v>
                </c:pt>
                <c:pt idx="41">
                  <c:v>108.17740817740817</c:v>
                </c:pt>
                <c:pt idx="42">
                  <c:v>109.43417429903917</c:v>
                </c:pt>
                <c:pt idx="43">
                  <c:v>107.99479312992825</c:v>
                </c:pt>
                <c:pt idx="44">
                  <c:v>109.24125788990654</c:v>
                </c:pt>
                <c:pt idx="45">
                  <c:v>107.84870109194431</c:v>
                </c:pt>
                <c:pt idx="46">
                  <c:v>107.30647487404244</c:v>
                </c:pt>
                <c:pt idx="47">
                  <c:v>106.81575546440412</c:v>
                </c:pt>
                <c:pt idx="48">
                  <c:v>108.5173531119477</c:v>
                </c:pt>
                <c:pt idx="49">
                  <c:v>106.57882414639171</c:v>
                </c:pt>
                <c:pt idx="50">
                  <c:v>105.65451105991646</c:v>
                </c:pt>
                <c:pt idx="51">
                  <c:v>106.47393755501864</c:v>
                </c:pt>
                <c:pt idx="52">
                  <c:v>107.18660448390179</c:v>
                </c:pt>
                <c:pt idx="53">
                  <c:v>106.46550916821187</c:v>
                </c:pt>
                <c:pt idx="54">
                  <c:v>103.61203199041036</c:v>
                </c:pt>
                <c:pt idx="55">
                  <c:v>103.02485437620572</c:v>
                </c:pt>
                <c:pt idx="56">
                  <c:v>102.70738513981756</c:v>
                </c:pt>
                <c:pt idx="57">
                  <c:v>102.09585885261561</c:v>
                </c:pt>
                <c:pt idx="58">
                  <c:v>101.11442003333894</c:v>
                </c:pt>
                <c:pt idx="59">
                  <c:v>101.41690547095952</c:v>
                </c:pt>
                <c:pt idx="60">
                  <c:v>104.5869153977262</c:v>
                </c:pt>
                <c:pt idx="61">
                  <c:v>105.3229945121837</c:v>
                </c:pt>
                <c:pt idx="62">
                  <c:v>107.06486111891518</c:v>
                </c:pt>
                <c:pt idx="63">
                  <c:v>109.16633889606861</c:v>
                </c:pt>
                <c:pt idx="64">
                  <c:v>110.57575246764435</c:v>
                </c:pt>
                <c:pt idx="65">
                  <c:v>111.73793335955497</c:v>
                </c:pt>
                <c:pt idx="66">
                  <c:v>111.93178625611057</c:v>
                </c:pt>
                <c:pt idx="67">
                  <c:v>112.50585304639358</c:v>
                </c:pt>
                <c:pt idx="68">
                  <c:v>113.10707797194281</c:v>
                </c:pt>
                <c:pt idx="69">
                  <c:v>112.78586278586278</c:v>
                </c:pt>
                <c:pt idx="70">
                  <c:v>111.48320878050606</c:v>
                </c:pt>
                <c:pt idx="71">
                  <c:v>110.01854245097486</c:v>
                </c:pt>
                <c:pt idx="72">
                  <c:v>107.40199659118576</c:v>
                </c:pt>
                <c:pt idx="73">
                  <c:v>107.52935888071022</c:v>
                </c:pt>
                <c:pt idx="74">
                  <c:v>107.3973141540709</c:v>
                </c:pt>
                <c:pt idx="75">
                  <c:v>106.93656234196773</c:v>
                </c:pt>
                <c:pt idx="76">
                  <c:v>103.53524002172651</c:v>
                </c:pt>
                <c:pt idx="77">
                  <c:v>100.12736228952444</c:v>
                </c:pt>
                <c:pt idx="78">
                  <c:v>101.79618287726396</c:v>
                </c:pt>
                <c:pt idx="79">
                  <c:v>102.48075518345787</c:v>
                </c:pt>
                <c:pt idx="80">
                  <c:v>102.30001311082391</c:v>
                </c:pt>
                <c:pt idx="81">
                  <c:v>104.82478320316157</c:v>
                </c:pt>
                <c:pt idx="82">
                  <c:v>104.96338334176171</c:v>
                </c:pt>
                <c:pt idx="83">
                  <c:v>101.22867149894176</c:v>
                </c:pt>
                <c:pt idx="84">
                  <c:v>99.182446479743774</c:v>
                </c:pt>
                <c:pt idx="85">
                  <c:v>101.148133580566</c:v>
                </c:pt>
                <c:pt idx="86">
                  <c:v>102.13706429922644</c:v>
                </c:pt>
                <c:pt idx="87">
                  <c:v>99.560787398625223</c:v>
                </c:pt>
                <c:pt idx="88">
                  <c:v>100.64243037216009</c:v>
                </c:pt>
                <c:pt idx="89">
                  <c:v>101.4066041093068</c:v>
                </c:pt>
                <c:pt idx="90">
                  <c:v>101.59202861905565</c:v>
                </c:pt>
                <c:pt idx="91">
                  <c:v>102.74952707385138</c:v>
                </c:pt>
                <c:pt idx="92">
                  <c:v>103.26459515648703</c:v>
                </c:pt>
                <c:pt idx="93">
                  <c:v>103.38540203405068</c:v>
                </c:pt>
                <c:pt idx="94">
                  <c:v>103.71223614466858</c:v>
                </c:pt>
                <c:pt idx="95">
                  <c:v>103.7141091195145</c:v>
                </c:pt>
                <c:pt idx="96">
                  <c:v>102.97709351763405</c:v>
                </c:pt>
                <c:pt idx="97">
                  <c:v>102.54256335337418</c:v>
                </c:pt>
                <c:pt idx="98">
                  <c:v>102.71862298889324</c:v>
                </c:pt>
                <c:pt idx="99">
                  <c:v>103.01642598939895</c:v>
                </c:pt>
                <c:pt idx="100">
                  <c:v>104.22636773988125</c:v>
                </c:pt>
                <c:pt idx="101">
                  <c:v>103.99692832125265</c:v>
                </c:pt>
                <c:pt idx="102">
                  <c:v>101.6219962165908</c:v>
                </c:pt>
                <c:pt idx="103">
                  <c:v>98.371448371448352</c:v>
                </c:pt>
                <c:pt idx="104">
                  <c:v>98.283418553688819</c:v>
                </c:pt>
                <c:pt idx="105">
                  <c:v>98.514730947163372</c:v>
                </c:pt>
                <c:pt idx="106">
                  <c:v>96.834672510348184</c:v>
                </c:pt>
                <c:pt idx="107">
                  <c:v>96.153846153846146</c:v>
                </c:pt>
                <c:pt idx="108">
                  <c:v>97.069730853514628</c:v>
                </c:pt>
                <c:pt idx="109">
                  <c:v>95.37749808020078</c:v>
                </c:pt>
                <c:pt idx="110">
                  <c:v>95.407465677735942</c:v>
                </c:pt>
                <c:pt idx="111">
                  <c:v>96.092974471352846</c:v>
                </c:pt>
                <c:pt idx="112">
                  <c:v>96.408570732895058</c:v>
                </c:pt>
                <c:pt idx="113">
                  <c:v>97.420913637129843</c:v>
                </c:pt>
                <c:pt idx="114">
                  <c:v>98.615871588844556</c:v>
                </c:pt>
                <c:pt idx="115">
                  <c:v>98.967054372459771</c:v>
                </c:pt>
                <c:pt idx="116">
                  <c:v>100.82504541963999</c:v>
                </c:pt>
                <c:pt idx="117">
                  <c:v>100.93274147328199</c:v>
                </c:pt>
                <c:pt idx="118">
                  <c:v>100.06087168249331</c:v>
                </c:pt>
                <c:pt idx="119">
                  <c:v>100.21070967016914</c:v>
                </c:pt>
                <c:pt idx="120">
                  <c:v>100.5562735292465</c:v>
                </c:pt>
                <c:pt idx="121">
                  <c:v>98.50911202262553</c:v>
                </c:pt>
                <c:pt idx="122">
                  <c:v>99.716244310838903</c:v>
                </c:pt>
                <c:pt idx="123">
                  <c:v>101.13876870633626</c:v>
                </c:pt>
                <c:pt idx="124">
                  <c:v>101.50399880129608</c:v>
                </c:pt>
                <c:pt idx="125">
                  <c:v>101.25489314678504</c:v>
                </c:pt>
                <c:pt idx="126">
                  <c:v>102.92839617163941</c:v>
                </c:pt>
                <c:pt idx="127">
                  <c:v>103.98475398475398</c:v>
                </c:pt>
                <c:pt idx="128">
                  <c:v>102.39178887827536</c:v>
                </c:pt>
                <c:pt idx="129">
                  <c:v>102.69333782847295</c:v>
                </c:pt>
                <c:pt idx="130">
                  <c:v>103.06325036054764</c:v>
                </c:pt>
                <c:pt idx="131">
                  <c:v>104.21887584049747</c:v>
                </c:pt>
                <c:pt idx="132">
                  <c:v>104.41553819932199</c:v>
                </c:pt>
                <c:pt idx="133">
                  <c:v>104.93809818134142</c:v>
                </c:pt>
                <c:pt idx="134">
                  <c:v>105.59082991515425</c:v>
                </c:pt>
                <c:pt idx="135">
                  <c:v>106.50577812739974</c:v>
                </c:pt>
                <c:pt idx="136">
                  <c:v>106.87100822235955</c:v>
                </c:pt>
                <c:pt idx="137">
                  <c:v>104.89314678503867</c:v>
                </c:pt>
                <c:pt idx="138">
                  <c:v>105.61611507557454</c:v>
                </c:pt>
                <c:pt idx="139">
                  <c:v>106.03472495364387</c:v>
                </c:pt>
                <c:pt idx="140">
                  <c:v>105.31082017568502</c:v>
                </c:pt>
                <c:pt idx="141">
                  <c:v>103.95665936206477</c:v>
                </c:pt>
                <c:pt idx="142">
                  <c:v>103.33202225094115</c:v>
                </c:pt>
                <c:pt idx="143">
                  <c:v>104.46236257047067</c:v>
                </c:pt>
                <c:pt idx="144">
                  <c:v>105.72287464179355</c:v>
                </c:pt>
                <c:pt idx="145">
                  <c:v>107.18847745874771</c:v>
                </c:pt>
                <c:pt idx="146">
                  <c:v>108.8114101627615</c:v>
                </c:pt>
                <c:pt idx="147">
                  <c:v>110.08690603285196</c:v>
                </c:pt>
                <c:pt idx="148">
                  <c:v>111.12640707235299</c:v>
                </c:pt>
                <c:pt idx="149">
                  <c:v>111.02807589294075</c:v>
                </c:pt>
                <c:pt idx="150">
                  <c:v>110.26202918094809</c:v>
                </c:pt>
                <c:pt idx="151">
                  <c:v>109.54467981495006</c:v>
                </c:pt>
                <c:pt idx="152">
                  <c:v>108.0182053155026</c:v>
                </c:pt>
                <c:pt idx="153">
                  <c:v>105.33329587383642</c:v>
                </c:pt>
                <c:pt idx="154">
                  <c:v>103.67571313517259</c:v>
                </c:pt>
                <c:pt idx="155">
                  <c:v>105.92890187484781</c:v>
                </c:pt>
                <c:pt idx="156">
                  <c:v>106.01599520518438</c:v>
                </c:pt>
                <c:pt idx="157">
                  <c:v>107.21938154370588</c:v>
                </c:pt>
                <c:pt idx="158">
                  <c:v>107.08546384222058</c:v>
                </c:pt>
                <c:pt idx="159">
                  <c:v>103.93699312618232</c:v>
                </c:pt>
                <c:pt idx="160">
                  <c:v>102.99956921578544</c:v>
                </c:pt>
                <c:pt idx="161">
                  <c:v>92.071697477102873</c:v>
                </c:pt>
                <c:pt idx="162">
                  <c:v>93.721788316382899</c:v>
                </c:pt>
                <c:pt idx="163">
                  <c:v>93.998052106160202</c:v>
                </c:pt>
                <c:pt idx="164">
                  <c:v>96.859957670768466</c:v>
                </c:pt>
                <c:pt idx="165">
                  <c:v>96.380476110205834</c:v>
                </c:pt>
                <c:pt idx="166">
                  <c:v>96.781292727238664</c:v>
                </c:pt>
                <c:pt idx="167">
                  <c:v>94.421344421344415</c:v>
                </c:pt>
                <c:pt idx="168">
                  <c:v>94.432582270420113</c:v>
                </c:pt>
                <c:pt idx="169">
                  <c:v>95.675301080706475</c:v>
                </c:pt>
                <c:pt idx="170">
                  <c:v>92.989455151617307</c:v>
                </c:pt>
                <c:pt idx="171">
                  <c:v>90.931055795920642</c:v>
                </c:pt>
                <c:pt idx="172">
                  <c:v>92.059523140604199</c:v>
                </c:pt>
                <c:pt idx="173">
                  <c:v>94.355790301736249</c:v>
                </c:pt>
                <c:pt idx="174">
                  <c:v>93.895974977056056</c:v>
                </c:pt>
                <c:pt idx="175">
                  <c:v>94.640482478320308</c:v>
                </c:pt>
                <c:pt idx="176">
                  <c:v>95.572287464179354</c:v>
                </c:pt>
                <c:pt idx="177">
                  <c:v>94.809986701878586</c:v>
                </c:pt>
                <c:pt idx="178">
                  <c:v>94.035511603079158</c:v>
                </c:pt>
                <c:pt idx="179">
                  <c:v>95.817647168998519</c:v>
                </c:pt>
                <c:pt idx="180">
                  <c:v>97.330074357101381</c:v>
                </c:pt>
                <c:pt idx="181">
                  <c:v>95.835440430035007</c:v>
                </c:pt>
                <c:pt idx="182">
                  <c:v>96.23906650933678</c:v>
                </c:pt>
                <c:pt idx="183">
                  <c:v>96.701691296285887</c:v>
                </c:pt>
                <c:pt idx="184">
                  <c:v>96.837481972617098</c:v>
                </c:pt>
                <c:pt idx="185">
                  <c:v>96.885242831188776</c:v>
                </c:pt>
                <c:pt idx="186">
                  <c:v>98.019329100410175</c:v>
                </c:pt>
                <c:pt idx="187">
                  <c:v>98.208499559850907</c:v>
                </c:pt>
                <c:pt idx="188">
                  <c:v>100.07398250641492</c:v>
                </c:pt>
                <c:pt idx="189">
                  <c:v>101.00391451742803</c:v>
                </c:pt>
                <c:pt idx="190">
                  <c:v>101.65477327639489</c:v>
                </c:pt>
                <c:pt idx="191">
                  <c:v>101.51336367552581</c:v>
                </c:pt>
                <c:pt idx="192">
                  <c:v>101.47777715345283</c:v>
                </c:pt>
                <c:pt idx="193">
                  <c:v>101.48058661572175</c:v>
                </c:pt>
                <c:pt idx="194">
                  <c:v>102.06495476765747</c:v>
                </c:pt>
                <c:pt idx="195">
                  <c:v>102.24756981513738</c:v>
                </c:pt>
                <c:pt idx="196">
                  <c:v>102.89000018729749</c:v>
                </c:pt>
                <c:pt idx="197">
                  <c:v>103.09977337004364</c:v>
                </c:pt>
                <c:pt idx="198">
                  <c:v>104.17860688130958</c:v>
                </c:pt>
                <c:pt idx="199">
                  <c:v>104.74237230993988</c:v>
                </c:pt>
                <c:pt idx="200">
                  <c:v>104.19733662976904</c:v>
                </c:pt>
                <c:pt idx="201">
                  <c:v>103.81431327377273</c:v>
                </c:pt>
                <c:pt idx="202">
                  <c:v>102.55567417729578</c:v>
                </c:pt>
                <c:pt idx="203">
                  <c:v>102.82538255511227</c:v>
                </c:pt>
                <c:pt idx="204">
                  <c:v>102.31312393474556</c:v>
                </c:pt>
                <c:pt idx="205">
                  <c:v>101.65196381412598</c:v>
                </c:pt>
                <c:pt idx="206">
                  <c:v>100.43733962652881</c:v>
                </c:pt>
                <c:pt idx="207">
                  <c:v>100.24910565451104</c:v>
                </c:pt>
                <c:pt idx="208">
                  <c:v>100.45606937498827</c:v>
                </c:pt>
                <c:pt idx="209">
                  <c:v>100.30154895019758</c:v>
                </c:pt>
                <c:pt idx="210">
                  <c:v>98.498810660972808</c:v>
                </c:pt>
                <c:pt idx="211">
                  <c:v>97.816111329624832</c:v>
                </c:pt>
                <c:pt idx="212">
                  <c:v>98.836882620666401</c:v>
                </c:pt>
                <c:pt idx="213">
                  <c:v>97.520181303965074</c:v>
                </c:pt>
                <c:pt idx="214">
                  <c:v>99.038227416605778</c:v>
                </c:pt>
                <c:pt idx="215">
                  <c:v>98.44355790301735</c:v>
                </c:pt>
                <c:pt idx="216">
                  <c:v>99.512090052630583</c:v>
                </c:pt>
                <c:pt idx="217">
                  <c:v>100.42891123972204</c:v>
                </c:pt>
                <c:pt idx="218">
                  <c:v>99.399711561873715</c:v>
                </c:pt>
                <c:pt idx="219">
                  <c:v>100.60871682493304</c:v>
                </c:pt>
                <c:pt idx="220">
                  <c:v>100.86906032851979</c:v>
                </c:pt>
                <c:pt idx="221">
                  <c:v>101.10037272199435</c:v>
                </c:pt>
                <c:pt idx="222">
                  <c:v>101.4787136408758</c:v>
                </c:pt>
                <c:pt idx="223">
                  <c:v>102.00970200970198</c:v>
                </c:pt>
                <c:pt idx="224">
                  <c:v>102.78605008334738</c:v>
                </c:pt>
                <c:pt idx="225">
                  <c:v>103.8836133430728</c:v>
                </c:pt>
                <c:pt idx="226">
                  <c:v>104.58410593545729</c:v>
                </c:pt>
                <c:pt idx="227">
                  <c:v>104.38557060178681</c:v>
                </c:pt>
                <c:pt idx="228">
                  <c:v>104.32282594444754</c:v>
                </c:pt>
                <c:pt idx="229">
                  <c:v>102.5266430671836</c:v>
                </c:pt>
                <c:pt idx="230">
                  <c:v>102.87688936337585</c:v>
                </c:pt>
                <c:pt idx="231">
                  <c:v>100.77915753591429</c:v>
                </c:pt>
                <c:pt idx="232">
                  <c:v>98.452922777247096</c:v>
                </c:pt>
                <c:pt idx="233">
                  <c:v>99.87357419789852</c:v>
                </c:pt>
                <c:pt idx="234">
                  <c:v>98.810660972823143</c:v>
                </c:pt>
                <c:pt idx="235">
                  <c:v>99.672229401959129</c:v>
                </c:pt>
                <c:pt idx="236">
                  <c:v>100.43359367683691</c:v>
                </c:pt>
                <c:pt idx="237">
                  <c:v>100.717349365998</c:v>
                </c:pt>
                <c:pt idx="238">
                  <c:v>102.59687962390664</c:v>
                </c:pt>
                <c:pt idx="239">
                  <c:v>102.79916090726901</c:v>
                </c:pt>
                <c:pt idx="240">
                  <c:v>103.63919012567659</c:v>
                </c:pt>
                <c:pt idx="241">
                  <c:v>103.40694124477908</c:v>
                </c:pt>
                <c:pt idx="242">
                  <c:v>103.96134179917964</c:v>
                </c:pt>
                <c:pt idx="243">
                  <c:v>104.9455900807252</c:v>
                </c:pt>
                <c:pt idx="244">
                  <c:v>105.2827255529958</c:v>
                </c:pt>
                <c:pt idx="245">
                  <c:v>105.03174692363882</c:v>
                </c:pt>
                <c:pt idx="246">
                  <c:v>104.84632241388998</c:v>
                </c:pt>
                <c:pt idx="247">
                  <c:v>105.88488696596805</c:v>
                </c:pt>
                <c:pt idx="248">
                  <c:v>107.06954355603004</c:v>
                </c:pt>
                <c:pt idx="249">
                  <c:v>105.7968571482085</c:v>
                </c:pt>
                <c:pt idx="250">
                  <c:v>106.69026614972562</c:v>
                </c:pt>
                <c:pt idx="251">
                  <c:v>106.10121556067502</c:v>
                </c:pt>
                <c:pt idx="252">
                  <c:v>102.08555749096288</c:v>
                </c:pt>
                <c:pt idx="253">
                  <c:v>103.6326347137158</c:v>
                </c:pt>
                <c:pt idx="254">
                  <c:v>103.21402483564646</c:v>
                </c:pt>
                <c:pt idx="255">
                  <c:v>102.13612781180348</c:v>
                </c:pt>
                <c:pt idx="256">
                  <c:v>99.443726470753475</c:v>
                </c:pt>
                <c:pt idx="257">
                  <c:v>98.304957764417225</c:v>
                </c:pt>
                <c:pt idx="258">
                  <c:v>93.792024873105944</c:v>
                </c:pt>
                <c:pt idx="259">
                  <c:v>89.975838624487253</c:v>
                </c:pt>
                <c:pt idx="260">
                  <c:v>91.668071397801114</c:v>
                </c:pt>
                <c:pt idx="261">
                  <c:v>89.497293551347596</c:v>
                </c:pt>
                <c:pt idx="262">
                  <c:v>89.615290966642306</c:v>
                </c:pt>
                <c:pt idx="263">
                  <c:v>91.75891067782959</c:v>
                </c:pt>
                <c:pt idx="264">
                  <c:v>92.368563990185606</c:v>
                </c:pt>
                <c:pt idx="265">
                  <c:v>93.176752636212086</c:v>
                </c:pt>
                <c:pt idx="266">
                  <c:v>93.0287876233822</c:v>
                </c:pt>
                <c:pt idx="267">
                  <c:v>94.219063137982047</c:v>
                </c:pt>
                <c:pt idx="268">
                  <c:v>94.536532374370196</c:v>
                </c:pt>
                <c:pt idx="269">
                  <c:v>93.1477215260999</c:v>
                </c:pt>
                <c:pt idx="270">
                  <c:v>90.189357756925332</c:v>
                </c:pt>
                <c:pt idx="271">
                  <c:v>89.283774418909545</c:v>
                </c:pt>
                <c:pt idx="272">
                  <c:v>90.964769343147708</c:v>
                </c:pt>
                <c:pt idx="273">
                  <c:v>90.947912569534182</c:v>
                </c:pt>
                <c:pt idx="274">
                  <c:v>89.61903691633421</c:v>
                </c:pt>
                <c:pt idx="275">
                  <c:v>87.452005019572582</c:v>
                </c:pt>
                <c:pt idx="276">
                  <c:v>82.723680020977312</c:v>
                </c:pt>
                <c:pt idx="277">
                  <c:v>81.554007229682895</c:v>
                </c:pt>
                <c:pt idx="278">
                  <c:v>84.888838942893003</c:v>
                </c:pt>
                <c:pt idx="279">
                  <c:v>83.032720870558691</c:v>
                </c:pt>
                <c:pt idx="280">
                  <c:v>83.412934764286106</c:v>
                </c:pt>
                <c:pt idx="281">
                  <c:v>83.626453896724158</c:v>
                </c:pt>
                <c:pt idx="282">
                  <c:v>84.122792230900316</c:v>
                </c:pt>
                <c:pt idx="283">
                  <c:v>84.602273791462977</c:v>
                </c:pt>
                <c:pt idx="284">
                  <c:v>83.44477533666722</c:v>
                </c:pt>
                <c:pt idx="285">
                  <c:v>82.818265250697678</c:v>
                </c:pt>
                <c:pt idx="286">
                  <c:v>82.155232155232156</c:v>
                </c:pt>
                <c:pt idx="287">
                  <c:v>81.876158903185924</c:v>
                </c:pt>
                <c:pt idx="288">
                  <c:v>81.709464141896575</c:v>
                </c:pt>
                <c:pt idx="289">
                  <c:v>84.663145473956277</c:v>
                </c:pt>
                <c:pt idx="290">
                  <c:v>86.688767769848837</c:v>
                </c:pt>
                <c:pt idx="291">
                  <c:v>88.320128860669399</c:v>
                </c:pt>
                <c:pt idx="292">
                  <c:v>89.163904028768897</c:v>
                </c:pt>
                <c:pt idx="293">
                  <c:v>89.776366803393827</c:v>
                </c:pt>
                <c:pt idx="294">
                  <c:v>90.144406360622568</c:v>
                </c:pt>
                <c:pt idx="295">
                  <c:v>89.737970819051895</c:v>
                </c:pt>
                <c:pt idx="296">
                  <c:v>89.272536569833875</c:v>
                </c:pt>
                <c:pt idx="297">
                  <c:v>89.653686950984238</c:v>
                </c:pt>
                <c:pt idx="298">
                  <c:v>89.605926092412574</c:v>
                </c:pt>
                <c:pt idx="299">
                  <c:v>89.697701859864026</c:v>
                </c:pt>
                <c:pt idx="300">
                  <c:v>89.672416699443716</c:v>
                </c:pt>
                <c:pt idx="301">
                  <c:v>90.23243617838213</c:v>
                </c:pt>
                <c:pt idx="302">
                  <c:v>91.365585960180553</c:v>
                </c:pt>
                <c:pt idx="303">
                  <c:v>91.623120001498378</c:v>
                </c:pt>
                <c:pt idx="304">
                  <c:v>91.289730478919665</c:v>
                </c:pt>
                <c:pt idx="305">
                  <c:v>89.486992189694888</c:v>
                </c:pt>
                <c:pt idx="306">
                  <c:v>89.364312337285298</c:v>
                </c:pt>
                <c:pt idx="307">
                  <c:v>90.959150418609866</c:v>
                </c:pt>
                <c:pt idx="308">
                  <c:v>91.492011762282033</c:v>
                </c:pt>
                <c:pt idx="309">
                  <c:v>93.36030417111499</c:v>
                </c:pt>
                <c:pt idx="310">
                  <c:v>93.993369669045336</c:v>
                </c:pt>
                <c:pt idx="311">
                  <c:v>91.976175759959531</c:v>
                </c:pt>
                <c:pt idx="312">
                  <c:v>93.316289262235202</c:v>
                </c:pt>
                <c:pt idx="313">
                  <c:v>92.694461613380525</c:v>
                </c:pt>
                <c:pt idx="314">
                  <c:v>93.430540727838036</c:v>
                </c:pt>
                <c:pt idx="315">
                  <c:v>94.164746867449566</c:v>
                </c:pt>
                <c:pt idx="316">
                  <c:v>94.948586840478725</c:v>
                </c:pt>
                <c:pt idx="317">
                  <c:v>95.806409319922821</c:v>
                </c:pt>
                <c:pt idx="318">
                  <c:v>96.970463186679396</c:v>
                </c:pt>
                <c:pt idx="319">
                  <c:v>97.736509898672054</c:v>
                </c:pt>
                <c:pt idx="320">
                  <c:v>97.406866325785231</c:v>
                </c:pt>
                <c:pt idx="321">
                  <c:v>97.622258433069234</c:v>
                </c:pt>
                <c:pt idx="322">
                  <c:v>97.074413290629494</c:v>
                </c:pt>
                <c:pt idx="323">
                  <c:v>97.6269408701841</c:v>
                </c:pt>
                <c:pt idx="324">
                  <c:v>98.230038770579313</c:v>
                </c:pt>
                <c:pt idx="325">
                  <c:v>97.227997227997236</c:v>
                </c:pt>
                <c:pt idx="326">
                  <c:v>97.423723099398771</c:v>
                </c:pt>
                <c:pt idx="327">
                  <c:v>97.879792474387045</c:v>
                </c:pt>
                <c:pt idx="328">
                  <c:v>97.535165102732662</c:v>
                </c:pt>
                <c:pt idx="329">
                  <c:v>95.855106665917475</c:v>
                </c:pt>
                <c:pt idx="330">
                  <c:v>95.795171470847151</c:v>
                </c:pt>
                <c:pt idx="331">
                  <c:v>95.650952407709156</c:v>
                </c:pt>
                <c:pt idx="332">
                  <c:v>97.470547470547459</c:v>
                </c:pt>
                <c:pt idx="333">
                  <c:v>97.554831338615116</c:v>
                </c:pt>
                <c:pt idx="334">
                  <c:v>97.091270064243034</c:v>
                </c:pt>
                <c:pt idx="335">
                  <c:v>98.042741285984519</c:v>
                </c:pt>
                <c:pt idx="336">
                  <c:v>97.711224738251758</c:v>
                </c:pt>
                <c:pt idx="337">
                  <c:v>97.789889681781574</c:v>
                </c:pt>
                <c:pt idx="338">
                  <c:v>98.416399767751116</c:v>
                </c:pt>
                <c:pt idx="339">
                  <c:v>98.953943548538135</c:v>
                </c:pt>
                <c:pt idx="340">
                  <c:v>97.7777153452829</c:v>
                </c:pt>
                <c:pt idx="341">
                  <c:v>96.475061339926199</c:v>
                </c:pt>
                <c:pt idx="342">
                  <c:v>95.930025659755387</c:v>
                </c:pt>
                <c:pt idx="343">
                  <c:v>95.174280309415437</c:v>
                </c:pt>
                <c:pt idx="344">
                  <c:v>96.06300687381767</c:v>
                </c:pt>
                <c:pt idx="345">
                  <c:v>96.994811859676716</c:v>
                </c:pt>
                <c:pt idx="346">
                  <c:v>97.826412691277554</c:v>
                </c:pt>
                <c:pt idx="347">
                  <c:v>98.135453540858947</c:v>
                </c:pt>
                <c:pt idx="348">
                  <c:v>97.72058961248149</c:v>
                </c:pt>
                <c:pt idx="349">
                  <c:v>98.041804798561543</c:v>
                </c:pt>
                <c:pt idx="350">
                  <c:v>98.073645370942657</c:v>
                </c:pt>
                <c:pt idx="351">
                  <c:v>97.83484107808431</c:v>
                </c:pt>
                <c:pt idx="352">
                  <c:v>98.227229308310385</c:v>
                </c:pt>
                <c:pt idx="353">
                  <c:v>99.263920885542504</c:v>
                </c:pt>
                <c:pt idx="354">
                  <c:v>100.4345301642599</c:v>
                </c:pt>
                <c:pt idx="355">
                  <c:v>100.57781273997489</c:v>
                </c:pt>
                <c:pt idx="356">
                  <c:v>100.93742391039686</c:v>
                </c:pt>
                <c:pt idx="357">
                  <c:v>101.01702534134964</c:v>
                </c:pt>
                <c:pt idx="358">
                  <c:v>102.0921129029237</c:v>
                </c:pt>
                <c:pt idx="359">
                  <c:v>102.92277724710155</c:v>
                </c:pt>
                <c:pt idx="360">
                  <c:v>103.05950441085577</c:v>
                </c:pt>
                <c:pt idx="361">
                  <c:v>104.25539884999344</c:v>
                </c:pt>
                <c:pt idx="362">
                  <c:v>104.8304021276994</c:v>
                </c:pt>
                <c:pt idx="363">
                  <c:v>105.21155250884982</c:v>
                </c:pt>
                <c:pt idx="364">
                  <c:v>104.53728156430859</c:v>
                </c:pt>
                <c:pt idx="365">
                  <c:v>104.26663669906912</c:v>
                </c:pt>
                <c:pt idx="366">
                  <c:v>102.25318873967521</c:v>
                </c:pt>
                <c:pt idx="367">
                  <c:v>104.93622520649546</c:v>
                </c:pt>
                <c:pt idx="368">
                  <c:v>105.81558689666797</c:v>
                </c:pt>
                <c:pt idx="369">
                  <c:v>107.52935888071022</c:v>
                </c:pt>
                <c:pt idx="370">
                  <c:v>108.88539266917645</c:v>
                </c:pt>
                <c:pt idx="371">
                  <c:v>109.29838362270795</c:v>
                </c:pt>
                <c:pt idx="372">
                  <c:v>110.99061639602179</c:v>
                </c:pt>
                <c:pt idx="373">
                  <c:v>111.64522110468056</c:v>
                </c:pt>
                <c:pt idx="374">
                  <c:v>111.76228203255229</c:v>
                </c:pt>
                <c:pt idx="375">
                  <c:v>111.03275833005561</c:v>
                </c:pt>
                <c:pt idx="376">
                  <c:v>112.4047124047124</c:v>
                </c:pt>
                <c:pt idx="377">
                  <c:v>112.849543930625</c:v>
                </c:pt>
                <c:pt idx="378">
                  <c:v>111.27156262291396</c:v>
                </c:pt>
                <c:pt idx="379">
                  <c:v>112.66224644603022</c:v>
                </c:pt>
                <c:pt idx="380">
                  <c:v>111.49257365473582</c:v>
                </c:pt>
                <c:pt idx="381">
                  <c:v>110.64973497405927</c:v>
                </c:pt>
                <c:pt idx="382">
                  <c:v>110.61789440167817</c:v>
                </c:pt>
                <c:pt idx="383">
                  <c:v>111.72763199790225</c:v>
                </c:pt>
                <c:pt idx="384">
                  <c:v>111.38206813882489</c:v>
                </c:pt>
                <c:pt idx="385">
                  <c:v>111.69579142552115</c:v>
                </c:pt>
                <c:pt idx="386">
                  <c:v>113.07430091213872</c:v>
                </c:pt>
                <c:pt idx="387">
                  <c:v>112.21647843269464</c:v>
                </c:pt>
                <c:pt idx="388">
                  <c:v>113.20634563877805</c:v>
                </c:pt>
                <c:pt idx="389">
                  <c:v>114.14751549886684</c:v>
                </c:pt>
                <c:pt idx="390">
                  <c:v>113.99018561180722</c:v>
                </c:pt>
                <c:pt idx="391">
                  <c:v>114.04637485718567</c:v>
                </c:pt>
                <c:pt idx="392">
                  <c:v>113.34307280253226</c:v>
                </c:pt>
                <c:pt idx="393">
                  <c:v>111.79974152947125</c:v>
                </c:pt>
                <c:pt idx="394">
                  <c:v>112.58826393961527</c:v>
                </c:pt>
                <c:pt idx="395">
                  <c:v>114.33013054634675</c:v>
                </c:pt>
                <c:pt idx="396">
                  <c:v>115.06059073626641</c:v>
                </c:pt>
                <c:pt idx="397">
                  <c:v>114.10818302710194</c:v>
                </c:pt>
                <c:pt idx="398">
                  <c:v>112.18276488546759</c:v>
                </c:pt>
                <c:pt idx="399">
                  <c:v>111.80442396658611</c:v>
                </c:pt>
                <c:pt idx="400">
                  <c:v>111.84375643835102</c:v>
                </c:pt>
                <c:pt idx="401">
                  <c:v>111.61244404487647</c:v>
                </c:pt>
                <c:pt idx="402">
                  <c:v>112.53113820681386</c:v>
                </c:pt>
                <c:pt idx="403">
                  <c:v>113.62214605457848</c:v>
                </c:pt>
                <c:pt idx="404">
                  <c:v>114.3142102601562</c:v>
                </c:pt>
                <c:pt idx="405">
                  <c:v>114.14376954917496</c:v>
                </c:pt>
                <c:pt idx="406">
                  <c:v>114.46873068494689</c:v>
                </c:pt>
                <c:pt idx="407">
                  <c:v>114.96787848139198</c:v>
                </c:pt>
                <c:pt idx="408">
                  <c:v>114.03981944522484</c:v>
                </c:pt>
                <c:pt idx="409">
                  <c:v>113.47230806690266</c:v>
                </c:pt>
                <c:pt idx="410">
                  <c:v>113.67458935026502</c:v>
                </c:pt>
                <c:pt idx="411">
                  <c:v>115.08962184637859</c:v>
                </c:pt>
                <c:pt idx="412">
                  <c:v>115.59626154220749</c:v>
                </c:pt>
                <c:pt idx="413">
                  <c:v>114.51555505609559</c:v>
                </c:pt>
                <c:pt idx="414">
                  <c:v>115.75171845442117</c:v>
                </c:pt>
                <c:pt idx="415">
                  <c:v>116.63295311943959</c:v>
                </c:pt>
                <c:pt idx="416">
                  <c:v>117.53572699518647</c:v>
                </c:pt>
                <c:pt idx="417">
                  <c:v>119.28508550130171</c:v>
                </c:pt>
                <c:pt idx="418">
                  <c:v>118.73536738401602</c:v>
                </c:pt>
                <c:pt idx="419">
                  <c:v>115.11022456968402</c:v>
                </c:pt>
                <c:pt idx="420">
                  <c:v>117.18267123672528</c:v>
                </c:pt>
                <c:pt idx="421">
                  <c:v>117.20327396003071</c:v>
                </c:pt>
                <c:pt idx="422">
                  <c:v>116.8764398494128</c:v>
                </c:pt>
                <c:pt idx="423">
                  <c:v>117.88035436684086</c:v>
                </c:pt>
                <c:pt idx="424">
                  <c:v>117.83727594538405</c:v>
                </c:pt>
                <c:pt idx="425">
                  <c:v>117.72677042947312</c:v>
                </c:pt>
                <c:pt idx="426">
                  <c:v>119.27291116480305</c:v>
                </c:pt>
                <c:pt idx="427">
                  <c:v>118.68386057575245</c:v>
                </c:pt>
                <c:pt idx="428">
                  <c:v>117.74175422824071</c:v>
                </c:pt>
                <c:pt idx="429">
                  <c:v>117.5628851304527</c:v>
                </c:pt>
                <c:pt idx="430">
                  <c:v>119.22140435653949</c:v>
                </c:pt>
                <c:pt idx="431">
                  <c:v>112.29514337622446</c:v>
                </c:pt>
                <c:pt idx="432">
                  <c:v>114.95008522035548</c:v>
                </c:pt>
                <c:pt idx="433">
                  <c:v>118.44786574516304</c:v>
                </c:pt>
                <c:pt idx="434">
                  <c:v>119.02193253544604</c:v>
                </c:pt>
                <c:pt idx="435">
                  <c:v>119.93594426026857</c:v>
                </c:pt>
                <c:pt idx="436">
                  <c:v>118.83931748796613</c:v>
                </c:pt>
                <c:pt idx="437">
                  <c:v>119.15023131239346</c:v>
                </c:pt>
                <c:pt idx="438">
                  <c:v>119.32629094791255</c:v>
                </c:pt>
                <c:pt idx="439">
                  <c:v>117.22762263302802</c:v>
                </c:pt>
                <c:pt idx="440">
                  <c:v>117.72957989174205</c:v>
                </c:pt>
                <c:pt idx="441">
                  <c:v>117.44301474031202</c:v>
                </c:pt>
                <c:pt idx="442">
                  <c:v>119.01163117379332</c:v>
                </c:pt>
                <c:pt idx="443">
                  <c:v>119.84229551797118</c:v>
                </c:pt>
                <c:pt idx="444">
                  <c:v>120.76473562960048</c:v>
                </c:pt>
                <c:pt idx="445">
                  <c:v>121.00634938472774</c:v>
                </c:pt>
                <c:pt idx="446">
                  <c:v>122.0421044745369</c:v>
                </c:pt>
                <c:pt idx="447">
                  <c:v>121.65158921915678</c:v>
                </c:pt>
                <c:pt idx="448">
                  <c:v>120.84901949766814</c:v>
                </c:pt>
                <c:pt idx="449">
                  <c:v>119.96122942068888</c:v>
                </c:pt>
                <c:pt idx="450">
                  <c:v>120.77035455413834</c:v>
                </c:pt>
                <c:pt idx="451">
                  <c:v>121.73587308722445</c:v>
                </c:pt>
                <c:pt idx="452">
                  <c:v>121.77520555898933</c:v>
                </c:pt>
                <c:pt idx="453">
                  <c:v>119.43211402670862</c:v>
                </c:pt>
                <c:pt idx="454">
                  <c:v>117.14427525238335</c:v>
                </c:pt>
                <c:pt idx="455">
                  <c:v>113.88717199528008</c:v>
                </c:pt>
                <c:pt idx="456">
                  <c:v>115.3087599033545</c:v>
                </c:pt>
                <c:pt idx="457">
                  <c:v>115.34340993800454</c:v>
                </c:pt>
                <c:pt idx="458">
                  <c:v>111.48320878050606</c:v>
                </c:pt>
                <c:pt idx="459">
                  <c:v>114.92760952220411</c:v>
                </c:pt>
                <c:pt idx="460">
                  <c:v>111.10486786162461</c:v>
                </c:pt>
                <c:pt idx="461">
                  <c:v>106.16115075574535</c:v>
                </c:pt>
                <c:pt idx="462">
                  <c:v>105.56648124215691</c:v>
                </c:pt>
                <c:pt idx="463">
                  <c:v>105.10291996778483</c:v>
                </c:pt>
                <c:pt idx="464">
                  <c:v>106.03004251652899</c:v>
                </c:pt>
                <c:pt idx="465">
                  <c:v>102.23726845348466</c:v>
                </c:pt>
                <c:pt idx="466">
                  <c:v>102.87033395141503</c:v>
                </c:pt>
                <c:pt idx="467">
                  <c:v>104.9961604015658</c:v>
                </c:pt>
                <c:pt idx="468">
                  <c:v>104.96900226629955</c:v>
                </c:pt>
                <c:pt idx="469">
                  <c:v>106.6584255773445</c:v>
                </c:pt>
                <c:pt idx="470">
                  <c:v>107.62862654754545</c:v>
                </c:pt>
                <c:pt idx="471">
                  <c:v>107.92642954805116</c:v>
                </c:pt>
                <c:pt idx="472">
                  <c:v>109.403270214081</c:v>
                </c:pt>
                <c:pt idx="473">
                  <c:v>109.07830907830906</c:v>
                </c:pt>
                <c:pt idx="474">
                  <c:v>107.56775486505215</c:v>
                </c:pt>
                <c:pt idx="475">
                  <c:v>107.91519169897548</c:v>
                </c:pt>
                <c:pt idx="476">
                  <c:v>108.67281002416136</c:v>
                </c:pt>
                <c:pt idx="477">
                  <c:v>108.18864602648387</c:v>
                </c:pt>
                <c:pt idx="478">
                  <c:v>109.69170834035697</c:v>
                </c:pt>
                <c:pt idx="479">
                  <c:v>110.75555805285535</c:v>
                </c:pt>
                <c:pt idx="480">
                  <c:v>109.84716525257066</c:v>
                </c:pt>
                <c:pt idx="481">
                  <c:v>109.9501788690978</c:v>
                </c:pt>
                <c:pt idx="482">
                  <c:v>109.10078477646043</c:v>
                </c:pt>
                <c:pt idx="483">
                  <c:v>109.62147178363395</c:v>
                </c:pt>
                <c:pt idx="484">
                  <c:v>109.0230563203536</c:v>
                </c:pt>
                <c:pt idx="485">
                  <c:v>108.54263827236798</c:v>
                </c:pt>
                <c:pt idx="486">
                  <c:v>107.06954355603004</c:v>
                </c:pt>
                <c:pt idx="487">
                  <c:v>107.12105036429361</c:v>
                </c:pt>
                <c:pt idx="488">
                  <c:v>105.58333801577045</c:v>
                </c:pt>
                <c:pt idx="489">
                  <c:v>105.43350002809461</c:v>
                </c:pt>
                <c:pt idx="490">
                  <c:v>103.08759903354496</c:v>
                </c:pt>
                <c:pt idx="491">
                  <c:v>104.88378191080893</c:v>
                </c:pt>
                <c:pt idx="492">
                  <c:v>105.8970613024667</c:v>
                </c:pt>
                <c:pt idx="493">
                  <c:v>107.17817609709502</c:v>
                </c:pt>
                <c:pt idx="494">
                  <c:v>108.2738663819745</c:v>
                </c:pt>
                <c:pt idx="495">
                  <c:v>110.21895075949129</c:v>
                </c:pt>
                <c:pt idx="496">
                  <c:v>111.51504935288719</c:v>
                </c:pt>
                <c:pt idx="497">
                  <c:v>112.43748946451649</c:v>
                </c:pt>
                <c:pt idx="498">
                  <c:v>114.01734374707347</c:v>
                </c:pt>
                <c:pt idx="499">
                  <c:v>113.56314734693112</c:v>
                </c:pt>
                <c:pt idx="500">
                  <c:v>114.57080781405105</c:v>
                </c:pt>
                <c:pt idx="501">
                  <c:v>115.85004963383341</c:v>
                </c:pt>
                <c:pt idx="502">
                  <c:v>117.03564271131836</c:v>
                </c:pt>
                <c:pt idx="503">
                  <c:v>116.56084358787059</c:v>
                </c:pt>
                <c:pt idx="504">
                  <c:v>117.04126163585622</c:v>
                </c:pt>
                <c:pt idx="505">
                  <c:v>117.62375681294598</c:v>
                </c:pt>
                <c:pt idx="506">
                  <c:v>118.05454102751401</c:v>
                </c:pt>
                <c:pt idx="507">
                  <c:v>118.14257084527353</c:v>
                </c:pt>
                <c:pt idx="508">
                  <c:v>118.19501414096007</c:v>
                </c:pt>
                <c:pt idx="509">
                  <c:v>116.03734711842819</c:v>
                </c:pt>
                <c:pt idx="510">
                  <c:v>117.05343597235489</c:v>
                </c:pt>
                <c:pt idx="511">
                  <c:v>117.48047423723098</c:v>
                </c:pt>
                <c:pt idx="512">
                  <c:v>118.8655391358094</c:v>
                </c:pt>
                <c:pt idx="513">
                  <c:v>119.78610627259275</c:v>
                </c:pt>
                <c:pt idx="514">
                  <c:v>119.71961566556159</c:v>
                </c:pt>
                <c:pt idx="515">
                  <c:v>118.03862074132343</c:v>
                </c:pt>
                <c:pt idx="516">
                  <c:v>120.01460920379839</c:v>
                </c:pt>
                <c:pt idx="517">
                  <c:v>121.72088928845686</c:v>
                </c:pt>
                <c:pt idx="518">
                  <c:v>123.18087318087316</c:v>
                </c:pt>
                <c:pt idx="519">
                  <c:v>124.21850124552827</c:v>
                </c:pt>
                <c:pt idx="520">
                  <c:v>124.03963214774025</c:v>
                </c:pt>
                <c:pt idx="521">
                  <c:v>124.52754209510965</c:v>
                </c:pt>
                <c:pt idx="522">
                  <c:v>124.6118259631773</c:v>
                </c:pt>
                <c:pt idx="523">
                  <c:v>124.38706898166356</c:v>
                </c:pt>
                <c:pt idx="524">
                  <c:v>122.94206888801482</c:v>
                </c:pt>
                <c:pt idx="525">
                  <c:v>122.36425614803991</c:v>
                </c:pt>
                <c:pt idx="526">
                  <c:v>120.15227285497556</c:v>
                </c:pt>
                <c:pt idx="527">
                  <c:v>122.00745443988687</c:v>
                </c:pt>
                <c:pt idx="528">
                  <c:v>122.86995935644582</c:v>
                </c:pt>
                <c:pt idx="529">
                  <c:v>124.16231200014983</c:v>
                </c:pt>
                <c:pt idx="530">
                  <c:v>124.90026408945327</c:v>
                </c:pt>
                <c:pt idx="531">
                  <c:v>123.93287258152121</c:v>
                </c:pt>
                <c:pt idx="532">
                  <c:v>123.88792118521847</c:v>
                </c:pt>
                <c:pt idx="533">
                  <c:v>124.77852072446667</c:v>
                </c:pt>
                <c:pt idx="534">
                  <c:v>125.64289861587157</c:v>
                </c:pt>
                <c:pt idx="535">
                  <c:v>126.29375737483844</c:v>
                </c:pt>
                <c:pt idx="536">
                  <c:v>123.88230226068062</c:v>
                </c:pt>
                <c:pt idx="537">
                  <c:v>124.5294150699556</c:v>
                </c:pt>
                <c:pt idx="538">
                  <c:v>125.053848026821</c:v>
                </c:pt>
                <c:pt idx="539">
                  <c:v>124.84688430634377</c:v>
                </c:pt>
                <c:pt idx="540">
                  <c:v>123.78303459384539</c:v>
                </c:pt>
                <c:pt idx="541">
                  <c:v>123.69313180123991</c:v>
                </c:pt>
                <c:pt idx="542">
                  <c:v>123.56483302429248</c:v>
                </c:pt>
                <c:pt idx="543">
                  <c:v>124.90775598883705</c:v>
                </c:pt>
                <c:pt idx="544">
                  <c:v>125.99501788690976</c:v>
                </c:pt>
                <c:pt idx="545">
                  <c:v>127.39506658425577</c:v>
                </c:pt>
                <c:pt idx="546">
                  <c:v>127.44938285478824</c:v>
                </c:pt>
                <c:pt idx="547">
                  <c:v>127.96164147515499</c:v>
                </c:pt>
                <c:pt idx="548">
                  <c:v>127.73688449364124</c:v>
                </c:pt>
                <c:pt idx="549">
                  <c:v>126.87999850162011</c:v>
                </c:pt>
                <c:pt idx="550">
                  <c:v>128.10117810117811</c:v>
                </c:pt>
                <c:pt idx="551">
                  <c:v>128.52166095409336</c:v>
                </c:pt>
                <c:pt idx="552">
                  <c:v>127.97381581165364</c:v>
                </c:pt>
                <c:pt idx="553">
                  <c:v>128.19389035605252</c:v>
                </c:pt>
                <c:pt idx="554">
                  <c:v>128.78294094510309</c:v>
                </c:pt>
                <c:pt idx="555">
                  <c:v>130.04438950384895</c:v>
                </c:pt>
                <c:pt idx="556">
                  <c:v>130.82448352718623</c:v>
                </c:pt>
                <c:pt idx="557">
                  <c:v>132.46052705512164</c:v>
                </c:pt>
                <c:pt idx="558">
                  <c:v>134.16399767751116</c:v>
                </c:pt>
                <c:pt idx="559">
                  <c:v>133.40356989005636</c:v>
                </c:pt>
                <c:pt idx="560">
                  <c:v>132.17770785338351</c:v>
                </c:pt>
                <c:pt idx="561">
                  <c:v>133.18724129534939</c:v>
                </c:pt>
                <c:pt idx="562">
                  <c:v>134.51237099885748</c:v>
                </c:pt>
                <c:pt idx="563">
                  <c:v>133.32958738364144</c:v>
                </c:pt>
                <c:pt idx="564">
                  <c:v>133.4063793523253</c:v>
                </c:pt>
                <c:pt idx="565">
                  <c:v>134.18647337566256</c:v>
                </c:pt>
                <c:pt idx="566">
                  <c:v>133.4063793523253</c:v>
                </c:pt>
                <c:pt idx="567">
                  <c:v>134.42527766852089</c:v>
                </c:pt>
                <c:pt idx="568">
                  <c:v>137.09052087430464</c:v>
                </c:pt>
                <c:pt idx="569">
                  <c:v>137.5512726864078</c:v>
                </c:pt>
                <c:pt idx="570">
                  <c:v>139.18918918918916</c:v>
                </c:pt>
                <c:pt idx="571">
                  <c:v>140.28487947406865</c:v>
                </c:pt>
                <c:pt idx="572">
                  <c:v>138.37069918150999</c:v>
                </c:pt>
                <c:pt idx="573">
                  <c:v>138.66288325747783</c:v>
                </c:pt>
                <c:pt idx="574">
                  <c:v>139.4139461707029</c:v>
                </c:pt>
                <c:pt idx="575">
                  <c:v>139.58719634395308</c:v>
                </c:pt>
                <c:pt idx="576">
                  <c:v>141.08651270813434</c:v>
                </c:pt>
                <c:pt idx="577">
                  <c:v>141.78794178794178</c:v>
                </c:pt>
                <c:pt idx="578">
                  <c:v>139.68271806109641</c:v>
                </c:pt>
                <c:pt idx="579">
                  <c:v>141.35809406079676</c:v>
                </c:pt>
                <c:pt idx="580">
                  <c:v>142.17845704332191</c:v>
                </c:pt>
                <c:pt idx="581">
                  <c:v>143.20110130920941</c:v>
                </c:pt>
                <c:pt idx="582">
                  <c:v>142.46221273248298</c:v>
                </c:pt>
                <c:pt idx="583">
                  <c:v>141.6221835140754</c:v>
                </c:pt>
                <c:pt idx="584">
                  <c:v>142.22809087673951</c:v>
                </c:pt>
                <c:pt idx="585">
                  <c:v>143.18705399786481</c:v>
                </c:pt>
                <c:pt idx="586">
                  <c:v>143.03721601018898</c:v>
                </c:pt>
                <c:pt idx="587">
                  <c:v>139.67241669944372</c:v>
                </c:pt>
                <c:pt idx="588">
                  <c:v>138.5992021127156</c:v>
                </c:pt>
                <c:pt idx="589">
                  <c:v>136.07724148264688</c:v>
                </c:pt>
                <c:pt idx="590">
                  <c:v>132.57103257103259</c:v>
                </c:pt>
                <c:pt idx="591">
                  <c:v>129.86926635575284</c:v>
                </c:pt>
                <c:pt idx="592">
                  <c:v>133.66484988106609</c:v>
                </c:pt>
                <c:pt idx="593">
                  <c:v>136.00232248880897</c:v>
                </c:pt>
                <c:pt idx="594">
                  <c:v>133.20222509411698</c:v>
                </c:pt>
                <c:pt idx="595">
                  <c:v>133.11606825120336</c:v>
                </c:pt>
                <c:pt idx="596">
                  <c:v>134.53484669700885</c:v>
                </c:pt>
                <c:pt idx="597">
                  <c:v>136.12968477833343</c:v>
                </c:pt>
                <c:pt idx="598">
                  <c:v>137.04463299057892</c:v>
                </c:pt>
                <c:pt idx="599">
                  <c:v>137.58124028394298</c:v>
                </c:pt>
                <c:pt idx="600">
                  <c:v>136.58762712816767</c:v>
                </c:pt>
                <c:pt idx="601">
                  <c:v>137.13734524545333</c:v>
                </c:pt>
                <c:pt idx="602">
                  <c:v>137.4295293214212</c:v>
                </c:pt>
                <c:pt idx="603">
                  <c:v>138.10567324080839</c:v>
                </c:pt>
                <c:pt idx="604">
                  <c:v>136.98563428293158</c:v>
                </c:pt>
                <c:pt idx="605">
                  <c:v>137.46605233091717</c:v>
                </c:pt>
                <c:pt idx="606">
                  <c:v>138.57017100260342</c:v>
                </c:pt>
                <c:pt idx="607">
                  <c:v>138.80991178288474</c:v>
                </c:pt>
                <c:pt idx="608">
                  <c:v>139.4176921203948</c:v>
                </c:pt>
                <c:pt idx="609">
                  <c:v>139.09647693431478</c:v>
                </c:pt>
                <c:pt idx="610">
                  <c:v>139.35307448820961</c:v>
                </c:pt>
                <c:pt idx="611">
                  <c:v>139.51508681238411</c:v>
                </c:pt>
                <c:pt idx="612">
                  <c:v>138.70408870408869</c:v>
                </c:pt>
                <c:pt idx="613">
                  <c:v>136.56421494259331</c:v>
                </c:pt>
                <c:pt idx="614">
                  <c:v>134.67719278530089</c:v>
                </c:pt>
                <c:pt idx="615">
                  <c:v>135.2793541982731</c:v>
                </c:pt>
                <c:pt idx="616">
                  <c:v>136.69906913150157</c:v>
                </c:pt>
                <c:pt idx="617">
                  <c:v>136.934127474668</c:v>
                </c:pt>
                <c:pt idx="618">
                  <c:v>138.43906276338706</c:v>
                </c:pt>
                <c:pt idx="619">
                  <c:v>138.00172313685826</c:v>
                </c:pt>
                <c:pt idx="620">
                  <c:v>139.85784120919254</c:v>
                </c:pt>
                <c:pt idx="621">
                  <c:v>140.42909853720661</c:v>
                </c:pt>
                <c:pt idx="622">
                  <c:v>141.16143170197225</c:v>
                </c:pt>
                <c:pt idx="623">
                  <c:v>142.20561517858815</c:v>
                </c:pt>
                <c:pt idx="624">
                  <c:v>141.02376805079507</c:v>
                </c:pt>
                <c:pt idx="625">
                  <c:v>142.36669101533965</c:v>
                </c:pt>
                <c:pt idx="626">
                  <c:v>142.5408776760128</c:v>
                </c:pt>
                <c:pt idx="627">
                  <c:v>142.02487310595419</c:v>
                </c:pt>
                <c:pt idx="628">
                  <c:v>142.81620497836713</c:v>
                </c:pt>
                <c:pt idx="629">
                  <c:v>141.96868386057574</c:v>
                </c:pt>
                <c:pt idx="630">
                  <c:v>144.02333726658048</c:v>
                </c:pt>
                <c:pt idx="631">
                  <c:v>144.44288363207281</c:v>
                </c:pt>
                <c:pt idx="632">
                  <c:v>145.22110468056414</c:v>
                </c:pt>
                <c:pt idx="633">
                  <c:v>145.97778651832704</c:v>
                </c:pt>
                <c:pt idx="634">
                  <c:v>146.1407353299245</c:v>
                </c:pt>
                <c:pt idx="635">
                  <c:v>146.84216440973196</c:v>
                </c:pt>
                <c:pt idx="636">
                  <c:v>145.23140604221686</c:v>
                </c:pt>
                <c:pt idx="637">
                  <c:v>146.15384615384613</c:v>
                </c:pt>
                <c:pt idx="638">
                  <c:v>146.10608529527445</c:v>
                </c:pt>
                <c:pt idx="639">
                  <c:v>145.56666853964151</c:v>
                </c:pt>
                <c:pt idx="640">
                  <c:v>145.04691801989097</c:v>
                </c:pt>
                <c:pt idx="641">
                  <c:v>143.53168136951919</c:v>
                </c:pt>
                <c:pt idx="642">
                  <c:v>143.64593283512201</c:v>
                </c:pt>
                <c:pt idx="643">
                  <c:v>145.82982150549716</c:v>
                </c:pt>
                <c:pt idx="644">
                  <c:v>143.3312730610028</c:v>
                </c:pt>
                <c:pt idx="645">
                  <c:v>140.77653537112994</c:v>
                </c:pt>
                <c:pt idx="646">
                  <c:v>134.27356670599912</c:v>
                </c:pt>
                <c:pt idx="647">
                  <c:v>134.22205989773556</c:v>
                </c:pt>
                <c:pt idx="648">
                  <c:v>138.01389747335693</c:v>
                </c:pt>
                <c:pt idx="649">
                  <c:v>140.31672004644975</c:v>
                </c:pt>
                <c:pt idx="650">
                  <c:v>141.43769549174954</c:v>
                </c:pt>
                <c:pt idx="651">
                  <c:v>140.84115300331516</c:v>
                </c:pt>
                <c:pt idx="652">
                  <c:v>138.76402389915904</c:v>
                </c:pt>
                <c:pt idx="653">
                  <c:v>137.96800958963121</c:v>
                </c:pt>
                <c:pt idx="654">
                  <c:v>139.87657095765204</c:v>
                </c:pt>
                <c:pt idx="655">
                  <c:v>140.7634245472083</c:v>
                </c:pt>
                <c:pt idx="656">
                  <c:v>142.7347305725684</c:v>
                </c:pt>
                <c:pt idx="657">
                  <c:v>140.89172332415575</c:v>
                </c:pt>
                <c:pt idx="658">
                  <c:v>143.39214474349609</c:v>
                </c:pt>
                <c:pt idx="659">
                  <c:v>145.12651945084377</c:v>
                </c:pt>
                <c:pt idx="660">
                  <c:v>146.70075480886291</c:v>
                </c:pt>
                <c:pt idx="661">
                  <c:v>145.86447154014721</c:v>
                </c:pt>
                <c:pt idx="662">
                  <c:v>147.4761663950853</c:v>
                </c:pt>
                <c:pt idx="663">
                  <c:v>148.03618587402369</c:v>
                </c:pt>
                <c:pt idx="664">
                  <c:v>148.56623775542695</c:v>
                </c:pt>
                <c:pt idx="665">
                  <c:v>147.52954617819483</c:v>
                </c:pt>
                <c:pt idx="666">
                  <c:v>148.32181453803074</c:v>
                </c:pt>
                <c:pt idx="667">
                  <c:v>149.88012960985932</c:v>
                </c:pt>
                <c:pt idx="668">
                  <c:v>148.60276076492292</c:v>
                </c:pt>
                <c:pt idx="669">
                  <c:v>149.13655859601803</c:v>
                </c:pt>
                <c:pt idx="670">
                  <c:v>148.61306212657564</c:v>
                </c:pt>
                <c:pt idx="671">
                  <c:v>150.43078421456798</c:v>
                </c:pt>
                <c:pt idx="672">
                  <c:v>150.76230076230075</c:v>
                </c:pt>
                <c:pt idx="673">
                  <c:v>150.07679196868384</c:v>
                </c:pt>
                <c:pt idx="674">
                  <c:v>149.05414770279631</c:v>
                </c:pt>
                <c:pt idx="675">
                  <c:v>144.36890112565789</c:v>
                </c:pt>
                <c:pt idx="676">
                  <c:v>140.99567342810585</c:v>
                </c:pt>
                <c:pt idx="677">
                  <c:v>142.04453934183664</c:v>
                </c:pt>
                <c:pt idx="678">
                  <c:v>138.74154820100765</c:v>
                </c:pt>
                <c:pt idx="679">
                  <c:v>140.10881983854958</c:v>
                </c:pt>
                <c:pt idx="680">
                  <c:v>142.05577719091232</c:v>
                </c:pt>
                <c:pt idx="681">
                  <c:v>142.92390103200913</c:v>
                </c:pt>
                <c:pt idx="682">
                  <c:v>144.02708321627239</c:v>
                </c:pt>
                <c:pt idx="683">
                  <c:v>145.44117922496301</c:v>
                </c:pt>
                <c:pt idx="684">
                  <c:v>147.38813657732575</c:v>
                </c:pt>
                <c:pt idx="685">
                  <c:v>147.86106272592758</c:v>
                </c:pt>
                <c:pt idx="686">
                  <c:v>149.05789365248825</c:v>
                </c:pt>
                <c:pt idx="687">
                  <c:v>146.98451049802398</c:v>
                </c:pt>
                <c:pt idx="688">
                  <c:v>148.71982169279465</c:v>
                </c:pt>
                <c:pt idx="689">
                  <c:v>149.62915098050235</c:v>
                </c:pt>
                <c:pt idx="690">
                  <c:v>150.02434867299729</c:v>
                </c:pt>
                <c:pt idx="691">
                  <c:v>151.08726189807268</c:v>
                </c:pt>
                <c:pt idx="692">
                  <c:v>151.32325672866213</c:v>
                </c:pt>
                <c:pt idx="693">
                  <c:v>151.11161057107</c:v>
                </c:pt>
                <c:pt idx="694">
                  <c:v>151.36820812496487</c:v>
                </c:pt>
                <c:pt idx="695">
                  <c:v>153.16158153995991</c:v>
                </c:pt>
                <c:pt idx="696">
                  <c:v>155.58521099061639</c:v>
                </c:pt>
                <c:pt idx="697">
                  <c:v>156.460826731097</c:v>
                </c:pt>
                <c:pt idx="698">
                  <c:v>156.80920005244329</c:v>
                </c:pt>
                <c:pt idx="699">
                  <c:v>159.3498904309715</c:v>
                </c:pt>
                <c:pt idx="700">
                  <c:v>160.1327939165777</c:v>
                </c:pt>
                <c:pt idx="701">
                  <c:v>161.04774212882319</c:v>
                </c:pt>
                <c:pt idx="702">
                  <c:v>162.24082710569198</c:v>
                </c:pt>
                <c:pt idx="703">
                  <c:v>162.90573317600345</c:v>
                </c:pt>
                <c:pt idx="704">
                  <c:v>163.1332996197861</c:v>
                </c:pt>
                <c:pt idx="705">
                  <c:v>160.30323462755894</c:v>
                </c:pt>
                <c:pt idx="706">
                  <c:v>158.58197074413289</c:v>
                </c:pt>
                <c:pt idx="707">
                  <c:v>159.88649772433553</c:v>
                </c:pt>
                <c:pt idx="708">
                  <c:v>160.31540896405761</c:v>
                </c:pt>
                <c:pt idx="709">
                  <c:v>159.23002004083085</c:v>
                </c:pt>
                <c:pt idx="710">
                  <c:v>158.21674064917309</c:v>
                </c:pt>
                <c:pt idx="711">
                  <c:v>155.23871064411605</c:v>
                </c:pt>
                <c:pt idx="712">
                  <c:v>156.47581052986456</c:v>
                </c:pt>
                <c:pt idx="713">
                  <c:v>157.9002079002079</c:v>
                </c:pt>
                <c:pt idx="714">
                  <c:v>158.74772901799929</c:v>
                </c:pt>
                <c:pt idx="715">
                  <c:v>159.09797531419153</c:v>
                </c:pt>
                <c:pt idx="716">
                  <c:v>159.92302073383155</c:v>
                </c:pt>
                <c:pt idx="717">
                  <c:v>161.2846734468356</c:v>
                </c:pt>
                <c:pt idx="718">
                  <c:v>161.89339027176862</c:v>
                </c:pt>
                <c:pt idx="719">
                  <c:v>162.88044801558314</c:v>
                </c:pt>
                <c:pt idx="720">
                  <c:v>163.81038002659622</c:v>
                </c:pt>
                <c:pt idx="721">
                  <c:v>163.07242793729279</c:v>
                </c:pt>
                <c:pt idx="722">
                  <c:v>163.18199696578074</c:v>
                </c:pt>
                <c:pt idx="723">
                  <c:v>160.64598902436737</c:v>
                </c:pt>
                <c:pt idx="724">
                  <c:v>159.46039594688241</c:v>
                </c:pt>
                <c:pt idx="725">
                  <c:v>159.06426176696448</c:v>
                </c:pt>
                <c:pt idx="726">
                  <c:v>158.27854881908934</c:v>
                </c:pt>
                <c:pt idx="727">
                  <c:v>160.55327676949298</c:v>
                </c:pt>
                <c:pt idx="728">
                  <c:v>161.76040905770631</c:v>
                </c:pt>
                <c:pt idx="729">
                  <c:v>162.42531512801781</c:v>
                </c:pt>
                <c:pt idx="730">
                  <c:v>160.9428555374501</c:v>
                </c:pt>
                <c:pt idx="731">
                  <c:v>158.95375625105353</c:v>
                </c:pt>
                <c:pt idx="732">
                  <c:v>158.44711655522465</c:v>
                </c:pt>
                <c:pt idx="733">
                  <c:v>160.17961828772638</c:v>
                </c:pt>
                <c:pt idx="734">
                  <c:v>160.52049970968889</c:v>
                </c:pt>
                <c:pt idx="735">
                  <c:v>162.6304058736491</c:v>
                </c:pt>
                <c:pt idx="736">
                  <c:v>163.26628083384838</c:v>
                </c:pt>
                <c:pt idx="737">
                  <c:v>165.74048060534545</c:v>
                </c:pt>
                <c:pt idx="738">
                  <c:v>167.22481317075909</c:v>
                </c:pt>
                <c:pt idx="739">
                  <c:v>168.65202000337135</c:v>
                </c:pt>
                <c:pt idx="740">
                  <c:v>168.0067801689423</c:v>
                </c:pt>
                <c:pt idx="741">
                  <c:v>168.8299526137364</c:v>
                </c:pt>
                <c:pt idx="742">
                  <c:v>170.31428517915003</c:v>
                </c:pt>
                <c:pt idx="743">
                  <c:v>171.90912326047459</c:v>
                </c:pt>
                <c:pt idx="744">
                  <c:v>170.60740574254086</c:v>
                </c:pt>
                <c:pt idx="745">
                  <c:v>172.80908767395255</c:v>
                </c:pt>
                <c:pt idx="746">
                  <c:v>174.37395815774192</c:v>
                </c:pt>
                <c:pt idx="747">
                  <c:v>176.03528684609765</c:v>
                </c:pt>
                <c:pt idx="748">
                  <c:v>178.59002453597049</c:v>
                </c:pt>
                <c:pt idx="749">
                  <c:v>178.48326496975145</c:v>
                </c:pt>
                <c:pt idx="750">
                  <c:v>178.48794740686631</c:v>
                </c:pt>
                <c:pt idx="751">
                  <c:v>179.16596430109942</c:v>
                </c:pt>
                <c:pt idx="752">
                  <c:v>179.04047498642092</c:v>
                </c:pt>
                <c:pt idx="753">
                  <c:v>179.43660916633888</c:v>
                </c:pt>
                <c:pt idx="754">
                  <c:v>174.98642093236688</c:v>
                </c:pt>
                <c:pt idx="755">
                  <c:v>176.72079563971451</c:v>
                </c:pt>
                <c:pt idx="756">
                  <c:v>172.32305070142905</c:v>
                </c:pt>
                <c:pt idx="757">
                  <c:v>173.97782397782399</c:v>
                </c:pt>
                <c:pt idx="758">
                  <c:v>175.31887396752262</c:v>
                </c:pt>
                <c:pt idx="759">
                  <c:v>175.84517989923393</c:v>
                </c:pt>
                <c:pt idx="760">
                  <c:v>174.42452847858254</c:v>
                </c:pt>
                <c:pt idx="761">
                  <c:v>172.91584724017156</c:v>
                </c:pt>
                <c:pt idx="762">
                  <c:v>170.01648217864434</c:v>
                </c:pt>
                <c:pt idx="763">
                  <c:v>167.13303740330764</c:v>
                </c:pt>
                <c:pt idx="764">
                  <c:v>165.13831919237322</c:v>
                </c:pt>
                <c:pt idx="765">
                  <c:v>164.50899964413475</c:v>
                </c:pt>
                <c:pt idx="766">
                  <c:v>154.53915453915451</c:v>
                </c:pt>
                <c:pt idx="767">
                  <c:v>155.71257328014084</c:v>
                </c:pt>
                <c:pt idx="768">
                  <c:v>151.40192167219192</c:v>
                </c:pt>
                <c:pt idx="769">
                  <c:v>154.8772264988481</c:v>
                </c:pt>
                <c:pt idx="770">
                  <c:v>158.58758966867072</c:v>
                </c:pt>
                <c:pt idx="771">
                  <c:v>158.86666292071695</c:v>
                </c:pt>
                <c:pt idx="772">
                  <c:v>161.70328332490493</c:v>
                </c:pt>
                <c:pt idx="773">
                  <c:v>160.59635519094977</c:v>
                </c:pt>
                <c:pt idx="774">
                  <c:v>158.14744057987301</c:v>
                </c:pt>
                <c:pt idx="775">
                  <c:v>156.52357138843627</c:v>
                </c:pt>
                <c:pt idx="776">
                  <c:v>154.29473132175835</c:v>
                </c:pt>
                <c:pt idx="777">
                  <c:v>154.51948830327208</c:v>
                </c:pt>
                <c:pt idx="778">
                  <c:v>154.06810136539866</c:v>
                </c:pt>
                <c:pt idx="779">
                  <c:v>153.32921278867221</c:v>
                </c:pt>
                <c:pt idx="780">
                  <c:v>156.25948193515762</c:v>
                </c:pt>
                <c:pt idx="781">
                  <c:v>157.22219100597479</c:v>
                </c:pt>
                <c:pt idx="782">
                  <c:v>156.73147159633643</c:v>
                </c:pt>
                <c:pt idx="783">
                  <c:v>156.51514300162947</c:v>
                </c:pt>
                <c:pt idx="784">
                  <c:v>156.20422917720214</c:v>
                </c:pt>
                <c:pt idx="785">
                  <c:v>154.53447210203964</c:v>
                </c:pt>
                <c:pt idx="786">
                  <c:v>152.35713884362531</c:v>
                </c:pt>
                <c:pt idx="787">
                  <c:v>148.9736097844206</c:v>
                </c:pt>
                <c:pt idx="788">
                  <c:v>149.54861306212658</c:v>
                </c:pt>
                <c:pt idx="789">
                  <c:v>149.16558970613025</c:v>
                </c:pt>
                <c:pt idx="790">
                  <c:v>150.34275439680843</c:v>
                </c:pt>
                <c:pt idx="791">
                  <c:v>152.79447847015416</c:v>
                </c:pt>
                <c:pt idx="792">
                  <c:v>152.72705137570003</c:v>
                </c:pt>
                <c:pt idx="793">
                  <c:v>154.01472158228916</c:v>
                </c:pt>
                <c:pt idx="794">
                  <c:v>151.93759247813301</c:v>
                </c:pt>
                <c:pt idx="795">
                  <c:v>148.60744320203779</c:v>
                </c:pt>
                <c:pt idx="796">
                  <c:v>148.98953007061112</c:v>
                </c:pt>
                <c:pt idx="797">
                  <c:v>149.20117622820322</c:v>
                </c:pt>
                <c:pt idx="798">
                  <c:v>147.05849300443893</c:v>
                </c:pt>
                <c:pt idx="799">
                  <c:v>143.87068981663575</c:v>
                </c:pt>
                <c:pt idx="800">
                  <c:v>144.85587458560431</c:v>
                </c:pt>
                <c:pt idx="801">
                  <c:v>147.37502575340415</c:v>
                </c:pt>
                <c:pt idx="802">
                  <c:v>145.94126350883104</c:v>
                </c:pt>
                <c:pt idx="803">
                  <c:v>148.51192148489446</c:v>
                </c:pt>
                <c:pt idx="804">
                  <c:v>150.97862935700772</c:v>
                </c:pt>
                <c:pt idx="805">
                  <c:v>148.84062857035829</c:v>
                </c:pt>
                <c:pt idx="806">
                  <c:v>152.24850630256034</c:v>
                </c:pt>
                <c:pt idx="807">
                  <c:v>153.67664962259556</c:v>
                </c:pt>
                <c:pt idx="808">
                  <c:v>153.87799441853497</c:v>
                </c:pt>
                <c:pt idx="809">
                  <c:v>153.86582008203627</c:v>
                </c:pt>
                <c:pt idx="810">
                  <c:v>153.6897604465172</c:v>
                </c:pt>
                <c:pt idx="811">
                  <c:v>152.98177595474894</c:v>
                </c:pt>
                <c:pt idx="812">
                  <c:v>153.65885636155906</c:v>
                </c:pt>
                <c:pt idx="813">
                  <c:v>154.54570995111536</c:v>
                </c:pt>
                <c:pt idx="814">
                  <c:v>155.0795077822105</c:v>
                </c:pt>
                <c:pt idx="815">
                  <c:v>154.3462381300219</c:v>
                </c:pt>
                <c:pt idx="816">
                  <c:v>155.74347736509898</c:v>
                </c:pt>
                <c:pt idx="817">
                  <c:v>155.85960180554775</c:v>
                </c:pt>
                <c:pt idx="818">
                  <c:v>156.14616695697774</c:v>
                </c:pt>
                <c:pt idx="819">
                  <c:v>155.52059335843117</c:v>
                </c:pt>
                <c:pt idx="820">
                  <c:v>154.27600157329888</c:v>
                </c:pt>
                <c:pt idx="821">
                  <c:v>154.30035024629618</c:v>
                </c:pt>
                <c:pt idx="822">
                  <c:v>155.06546047086587</c:v>
                </c:pt>
                <c:pt idx="823">
                  <c:v>157.1397801127531</c:v>
                </c:pt>
                <c:pt idx="824">
                  <c:v>155.29396340207148</c:v>
                </c:pt>
                <c:pt idx="825">
                  <c:v>153.85270925811466</c:v>
                </c:pt>
                <c:pt idx="826">
                  <c:v>153.32546683898033</c:v>
                </c:pt>
                <c:pt idx="827">
                  <c:v>154.43707741005034</c:v>
                </c:pt>
                <c:pt idx="828">
                  <c:v>155.38573916952296</c:v>
                </c:pt>
                <c:pt idx="829">
                  <c:v>154.97368470341445</c:v>
                </c:pt>
                <c:pt idx="830">
                  <c:v>152.19419003202785</c:v>
                </c:pt>
                <c:pt idx="831">
                  <c:v>151.7006611601206</c:v>
                </c:pt>
                <c:pt idx="832">
                  <c:v>149.70406997434026</c:v>
                </c:pt>
                <c:pt idx="833">
                  <c:v>148.05491562248318</c:v>
                </c:pt>
                <c:pt idx="834">
                  <c:v>148.41171733063624</c:v>
                </c:pt>
                <c:pt idx="835">
                  <c:v>149.855780936862</c:v>
                </c:pt>
                <c:pt idx="836">
                  <c:v>146.36174636174636</c:v>
                </c:pt>
                <c:pt idx="837">
                  <c:v>142.76844411979545</c:v>
                </c:pt>
                <c:pt idx="838">
                  <c:v>144.87741379633269</c:v>
                </c:pt>
                <c:pt idx="839">
                  <c:v>144.20033338952257</c:v>
                </c:pt>
                <c:pt idx="840">
                  <c:v>144.17692120394824</c:v>
                </c:pt>
                <c:pt idx="841">
                  <c:v>146.36361933659231</c:v>
                </c:pt>
                <c:pt idx="842">
                  <c:v>148.8977543031597</c:v>
                </c:pt>
                <c:pt idx="843">
                  <c:v>148.52315933397014</c:v>
                </c:pt>
                <c:pt idx="844">
                  <c:v>148.09893053136292</c:v>
                </c:pt>
                <c:pt idx="845">
                  <c:v>146.64737502575338</c:v>
                </c:pt>
                <c:pt idx="846">
                  <c:v>144.22561854994288</c:v>
                </c:pt>
                <c:pt idx="847">
                  <c:v>140.23149969095914</c:v>
                </c:pt>
                <c:pt idx="848">
                  <c:v>136.77024217564758</c:v>
                </c:pt>
                <c:pt idx="849">
                  <c:v>139.1348729186567</c:v>
                </c:pt>
                <c:pt idx="850">
                  <c:v>142.14661647094081</c:v>
                </c:pt>
                <c:pt idx="851">
                  <c:v>143.43428667752991</c:v>
                </c:pt>
                <c:pt idx="852">
                  <c:v>143.72647075349775</c:v>
                </c:pt>
                <c:pt idx="853">
                  <c:v>144.7191474218501</c:v>
                </c:pt>
                <c:pt idx="854">
                  <c:v>144.41010657226872</c:v>
                </c:pt>
                <c:pt idx="855">
                  <c:v>144.41385252196062</c:v>
                </c:pt>
                <c:pt idx="856">
                  <c:v>142.89299694705099</c:v>
                </c:pt>
                <c:pt idx="857">
                  <c:v>141.71957820606468</c:v>
                </c:pt>
                <c:pt idx="858">
                  <c:v>139.62278286602609</c:v>
                </c:pt>
                <c:pt idx="859">
                  <c:v>140.39257552771065</c:v>
                </c:pt>
                <c:pt idx="860">
                  <c:v>138.88576726414564</c:v>
                </c:pt>
                <c:pt idx="861">
                  <c:v>139.22196624899325</c:v>
                </c:pt>
                <c:pt idx="862">
                  <c:v>138.35852484501132</c:v>
                </c:pt>
                <c:pt idx="863">
                  <c:v>137.06898166357624</c:v>
                </c:pt>
                <c:pt idx="864">
                  <c:v>133.96171639414882</c:v>
                </c:pt>
                <c:pt idx="865">
                  <c:v>131.3283137607462</c:v>
                </c:pt>
                <c:pt idx="866">
                  <c:v>134.43745200501957</c:v>
                </c:pt>
                <c:pt idx="867">
                  <c:v>133.54778895319436</c:v>
                </c:pt>
                <c:pt idx="868">
                  <c:v>134.48895881328312</c:v>
                </c:pt>
                <c:pt idx="869">
                  <c:v>135.08081886460263</c:v>
                </c:pt>
                <c:pt idx="870">
                  <c:v>134.13590305482194</c:v>
                </c:pt>
                <c:pt idx="871">
                  <c:v>135.283100147965</c:v>
                </c:pt>
                <c:pt idx="872">
                  <c:v>137.57281189713621</c:v>
                </c:pt>
                <c:pt idx="873">
                  <c:v>139.46919892865836</c:v>
                </c:pt>
                <c:pt idx="874">
                  <c:v>138.76870633627391</c:v>
                </c:pt>
                <c:pt idx="875">
                  <c:v>138.52147365660878</c:v>
                </c:pt>
                <c:pt idx="876">
                  <c:v>134.97124983611468</c:v>
                </c:pt>
                <c:pt idx="877">
                  <c:v>130.80856324099565</c:v>
                </c:pt>
                <c:pt idx="878">
                  <c:v>132.93345320372345</c:v>
                </c:pt>
                <c:pt idx="879">
                  <c:v>131.4538030754247</c:v>
                </c:pt>
                <c:pt idx="880">
                  <c:v>130.66809012754959</c:v>
                </c:pt>
                <c:pt idx="881">
                  <c:v>131.68417898147626</c:v>
                </c:pt>
                <c:pt idx="882">
                  <c:v>132.64501507744751</c:v>
                </c:pt>
                <c:pt idx="883">
                  <c:v>135.73074113614655</c:v>
                </c:pt>
                <c:pt idx="884">
                  <c:v>136.25423760558894</c:v>
                </c:pt>
                <c:pt idx="885">
                  <c:v>137.07928302522896</c:v>
                </c:pt>
                <c:pt idx="886">
                  <c:v>138.6535183832481</c:v>
                </c:pt>
                <c:pt idx="887">
                  <c:v>139.30905957932984</c:v>
                </c:pt>
                <c:pt idx="888">
                  <c:v>139.83161956134927</c:v>
                </c:pt>
                <c:pt idx="889">
                  <c:v>139.87844393249799</c:v>
                </c:pt>
                <c:pt idx="890">
                  <c:v>140.01610758367516</c:v>
                </c:pt>
                <c:pt idx="891">
                  <c:v>142.00427038264877</c:v>
                </c:pt>
                <c:pt idx="892">
                  <c:v>142.29645445861664</c:v>
                </c:pt>
                <c:pt idx="893">
                  <c:v>141.08089378359648</c:v>
                </c:pt>
                <c:pt idx="894">
                  <c:v>141.50886853589554</c:v>
                </c:pt>
                <c:pt idx="895">
                  <c:v>142.7927927927928</c:v>
                </c:pt>
                <c:pt idx="896">
                  <c:v>141.17173306362497</c:v>
                </c:pt>
                <c:pt idx="897">
                  <c:v>139.79228708958436</c:v>
                </c:pt>
                <c:pt idx="898">
                  <c:v>140.33919574460114</c:v>
                </c:pt>
                <c:pt idx="899">
                  <c:v>139.52351519919085</c:v>
                </c:pt>
                <c:pt idx="900">
                  <c:v>140.89453278642466</c:v>
                </c:pt>
                <c:pt idx="901">
                  <c:v>141.4067914067914</c:v>
                </c:pt>
                <c:pt idx="902">
                  <c:v>142.10634751175292</c:v>
                </c:pt>
                <c:pt idx="903">
                  <c:v>141.48639283774418</c:v>
                </c:pt>
                <c:pt idx="904">
                  <c:v>141.07808432132757</c:v>
                </c:pt>
                <c:pt idx="905">
                  <c:v>142.15410837032459</c:v>
                </c:pt>
                <c:pt idx="906">
                  <c:v>142.30300987057743</c:v>
                </c:pt>
                <c:pt idx="907">
                  <c:v>142.45003839598434</c:v>
                </c:pt>
                <c:pt idx="908">
                  <c:v>143.13742016444718</c:v>
                </c:pt>
                <c:pt idx="909">
                  <c:v>143.63750444831524</c:v>
                </c:pt>
                <c:pt idx="910">
                  <c:v>143.31628926223522</c:v>
                </c:pt>
                <c:pt idx="911">
                  <c:v>139.60967204210445</c:v>
                </c:pt>
                <c:pt idx="912">
                  <c:v>139.25848925848925</c:v>
                </c:pt>
                <c:pt idx="913">
                  <c:v>140.14066041093068</c:v>
                </c:pt>
                <c:pt idx="914">
                  <c:v>140.85145436496788</c:v>
                </c:pt>
                <c:pt idx="915">
                  <c:v>139.11801614504316</c:v>
                </c:pt>
                <c:pt idx="916">
                  <c:v>136.98001535839373</c:v>
                </c:pt>
                <c:pt idx="917">
                  <c:v>136.37879043284445</c:v>
                </c:pt>
                <c:pt idx="918">
                  <c:v>138.38193703058568</c:v>
                </c:pt>
                <c:pt idx="919">
                  <c:v>138.61512239890618</c:v>
                </c:pt>
                <c:pt idx="920">
                  <c:v>135.73355059841546</c:v>
                </c:pt>
                <c:pt idx="921">
                  <c:v>134.23704369650315</c:v>
                </c:pt>
                <c:pt idx="922">
                  <c:v>129.27740630443333</c:v>
                </c:pt>
                <c:pt idx="923">
                  <c:v>125.90979753141913</c:v>
                </c:pt>
                <c:pt idx="924">
                  <c:v>124.40954467981496</c:v>
                </c:pt>
                <c:pt idx="925">
                  <c:v>124.51443127118802</c:v>
                </c:pt>
                <c:pt idx="926">
                  <c:v>121.38281732876325</c:v>
                </c:pt>
                <c:pt idx="927">
                  <c:v>115.20574628682736</c:v>
                </c:pt>
                <c:pt idx="928">
                  <c:v>115.50167631248711</c:v>
                </c:pt>
                <c:pt idx="929">
                  <c:v>116.03922009327414</c:v>
                </c:pt>
                <c:pt idx="930">
                  <c:v>113.49197430278511</c:v>
                </c:pt>
                <c:pt idx="931">
                  <c:v>110.72371748047422</c:v>
                </c:pt>
                <c:pt idx="932">
                  <c:v>108.07439456088103</c:v>
                </c:pt>
                <c:pt idx="933">
                  <c:v>107.81405105729429</c:v>
                </c:pt>
                <c:pt idx="934">
                  <c:v>112.17620947350674</c:v>
                </c:pt>
                <c:pt idx="935">
                  <c:v>109.81251521792062</c:v>
                </c:pt>
                <c:pt idx="936">
                  <c:v>112.8420520312412</c:v>
                </c:pt>
                <c:pt idx="937">
                  <c:v>114.46404824783203</c:v>
                </c:pt>
                <c:pt idx="938">
                  <c:v>116.7546964844262</c:v>
                </c:pt>
                <c:pt idx="939">
                  <c:v>113.68114476222584</c:v>
                </c:pt>
                <c:pt idx="940">
                  <c:v>112.25206495476765</c:v>
                </c:pt>
                <c:pt idx="941">
                  <c:v>110.02041542582084</c:v>
                </c:pt>
                <c:pt idx="942">
                  <c:v>108.68404787323705</c:v>
                </c:pt>
                <c:pt idx="943">
                  <c:v>109.75351651027327</c:v>
                </c:pt>
                <c:pt idx="944">
                  <c:v>108.33661103931374</c:v>
                </c:pt>
                <c:pt idx="945">
                  <c:v>107.65765765765765</c:v>
                </c:pt>
                <c:pt idx="946">
                  <c:v>110.35848738551439</c:v>
                </c:pt>
                <c:pt idx="947">
                  <c:v>111.9561349291079</c:v>
                </c:pt>
                <c:pt idx="948">
                  <c:v>113.55097301043247</c:v>
                </c:pt>
                <c:pt idx="949">
                  <c:v>115.42020190668838</c:v>
                </c:pt>
                <c:pt idx="950">
                  <c:v>116.92888314509935</c:v>
                </c:pt>
                <c:pt idx="951">
                  <c:v>116.47000430784213</c:v>
                </c:pt>
                <c:pt idx="952">
                  <c:v>115.98677679758759</c:v>
                </c:pt>
                <c:pt idx="953">
                  <c:v>117.28006592871456</c:v>
                </c:pt>
                <c:pt idx="954">
                  <c:v>118.46659549362251</c:v>
                </c:pt>
                <c:pt idx="955">
                  <c:v>117.14333876496038</c:v>
                </c:pt>
                <c:pt idx="956">
                  <c:v>117.53104455807157</c:v>
                </c:pt>
                <c:pt idx="957">
                  <c:v>117.28849431552133</c:v>
                </c:pt>
                <c:pt idx="958">
                  <c:v>117.4233485044296</c:v>
                </c:pt>
                <c:pt idx="959">
                  <c:v>117.01035755089808</c:v>
                </c:pt>
                <c:pt idx="960">
                  <c:v>117.62562978779194</c:v>
                </c:pt>
                <c:pt idx="961">
                  <c:v>116.06637822854037</c:v>
                </c:pt>
                <c:pt idx="962">
                  <c:v>116.62171527036391</c:v>
                </c:pt>
                <c:pt idx="963">
                  <c:v>116.19280403064185</c:v>
                </c:pt>
                <c:pt idx="964">
                  <c:v>115.93901593901595</c:v>
                </c:pt>
                <c:pt idx="965">
                  <c:v>116.57208143694629</c:v>
                </c:pt>
                <c:pt idx="966">
                  <c:v>115.69646569646568</c:v>
                </c:pt>
                <c:pt idx="967">
                  <c:v>115.58970613024667</c:v>
                </c:pt>
                <c:pt idx="968">
                  <c:v>116.42786237380831</c:v>
                </c:pt>
                <c:pt idx="969">
                  <c:v>117.41304714277688</c:v>
                </c:pt>
                <c:pt idx="970">
                  <c:v>117.47672828753907</c:v>
                </c:pt>
                <c:pt idx="971">
                  <c:v>115.38461538461537</c:v>
                </c:pt>
                <c:pt idx="972">
                  <c:v>113.37584986233634</c:v>
                </c:pt>
                <c:pt idx="973">
                  <c:v>113.43953100709857</c:v>
                </c:pt>
                <c:pt idx="974">
                  <c:v>110.97469610983124</c:v>
                </c:pt>
                <c:pt idx="975">
                  <c:v>112.99844543087787</c:v>
                </c:pt>
                <c:pt idx="976">
                  <c:v>116.3932123391583</c:v>
                </c:pt>
                <c:pt idx="977">
                  <c:v>117.59659867767975</c:v>
                </c:pt>
                <c:pt idx="978">
                  <c:v>117.64248656140548</c:v>
                </c:pt>
                <c:pt idx="979">
                  <c:v>117.96838418460038</c:v>
                </c:pt>
                <c:pt idx="980">
                  <c:v>118.83182558858235</c:v>
                </c:pt>
                <c:pt idx="981">
                  <c:v>120.34518926410817</c:v>
                </c:pt>
                <c:pt idx="982">
                  <c:v>120.84527354797625</c:v>
                </c:pt>
                <c:pt idx="983">
                  <c:v>119.47425596074244</c:v>
                </c:pt>
                <c:pt idx="984">
                  <c:v>118.20625199003575</c:v>
                </c:pt>
                <c:pt idx="985">
                  <c:v>118.27367908448988</c:v>
                </c:pt>
                <c:pt idx="986">
                  <c:v>118.54057800003746</c:v>
                </c:pt>
                <c:pt idx="987">
                  <c:v>119.86477121612256</c:v>
                </c:pt>
                <c:pt idx="988">
                  <c:v>120.79095727744375</c:v>
                </c:pt>
                <c:pt idx="989">
                  <c:v>121.30415238523346</c:v>
                </c:pt>
                <c:pt idx="990">
                  <c:v>120.06798898690789</c:v>
                </c:pt>
                <c:pt idx="991">
                  <c:v>119.0809312430934</c:v>
                </c:pt>
                <c:pt idx="992">
                  <c:v>119.52669925642898</c:v>
                </c:pt>
                <c:pt idx="993">
                  <c:v>119.63533179749395</c:v>
                </c:pt>
                <c:pt idx="994">
                  <c:v>119.93500777284561</c:v>
                </c:pt>
                <c:pt idx="995">
                  <c:v>119.669045344721</c:v>
                </c:pt>
                <c:pt idx="996">
                  <c:v>120.14759041786067</c:v>
                </c:pt>
                <c:pt idx="997">
                  <c:v>119.80109007136033</c:v>
                </c:pt>
                <c:pt idx="998">
                  <c:v>119.45271675001403</c:v>
                </c:pt>
                <c:pt idx="999">
                  <c:v>120.79751268940457</c:v>
                </c:pt>
                <c:pt idx="1000">
                  <c:v>120.90614523046955</c:v>
                </c:pt>
                <c:pt idx="1001">
                  <c:v>120.62426251615439</c:v>
                </c:pt>
                <c:pt idx="1002">
                  <c:v>119.33097338502743</c:v>
                </c:pt>
                <c:pt idx="1003">
                  <c:v>118.23621958757093</c:v>
                </c:pt>
                <c:pt idx="1004">
                  <c:v>117.97025715944633</c:v>
                </c:pt>
                <c:pt idx="1005">
                  <c:v>117.64529602367439</c:v>
                </c:pt>
                <c:pt idx="1006">
                  <c:v>117.20982937199152</c:v>
                </c:pt>
                <c:pt idx="1007">
                  <c:v>115.33966398831264</c:v>
                </c:pt>
                <c:pt idx="1008">
                  <c:v>113.31029574272817</c:v>
                </c:pt>
                <c:pt idx="1009">
                  <c:v>113.50883107639864</c:v>
                </c:pt>
                <c:pt idx="1010">
                  <c:v>114.17280065928715</c:v>
                </c:pt>
                <c:pt idx="1011">
                  <c:v>114.86861081455675</c:v>
                </c:pt>
                <c:pt idx="1012">
                  <c:v>114.98005281789064</c:v>
                </c:pt>
                <c:pt idx="1013">
                  <c:v>113.1979172519713</c:v>
                </c:pt>
                <c:pt idx="1014">
                  <c:v>111.62274540652916</c:v>
                </c:pt>
                <c:pt idx="1015">
                  <c:v>112.1462418759716</c:v>
                </c:pt>
                <c:pt idx="1016">
                  <c:v>112.94225618549942</c:v>
                </c:pt>
                <c:pt idx="1017">
                  <c:v>111.09737596224083</c:v>
                </c:pt>
                <c:pt idx="1018">
                  <c:v>109.09984828903747</c:v>
                </c:pt>
                <c:pt idx="1019">
                  <c:v>108.73742765634657</c:v>
                </c:pt>
                <c:pt idx="1020">
                  <c:v>107.81124159502538</c:v>
                </c:pt>
                <c:pt idx="1021">
                  <c:v>108.51922608679365</c:v>
                </c:pt>
                <c:pt idx="1022">
                  <c:v>107.27088835196943</c:v>
                </c:pt>
                <c:pt idx="1023">
                  <c:v>106.21827648854676</c:v>
                </c:pt>
                <c:pt idx="1024">
                  <c:v>106.49360379090109</c:v>
                </c:pt>
                <c:pt idx="1025">
                  <c:v>107.61738869846977</c:v>
                </c:pt>
                <c:pt idx="1026">
                  <c:v>109.1672753834916</c:v>
                </c:pt>
                <c:pt idx="1027">
                  <c:v>110.11219119327227</c:v>
                </c:pt>
                <c:pt idx="1028">
                  <c:v>110.94472851229607</c:v>
                </c:pt>
                <c:pt idx="1029">
                  <c:v>110.08503305800603</c:v>
                </c:pt>
                <c:pt idx="1030">
                  <c:v>110.30042516529002</c:v>
                </c:pt>
                <c:pt idx="1031">
                  <c:v>111.14888277050439</c:v>
                </c:pt>
                <c:pt idx="1032">
                  <c:v>114.15032496113578</c:v>
                </c:pt>
                <c:pt idx="1033">
                  <c:v>118.64733756625647</c:v>
                </c:pt>
                <c:pt idx="1034">
                  <c:v>119.50984248281544</c:v>
                </c:pt>
                <c:pt idx="1035">
                  <c:v>119.09778801670691</c:v>
                </c:pt>
                <c:pt idx="1036">
                  <c:v>118.93390271768649</c:v>
                </c:pt>
                <c:pt idx="1037">
                  <c:v>121.76396770991364</c:v>
                </c:pt>
                <c:pt idx="1038">
                  <c:v>123.34382199247062</c:v>
                </c:pt>
                <c:pt idx="1039">
                  <c:v>123.08160551403793</c:v>
                </c:pt>
                <c:pt idx="1040">
                  <c:v>123.02635275608247</c:v>
                </c:pt>
                <c:pt idx="1041">
                  <c:v>122.4110805191886</c:v>
                </c:pt>
                <c:pt idx="1042">
                  <c:v>122.59088610439962</c:v>
                </c:pt>
                <c:pt idx="1043">
                  <c:v>123.81768462849543</c:v>
                </c:pt>
                <c:pt idx="1044">
                  <c:v>123.44308965930585</c:v>
                </c:pt>
                <c:pt idx="1045">
                  <c:v>122.51315764829278</c:v>
                </c:pt>
                <c:pt idx="1046">
                  <c:v>120.54934352231648</c:v>
                </c:pt>
                <c:pt idx="1047">
                  <c:v>121.9447097825476</c:v>
                </c:pt>
                <c:pt idx="1048">
                  <c:v>123.46181940776535</c:v>
                </c:pt>
                <c:pt idx="1049">
                  <c:v>124.62119083740704</c:v>
                </c:pt>
                <c:pt idx="1050">
                  <c:v>124.97518308329118</c:v>
                </c:pt>
                <c:pt idx="1051">
                  <c:v>126.19823565769512</c:v>
                </c:pt>
                <c:pt idx="1052">
                  <c:v>125.9322732295705</c:v>
                </c:pt>
                <c:pt idx="1053">
                  <c:v>124.58373134048809</c:v>
                </c:pt>
                <c:pt idx="1054">
                  <c:v>123.99468075143749</c:v>
                </c:pt>
                <c:pt idx="1055">
                  <c:v>125.23365361203199</c:v>
                </c:pt>
                <c:pt idx="1056">
                  <c:v>124.55844618006779</c:v>
                </c:pt>
                <c:pt idx="1057">
                  <c:v>124.66426925886384</c:v>
                </c:pt>
                <c:pt idx="1058">
                  <c:v>125.06508587589668</c:v>
                </c:pt>
                <c:pt idx="1059">
                  <c:v>125.38255511228485</c:v>
                </c:pt>
                <c:pt idx="1060">
                  <c:v>126.24225056657488</c:v>
                </c:pt>
                <c:pt idx="1061">
                  <c:v>127.03920136352569</c:v>
                </c:pt>
                <c:pt idx="1062">
                  <c:v>127.0345189264108</c:v>
                </c:pt>
                <c:pt idx="1063">
                  <c:v>125.1034818602386</c:v>
                </c:pt>
                <c:pt idx="1064">
                  <c:v>122.89618100428912</c:v>
                </c:pt>
                <c:pt idx="1065">
                  <c:v>122.11046805641399</c:v>
                </c:pt>
                <c:pt idx="1066">
                  <c:v>123.07036766496226</c:v>
                </c:pt>
                <c:pt idx="1067">
                  <c:v>123.09658931280552</c:v>
                </c:pt>
                <c:pt idx="1068">
                  <c:v>122.9645445861662</c:v>
                </c:pt>
                <c:pt idx="1069">
                  <c:v>121.13558464909815</c:v>
                </c:pt>
                <c:pt idx="1070">
                  <c:v>121.1337116742522</c:v>
                </c:pt>
                <c:pt idx="1071">
                  <c:v>121.12528328744546</c:v>
                </c:pt>
                <c:pt idx="1072">
                  <c:v>119.98089565657131</c:v>
                </c:pt>
                <c:pt idx="1073">
                  <c:v>118.80747691558501</c:v>
                </c:pt>
                <c:pt idx="1074">
                  <c:v>117.28755782809837</c:v>
                </c:pt>
                <c:pt idx="1075">
                  <c:v>116.73503024854377</c:v>
                </c:pt>
                <c:pt idx="1076">
                  <c:v>117.39899983143225</c:v>
                </c:pt>
                <c:pt idx="1077">
                  <c:v>114.24116424116424</c:v>
                </c:pt>
                <c:pt idx="1078">
                  <c:v>115.05309883688261</c:v>
                </c:pt>
                <c:pt idx="1079">
                  <c:v>113.66335150118934</c:v>
                </c:pt>
                <c:pt idx="1080">
                  <c:v>114.32263864696297</c:v>
                </c:pt>
                <c:pt idx="1081">
                  <c:v>114.92480005993519</c:v>
                </c:pt>
                <c:pt idx="1082">
                  <c:v>120.22250941169858</c:v>
                </c:pt>
                <c:pt idx="1083">
                  <c:v>119.15772321177724</c:v>
                </c:pt>
                <c:pt idx="1084">
                  <c:v>119.69994942967914</c:v>
                </c:pt>
                <c:pt idx="1085">
                  <c:v>119.46020864939784</c:v>
                </c:pt>
                <c:pt idx="1086">
                  <c:v>122.65550373658481</c:v>
                </c:pt>
                <c:pt idx="1087">
                  <c:v>124.6623962840179</c:v>
                </c:pt>
                <c:pt idx="1088">
                  <c:v>124.47509879942311</c:v>
                </c:pt>
                <c:pt idx="1089">
                  <c:v>123.64349796782228</c:v>
                </c:pt>
                <c:pt idx="1090">
                  <c:v>124.1098687044633</c:v>
                </c:pt>
                <c:pt idx="1091">
                  <c:v>122.648948324624</c:v>
                </c:pt>
                <c:pt idx="1092">
                  <c:v>122.98982974658649</c:v>
                </c:pt>
                <c:pt idx="1093">
                  <c:v>122.79223090033899</c:v>
                </c:pt>
                <c:pt idx="1094">
                  <c:v>120.50345563859078</c:v>
                </c:pt>
                <c:pt idx="1095">
                  <c:v>120.46505965424883</c:v>
                </c:pt>
                <c:pt idx="1096">
                  <c:v>119.83667659343334</c:v>
                </c:pt>
                <c:pt idx="1097">
                  <c:v>119.9602929332659</c:v>
                </c:pt>
                <c:pt idx="1098">
                  <c:v>119.669045344721</c:v>
                </c:pt>
                <c:pt idx="1099">
                  <c:v>118.91142701953513</c:v>
                </c:pt>
                <c:pt idx="1100">
                  <c:v>117.96182877263959</c:v>
                </c:pt>
                <c:pt idx="1101">
                  <c:v>116.09728231349851</c:v>
                </c:pt>
                <c:pt idx="1102">
                  <c:v>115.79760633814686</c:v>
                </c:pt>
                <c:pt idx="1103">
                  <c:v>113.67365286284203</c:v>
                </c:pt>
                <c:pt idx="1104">
                  <c:v>115.40428162049783</c:v>
                </c:pt>
                <c:pt idx="1105">
                  <c:v>115.11584349422186</c:v>
                </c:pt>
                <c:pt idx="1106">
                  <c:v>114.67194845573223</c:v>
                </c:pt>
                <c:pt idx="1107">
                  <c:v>115.40053567080595</c:v>
                </c:pt>
                <c:pt idx="1108">
                  <c:v>116.26585004963384</c:v>
                </c:pt>
                <c:pt idx="1109">
                  <c:v>116.36418122904608</c:v>
                </c:pt>
                <c:pt idx="1110">
                  <c:v>116.12724991103367</c:v>
                </c:pt>
                <c:pt idx="1111">
                  <c:v>116.80807626753571</c:v>
                </c:pt>
                <c:pt idx="1112">
                  <c:v>116.71723698750725</c:v>
                </c:pt>
                <c:pt idx="1113">
                  <c:v>117.12273604165495</c:v>
                </c:pt>
                <c:pt idx="1114">
                  <c:v>117.69024741997715</c:v>
                </c:pt>
                <c:pt idx="1115">
                  <c:v>116.13193234814855</c:v>
                </c:pt>
                <c:pt idx="1116">
                  <c:v>113.388024198835</c:v>
                </c:pt>
                <c:pt idx="1117">
                  <c:v>113.82817328763272</c:v>
                </c:pt>
                <c:pt idx="1118">
                  <c:v>113.06119008821712</c:v>
                </c:pt>
                <c:pt idx="1119">
                  <c:v>113.43578505740666</c:v>
                </c:pt>
                <c:pt idx="1120">
                  <c:v>113.81131651401921</c:v>
                </c:pt>
                <c:pt idx="1121">
                  <c:v>113.00219138056976</c:v>
                </c:pt>
                <c:pt idx="1122">
                  <c:v>113.10239553482795</c:v>
                </c:pt>
                <c:pt idx="1123">
                  <c:v>112.85235339289392</c:v>
                </c:pt>
                <c:pt idx="1124">
                  <c:v>111.64334812983461</c:v>
                </c:pt>
                <c:pt idx="1125">
                  <c:v>109.65612181828396</c:v>
                </c:pt>
                <c:pt idx="1126">
                  <c:v>107.93673090970388</c:v>
                </c:pt>
                <c:pt idx="1127">
                  <c:v>108.44805304264762</c:v>
                </c:pt>
                <c:pt idx="1128">
                  <c:v>106.87475417205145</c:v>
                </c:pt>
                <c:pt idx="1129">
                  <c:v>106.96091101496505</c:v>
                </c:pt>
                <c:pt idx="1130">
                  <c:v>106.91034069412449</c:v>
                </c:pt>
                <c:pt idx="1131">
                  <c:v>105.71538274240977</c:v>
                </c:pt>
                <c:pt idx="1132">
                  <c:v>102.99395029124759</c:v>
                </c:pt>
                <c:pt idx="1133">
                  <c:v>103.41724260643178</c:v>
                </c:pt>
                <c:pt idx="1134">
                  <c:v>102.1782697458373</c:v>
                </c:pt>
                <c:pt idx="1135">
                  <c:v>101.8448802232586</c:v>
                </c:pt>
                <c:pt idx="1136">
                  <c:v>99.789290329830877</c:v>
                </c:pt>
                <c:pt idx="1137">
                  <c:v>101.56767994605833</c:v>
                </c:pt>
                <c:pt idx="1138">
                  <c:v>100.98143881927666</c:v>
                </c:pt>
                <c:pt idx="1139">
                  <c:v>101.99471821093442</c:v>
                </c:pt>
                <c:pt idx="1140">
                  <c:v>103.03515573785842</c:v>
                </c:pt>
                <c:pt idx="1141">
                  <c:v>101.38319192373247</c:v>
                </c:pt>
                <c:pt idx="1142">
                  <c:v>102.06495476765747</c:v>
                </c:pt>
                <c:pt idx="1143">
                  <c:v>102.37212264239291</c:v>
                </c:pt>
                <c:pt idx="1144">
                  <c:v>102.84036635387986</c:v>
                </c:pt>
                <c:pt idx="1145">
                  <c:v>102.20261841883462</c:v>
                </c:pt>
                <c:pt idx="1146">
                  <c:v>100.24442321739618</c:v>
                </c:pt>
                <c:pt idx="1147">
                  <c:v>97.528609690771844</c:v>
                </c:pt>
                <c:pt idx="1148">
                  <c:v>98.206626585004969</c:v>
                </c:pt>
                <c:pt idx="1149">
                  <c:v>100.50383023355995</c:v>
                </c:pt>
                <c:pt idx="1150">
                  <c:v>102.31406042216851</c:v>
                </c:pt>
                <c:pt idx="1151">
                  <c:v>101.65009083928003</c:v>
                </c:pt>
                <c:pt idx="1152">
                  <c:v>100.76604671199266</c:v>
                </c:pt>
                <c:pt idx="1153">
                  <c:v>102.00127362289524</c:v>
                </c:pt>
                <c:pt idx="1154">
                  <c:v>100.10956902848793</c:v>
                </c:pt>
                <c:pt idx="1155">
                  <c:v>100.28188271431513</c:v>
                </c:pt>
                <c:pt idx="1156">
                  <c:v>101.08070648611189</c:v>
                </c:pt>
                <c:pt idx="1157">
                  <c:v>101.97411548762901</c:v>
                </c:pt>
                <c:pt idx="1158">
                  <c:v>102.63621209567155</c:v>
                </c:pt>
                <c:pt idx="1159">
                  <c:v>104.16268659511903</c:v>
                </c:pt>
                <c:pt idx="1160">
                  <c:v>104.47266393212338</c:v>
                </c:pt>
                <c:pt idx="1161">
                  <c:v>105.2368376692701</c:v>
                </c:pt>
                <c:pt idx="1162">
                  <c:v>105.2508849806147</c:v>
                </c:pt>
                <c:pt idx="1163">
                  <c:v>102.96398269371242</c:v>
                </c:pt>
                <c:pt idx="1164">
                  <c:v>103.22713565956806</c:v>
                </c:pt>
                <c:pt idx="1165">
                  <c:v>101.71377198404225</c:v>
                </c:pt>
                <c:pt idx="1166">
                  <c:v>105.70227191848814</c:v>
                </c:pt>
                <c:pt idx="1167">
                  <c:v>109.14199022307129</c:v>
                </c:pt>
                <c:pt idx="1168">
                  <c:v>109.18787810679702</c:v>
                </c:pt>
                <c:pt idx="1169">
                  <c:v>107.05736921953137</c:v>
                </c:pt>
                <c:pt idx="1170">
                  <c:v>107.71291041561311</c:v>
                </c:pt>
                <c:pt idx="1171">
                  <c:v>106.45239834429023</c:v>
                </c:pt>
                <c:pt idx="1172">
                  <c:v>104.76953044520612</c:v>
                </c:pt>
                <c:pt idx="1173">
                  <c:v>102.87595287595286</c:v>
                </c:pt>
                <c:pt idx="1174">
                  <c:v>102.65400535670805</c:v>
                </c:pt>
                <c:pt idx="1175">
                  <c:v>101.45623794272443</c:v>
                </c:pt>
                <c:pt idx="1176">
                  <c:v>100.18729748459478</c:v>
                </c:pt>
                <c:pt idx="1177">
                  <c:v>101.06853214961322</c:v>
                </c:pt>
                <c:pt idx="1178">
                  <c:v>100.59279653874246</c:v>
                </c:pt>
                <c:pt idx="1179">
                  <c:v>101.11442003333894</c:v>
                </c:pt>
                <c:pt idx="1180">
                  <c:v>101.1696727912944</c:v>
                </c:pt>
                <c:pt idx="1181">
                  <c:v>101.29703508081886</c:v>
                </c:pt>
                <c:pt idx="1182">
                  <c:v>101.67069356258544</c:v>
                </c:pt>
                <c:pt idx="1183">
                  <c:v>102.50229439418628</c:v>
                </c:pt>
                <c:pt idx="1184">
                  <c:v>104.2788110355678</c:v>
                </c:pt>
                <c:pt idx="1185">
                  <c:v>105.33610533610533</c:v>
                </c:pt>
                <c:pt idx="1186">
                  <c:v>105.67792324549082</c:v>
                </c:pt>
                <c:pt idx="1187">
                  <c:v>105.18439437358356</c:v>
                </c:pt>
                <c:pt idx="1188">
                  <c:v>104.86505216234947</c:v>
                </c:pt>
                <c:pt idx="1189">
                  <c:v>106.1058979977899</c:v>
                </c:pt>
                <c:pt idx="1190">
                  <c:v>106.90097581989473</c:v>
                </c:pt>
                <c:pt idx="1191">
                  <c:v>107.27838025135321</c:v>
                </c:pt>
                <c:pt idx="1192">
                  <c:v>107.60427787454813</c:v>
                </c:pt>
                <c:pt idx="1193">
                  <c:v>108.43400573130302</c:v>
                </c:pt>
                <c:pt idx="1194">
                  <c:v>108.58758966867074</c:v>
                </c:pt>
                <c:pt idx="1195">
                  <c:v>107.67170496900225</c:v>
                </c:pt>
                <c:pt idx="1196">
                  <c:v>107.40480605345468</c:v>
                </c:pt>
                <c:pt idx="1197">
                  <c:v>107.91425521155249</c:v>
                </c:pt>
                <c:pt idx="1198">
                  <c:v>107.56681837762918</c:v>
                </c:pt>
                <c:pt idx="1199">
                  <c:v>107.55558052855349</c:v>
                </c:pt>
                <c:pt idx="1200">
                  <c:v>106.5507295237025</c:v>
                </c:pt>
                <c:pt idx="1201">
                  <c:v>106.48517540409432</c:v>
                </c:pt>
                <c:pt idx="1202">
                  <c:v>106.29600494465359</c:v>
                </c:pt>
                <c:pt idx="1203">
                  <c:v>106.54230113689572</c:v>
                </c:pt>
                <c:pt idx="1204">
                  <c:v>106.93843531681368</c:v>
                </c:pt>
                <c:pt idx="1205">
                  <c:v>107.06111516922327</c:v>
                </c:pt>
                <c:pt idx="1206">
                  <c:v>106.87100822235955</c:v>
                </c:pt>
                <c:pt idx="1207">
                  <c:v>106.79047030398381</c:v>
                </c:pt>
                <c:pt idx="1208">
                  <c:v>107.5949130003184</c:v>
                </c:pt>
                <c:pt idx="1209">
                  <c:v>107.14820849955984</c:v>
                </c:pt>
                <c:pt idx="1210">
                  <c:v>107.18847745874771</c:v>
                </c:pt>
                <c:pt idx="1211">
                  <c:v>107.89927141278493</c:v>
                </c:pt>
                <c:pt idx="1212">
                  <c:v>108.91067782959676</c:v>
                </c:pt>
                <c:pt idx="1213">
                  <c:v>107.9254930606282</c:v>
                </c:pt>
                <c:pt idx="1214">
                  <c:v>107.16412878575041</c:v>
                </c:pt>
                <c:pt idx="1215">
                  <c:v>107.58273866381973</c:v>
                </c:pt>
                <c:pt idx="1216">
                  <c:v>107.73070367664963</c:v>
                </c:pt>
                <c:pt idx="1217">
                  <c:v>106.70337697364725</c:v>
                </c:pt>
                <c:pt idx="1218">
                  <c:v>105.90829915154238</c:v>
                </c:pt>
                <c:pt idx="1219">
                  <c:v>104.70959525013579</c:v>
                </c:pt>
                <c:pt idx="1220">
                  <c:v>104.48577475604503</c:v>
                </c:pt>
                <c:pt idx="1221">
                  <c:v>104.97743065310632</c:v>
                </c:pt>
                <c:pt idx="1222">
                  <c:v>105.86428424266261</c:v>
                </c:pt>
                <c:pt idx="1223">
                  <c:v>105.7753179374801</c:v>
                </c:pt>
                <c:pt idx="1224">
                  <c:v>106.57226873443089</c:v>
                </c:pt>
                <c:pt idx="1225">
                  <c:v>106.6078552565039</c:v>
                </c:pt>
                <c:pt idx="1226">
                  <c:v>106.58818902062146</c:v>
                </c:pt>
                <c:pt idx="1227">
                  <c:v>106.6293944672323</c:v>
                </c:pt>
                <c:pt idx="1228">
                  <c:v>106.37466988818338</c:v>
                </c:pt>
                <c:pt idx="1229">
                  <c:v>106.38309827499015</c:v>
                </c:pt>
                <c:pt idx="1230">
                  <c:v>106.47112809274972</c:v>
                </c:pt>
                <c:pt idx="1231">
                  <c:v>107.83184431833079</c:v>
                </c:pt>
                <c:pt idx="1232">
                  <c:v>108.55949504598152</c:v>
                </c:pt>
                <c:pt idx="1233">
                  <c:v>109.28339982394036</c:v>
                </c:pt>
                <c:pt idx="1234">
                  <c:v>110.05974789758572</c:v>
                </c:pt>
                <c:pt idx="1235">
                  <c:v>111.68268060159951</c:v>
                </c:pt>
                <c:pt idx="1236">
                  <c:v>111.64334812983461</c:v>
                </c:pt>
                <c:pt idx="1237">
                  <c:v>109.19162405648892</c:v>
                </c:pt>
                <c:pt idx="1238">
                  <c:v>110.51769024741995</c:v>
                </c:pt>
                <c:pt idx="1239">
                  <c:v>110.17774531288045</c:v>
                </c:pt>
                <c:pt idx="1240">
                  <c:v>112.48805978535708</c:v>
                </c:pt>
                <c:pt idx="1241">
                  <c:v>113.43672154482964</c:v>
                </c:pt>
                <c:pt idx="1242">
                  <c:v>114.53896724166994</c:v>
                </c:pt>
                <c:pt idx="1243">
                  <c:v>115.4660897904141</c:v>
                </c:pt>
                <c:pt idx="1244">
                  <c:v>116.67322207862748</c:v>
                </c:pt>
                <c:pt idx="1245">
                  <c:v>117.45237961454175</c:v>
                </c:pt>
                <c:pt idx="1246">
                  <c:v>117.7745312880448</c:v>
                </c:pt>
                <c:pt idx="1247">
                  <c:v>116.95604128036558</c:v>
                </c:pt>
                <c:pt idx="1248">
                  <c:v>117.03189676162648</c:v>
                </c:pt>
                <c:pt idx="1249">
                  <c:v>116.92701017025342</c:v>
                </c:pt>
                <c:pt idx="1250">
                  <c:v>117.9150044014909</c:v>
                </c:pt>
                <c:pt idx="1251">
                  <c:v>118.84119046281208</c:v>
                </c:pt>
                <c:pt idx="1252">
                  <c:v>118.87115806034723</c:v>
                </c:pt>
                <c:pt idx="1253">
                  <c:v>118.70727276132681</c:v>
                </c:pt>
                <c:pt idx="1254">
                  <c:v>118.520911764155</c:v>
                </c:pt>
                <c:pt idx="1255">
                  <c:v>116.62358824520985</c:v>
                </c:pt>
                <c:pt idx="1256">
                  <c:v>116.61235039613418</c:v>
                </c:pt>
                <c:pt idx="1257">
                  <c:v>113.44702290648236</c:v>
                </c:pt>
                <c:pt idx="1258">
                  <c:v>113.12768069524826</c:v>
                </c:pt>
                <c:pt idx="1259">
                  <c:v>115.26287201962877</c:v>
                </c:pt>
                <c:pt idx="1260">
                  <c:v>116.22277162817703</c:v>
                </c:pt>
                <c:pt idx="1261">
                  <c:v>116.87831282425876</c:v>
                </c:pt>
                <c:pt idx="1262">
                  <c:v>117.01035755089808</c:v>
                </c:pt>
                <c:pt idx="1263">
                  <c:v>115.71051300781031</c:v>
                </c:pt>
                <c:pt idx="1264">
                  <c:v>115.95212676293758</c:v>
                </c:pt>
                <c:pt idx="1265">
                  <c:v>115.67867243542918</c:v>
                </c:pt>
                <c:pt idx="1266">
                  <c:v>115.66087917439268</c:v>
                </c:pt>
                <c:pt idx="1267">
                  <c:v>115.37056807327077</c:v>
                </c:pt>
                <c:pt idx="1268">
                  <c:v>113.89560038208685</c:v>
                </c:pt>
                <c:pt idx="1269">
                  <c:v>113.49665673989998</c:v>
                </c:pt>
                <c:pt idx="1270">
                  <c:v>114.99690959150416</c:v>
                </c:pt>
                <c:pt idx="1271">
                  <c:v>115.4127100073046</c:v>
                </c:pt>
                <c:pt idx="1272">
                  <c:v>113.13798205690098</c:v>
                </c:pt>
                <c:pt idx="1273">
                  <c:v>112.86733719166151</c:v>
                </c:pt>
                <c:pt idx="1274">
                  <c:v>112.22303384465546</c:v>
                </c:pt>
                <c:pt idx="1275">
                  <c:v>110.73120937985803</c:v>
                </c:pt>
                <c:pt idx="1276">
                  <c:v>106.29225899496168</c:v>
                </c:pt>
                <c:pt idx="1277">
                  <c:v>105.01957258714016</c:v>
                </c:pt>
                <c:pt idx="1278">
                  <c:v>106.57039575958494</c:v>
                </c:pt>
                <c:pt idx="1279">
                  <c:v>104.44831525912608</c:v>
                </c:pt>
                <c:pt idx="1280">
                  <c:v>104.57474106122756</c:v>
                </c:pt>
                <c:pt idx="1281">
                  <c:v>101.90481541832892</c:v>
                </c:pt>
                <c:pt idx="1282">
                  <c:v>96.831863048079256</c:v>
                </c:pt>
                <c:pt idx="1283">
                  <c:v>96.720421044745365</c:v>
                </c:pt>
                <c:pt idx="1284">
                  <c:v>87.486655054222624</c:v>
                </c:pt>
                <c:pt idx="1285">
                  <c:v>88.434380326272219</c:v>
                </c:pt>
                <c:pt idx="1286">
                  <c:v>82.764885467588158</c:v>
                </c:pt>
                <c:pt idx="1287">
                  <c:v>80.311288419396519</c:v>
                </c:pt>
                <c:pt idx="1288">
                  <c:v>75.27392257121987</c:v>
                </c:pt>
                <c:pt idx="1289">
                  <c:v>71.087823790526485</c:v>
                </c:pt>
                <c:pt idx="1290">
                  <c:v>72.769755202187625</c:v>
                </c:pt>
                <c:pt idx="1291">
                  <c:v>63.168886141859119</c:v>
                </c:pt>
                <c:pt idx="1292">
                  <c:v>62.550804442696325</c:v>
                </c:pt>
                <c:pt idx="1293">
                  <c:v>64.459365810717159</c:v>
                </c:pt>
                <c:pt idx="1294">
                  <c:v>66.502781367646222</c:v>
                </c:pt>
                <c:pt idx="1295">
                  <c:v>66.808076267535725</c:v>
                </c:pt>
                <c:pt idx="1296">
                  <c:v>65.320934239853159</c:v>
                </c:pt>
                <c:pt idx="1297">
                  <c:v>67.327826787286241</c:v>
                </c:pt>
                <c:pt idx="1298">
                  <c:v>66.31454739562848</c:v>
                </c:pt>
                <c:pt idx="1299">
                  <c:v>65.287220692626093</c:v>
                </c:pt>
                <c:pt idx="1300">
                  <c:v>67.700548781629848</c:v>
                </c:pt>
                <c:pt idx="1301">
                  <c:v>68.915172969227015</c:v>
                </c:pt>
                <c:pt idx="1302">
                  <c:v>71.587908074394562</c:v>
                </c:pt>
                <c:pt idx="1303">
                  <c:v>71.216122567473917</c:v>
                </c:pt>
                <c:pt idx="1304">
                  <c:v>72.115150493528873</c:v>
                </c:pt>
                <c:pt idx="1305">
                  <c:v>74.141709276844409</c:v>
                </c:pt>
                <c:pt idx="1306">
                  <c:v>76.626210409994187</c:v>
                </c:pt>
                <c:pt idx="1307">
                  <c:v>76.901537712348528</c:v>
                </c:pt>
                <c:pt idx="1308">
                  <c:v>73.960967204210434</c:v>
                </c:pt>
                <c:pt idx="1309">
                  <c:v>74.343990560206777</c:v>
                </c:pt>
                <c:pt idx="1310">
                  <c:v>75.633533741641841</c:v>
                </c:pt>
                <c:pt idx="1311">
                  <c:v>74.162312000149839</c:v>
                </c:pt>
                <c:pt idx="1312">
                  <c:v>74.769155850236928</c:v>
                </c:pt>
                <c:pt idx="1313">
                  <c:v>75.324492892060462</c:v>
                </c:pt>
                <c:pt idx="1314">
                  <c:v>75.868592084808299</c:v>
                </c:pt>
                <c:pt idx="1315">
                  <c:v>76.379914217752059</c:v>
                </c:pt>
                <c:pt idx="1316">
                  <c:v>73.914142833061746</c:v>
                </c:pt>
                <c:pt idx="1317">
                  <c:v>72.985147309471628</c:v>
                </c:pt>
                <c:pt idx="1318">
                  <c:v>73.475866719109945</c:v>
                </c:pt>
                <c:pt idx="1319">
                  <c:v>73.871064411604948</c:v>
                </c:pt>
                <c:pt idx="1320">
                  <c:v>73.244554325635406</c:v>
                </c:pt>
                <c:pt idx="1321">
                  <c:v>73.136858271993404</c:v>
                </c:pt>
                <c:pt idx="1322">
                  <c:v>72.649884812046977</c:v>
                </c:pt>
                <c:pt idx="1323">
                  <c:v>74.463860950347424</c:v>
                </c:pt>
                <c:pt idx="1324">
                  <c:v>73.724035886198038</c:v>
                </c:pt>
                <c:pt idx="1325">
                  <c:v>73.703433162892622</c:v>
                </c:pt>
                <c:pt idx="1326">
                  <c:v>71.264819913468557</c:v>
                </c:pt>
                <c:pt idx="1327">
                  <c:v>71.396864640107864</c:v>
                </c:pt>
                <c:pt idx="1328">
                  <c:v>72.142308628795121</c:v>
                </c:pt>
                <c:pt idx="1329">
                  <c:v>72.581521230169869</c:v>
                </c:pt>
                <c:pt idx="1330">
                  <c:v>72.125451855181581</c:v>
                </c:pt>
                <c:pt idx="1331">
                  <c:v>72.675169972467259</c:v>
                </c:pt>
                <c:pt idx="1332">
                  <c:v>73.150905583338016</c:v>
                </c:pt>
                <c:pt idx="1333">
                  <c:v>74.329006761439189</c:v>
                </c:pt>
                <c:pt idx="1334">
                  <c:v>74.971437133599295</c:v>
                </c:pt>
                <c:pt idx="1335">
                  <c:v>77.374463860950343</c:v>
                </c:pt>
                <c:pt idx="1336">
                  <c:v>79.201550823172425</c:v>
                </c:pt>
                <c:pt idx="1337">
                  <c:v>80.128673371916605</c:v>
                </c:pt>
                <c:pt idx="1338">
                  <c:v>80.136165271300413</c:v>
                </c:pt>
                <c:pt idx="1339">
                  <c:v>82.843550411117988</c:v>
                </c:pt>
                <c:pt idx="1340">
                  <c:v>83.866194677005481</c:v>
                </c:pt>
                <c:pt idx="1341">
                  <c:v>82.675919162405634</c:v>
                </c:pt>
                <c:pt idx="1342">
                  <c:v>83.100147965012823</c:v>
                </c:pt>
                <c:pt idx="1343">
                  <c:v>82.379989136745891</c:v>
                </c:pt>
                <c:pt idx="1344">
                  <c:v>82.289149856717415</c:v>
                </c:pt>
                <c:pt idx="1345">
                  <c:v>82.590698806915015</c:v>
                </c:pt>
                <c:pt idx="1346">
                  <c:v>82.499859526886539</c:v>
                </c:pt>
                <c:pt idx="1347">
                  <c:v>82.915659942686958</c:v>
                </c:pt>
                <c:pt idx="1348">
                  <c:v>84.156505778127382</c:v>
                </c:pt>
                <c:pt idx="1349">
                  <c:v>85.721376261916788</c:v>
                </c:pt>
                <c:pt idx="1350">
                  <c:v>87.702047161506613</c:v>
                </c:pt>
                <c:pt idx="1351">
                  <c:v>89.084302597816105</c:v>
                </c:pt>
                <c:pt idx="1352">
                  <c:v>87.478226667415854</c:v>
                </c:pt>
                <c:pt idx="1353">
                  <c:v>87.926804143020348</c:v>
                </c:pt>
                <c:pt idx="1354">
                  <c:v>88.18621115918414</c:v>
                </c:pt>
                <c:pt idx="1355">
                  <c:v>86.965031559626141</c:v>
                </c:pt>
                <c:pt idx="1356">
                  <c:v>86.436852653068868</c:v>
                </c:pt>
                <c:pt idx="1357">
                  <c:v>87.170122305257436</c:v>
                </c:pt>
                <c:pt idx="1358">
                  <c:v>87.948343353748754</c:v>
                </c:pt>
                <c:pt idx="1359">
                  <c:v>88.142196250304352</c:v>
                </c:pt>
                <c:pt idx="1360">
                  <c:v>89.746399205858651</c:v>
                </c:pt>
                <c:pt idx="1361">
                  <c:v>90.644490644490645</c:v>
                </c:pt>
                <c:pt idx="1362">
                  <c:v>90.4234796126688</c:v>
                </c:pt>
                <c:pt idx="1363">
                  <c:v>91.403981944522471</c:v>
                </c:pt>
                <c:pt idx="1364">
                  <c:v>91.218557434773643</c:v>
                </c:pt>
                <c:pt idx="1365">
                  <c:v>91.263508831076393</c:v>
                </c:pt>
                <c:pt idx="1366">
                  <c:v>89.899983143226393</c:v>
                </c:pt>
                <c:pt idx="1367">
                  <c:v>89.797906014122219</c:v>
                </c:pt>
                <c:pt idx="1368">
                  <c:v>89.69301942274916</c:v>
                </c:pt>
                <c:pt idx="1369">
                  <c:v>90.875803037965184</c:v>
                </c:pt>
                <c:pt idx="1370">
                  <c:v>91.924668951695963</c:v>
                </c:pt>
                <c:pt idx="1371">
                  <c:v>92.301136895731489</c:v>
                </c:pt>
                <c:pt idx="1372">
                  <c:v>92.293644996347695</c:v>
                </c:pt>
                <c:pt idx="1373">
                  <c:v>93.246989192935132</c:v>
                </c:pt>
                <c:pt idx="1374">
                  <c:v>93.450206963720461</c:v>
                </c:pt>
                <c:pt idx="1375">
                  <c:v>92.890187484782075</c:v>
                </c:pt>
                <c:pt idx="1376">
                  <c:v>94.157254968065757</c:v>
                </c:pt>
                <c:pt idx="1377">
                  <c:v>94.072971099998114</c:v>
                </c:pt>
                <c:pt idx="1378">
                  <c:v>93.070929557416022</c:v>
                </c:pt>
                <c:pt idx="1379">
                  <c:v>93.847277631061417</c:v>
                </c:pt>
                <c:pt idx="1380">
                  <c:v>94.816542113839404</c:v>
                </c:pt>
                <c:pt idx="1381">
                  <c:v>96.115450169504214</c:v>
                </c:pt>
                <c:pt idx="1382">
                  <c:v>97.197093143039083</c:v>
                </c:pt>
                <c:pt idx="1383">
                  <c:v>97.550148901500251</c:v>
                </c:pt>
                <c:pt idx="1384">
                  <c:v>98.572793167387758</c:v>
                </c:pt>
                <c:pt idx="1385">
                  <c:v>100.22569346893671</c:v>
                </c:pt>
                <c:pt idx="1386">
                  <c:v>100.59747897585736</c:v>
                </c:pt>
                <c:pt idx="1387">
                  <c:v>101.00953344196586</c:v>
                </c:pt>
                <c:pt idx="1388">
                  <c:v>101.77089771684365</c:v>
                </c:pt>
                <c:pt idx="1389">
                  <c:v>100.56657489089922</c:v>
                </c:pt>
                <c:pt idx="1390">
                  <c:v>101.41315952126762</c:v>
                </c:pt>
                <c:pt idx="1391">
                  <c:v>102.95742728175159</c:v>
                </c:pt>
                <c:pt idx="1392">
                  <c:v>104.23105017699612</c:v>
                </c:pt>
                <c:pt idx="1393">
                  <c:v>104.92217789515085</c:v>
                </c:pt>
                <c:pt idx="1394">
                  <c:v>106.00007491899383</c:v>
                </c:pt>
                <c:pt idx="1395">
                  <c:v>107.77378209810642</c:v>
                </c:pt>
                <c:pt idx="1396">
                  <c:v>108.35815025004214</c:v>
                </c:pt>
                <c:pt idx="1397">
                  <c:v>109.50722031803113</c:v>
                </c:pt>
                <c:pt idx="1398">
                  <c:v>110.09158846996682</c:v>
                </c:pt>
                <c:pt idx="1399">
                  <c:v>109.89305313629639</c:v>
                </c:pt>
                <c:pt idx="1400">
                  <c:v>104.6730722406398</c:v>
                </c:pt>
                <c:pt idx="1401">
                  <c:v>105.06171452117398</c:v>
                </c:pt>
                <c:pt idx="1402">
                  <c:v>106.87100822235955</c:v>
                </c:pt>
                <c:pt idx="1403">
                  <c:v>107.61176977393193</c:v>
                </c:pt>
                <c:pt idx="1404">
                  <c:v>106.36436852653068</c:v>
                </c:pt>
                <c:pt idx="1405">
                  <c:v>106.48704837894026</c:v>
                </c:pt>
                <c:pt idx="1406">
                  <c:v>105.47002303759059</c:v>
                </c:pt>
                <c:pt idx="1407">
                  <c:v>103.87986739338091</c:v>
                </c:pt>
                <c:pt idx="1408">
                  <c:v>105.5383866194677</c:v>
                </c:pt>
                <c:pt idx="1409">
                  <c:v>105.82588825832066</c:v>
                </c:pt>
                <c:pt idx="1410">
                  <c:v>111.58715888445619</c:v>
                </c:pt>
                <c:pt idx="1411">
                  <c:v>113.29905789365246</c:v>
                </c:pt>
                <c:pt idx="1412">
                  <c:v>113.28126463261596</c:v>
                </c:pt>
                <c:pt idx="1413">
                  <c:v>112.71468974171677</c:v>
                </c:pt>
                <c:pt idx="1414">
                  <c:v>112.21928789496356</c:v>
                </c:pt>
                <c:pt idx="1415">
                  <c:v>107.84495514225243</c:v>
                </c:pt>
                <c:pt idx="1416">
                  <c:v>105.94950459815324</c:v>
                </c:pt>
                <c:pt idx="1417">
                  <c:v>105.96448839692083</c:v>
                </c:pt>
                <c:pt idx="1418">
                  <c:v>103.23930999606674</c:v>
                </c:pt>
                <c:pt idx="1419">
                  <c:v>105.91579105092617</c:v>
                </c:pt>
                <c:pt idx="1420">
                  <c:v>109.71043808881646</c:v>
                </c:pt>
                <c:pt idx="1421">
                  <c:v>109.37049315427691</c:v>
                </c:pt>
                <c:pt idx="1422">
                  <c:v>109.06238879211851</c:v>
                </c:pt>
                <c:pt idx="1423">
                  <c:v>109.77786518327058</c:v>
                </c:pt>
                <c:pt idx="1424">
                  <c:v>110.42966042966043</c:v>
                </c:pt>
                <c:pt idx="1425">
                  <c:v>110.94847446198797</c:v>
                </c:pt>
                <c:pt idx="1426">
                  <c:v>110.57856192991326</c:v>
                </c:pt>
                <c:pt idx="1427">
                  <c:v>110.32290086344139</c:v>
                </c:pt>
                <c:pt idx="1428">
                  <c:v>110.06723979696953</c:v>
                </c:pt>
                <c:pt idx="1429">
                  <c:v>109.66267723024478</c:v>
                </c:pt>
                <c:pt idx="1430">
                  <c:v>109.47444325822704</c:v>
                </c:pt>
                <c:pt idx="1431">
                  <c:v>109.75445299769622</c:v>
                </c:pt>
                <c:pt idx="1432">
                  <c:v>107.86462137813488</c:v>
                </c:pt>
                <c:pt idx="1433">
                  <c:v>109.36862017943099</c:v>
                </c:pt>
                <c:pt idx="1434">
                  <c:v>110.16931692607368</c:v>
                </c:pt>
                <c:pt idx="1435">
                  <c:v>110.58699031672003</c:v>
                </c:pt>
                <c:pt idx="1436">
                  <c:v>110.46243748946452</c:v>
                </c:pt>
                <c:pt idx="1437">
                  <c:v>111.58060347249534</c:v>
                </c:pt>
                <c:pt idx="1438">
                  <c:v>112.26798524095823</c:v>
                </c:pt>
                <c:pt idx="1439">
                  <c:v>111.11797868554625</c:v>
                </c:pt>
                <c:pt idx="1440">
                  <c:v>111.46728849431553</c:v>
                </c:pt>
                <c:pt idx="1441">
                  <c:v>110.37628064655092</c:v>
                </c:pt>
                <c:pt idx="1442">
                  <c:v>109.36487422973909</c:v>
                </c:pt>
                <c:pt idx="1443">
                  <c:v>108.98934277312655</c:v>
                </c:pt>
                <c:pt idx="1444">
                  <c:v>107.29523702496675</c:v>
                </c:pt>
                <c:pt idx="1445">
                  <c:v>107.37483845591953</c:v>
                </c:pt>
                <c:pt idx="1446">
                  <c:v>107.24560319154912</c:v>
                </c:pt>
                <c:pt idx="1447">
                  <c:v>109.09235638965369</c:v>
                </c:pt>
                <c:pt idx="1448">
                  <c:v>109.73946919892865</c:v>
                </c:pt>
                <c:pt idx="1449">
                  <c:v>110.09908036935063</c:v>
                </c:pt>
                <c:pt idx="1450">
                  <c:v>110.0353992245884</c:v>
                </c:pt>
                <c:pt idx="1451">
                  <c:v>110.82766758442433</c:v>
                </c:pt>
                <c:pt idx="1452">
                  <c:v>112.28109606487983</c:v>
                </c:pt>
                <c:pt idx="1453">
                  <c:v>113.19323481485644</c:v>
                </c:pt>
                <c:pt idx="1454">
                  <c:v>114.04731134460863</c:v>
                </c:pt>
                <c:pt idx="1455">
                  <c:v>114.33855893315352</c:v>
                </c:pt>
                <c:pt idx="1456">
                  <c:v>114.70472551553632</c:v>
                </c:pt>
                <c:pt idx="1457">
                  <c:v>114.46966717236987</c:v>
                </c:pt>
                <c:pt idx="1458">
                  <c:v>115.79198741360904</c:v>
                </c:pt>
                <c:pt idx="1459">
                  <c:v>118.17815736734654</c:v>
                </c:pt>
                <c:pt idx="1460">
                  <c:v>119.49579517147085</c:v>
                </c:pt>
                <c:pt idx="1461">
                  <c:v>118.43194545897246</c:v>
                </c:pt>
                <c:pt idx="1462">
                  <c:v>119.44709782547618</c:v>
                </c:pt>
                <c:pt idx="1463">
                  <c:v>123.11625554868797</c:v>
                </c:pt>
                <c:pt idx="1464">
                  <c:v>124.23535801914181</c:v>
                </c:pt>
                <c:pt idx="1465">
                  <c:v>124.22599314491205</c:v>
                </c:pt>
                <c:pt idx="1466">
                  <c:v>125.02762637897773</c:v>
                </c:pt>
                <c:pt idx="1467">
                  <c:v>125.47714034200521</c:v>
                </c:pt>
                <c:pt idx="1468">
                  <c:v>127.05980408683111</c:v>
                </c:pt>
                <c:pt idx="1469">
                  <c:v>127.03545541383379</c:v>
                </c:pt>
                <c:pt idx="1470">
                  <c:v>127.68537768537766</c:v>
                </c:pt>
                <c:pt idx="1471">
                  <c:v>127.01297971568242</c:v>
                </c:pt>
                <c:pt idx="1472">
                  <c:v>127.81086700005618</c:v>
                </c:pt>
                <c:pt idx="1473">
                  <c:v>128.85598696409505</c:v>
                </c:pt>
                <c:pt idx="1474">
                  <c:v>129.09853720664529</c:v>
                </c:pt>
                <c:pt idx="1475">
                  <c:v>130.40306418684798</c:v>
                </c:pt>
                <c:pt idx="1476">
                  <c:v>130.59317113371168</c:v>
                </c:pt>
                <c:pt idx="1477">
                  <c:v>130.3159708565114</c:v>
                </c:pt>
                <c:pt idx="1478">
                  <c:v>123.76711430765484</c:v>
                </c:pt>
                <c:pt idx="1479">
                  <c:v>124.71671255455038</c:v>
                </c:pt>
                <c:pt idx="1480">
                  <c:v>128.11990784963757</c:v>
                </c:pt>
                <c:pt idx="1481">
                  <c:v>129.27459684216441</c:v>
                </c:pt>
                <c:pt idx="1482">
                  <c:v>131.45286658800171</c:v>
                </c:pt>
                <c:pt idx="1483">
                  <c:v>131.42758142758143</c:v>
                </c:pt>
                <c:pt idx="1484">
                  <c:v>132.34721207694179</c:v>
                </c:pt>
                <c:pt idx="1485">
                  <c:v>132.74896518139761</c:v>
                </c:pt>
                <c:pt idx="1486">
                  <c:v>134.28761401734374</c:v>
                </c:pt>
                <c:pt idx="1487">
                  <c:v>135.94332378116161</c:v>
                </c:pt>
                <c:pt idx="1488">
                  <c:v>136.76368676368676</c:v>
                </c:pt>
                <c:pt idx="1489">
                  <c:v>136.70375156861644</c:v>
                </c:pt>
                <c:pt idx="1490">
                  <c:v>138.57298046487233</c:v>
                </c:pt>
                <c:pt idx="1491">
                  <c:v>139.40551778389616</c:v>
                </c:pt>
                <c:pt idx="1492">
                  <c:v>139.35213800078662</c:v>
                </c:pt>
                <c:pt idx="1493">
                  <c:v>139.48043677773407</c:v>
                </c:pt>
                <c:pt idx="1494">
                  <c:v>139.23226761064598</c:v>
                </c:pt>
                <c:pt idx="1495">
                  <c:v>140.12286714989418</c:v>
                </c:pt>
                <c:pt idx="1496">
                  <c:v>138.63010619767374</c:v>
                </c:pt>
                <c:pt idx="1497">
                  <c:v>136.17744563690508</c:v>
                </c:pt>
                <c:pt idx="1498">
                  <c:v>138.51866419433983</c:v>
                </c:pt>
                <c:pt idx="1499">
                  <c:v>139.33434473975012</c:v>
                </c:pt>
                <c:pt idx="1500">
                  <c:v>138.43625330111814</c:v>
                </c:pt>
                <c:pt idx="1501">
                  <c:v>137.62993762993761</c:v>
                </c:pt>
                <c:pt idx="1502">
                  <c:v>136.00794141334683</c:v>
                </c:pt>
                <c:pt idx="1503">
                  <c:v>136.21303215897811</c:v>
                </c:pt>
                <c:pt idx="1504">
                  <c:v>135.26717986177445</c:v>
                </c:pt>
                <c:pt idx="1505">
                  <c:v>134.42059523140603</c:v>
                </c:pt>
                <c:pt idx="1506">
                  <c:v>137.11580603472495</c:v>
                </c:pt>
                <c:pt idx="1507">
                  <c:v>138.79961042123205</c:v>
                </c:pt>
                <c:pt idx="1508">
                  <c:v>140.488097244854</c:v>
                </c:pt>
                <c:pt idx="1509">
                  <c:v>142.66355752842239</c:v>
                </c:pt>
                <c:pt idx="1510">
                  <c:v>143.03908898503494</c:v>
                </c:pt>
                <c:pt idx="1511">
                  <c:v>145.21735873087223</c:v>
                </c:pt>
                <c:pt idx="1512">
                  <c:v>144.54589724859994</c:v>
                </c:pt>
                <c:pt idx="1513">
                  <c:v>145.61911183532806</c:v>
                </c:pt>
                <c:pt idx="1514">
                  <c:v>148.25251446873068</c:v>
                </c:pt>
                <c:pt idx="1515">
                  <c:v>148.54001610758368</c:v>
                </c:pt>
                <c:pt idx="1516">
                  <c:v>149.16371673128427</c:v>
                </c:pt>
                <c:pt idx="1517">
                  <c:v>149.36880747691558</c:v>
                </c:pt>
                <c:pt idx="1518">
                  <c:v>149.41563184806427</c:v>
                </c:pt>
                <c:pt idx="1519">
                  <c:v>150.85407652975221</c:v>
                </c:pt>
                <c:pt idx="1520">
                  <c:v>149.46807514375081</c:v>
                </c:pt>
                <c:pt idx="1521">
                  <c:v>147.68500309040849</c:v>
                </c:pt>
                <c:pt idx="1522">
                  <c:v>149.07849637579366</c:v>
                </c:pt>
                <c:pt idx="1523">
                  <c:v>150.47386263602479</c:v>
                </c:pt>
                <c:pt idx="1524">
                  <c:v>152.61935532205803</c:v>
                </c:pt>
                <c:pt idx="1525">
                  <c:v>150.76885617426157</c:v>
                </c:pt>
                <c:pt idx="1526">
                  <c:v>153.89391470472549</c:v>
                </c:pt>
                <c:pt idx="1527">
                  <c:v>155.79873012305444</c:v>
                </c:pt>
                <c:pt idx="1528">
                  <c:v>157.34393437096139</c:v>
                </c:pt>
                <c:pt idx="1529">
                  <c:v>159.19068756906594</c:v>
                </c:pt>
                <c:pt idx="1530">
                  <c:v>156.72772564664456</c:v>
                </c:pt>
                <c:pt idx="1531">
                  <c:v>157.44039257552768</c:v>
                </c:pt>
                <c:pt idx="1532">
                  <c:v>155.90455320185049</c:v>
                </c:pt>
                <c:pt idx="1533">
                  <c:v>158.06690266149727</c:v>
                </c:pt>
                <c:pt idx="1534">
                  <c:v>158.88258320690753</c:v>
                </c:pt>
                <c:pt idx="1535">
                  <c:v>157.63143600981437</c:v>
                </c:pt>
                <c:pt idx="1536">
                  <c:v>158.10529864583918</c:v>
                </c:pt>
                <c:pt idx="1537">
                  <c:v>154.61688299526136</c:v>
                </c:pt>
                <c:pt idx="1538">
                  <c:v>152.63714858309453</c:v>
                </c:pt>
                <c:pt idx="1539">
                  <c:v>153.71317263209156</c:v>
                </c:pt>
                <c:pt idx="1540">
                  <c:v>153.76467944035511</c:v>
                </c:pt>
                <c:pt idx="1541">
                  <c:v>154.32282594444757</c:v>
                </c:pt>
                <c:pt idx="1542">
                  <c:v>151.07040512445917</c:v>
                </c:pt>
                <c:pt idx="1543">
                  <c:v>147.80300050570321</c:v>
                </c:pt>
                <c:pt idx="1544">
                  <c:v>149.51302654005354</c:v>
                </c:pt>
                <c:pt idx="1545">
                  <c:v>151.40285815961491</c:v>
                </c:pt>
                <c:pt idx="1546">
                  <c:v>151.95725871401547</c:v>
                </c:pt>
                <c:pt idx="1547">
                  <c:v>155.13007810305106</c:v>
                </c:pt>
                <c:pt idx="1548">
                  <c:v>152.87220692626099</c:v>
                </c:pt>
                <c:pt idx="1549">
                  <c:v>154.94184413103332</c:v>
                </c:pt>
                <c:pt idx="1550">
                  <c:v>157.5986589500103</c:v>
                </c:pt>
                <c:pt idx="1551">
                  <c:v>159.56060010114064</c:v>
                </c:pt>
                <c:pt idx="1552">
                  <c:v>160.30979003951978</c:v>
                </c:pt>
                <c:pt idx="1553">
                  <c:v>151.41409600869059</c:v>
                </c:pt>
                <c:pt idx="1554">
                  <c:v>153.32640332640332</c:v>
                </c:pt>
                <c:pt idx="1555">
                  <c:v>153.04077466239627</c:v>
                </c:pt>
                <c:pt idx="1556">
                  <c:v>154.77514936974396</c:v>
                </c:pt>
                <c:pt idx="1557">
                  <c:v>151.06478619992131</c:v>
                </c:pt>
                <c:pt idx="1558">
                  <c:v>152.58095933771608</c:v>
                </c:pt>
                <c:pt idx="1559">
                  <c:v>153.8836133430728</c:v>
                </c:pt>
                <c:pt idx="1560">
                  <c:v>154.53072615234774</c:v>
                </c:pt>
                <c:pt idx="1561">
                  <c:v>156.28008465846304</c:v>
                </c:pt>
                <c:pt idx="1562">
                  <c:v>158.99964413477926</c:v>
                </c:pt>
                <c:pt idx="1563">
                  <c:v>160.01292352643702</c:v>
                </c:pt>
                <c:pt idx="1564">
                  <c:v>161.05991646532186</c:v>
                </c:pt>
                <c:pt idx="1565">
                  <c:v>160.42216853027665</c:v>
                </c:pt>
                <c:pt idx="1566">
                  <c:v>162.16497162443108</c:v>
                </c:pt>
                <c:pt idx="1567">
                  <c:v>160.71809855593636</c:v>
                </c:pt>
                <c:pt idx="1568">
                  <c:v>161.37925867655599</c:v>
                </c:pt>
                <c:pt idx="1569">
                  <c:v>162.50117060927872</c:v>
                </c:pt>
                <c:pt idx="1570">
                  <c:v>163.64555824015284</c:v>
                </c:pt>
                <c:pt idx="1571">
                  <c:v>166.14410668464723</c:v>
                </c:pt>
                <c:pt idx="1572">
                  <c:v>167.4982674982675</c:v>
                </c:pt>
                <c:pt idx="1573">
                  <c:v>166.5177651664138</c:v>
                </c:pt>
                <c:pt idx="1574">
                  <c:v>164.05480324399241</c:v>
                </c:pt>
                <c:pt idx="1575">
                  <c:v>165.93433350190105</c:v>
                </c:pt>
                <c:pt idx="1576">
                  <c:v>168.56492667303479</c:v>
                </c:pt>
                <c:pt idx="1577">
                  <c:v>169.54823846715738</c:v>
                </c:pt>
                <c:pt idx="1578">
                  <c:v>169.25886385345842</c:v>
                </c:pt>
                <c:pt idx="1579">
                  <c:v>170.21220805004586</c:v>
                </c:pt>
                <c:pt idx="1580">
                  <c:v>171.92223408439625</c:v>
                </c:pt>
                <c:pt idx="1581">
                  <c:v>171.78644340806503</c:v>
                </c:pt>
                <c:pt idx="1582">
                  <c:v>172.81845254818228</c:v>
                </c:pt>
                <c:pt idx="1583">
                  <c:v>174.56593807945157</c:v>
                </c:pt>
                <c:pt idx="1584">
                  <c:v>173.32790170628007</c:v>
                </c:pt>
                <c:pt idx="1585">
                  <c:v>173.57232492367626</c:v>
                </c:pt>
                <c:pt idx="1586">
                  <c:v>172.44854001610759</c:v>
                </c:pt>
                <c:pt idx="1587">
                  <c:v>174.70641119289766</c:v>
                </c:pt>
                <c:pt idx="1588">
                  <c:v>176.8153808694349</c:v>
                </c:pt>
                <c:pt idx="1589">
                  <c:v>177.46623962840178</c:v>
                </c:pt>
                <c:pt idx="1590">
                  <c:v>180.22981401359777</c:v>
                </c:pt>
                <c:pt idx="1591">
                  <c:v>181.19907849637576</c:v>
                </c:pt>
                <c:pt idx="1592">
                  <c:v>178.75671929725982</c:v>
                </c:pt>
                <c:pt idx="1593">
                  <c:v>181.64203704744241</c:v>
                </c:pt>
                <c:pt idx="1594">
                  <c:v>182.6159839673353</c:v>
                </c:pt>
                <c:pt idx="1595">
                  <c:v>181.99790226817251</c:v>
                </c:pt>
                <c:pt idx="1596">
                  <c:v>182.81077335131388</c:v>
                </c:pt>
                <c:pt idx="1597">
                  <c:v>181.86679402895615</c:v>
                </c:pt>
                <c:pt idx="1598">
                  <c:v>180.90127549587007</c:v>
                </c:pt>
                <c:pt idx="1599">
                  <c:v>179.31392931392932</c:v>
                </c:pt>
                <c:pt idx="1600">
                  <c:v>180.48079264295478</c:v>
                </c:pt>
                <c:pt idx="1601">
                  <c:v>181.42196250304357</c:v>
                </c:pt>
                <c:pt idx="1602">
                  <c:v>180.47236425614804</c:v>
                </c:pt>
                <c:pt idx="1603">
                  <c:v>180.53885486317918</c:v>
                </c:pt>
                <c:pt idx="1604">
                  <c:v>181.51186529564907</c:v>
                </c:pt>
                <c:pt idx="1605">
                  <c:v>182.1748983911146</c:v>
                </c:pt>
                <c:pt idx="1606">
                  <c:v>181.9126819126819</c:v>
                </c:pt>
                <c:pt idx="1607">
                  <c:v>182.31068906744582</c:v>
                </c:pt>
                <c:pt idx="1608">
                  <c:v>183.52156730535108</c:v>
                </c:pt>
                <c:pt idx="1609">
                  <c:v>185.48257196905843</c:v>
                </c:pt>
                <c:pt idx="1610">
                  <c:v>186.94442883632072</c:v>
                </c:pt>
                <c:pt idx="1611">
                  <c:v>185.70358300088029</c:v>
                </c:pt>
                <c:pt idx="1612">
                  <c:v>186.85171658144631</c:v>
                </c:pt>
                <c:pt idx="1613">
                  <c:v>186.7767975876084</c:v>
                </c:pt>
                <c:pt idx="1614">
                  <c:v>187.79101346668915</c:v>
                </c:pt>
                <c:pt idx="1615">
                  <c:v>188.91948081137269</c:v>
                </c:pt>
                <c:pt idx="1616">
                  <c:v>190.86456518888951</c:v>
                </c:pt>
                <c:pt idx="1617">
                  <c:v>191.71395928152683</c:v>
                </c:pt>
                <c:pt idx="1618">
                  <c:v>193.53730029405702</c:v>
                </c:pt>
                <c:pt idx="1619">
                  <c:v>195.67061864359158</c:v>
                </c:pt>
                <c:pt idx="1620">
                  <c:v>195.7389822254687</c:v>
                </c:pt>
                <c:pt idx="1621">
                  <c:v>192.98477271450244</c:v>
                </c:pt>
                <c:pt idx="1622">
                  <c:v>195.81577419415254</c:v>
                </c:pt>
                <c:pt idx="1623">
                  <c:v>194.91955573036654</c:v>
                </c:pt>
                <c:pt idx="1624">
                  <c:v>195.44024273754002</c:v>
                </c:pt>
                <c:pt idx="1625">
                  <c:v>195.40652919031299</c:v>
                </c:pt>
                <c:pt idx="1626">
                  <c:v>194.43539173268903</c:v>
                </c:pt>
                <c:pt idx="1627">
                  <c:v>196.20535296210971</c:v>
                </c:pt>
                <c:pt idx="1628">
                  <c:v>197.07628626547543</c:v>
                </c:pt>
                <c:pt idx="1629">
                  <c:v>198.8621677810867</c:v>
                </c:pt>
                <c:pt idx="1630">
                  <c:v>198.38174973310106</c:v>
                </c:pt>
                <c:pt idx="1631">
                  <c:v>196.3786031353599</c:v>
                </c:pt>
                <c:pt idx="1632">
                  <c:v>195.25856417748307</c:v>
                </c:pt>
                <c:pt idx="1633">
                  <c:v>195.34472102039669</c:v>
                </c:pt>
                <c:pt idx="1634">
                  <c:v>193.57195032870706</c:v>
                </c:pt>
                <c:pt idx="1635">
                  <c:v>189.11895263246615</c:v>
                </c:pt>
                <c:pt idx="1636">
                  <c:v>187.81723511453239</c:v>
                </c:pt>
                <c:pt idx="1637">
                  <c:v>191.79824314959447</c:v>
                </c:pt>
                <c:pt idx="1638">
                  <c:v>191.04624374894644</c:v>
                </c:pt>
                <c:pt idx="1639">
                  <c:v>189.54880035961116</c:v>
                </c:pt>
                <c:pt idx="1640">
                  <c:v>189.08336611039314</c:v>
                </c:pt>
                <c:pt idx="1641">
                  <c:v>188.58234533910209</c:v>
                </c:pt>
                <c:pt idx="1642">
                  <c:v>184.5048790994737</c:v>
                </c:pt>
                <c:pt idx="1643">
                  <c:v>181.08763649304188</c:v>
                </c:pt>
                <c:pt idx="1644">
                  <c:v>184.70341443314416</c:v>
                </c:pt>
                <c:pt idx="1645">
                  <c:v>186.15871588844561</c:v>
                </c:pt>
                <c:pt idx="1646">
                  <c:v>186.60542038920417</c:v>
                </c:pt>
                <c:pt idx="1647">
                  <c:v>188.0410556086232</c:v>
                </c:pt>
                <c:pt idx="1648">
                  <c:v>190.91888145942198</c:v>
                </c:pt>
                <c:pt idx="1649">
                  <c:v>192.22340843962465</c:v>
                </c:pt>
                <c:pt idx="1650">
                  <c:v>192.87052124889959</c:v>
                </c:pt>
                <c:pt idx="1651">
                  <c:v>194.86617594725701</c:v>
                </c:pt>
                <c:pt idx="1652">
                  <c:v>195.66031728193889</c:v>
                </c:pt>
                <c:pt idx="1653">
                  <c:v>197.79082616920454</c:v>
                </c:pt>
                <c:pt idx="1654">
                  <c:v>197.60821112172462</c:v>
                </c:pt>
                <c:pt idx="1655">
                  <c:v>198.89681781573671</c:v>
                </c:pt>
                <c:pt idx="1656">
                  <c:v>200.17886909778801</c:v>
                </c:pt>
                <c:pt idx="1657">
                  <c:v>201.25021070967017</c:v>
                </c:pt>
                <c:pt idx="1658">
                  <c:v>201.82989642449098</c:v>
                </c:pt>
                <c:pt idx="1659">
                  <c:v>203.13348691727069</c:v>
                </c:pt>
                <c:pt idx="1660">
                  <c:v>203.53992245884137</c:v>
                </c:pt>
                <c:pt idx="1661">
                  <c:v>202.06120881796554</c:v>
                </c:pt>
                <c:pt idx="1662">
                  <c:v>198.57372965481071</c:v>
                </c:pt>
                <c:pt idx="1663">
                  <c:v>198.30495776441722</c:v>
                </c:pt>
                <c:pt idx="1664">
                  <c:v>201.15562547994978</c:v>
                </c:pt>
                <c:pt idx="1665">
                  <c:v>202.72330542600812</c:v>
                </c:pt>
                <c:pt idx="1666">
                  <c:v>202.96585566855833</c:v>
                </c:pt>
                <c:pt idx="1667">
                  <c:v>202.72049596373921</c:v>
                </c:pt>
                <c:pt idx="1668">
                  <c:v>201.6332340656665</c:v>
                </c:pt>
                <c:pt idx="1669">
                  <c:v>202.4517240733457</c:v>
                </c:pt>
                <c:pt idx="1670">
                  <c:v>203.96696072371748</c:v>
                </c:pt>
                <c:pt idx="1671">
                  <c:v>204.23760558895694</c:v>
                </c:pt>
                <c:pt idx="1672">
                  <c:v>207.46005881141016</c:v>
                </c:pt>
                <c:pt idx="1673">
                  <c:v>208.3731340488097</c:v>
                </c:pt>
                <c:pt idx="1674">
                  <c:v>206.64999719053773</c:v>
                </c:pt>
                <c:pt idx="1675">
                  <c:v>209.1738307954524</c:v>
                </c:pt>
                <c:pt idx="1676">
                  <c:v>211.75291715832256</c:v>
                </c:pt>
                <c:pt idx="1677">
                  <c:v>214.20183176939935</c:v>
                </c:pt>
                <c:pt idx="1678">
                  <c:v>215.91934970313343</c:v>
                </c:pt>
                <c:pt idx="1679">
                  <c:v>215.88750913075239</c:v>
                </c:pt>
                <c:pt idx="1680">
                  <c:v>217.18829016126313</c:v>
                </c:pt>
                <c:pt idx="1681">
                  <c:v>218.71757412297953</c:v>
                </c:pt>
                <c:pt idx="1682">
                  <c:v>215.03062313873124</c:v>
                </c:pt>
                <c:pt idx="1683">
                  <c:v>209.81251521792061</c:v>
                </c:pt>
                <c:pt idx="1684">
                  <c:v>208.1296473188365</c:v>
                </c:pt>
                <c:pt idx="1685">
                  <c:v>205.52902174523794</c:v>
                </c:pt>
                <c:pt idx="1686">
                  <c:v>200.70985746661424</c:v>
                </c:pt>
                <c:pt idx="1687">
                  <c:v>205.86147478039371</c:v>
                </c:pt>
                <c:pt idx="1688">
                  <c:v>206.41774830964019</c:v>
                </c:pt>
                <c:pt idx="1689">
                  <c:v>202.60156206102153</c:v>
                </c:pt>
                <c:pt idx="1690">
                  <c:v>201.66039220093273</c:v>
                </c:pt>
                <c:pt idx="1691">
                  <c:v>203.40319529508716</c:v>
                </c:pt>
                <c:pt idx="1692">
                  <c:v>205.47095952501354</c:v>
                </c:pt>
                <c:pt idx="1693">
                  <c:v>204.12429061077705</c:v>
                </c:pt>
                <c:pt idx="1694">
                  <c:v>206.76986758067838</c:v>
                </c:pt>
                <c:pt idx="1695">
                  <c:v>208.99496169766439</c:v>
                </c:pt>
                <c:pt idx="1696">
                  <c:v>210.01666947612892</c:v>
                </c:pt>
                <c:pt idx="1697">
                  <c:v>209.82843550411116</c:v>
                </c:pt>
                <c:pt idx="1698">
                  <c:v>208.75428442996008</c:v>
                </c:pt>
                <c:pt idx="1699">
                  <c:v>209.35550935550938</c:v>
                </c:pt>
                <c:pt idx="1700">
                  <c:v>208.82358449926014</c:v>
                </c:pt>
                <c:pt idx="1701">
                  <c:v>209.87338690041389</c:v>
                </c:pt>
                <c:pt idx="1702">
                  <c:v>210.13653986626957</c:v>
                </c:pt>
                <c:pt idx="1703">
                  <c:v>206.7183607724148</c:v>
                </c:pt>
                <c:pt idx="1704">
                  <c:v>201.04605645146182</c:v>
                </c:pt>
                <c:pt idx="1705">
                  <c:v>204.8772264988481</c:v>
                </c:pt>
                <c:pt idx="1706">
                  <c:v>206.16302373059128</c:v>
                </c:pt>
                <c:pt idx="1707">
                  <c:v>207.74568747541718</c:v>
                </c:pt>
                <c:pt idx="1708">
                  <c:v>201.7409301193085</c:v>
                </c:pt>
                <c:pt idx="1709">
                  <c:v>196.47974377704108</c:v>
                </c:pt>
                <c:pt idx="1710">
                  <c:v>199.675975351651</c:v>
                </c:pt>
                <c:pt idx="1711">
                  <c:v>199.91197018224042</c:v>
                </c:pt>
                <c:pt idx="1712">
                  <c:v>201.12940383210653</c:v>
                </c:pt>
                <c:pt idx="1713">
                  <c:v>202.78698657077032</c:v>
                </c:pt>
                <c:pt idx="1714">
                  <c:v>200.58249517708973</c:v>
                </c:pt>
                <c:pt idx="1715">
                  <c:v>202.77762169654059</c:v>
                </c:pt>
                <c:pt idx="1716">
                  <c:v>206.48142945440239</c:v>
                </c:pt>
                <c:pt idx="1717">
                  <c:v>209.04834148077387</c:v>
                </c:pt>
                <c:pt idx="1718">
                  <c:v>210.73214586728102</c:v>
                </c:pt>
                <c:pt idx="1719">
                  <c:v>210.49334157442266</c:v>
                </c:pt>
                <c:pt idx="1720">
                  <c:v>210.95971231106367</c:v>
                </c:pt>
                <c:pt idx="1721">
                  <c:v>210.1327939165777</c:v>
                </c:pt>
                <c:pt idx="1722">
                  <c:v>208.3815624356165</c:v>
                </c:pt>
                <c:pt idx="1723">
                  <c:v>203.20934239853153</c:v>
                </c:pt>
                <c:pt idx="1724">
                  <c:v>195.00852203554905</c:v>
                </c:pt>
                <c:pt idx="1725">
                  <c:v>197.44900825981907</c:v>
                </c:pt>
                <c:pt idx="1726">
                  <c:v>201.69878818527468</c:v>
                </c:pt>
                <c:pt idx="1727">
                  <c:v>204.26476372422314</c:v>
                </c:pt>
                <c:pt idx="1728">
                  <c:v>203.20653293626262</c:v>
                </c:pt>
                <c:pt idx="1729">
                  <c:v>203.62233335206307</c:v>
                </c:pt>
                <c:pt idx="1730">
                  <c:v>206.78110542975406</c:v>
                </c:pt>
                <c:pt idx="1731">
                  <c:v>207.99292015508232</c:v>
                </c:pt>
                <c:pt idx="1732">
                  <c:v>208.49394092637334</c:v>
                </c:pt>
                <c:pt idx="1733">
                  <c:v>211.44013035904928</c:v>
                </c:pt>
                <c:pt idx="1734">
                  <c:v>213.86469629712872</c:v>
                </c:pt>
                <c:pt idx="1735">
                  <c:v>214.54926860332267</c:v>
                </c:pt>
                <c:pt idx="1736">
                  <c:v>214.01453428480454</c:v>
                </c:pt>
                <c:pt idx="1737">
                  <c:v>214.45749283587122</c:v>
                </c:pt>
                <c:pt idx="1738">
                  <c:v>215.25912606993685</c:v>
                </c:pt>
                <c:pt idx="1739">
                  <c:v>218.01708153059502</c:v>
                </c:pt>
                <c:pt idx="1740">
                  <c:v>218.13976138300464</c:v>
                </c:pt>
                <c:pt idx="1741">
                  <c:v>220.05768762525517</c:v>
                </c:pt>
                <c:pt idx="1742">
                  <c:v>221.40716600176057</c:v>
                </c:pt>
                <c:pt idx="1743">
                  <c:v>223.06193927815548</c:v>
                </c:pt>
                <c:pt idx="1744">
                  <c:v>224.39643385589329</c:v>
                </c:pt>
                <c:pt idx="1745">
                  <c:v>218.90299863272836</c:v>
                </c:pt>
                <c:pt idx="1746">
                  <c:v>218.93109325541761</c:v>
                </c:pt>
                <c:pt idx="1747">
                  <c:v>218.83182558858235</c:v>
                </c:pt>
                <c:pt idx="1748">
                  <c:v>213.83660167443952</c:v>
                </c:pt>
                <c:pt idx="1749">
                  <c:v>203.60922252814143</c:v>
                </c:pt>
                <c:pt idx="1750">
                  <c:v>205.44754733943921</c:v>
                </c:pt>
                <c:pt idx="1751">
                  <c:v>203.94448502556605</c:v>
                </c:pt>
                <c:pt idx="1752">
                  <c:v>205.87552209173828</c:v>
                </c:pt>
                <c:pt idx="1753">
                  <c:v>208.20831226236632</c:v>
                </c:pt>
                <c:pt idx="1754">
                  <c:v>209.3854769530445</c:v>
                </c:pt>
                <c:pt idx="1755">
                  <c:v>212.39534753048264</c:v>
                </c:pt>
                <c:pt idx="1756">
                  <c:v>211.66956977767785</c:v>
                </c:pt>
                <c:pt idx="1757">
                  <c:v>209.72448540016106</c:v>
                </c:pt>
                <c:pt idx="1758">
                  <c:v>206.92251503062315</c:v>
                </c:pt>
                <c:pt idx="1759">
                  <c:v>203.35637092393847</c:v>
                </c:pt>
                <c:pt idx="1760">
                  <c:v>204.19171770523121</c:v>
                </c:pt>
                <c:pt idx="1761">
                  <c:v>205.14318892697267</c:v>
                </c:pt>
                <c:pt idx="1762">
                  <c:v>200.28281920173808</c:v>
                </c:pt>
                <c:pt idx="1763">
                  <c:v>191.39555355771569</c:v>
                </c:pt>
                <c:pt idx="1764">
                  <c:v>196.19692457530294</c:v>
                </c:pt>
                <c:pt idx="1765">
                  <c:v>197.62132194564629</c:v>
                </c:pt>
                <c:pt idx="1766">
                  <c:v>195.57228746417934</c:v>
                </c:pt>
                <c:pt idx="1767">
                  <c:v>193.49796782229211</c:v>
                </c:pt>
                <c:pt idx="1768">
                  <c:v>188.20962334475848</c:v>
                </c:pt>
                <c:pt idx="1769">
                  <c:v>184.34848569983703</c:v>
                </c:pt>
                <c:pt idx="1770">
                  <c:v>186.4892959487554</c:v>
                </c:pt>
                <c:pt idx="1771">
                  <c:v>174.83845591953698</c:v>
                </c:pt>
                <c:pt idx="1772">
                  <c:v>183.30149276095221</c:v>
                </c:pt>
                <c:pt idx="1773">
                  <c:v>184.38781817160194</c:v>
                </c:pt>
                <c:pt idx="1774">
                  <c:v>185.30651233353936</c:v>
                </c:pt>
                <c:pt idx="1775">
                  <c:v>185.95924406735216</c:v>
                </c:pt>
                <c:pt idx="1776">
                  <c:v>182.65157048940833</c:v>
                </c:pt>
                <c:pt idx="1777">
                  <c:v>178.91779513401133</c:v>
                </c:pt>
                <c:pt idx="1778">
                  <c:v>181.61862486186808</c:v>
                </c:pt>
                <c:pt idx="1779">
                  <c:v>185.94238729373862</c:v>
                </c:pt>
                <c:pt idx="1780">
                  <c:v>188.54301286733718</c:v>
                </c:pt>
                <c:pt idx="1781">
                  <c:v>190.26427675076323</c:v>
                </c:pt>
                <c:pt idx="1782">
                  <c:v>190.67539472944878</c:v>
                </c:pt>
                <c:pt idx="1783">
                  <c:v>187.9829933883988</c:v>
                </c:pt>
                <c:pt idx="1784">
                  <c:v>190.18561180723344</c:v>
                </c:pt>
                <c:pt idx="1785">
                  <c:v>192.52402090239926</c:v>
                </c:pt>
                <c:pt idx="1786">
                  <c:v>192.97447135284972</c:v>
                </c:pt>
                <c:pt idx="1787">
                  <c:v>193.51950703302055</c:v>
                </c:pt>
                <c:pt idx="1788">
                  <c:v>193.12243636567962</c:v>
                </c:pt>
                <c:pt idx="1789">
                  <c:v>193.95871963439529</c:v>
                </c:pt>
                <c:pt idx="1790">
                  <c:v>192.99975651327003</c:v>
                </c:pt>
                <c:pt idx="1791">
                  <c:v>191.59783484107808</c:v>
                </c:pt>
                <c:pt idx="1792">
                  <c:v>192.25243954973683</c:v>
                </c:pt>
                <c:pt idx="1793">
                  <c:v>194.12073195856976</c:v>
                </c:pt>
                <c:pt idx="1794">
                  <c:v>195.46833736022924</c:v>
                </c:pt>
                <c:pt idx="1795">
                  <c:v>198.74604334063793</c:v>
                </c:pt>
                <c:pt idx="1796">
                  <c:v>201.97317900020599</c:v>
                </c:pt>
                <c:pt idx="1797">
                  <c:v>203.69256990878611</c:v>
                </c:pt>
                <c:pt idx="1798">
                  <c:v>203.93605663875937</c:v>
                </c:pt>
                <c:pt idx="1799">
                  <c:v>203.30205465340597</c:v>
                </c:pt>
                <c:pt idx="1800">
                  <c:v>204.08964057612704</c:v>
                </c:pt>
                <c:pt idx="1801">
                  <c:v>203.9688336985634</c:v>
                </c:pt>
                <c:pt idx="1802">
                  <c:v>200.73607911445751</c:v>
                </c:pt>
                <c:pt idx="1803">
                  <c:v>201.1200389578768</c:v>
                </c:pt>
                <c:pt idx="1804">
                  <c:v>198.60463373976887</c:v>
                </c:pt>
                <c:pt idx="1805">
                  <c:v>195.31662639770747</c:v>
                </c:pt>
                <c:pt idx="1806">
                  <c:v>194.97387200089901</c:v>
                </c:pt>
                <c:pt idx="1807">
                  <c:v>197.99310745256687</c:v>
                </c:pt>
                <c:pt idx="1808">
                  <c:v>197.35910546721357</c:v>
                </c:pt>
                <c:pt idx="1809">
                  <c:v>192.59051150943043</c:v>
                </c:pt>
                <c:pt idx="1810">
                  <c:v>194.8352718622989</c:v>
                </c:pt>
                <c:pt idx="1811">
                  <c:v>193.65155175965984</c:v>
                </c:pt>
                <c:pt idx="1812">
                  <c:v>194.35672678915921</c:v>
                </c:pt>
                <c:pt idx="1813">
                  <c:v>192.11009346144482</c:v>
                </c:pt>
                <c:pt idx="1814">
                  <c:v>189.53849899795841</c:v>
                </c:pt>
                <c:pt idx="1815">
                  <c:v>185.07707291491076</c:v>
                </c:pt>
                <c:pt idx="1816">
                  <c:v>183.68451611694854</c:v>
                </c:pt>
                <c:pt idx="1817">
                  <c:v>179.04047498642092</c:v>
                </c:pt>
                <c:pt idx="1818">
                  <c:v>175.23833604914685</c:v>
                </c:pt>
                <c:pt idx="1819">
                  <c:v>171.31726320915507</c:v>
                </c:pt>
                <c:pt idx="1820">
                  <c:v>166.33234065666497</c:v>
                </c:pt>
                <c:pt idx="1821">
                  <c:v>163.21758348785374</c:v>
                </c:pt>
                <c:pt idx="1822">
                  <c:v>164.75904178606879</c:v>
                </c:pt>
                <c:pt idx="1823">
                  <c:v>166.60579498417337</c:v>
                </c:pt>
                <c:pt idx="1824">
                  <c:v>172.19568841190463</c:v>
                </c:pt>
                <c:pt idx="1825">
                  <c:v>171.52703639190125</c:v>
                </c:pt>
                <c:pt idx="1826">
                  <c:v>166.92513719540744</c:v>
                </c:pt>
                <c:pt idx="1827">
                  <c:v>171.11685490063869</c:v>
                </c:pt>
                <c:pt idx="1828">
                  <c:v>169.75426570021165</c:v>
                </c:pt>
                <c:pt idx="1829">
                  <c:v>167.6097095016014</c:v>
                </c:pt>
                <c:pt idx="1830">
                  <c:v>161.8053604540091</c:v>
                </c:pt>
                <c:pt idx="1831">
                  <c:v>163.04714277687248</c:v>
                </c:pt>
                <c:pt idx="1832">
                  <c:v>165.27223689385849</c:v>
                </c:pt>
                <c:pt idx="1833">
                  <c:v>170.36485549999063</c:v>
                </c:pt>
                <c:pt idx="1834">
                  <c:v>172.47288868910488</c:v>
                </c:pt>
                <c:pt idx="1835">
                  <c:v>172.94768781255269</c:v>
                </c:pt>
                <c:pt idx="1836">
                  <c:v>174.00966455020506</c:v>
                </c:pt>
                <c:pt idx="1837">
                  <c:v>172.50566574890897</c:v>
                </c:pt>
                <c:pt idx="1838">
                  <c:v>170.73851398175722</c:v>
                </c:pt>
                <c:pt idx="1839">
                  <c:v>169.73179000206025</c:v>
                </c:pt>
                <c:pt idx="1840">
                  <c:v>169.22983274334624</c:v>
                </c:pt>
                <c:pt idx="1841">
                  <c:v>169.5903804011912</c:v>
                </c:pt>
                <c:pt idx="1842">
                  <c:v>167.72864340431909</c:v>
                </c:pt>
                <c:pt idx="1843">
                  <c:v>161.21818283980446</c:v>
                </c:pt>
                <c:pt idx="1844">
                  <c:v>160.26671161806294</c:v>
                </c:pt>
                <c:pt idx="1845">
                  <c:v>161.22286527691932</c:v>
                </c:pt>
                <c:pt idx="1846">
                  <c:v>155.70695435560299</c:v>
                </c:pt>
                <c:pt idx="1847">
                  <c:v>154.45487067108687</c:v>
                </c:pt>
                <c:pt idx="1848">
                  <c:v>149.51115356520762</c:v>
                </c:pt>
                <c:pt idx="1849">
                  <c:v>154.62343840722218</c:v>
                </c:pt>
                <c:pt idx="1850">
                  <c:v>152.43954973684703</c:v>
                </c:pt>
                <c:pt idx="1851">
                  <c:v>154.43988687231931</c:v>
                </c:pt>
                <c:pt idx="1852">
                  <c:v>157.15476391152066</c:v>
                </c:pt>
                <c:pt idx="1853">
                  <c:v>160.35848738551442</c:v>
                </c:pt>
                <c:pt idx="1854">
                  <c:v>159.81157873049762</c:v>
                </c:pt>
                <c:pt idx="1855">
                  <c:v>158.9088048547508</c:v>
                </c:pt>
                <c:pt idx="1856">
                  <c:v>158.17740817740818</c:v>
                </c:pt>
                <c:pt idx="1857">
                  <c:v>158.7823790526493</c:v>
                </c:pt>
                <c:pt idx="1858">
                  <c:v>159.8050233185368</c:v>
                </c:pt>
                <c:pt idx="1859">
                  <c:v>159.69920023974078</c:v>
                </c:pt>
                <c:pt idx="1860">
                  <c:v>160.48865913730776</c:v>
                </c:pt>
                <c:pt idx="1861">
                  <c:v>163.01530220449138</c:v>
                </c:pt>
                <c:pt idx="1862">
                  <c:v>163.51257702609055</c:v>
                </c:pt>
                <c:pt idx="1863">
                  <c:v>165.05871776142044</c:v>
                </c:pt>
                <c:pt idx="1864">
                  <c:v>164.36852653068868</c:v>
                </c:pt>
                <c:pt idx="1865">
                  <c:v>164.73094716337957</c:v>
                </c:pt>
                <c:pt idx="1866">
                  <c:v>162.849543930625</c:v>
                </c:pt>
                <c:pt idx="1867">
                  <c:v>163.40488097244855</c:v>
                </c:pt>
                <c:pt idx="1868">
                  <c:v>166.00550654604709</c:v>
                </c:pt>
                <c:pt idx="1869">
                  <c:v>167.69212039482309</c:v>
                </c:pt>
                <c:pt idx="1870">
                  <c:v>169.04347174617442</c:v>
                </c:pt>
                <c:pt idx="1871">
                  <c:v>170.34518926410814</c:v>
                </c:pt>
                <c:pt idx="1872">
                  <c:v>170.97919124946151</c:v>
                </c:pt>
                <c:pt idx="1873">
                  <c:v>169.98932404337808</c:v>
                </c:pt>
                <c:pt idx="1874">
                  <c:v>167.46549043846341</c:v>
                </c:pt>
                <c:pt idx="1875">
                  <c:v>167.47298233784718</c:v>
                </c:pt>
                <c:pt idx="1876">
                  <c:v>168.90393512015135</c:v>
                </c:pt>
                <c:pt idx="1877">
                  <c:v>171.77426907156638</c:v>
                </c:pt>
                <c:pt idx="1878">
                  <c:v>174.87310595418703</c:v>
                </c:pt>
                <c:pt idx="1879">
                  <c:v>176.11207881478148</c:v>
                </c:pt>
                <c:pt idx="1880">
                  <c:v>175.2626847221442</c:v>
                </c:pt>
                <c:pt idx="1881">
                  <c:v>174.62493678709893</c:v>
                </c:pt>
                <c:pt idx="1882">
                  <c:v>174.52379614541775</c:v>
                </c:pt>
                <c:pt idx="1883">
                  <c:v>175.11659268416025</c:v>
                </c:pt>
                <c:pt idx="1884">
                  <c:v>174.49944747242046</c:v>
                </c:pt>
                <c:pt idx="1885">
                  <c:v>176.02123953475305</c:v>
                </c:pt>
                <c:pt idx="1886">
                  <c:v>176.4641980858197</c:v>
                </c:pt>
                <c:pt idx="1887">
                  <c:v>178.14893895974976</c:v>
                </c:pt>
                <c:pt idx="1888">
                  <c:v>179.02455470023034</c:v>
                </c:pt>
                <c:pt idx="1889">
                  <c:v>179.31486580135225</c:v>
                </c:pt>
                <c:pt idx="1890">
                  <c:v>177.14221498005278</c:v>
                </c:pt>
                <c:pt idx="1891">
                  <c:v>174.26064317956209</c:v>
                </c:pt>
                <c:pt idx="1892">
                  <c:v>176.2488059785357</c:v>
                </c:pt>
                <c:pt idx="1893">
                  <c:v>177.69193309733848</c:v>
                </c:pt>
                <c:pt idx="1894">
                  <c:v>178.48607443202036</c:v>
                </c:pt>
                <c:pt idx="1895">
                  <c:v>179.74377704107434</c:v>
                </c:pt>
                <c:pt idx="1896">
                  <c:v>177.97381581165365</c:v>
                </c:pt>
                <c:pt idx="1897">
                  <c:v>180.21670318967617</c:v>
                </c:pt>
                <c:pt idx="1898">
                  <c:v>180.437714221498</c:v>
                </c:pt>
                <c:pt idx="1899">
                  <c:v>180.12492742222469</c:v>
                </c:pt>
                <c:pt idx="1900">
                  <c:v>182.26667415856605</c:v>
                </c:pt>
                <c:pt idx="1901">
                  <c:v>182.7995355022382</c:v>
                </c:pt>
                <c:pt idx="1902">
                  <c:v>184.22955179711937</c:v>
                </c:pt>
                <c:pt idx="1903">
                  <c:v>185.99202112715622</c:v>
                </c:pt>
                <c:pt idx="1904">
                  <c:v>186.10533610533611</c:v>
                </c:pt>
                <c:pt idx="1905">
                  <c:v>188.57766290198722</c:v>
                </c:pt>
                <c:pt idx="1906">
                  <c:v>188.87078346537805</c:v>
                </c:pt>
                <c:pt idx="1907">
                  <c:v>188.73405630162387</c:v>
                </c:pt>
                <c:pt idx="1908">
                  <c:v>188.70127924181978</c:v>
                </c:pt>
                <c:pt idx="1909">
                  <c:v>183.86994062669737</c:v>
                </c:pt>
                <c:pt idx="1910">
                  <c:v>182.13556591934969</c:v>
                </c:pt>
                <c:pt idx="1911">
                  <c:v>184.15556929070442</c:v>
                </c:pt>
                <c:pt idx="1912">
                  <c:v>182.26386469629711</c:v>
                </c:pt>
                <c:pt idx="1913">
                  <c:v>183.35487254406172</c:v>
                </c:pt>
                <c:pt idx="1914">
                  <c:v>179.60798636474314</c:v>
                </c:pt>
                <c:pt idx="1915">
                  <c:v>173.48523159333968</c:v>
                </c:pt>
                <c:pt idx="1916">
                  <c:v>173.92350770729149</c:v>
                </c:pt>
                <c:pt idx="1917">
                  <c:v>172.97952838493376</c:v>
                </c:pt>
                <c:pt idx="1918">
                  <c:v>174.07240920754433</c:v>
                </c:pt>
                <c:pt idx="1919">
                  <c:v>176.84253900470114</c:v>
                </c:pt>
                <c:pt idx="1920">
                  <c:v>175.66912026371483</c:v>
                </c:pt>
                <c:pt idx="1921">
                  <c:v>178.76514768406659</c:v>
                </c:pt>
                <c:pt idx="1922">
                  <c:v>180.9902418010526</c:v>
                </c:pt>
                <c:pt idx="1923">
                  <c:v>181.4182165533517</c:v>
                </c:pt>
                <c:pt idx="1924">
                  <c:v>180.58474274690491</c:v>
                </c:pt>
                <c:pt idx="1925">
                  <c:v>177.51774643666536</c:v>
                </c:pt>
                <c:pt idx="1926">
                  <c:v>178.9402708321627</c:v>
                </c:pt>
                <c:pt idx="1927">
                  <c:v>178.05154426776048</c:v>
                </c:pt>
                <c:pt idx="1928">
                  <c:v>178.27817422412016</c:v>
                </c:pt>
                <c:pt idx="1929">
                  <c:v>179.07793448333987</c:v>
                </c:pt>
                <c:pt idx="1930">
                  <c:v>180.43303178438313</c:v>
                </c:pt>
                <c:pt idx="1931">
                  <c:v>180.85538761214434</c:v>
                </c:pt>
                <c:pt idx="1932">
                  <c:v>181.06141484519861</c:v>
                </c:pt>
                <c:pt idx="1933">
                  <c:v>180.80762675357269</c:v>
                </c:pt>
                <c:pt idx="1934">
                  <c:v>182.48487572811896</c:v>
                </c:pt>
                <c:pt idx="1935">
                  <c:v>182.2460714352606</c:v>
                </c:pt>
                <c:pt idx="1936">
                  <c:v>183.00181678560054</c:v>
                </c:pt>
                <c:pt idx="1937">
                  <c:v>181.17379333595548</c:v>
                </c:pt>
                <c:pt idx="1938">
                  <c:v>181.4182165533517</c:v>
                </c:pt>
                <c:pt idx="1939">
                  <c:v>181.82558858234535</c:v>
                </c:pt>
                <c:pt idx="1940">
                  <c:v>181.60645052536944</c:v>
                </c:pt>
                <c:pt idx="1941">
                  <c:v>182.04659961416715</c:v>
                </c:pt>
                <c:pt idx="1942">
                  <c:v>182.72180704613137</c:v>
                </c:pt>
                <c:pt idx="1943">
                  <c:v>184.23142477196529</c:v>
                </c:pt>
                <c:pt idx="1944">
                  <c:v>183.2050345563859</c:v>
                </c:pt>
                <c:pt idx="1945">
                  <c:v>181.0904459553108</c:v>
                </c:pt>
                <c:pt idx="1946">
                  <c:v>181.77876421119663</c:v>
                </c:pt>
                <c:pt idx="1947">
                  <c:v>182.65718941394616</c:v>
                </c:pt>
                <c:pt idx="1948">
                  <c:v>183.12636961285605</c:v>
                </c:pt>
                <c:pt idx="1949">
                  <c:v>181.61394242475322</c:v>
                </c:pt>
                <c:pt idx="1950">
                  <c:v>180.99492423816747</c:v>
                </c:pt>
                <c:pt idx="1951">
                  <c:v>180.0603097900395</c:v>
                </c:pt>
                <c:pt idx="1952">
                  <c:v>180.49671292914536</c:v>
                </c:pt>
                <c:pt idx="1953">
                  <c:v>180.5491562248319</c:v>
                </c:pt>
                <c:pt idx="1954">
                  <c:v>181.51561124534095</c:v>
                </c:pt>
                <c:pt idx="1955">
                  <c:v>182.4399243318162</c:v>
                </c:pt>
                <c:pt idx="1956">
                  <c:v>184.4824034013223</c:v>
                </c:pt>
                <c:pt idx="1957">
                  <c:v>186.75806783914894</c:v>
                </c:pt>
                <c:pt idx="1958">
                  <c:v>185.72512221160866</c:v>
                </c:pt>
                <c:pt idx="1959">
                  <c:v>186.84890711917737</c:v>
                </c:pt>
                <c:pt idx="1960">
                  <c:v>187.66084171489575</c:v>
                </c:pt>
                <c:pt idx="1961">
                  <c:v>188.79492798411718</c:v>
                </c:pt>
                <c:pt idx="1962">
                  <c:v>189.60686257983554</c:v>
                </c:pt>
                <c:pt idx="1963">
                  <c:v>189.29969470510008</c:v>
                </c:pt>
                <c:pt idx="1964">
                  <c:v>188.18527467176114</c:v>
                </c:pt>
                <c:pt idx="1965">
                  <c:v>188.80897529546178</c:v>
                </c:pt>
                <c:pt idx="1966">
                  <c:v>186.72810024161376</c:v>
                </c:pt>
                <c:pt idx="1967">
                  <c:v>187.75636343203911</c:v>
                </c:pt>
                <c:pt idx="1968">
                  <c:v>188.56080612837368</c:v>
                </c:pt>
                <c:pt idx="1969">
                  <c:v>189.89811016838044</c:v>
                </c:pt>
                <c:pt idx="1970">
                  <c:v>188.81365773257664</c:v>
                </c:pt>
                <c:pt idx="1971">
                  <c:v>187.62431870539979</c:v>
                </c:pt>
                <c:pt idx="1972">
                  <c:v>188.49618849618847</c:v>
                </c:pt>
                <c:pt idx="1973">
                  <c:v>187.67582551366334</c:v>
                </c:pt>
                <c:pt idx="1974">
                  <c:v>183.46350508512668</c:v>
                </c:pt>
                <c:pt idx="1975">
                  <c:v>180.50795077822104</c:v>
                </c:pt>
                <c:pt idx="1976">
                  <c:v>171.98685171658141</c:v>
                </c:pt>
                <c:pt idx="1977">
                  <c:v>178.5432001648218</c:v>
                </c:pt>
                <c:pt idx="1978">
                  <c:v>180.6634076904347</c:v>
                </c:pt>
                <c:pt idx="1979">
                  <c:v>180.53791837575622</c:v>
                </c:pt>
                <c:pt idx="1980">
                  <c:v>180.90970388267687</c:v>
                </c:pt>
                <c:pt idx="1981">
                  <c:v>182.2648011837201</c:v>
                </c:pt>
                <c:pt idx="1982">
                  <c:v>183.52531325504299</c:v>
                </c:pt>
                <c:pt idx="1983">
                  <c:v>184.02633402633401</c:v>
                </c:pt>
                <c:pt idx="1984">
                  <c:v>182.27603903279578</c:v>
                </c:pt>
                <c:pt idx="1985">
                  <c:v>182.33878369013502</c:v>
                </c:pt>
                <c:pt idx="1986">
                  <c:v>180.85538761214434</c:v>
                </c:pt>
                <c:pt idx="1987">
                  <c:v>181.85649266730346</c:v>
                </c:pt>
                <c:pt idx="1988">
                  <c:v>180.78421456799833</c:v>
                </c:pt>
                <c:pt idx="1989">
                  <c:v>180.69899421250773</c:v>
                </c:pt>
                <c:pt idx="1990">
                  <c:v>180.69805772508474</c:v>
                </c:pt>
                <c:pt idx="1991">
                  <c:v>181.22342716937311</c:v>
                </c:pt>
                <c:pt idx="1992">
                  <c:v>181.09700136727164</c:v>
                </c:pt>
                <c:pt idx="1993">
                  <c:v>181.02301886085667</c:v>
                </c:pt>
                <c:pt idx="1994">
                  <c:v>181.13258788934462</c:v>
                </c:pt>
                <c:pt idx="1995">
                  <c:v>180.2476072746343</c:v>
                </c:pt>
                <c:pt idx="1996">
                  <c:v>179.22683598359274</c:v>
                </c:pt>
                <c:pt idx="1997">
                  <c:v>179.1781386375981</c:v>
                </c:pt>
                <c:pt idx="1998">
                  <c:v>178.51510554213257</c:v>
                </c:pt>
                <c:pt idx="1999">
                  <c:v>176.45202374932106</c:v>
                </c:pt>
                <c:pt idx="2000">
                  <c:v>173.11344608641906</c:v>
                </c:pt>
                <c:pt idx="2001">
                  <c:v>172.93176752636211</c:v>
                </c:pt>
                <c:pt idx="2002">
                  <c:v>177.96538742484685</c:v>
                </c:pt>
                <c:pt idx="2003">
                  <c:v>175.92384484276374</c:v>
                </c:pt>
                <c:pt idx="2004">
                  <c:v>176.96428236968777</c:v>
                </c:pt>
                <c:pt idx="2005">
                  <c:v>176.35088310763985</c:v>
                </c:pt>
                <c:pt idx="2006">
                  <c:v>177.30329081680432</c:v>
                </c:pt>
                <c:pt idx="2007">
                  <c:v>176.05308010713415</c:v>
                </c:pt>
                <c:pt idx="2008">
                  <c:v>177.53741267254779</c:v>
                </c:pt>
                <c:pt idx="2009">
                  <c:v>177.46530314097879</c:v>
                </c:pt>
                <c:pt idx="2010">
                  <c:v>178.427075724373</c:v>
                </c:pt>
                <c:pt idx="2011">
                  <c:v>175.83581502500419</c:v>
                </c:pt>
                <c:pt idx="2012">
                  <c:v>175.13625892004271</c:v>
                </c:pt>
                <c:pt idx="2013">
                  <c:v>175.663501339177</c:v>
                </c:pt>
                <c:pt idx="2014">
                  <c:v>177.39881253394765</c:v>
                </c:pt>
                <c:pt idx="2015">
                  <c:v>176.3883426045588</c:v>
                </c:pt>
                <c:pt idx="2016">
                  <c:v>175.78243524189469</c:v>
                </c:pt>
                <c:pt idx="2017">
                  <c:v>175.15030623138733</c:v>
                </c:pt>
                <c:pt idx="2018">
                  <c:v>173.15277855818394</c:v>
                </c:pt>
                <c:pt idx="2019">
                  <c:v>173.01886085669869</c:v>
                </c:pt>
                <c:pt idx="2020">
                  <c:v>172.72199434361596</c:v>
                </c:pt>
                <c:pt idx="2021">
                  <c:v>170.782528890637</c:v>
                </c:pt>
                <c:pt idx="2022">
                  <c:v>171.48208499559848</c:v>
                </c:pt>
                <c:pt idx="2023">
                  <c:v>173.77460620703863</c:v>
                </c:pt>
                <c:pt idx="2024">
                  <c:v>173.48429510591671</c:v>
                </c:pt>
                <c:pt idx="2025">
                  <c:v>174.88621677810866</c:v>
                </c:pt>
                <c:pt idx="2026">
                  <c:v>176.84815792923899</c:v>
                </c:pt>
                <c:pt idx="2027">
                  <c:v>177.22368938585154</c:v>
                </c:pt>
                <c:pt idx="2028">
                  <c:v>176.26378977730329</c:v>
                </c:pt>
                <c:pt idx="2029">
                  <c:v>174.6914273941301</c:v>
                </c:pt>
                <c:pt idx="2030">
                  <c:v>170.78721132775186</c:v>
                </c:pt>
                <c:pt idx="2031">
                  <c:v>169.37592478133016</c:v>
                </c:pt>
                <c:pt idx="2032">
                  <c:v>170.06892547433085</c:v>
                </c:pt>
                <c:pt idx="2033">
                  <c:v>169.17738944765969</c:v>
                </c:pt>
                <c:pt idx="2034">
                  <c:v>170.33957033957034</c:v>
                </c:pt>
                <c:pt idx="2035">
                  <c:v>168.67730516379166</c:v>
                </c:pt>
                <c:pt idx="2036">
                  <c:v>169.78516978516978</c:v>
                </c:pt>
                <c:pt idx="2037">
                  <c:v>170.710419359068</c:v>
                </c:pt>
                <c:pt idx="2038">
                  <c:v>169.9818321439943</c:v>
                </c:pt>
                <c:pt idx="2039">
                  <c:v>167.1424022775374</c:v>
                </c:pt>
                <c:pt idx="2040">
                  <c:v>164.47809555917664</c:v>
                </c:pt>
                <c:pt idx="2041">
                  <c:v>162.97503324530348</c:v>
                </c:pt>
                <c:pt idx="2042">
                  <c:v>165.79760633814686</c:v>
                </c:pt>
                <c:pt idx="2043">
                  <c:v>168.46940495589143</c:v>
                </c:pt>
                <c:pt idx="2044">
                  <c:v>169.72148864040756</c:v>
                </c:pt>
                <c:pt idx="2045">
                  <c:v>170.9436047273885</c:v>
                </c:pt>
                <c:pt idx="2046">
                  <c:v>172.28278174224118</c:v>
                </c:pt>
                <c:pt idx="2047">
                  <c:v>172.75758086568896</c:v>
                </c:pt>
                <c:pt idx="2048">
                  <c:v>173.46650184488018</c:v>
                </c:pt>
                <c:pt idx="2049">
                  <c:v>174.38800546908655</c:v>
                </c:pt>
                <c:pt idx="2050">
                  <c:v>174.88528029068567</c:v>
                </c:pt>
                <c:pt idx="2051">
                  <c:v>175.46964844262141</c:v>
                </c:pt>
                <c:pt idx="2052">
                  <c:v>175.98471652525706</c:v>
                </c:pt>
                <c:pt idx="2053">
                  <c:v>175.81240283942984</c:v>
                </c:pt>
                <c:pt idx="2054">
                  <c:v>176.07649229270851</c:v>
                </c:pt>
                <c:pt idx="2055">
                  <c:v>175.48650521623492</c:v>
                </c:pt>
                <c:pt idx="2056">
                  <c:v>176.52694274315897</c:v>
                </c:pt>
                <c:pt idx="2057">
                  <c:v>177.42409769436796</c:v>
                </c:pt>
                <c:pt idx="2058">
                  <c:v>178.23790526493227</c:v>
                </c:pt>
                <c:pt idx="2059">
                  <c:v>179.66511209754452</c:v>
                </c:pt>
                <c:pt idx="2060">
                  <c:v>181.16442846172575</c:v>
                </c:pt>
                <c:pt idx="2061">
                  <c:v>182.41089322170404</c:v>
                </c:pt>
                <c:pt idx="2062">
                  <c:v>182.28821336929443</c:v>
                </c:pt>
                <c:pt idx="2063">
                  <c:v>183.73508643778911</c:v>
                </c:pt>
                <c:pt idx="2064">
                  <c:v>182.23577007360788</c:v>
                </c:pt>
                <c:pt idx="2065">
                  <c:v>183.94017718342042</c:v>
                </c:pt>
                <c:pt idx="2066">
                  <c:v>183.84090951658519</c:v>
                </c:pt>
                <c:pt idx="2067">
                  <c:v>184.09844355790301</c:v>
                </c:pt>
                <c:pt idx="2068">
                  <c:v>185.07051750294994</c:v>
                </c:pt>
                <c:pt idx="2069">
                  <c:v>183.68919855406341</c:v>
                </c:pt>
                <c:pt idx="2070">
                  <c:v>185.18195950628379</c:v>
                </c:pt>
                <c:pt idx="2071">
                  <c:v>185.15199190874867</c:v>
                </c:pt>
                <c:pt idx="2072">
                  <c:v>186.12687531606448</c:v>
                </c:pt>
                <c:pt idx="2073">
                  <c:v>185.23721226423928</c:v>
                </c:pt>
                <c:pt idx="2074">
                  <c:v>185.2690528366204</c:v>
                </c:pt>
                <c:pt idx="2075">
                  <c:v>186.29263358993089</c:v>
                </c:pt>
                <c:pt idx="2076">
                  <c:v>186.32822011200386</c:v>
                </c:pt>
                <c:pt idx="2077">
                  <c:v>186.34975932273227</c:v>
                </c:pt>
                <c:pt idx="2078">
                  <c:v>186.50989867206081</c:v>
                </c:pt>
                <c:pt idx="2079">
                  <c:v>187.49976587814422</c:v>
                </c:pt>
                <c:pt idx="2080">
                  <c:v>188.05791238223671</c:v>
                </c:pt>
                <c:pt idx="2081">
                  <c:v>188.46434792380734</c:v>
                </c:pt>
                <c:pt idx="2082">
                  <c:v>190.40849581390123</c:v>
                </c:pt>
                <c:pt idx="2083">
                  <c:v>192.35170721657207</c:v>
                </c:pt>
                <c:pt idx="2084">
                  <c:v>193.32097169935008</c:v>
                </c:pt>
                <c:pt idx="2085">
                  <c:v>194.02240077915752</c:v>
                </c:pt>
                <c:pt idx="2086">
                  <c:v>195.07501264258019</c:v>
                </c:pt>
                <c:pt idx="2087">
                  <c:v>197.70279635144496</c:v>
                </c:pt>
                <c:pt idx="2088">
                  <c:v>195.82513906838227</c:v>
                </c:pt>
                <c:pt idx="2089">
                  <c:v>195.59195370006179</c:v>
                </c:pt>
                <c:pt idx="2090">
                  <c:v>197.29355134760539</c:v>
                </c:pt>
                <c:pt idx="2091">
                  <c:v>198.67018785937705</c:v>
                </c:pt>
                <c:pt idx="2092">
                  <c:v>198.91648405161916</c:v>
                </c:pt>
                <c:pt idx="2093">
                  <c:v>199.22084246408568</c:v>
                </c:pt>
                <c:pt idx="2094">
                  <c:v>201.16686332902546</c:v>
                </c:pt>
                <c:pt idx="2095">
                  <c:v>201.70347062238952</c:v>
                </c:pt>
                <c:pt idx="2096">
                  <c:v>202.74578112415949</c:v>
                </c:pt>
                <c:pt idx="2097">
                  <c:v>202.88157180049069</c:v>
                </c:pt>
                <c:pt idx="2098">
                  <c:v>201.34666891423646</c:v>
                </c:pt>
                <c:pt idx="2099">
                  <c:v>198.98672060834221</c:v>
                </c:pt>
                <c:pt idx="2100">
                  <c:v>200.21820156955292</c:v>
                </c:pt>
                <c:pt idx="2101">
                  <c:v>201.41503249611355</c:v>
                </c:pt>
                <c:pt idx="2102">
                  <c:v>202.11927103818996</c:v>
                </c:pt>
                <c:pt idx="2103">
                  <c:v>202.97615703021106</c:v>
                </c:pt>
                <c:pt idx="2104">
                  <c:v>205.47002303759058</c:v>
                </c:pt>
                <c:pt idx="2105">
                  <c:v>205.97478975857354</c:v>
                </c:pt>
                <c:pt idx="2106">
                  <c:v>207.49283587121425</c:v>
                </c:pt>
                <c:pt idx="2107">
                  <c:v>209.16259294637669</c:v>
                </c:pt>
                <c:pt idx="2108">
                  <c:v>208.24858122155422</c:v>
                </c:pt>
                <c:pt idx="2109">
                  <c:v>207.0414489333408</c:v>
                </c:pt>
                <c:pt idx="2110">
                  <c:v>209.65986776797587</c:v>
                </c:pt>
                <c:pt idx="2111">
                  <c:v>211.24721394991664</c:v>
                </c:pt>
                <c:pt idx="2112">
                  <c:v>209.13356183626456</c:v>
                </c:pt>
                <c:pt idx="2113">
                  <c:v>212.09379858028507</c:v>
                </c:pt>
                <c:pt idx="2114">
                  <c:v>213.97051937592479</c:v>
                </c:pt>
                <c:pt idx="2115">
                  <c:v>211.96830926560656</c:v>
                </c:pt>
                <c:pt idx="2116">
                  <c:v>213.61184469292579</c:v>
                </c:pt>
                <c:pt idx="2117">
                  <c:v>214.40224007791576</c:v>
                </c:pt>
                <c:pt idx="2118">
                  <c:v>215.94838081324568</c:v>
                </c:pt>
                <c:pt idx="2119">
                  <c:v>216.73877619823566</c:v>
                </c:pt>
                <c:pt idx="2120">
                  <c:v>216.49528946826246</c:v>
                </c:pt>
                <c:pt idx="2121">
                  <c:v>216.87082092487501</c:v>
                </c:pt>
                <c:pt idx="2122">
                  <c:v>216.86707497518304</c:v>
                </c:pt>
                <c:pt idx="2123">
                  <c:v>217.27070105448482</c:v>
                </c:pt>
                <c:pt idx="2124">
                  <c:v>219.19143675900429</c:v>
                </c:pt>
                <c:pt idx="2125">
                  <c:v>220.68888014833959</c:v>
                </c:pt>
                <c:pt idx="2126">
                  <c:v>217.19109962353204</c:v>
                </c:pt>
                <c:pt idx="2127">
                  <c:v>217.44957015227286</c:v>
                </c:pt>
                <c:pt idx="2128">
                  <c:v>219.10153396639882</c:v>
                </c:pt>
                <c:pt idx="2129">
                  <c:v>219.59318986346011</c:v>
                </c:pt>
                <c:pt idx="2130">
                  <c:v>220.18598640220262</c:v>
                </c:pt>
                <c:pt idx="2131">
                  <c:v>221.48208499559848</c:v>
                </c:pt>
                <c:pt idx="2132">
                  <c:v>220.44820288063528</c:v>
                </c:pt>
                <c:pt idx="2133">
                  <c:v>220.0436403139106</c:v>
                </c:pt>
                <c:pt idx="2134">
                  <c:v>218.43381843381843</c:v>
                </c:pt>
                <c:pt idx="2135">
                  <c:v>219.67185480698993</c:v>
                </c:pt>
                <c:pt idx="2136">
                  <c:v>219.98651458110916</c:v>
                </c:pt>
                <c:pt idx="2137">
                  <c:v>218.82620666404452</c:v>
                </c:pt>
                <c:pt idx="2138">
                  <c:v>220.20190668839317</c:v>
                </c:pt>
                <c:pt idx="2139">
                  <c:v>221.99434361596522</c:v>
                </c:pt>
                <c:pt idx="2140">
                  <c:v>224.01153752505104</c:v>
                </c:pt>
                <c:pt idx="2141">
                  <c:v>223.22488808975294</c:v>
                </c:pt>
                <c:pt idx="2142">
                  <c:v>222.3118128523534</c:v>
                </c:pt>
                <c:pt idx="2143">
                  <c:v>223.95347530482664</c:v>
                </c:pt>
                <c:pt idx="2144">
                  <c:v>225.16248056788598</c:v>
                </c:pt>
                <c:pt idx="2145">
                  <c:v>227.48028693974635</c:v>
                </c:pt>
                <c:pt idx="2146">
                  <c:v>229.32048472589011</c:v>
                </c:pt>
                <c:pt idx="2147">
                  <c:v>231.99509280590362</c:v>
                </c:pt>
                <c:pt idx="2148">
                  <c:v>235.07239047779586</c:v>
                </c:pt>
                <c:pt idx="2149">
                  <c:v>237.04837894027082</c:v>
                </c:pt>
                <c:pt idx="2150">
                  <c:v>237.39768874904007</c:v>
                </c:pt>
                <c:pt idx="2151">
                  <c:v>238.50742634526415</c:v>
                </c:pt>
                <c:pt idx="2152">
                  <c:v>239.9711561873724</c:v>
                </c:pt>
                <c:pt idx="2153">
                  <c:v>243.15427693806072</c:v>
                </c:pt>
                <c:pt idx="2154">
                  <c:v>233.18911427019535</c:v>
                </c:pt>
                <c:pt idx="2155">
                  <c:v>235.55749096289637</c:v>
                </c:pt>
                <c:pt idx="2156">
                  <c:v>238.6535183832481</c:v>
                </c:pt>
                <c:pt idx="2157">
                  <c:v>239.62371935344908</c:v>
                </c:pt>
                <c:pt idx="2158">
                  <c:v>238.33979509655182</c:v>
                </c:pt>
                <c:pt idx="2159">
                  <c:v>236.23925380682132</c:v>
                </c:pt>
                <c:pt idx="2160">
                  <c:v>233.08141821655335</c:v>
                </c:pt>
                <c:pt idx="2161">
                  <c:v>233.67702421756476</c:v>
                </c:pt>
                <c:pt idx="2162">
                  <c:v>233.77629188439997</c:v>
                </c:pt>
                <c:pt idx="2163">
                  <c:v>235.09861212563914</c:v>
                </c:pt>
                <c:pt idx="2164">
                  <c:v>237.40892659811576</c:v>
                </c:pt>
                <c:pt idx="2165">
                  <c:v>236.43966211533777</c:v>
                </c:pt>
                <c:pt idx="2166">
                  <c:v>238.77619823565769</c:v>
                </c:pt>
                <c:pt idx="2167">
                  <c:v>240.04420220636439</c:v>
                </c:pt>
                <c:pt idx="2168">
                  <c:v>237.04369650315593</c:v>
                </c:pt>
                <c:pt idx="2169">
                  <c:v>238.52802906856959</c:v>
                </c:pt>
                <c:pt idx="2170">
                  <c:v>240.43565394916743</c:v>
                </c:pt>
                <c:pt idx="2171">
                  <c:v>236.16339832556048</c:v>
                </c:pt>
                <c:pt idx="2172">
                  <c:v>238.99627278005653</c:v>
                </c:pt>
                <c:pt idx="2173">
                  <c:v>240.99660991552884</c:v>
                </c:pt>
                <c:pt idx="2174">
                  <c:v>242.56803581127903</c:v>
                </c:pt>
                <c:pt idx="2175">
                  <c:v>241.5023131239347</c:v>
                </c:pt>
                <c:pt idx="2176">
                  <c:v>242.39384915060586</c:v>
                </c:pt>
                <c:pt idx="2177">
                  <c:v>244.51592965106479</c:v>
                </c:pt>
                <c:pt idx="2178">
                  <c:v>243.682455844618</c:v>
                </c:pt>
                <c:pt idx="2179">
                  <c:v>244.05986027607648</c:v>
                </c:pt>
                <c:pt idx="2180">
                  <c:v>242.1269502350583</c:v>
                </c:pt>
                <c:pt idx="2181">
                  <c:v>233.44571182409021</c:v>
                </c:pt>
                <c:pt idx="2182">
                  <c:v>232.87632747092206</c:v>
                </c:pt>
                <c:pt idx="2183">
                  <c:v>232.07469423685637</c:v>
                </c:pt>
                <c:pt idx="2184">
                  <c:v>236.73090970388265</c:v>
                </c:pt>
                <c:pt idx="2185">
                  <c:v>237.07741005038301</c:v>
                </c:pt>
                <c:pt idx="2186">
                  <c:v>236.92944503755311</c:v>
                </c:pt>
                <c:pt idx="2187">
                  <c:v>236.75806783914891</c:v>
                </c:pt>
                <c:pt idx="2188">
                  <c:v>239.92620479106967</c:v>
                </c:pt>
                <c:pt idx="2189">
                  <c:v>242.83212526455767</c:v>
                </c:pt>
                <c:pt idx="2190">
                  <c:v>246.19598808787995</c:v>
                </c:pt>
                <c:pt idx="2191">
                  <c:v>248.03243992433178</c:v>
                </c:pt>
                <c:pt idx="2192">
                  <c:v>249.76400516941055</c:v>
                </c:pt>
                <c:pt idx="2193">
                  <c:v>249.16465321870726</c:v>
                </c:pt>
                <c:pt idx="2194">
                  <c:v>250.32683411061791</c:v>
                </c:pt>
                <c:pt idx="2195">
                  <c:v>253.18312075068832</c:v>
                </c:pt>
                <c:pt idx="2196">
                  <c:v>254.91187653349812</c:v>
                </c:pt>
                <c:pt idx="2197">
                  <c:v>258.26918394485961</c:v>
                </c:pt>
                <c:pt idx="2198">
                  <c:v>259.76381787192594</c:v>
                </c:pt>
                <c:pt idx="2199">
                  <c:v>260.00355865220729</c:v>
                </c:pt>
                <c:pt idx="2200">
                  <c:v>259.83405442864898</c:v>
                </c:pt>
                <c:pt idx="2201">
                  <c:v>259.5531082017568</c:v>
                </c:pt>
                <c:pt idx="2202">
                  <c:v>256.40931992283345</c:v>
                </c:pt>
                <c:pt idx="2203">
                  <c:v>258.19894738813656</c:v>
                </c:pt>
                <c:pt idx="2204">
                  <c:v>258.98559682343466</c:v>
                </c:pt>
                <c:pt idx="2205">
                  <c:v>259.76100840965699</c:v>
                </c:pt>
                <c:pt idx="2206">
                  <c:v>262.44123541420834</c:v>
                </c:pt>
                <c:pt idx="2207">
                  <c:v>265.42582083122619</c:v>
                </c:pt>
                <c:pt idx="2208">
                  <c:v>266.69850723904773</c:v>
                </c:pt>
                <c:pt idx="2209">
                  <c:v>270.41448933340826</c:v>
                </c:pt>
                <c:pt idx="2210">
                  <c:v>270.71135584649096</c:v>
                </c:pt>
                <c:pt idx="2211">
                  <c:v>271.72931767526359</c:v>
                </c:pt>
                <c:pt idx="2212">
                  <c:v>272.74259706692135</c:v>
                </c:pt>
                <c:pt idx="2213">
                  <c:v>269.78236032290084</c:v>
                </c:pt>
                <c:pt idx="2214">
                  <c:v>272.06177071041935</c:v>
                </c:pt>
                <c:pt idx="2215">
                  <c:v>272.13294375456536</c:v>
                </c:pt>
                <c:pt idx="2216">
                  <c:v>274.51349478376505</c:v>
                </c:pt>
                <c:pt idx="2217">
                  <c:v>276.84253900470111</c:v>
                </c:pt>
                <c:pt idx="2218">
                  <c:v>278.80728961810041</c:v>
                </c:pt>
                <c:pt idx="2219">
                  <c:v>280.36092225281408</c:v>
                </c:pt>
                <c:pt idx="2220">
                  <c:v>280.03221516735033</c:v>
                </c:pt>
                <c:pt idx="2221">
                  <c:v>269.85540634189277</c:v>
                </c:pt>
                <c:pt idx="2222">
                  <c:v>275.10160888539269</c:v>
                </c:pt>
                <c:pt idx="2223">
                  <c:v>278.0627821168361</c:v>
                </c:pt>
                <c:pt idx="2224">
                  <c:v>278.44486898540947</c:v>
                </c:pt>
                <c:pt idx="2225">
                  <c:v>279.69788915734858</c:v>
                </c:pt>
                <c:pt idx="2226">
                  <c:v>281.90612650072109</c:v>
                </c:pt>
                <c:pt idx="2227">
                  <c:v>283.63675525837687</c:v>
                </c:pt>
                <c:pt idx="2228">
                  <c:v>285.18102301886086</c:v>
                </c:pt>
                <c:pt idx="2229">
                  <c:v>284.50300612462775</c:v>
                </c:pt>
                <c:pt idx="2230">
                  <c:v>284.4824034013223</c:v>
                </c:pt>
                <c:pt idx="2231">
                  <c:v>287.29935756962783</c:v>
                </c:pt>
                <c:pt idx="2232">
                  <c:v>289.16577700361483</c:v>
                </c:pt>
                <c:pt idx="2233">
                  <c:v>287.36210222696707</c:v>
                </c:pt>
                <c:pt idx="2234">
                  <c:v>288.61980483602105</c:v>
                </c:pt>
                <c:pt idx="2235">
                  <c:v>288.18902062145304</c:v>
                </c:pt>
                <c:pt idx="2236">
                  <c:v>289.87001554569122</c:v>
                </c:pt>
                <c:pt idx="2237">
                  <c:v>291.14738439062762</c:v>
                </c:pt>
                <c:pt idx="2238">
                  <c:v>292.38073832668425</c:v>
                </c:pt>
                <c:pt idx="2239">
                  <c:v>290.97226124253149</c:v>
                </c:pt>
                <c:pt idx="2240">
                  <c:v>287.47073476803206</c:v>
                </c:pt>
                <c:pt idx="2241">
                  <c:v>286.95098424828154</c:v>
                </c:pt>
                <c:pt idx="2242">
                  <c:v>290.07604277874549</c:v>
                </c:pt>
                <c:pt idx="2243">
                  <c:v>290.66509336779603</c:v>
                </c:pt>
                <c:pt idx="2244">
                  <c:v>282.31443501713767</c:v>
                </c:pt>
                <c:pt idx="2245">
                  <c:v>287.16543986814258</c:v>
                </c:pt>
                <c:pt idx="2246">
                  <c:v>288.61418591148322</c:v>
                </c:pt>
                <c:pt idx="2247">
                  <c:v>292.9061077709726</c:v>
                </c:pt>
                <c:pt idx="2248">
                  <c:v>293.5663314041692</c:v>
                </c:pt>
                <c:pt idx="2249">
                  <c:v>300.16856773613523</c:v>
                </c:pt>
                <c:pt idx="2250">
                  <c:v>302.05839935569662</c:v>
                </c:pt>
                <c:pt idx="2251">
                  <c:v>304.88003596111702</c:v>
                </c:pt>
                <c:pt idx="2252">
                  <c:v>305.66481242156914</c:v>
                </c:pt>
                <c:pt idx="2253">
                  <c:v>308.09218782191749</c:v>
                </c:pt>
                <c:pt idx="2254">
                  <c:v>310.28075892940757</c:v>
                </c:pt>
                <c:pt idx="2255">
                  <c:v>309.05864284242665</c:v>
                </c:pt>
                <c:pt idx="2256">
                  <c:v>304.71989661178844</c:v>
                </c:pt>
                <c:pt idx="2257">
                  <c:v>292.50341817909379</c:v>
                </c:pt>
                <c:pt idx="2258">
                  <c:v>293.00350246296188</c:v>
                </c:pt>
                <c:pt idx="2259">
                  <c:v>297.72901799928826</c:v>
                </c:pt>
                <c:pt idx="2260">
                  <c:v>301.64634488958814</c:v>
                </c:pt>
                <c:pt idx="2261">
                  <c:v>303.30954655278981</c:v>
                </c:pt>
                <c:pt idx="2262">
                  <c:v>304.51386937873417</c:v>
                </c:pt>
                <c:pt idx="2263">
                  <c:v>302.90404749864206</c:v>
                </c:pt>
                <c:pt idx="2264">
                  <c:v>299.76681463167949</c:v>
                </c:pt>
                <c:pt idx="2265">
                  <c:v>301.81959506283829</c:v>
                </c:pt>
                <c:pt idx="2266">
                  <c:v>302.95742728175156</c:v>
                </c:pt>
                <c:pt idx="2267">
                  <c:v>302.16984135903056</c:v>
                </c:pt>
                <c:pt idx="2268">
                  <c:v>303.00425165290028</c:v>
                </c:pt>
                <c:pt idx="2269">
                  <c:v>297.3375662564851</c:v>
                </c:pt>
                <c:pt idx="2270">
                  <c:v>299.23020733831544</c:v>
                </c:pt>
                <c:pt idx="2271">
                  <c:v>300.78009402333726</c:v>
                </c:pt>
                <c:pt idx="2272">
                  <c:v>302.86284205203123</c:v>
                </c:pt>
                <c:pt idx="2273">
                  <c:v>301.31014590474047</c:v>
                </c:pt>
                <c:pt idx="2274">
                  <c:v>297.5801164990354</c:v>
                </c:pt>
                <c:pt idx="2275">
                  <c:v>291.74486336648499</c:v>
                </c:pt>
                <c:pt idx="2276">
                  <c:v>294.22561854994285</c:v>
                </c:pt>
                <c:pt idx="2277">
                  <c:v>288.38006405573975</c:v>
                </c:pt>
                <c:pt idx="2278">
                  <c:v>282.67123672529078</c:v>
                </c:pt>
                <c:pt idx="2279">
                  <c:v>267.74269071566368</c:v>
                </c:pt>
                <c:pt idx="2280">
                  <c:v>276.98582158041614</c:v>
                </c:pt>
                <c:pt idx="2281">
                  <c:v>278.07495645333483</c:v>
                </c:pt>
                <c:pt idx="2282">
                  <c:v>276.49135622108594</c:v>
                </c:pt>
                <c:pt idx="2283">
                  <c:v>273.2080313161394</c:v>
                </c:pt>
                <c:pt idx="2284">
                  <c:v>273.33352063081787</c:v>
                </c:pt>
                <c:pt idx="2285">
                  <c:v>280.20265587833154</c:v>
                </c:pt>
                <c:pt idx="2286">
                  <c:v>282.00914011724819</c:v>
                </c:pt>
                <c:pt idx="2287">
                  <c:v>283.1628926223521</c:v>
                </c:pt>
                <c:pt idx="2288">
                  <c:v>285.88900751062909</c:v>
                </c:pt>
                <c:pt idx="2289">
                  <c:v>286.01168736303873</c:v>
                </c:pt>
                <c:pt idx="2290">
                  <c:v>295.33816560843587</c:v>
                </c:pt>
                <c:pt idx="2291">
                  <c:v>298.94457867430839</c:v>
                </c:pt>
                <c:pt idx="2292">
                  <c:v>302.41801052611856</c:v>
                </c:pt>
                <c:pt idx="2293">
                  <c:v>303.78434567623754</c:v>
                </c:pt>
                <c:pt idx="2294">
                  <c:v>306.33159146672659</c:v>
                </c:pt>
                <c:pt idx="2295">
                  <c:v>307.29991946208156</c:v>
                </c:pt>
                <c:pt idx="2296">
                  <c:v>308.13994868048923</c:v>
                </c:pt>
                <c:pt idx="2297">
                  <c:v>310.3781536213969</c:v>
                </c:pt>
                <c:pt idx="2298">
                  <c:v>308.97342248693599</c:v>
                </c:pt>
                <c:pt idx="2299">
                  <c:v>303.62795227660092</c:v>
                </c:pt>
                <c:pt idx="2300">
                  <c:v>305.90923563896536</c:v>
                </c:pt>
                <c:pt idx="2301">
                  <c:v>305.03923882302257</c:v>
                </c:pt>
                <c:pt idx="2302">
                  <c:v>304.74049933509389</c:v>
                </c:pt>
                <c:pt idx="2303">
                  <c:v>308.74491955573035</c:v>
                </c:pt>
                <c:pt idx="2304">
                  <c:v>312.54612200558142</c:v>
                </c:pt>
                <c:pt idx="2305">
                  <c:v>313.66616096345825</c:v>
                </c:pt>
                <c:pt idx="2306">
                  <c:v>316.28551628551628</c:v>
                </c:pt>
                <c:pt idx="2307">
                  <c:v>318.05547751493697</c:v>
                </c:pt>
                <c:pt idx="2308">
                  <c:v>318.74004982113087</c:v>
                </c:pt>
                <c:pt idx="2309">
                  <c:v>318.62673484295101</c:v>
                </c:pt>
                <c:pt idx="2310">
                  <c:v>318.76908093124314</c:v>
                </c:pt>
                <c:pt idx="2311">
                  <c:v>317.21638478395232</c:v>
                </c:pt>
                <c:pt idx="2312">
                  <c:v>312.47120301174351</c:v>
                </c:pt>
                <c:pt idx="2313">
                  <c:v>306.5507295237025</c:v>
                </c:pt>
                <c:pt idx="2314">
                  <c:v>308.3113258788934</c:v>
                </c:pt>
                <c:pt idx="2315">
                  <c:v>299.59543743327526</c:v>
                </c:pt>
                <c:pt idx="2316">
                  <c:v>301.67537599970029</c:v>
                </c:pt>
                <c:pt idx="2317">
                  <c:v>300.38395984341923</c:v>
                </c:pt>
                <c:pt idx="2318">
                  <c:v>306.47768350471051</c:v>
                </c:pt>
                <c:pt idx="2319">
                  <c:v>308.2438987844393</c:v>
                </c:pt>
                <c:pt idx="2320">
                  <c:v>310.84639733288384</c:v>
                </c:pt>
                <c:pt idx="2321">
                  <c:v>315.98584031016463</c:v>
                </c:pt>
                <c:pt idx="2322">
                  <c:v>318.58552939634018</c:v>
                </c:pt>
                <c:pt idx="2323">
                  <c:v>317.27912944129156</c:v>
                </c:pt>
                <c:pt idx="2324">
                  <c:v>316.16751887022156</c:v>
                </c:pt>
                <c:pt idx="2325">
                  <c:v>316.7556329718492</c:v>
                </c:pt>
                <c:pt idx="2326">
                  <c:v>316.21434324137027</c:v>
                </c:pt>
                <c:pt idx="2327">
                  <c:v>318.77376336835795</c:v>
                </c:pt>
                <c:pt idx="2328">
                  <c:v>316.0757431027701</c:v>
                </c:pt>
                <c:pt idx="2329">
                  <c:v>316.27053248674872</c:v>
                </c:pt>
                <c:pt idx="2330">
                  <c:v>311.1545016950422</c:v>
                </c:pt>
                <c:pt idx="2331">
                  <c:v>312.72499110336946</c:v>
                </c:pt>
                <c:pt idx="2332">
                  <c:v>320.25434998407974</c:v>
                </c:pt>
                <c:pt idx="2333">
                  <c:v>293.91002228840063</c:v>
                </c:pt>
                <c:pt idx="2334">
                  <c:v>305.09636455582398</c:v>
                </c:pt>
                <c:pt idx="2335">
                  <c:v>315.14862055402591</c:v>
                </c:pt>
                <c:pt idx="2336">
                  <c:v>322.4429210915697</c:v>
                </c:pt>
                <c:pt idx="2337">
                  <c:v>327.30516379165027</c:v>
                </c:pt>
                <c:pt idx="2338">
                  <c:v>329.11164803056693</c:v>
                </c:pt>
                <c:pt idx="2339">
                  <c:v>333.17038452173585</c:v>
                </c:pt>
                <c:pt idx="2340">
                  <c:v>335.4142083871813</c:v>
                </c:pt>
                <c:pt idx="2341">
                  <c:v>337.95208930344057</c:v>
                </c:pt>
                <c:pt idx="2342">
                  <c:v>341.60345376561588</c:v>
                </c:pt>
                <c:pt idx="2343">
                  <c:v>340.04794815605624</c:v>
                </c:pt>
                <c:pt idx="2344">
                  <c:v>342.12601374763534</c:v>
                </c:pt>
                <c:pt idx="2345">
                  <c:v>341.5378996460077</c:v>
                </c:pt>
                <c:pt idx="2346">
                  <c:v>341.20076417373713</c:v>
                </c:pt>
                <c:pt idx="2347">
                  <c:v>341.66900788522406</c:v>
                </c:pt>
                <c:pt idx="2348">
                  <c:v>342.52963982693711</c:v>
                </c:pt>
                <c:pt idx="2349">
                  <c:v>340.22588076642126</c:v>
                </c:pt>
                <c:pt idx="2350">
                  <c:v>343.0859133561836</c:v>
                </c:pt>
                <c:pt idx="2351">
                  <c:v>348.2543874435766</c:v>
                </c:pt>
                <c:pt idx="2352">
                  <c:v>346.66985072390474</c:v>
                </c:pt>
                <c:pt idx="2353">
                  <c:v>350.25659755389478</c:v>
                </c:pt>
                <c:pt idx="2354">
                  <c:v>351.98722631155061</c:v>
                </c:pt>
                <c:pt idx="2355">
                  <c:v>354.76391152066827</c:v>
                </c:pt>
                <c:pt idx="2356">
                  <c:v>354.14957577119736</c:v>
                </c:pt>
                <c:pt idx="2357">
                  <c:v>355.05515910921315</c:v>
                </c:pt>
                <c:pt idx="2358">
                  <c:v>351.92729111648026</c:v>
                </c:pt>
                <c:pt idx="2359">
                  <c:v>354.3602854413665</c:v>
                </c:pt>
                <c:pt idx="2360">
                  <c:v>354.91094004607515</c:v>
                </c:pt>
                <c:pt idx="2361">
                  <c:v>356.7586297316027</c:v>
                </c:pt>
                <c:pt idx="2362">
                  <c:v>357.03395703395705</c:v>
                </c:pt>
                <c:pt idx="2363">
                  <c:v>352.66617969320674</c:v>
                </c:pt>
                <c:pt idx="2364">
                  <c:v>344.58522972036485</c:v>
                </c:pt>
                <c:pt idx="2365">
                  <c:v>347.68125714071658</c:v>
                </c:pt>
                <c:pt idx="2366">
                  <c:v>344.63673652862838</c:v>
                </c:pt>
                <c:pt idx="2367">
                  <c:v>350.68644528103988</c:v>
                </c:pt>
                <c:pt idx="2368">
                  <c:v>349.74152947125918</c:v>
                </c:pt>
                <c:pt idx="2369">
                  <c:v>353.13067745500177</c:v>
                </c:pt>
                <c:pt idx="2370">
                  <c:v>356.67809181322696</c:v>
                </c:pt>
                <c:pt idx="2371">
                  <c:v>359.75258002285028</c:v>
                </c:pt>
                <c:pt idx="2372">
                  <c:v>358.44337060553278</c:v>
                </c:pt>
                <c:pt idx="2373">
                  <c:v>354.92779681968869</c:v>
                </c:pt>
                <c:pt idx="2374">
                  <c:v>352.13050888726559</c:v>
                </c:pt>
                <c:pt idx="2375">
                  <c:v>336.04914685995766</c:v>
                </c:pt>
                <c:pt idx="2376">
                  <c:v>334.7258901312955</c:v>
                </c:pt>
                <c:pt idx="2377">
                  <c:v>344.31458485512536</c:v>
                </c:pt>
                <c:pt idx="2378">
                  <c:v>342.89112397220498</c:v>
                </c:pt>
                <c:pt idx="2379">
                  <c:v>344.81841508868536</c:v>
                </c:pt>
                <c:pt idx="2380">
                  <c:v>345.45709951115356</c:v>
                </c:pt>
                <c:pt idx="2381">
                  <c:v>340.94978554438018</c:v>
                </c:pt>
                <c:pt idx="2382">
                  <c:v>338.77432526081168</c:v>
                </c:pt>
                <c:pt idx="2383">
                  <c:v>345.31756288513037</c:v>
                </c:pt>
                <c:pt idx="2384">
                  <c:v>351.23335393605663</c:v>
                </c:pt>
                <c:pt idx="2385">
                  <c:v>352.86752448914609</c:v>
                </c:pt>
                <c:pt idx="2386">
                  <c:v>357.12666928883141</c:v>
                </c:pt>
                <c:pt idx="2387">
                  <c:v>357.73070367664957</c:v>
                </c:pt>
                <c:pt idx="2388">
                  <c:v>357.34955329549922</c:v>
                </c:pt>
                <c:pt idx="2389">
                  <c:v>358.34222996385154</c:v>
                </c:pt>
                <c:pt idx="2390">
                  <c:v>362.10784589162961</c:v>
                </c:pt>
                <c:pt idx="2391">
                  <c:v>361.85405780000372</c:v>
                </c:pt>
                <c:pt idx="2392">
                  <c:v>359.88368826206658</c:v>
                </c:pt>
                <c:pt idx="2393">
                  <c:v>361.61712648199131</c:v>
                </c:pt>
                <c:pt idx="2394">
                  <c:v>360.44089827873609</c:v>
                </c:pt>
                <c:pt idx="2395">
                  <c:v>361.98422955179711</c:v>
                </c:pt>
                <c:pt idx="2396">
                  <c:v>361.90088217115243</c:v>
                </c:pt>
                <c:pt idx="2397">
                  <c:v>365.62248319005073</c:v>
                </c:pt>
                <c:pt idx="2398">
                  <c:v>361.03556779232451</c:v>
                </c:pt>
                <c:pt idx="2399">
                  <c:v>357.68949823003879</c:v>
                </c:pt>
                <c:pt idx="2400">
                  <c:v>361.810042891124</c:v>
                </c:pt>
                <c:pt idx="2401">
                  <c:v>358.8966305182521</c:v>
                </c:pt>
                <c:pt idx="2402">
                  <c:v>362.50959899608546</c:v>
                </c:pt>
                <c:pt idx="2403">
                  <c:v>365.34153696315855</c:v>
                </c:pt>
                <c:pt idx="2404">
                  <c:v>365.93714296416999</c:v>
                </c:pt>
                <c:pt idx="2405">
                  <c:v>364.58485512539562</c:v>
                </c:pt>
                <c:pt idx="2406">
                  <c:v>363.1651401921672</c:v>
                </c:pt>
                <c:pt idx="2407">
                  <c:v>358.57822479444093</c:v>
                </c:pt>
                <c:pt idx="2408">
                  <c:v>362.08630668090132</c:v>
                </c:pt>
                <c:pt idx="2409">
                  <c:v>366.14597965949315</c:v>
                </c:pt>
                <c:pt idx="2410">
                  <c:v>364.10724653967895</c:v>
                </c:pt>
                <c:pt idx="2411">
                  <c:v>362.56578824146391</c:v>
                </c:pt>
                <c:pt idx="2412">
                  <c:v>360.7593040025472</c:v>
                </c:pt>
                <c:pt idx="2413">
                  <c:v>360.39781985727927</c:v>
                </c:pt>
                <c:pt idx="2414">
                  <c:v>359.23002004083082</c:v>
                </c:pt>
                <c:pt idx="2415">
                  <c:v>362.07038639471068</c:v>
                </c:pt>
                <c:pt idx="2416">
                  <c:v>354.9774306531063</c:v>
                </c:pt>
                <c:pt idx="2417">
                  <c:v>351.34479593939056</c:v>
                </c:pt>
                <c:pt idx="2418">
                  <c:v>341.68399168399162</c:v>
                </c:pt>
                <c:pt idx="2419">
                  <c:v>348.70390140660407</c:v>
                </c:pt>
                <c:pt idx="2420">
                  <c:v>353.32921278867218</c:v>
                </c:pt>
                <c:pt idx="2421">
                  <c:v>353.99224588413773</c:v>
                </c:pt>
                <c:pt idx="2422">
                  <c:v>356.03004251652897</c:v>
                </c:pt>
                <c:pt idx="2423">
                  <c:v>357.56119945309132</c:v>
                </c:pt>
                <c:pt idx="2424">
                  <c:v>361.52254125227097</c:v>
                </c:pt>
                <c:pt idx="2425">
                  <c:v>361.57592103538047</c:v>
                </c:pt>
                <c:pt idx="2426">
                  <c:v>357.10044764098814</c:v>
                </c:pt>
                <c:pt idx="2427">
                  <c:v>357.32239516023293</c:v>
                </c:pt>
                <c:pt idx="2428">
                  <c:v>352.0705736921953</c:v>
                </c:pt>
                <c:pt idx="2429">
                  <c:v>338.27798692663555</c:v>
                </c:pt>
                <c:pt idx="2430">
                  <c:v>342.49592627971003</c:v>
                </c:pt>
                <c:pt idx="2431">
                  <c:v>341.8019890992864</c:v>
                </c:pt>
                <c:pt idx="2432">
                  <c:v>334.28667752992078</c:v>
                </c:pt>
                <c:pt idx="2433">
                  <c:v>338.30233559963284</c:v>
                </c:pt>
                <c:pt idx="2434">
                  <c:v>340.86175572662057</c:v>
                </c:pt>
                <c:pt idx="2435">
                  <c:v>344.45693094341743</c:v>
                </c:pt>
                <c:pt idx="2436">
                  <c:v>348.42201869228893</c:v>
                </c:pt>
                <c:pt idx="2437">
                  <c:v>352.02374932104658</c:v>
                </c:pt>
                <c:pt idx="2438">
                  <c:v>345.08905995392485</c:v>
                </c:pt>
                <c:pt idx="2439">
                  <c:v>346.56496413253166</c:v>
                </c:pt>
                <c:pt idx="2440">
                  <c:v>354.10649734974055</c:v>
                </c:pt>
                <c:pt idx="2441">
                  <c:v>351.44219063137979</c:v>
                </c:pt>
                <c:pt idx="2442">
                  <c:v>345.48144818415085</c:v>
                </c:pt>
                <c:pt idx="2443">
                  <c:v>341.35247513625893</c:v>
                </c:pt>
                <c:pt idx="2444">
                  <c:v>336.97814238354778</c:v>
                </c:pt>
                <c:pt idx="2445">
                  <c:v>327.00080537918376</c:v>
                </c:pt>
                <c:pt idx="2446">
                  <c:v>329.66323912269854</c:v>
                </c:pt>
                <c:pt idx="2447">
                  <c:v>327.90638871719955</c:v>
                </c:pt>
                <c:pt idx="2448">
                  <c:v>331.09231893015669</c:v>
                </c:pt>
                <c:pt idx="2449">
                  <c:v>329.57989174205386</c:v>
                </c:pt>
                <c:pt idx="2450">
                  <c:v>332.55698525968791</c:v>
                </c:pt>
                <c:pt idx="2451">
                  <c:v>339.30531362963791</c:v>
                </c:pt>
                <c:pt idx="2452">
                  <c:v>342.10447453690693</c:v>
                </c:pt>
                <c:pt idx="2453">
                  <c:v>346.553726283456</c:v>
                </c:pt>
                <c:pt idx="2454">
                  <c:v>346.71667509505346</c:v>
                </c:pt>
                <c:pt idx="2455">
                  <c:v>349.32760203030472</c:v>
                </c:pt>
                <c:pt idx="2456">
                  <c:v>352.96304620628945</c:v>
                </c:pt>
                <c:pt idx="2457">
                  <c:v>355.93171133711672</c:v>
                </c:pt>
                <c:pt idx="2458">
                  <c:v>359.115768575228</c:v>
                </c:pt>
                <c:pt idx="2459">
                  <c:v>362.11252832874453</c:v>
                </c:pt>
                <c:pt idx="2460">
                  <c:v>365.08212994699477</c:v>
                </c:pt>
                <c:pt idx="2461">
                  <c:v>365.76576576576571</c:v>
                </c:pt>
                <c:pt idx="2462">
                  <c:v>366.78841003165326</c:v>
                </c:pt>
                <c:pt idx="2463">
                  <c:v>368.17722087992354</c:v>
                </c:pt>
                <c:pt idx="2464">
                  <c:v>364.60358487385508</c:v>
                </c:pt>
                <c:pt idx="2465">
                  <c:v>363.493847277631</c:v>
                </c:pt>
                <c:pt idx="2466">
                  <c:v>365.81165364949146</c:v>
                </c:pt>
                <c:pt idx="2467">
                  <c:v>363.32808900376466</c:v>
                </c:pt>
                <c:pt idx="2468">
                  <c:v>360.17961828772633</c:v>
                </c:pt>
                <c:pt idx="2469">
                  <c:v>358.35815025004212</c:v>
                </c:pt>
                <c:pt idx="2470">
                  <c:v>350.51413159521263</c:v>
                </c:pt>
                <c:pt idx="2471">
                  <c:v>350.0177932610365</c:v>
                </c:pt>
                <c:pt idx="2472">
                  <c:v>350.85782247944411</c:v>
                </c:pt>
                <c:pt idx="2473">
                  <c:v>350.7829034856062</c:v>
                </c:pt>
                <c:pt idx="2474">
                  <c:v>351.29235264370396</c:v>
                </c:pt>
                <c:pt idx="2475">
                  <c:v>349.1215747972505</c:v>
                </c:pt>
                <c:pt idx="2476">
                  <c:v>351.54239478563801</c:v>
                </c:pt>
                <c:pt idx="2477">
                  <c:v>355.1122848420145</c:v>
                </c:pt>
                <c:pt idx="2478">
                  <c:v>357.37015601880461</c:v>
                </c:pt>
                <c:pt idx="2479">
                  <c:v>356.49641325317003</c:v>
                </c:pt>
                <c:pt idx="2480">
                  <c:v>345.1002978030005</c:v>
                </c:pt>
                <c:pt idx="2481">
                  <c:v>349.74902137064299</c:v>
                </c:pt>
                <c:pt idx="2482">
                  <c:v>343.98400479481558</c:v>
                </c:pt>
                <c:pt idx="2483">
                  <c:v>339.35213800078657</c:v>
                </c:pt>
                <c:pt idx="2484">
                  <c:v>330.4967129291453</c:v>
                </c:pt>
                <c:pt idx="2485">
                  <c:v>316.94667640613579</c:v>
                </c:pt>
                <c:pt idx="2486">
                  <c:v>323.23425296398267</c:v>
                </c:pt>
                <c:pt idx="2487">
                  <c:v>325.03511827836149</c:v>
                </c:pt>
                <c:pt idx="2488">
                  <c:v>330.45457099511151</c:v>
                </c:pt>
                <c:pt idx="2489">
                  <c:v>330.99305126332149</c:v>
                </c:pt>
                <c:pt idx="2490">
                  <c:v>334.60040081661703</c:v>
                </c:pt>
                <c:pt idx="2491">
                  <c:v>326.95585398288102</c:v>
                </c:pt>
                <c:pt idx="2492">
                  <c:v>321.63754190781214</c:v>
                </c:pt>
                <c:pt idx="2493">
                  <c:v>325.23365361203196</c:v>
                </c:pt>
                <c:pt idx="2494">
                  <c:v>317.58255136633511</c:v>
                </c:pt>
                <c:pt idx="2495">
                  <c:v>305.37450132044722</c:v>
                </c:pt>
                <c:pt idx="2496">
                  <c:v>299.83517821355656</c:v>
                </c:pt>
                <c:pt idx="2497">
                  <c:v>309.8003408814219</c:v>
                </c:pt>
                <c:pt idx="2498">
                  <c:v>310.17399936318856</c:v>
                </c:pt>
                <c:pt idx="2499">
                  <c:v>316.72941132400592</c:v>
                </c:pt>
                <c:pt idx="2500">
                  <c:v>318.02644640482475</c:v>
                </c:pt>
                <c:pt idx="2501">
                  <c:v>311.24346800022471</c:v>
                </c:pt>
                <c:pt idx="2502">
                  <c:v>314.63167949654434</c:v>
                </c:pt>
                <c:pt idx="2503">
                  <c:v>320.43790151898259</c:v>
                </c:pt>
                <c:pt idx="2504">
                  <c:v>319.4686370362046</c:v>
                </c:pt>
                <c:pt idx="2505">
                  <c:v>318.5340225880766</c:v>
                </c:pt>
                <c:pt idx="2506">
                  <c:v>311.82596317731452</c:v>
                </c:pt>
                <c:pt idx="2507">
                  <c:v>301.06853214961319</c:v>
                </c:pt>
                <c:pt idx="2508">
                  <c:v>300.29405705081376</c:v>
                </c:pt>
                <c:pt idx="2509">
                  <c:v>299.18619242943566</c:v>
                </c:pt>
                <c:pt idx="2510">
                  <c:v>288.57298046487239</c:v>
                </c:pt>
                <c:pt idx="2511">
                  <c:v>288.6834859807833</c:v>
                </c:pt>
                <c:pt idx="2512">
                  <c:v>284.10125302017195</c:v>
                </c:pt>
                <c:pt idx="2513">
                  <c:v>290.79620160701239</c:v>
                </c:pt>
                <c:pt idx="2514">
                  <c:v>294.95045981532468</c:v>
                </c:pt>
                <c:pt idx="2515">
                  <c:v>292.87520368601446</c:v>
                </c:pt>
                <c:pt idx="2516">
                  <c:v>289.88593583188174</c:v>
                </c:pt>
                <c:pt idx="2517">
                  <c:v>288.5992021127156</c:v>
                </c:pt>
                <c:pt idx="2518">
                  <c:v>283.8793055009271</c:v>
                </c:pt>
                <c:pt idx="2519">
                  <c:v>275.33104830402124</c:v>
                </c:pt>
                <c:pt idx="2520">
                  <c:v>274.59403270214079</c:v>
                </c:pt>
                <c:pt idx="2521">
                  <c:v>276.49978460789271</c:v>
                </c:pt>
                <c:pt idx="2522">
                  <c:v>284.67531981045494</c:v>
                </c:pt>
                <c:pt idx="2523">
                  <c:v>288.44468168792491</c:v>
                </c:pt>
                <c:pt idx="2524">
                  <c:v>290.39163904028766</c:v>
                </c:pt>
                <c:pt idx="2525">
                  <c:v>284.65752654941838</c:v>
                </c:pt>
                <c:pt idx="2526">
                  <c:v>282.36781480024723</c:v>
                </c:pt>
                <c:pt idx="2527">
                  <c:v>281.77689123635071</c:v>
                </c:pt>
                <c:pt idx="2528">
                  <c:v>279.02361821280743</c:v>
                </c:pt>
                <c:pt idx="2529">
                  <c:v>280.35436684085329</c:v>
                </c:pt>
                <c:pt idx="2530">
                  <c:v>287.9642636399393</c:v>
                </c:pt>
                <c:pt idx="2531">
                  <c:v>294.94858684047875</c:v>
                </c:pt>
                <c:pt idx="2532">
                  <c:v>297.01728755782807</c:v>
                </c:pt>
                <c:pt idx="2533">
                  <c:v>303.14004232923151</c:v>
                </c:pt>
                <c:pt idx="2534">
                  <c:v>306.48798486636321</c:v>
                </c:pt>
                <c:pt idx="2535">
                  <c:v>301.71564495888816</c:v>
                </c:pt>
                <c:pt idx="2536">
                  <c:v>298.49131876158901</c:v>
                </c:pt>
                <c:pt idx="2537">
                  <c:v>301.92073570451947</c:v>
                </c:pt>
                <c:pt idx="2538">
                  <c:v>301.46841227922312</c:v>
                </c:pt>
              </c:numCache>
            </c:numRef>
          </c:val>
          <c:smooth val="0"/>
          <c:extLst>
            <c:ext xmlns:c16="http://schemas.microsoft.com/office/drawing/2014/chart" uri="{C3380CC4-5D6E-409C-BE32-E72D297353CC}">
              <c16:uniqueId val="{00000002-AF2F-5546-ACD5-CCD7865E1BD1}"/>
            </c:ext>
          </c:extLst>
        </c:ser>
        <c:ser>
          <c:idx val="3"/>
          <c:order val="3"/>
          <c:tx>
            <c:strRef>
              <c:f>'Capital Markets Data'!$BN$3</c:f>
              <c:strCache>
                <c:ptCount val="1"/>
                <c:pt idx="0">
                  <c:v>BSE SENSEX</c:v>
                </c:pt>
              </c:strCache>
            </c:strRef>
          </c:tx>
          <c:spPr>
            <a:ln w="12700" cap="rnd">
              <a:solidFill>
                <a:schemeClr val="dk1">
                  <a:tint val="98500"/>
                </a:schemeClr>
              </a:solidFill>
              <a:round/>
            </a:ln>
            <a:effectLst>
              <a:outerShdw blurRad="50800" dist="38100" dir="2700000" algn="tl" rotWithShape="0">
                <a:prstClr val="black">
                  <a:alpha val="40000"/>
                </a:prstClr>
              </a:outerShdw>
            </a:effectLst>
          </c:spPr>
          <c:marker>
            <c:symbol val="none"/>
          </c:marker>
          <c:cat>
            <c:numRef>
              <c:f>'Capital Markets Data'!$BJ$4:$BJ$2544</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'Capital Markets Data'!$BN$4:$BN$2544</c:f>
              <c:numCache>
                <c:formatCode>_(* #,##0_);_(* \(#,##0\);_(* "-"??_);_(@_)</c:formatCode>
                <c:ptCount val="2539"/>
                <c:pt idx="0">
                  <c:v>100</c:v>
                </c:pt>
                <c:pt idx="1">
                  <c:v>101.38274814832589</c:v>
                </c:pt>
                <c:pt idx="2">
                  <c:v>101.21704812571389</c:v>
                </c:pt>
                <c:pt idx="3">
                  <c:v>98.109318390521281</c:v>
                </c:pt>
                <c:pt idx="4">
                  <c:v>97.823433138695776</c:v>
                </c:pt>
                <c:pt idx="5">
                  <c:v>99.153577528197715</c:v>
                </c:pt>
                <c:pt idx="6">
                  <c:v>99.82128536394022</c:v>
                </c:pt>
                <c:pt idx="7">
                  <c:v>100.28257706796026</c:v>
                </c:pt>
                <c:pt idx="8">
                  <c:v>99.702590635149491</c:v>
                </c:pt>
                <c:pt idx="9">
                  <c:v>99.415723834265066</c:v>
                </c:pt>
                <c:pt idx="10">
                  <c:v>102.06492474427012</c:v>
                </c:pt>
                <c:pt idx="11">
                  <c:v>102.23338764571459</c:v>
                </c:pt>
                <c:pt idx="12">
                  <c:v>102.74277525362136</c:v>
                </c:pt>
                <c:pt idx="13">
                  <c:v>104.64283610966301</c:v>
                </c:pt>
                <c:pt idx="14">
                  <c:v>105.02160498539672</c:v>
                </c:pt>
                <c:pt idx="15">
                  <c:v>105.44752456962709</c:v>
                </c:pt>
                <c:pt idx="16">
                  <c:v>106.43932536315496</c:v>
                </c:pt>
                <c:pt idx="17">
                  <c:v>107.50157956691146</c:v>
                </c:pt>
                <c:pt idx="18">
                  <c:v>107.45846411565701</c:v>
                </c:pt>
                <c:pt idx="19">
                  <c:v>107.90412374207217</c:v>
                </c:pt>
                <c:pt idx="20">
                  <c:v>106.09073003256562</c:v>
                </c:pt>
                <c:pt idx="21">
                  <c:v>105.87013596999222</c:v>
                </c:pt>
                <c:pt idx="22">
                  <c:v>105.42614861234409</c:v>
                </c:pt>
                <c:pt idx="23">
                  <c:v>105.00070162580877</c:v>
                </c:pt>
                <c:pt idx="24">
                  <c:v>104.88386093412933</c:v>
                </c:pt>
                <c:pt idx="25">
                  <c:v>104.40013901642968</c:v>
                </c:pt>
                <c:pt idx="26">
                  <c:v>102.61691885206747</c:v>
                </c:pt>
                <c:pt idx="27">
                  <c:v>103.08308194771323</c:v>
                </c:pt>
                <c:pt idx="28">
                  <c:v>103.73144963162828</c:v>
                </c:pt>
                <c:pt idx="29">
                  <c:v>104.71710665512073</c:v>
                </c:pt>
                <c:pt idx="30">
                  <c:v>105.77074503936012</c:v>
                </c:pt>
                <c:pt idx="31">
                  <c:v>105.9196133132952</c:v>
                </c:pt>
                <c:pt idx="32">
                  <c:v>106.58990225952591</c:v>
                </c:pt>
                <c:pt idx="33">
                  <c:v>107.10616071084509</c:v>
                </c:pt>
                <c:pt idx="34">
                  <c:v>106.26689991180601</c:v>
                </c:pt>
                <c:pt idx="35">
                  <c:v>105.33515537921603</c:v>
                </c:pt>
                <c:pt idx="36">
                  <c:v>105.44258047066369</c:v>
                </c:pt>
                <c:pt idx="37">
                  <c:v>105.45468624239027</c:v>
                </c:pt>
                <c:pt idx="38">
                  <c:v>104.5046194607006</c:v>
                </c:pt>
                <c:pt idx="39">
                  <c:v>106.22585661967592</c:v>
                </c:pt>
                <c:pt idx="40">
                  <c:v>106.73982478985762</c:v>
                </c:pt>
                <c:pt idx="41">
                  <c:v>107.09478201249547</c:v>
                </c:pt>
                <c:pt idx="42">
                  <c:v>107.58406604152897</c:v>
                </c:pt>
                <c:pt idx="43">
                  <c:v>106.80973289505349</c:v>
                </c:pt>
                <c:pt idx="44">
                  <c:v>107.05773762393875</c:v>
                </c:pt>
                <c:pt idx="45">
                  <c:v>104.86135801311202</c:v>
                </c:pt>
                <c:pt idx="46">
                  <c:v>104.37091066667539</c:v>
                </c:pt>
                <c:pt idx="47">
                  <c:v>104.1865975656129</c:v>
                </c:pt>
                <c:pt idx="48">
                  <c:v>105.17265447946271</c:v>
                </c:pt>
                <c:pt idx="49">
                  <c:v>103.61995292926957</c:v>
                </c:pt>
                <c:pt idx="50">
                  <c:v>103.3815092152915</c:v>
                </c:pt>
                <c:pt idx="51">
                  <c:v>104.46728424279306</c:v>
                </c:pt>
                <c:pt idx="52">
                  <c:v>104.0519072225288</c:v>
                </c:pt>
                <c:pt idx="53">
                  <c:v>103.49769554093167</c:v>
                </c:pt>
                <c:pt idx="54">
                  <c:v>102.73939436241845</c:v>
                </c:pt>
                <c:pt idx="55">
                  <c:v>102.48833592534992</c:v>
                </c:pt>
                <c:pt idx="56">
                  <c:v>102.37818430873861</c:v>
                </c:pt>
                <c:pt idx="57">
                  <c:v>102.1968158548529</c:v>
                </c:pt>
                <c:pt idx="58">
                  <c:v>99.818377070432334</c:v>
                </c:pt>
                <c:pt idx="59">
                  <c:v>99.822230559330265</c:v>
                </c:pt>
                <c:pt idx="60">
                  <c:v>101.70251501951827</c:v>
                </c:pt>
                <c:pt idx="61">
                  <c:v>101.63573332984339</c:v>
                </c:pt>
                <c:pt idx="62">
                  <c:v>102.73597711754667</c:v>
                </c:pt>
                <c:pt idx="63">
                  <c:v>103.62416995485601</c:v>
                </c:pt>
                <c:pt idx="64">
                  <c:v>103.66826695516937</c:v>
                </c:pt>
                <c:pt idx="65">
                  <c:v>104.36320368887948</c:v>
                </c:pt>
                <c:pt idx="66">
                  <c:v>105.00833589626698</c:v>
                </c:pt>
                <c:pt idx="67">
                  <c:v>104.98714170732823</c:v>
                </c:pt>
                <c:pt idx="68">
                  <c:v>105.58719536534346</c:v>
                </c:pt>
                <c:pt idx="69">
                  <c:v>104.69743932027365</c:v>
                </c:pt>
                <c:pt idx="70">
                  <c:v>104.2115725361119</c:v>
                </c:pt>
                <c:pt idx="71">
                  <c:v>103.39746847591604</c:v>
                </c:pt>
                <c:pt idx="72">
                  <c:v>101.37660437829045</c:v>
                </c:pt>
                <c:pt idx="73">
                  <c:v>100.61255932009914</c:v>
                </c:pt>
                <c:pt idx="74">
                  <c:v>101.39085501647911</c:v>
                </c:pt>
                <c:pt idx="75">
                  <c:v>100.82697325896828</c:v>
                </c:pt>
                <c:pt idx="76">
                  <c:v>99.746978464813637</c:v>
                </c:pt>
                <c:pt idx="77">
                  <c:v>98.798329476209062</c:v>
                </c:pt>
                <c:pt idx="78">
                  <c:v>99.595892617078803</c:v>
                </c:pt>
                <c:pt idx="79">
                  <c:v>98.976244331554184</c:v>
                </c:pt>
                <c:pt idx="80">
                  <c:v>98.196021890725234</c:v>
                </c:pt>
                <c:pt idx="81">
                  <c:v>99.93838053130159</c:v>
                </c:pt>
                <c:pt idx="82">
                  <c:v>99.754976271960345</c:v>
                </c:pt>
                <c:pt idx="83">
                  <c:v>97.127442148589068</c:v>
                </c:pt>
                <c:pt idx="84">
                  <c:v>96.697523660785365</c:v>
                </c:pt>
                <c:pt idx="85">
                  <c:v>98.538037207252998</c:v>
                </c:pt>
                <c:pt idx="86">
                  <c:v>99.999127511947634</c:v>
                </c:pt>
                <c:pt idx="87">
                  <c:v>97.70950074052422</c:v>
                </c:pt>
                <c:pt idx="88">
                  <c:v>99.067746516046142</c:v>
                </c:pt>
                <c:pt idx="89">
                  <c:v>98.904009591551983</c:v>
                </c:pt>
                <c:pt idx="90">
                  <c:v>99.332764761952546</c:v>
                </c:pt>
                <c:pt idx="91">
                  <c:v>100.65349355122268</c:v>
                </c:pt>
                <c:pt idx="92">
                  <c:v>100.50164427644202</c:v>
                </c:pt>
                <c:pt idx="93">
                  <c:v>101.19847140093225</c:v>
                </c:pt>
                <c:pt idx="94">
                  <c:v>101.09719007952</c:v>
                </c:pt>
                <c:pt idx="95">
                  <c:v>101.63576968351222</c:v>
                </c:pt>
                <c:pt idx="96">
                  <c:v>100.495645921082</c:v>
                </c:pt>
                <c:pt idx="97">
                  <c:v>100.08677620754163</c:v>
                </c:pt>
                <c:pt idx="98">
                  <c:v>100.20765215646328</c:v>
                </c:pt>
                <c:pt idx="99">
                  <c:v>99.996982645485559</c:v>
                </c:pt>
                <c:pt idx="100">
                  <c:v>101.16658923335203</c:v>
                </c:pt>
                <c:pt idx="101">
                  <c:v>101.24129602283591</c:v>
                </c:pt>
                <c:pt idx="102">
                  <c:v>98.839736305027643</c:v>
                </c:pt>
                <c:pt idx="103">
                  <c:v>97.563068162402018</c:v>
                </c:pt>
                <c:pt idx="104">
                  <c:v>97.476619137880007</c:v>
                </c:pt>
                <c:pt idx="105">
                  <c:v>97.313282103743191</c:v>
                </c:pt>
                <c:pt idx="106">
                  <c:v>96.421163070198205</c:v>
                </c:pt>
                <c:pt idx="107">
                  <c:v>96.269059319735604</c:v>
                </c:pt>
                <c:pt idx="108">
                  <c:v>97.575064873122059</c:v>
                </c:pt>
                <c:pt idx="109">
                  <c:v>95.868187413341929</c:v>
                </c:pt>
                <c:pt idx="110">
                  <c:v>96.06566054252761</c:v>
                </c:pt>
                <c:pt idx="111">
                  <c:v>96.65186345271151</c:v>
                </c:pt>
                <c:pt idx="112">
                  <c:v>97.015254726522244</c:v>
                </c:pt>
                <c:pt idx="113">
                  <c:v>97.546563596744733</c:v>
                </c:pt>
                <c:pt idx="114">
                  <c:v>98.575990437530947</c:v>
                </c:pt>
                <c:pt idx="115">
                  <c:v>99.304299839244067</c:v>
                </c:pt>
                <c:pt idx="116">
                  <c:v>100.80948714425209</c:v>
                </c:pt>
                <c:pt idx="117">
                  <c:v>101.0790859524334</c:v>
                </c:pt>
                <c:pt idx="118">
                  <c:v>100.80752404613425</c:v>
                </c:pt>
                <c:pt idx="119">
                  <c:v>101.41208555908672</c:v>
                </c:pt>
                <c:pt idx="120">
                  <c:v>101.10624214306331</c:v>
                </c:pt>
                <c:pt idx="121">
                  <c:v>100.50026283702577</c:v>
                </c:pt>
                <c:pt idx="122">
                  <c:v>100.99350941596377</c:v>
                </c:pt>
                <c:pt idx="123">
                  <c:v>101.86614288300588</c:v>
                </c:pt>
                <c:pt idx="124">
                  <c:v>101.59323589095935</c:v>
                </c:pt>
                <c:pt idx="125">
                  <c:v>102.12759846936513</c:v>
                </c:pt>
                <c:pt idx="126">
                  <c:v>102.5491919670025</c:v>
                </c:pt>
                <c:pt idx="127">
                  <c:v>102.41442891658068</c:v>
                </c:pt>
                <c:pt idx="128">
                  <c:v>100.65502040531433</c:v>
                </c:pt>
                <c:pt idx="129">
                  <c:v>100.24037045842704</c:v>
                </c:pt>
                <c:pt idx="130">
                  <c:v>100.55933754890478</c:v>
                </c:pt>
                <c:pt idx="131">
                  <c:v>101.64918418731736</c:v>
                </c:pt>
                <c:pt idx="132">
                  <c:v>101.54633965814463</c:v>
                </c:pt>
                <c:pt idx="133">
                  <c:v>102.51112967571801</c:v>
                </c:pt>
                <c:pt idx="134">
                  <c:v>103.4120826507932</c:v>
                </c:pt>
                <c:pt idx="135">
                  <c:v>103.47457460754397</c:v>
                </c:pt>
                <c:pt idx="136">
                  <c:v>103.3175631117868</c:v>
                </c:pt>
                <c:pt idx="137">
                  <c:v>102.45241850052749</c:v>
                </c:pt>
                <c:pt idx="138">
                  <c:v>103.62587857729189</c:v>
                </c:pt>
                <c:pt idx="139">
                  <c:v>103.13841223170084</c:v>
                </c:pt>
                <c:pt idx="140">
                  <c:v>102.19856083095762</c:v>
                </c:pt>
                <c:pt idx="141">
                  <c:v>100.19572815308094</c:v>
                </c:pt>
                <c:pt idx="142">
                  <c:v>99.82437542579234</c:v>
                </c:pt>
                <c:pt idx="143">
                  <c:v>100.20318065519488</c:v>
                </c:pt>
                <c:pt idx="144">
                  <c:v>100.71911192349444</c:v>
                </c:pt>
                <c:pt idx="145">
                  <c:v>102.20674040644857</c:v>
                </c:pt>
                <c:pt idx="146">
                  <c:v>102.47030450560102</c:v>
                </c:pt>
                <c:pt idx="147">
                  <c:v>102.05176471614692</c:v>
                </c:pt>
                <c:pt idx="148">
                  <c:v>102.6012504207937</c:v>
                </c:pt>
                <c:pt idx="149">
                  <c:v>102.87408470550257</c:v>
                </c:pt>
                <c:pt idx="150">
                  <c:v>102.64963715403121</c:v>
                </c:pt>
                <c:pt idx="151">
                  <c:v>102.16006229564694</c:v>
                </c:pt>
                <c:pt idx="152">
                  <c:v>101.30346079656705</c:v>
                </c:pt>
                <c:pt idx="153">
                  <c:v>100.01715893169654</c:v>
                </c:pt>
                <c:pt idx="154">
                  <c:v>100.15264905549532</c:v>
                </c:pt>
                <c:pt idx="155">
                  <c:v>102.03496932113887</c:v>
                </c:pt>
                <c:pt idx="156">
                  <c:v>101.34773956522467</c:v>
                </c:pt>
                <c:pt idx="157">
                  <c:v>101.17785887069508</c:v>
                </c:pt>
                <c:pt idx="158">
                  <c:v>101.54175909586971</c:v>
                </c:pt>
                <c:pt idx="159">
                  <c:v>100.36455459121389</c:v>
                </c:pt>
                <c:pt idx="160">
                  <c:v>99.485704646798652</c:v>
                </c:pt>
                <c:pt idx="161">
                  <c:v>93.5800147886725</c:v>
                </c:pt>
                <c:pt idx="162">
                  <c:v>94.637252186127867</c:v>
                </c:pt>
                <c:pt idx="163">
                  <c:v>93.482223419469719</c:v>
                </c:pt>
                <c:pt idx="164">
                  <c:v>95.359999476507156</c:v>
                </c:pt>
                <c:pt idx="165">
                  <c:v>95.945984264677975</c:v>
                </c:pt>
                <c:pt idx="166">
                  <c:v>95.548675017831471</c:v>
                </c:pt>
                <c:pt idx="167">
                  <c:v>93.415987034827523</c:v>
                </c:pt>
                <c:pt idx="168">
                  <c:v>92.533029125832414</c:v>
                </c:pt>
                <c:pt idx="169">
                  <c:v>93.664428007738962</c:v>
                </c:pt>
                <c:pt idx="170">
                  <c:v>91.618152695588194</c:v>
                </c:pt>
                <c:pt idx="171">
                  <c:v>90.498132512031248</c:v>
                </c:pt>
                <c:pt idx="172">
                  <c:v>92.039746193225554</c:v>
                </c:pt>
                <c:pt idx="173">
                  <c:v>93.50010942454324</c:v>
                </c:pt>
                <c:pt idx="174">
                  <c:v>93.14598833628888</c:v>
                </c:pt>
                <c:pt idx="175">
                  <c:v>93.102509348345947</c:v>
                </c:pt>
                <c:pt idx="176">
                  <c:v>93.99859093179542</c:v>
                </c:pt>
                <c:pt idx="177">
                  <c:v>93.450486666564871</c:v>
                </c:pt>
                <c:pt idx="178">
                  <c:v>94.388556737534515</c:v>
                </c:pt>
                <c:pt idx="179">
                  <c:v>95.315357171161068</c:v>
                </c:pt>
                <c:pt idx="180">
                  <c:v>95.221092107836611</c:v>
                </c:pt>
                <c:pt idx="181">
                  <c:v>93.253849671762723</c:v>
                </c:pt>
                <c:pt idx="182">
                  <c:v>93.876042714106759</c:v>
                </c:pt>
                <c:pt idx="183">
                  <c:v>94.02331142661248</c:v>
                </c:pt>
                <c:pt idx="184">
                  <c:v>93.126611830792569</c:v>
                </c:pt>
                <c:pt idx="185">
                  <c:v>93.714886900100851</c:v>
                </c:pt>
                <c:pt idx="186">
                  <c:v>95.082402861179162</c:v>
                </c:pt>
                <c:pt idx="187">
                  <c:v>95.322773319606185</c:v>
                </c:pt>
                <c:pt idx="188">
                  <c:v>97.37530146279893</c:v>
                </c:pt>
                <c:pt idx="189">
                  <c:v>97.910900065945555</c:v>
                </c:pt>
                <c:pt idx="190">
                  <c:v>98.28523379407973</c:v>
                </c:pt>
                <c:pt idx="191">
                  <c:v>97.594368671280677</c:v>
                </c:pt>
                <c:pt idx="192">
                  <c:v>98.443953912272775</c:v>
                </c:pt>
                <c:pt idx="193">
                  <c:v>97.806310560668095</c:v>
                </c:pt>
                <c:pt idx="194">
                  <c:v>97.596986135437774</c:v>
                </c:pt>
                <c:pt idx="195">
                  <c:v>97.353889151847099</c:v>
                </c:pt>
                <c:pt idx="196">
                  <c:v>98.191768511469945</c:v>
                </c:pt>
                <c:pt idx="197">
                  <c:v>98.935055624748699</c:v>
                </c:pt>
                <c:pt idx="198">
                  <c:v>99.481523974881057</c:v>
                </c:pt>
                <c:pt idx="199">
                  <c:v>99.270345512539464</c:v>
                </c:pt>
                <c:pt idx="200">
                  <c:v>99.200655529356681</c:v>
                </c:pt>
                <c:pt idx="201">
                  <c:v>99.866472974319038</c:v>
                </c:pt>
                <c:pt idx="202">
                  <c:v>99.470763288901878</c:v>
                </c:pt>
                <c:pt idx="203">
                  <c:v>99.07625327455672</c:v>
                </c:pt>
                <c:pt idx="204">
                  <c:v>98.299448078599525</c:v>
                </c:pt>
                <c:pt idx="205">
                  <c:v>97.566485407273788</c:v>
                </c:pt>
                <c:pt idx="206">
                  <c:v>96.907357037379569</c:v>
                </c:pt>
                <c:pt idx="207">
                  <c:v>96.552254400066303</c:v>
                </c:pt>
                <c:pt idx="208">
                  <c:v>96.666550334926342</c:v>
                </c:pt>
                <c:pt idx="209">
                  <c:v>96.529606064373624</c:v>
                </c:pt>
                <c:pt idx="210">
                  <c:v>95.625417612770903</c:v>
                </c:pt>
                <c:pt idx="211">
                  <c:v>95.483783718936692</c:v>
                </c:pt>
                <c:pt idx="212">
                  <c:v>94.960872546218241</c:v>
                </c:pt>
                <c:pt idx="213">
                  <c:v>93.58619491237674</c:v>
                </c:pt>
                <c:pt idx="214">
                  <c:v>94.035853442365251</c:v>
                </c:pt>
                <c:pt idx="215">
                  <c:v>93.103672665749087</c:v>
                </c:pt>
                <c:pt idx="216">
                  <c:v>93.647414490717807</c:v>
                </c:pt>
                <c:pt idx="217">
                  <c:v>94.026837732490804</c:v>
                </c:pt>
                <c:pt idx="218">
                  <c:v>92.638309350817991</c:v>
                </c:pt>
                <c:pt idx="219">
                  <c:v>93.944860209237163</c:v>
                </c:pt>
                <c:pt idx="220">
                  <c:v>94.041451907367943</c:v>
                </c:pt>
                <c:pt idx="221">
                  <c:v>93.862773624977009</c:v>
                </c:pt>
                <c:pt idx="222">
                  <c:v>93.704271628797059</c:v>
                </c:pt>
                <c:pt idx="223">
                  <c:v>94.369143878369357</c:v>
                </c:pt>
                <c:pt idx="224">
                  <c:v>94.985593041035301</c:v>
                </c:pt>
                <c:pt idx="225">
                  <c:v>95.049102900513816</c:v>
                </c:pt>
                <c:pt idx="226">
                  <c:v>95.135406510360426</c:v>
                </c:pt>
                <c:pt idx="227">
                  <c:v>94.947966993776973</c:v>
                </c:pt>
                <c:pt idx="228">
                  <c:v>94.107361108990474</c:v>
                </c:pt>
                <c:pt idx="229">
                  <c:v>93.203936084433579</c:v>
                </c:pt>
                <c:pt idx="230">
                  <c:v>92.811316460868539</c:v>
                </c:pt>
                <c:pt idx="231">
                  <c:v>92.012335526913716</c:v>
                </c:pt>
                <c:pt idx="232">
                  <c:v>91.015227097733913</c:v>
                </c:pt>
                <c:pt idx="233">
                  <c:v>91.801447893922898</c:v>
                </c:pt>
                <c:pt idx="234">
                  <c:v>91.045691472229066</c:v>
                </c:pt>
                <c:pt idx="235">
                  <c:v>91.430749532673588</c:v>
                </c:pt>
                <c:pt idx="236">
                  <c:v>92.04908908611965</c:v>
                </c:pt>
                <c:pt idx="237">
                  <c:v>92.681388448403595</c:v>
                </c:pt>
                <c:pt idx="238">
                  <c:v>93.80620731624856</c:v>
                </c:pt>
                <c:pt idx="239">
                  <c:v>92.771727315492399</c:v>
                </c:pt>
                <c:pt idx="240">
                  <c:v>93.559438612104174</c:v>
                </c:pt>
                <c:pt idx="241">
                  <c:v>93.031401572078053</c:v>
                </c:pt>
                <c:pt idx="242">
                  <c:v>93.975324583732316</c:v>
                </c:pt>
                <c:pt idx="243">
                  <c:v>93.933190681536757</c:v>
                </c:pt>
                <c:pt idx="244">
                  <c:v>94.643614078176384</c:v>
                </c:pt>
                <c:pt idx="245">
                  <c:v>94.808477966404851</c:v>
                </c:pt>
                <c:pt idx="246">
                  <c:v>94.374233392008151</c:v>
                </c:pt>
                <c:pt idx="247">
                  <c:v>94.946840030042665</c:v>
                </c:pt>
                <c:pt idx="248">
                  <c:v>95.104469538170264</c:v>
                </c:pt>
                <c:pt idx="249">
                  <c:v>93.150278069213016</c:v>
                </c:pt>
                <c:pt idx="250">
                  <c:v>92.99392093949514</c:v>
                </c:pt>
                <c:pt idx="251">
                  <c:v>92.361330747860407</c:v>
                </c:pt>
                <c:pt idx="252">
                  <c:v>90.345519810204763</c:v>
                </c:pt>
                <c:pt idx="253">
                  <c:v>90.645437578205829</c:v>
                </c:pt>
                <c:pt idx="254">
                  <c:v>90.248128331359339</c:v>
                </c:pt>
                <c:pt idx="255">
                  <c:v>89.728234513155286</c:v>
                </c:pt>
                <c:pt idx="256">
                  <c:v>90.353808446702246</c:v>
                </c:pt>
                <c:pt idx="257">
                  <c:v>90.0588347776646</c:v>
                </c:pt>
                <c:pt idx="258">
                  <c:v>88.903042583960612</c:v>
                </c:pt>
                <c:pt idx="259">
                  <c:v>87.933599296774617</c:v>
                </c:pt>
                <c:pt idx="260">
                  <c:v>88.993199682705168</c:v>
                </c:pt>
                <c:pt idx="261">
                  <c:v>87.474343398210081</c:v>
                </c:pt>
                <c:pt idx="262">
                  <c:v>87.111424722094384</c:v>
                </c:pt>
                <c:pt idx="263">
                  <c:v>88.832589173732003</c:v>
                </c:pt>
                <c:pt idx="264">
                  <c:v>89.015411774371671</c:v>
                </c:pt>
                <c:pt idx="265">
                  <c:v>89.038823537110176</c:v>
                </c:pt>
                <c:pt idx="266">
                  <c:v>88.955864464797656</c:v>
                </c:pt>
                <c:pt idx="267">
                  <c:v>90.414082829653239</c:v>
                </c:pt>
                <c:pt idx="268">
                  <c:v>90.247364904313514</c:v>
                </c:pt>
                <c:pt idx="269">
                  <c:v>89.208267987613581</c:v>
                </c:pt>
                <c:pt idx="270">
                  <c:v>88.060655369400536</c:v>
                </c:pt>
                <c:pt idx="271">
                  <c:v>88.479122451516929</c:v>
                </c:pt>
                <c:pt idx="272">
                  <c:v>89.491717543626223</c:v>
                </c:pt>
                <c:pt idx="273">
                  <c:v>88.293682386720135</c:v>
                </c:pt>
                <c:pt idx="274">
                  <c:v>87.325075233917687</c:v>
                </c:pt>
                <c:pt idx="275">
                  <c:v>86.372318280733225</c:v>
                </c:pt>
                <c:pt idx="276">
                  <c:v>83.438322728968132</c:v>
                </c:pt>
                <c:pt idx="277">
                  <c:v>83.56297945945002</c:v>
                </c:pt>
                <c:pt idx="278">
                  <c:v>85.627867850051288</c:v>
                </c:pt>
                <c:pt idx="279">
                  <c:v>84.311319732698735</c:v>
                </c:pt>
                <c:pt idx="280">
                  <c:v>85.001675904133904</c:v>
                </c:pt>
                <c:pt idx="281">
                  <c:v>85.973591240801611</c:v>
                </c:pt>
                <c:pt idx="282">
                  <c:v>86.191458778211356</c:v>
                </c:pt>
                <c:pt idx="283">
                  <c:v>86.480979396921725</c:v>
                </c:pt>
                <c:pt idx="284">
                  <c:v>85.10459314064434</c:v>
                </c:pt>
                <c:pt idx="285">
                  <c:v>83.936731528882618</c:v>
                </c:pt>
                <c:pt idx="286">
                  <c:v>83.526189546575225</c:v>
                </c:pt>
                <c:pt idx="287">
                  <c:v>84.174375462146017</c:v>
                </c:pt>
                <c:pt idx="288">
                  <c:v>83.620709085581623</c:v>
                </c:pt>
                <c:pt idx="289">
                  <c:v>86.446661533528612</c:v>
                </c:pt>
                <c:pt idx="290">
                  <c:v>88.132126682356898</c:v>
                </c:pt>
                <c:pt idx="291">
                  <c:v>89.455436582115311</c:v>
                </c:pt>
                <c:pt idx="292">
                  <c:v>89.598997220398473</c:v>
                </c:pt>
                <c:pt idx="293">
                  <c:v>89.64534814818046</c:v>
                </c:pt>
                <c:pt idx="294">
                  <c:v>90.135141128577828</c:v>
                </c:pt>
                <c:pt idx="295">
                  <c:v>89.514874830682786</c:v>
                </c:pt>
                <c:pt idx="296">
                  <c:v>89.858962306334917</c:v>
                </c:pt>
                <c:pt idx="297">
                  <c:v>90.172658114829602</c:v>
                </c:pt>
                <c:pt idx="298">
                  <c:v>89.25251040260234</c:v>
                </c:pt>
                <c:pt idx="299">
                  <c:v>89.729870428253491</c:v>
                </c:pt>
                <c:pt idx="300">
                  <c:v>89.711293703471839</c:v>
                </c:pt>
                <c:pt idx="301">
                  <c:v>90.712364682556128</c:v>
                </c:pt>
                <c:pt idx="302">
                  <c:v>91.921596769467556</c:v>
                </c:pt>
                <c:pt idx="303">
                  <c:v>92.085624523312518</c:v>
                </c:pt>
                <c:pt idx="304">
                  <c:v>92.111326567188485</c:v>
                </c:pt>
                <c:pt idx="305">
                  <c:v>90.762023794203344</c:v>
                </c:pt>
                <c:pt idx="306">
                  <c:v>90.522307701815578</c:v>
                </c:pt>
                <c:pt idx="307">
                  <c:v>92.115034641411057</c:v>
                </c:pt>
                <c:pt idx="308">
                  <c:v>92.12695864479339</c:v>
                </c:pt>
                <c:pt idx="309">
                  <c:v>91.864412448368697</c:v>
                </c:pt>
                <c:pt idx="310">
                  <c:v>92.337046497069537</c:v>
                </c:pt>
                <c:pt idx="311">
                  <c:v>90.460979062467956</c:v>
                </c:pt>
                <c:pt idx="312">
                  <c:v>90.522925714186002</c:v>
                </c:pt>
                <c:pt idx="313">
                  <c:v>89.740558406894976</c:v>
                </c:pt>
                <c:pt idx="314">
                  <c:v>89.698460858368293</c:v>
                </c:pt>
                <c:pt idx="315">
                  <c:v>90.964731851703206</c:v>
                </c:pt>
                <c:pt idx="316">
                  <c:v>91.413445186301644</c:v>
                </c:pt>
                <c:pt idx="317">
                  <c:v>93.162638316621553</c:v>
                </c:pt>
                <c:pt idx="318">
                  <c:v>93.851940231660109</c:v>
                </c:pt>
                <c:pt idx="319">
                  <c:v>93.953076138396966</c:v>
                </c:pt>
                <c:pt idx="320">
                  <c:v>94.084676419628948</c:v>
                </c:pt>
                <c:pt idx="321">
                  <c:v>93.93111852241239</c:v>
                </c:pt>
                <c:pt idx="322">
                  <c:v>93.352331760673607</c:v>
                </c:pt>
                <c:pt idx="323">
                  <c:v>94.546077184655545</c:v>
                </c:pt>
                <c:pt idx="324">
                  <c:v>94.752638731053366</c:v>
                </c:pt>
                <c:pt idx="325">
                  <c:v>93.076661889794579</c:v>
                </c:pt>
                <c:pt idx="326">
                  <c:v>93.089458381229278</c:v>
                </c:pt>
                <c:pt idx="327">
                  <c:v>92.472718389212559</c:v>
                </c:pt>
                <c:pt idx="328">
                  <c:v>91.719215894987343</c:v>
                </c:pt>
                <c:pt idx="329">
                  <c:v>91.25399799473162</c:v>
                </c:pt>
                <c:pt idx="330">
                  <c:v>91.837401672414174</c:v>
                </c:pt>
                <c:pt idx="331">
                  <c:v>91.7148534547255</c:v>
                </c:pt>
                <c:pt idx="332">
                  <c:v>93.388430953840299</c:v>
                </c:pt>
                <c:pt idx="333">
                  <c:v>93.692602101096639</c:v>
                </c:pt>
                <c:pt idx="334">
                  <c:v>93.054558859134616</c:v>
                </c:pt>
                <c:pt idx="335">
                  <c:v>93.756911741289841</c:v>
                </c:pt>
                <c:pt idx="336">
                  <c:v>92.663938687356264</c:v>
                </c:pt>
                <c:pt idx="337">
                  <c:v>93.258902831732684</c:v>
                </c:pt>
                <c:pt idx="338">
                  <c:v>93.696528297332293</c:v>
                </c:pt>
                <c:pt idx="339">
                  <c:v>93.445687982276866</c:v>
                </c:pt>
                <c:pt idx="340">
                  <c:v>92.337300972751464</c:v>
                </c:pt>
                <c:pt idx="341">
                  <c:v>91.981689384074329</c:v>
                </c:pt>
                <c:pt idx="342">
                  <c:v>91.721615237131346</c:v>
                </c:pt>
                <c:pt idx="343">
                  <c:v>91.99466764385329</c:v>
                </c:pt>
                <c:pt idx="344">
                  <c:v>94.087548359467974</c:v>
                </c:pt>
                <c:pt idx="345">
                  <c:v>95.852555335737037</c:v>
                </c:pt>
                <c:pt idx="346">
                  <c:v>96.895614802341456</c:v>
                </c:pt>
                <c:pt idx="347">
                  <c:v>97.157361218051477</c:v>
                </c:pt>
                <c:pt idx="348">
                  <c:v>96.947818670808076</c:v>
                </c:pt>
                <c:pt idx="349">
                  <c:v>97.114936486505158</c:v>
                </c:pt>
                <c:pt idx="350">
                  <c:v>97.584662241698098</c:v>
                </c:pt>
                <c:pt idx="351">
                  <c:v>97.584262351340755</c:v>
                </c:pt>
                <c:pt idx="352">
                  <c:v>97.345854991031544</c:v>
                </c:pt>
                <c:pt idx="353">
                  <c:v>98.19005988903406</c:v>
                </c:pt>
                <c:pt idx="354">
                  <c:v>98.230012571098683</c:v>
                </c:pt>
                <c:pt idx="355">
                  <c:v>97.294996208312341</c:v>
                </c:pt>
                <c:pt idx="356">
                  <c:v>96.830723503446691</c:v>
                </c:pt>
                <c:pt idx="357">
                  <c:v>95.961943525302516</c:v>
                </c:pt>
                <c:pt idx="358">
                  <c:v>95.958090036404556</c:v>
                </c:pt>
                <c:pt idx="359">
                  <c:v>97.160051389546283</c:v>
                </c:pt>
                <c:pt idx="360">
                  <c:v>96.429778889715323</c:v>
                </c:pt>
                <c:pt idx="361">
                  <c:v>96.794951493299649</c:v>
                </c:pt>
                <c:pt idx="362">
                  <c:v>97.671111266220095</c:v>
                </c:pt>
                <c:pt idx="363">
                  <c:v>97.474292503073698</c:v>
                </c:pt>
                <c:pt idx="364">
                  <c:v>97.302957661790188</c:v>
                </c:pt>
                <c:pt idx="365">
                  <c:v>98.162976405741844</c:v>
                </c:pt>
                <c:pt idx="366">
                  <c:v>95.965360770174286</c:v>
                </c:pt>
                <c:pt idx="367">
                  <c:v>95.984446446319808</c:v>
                </c:pt>
                <c:pt idx="368">
                  <c:v>96.426470705850093</c:v>
                </c:pt>
                <c:pt idx="369">
                  <c:v>97.211128294278581</c:v>
                </c:pt>
                <c:pt idx="370">
                  <c:v>98.153887988529689</c:v>
                </c:pt>
                <c:pt idx="371">
                  <c:v>98.681706906542715</c:v>
                </c:pt>
                <c:pt idx="372">
                  <c:v>99.168300764081408</c:v>
                </c:pt>
                <c:pt idx="373">
                  <c:v>98.761539563334267</c:v>
                </c:pt>
                <c:pt idx="374">
                  <c:v>98.887395964888185</c:v>
                </c:pt>
                <c:pt idx="375">
                  <c:v>98.616233948946359</c:v>
                </c:pt>
                <c:pt idx="376">
                  <c:v>100.43315396433124</c:v>
                </c:pt>
                <c:pt idx="377">
                  <c:v>101.09279128558933</c:v>
                </c:pt>
                <c:pt idx="378">
                  <c:v>101.11838426845875</c:v>
                </c:pt>
                <c:pt idx="379">
                  <c:v>101.5798213871542</c:v>
                </c:pt>
                <c:pt idx="380">
                  <c:v>101.195890290444</c:v>
                </c:pt>
                <c:pt idx="381">
                  <c:v>100.86928892950806</c:v>
                </c:pt>
                <c:pt idx="382">
                  <c:v>101.01819355711197</c:v>
                </c:pt>
                <c:pt idx="383">
                  <c:v>101.48450206743314</c:v>
                </c:pt>
                <c:pt idx="384">
                  <c:v>100.73790677028916</c:v>
                </c:pt>
                <c:pt idx="385">
                  <c:v>101.07497798785352</c:v>
                </c:pt>
                <c:pt idx="386">
                  <c:v>102.13686865492153</c:v>
                </c:pt>
                <c:pt idx="387">
                  <c:v>101.70491436166229</c:v>
                </c:pt>
                <c:pt idx="388">
                  <c:v>101.87872125242751</c:v>
                </c:pt>
                <c:pt idx="389">
                  <c:v>102.54868301563862</c:v>
                </c:pt>
                <c:pt idx="390">
                  <c:v>101.97880290276775</c:v>
                </c:pt>
                <c:pt idx="391">
                  <c:v>101.8016151207996</c:v>
                </c:pt>
                <c:pt idx="392">
                  <c:v>101.72378191579472</c:v>
                </c:pt>
                <c:pt idx="393">
                  <c:v>100.69061064711711</c:v>
                </c:pt>
                <c:pt idx="394">
                  <c:v>100.75190293279587</c:v>
                </c:pt>
                <c:pt idx="395">
                  <c:v>102.07510377154772</c:v>
                </c:pt>
                <c:pt idx="396">
                  <c:v>102.45398170828798</c:v>
                </c:pt>
                <c:pt idx="397">
                  <c:v>102.09986062003362</c:v>
                </c:pt>
                <c:pt idx="398">
                  <c:v>100.97187898299885</c:v>
                </c:pt>
                <c:pt idx="399">
                  <c:v>101.2798672654843</c:v>
                </c:pt>
                <c:pt idx="400">
                  <c:v>102.34430268937172</c:v>
                </c:pt>
                <c:pt idx="401">
                  <c:v>102.02515383054973</c:v>
                </c:pt>
                <c:pt idx="402">
                  <c:v>101.80979469629054</c:v>
                </c:pt>
                <c:pt idx="403">
                  <c:v>102.23902246438612</c:v>
                </c:pt>
                <c:pt idx="404">
                  <c:v>102.07019602625316</c:v>
                </c:pt>
                <c:pt idx="405">
                  <c:v>101.73770537096374</c:v>
                </c:pt>
                <c:pt idx="406">
                  <c:v>101.75468253431603</c:v>
                </c:pt>
                <c:pt idx="407">
                  <c:v>102.00817666719742</c:v>
                </c:pt>
                <c:pt idx="408">
                  <c:v>101.19374542398194</c:v>
                </c:pt>
                <c:pt idx="409">
                  <c:v>100.99867163694027</c:v>
                </c:pt>
                <c:pt idx="410">
                  <c:v>101.43640616354644</c:v>
                </c:pt>
                <c:pt idx="411">
                  <c:v>103.03723997129512</c:v>
                </c:pt>
                <c:pt idx="412">
                  <c:v>103.43407662044662</c:v>
                </c:pt>
                <c:pt idx="413">
                  <c:v>103.32977794451995</c:v>
                </c:pt>
                <c:pt idx="414">
                  <c:v>103.72468784922245</c:v>
                </c:pt>
                <c:pt idx="415">
                  <c:v>105.34573429685096</c:v>
                </c:pt>
                <c:pt idx="416">
                  <c:v>105.15793124357904</c:v>
                </c:pt>
                <c:pt idx="417">
                  <c:v>105.59024907352675</c:v>
                </c:pt>
                <c:pt idx="418">
                  <c:v>104.68856902507457</c:v>
                </c:pt>
                <c:pt idx="419">
                  <c:v>103.07552038459274</c:v>
                </c:pt>
                <c:pt idx="420">
                  <c:v>103.14346539167079</c:v>
                </c:pt>
                <c:pt idx="421">
                  <c:v>103.29127940920925</c:v>
                </c:pt>
                <c:pt idx="422">
                  <c:v>103.96796660115734</c:v>
                </c:pt>
                <c:pt idx="423">
                  <c:v>104.0969130645634</c:v>
                </c:pt>
                <c:pt idx="424">
                  <c:v>103.69229673027831</c:v>
                </c:pt>
                <c:pt idx="425">
                  <c:v>103.63493064083519</c:v>
                </c:pt>
                <c:pt idx="426">
                  <c:v>104.60088397581173</c:v>
                </c:pt>
                <c:pt idx="427">
                  <c:v>104.21949763592092</c:v>
                </c:pt>
                <c:pt idx="428">
                  <c:v>102.86008854299584</c:v>
                </c:pt>
                <c:pt idx="429">
                  <c:v>102.60350434826233</c:v>
                </c:pt>
                <c:pt idx="430">
                  <c:v>102.85474455367509</c:v>
                </c:pt>
                <c:pt idx="431">
                  <c:v>101.1632810494868</c:v>
                </c:pt>
                <c:pt idx="432">
                  <c:v>101.302988198872</c:v>
                </c:pt>
                <c:pt idx="433">
                  <c:v>102.67472118553675</c:v>
                </c:pt>
                <c:pt idx="434">
                  <c:v>103.00648476744921</c:v>
                </c:pt>
                <c:pt idx="435">
                  <c:v>102.59361615033551</c:v>
                </c:pt>
                <c:pt idx="436">
                  <c:v>102.17638509295996</c:v>
                </c:pt>
                <c:pt idx="437">
                  <c:v>102.01253910745926</c:v>
                </c:pt>
                <c:pt idx="438">
                  <c:v>102.08960888541831</c:v>
                </c:pt>
                <c:pt idx="439">
                  <c:v>100.49284668858066</c:v>
                </c:pt>
                <c:pt idx="440">
                  <c:v>100.60368902490006</c:v>
                </c:pt>
                <c:pt idx="441">
                  <c:v>100.08154127922744</c:v>
                </c:pt>
                <c:pt idx="442">
                  <c:v>101.97524024322058</c:v>
                </c:pt>
                <c:pt idx="443">
                  <c:v>101.73345199170845</c:v>
                </c:pt>
                <c:pt idx="444">
                  <c:v>102.26228881244923</c:v>
                </c:pt>
                <c:pt idx="445">
                  <c:v>102.07085039229244</c:v>
                </c:pt>
                <c:pt idx="446">
                  <c:v>102.44129427785981</c:v>
                </c:pt>
                <c:pt idx="447">
                  <c:v>102.12261801673286</c:v>
                </c:pt>
                <c:pt idx="448">
                  <c:v>101.19592664411283</c:v>
                </c:pt>
                <c:pt idx="449">
                  <c:v>101.48453842110199</c:v>
                </c:pt>
                <c:pt idx="450">
                  <c:v>101.57764016702329</c:v>
                </c:pt>
                <c:pt idx="451">
                  <c:v>101.53656052122435</c:v>
                </c:pt>
                <c:pt idx="452">
                  <c:v>101.34170485619578</c:v>
                </c:pt>
                <c:pt idx="453">
                  <c:v>100.07154402029408</c:v>
                </c:pt>
                <c:pt idx="454">
                  <c:v>99.719131554475609</c:v>
                </c:pt>
                <c:pt idx="455">
                  <c:v>99.151541722742195</c:v>
                </c:pt>
                <c:pt idx="456">
                  <c:v>99.823502937739988</c:v>
                </c:pt>
                <c:pt idx="457">
                  <c:v>100.30391667157441</c:v>
                </c:pt>
                <c:pt idx="458">
                  <c:v>99.072945090691491</c:v>
                </c:pt>
                <c:pt idx="459">
                  <c:v>100.0368626202125</c:v>
                </c:pt>
                <c:pt idx="460">
                  <c:v>97.49625011905826</c:v>
                </c:pt>
                <c:pt idx="461">
                  <c:v>95.626980820531386</c:v>
                </c:pt>
                <c:pt idx="462">
                  <c:v>95.605386741235307</c:v>
                </c:pt>
                <c:pt idx="463">
                  <c:v>95.347021216728209</c:v>
                </c:pt>
                <c:pt idx="464">
                  <c:v>95.065716527177642</c:v>
                </c:pt>
                <c:pt idx="465">
                  <c:v>93.665736739817518</c:v>
                </c:pt>
                <c:pt idx="466">
                  <c:v>94.376959917171803</c:v>
                </c:pt>
                <c:pt idx="467">
                  <c:v>94.707887364700738</c:v>
                </c:pt>
                <c:pt idx="468">
                  <c:v>94.011205654885885</c:v>
                </c:pt>
                <c:pt idx="469">
                  <c:v>95.669550966753121</c:v>
                </c:pt>
                <c:pt idx="470">
                  <c:v>95.792535428467957</c:v>
                </c:pt>
                <c:pt idx="471">
                  <c:v>95.951909912700302</c:v>
                </c:pt>
                <c:pt idx="472">
                  <c:v>96.892742862502416</c:v>
                </c:pt>
                <c:pt idx="473">
                  <c:v>96.555053632567649</c:v>
                </c:pt>
                <c:pt idx="474">
                  <c:v>95.35807273205819</c:v>
                </c:pt>
                <c:pt idx="475">
                  <c:v>95.788645585901165</c:v>
                </c:pt>
                <c:pt idx="476">
                  <c:v>95.94736570409421</c:v>
                </c:pt>
                <c:pt idx="477">
                  <c:v>95.380648360413176</c:v>
                </c:pt>
                <c:pt idx="478">
                  <c:v>97.043501527217629</c:v>
                </c:pt>
                <c:pt idx="479">
                  <c:v>97.235812435426794</c:v>
                </c:pt>
                <c:pt idx="480">
                  <c:v>96.392625440152045</c:v>
                </c:pt>
                <c:pt idx="481">
                  <c:v>97.056370725990035</c:v>
                </c:pt>
                <c:pt idx="482">
                  <c:v>96.711083579265903</c:v>
                </c:pt>
                <c:pt idx="483">
                  <c:v>96.406548895321066</c:v>
                </c:pt>
                <c:pt idx="484">
                  <c:v>96.299269218548815</c:v>
                </c:pt>
                <c:pt idx="485">
                  <c:v>95.88171097815362</c:v>
                </c:pt>
                <c:pt idx="486">
                  <c:v>95.639159299595661</c:v>
                </c:pt>
                <c:pt idx="487">
                  <c:v>95.400679231948772</c:v>
                </c:pt>
                <c:pt idx="488">
                  <c:v>94.445377521944891</c:v>
                </c:pt>
                <c:pt idx="489">
                  <c:v>94.667498438609925</c:v>
                </c:pt>
                <c:pt idx="490">
                  <c:v>93.818276734306295</c:v>
                </c:pt>
                <c:pt idx="491">
                  <c:v>95.295471714300874</c:v>
                </c:pt>
                <c:pt idx="492">
                  <c:v>95.285438101698659</c:v>
                </c:pt>
                <c:pt idx="493">
                  <c:v>95.850628591288071</c:v>
                </c:pt>
                <c:pt idx="494">
                  <c:v>96.796950945086323</c:v>
                </c:pt>
                <c:pt idx="495">
                  <c:v>96.684218217986768</c:v>
                </c:pt>
                <c:pt idx="496">
                  <c:v>96.857952401414309</c:v>
                </c:pt>
                <c:pt idx="497">
                  <c:v>96.821198842208361</c:v>
                </c:pt>
                <c:pt idx="498">
                  <c:v>97.712263619356733</c:v>
                </c:pt>
                <c:pt idx="499">
                  <c:v>97.279618606389377</c:v>
                </c:pt>
                <c:pt idx="500">
                  <c:v>97.160814816592094</c:v>
                </c:pt>
                <c:pt idx="501">
                  <c:v>97.789769641341977</c:v>
                </c:pt>
                <c:pt idx="502">
                  <c:v>98.665347755560845</c:v>
                </c:pt>
                <c:pt idx="503">
                  <c:v>99.053423170519778</c:v>
                </c:pt>
                <c:pt idx="504">
                  <c:v>99.020341331867556</c:v>
                </c:pt>
                <c:pt idx="505">
                  <c:v>99.202509566467938</c:v>
                </c:pt>
                <c:pt idx="506">
                  <c:v>99.011616451343883</c:v>
                </c:pt>
                <c:pt idx="507">
                  <c:v>99.091521815473143</c:v>
                </c:pt>
                <c:pt idx="508">
                  <c:v>99.27678011192566</c:v>
                </c:pt>
                <c:pt idx="509">
                  <c:v>98.28032604878517</c:v>
                </c:pt>
                <c:pt idx="510">
                  <c:v>98.581479841527084</c:v>
                </c:pt>
                <c:pt idx="511">
                  <c:v>99.520276985873693</c:v>
                </c:pt>
                <c:pt idx="512">
                  <c:v>100.72925459710318</c:v>
                </c:pt>
                <c:pt idx="513">
                  <c:v>101.36297175247222</c:v>
                </c:pt>
                <c:pt idx="514">
                  <c:v>101.24336818196029</c:v>
                </c:pt>
                <c:pt idx="515">
                  <c:v>100.53956115305111</c:v>
                </c:pt>
                <c:pt idx="516">
                  <c:v>102.3051861416906</c:v>
                </c:pt>
                <c:pt idx="517">
                  <c:v>102.61408326589728</c:v>
                </c:pt>
                <c:pt idx="518">
                  <c:v>102.66465121926569</c:v>
                </c:pt>
                <c:pt idx="519">
                  <c:v>103.38721674130073</c:v>
                </c:pt>
                <c:pt idx="520">
                  <c:v>103.00870234124898</c:v>
                </c:pt>
                <c:pt idx="521">
                  <c:v>102.84423834337784</c:v>
                </c:pt>
                <c:pt idx="522">
                  <c:v>102.98885323805764</c:v>
                </c:pt>
                <c:pt idx="523">
                  <c:v>103.00539415738375</c:v>
                </c:pt>
                <c:pt idx="524">
                  <c:v>103.06854048017379</c:v>
                </c:pt>
                <c:pt idx="525">
                  <c:v>103.02378911382115</c:v>
                </c:pt>
                <c:pt idx="526">
                  <c:v>102.35579044872787</c:v>
                </c:pt>
                <c:pt idx="527">
                  <c:v>102.88549975752103</c:v>
                </c:pt>
                <c:pt idx="528">
                  <c:v>103.49435100339761</c:v>
                </c:pt>
                <c:pt idx="529">
                  <c:v>104.19535879980543</c:v>
                </c:pt>
                <c:pt idx="530">
                  <c:v>104.55893184196042</c:v>
                </c:pt>
                <c:pt idx="531">
                  <c:v>104.93381087512732</c:v>
                </c:pt>
                <c:pt idx="532">
                  <c:v>105.03654634329351</c:v>
                </c:pt>
                <c:pt idx="533">
                  <c:v>104.74538980948496</c:v>
                </c:pt>
                <c:pt idx="534">
                  <c:v>104.49251368897401</c:v>
                </c:pt>
                <c:pt idx="535">
                  <c:v>105.36925512059602</c:v>
                </c:pt>
                <c:pt idx="536">
                  <c:v>104.84321753235659</c:v>
                </c:pt>
                <c:pt idx="537">
                  <c:v>104.8165339394217</c:v>
                </c:pt>
                <c:pt idx="538">
                  <c:v>105.60082799116168</c:v>
                </c:pt>
                <c:pt idx="539">
                  <c:v>105.42404009955089</c:v>
                </c:pt>
                <c:pt idx="540">
                  <c:v>105.06915558425072</c:v>
                </c:pt>
                <c:pt idx="541">
                  <c:v>105.1680012098501</c:v>
                </c:pt>
                <c:pt idx="542">
                  <c:v>105.23016598358122</c:v>
                </c:pt>
                <c:pt idx="543">
                  <c:v>107.03476210522642</c:v>
                </c:pt>
                <c:pt idx="544">
                  <c:v>106.87291557151239</c:v>
                </c:pt>
                <c:pt idx="545">
                  <c:v>107.55541935047626</c:v>
                </c:pt>
                <c:pt idx="546">
                  <c:v>107.78495641558644</c:v>
                </c:pt>
                <c:pt idx="547">
                  <c:v>107.31144987883323</c:v>
                </c:pt>
                <c:pt idx="548">
                  <c:v>107.19042851523619</c:v>
                </c:pt>
                <c:pt idx="549">
                  <c:v>106.03521798023378</c:v>
                </c:pt>
                <c:pt idx="550">
                  <c:v>106.63316312545578</c:v>
                </c:pt>
                <c:pt idx="551">
                  <c:v>106.95758326626081</c:v>
                </c:pt>
                <c:pt idx="552">
                  <c:v>106.28776691772511</c:v>
                </c:pt>
                <c:pt idx="553">
                  <c:v>106.91439510766867</c:v>
                </c:pt>
                <c:pt idx="554">
                  <c:v>107.35758268460212</c:v>
                </c:pt>
                <c:pt idx="555">
                  <c:v>107.77924888957718</c:v>
                </c:pt>
                <c:pt idx="556">
                  <c:v>107.6813848130367</c:v>
                </c:pt>
                <c:pt idx="557">
                  <c:v>108.73462330691876</c:v>
                </c:pt>
                <c:pt idx="558">
                  <c:v>108.96735949488759</c:v>
                </c:pt>
                <c:pt idx="559">
                  <c:v>108.79686078798758</c:v>
                </c:pt>
                <c:pt idx="560">
                  <c:v>107.99442625549214</c:v>
                </c:pt>
                <c:pt idx="561">
                  <c:v>107.51866579127032</c:v>
                </c:pt>
                <c:pt idx="562">
                  <c:v>108.29158114466068</c:v>
                </c:pt>
                <c:pt idx="563">
                  <c:v>107.76492554405081</c:v>
                </c:pt>
                <c:pt idx="564">
                  <c:v>107.10317970999952</c:v>
                </c:pt>
                <c:pt idx="565">
                  <c:v>106.92944552657198</c:v>
                </c:pt>
                <c:pt idx="566">
                  <c:v>106.58568523393947</c:v>
                </c:pt>
                <c:pt idx="567">
                  <c:v>106.64919509341802</c:v>
                </c:pt>
                <c:pt idx="568">
                  <c:v>106.96118227947682</c:v>
                </c:pt>
                <c:pt idx="569">
                  <c:v>106.75363918402007</c:v>
                </c:pt>
                <c:pt idx="570">
                  <c:v>107.8098586787477</c:v>
                </c:pt>
                <c:pt idx="571">
                  <c:v>108.85466312145688</c:v>
                </c:pt>
                <c:pt idx="572">
                  <c:v>109.54578271993786</c:v>
                </c:pt>
                <c:pt idx="573">
                  <c:v>109.16912235699738</c:v>
                </c:pt>
                <c:pt idx="574">
                  <c:v>108.76436060803694</c:v>
                </c:pt>
                <c:pt idx="575">
                  <c:v>108.77446692797683</c:v>
                </c:pt>
                <c:pt idx="576">
                  <c:v>108.67856594955418</c:v>
                </c:pt>
                <c:pt idx="577">
                  <c:v>109.51982620037997</c:v>
                </c:pt>
                <c:pt idx="578">
                  <c:v>108.54769274169918</c:v>
                </c:pt>
                <c:pt idx="579">
                  <c:v>108.7925347013946</c:v>
                </c:pt>
                <c:pt idx="580">
                  <c:v>108.81834580627712</c:v>
                </c:pt>
                <c:pt idx="581">
                  <c:v>109.96319554565765</c:v>
                </c:pt>
                <c:pt idx="582">
                  <c:v>109.9734109266041</c:v>
                </c:pt>
                <c:pt idx="583">
                  <c:v>109.74500082522829</c:v>
                </c:pt>
                <c:pt idx="584">
                  <c:v>110.23203092679314</c:v>
                </c:pt>
                <c:pt idx="585">
                  <c:v>111.17897129296186</c:v>
                </c:pt>
                <c:pt idx="586">
                  <c:v>111.45587718858174</c:v>
                </c:pt>
                <c:pt idx="587">
                  <c:v>110.64162771371049</c:v>
                </c:pt>
                <c:pt idx="588">
                  <c:v>110.75116131795136</c:v>
                </c:pt>
                <c:pt idx="589">
                  <c:v>111.13669197609093</c:v>
                </c:pt>
                <c:pt idx="590">
                  <c:v>110.38882430053722</c:v>
                </c:pt>
                <c:pt idx="591">
                  <c:v>110.1575786129912</c:v>
                </c:pt>
                <c:pt idx="592">
                  <c:v>111.78764077049419</c:v>
                </c:pt>
                <c:pt idx="593">
                  <c:v>112.79892713052493</c:v>
                </c:pt>
                <c:pt idx="594">
                  <c:v>113.09364632388063</c:v>
                </c:pt>
                <c:pt idx="595">
                  <c:v>113.27585091214991</c:v>
                </c:pt>
                <c:pt idx="596">
                  <c:v>113.22640992251578</c:v>
                </c:pt>
                <c:pt idx="597">
                  <c:v>113.19656356039107</c:v>
                </c:pt>
                <c:pt idx="598">
                  <c:v>113.68988284666676</c:v>
                </c:pt>
                <c:pt idx="599">
                  <c:v>113.82148312789874</c:v>
                </c:pt>
                <c:pt idx="600">
                  <c:v>113.38912894428219</c:v>
                </c:pt>
                <c:pt idx="601">
                  <c:v>113.6825757592282</c:v>
                </c:pt>
                <c:pt idx="602">
                  <c:v>113.47201530925703</c:v>
                </c:pt>
                <c:pt idx="603">
                  <c:v>113.64905767654977</c:v>
                </c:pt>
                <c:pt idx="604">
                  <c:v>113.04427804158423</c:v>
                </c:pt>
                <c:pt idx="605">
                  <c:v>113.07259754961731</c:v>
                </c:pt>
                <c:pt idx="606">
                  <c:v>113.26316348172173</c:v>
                </c:pt>
                <c:pt idx="607">
                  <c:v>112.97167976489355</c:v>
                </c:pt>
                <c:pt idx="608">
                  <c:v>112.90140812300919</c:v>
                </c:pt>
                <c:pt idx="609">
                  <c:v>113.82904469101926</c:v>
                </c:pt>
                <c:pt idx="610">
                  <c:v>113.7780041399558</c:v>
                </c:pt>
                <c:pt idx="611">
                  <c:v>113.72750889392509</c:v>
                </c:pt>
                <c:pt idx="612">
                  <c:v>113.7533199988076</c:v>
                </c:pt>
                <c:pt idx="613">
                  <c:v>113.1988174878597</c:v>
                </c:pt>
                <c:pt idx="614">
                  <c:v>112.54459686326004</c:v>
                </c:pt>
                <c:pt idx="615">
                  <c:v>112.09406584521918</c:v>
                </c:pt>
                <c:pt idx="616">
                  <c:v>112.17840635694796</c:v>
                </c:pt>
                <c:pt idx="617">
                  <c:v>112.41139702059873</c:v>
                </c:pt>
                <c:pt idx="618">
                  <c:v>113.50204343972597</c:v>
                </c:pt>
                <c:pt idx="619">
                  <c:v>113.45903704947806</c:v>
                </c:pt>
                <c:pt idx="620">
                  <c:v>113.58907412294957</c:v>
                </c:pt>
                <c:pt idx="621">
                  <c:v>114.0390598359577</c:v>
                </c:pt>
                <c:pt idx="622">
                  <c:v>114.00739579039056</c:v>
                </c:pt>
                <c:pt idx="623">
                  <c:v>115.29798738818519</c:v>
                </c:pt>
                <c:pt idx="624">
                  <c:v>115.41231967671408</c:v>
                </c:pt>
                <c:pt idx="625">
                  <c:v>115.62218940697713</c:v>
                </c:pt>
                <c:pt idx="626">
                  <c:v>116.46763032972049</c:v>
                </c:pt>
                <c:pt idx="627">
                  <c:v>116.40717417842525</c:v>
                </c:pt>
                <c:pt idx="628">
                  <c:v>116.6035930512143</c:v>
                </c:pt>
                <c:pt idx="629">
                  <c:v>115.28108293217061</c:v>
                </c:pt>
                <c:pt idx="630">
                  <c:v>116.16942118415533</c:v>
                </c:pt>
                <c:pt idx="631">
                  <c:v>115.98419924137164</c:v>
                </c:pt>
                <c:pt idx="632">
                  <c:v>116.43676606486804</c:v>
                </c:pt>
                <c:pt idx="633">
                  <c:v>117.22556797154525</c:v>
                </c:pt>
                <c:pt idx="634">
                  <c:v>117.16158551437171</c:v>
                </c:pt>
                <c:pt idx="635">
                  <c:v>117.72212273434846</c:v>
                </c:pt>
                <c:pt idx="636">
                  <c:v>117.72517644253175</c:v>
                </c:pt>
                <c:pt idx="637">
                  <c:v>117.45826780584522</c:v>
                </c:pt>
                <c:pt idx="638">
                  <c:v>118.2037361392549</c:v>
                </c:pt>
                <c:pt idx="639">
                  <c:v>118.42269428673009</c:v>
                </c:pt>
                <c:pt idx="640">
                  <c:v>118.0648651242532</c:v>
                </c:pt>
                <c:pt idx="641">
                  <c:v>117.19652139013522</c:v>
                </c:pt>
                <c:pt idx="642">
                  <c:v>117.51472505356713</c:v>
                </c:pt>
                <c:pt idx="643">
                  <c:v>117.3266311709444</c:v>
                </c:pt>
                <c:pt idx="644">
                  <c:v>116.38332617166056</c:v>
                </c:pt>
                <c:pt idx="645">
                  <c:v>115.59681454612081</c:v>
                </c:pt>
                <c:pt idx="646">
                  <c:v>114.62795291763641</c:v>
                </c:pt>
                <c:pt idx="647">
                  <c:v>113.47285144364054</c:v>
                </c:pt>
                <c:pt idx="648">
                  <c:v>114.32876222301229</c:v>
                </c:pt>
                <c:pt idx="649">
                  <c:v>115.49884140857378</c:v>
                </c:pt>
                <c:pt idx="650">
                  <c:v>115.58816237293483</c:v>
                </c:pt>
                <c:pt idx="651">
                  <c:v>114.60377772785206</c:v>
                </c:pt>
                <c:pt idx="652">
                  <c:v>113.63738814884937</c:v>
                </c:pt>
                <c:pt idx="653">
                  <c:v>113.75735525604979</c:v>
                </c:pt>
                <c:pt idx="654">
                  <c:v>114.76129817497312</c:v>
                </c:pt>
                <c:pt idx="655">
                  <c:v>114.86327021609348</c:v>
                </c:pt>
                <c:pt idx="656">
                  <c:v>115.42587959519462</c:v>
                </c:pt>
                <c:pt idx="657">
                  <c:v>114.10831357511431</c:v>
                </c:pt>
                <c:pt idx="658">
                  <c:v>115.04649270709049</c:v>
                </c:pt>
                <c:pt idx="659">
                  <c:v>115.3519725864254</c:v>
                </c:pt>
                <c:pt idx="660">
                  <c:v>115.93995682638287</c:v>
                </c:pt>
                <c:pt idx="661">
                  <c:v>115.24930982559691</c:v>
                </c:pt>
                <c:pt idx="662">
                  <c:v>115.63938469234255</c:v>
                </c:pt>
                <c:pt idx="663">
                  <c:v>115.10287724747469</c:v>
                </c:pt>
                <c:pt idx="664">
                  <c:v>115.10567647997603</c:v>
                </c:pt>
                <c:pt idx="665">
                  <c:v>115.1957608713829</c:v>
                </c:pt>
                <c:pt idx="666">
                  <c:v>115.90334868185232</c:v>
                </c:pt>
                <c:pt idx="667">
                  <c:v>116.90852762551648</c:v>
                </c:pt>
                <c:pt idx="668">
                  <c:v>117.0094090565714</c:v>
                </c:pt>
                <c:pt idx="669">
                  <c:v>117.21124462601891</c:v>
                </c:pt>
                <c:pt idx="670">
                  <c:v>117.32277768204644</c:v>
                </c:pt>
                <c:pt idx="671">
                  <c:v>117.87226338669323</c:v>
                </c:pt>
                <c:pt idx="672">
                  <c:v>117.79450288902606</c:v>
                </c:pt>
                <c:pt idx="673">
                  <c:v>117.7877411066202</c:v>
                </c:pt>
                <c:pt idx="674">
                  <c:v>117.67697147763849</c:v>
                </c:pt>
                <c:pt idx="675">
                  <c:v>116.04978125997454</c:v>
                </c:pt>
                <c:pt idx="676">
                  <c:v>114.97440338176371</c:v>
                </c:pt>
                <c:pt idx="677">
                  <c:v>114.87672107356745</c:v>
                </c:pt>
                <c:pt idx="678">
                  <c:v>113.27734141257271</c:v>
                </c:pt>
                <c:pt idx="679">
                  <c:v>113.72329186833865</c:v>
                </c:pt>
                <c:pt idx="680">
                  <c:v>113.72779972327587</c:v>
                </c:pt>
                <c:pt idx="681">
                  <c:v>114.50453221189537</c:v>
                </c:pt>
                <c:pt idx="682">
                  <c:v>115.13828572093323</c:v>
                </c:pt>
                <c:pt idx="683">
                  <c:v>114.84861968754747</c:v>
                </c:pt>
                <c:pt idx="684">
                  <c:v>115.65636185569484</c:v>
                </c:pt>
                <c:pt idx="685">
                  <c:v>115.77512929182325</c:v>
                </c:pt>
                <c:pt idx="686">
                  <c:v>116.05694293273771</c:v>
                </c:pt>
                <c:pt idx="687">
                  <c:v>115.72823305900855</c:v>
                </c:pt>
                <c:pt idx="688">
                  <c:v>116.99417686932382</c:v>
                </c:pt>
                <c:pt idx="689">
                  <c:v>117.90472721297505</c:v>
                </c:pt>
                <c:pt idx="690">
                  <c:v>118.63525418848795</c:v>
                </c:pt>
                <c:pt idx="691">
                  <c:v>118.54626040714655</c:v>
                </c:pt>
                <c:pt idx="692">
                  <c:v>118.45606695473312</c:v>
                </c:pt>
                <c:pt idx="693">
                  <c:v>117.74938798598494</c:v>
                </c:pt>
                <c:pt idx="694">
                  <c:v>118.17385342346134</c:v>
                </c:pt>
                <c:pt idx="695">
                  <c:v>118.5396440394161</c:v>
                </c:pt>
                <c:pt idx="696">
                  <c:v>120.12161029303239</c:v>
                </c:pt>
                <c:pt idx="697">
                  <c:v>120.50197873019542</c:v>
                </c:pt>
                <c:pt idx="698">
                  <c:v>120.53865958206369</c:v>
                </c:pt>
                <c:pt idx="699">
                  <c:v>120.9346964505005</c:v>
                </c:pt>
                <c:pt idx="700">
                  <c:v>120.74191294459627</c:v>
                </c:pt>
                <c:pt idx="701">
                  <c:v>122.14930888040149</c:v>
                </c:pt>
                <c:pt idx="702">
                  <c:v>122.05097220616601</c:v>
                </c:pt>
                <c:pt idx="703">
                  <c:v>122.45936932201134</c:v>
                </c:pt>
                <c:pt idx="704">
                  <c:v>122.62525111296758</c:v>
                </c:pt>
                <c:pt idx="705">
                  <c:v>121.31495582665698</c:v>
                </c:pt>
                <c:pt idx="706">
                  <c:v>120.76256182850229</c:v>
                </c:pt>
                <c:pt idx="707">
                  <c:v>120.87932981284403</c:v>
                </c:pt>
                <c:pt idx="708">
                  <c:v>121.11064820772776</c:v>
                </c:pt>
                <c:pt idx="709">
                  <c:v>120.08911011308172</c:v>
                </c:pt>
                <c:pt idx="710">
                  <c:v>119.75578332340879</c:v>
                </c:pt>
                <c:pt idx="711">
                  <c:v>119.09621870948837</c:v>
                </c:pt>
                <c:pt idx="712">
                  <c:v>120.35543709106666</c:v>
                </c:pt>
                <c:pt idx="713">
                  <c:v>121.21331096855626</c:v>
                </c:pt>
                <c:pt idx="714">
                  <c:v>121.27547574228738</c:v>
                </c:pt>
                <c:pt idx="715">
                  <c:v>121.70608494979922</c:v>
                </c:pt>
                <c:pt idx="716">
                  <c:v>122.00854747461969</c:v>
                </c:pt>
                <c:pt idx="717">
                  <c:v>122.10499375807507</c:v>
                </c:pt>
                <c:pt idx="718">
                  <c:v>122.436393803299</c:v>
                </c:pt>
                <c:pt idx="719">
                  <c:v>122.60071238649476</c:v>
                </c:pt>
                <c:pt idx="720">
                  <c:v>122.21590880173217</c:v>
                </c:pt>
                <c:pt idx="721">
                  <c:v>122.15836094394483</c:v>
                </c:pt>
                <c:pt idx="722">
                  <c:v>120.51004924467981</c:v>
                </c:pt>
                <c:pt idx="723">
                  <c:v>119.35978280864083</c:v>
                </c:pt>
                <c:pt idx="724">
                  <c:v>119.49349160266603</c:v>
                </c:pt>
                <c:pt idx="725">
                  <c:v>119.24890411865256</c:v>
                </c:pt>
                <c:pt idx="726">
                  <c:v>118.50270871186591</c:v>
                </c:pt>
                <c:pt idx="727">
                  <c:v>119.78246691634367</c:v>
                </c:pt>
                <c:pt idx="728">
                  <c:v>120.87703953170659</c:v>
                </c:pt>
                <c:pt idx="729">
                  <c:v>121.62407107287675</c:v>
                </c:pt>
                <c:pt idx="730">
                  <c:v>120.79593449650532</c:v>
                </c:pt>
                <c:pt idx="731">
                  <c:v>120.15992705999882</c:v>
                </c:pt>
                <c:pt idx="732">
                  <c:v>120.86395221092106</c:v>
                </c:pt>
                <c:pt idx="733">
                  <c:v>121.65017300711006</c:v>
                </c:pt>
                <c:pt idx="734">
                  <c:v>122.15443474770917</c:v>
                </c:pt>
                <c:pt idx="735">
                  <c:v>123.00896408766468</c:v>
                </c:pt>
                <c:pt idx="736">
                  <c:v>122.7931687093793</c:v>
                </c:pt>
                <c:pt idx="737">
                  <c:v>122.71646246810874</c:v>
                </c:pt>
                <c:pt idx="738">
                  <c:v>123.38544268226094</c:v>
                </c:pt>
                <c:pt idx="739">
                  <c:v>123.64104532793554</c:v>
                </c:pt>
                <c:pt idx="740">
                  <c:v>123.28187107971122</c:v>
                </c:pt>
                <c:pt idx="741">
                  <c:v>123.05000737979476</c:v>
                </c:pt>
                <c:pt idx="742">
                  <c:v>123.80907198535385</c:v>
                </c:pt>
                <c:pt idx="743">
                  <c:v>122.92175163609687</c:v>
                </c:pt>
                <c:pt idx="744">
                  <c:v>122.91997030632329</c:v>
                </c:pt>
                <c:pt idx="745">
                  <c:v>122.8513345795371</c:v>
                </c:pt>
                <c:pt idx="746">
                  <c:v>123.49210434666276</c:v>
                </c:pt>
                <c:pt idx="747">
                  <c:v>124.16177528052307</c:v>
                </c:pt>
                <c:pt idx="748">
                  <c:v>124.88499516859741</c:v>
                </c:pt>
                <c:pt idx="749">
                  <c:v>125.21363233498887</c:v>
                </c:pt>
                <c:pt idx="750">
                  <c:v>125.17684242211409</c:v>
                </c:pt>
                <c:pt idx="751">
                  <c:v>125.43284495814602</c:v>
                </c:pt>
                <c:pt idx="752">
                  <c:v>125.75602907421019</c:v>
                </c:pt>
                <c:pt idx="753">
                  <c:v>126.6689424063366</c:v>
                </c:pt>
                <c:pt idx="754">
                  <c:v>126.40552372185954</c:v>
                </c:pt>
                <c:pt idx="755">
                  <c:v>127.5352866886679</c:v>
                </c:pt>
                <c:pt idx="756">
                  <c:v>128.18409061660913</c:v>
                </c:pt>
                <c:pt idx="757">
                  <c:v>129.09762196110594</c:v>
                </c:pt>
                <c:pt idx="758">
                  <c:v>130.13890009793678</c:v>
                </c:pt>
                <c:pt idx="759">
                  <c:v>131.38208651155284</c:v>
                </c:pt>
                <c:pt idx="760">
                  <c:v>131.46082855827893</c:v>
                </c:pt>
                <c:pt idx="761">
                  <c:v>131.05657576068234</c:v>
                </c:pt>
                <c:pt idx="762">
                  <c:v>131.90292552514694</c:v>
                </c:pt>
                <c:pt idx="763">
                  <c:v>130.99582878003633</c:v>
                </c:pt>
                <c:pt idx="764">
                  <c:v>130.74604272137748</c:v>
                </c:pt>
                <c:pt idx="765">
                  <c:v>130.53388270997698</c:v>
                </c:pt>
                <c:pt idx="766">
                  <c:v>127.48050170971304</c:v>
                </c:pt>
                <c:pt idx="767">
                  <c:v>126.35502847582882</c:v>
                </c:pt>
                <c:pt idx="768">
                  <c:v>124.31478787270692</c:v>
                </c:pt>
                <c:pt idx="769">
                  <c:v>123.90315528033405</c:v>
                </c:pt>
                <c:pt idx="770">
                  <c:v>125.1044622674365</c:v>
                </c:pt>
                <c:pt idx="771">
                  <c:v>123.62341379854396</c:v>
                </c:pt>
                <c:pt idx="772">
                  <c:v>124.69479277318148</c:v>
                </c:pt>
                <c:pt idx="773">
                  <c:v>124.16940955098129</c:v>
                </c:pt>
                <c:pt idx="774">
                  <c:v>124.68388667252688</c:v>
                </c:pt>
                <c:pt idx="775">
                  <c:v>123.64159063296827</c:v>
                </c:pt>
                <c:pt idx="776">
                  <c:v>122.7832805114525</c:v>
                </c:pt>
                <c:pt idx="777">
                  <c:v>122.52491498694538</c:v>
                </c:pt>
                <c:pt idx="778">
                  <c:v>123.03848326676976</c:v>
                </c:pt>
                <c:pt idx="779">
                  <c:v>122.94629036256967</c:v>
                </c:pt>
                <c:pt idx="780">
                  <c:v>124.1192414879702</c:v>
                </c:pt>
                <c:pt idx="781">
                  <c:v>125.22293887421412</c:v>
                </c:pt>
                <c:pt idx="782">
                  <c:v>124.8617288205343</c:v>
                </c:pt>
                <c:pt idx="783">
                  <c:v>124.27152700677706</c:v>
                </c:pt>
                <c:pt idx="784">
                  <c:v>123.77311820686256</c:v>
                </c:pt>
                <c:pt idx="785">
                  <c:v>122.68192648270255</c:v>
                </c:pt>
                <c:pt idx="786">
                  <c:v>121.12024557630379</c:v>
                </c:pt>
                <c:pt idx="787">
                  <c:v>120.08740149064583</c:v>
                </c:pt>
                <c:pt idx="788">
                  <c:v>121.24519313613649</c:v>
                </c:pt>
                <c:pt idx="789">
                  <c:v>121.08367378544209</c:v>
                </c:pt>
                <c:pt idx="790">
                  <c:v>123.30415587871543</c:v>
                </c:pt>
                <c:pt idx="791">
                  <c:v>123.08181684003729</c:v>
                </c:pt>
                <c:pt idx="792">
                  <c:v>123.00532872077983</c:v>
                </c:pt>
                <c:pt idx="793">
                  <c:v>122.45929661467365</c:v>
                </c:pt>
                <c:pt idx="794">
                  <c:v>120.60693177216137</c:v>
                </c:pt>
                <c:pt idx="795">
                  <c:v>119.68762019431765</c:v>
                </c:pt>
                <c:pt idx="796">
                  <c:v>119.95532861171883</c:v>
                </c:pt>
                <c:pt idx="797">
                  <c:v>120.4621714628062</c:v>
                </c:pt>
                <c:pt idx="798">
                  <c:v>119.98990095079385</c:v>
                </c:pt>
                <c:pt idx="799">
                  <c:v>118.5003820770596</c:v>
                </c:pt>
                <c:pt idx="800">
                  <c:v>120.20853191524942</c:v>
                </c:pt>
                <c:pt idx="801">
                  <c:v>120.60107883147676</c:v>
                </c:pt>
                <c:pt idx="802">
                  <c:v>119.85324750959192</c:v>
                </c:pt>
                <c:pt idx="803">
                  <c:v>120.89543448814398</c:v>
                </c:pt>
                <c:pt idx="804">
                  <c:v>121.31448322896195</c:v>
                </c:pt>
                <c:pt idx="805">
                  <c:v>120.03643364692007</c:v>
                </c:pt>
                <c:pt idx="806">
                  <c:v>122.13669415731106</c:v>
                </c:pt>
                <c:pt idx="807">
                  <c:v>122.24637317622731</c:v>
                </c:pt>
                <c:pt idx="808">
                  <c:v>122.83373940381436</c:v>
                </c:pt>
                <c:pt idx="809">
                  <c:v>123.16713890082499</c:v>
                </c:pt>
                <c:pt idx="810">
                  <c:v>123.38595163362483</c:v>
                </c:pt>
                <c:pt idx="811">
                  <c:v>123.97011873835318</c:v>
                </c:pt>
                <c:pt idx="812">
                  <c:v>124.30282751565571</c:v>
                </c:pt>
                <c:pt idx="813">
                  <c:v>124.71282419293037</c:v>
                </c:pt>
                <c:pt idx="814">
                  <c:v>125.03866212682048</c:v>
                </c:pt>
                <c:pt idx="815">
                  <c:v>124.80825257365797</c:v>
                </c:pt>
                <c:pt idx="816">
                  <c:v>125.15583000151958</c:v>
                </c:pt>
                <c:pt idx="817">
                  <c:v>125.11325985529787</c:v>
                </c:pt>
                <c:pt idx="818">
                  <c:v>125.24118841597611</c:v>
                </c:pt>
                <c:pt idx="819">
                  <c:v>125.84418672116809</c:v>
                </c:pt>
                <c:pt idx="820">
                  <c:v>125.42477444366162</c:v>
                </c:pt>
                <c:pt idx="821">
                  <c:v>126.19667189432424</c:v>
                </c:pt>
                <c:pt idx="822">
                  <c:v>127.12768935353725</c:v>
                </c:pt>
                <c:pt idx="823">
                  <c:v>127.82080840380492</c:v>
                </c:pt>
                <c:pt idx="824">
                  <c:v>127.87919239597578</c:v>
                </c:pt>
                <c:pt idx="825">
                  <c:v>127.61279271065315</c:v>
                </c:pt>
                <c:pt idx="826">
                  <c:v>126.93021622435157</c:v>
                </c:pt>
                <c:pt idx="827">
                  <c:v>127.99450623356358</c:v>
                </c:pt>
                <c:pt idx="828">
                  <c:v>128.02424353468177</c:v>
                </c:pt>
                <c:pt idx="829">
                  <c:v>128.39879538482901</c:v>
                </c:pt>
                <c:pt idx="830">
                  <c:v>128.13312277288335</c:v>
                </c:pt>
                <c:pt idx="831">
                  <c:v>129.18563419338841</c:v>
                </c:pt>
                <c:pt idx="832">
                  <c:v>129.26168606861972</c:v>
                </c:pt>
                <c:pt idx="833">
                  <c:v>129.21526243350004</c:v>
                </c:pt>
                <c:pt idx="834">
                  <c:v>128.64792707744857</c:v>
                </c:pt>
                <c:pt idx="835">
                  <c:v>127.77994688001908</c:v>
                </c:pt>
                <c:pt idx="836">
                  <c:v>126.68635581371508</c:v>
                </c:pt>
                <c:pt idx="837">
                  <c:v>125.8423326840568</c:v>
                </c:pt>
                <c:pt idx="838">
                  <c:v>125.96997041538427</c:v>
                </c:pt>
                <c:pt idx="839">
                  <c:v>124.85634847754471</c:v>
                </c:pt>
                <c:pt idx="840">
                  <c:v>126.01312222030758</c:v>
                </c:pt>
                <c:pt idx="841">
                  <c:v>126.96471585608893</c:v>
                </c:pt>
                <c:pt idx="842">
                  <c:v>127.83942148225542</c:v>
                </c:pt>
                <c:pt idx="843">
                  <c:v>127.05330974707296</c:v>
                </c:pt>
                <c:pt idx="844">
                  <c:v>126.89651637332891</c:v>
                </c:pt>
                <c:pt idx="845">
                  <c:v>128.40981054649015</c:v>
                </c:pt>
                <c:pt idx="846">
                  <c:v>128.06401444840213</c:v>
                </c:pt>
                <c:pt idx="847">
                  <c:v>127.28106548240955</c:v>
                </c:pt>
                <c:pt idx="848">
                  <c:v>126.88597380936282</c:v>
                </c:pt>
                <c:pt idx="849">
                  <c:v>127.88813539851253</c:v>
                </c:pt>
                <c:pt idx="850">
                  <c:v>128.92130666719018</c:v>
                </c:pt>
                <c:pt idx="851">
                  <c:v>128.850744195955</c:v>
                </c:pt>
                <c:pt idx="852">
                  <c:v>128.99543179797249</c:v>
                </c:pt>
                <c:pt idx="853">
                  <c:v>129.75540524525272</c:v>
                </c:pt>
                <c:pt idx="854">
                  <c:v>129.92495875676272</c:v>
                </c:pt>
                <c:pt idx="855">
                  <c:v>129.41840673502608</c:v>
                </c:pt>
                <c:pt idx="856">
                  <c:v>129.4995481238962</c:v>
                </c:pt>
                <c:pt idx="857">
                  <c:v>129.23096721844266</c:v>
                </c:pt>
                <c:pt idx="858">
                  <c:v>128.2802460707137</c:v>
                </c:pt>
                <c:pt idx="859">
                  <c:v>129.22758632723975</c:v>
                </c:pt>
                <c:pt idx="860">
                  <c:v>128.80973725749377</c:v>
                </c:pt>
                <c:pt idx="861">
                  <c:v>129.74478997394897</c:v>
                </c:pt>
                <c:pt idx="862">
                  <c:v>128.9477357844431</c:v>
                </c:pt>
                <c:pt idx="863">
                  <c:v>129.01931615840601</c:v>
                </c:pt>
                <c:pt idx="864">
                  <c:v>128.0271154745208</c:v>
                </c:pt>
                <c:pt idx="865">
                  <c:v>127.37467617969473</c:v>
                </c:pt>
                <c:pt idx="866">
                  <c:v>128.77734613854966</c:v>
                </c:pt>
                <c:pt idx="867">
                  <c:v>128.19906832817475</c:v>
                </c:pt>
                <c:pt idx="868">
                  <c:v>128.61419087275706</c:v>
                </c:pt>
                <c:pt idx="869">
                  <c:v>129.5841067576381</c:v>
                </c:pt>
                <c:pt idx="870">
                  <c:v>129.32654101384566</c:v>
                </c:pt>
                <c:pt idx="871">
                  <c:v>129.62940342902345</c:v>
                </c:pt>
                <c:pt idx="872">
                  <c:v>130.63589110476619</c:v>
                </c:pt>
                <c:pt idx="873">
                  <c:v>131.74431446796041</c:v>
                </c:pt>
                <c:pt idx="874">
                  <c:v>131.83996097070113</c:v>
                </c:pt>
                <c:pt idx="875">
                  <c:v>132.86687940833676</c:v>
                </c:pt>
                <c:pt idx="876">
                  <c:v>132.8422316208574</c:v>
                </c:pt>
                <c:pt idx="877">
                  <c:v>132.05023059132148</c:v>
                </c:pt>
                <c:pt idx="878">
                  <c:v>132.76345322046245</c:v>
                </c:pt>
                <c:pt idx="879">
                  <c:v>132.23079926449256</c:v>
                </c:pt>
                <c:pt idx="880">
                  <c:v>132.15005776597982</c:v>
                </c:pt>
                <c:pt idx="881">
                  <c:v>132.67769491564857</c:v>
                </c:pt>
                <c:pt idx="882">
                  <c:v>133.4855824984713</c:v>
                </c:pt>
                <c:pt idx="883">
                  <c:v>133.87274907170905</c:v>
                </c:pt>
                <c:pt idx="884">
                  <c:v>133.99318877660454</c:v>
                </c:pt>
                <c:pt idx="885">
                  <c:v>134.45273550451984</c:v>
                </c:pt>
                <c:pt idx="886">
                  <c:v>135.73314807503687</c:v>
                </c:pt>
                <c:pt idx="887">
                  <c:v>136.30590012774678</c:v>
                </c:pt>
                <c:pt idx="888">
                  <c:v>136.71371558489054</c:v>
                </c:pt>
                <c:pt idx="889">
                  <c:v>136.40485481435272</c:v>
                </c:pt>
                <c:pt idx="890">
                  <c:v>135.10899193457504</c:v>
                </c:pt>
                <c:pt idx="891">
                  <c:v>136.53042038655585</c:v>
                </c:pt>
                <c:pt idx="892">
                  <c:v>137.02384873383807</c:v>
                </c:pt>
                <c:pt idx="893">
                  <c:v>136.92900201181203</c:v>
                </c:pt>
                <c:pt idx="894">
                  <c:v>137.73518097219889</c:v>
                </c:pt>
                <c:pt idx="895">
                  <c:v>138.23253551571679</c:v>
                </c:pt>
                <c:pt idx="896">
                  <c:v>137.66854469719939</c:v>
                </c:pt>
                <c:pt idx="897">
                  <c:v>136.85302284391844</c:v>
                </c:pt>
                <c:pt idx="898">
                  <c:v>137.60590732577322</c:v>
                </c:pt>
                <c:pt idx="899">
                  <c:v>136.92085878998995</c:v>
                </c:pt>
                <c:pt idx="900">
                  <c:v>137.95446630269373</c:v>
                </c:pt>
                <c:pt idx="901">
                  <c:v>139.1573001438878</c:v>
                </c:pt>
                <c:pt idx="902">
                  <c:v>139.18274771208186</c:v>
                </c:pt>
                <c:pt idx="903">
                  <c:v>139.36818777687861</c:v>
                </c:pt>
                <c:pt idx="904">
                  <c:v>139.05932700634079</c:v>
                </c:pt>
                <c:pt idx="905">
                  <c:v>140.66728613318384</c:v>
                </c:pt>
                <c:pt idx="906">
                  <c:v>141.40352063470596</c:v>
                </c:pt>
                <c:pt idx="907">
                  <c:v>140.77205740680554</c:v>
                </c:pt>
                <c:pt idx="908">
                  <c:v>140.65270831197554</c:v>
                </c:pt>
                <c:pt idx="909">
                  <c:v>140.48900774115023</c:v>
                </c:pt>
                <c:pt idx="910">
                  <c:v>139.28006648358956</c:v>
                </c:pt>
                <c:pt idx="911">
                  <c:v>138.71803876319001</c:v>
                </c:pt>
                <c:pt idx="912">
                  <c:v>138.21050519239449</c:v>
                </c:pt>
                <c:pt idx="913">
                  <c:v>139.02664505804589</c:v>
                </c:pt>
                <c:pt idx="914">
                  <c:v>139.56108034378937</c:v>
                </c:pt>
                <c:pt idx="915">
                  <c:v>137.86100102008393</c:v>
                </c:pt>
                <c:pt idx="916">
                  <c:v>136.0104538610141</c:v>
                </c:pt>
                <c:pt idx="917">
                  <c:v>137.11862274852641</c:v>
                </c:pt>
                <c:pt idx="918">
                  <c:v>138.47345127917654</c:v>
                </c:pt>
                <c:pt idx="919">
                  <c:v>136.63711840462651</c:v>
                </c:pt>
                <c:pt idx="920">
                  <c:v>135.56526683229399</c:v>
                </c:pt>
                <c:pt idx="921">
                  <c:v>134.94925391365422</c:v>
                </c:pt>
                <c:pt idx="922">
                  <c:v>133.93273262530926</c:v>
                </c:pt>
                <c:pt idx="923">
                  <c:v>131.98206746223033</c:v>
                </c:pt>
                <c:pt idx="924">
                  <c:v>133.24368518595264</c:v>
                </c:pt>
                <c:pt idx="925">
                  <c:v>132.84455825566371</c:v>
                </c:pt>
                <c:pt idx="926">
                  <c:v>132.05168473807544</c:v>
                </c:pt>
                <c:pt idx="927">
                  <c:v>131.69894508923733</c:v>
                </c:pt>
                <c:pt idx="928">
                  <c:v>132.78591978781088</c:v>
                </c:pt>
                <c:pt idx="929">
                  <c:v>130.78461396402585</c:v>
                </c:pt>
                <c:pt idx="930">
                  <c:v>127.85279963239171</c:v>
                </c:pt>
                <c:pt idx="931">
                  <c:v>124.97297104721103</c:v>
                </c:pt>
                <c:pt idx="932">
                  <c:v>125.3270194281277</c:v>
                </c:pt>
                <c:pt idx="933">
                  <c:v>124.6911574062966</c:v>
                </c:pt>
                <c:pt idx="934">
                  <c:v>126.36858839430933</c:v>
                </c:pt>
                <c:pt idx="935">
                  <c:v>123.60665475720477</c:v>
                </c:pt>
                <c:pt idx="936">
                  <c:v>126.26930652468377</c:v>
                </c:pt>
                <c:pt idx="937">
                  <c:v>126.74742997738073</c:v>
                </c:pt>
                <c:pt idx="938">
                  <c:v>127.82851538160082</c:v>
                </c:pt>
                <c:pt idx="939">
                  <c:v>126.43653340138741</c:v>
                </c:pt>
                <c:pt idx="940">
                  <c:v>124.74990493515594</c:v>
                </c:pt>
                <c:pt idx="941">
                  <c:v>124.09099468727483</c:v>
                </c:pt>
                <c:pt idx="942">
                  <c:v>123.04709908628691</c:v>
                </c:pt>
                <c:pt idx="943">
                  <c:v>123.72593114469706</c:v>
                </c:pt>
                <c:pt idx="944">
                  <c:v>122.47583753399975</c:v>
                </c:pt>
                <c:pt idx="945">
                  <c:v>121.2369772069767</c:v>
                </c:pt>
                <c:pt idx="946">
                  <c:v>123.84749781332683</c:v>
                </c:pt>
                <c:pt idx="947">
                  <c:v>123.20669169253229</c:v>
                </c:pt>
                <c:pt idx="948">
                  <c:v>125.20948801674014</c:v>
                </c:pt>
                <c:pt idx="949">
                  <c:v>125.17284351854074</c:v>
                </c:pt>
                <c:pt idx="950">
                  <c:v>127.28019299435718</c:v>
                </c:pt>
                <c:pt idx="951">
                  <c:v>127.05941716343953</c:v>
                </c:pt>
                <c:pt idx="952">
                  <c:v>127.20843085205003</c:v>
                </c:pt>
                <c:pt idx="953">
                  <c:v>128.1018949713424</c:v>
                </c:pt>
                <c:pt idx="954">
                  <c:v>127.81422838974332</c:v>
                </c:pt>
                <c:pt idx="955">
                  <c:v>126.55799100901062</c:v>
                </c:pt>
                <c:pt idx="956">
                  <c:v>127.76311513134215</c:v>
                </c:pt>
                <c:pt idx="957">
                  <c:v>127.75402671413001</c:v>
                </c:pt>
                <c:pt idx="958">
                  <c:v>128.18499945833034</c:v>
                </c:pt>
                <c:pt idx="959">
                  <c:v>128.89978529523179</c:v>
                </c:pt>
                <c:pt idx="960">
                  <c:v>130.05481406188991</c:v>
                </c:pt>
                <c:pt idx="961">
                  <c:v>128.96285891068413</c:v>
                </c:pt>
                <c:pt idx="962">
                  <c:v>127.96418727374386</c:v>
                </c:pt>
                <c:pt idx="963">
                  <c:v>127.16884170667386</c:v>
                </c:pt>
                <c:pt idx="964">
                  <c:v>128.52505167674028</c:v>
                </c:pt>
                <c:pt idx="965">
                  <c:v>129.1032931334463</c:v>
                </c:pt>
                <c:pt idx="966">
                  <c:v>129.8442172582499</c:v>
                </c:pt>
                <c:pt idx="967">
                  <c:v>131.49271072585918</c:v>
                </c:pt>
                <c:pt idx="968">
                  <c:v>131.57955964073849</c:v>
                </c:pt>
                <c:pt idx="969">
                  <c:v>131.74933127426152</c:v>
                </c:pt>
                <c:pt idx="970">
                  <c:v>131.36147398131567</c:v>
                </c:pt>
                <c:pt idx="971">
                  <c:v>130.45299579678883</c:v>
                </c:pt>
                <c:pt idx="972">
                  <c:v>128.37254803592032</c:v>
                </c:pt>
                <c:pt idx="973">
                  <c:v>129.68535172538148</c:v>
                </c:pt>
                <c:pt idx="974">
                  <c:v>127.09140839202632</c:v>
                </c:pt>
                <c:pt idx="975">
                  <c:v>127.7831823565466</c:v>
                </c:pt>
                <c:pt idx="976">
                  <c:v>130.0700462491375</c:v>
                </c:pt>
                <c:pt idx="977">
                  <c:v>130.61742344099108</c:v>
                </c:pt>
                <c:pt idx="978">
                  <c:v>130.73844480458811</c:v>
                </c:pt>
                <c:pt idx="979">
                  <c:v>131.85501138960444</c:v>
                </c:pt>
                <c:pt idx="980">
                  <c:v>132.13497099340762</c:v>
                </c:pt>
                <c:pt idx="981">
                  <c:v>132.63392509835487</c:v>
                </c:pt>
                <c:pt idx="982">
                  <c:v>132.44248667819804</c:v>
                </c:pt>
                <c:pt idx="983">
                  <c:v>129.93553767439764</c:v>
                </c:pt>
                <c:pt idx="984">
                  <c:v>128.94700871106613</c:v>
                </c:pt>
                <c:pt idx="985">
                  <c:v>129.60061132329537</c:v>
                </c:pt>
                <c:pt idx="986">
                  <c:v>130.17259994895943</c:v>
                </c:pt>
                <c:pt idx="987">
                  <c:v>131.1521132024165</c:v>
                </c:pt>
                <c:pt idx="988">
                  <c:v>131.12161247425252</c:v>
                </c:pt>
                <c:pt idx="989">
                  <c:v>131.79866320288909</c:v>
                </c:pt>
                <c:pt idx="990">
                  <c:v>130.47884325534017</c:v>
                </c:pt>
                <c:pt idx="991">
                  <c:v>129.1053652925707</c:v>
                </c:pt>
                <c:pt idx="992">
                  <c:v>129.7647844918157</c:v>
                </c:pt>
                <c:pt idx="993">
                  <c:v>130.3284844809823</c:v>
                </c:pt>
                <c:pt idx="994">
                  <c:v>130.80388140851562</c:v>
                </c:pt>
                <c:pt idx="995">
                  <c:v>131.64721381846579</c:v>
                </c:pt>
                <c:pt idx="996">
                  <c:v>131.26037442824767</c:v>
                </c:pt>
                <c:pt idx="997">
                  <c:v>130.90897986515694</c:v>
                </c:pt>
                <c:pt idx="998">
                  <c:v>130.34084472839083</c:v>
                </c:pt>
                <c:pt idx="999">
                  <c:v>132.03045419546785</c:v>
                </c:pt>
                <c:pt idx="1000">
                  <c:v>132.04121488144705</c:v>
                </c:pt>
                <c:pt idx="1001">
                  <c:v>132.23312589929887</c:v>
                </c:pt>
                <c:pt idx="1002">
                  <c:v>132.2786770463662</c:v>
                </c:pt>
                <c:pt idx="1003">
                  <c:v>132.97793986666929</c:v>
                </c:pt>
                <c:pt idx="1004">
                  <c:v>132.48963738669471</c:v>
                </c:pt>
                <c:pt idx="1005">
                  <c:v>131.26753610101085</c:v>
                </c:pt>
                <c:pt idx="1006">
                  <c:v>131.58246793424638</c:v>
                </c:pt>
                <c:pt idx="1007">
                  <c:v>130.96605512524931</c:v>
                </c:pt>
                <c:pt idx="1008">
                  <c:v>129.625186403437</c:v>
                </c:pt>
                <c:pt idx="1009">
                  <c:v>129.39179584942892</c:v>
                </c:pt>
                <c:pt idx="1010">
                  <c:v>129.38725164082283</c:v>
                </c:pt>
                <c:pt idx="1011">
                  <c:v>131.80637018068501</c:v>
                </c:pt>
                <c:pt idx="1012">
                  <c:v>132.5797581317704</c:v>
                </c:pt>
                <c:pt idx="1013">
                  <c:v>132.99168155349406</c:v>
                </c:pt>
                <c:pt idx="1014">
                  <c:v>133.11553850326129</c:v>
                </c:pt>
                <c:pt idx="1015">
                  <c:v>134.41852670213333</c:v>
                </c:pt>
                <c:pt idx="1016">
                  <c:v>134.40347628322996</c:v>
                </c:pt>
                <c:pt idx="1017">
                  <c:v>132.859863150249</c:v>
                </c:pt>
                <c:pt idx="1018">
                  <c:v>132.30928683553671</c:v>
                </c:pt>
                <c:pt idx="1019">
                  <c:v>131.43167291586235</c:v>
                </c:pt>
                <c:pt idx="1020">
                  <c:v>130.99721021945257</c:v>
                </c:pt>
                <c:pt idx="1021">
                  <c:v>130.4232221420018</c:v>
                </c:pt>
                <c:pt idx="1022">
                  <c:v>130.17867101165714</c:v>
                </c:pt>
                <c:pt idx="1023">
                  <c:v>129.04985324023886</c:v>
                </c:pt>
                <c:pt idx="1024">
                  <c:v>128.51970768741953</c:v>
                </c:pt>
                <c:pt idx="1025">
                  <c:v>129.98712353049382</c:v>
                </c:pt>
                <c:pt idx="1026">
                  <c:v>130.50367281116377</c:v>
                </c:pt>
                <c:pt idx="1027">
                  <c:v>130.40599050296754</c:v>
                </c:pt>
                <c:pt idx="1028">
                  <c:v>131.64892244090166</c:v>
                </c:pt>
                <c:pt idx="1029">
                  <c:v>130.77763405960692</c:v>
                </c:pt>
                <c:pt idx="1030">
                  <c:v>130.52941120870861</c:v>
                </c:pt>
                <c:pt idx="1031">
                  <c:v>130.39130362075269</c:v>
                </c:pt>
                <c:pt idx="1032">
                  <c:v>131.10518061593294</c:v>
                </c:pt>
                <c:pt idx="1033">
                  <c:v>132.48200311623651</c:v>
                </c:pt>
                <c:pt idx="1034">
                  <c:v>133.18566473047025</c:v>
                </c:pt>
                <c:pt idx="1035">
                  <c:v>133.51037570062607</c:v>
                </c:pt>
                <c:pt idx="1036">
                  <c:v>133.3141022425124</c:v>
                </c:pt>
                <c:pt idx="1037">
                  <c:v>134.70524808834233</c:v>
                </c:pt>
                <c:pt idx="1038">
                  <c:v>136.45589536541618</c:v>
                </c:pt>
                <c:pt idx="1039">
                  <c:v>137.24298864965749</c:v>
                </c:pt>
                <c:pt idx="1040">
                  <c:v>137.25287684758433</c:v>
                </c:pt>
                <c:pt idx="1041">
                  <c:v>138.23235374737251</c:v>
                </c:pt>
                <c:pt idx="1042">
                  <c:v>138.48955595447649</c:v>
                </c:pt>
                <c:pt idx="1043">
                  <c:v>139.46528842637326</c:v>
                </c:pt>
                <c:pt idx="1044">
                  <c:v>139.54991976745285</c:v>
                </c:pt>
                <c:pt idx="1045">
                  <c:v>138.74235936764973</c:v>
                </c:pt>
                <c:pt idx="1046">
                  <c:v>137.44925936670455</c:v>
                </c:pt>
                <c:pt idx="1047">
                  <c:v>138.99247260932822</c:v>
                </c:pt>
                <c:pt idx="1048">
                  <c:v>138.62700917639307</c:v>
                </c:pt>
                <c:pt idx="1049">
                  <c:v>140.12783404113927</c:v>
                </c:pt>
                <c:pt idx="1050">
                  <c:v>140.59021635522478</c:v>
                </c:pt>
                <c:pt idx="1051">
                  <c:v>141.31350895063682</c:v>
                </c:pt>
                <c:pt idx="1052">
                  <c:v>141.9852520436215</c:v>
                </c:pt>
                <c:pt idx="1053">
                  <c:v>141.33259462678234</c:v>
                </c:pt>
                <c:pt idx="1054">
                  <c:v>140.633150038135</c:v>
                </c:pt>
                <c:pt idx="1055">
                  <c:v>141.27846401386674</c:v>
                </c:pt>
                <c:pt idx="1056">
                  <c:v>140.69062518858465</c:v>
                </c:pt>
                <c:pt idx="1057">
                  <c:v>141.55835091033222</c:v>
                </c:pt>
                <c:pt idx="1058">
                  <c:v>140.27190363078631</c:v>
                </c:pt>
                <c:pt idx="1059">
                  <c:v>140.35064567751243</c:v>
                </c:pt>
                <c:pt idx="1060">
                  <c:v>140.93266791577872</c:v>
                </c:pt>
                <c:pt idx="1061">
                  <c:v>141.43700236371552</c:v>
                </c:pt>
                <c:pt idx="1062">
                  <c:v>142.7813610377373</c:v>
                </c:pt>
                <c:pt idx="1063">
                  <c:v>142.28927777620243</c:v>
                </c:pt>
                <c:pt idx="1064">
                  <c:v>140.48940763150756</c:v>
                </c:pt>
                <c:pt idx="1065">
                  <c:v>140.19748767065317</c:v>
                </c:pt>
                <c:pt idx="1066">
                  <c:v>141.97809037085833</c:v>
                </c:pt>
                <c:pt idx="1067">
                  <c:v>140.80088586620249</c:v>
                </c:pt>
                <c:pt idx="1068">
                  <c:v>142.02407776195182</c:v>
                </c:pt>
                <c:pt idx="1069">
                  <c:v>141.89400433481148</c:v>
                </c:pt>
                <c:pt idx="1070">
                  <c:v>141.71179974654223</c:v>
                </c:pt>
                <c:pt idx="1071">
                  <c:v>141.64574513024428</c:v>
                </c:pt>
                <c:pt idx="1072">
                  <c:v>140.32639778039038</c:v>
                </c:pt>
                <c:pt idx="1073">
                  <c:v>139.1495931660919</c:v>
                </c:pt>
                <c:pt idx="1074">
                  <c:v>137.37735180972197</c:v>
                </c:pt>
                <c:pt idx="1075">
                  <c:v>136.54041764548921</c:v>
                </c:pt>
                <c:pt idx="1076">
                  <c:v>136.19171325389328</c:v>
                </c:pt>
                <c:pt idx="1077">
                  <c:v>134.83873876035443</c:v>
                </c:pt>
                <c:pt idx="1078">
                  <c:v>135.6665481537062</c:v>
                </c:pt>
                <c:pt idx="1079">
                  <c:v>134.92620568760418</c:v>
                </c:pt>
                <c:pt idx="1080">
                  <c:v>135.9390189017266</c:v>
                </c:pt>
                <c:pt idx="1081">
                  <c:v>137.89226517529374</c:v>
                </c:pt>
                <c:pt idx="1082">
                  <c:v>143.06139334887814</c:v>
                </c:pt>
                <c:pt idx="1083">
                  <c:v>141.66952042967128</c:v>
                </c:pt>
                <c:pt idx="1084">
                  <c:v>142.17996229397468</c:v>
                </c:pt>
                <c:pt idx="1085">
                  <c:v>141.0936419614404</c:v>
                </c:pt>
                <c:pt idx="1086">
                  <c:v>143.35967520178104</c:v>
                </c:pt>
                <c:pt idx="1087">
                  <c:v>144.26331834835102</c:v>
                </c:pt>
                <c:pt idx="1088">
                  <c:v>144.50485212418124</c:v>
                </c:pt>
                <c:pt idx="1089">
                  <c:v>143.60444445413876</c:v>
                </c:pt>
                <c:pt idx="1090">
                  <c:v>144.80382469679222</c:v>
                </c:pt>
                <c:pt idx="1091">
                  <c:v>144.37568753876209</c:v>
                </c:pt>
                <c:pt idx="1092">
                  <c:v>146.3875722801821</c:v>
                </c:pt>
                <c:pt idx="1093">
                  <c:v>145.7183739440168</c:v>
                </c:pt>
                <c:pt idx="1094">
                  <c:v>143.70503505584287</c:v>
                </c:pt>
                <c:pt idx="1095">
                  <c:v>144.01833097398023</c:v>
                </c:pt>
                <c:pt idx="1096">
                  <c:v>144.63132653810553</c:v>
                </c:pt>
                <c:pt idx="1097">
                  <c:v>145.23457931897946</c:v>
                </c:pt>
                <c:pt idx="1098">
                  <c:v>144.53059052172603</c:v>
                </c:pt>
                <c:pt idx="1099">
                  <c:v>144.47442410335495</c:v>
                </c:pt>
                <c:pt idx="1100">
                  <c:v>143.42274881723338</c:v>
                </c:pt>
                <c:pt idx="1101">
                  <c:v>141.63676577403868</c:v>
                </c:pt>
                <c:pt idx="1102">
                  <c:v>141.94777141103856</c:v>
                </c:pt>
                <c:pt idx="1103">
                  <c:v>142.18915977219336</c:v>
                </c:pt>
                <c:pt idx="1104">
                  <c:v>143.96645428853324</c:v>
                </c:pt>
                <c:pt idx="1105">
                  <c:v>142.48635101503078</c:v>
                </c:pt>
                <c:pt idx="1106">
                  <c:v>142.22631322175664</c:v>
                </c:pt>
                <c:pt idx="1107">
                  <c:v>143.3604749824957</c:v>
                </c:pt>
                <c:pt idx="1108">
                  <c:v>143.93173653478283</c:v>
                </c:pt>
                <c:pt idx="1109">
                  <c:v>143.91112400454566</c:v>
                </c:pt>
                <c:pt idx="1110">
                  <c:v>143.21396969703579</c:v>
                </c:pt>
                <c:pt idx="1111">
                  <c:v>144.27498787605145</c:v>
                </c:pt>
                <c:pt idx="1112">
                  <c:v>144.74751286374573</c:v>
                </c:pt>
                <c:pt idx="1113">
                  <c:v>144.830290167714</c:v>
                </c:pt>
                <c:pt idx="1114">
                  <c:v>145.08043976306132</c:v>
                </c:pt>
                <c:pt idx="1115">
                  <c:v>143.64566951461308</c:v>
                </c:pt>
                <c:pt idx="1116">
                  <c:v>140.76347794095727</c:v>
                </c:pt>
                <c:pt idx="1117">
                  <c:v>140.8007404515271</c:v>
                </c:pt>
                <c:pt idx="1118">
                  <c:v>140.16898639427589</c:v>
                </c:pt>
                <c:pt idx="1119">
                  <c:v>141.13624846133098</c:v>
                </c:pt>
                <c:pt idx="1120">
                  <c:v>140.8204077863742</c:v>
                </c:pt>
                <c:pt idx="1121">
                  <c:v>141.40381146405676</c:v>
                </c:pt>
                <c:pt idx="1122">
                  <c:v>142.25568698618633</c:v>
                </c:pt>
                <c:pt idx="1123">
                  <c:v>142.56323902464561</c:v>
                </c:pt>
                <c:pt idx="1124">
                  <c:v>141.4065379892204</c:v>
                </c:pt>
                <c:pt idx="1125">
                  <c:v>139.36909661859985</c:v>
                </c:pt>
                <c:pt idx="1126">
                  <c:v>138.25711059585842</c:v>
                </c:pt>
                <c:pt idx="1127">
                  <c:v>138.08119519229999</c:v>
                </c:pt>
                <c:pt idx="1128">
                  <c:v>137.59009347982408</c:v>
                </c:pt>
                <c:pt idx="1129">
                  <c:v>137.52949191385343</c:v>
                </c:pt>
                <c:pt idx="1130">
                  <c:v>137.7178402721581</c:v>
                </c:pt>
                <c:pt idx="1131">
                  <c:v>137.00378150863364</c:v>
                </c:pt>
                <c:pt idx="1132">
                  <c:v>135.95268788121365</c:v>
                </c:pt>
                <c:pt idx="1133">
                  <c:v>136.25762245551584</c:v>
                </c:pt>
                <c:pt idx="1134">
                  <c:v>134.57517466120197</c:v>
                </c:pt>
                <c:pt idx="1135">
                  <c:v>134.93834781299964</c:v>
                </c:pt>
                <c:pt idx="1136">
                  <c:v>133.41738301571132</c:v>
                </c:pt>
                <c:pt idx="1137">
                  <c:v>134.42441599648677</c:v>
                </c:pt>
                <c:pt idx="1138">
                  <c:v>133.38342868900673</c:v>
                </c:pt>
                <c:pt idx="1139">
                  <c:v>135.69864844329956</c:v>
                </c:pt>
                <c:pt idx="1140">
                  <c:v>136.62403108384103</c:v>
                </c:pt>
                <c:pt idx="1141">
                  <c:v>134.35647098940873</c:v>
                </c:pt>
                <c:pt idx="1142">
                  <c:v>135.64110058551216</c:v>
                </c:pt>
                <c:pt idx="1143">
                  <c:v>135.7821528206448</c:v>
                </c:pt>
                <c:pt idx="1144">
                  <c:v>135.97177355735917</c:v>
                </c:pt>
                <c:pt idx="1145">
                  <c:v>135.7010114317747</c:v>
                </c:pt>
                <c:pt idx="1146">
                  <c:v>134.7280418387104</c:v>
                </c:pt>
                <c:pt idx="1147">
                  <c:v>132.59248191586744</c:v>
                </c:pt>
                <c:pt idx="1148">
                  <c:v>133.42218169999936</c:v>
                </c:pt>
                <c:pt idx="1149">
                  <c:v>136.30488222501904</c:v>
                </c:pt>
                <c:pt idx="1150">
                  <c:v>136.83982646212638</c:v>
                </c:pt>
                <c:pt idx="1151">
                  <c:v>136.15117891312707</c:v>
                </c:pt>
                <c:pt idx="1152">
                  <c:v>134.75916057924482</c:v>
                </c:pt>
                <c:pt idx="1153">
                  <c:v>135.71838848548435</c:v>
                </c:pt>
                <c:pt idx="1154">
                  <c:v>132.91959222816726</c:v>
                </c:pt>
                <c:pt idx="1155">
                  <c:v>133.50790365114435</c:v>
                </c:pt>
                <c:pt idx="1156">
                  <c:v>133.21591098295229</c:v>
                </c:pt>
                <c:pt idx="1157">
                  <c:v>134.44230200156028</c:v>
                </c:pt>
                <c:pt idx="1158">
                  <c:v>135.03733885327441</c:v>
                </c:pt>
                <c:pt idx="1159">
                  <c:v>135.49310479962949</c:v>
                </c:pt>
                <c:pt idx="1160">
                  <c:v>134.88767079862467</c:v>
                </c:pt>
                <c:pt idx="1161">
                  <c:v>135.90815463687409</c:v>
                </c:pt>
                <c:pt idx="1162">
                  <c:v>134.95685183044358</c:v>
                </c:pt>
                <c:pt idx="1163">
                  <c:v>132.62214650964788</c:v>
                </c:pt>
                <c:pt idx="1164">
                  <c:v>132.92311853404556</c:v>
                </c:pt>
                <c:pt idx="1165">
                  <c:v>131.21300559773792</c:v>
                </c:pt>
                <c:pt idx="1166">
                  <c:v>138.19709068858938</c:v>
                </c:pt>
                <c:pt idx="1167">
                  <c:v>142.10660059023817</c:v>
                </c:pt>
                <c:pt idx="1168">
                  <c:v>142.13244804878954</c:v>
                </c:pt>
                <c:pt idx="1169">
                  <c:v>140.30160457823561</c:v>
                </c:pt>
                <c:pt idx="1170">
                  <c:v>141.74200964535541</c:v>
                </c:pt>
                <c:pt idx="1171">
                  <c:v>141.13428536321314</c:v>
                </c:pt>
                <c:pt idx="1172">
                  <c:v>140.56993100800725</c:v>
                </c:pt>
                <c:pt idx="1173">
                  <c:v>139.25421902503822</c:v>
                </c:pt>
                <c:pt idx="1174">
                  <c:v>138.53245328371787</c:v>
                </c:pt>
                <c:pt idx="1175">
                  <c:v>136.95630361711733</c:v>
                </c:pt>
                <c:pt idx="1176">
                  <c:v>136.44251721527988</c:v>
                </c:pt>
                <c:pt idx="1177">
                  <c:v>138.79085516189377</c:v>
                </c:pt>
                <c:pt idx="1178">
                  <c:v>137.7091517453033</c:v>
                </c:pt>
                <c:pt idx="1179">
                  <c:v>138.60592404846091</c:v>
                </c:pt>
                <c:pt idx="1180">
                  <c:v>138.92361876052891</c:v>
                </c:pt>
                <c:pt idx="1181">
                  <c:v>139.98376445149219</c:v>
                </c:pt>
                <c:pt idx="1182">
                  <c:v>140.32149003509582</c:v>
                </c:pt>
                <c:pt idx="1183">
                  <c:v>141.96856570961998</c:v>
                </c:pt>
                <c:pt idx="1184">
                  <c:v>142.86402928069904</c:v>
                </c:pt>
                <c:pt idx="1185">
                  <c:v>141.64785364303748</c:v>
                </c:pt>
                <c:pt idx="1186">
                  <c:v>141.9931771434305</c:v>
                </c:pt>
                <c:pt idx="1187">
                  <c:v>141.85343364037641</c:v>
                </c:pt>
                <c:pt idx="1188">
                  <c:v>141.99037791092914</c:v>
                </c:pt>
                <c:pt idx="1189">
                  <c:v>142.68887730418641</c:v>
                </c:pt>
                <c:pt idx="1190">
                  <c:v>144.8033520990972</c:v>
                </c:pt>
                <c:pt idx="1191">
                  <c:v>145.60324187477326</c:v>
                </c:pt>
                <c:pt idx="1192">
                  <c:v>145.88381949094685</c:v>
                </c:pt>
                <c:pt idx="1193">
                  <c:v>146.01461999146414</c:v>
                </c:pt>
                <c:pt idx="1194">
                  <c:v>146.51241077900823</c:v>
                </c:pt>
                <c:pt idx="1195">
                  <c:v>146.31708251628464</c:v>
                </c:pt>
                <c:pt idx="1196">
                  <c:v>147.12249804962565</c:v>
                </c:pt>
                <c:pt idx="1197">
                  <c:v>147.79126014176475</c:v>
                </c:pt>
                <c:pt idx="1198">
                  <c:v>146.59111647206549</c:v>
                </c:pt>
                <c:pt idx="1199">
                  <c:v>146.66916779908345</c:v>
                </c:pt>
                <c:pt idx="1200">
                  <c:v>145.83659607511248</c:v>
                </c:pt>
                <c:pt idx="1201">
                  <c:v>146.45613529963057</c:v>
                </c:pt>
                <c:pt idx="1202">
                  <c:v>146.71137440861671</c:v>
                </c:pt>
                <c:pt idx="1203">
                  <c:v>146.44781030946424</c:v>
                </c:pt>
                <c:pt idx="1204">
                  <c:v>147.12220722027487</c:v>
                </c:pt>
                <c:pt idx="1205">
                  <c:v>147.78362587130655</c:v>
                </c:pt>
                <c:pt idx="1206">
                  <c:v>147.50562936562119</c:v>
                </c:pt>
                <c:pt idx="1207">
                  <c:v>146.72126260654352</c:v>
                </c:pt>
                <c:pt idx="1208">
                  <c:v>148.64735268948078</c:v>
                </c:pt>
                <c:pt idx="1209">
                  <c:v>148.40040221699215</c:v>
                </c:pt>
                <c:pt idx="1210">
                  <c:v>149.12496719081386</c:v>
                </c:pt>
                <c:pt idx="1211">
                  <c:v>149.52325798671927</c:v>
                </c:pt>
                <c:pt idx="1212">
                  <c:v>148.30046598132728</c:v>
                </c:pt>
                <c:pt idx="1213">
                  <c:v>148.33085764848474</c:v>
                </c:pt>
                <c:pt idx="1214">
                  <c:v>147.87018395683509</c:v>
                </c:pt>
                <c:pt idx="1215">
                  <c:v>148.50579150298427</c:v>
                </c:pt>
                <c:pt idx="1216">
                  <c:v>148.24877106422457</c:v>
                </c:pt>
                <c:pt idx="1217">
                  <c:v>147.03295896325153</c:v>
                </c:pt>
                <c:pt idx="1218">
                  <c:v>147.18666227514348</c:v>
                </c:pt>
                <c:pt idx="1219">
                  <c:v>146.28672720279604</c:v>
                </c:pt>
                <c:pt idx="1220">
                  <c:v>146.91451871014274</c:v>
                </c:pt>
                <c:pt idx="1221">
                  <c:v>147.52940466504819</c:v>
                </c:pt>
                <c:pt idx="1222">
                  <c:v>149.08534169176886</c:v>
                </c:pt>
                <c:pt idx="1223">
                  <c:v>148.82726699661256</c:v>
                </c:pt>
                <c:pt idx="1224">
                  <c:v>150.33030943515851</c:v>
                </c:pt>
                <c:pt idx="1225">
                  <c:v>151.08064916019387</c:v>
                </c:pt>
                <c:pt idx="1226">
                  <c:v>151.49998873036265</c:v>
                </c:pt>
                <c:pt idx="1227">
                  <c:v>151.5276902260253</c:v>
                </c:pt>
                <c:pt idx="1228">
                  <c:v>151.38634716154189</c:v>
                </c:pt>
                <c:pt idx="1229">
                  <c:v>150.72689160862805</c:v>
                </c:pt>
                <c:pt idx="1230">
                  <c:v>149.64536996038177</c:v>
                </c:pt>
                <c:pt idx="1231">
                  <c:v>151.14088718947605</c:v>
                </c:pt>
                <c:pt idx="1232">
                  <c:v>151.07857700106953</c:v>
                </c:pt>
                <c:pt idx="1233">
                  <c:v>149.97248027268159</c:v>
                </c:pt>
                <c:pt idx="1234">
                  <c:v>150.16253725342216</c:v>
                </c:pt>
                <c:pt idx="1235">
                  <c:v>151.32810858404639</c:v>
                </c:pt>
                <c:pt idx="1236">
                  <c:v>150.73907008769231</c:v>
                </c:pt>
                <c:pt idx="1237">
                  <c:v>147.87447368975924</c:v>
                </c:pt>
                <c:pt idx="1238">
                  <c:v>148.57551783983592</c:v>
                </c:pt>
                <c:pt idx="1239">
                  <c:v>148.38746031088201</c:v>
                </c:pt>
                <c:pt idx="1240">
                  <c:v>150.69450048968392</c:v>
                </c:pt>
                <c:pt idx="1241">
                  <c:v>151.23024450750594</c:v>
                </c:pt>
                <c:pt idx="1242">
                  <c:v>152.17533083656335</c:v>
                </c:pt>
                <c:pt idx="1243">
                  <c:v>152.51320183484236</c:v>
                </c:pt>
                <c:pt idx="1244">
                  <c:v>152.22273602074196</c:v>
                </c:pt>
                <c:pt idx="1245">
                  <c:v>152.44024002146318</c:v>
                </c:pt>
                <c:pt idx="1246">
                  <c:v>152.48680907125828</c:v>
                </c:pt>
                <c:pt idx="1247">
                  <c:v>150.97282417838892</c:v>
                </c:pt>
                <c:pt idx="1248">
                  <c:v>150.22721043030381</c:v>
                </c:pt>
                <c:pt idx="1249">
                  <c:v>149.46949091049214</c:v>
                </c:pt>
                <c:pt idx="1250">
                  <c:v>150.45474804362732</c:v>
                </c:pt>
                <c:pt idx="1251">
                  <c:v>151.27921289944504</c:v>
                </c:pt>
                <c:pt idx="1252">
                  <c:v>149.61396039049657</c:v>
                </c:pt>
                <c:pt idx="1253">
                  <c:v>148.92956622075255</c:v>
                </c:pt>
                <c:pt idx="1254">
                  <c:v>149.77224426466344</c:v>
                </c:pt>
                <c:pt idx="1255">
                  <c:v>148.73674636117951</c:v>
                </c:pt>
                <c:pt idx="1256">
                  <c:v>148.04482698198385</c:v>
                </c:pt>
                <c:pt idx="1257">
                  <c:v>144.45322991441617</c:v>
                </c:pt>
                <c:pt idx="1258">
                  <c:v>144.95047539692752</c:v>
                </c:pt>
                <c:pt idx="1259">
                  <c:v>148.28436130602736</c:v>
                </c:pt>
                <c:pt idx="1260">
                  <c:v>149.56866371911119</c:v>
                </c:pt>
                <c:pt idx="1261">
                  <c:v>150.16257360709099</c:v>
                </c:pt>
                <c:pt idx="1262">
                  <c:v>149.56571907193447</c:v>
                </c:pt>
                <c:pt idx="1263">
                  <c:v>148.9759535022034</c:v>
                </c:pt>
                <c:pt idx="1264">
                  <c:v>149.8357904778108</c:v>
                </c:pt>
                <c:pt idx="1265">
                  <c:v>151.10729639945993</c:v>
                </c:pt>
                <c:pt idx="1266">
                  <c:v>150.7215476193073</c:v>
                </c:pt>
                <c:pt idx="1267">
                  <c:v>149.98702174022102</c:v>
                </c:pt>
                <c:pt idx="1268">
                  <c:v>149.2524958611348</c:v>
                </c:pt>
                <c:pt idx="1269">
                  <c:v>148.66607482893778</c:v>
                </c:pt>
                <c:pt idx="1270">
                  <c:v>150.22426578312709</c:v>
                </c:pt>
                <c:pt idx="1271">
                  <c:v>149.6684908937695</c:v>
                </c:pt>
                <c:pt idx="1272">
                  <c:v>146.73514970804368</c:v>
                </c:pt>
                <c:pt idx="1273">
                  <c:v>146.4369405624785</c:v>
                </c:pt>
                <c:pt idx="1274">
                  <c:v>145.01100425556047</c:v>
                </c:pt>
                <c:pt idx="1275">
                  <c:v>144.49005618095984</c:v>
                </c:pt>
                <c:pt idx="1276">
                  <c:v>139.22469984593315</c:v>
                </c:pt>
                <c:pt idx="1277">
                  <c:v>138.66750716349043</c:v>
                </c:pt>
                <c:pt idx="1278">
                  <c:v>140.41131995082074</c:v>
                </c:pt>
                <c:pt idx="1279">
                  <c:v>139.63255165674576</c:v>
                </c:pt>
                <c:pt idx="1280">
                  <c:v>139.85478163441735</c:v>
                </c:pt>
                <c:pt idx="1281">
                  <c:v>136.60479999302012</c:v>
                </c:pt>
                <c:pt idx="1282">
                  <c:v>129.54611717369127</c:v>
                </c:pt>
                <c:pt idx="1283">
                  <c:v>129.77314583565087</c:v>
                </c:pt>
                <c:pt idx="1284">
                  <c:v>119.16056470335042</c:v>
                </c:pt>
                <c:pt idx="1285">
                  <c:v>123.97866185053263</c:v>
                </c:pt>
                <c:pt idx="1286">
                  <c:v>114.11442099148088</c:v>
                </c:pt>
                <c:pt idx="1287">
                  <c:v>111.16621115519598</c:v>
                </c:pt>
                <c:pt idx="1288">
                  <c:v>104.95126063617465</c:v>
                </c:pt>
                <c:pt idx="1289">
                  <c:v>102.83809457334243</c:v>
                </c:pt>
                <c:pt idx="1290">
                  <c:v>108.75549031283786</c:v>
                </c:pt>
                <c:pt idx="1291">
                  <c:v>94.451339523636065</c:v>
                </c:pt>
                <c:pt idx="1292">
                  <c:v>96.969885347799178</c:v>
                </c:pt>
                <c:pt idx="1293">
                  <c:v>103.73802964568985</c:v>
                </c:pt>
                <c:pt idx="1294">
                  <c:v>108.86749596656044</c:v>
                </c:pt>
                <c:pt idx="1295">
                  <c:v>108.39060853860431</c:v>
                </c:pt>
                <c:pt idx="1296">
                  <c:v>103.390997522861</c:v>
                </c:pt>
                <c:pt idx="1297">
                  <c:v>107.12877269286894</c:v>
                </c:pt>
                <c:pt idx="1298">
                  <c:v>102.75477196434142</c:v>
                </c:pt>
                <c:pt idx="1299">
                  <c:v>100.3032259518663</c:v>
                </c:pt>
                <c:pt idx="1300">
                  <c:v>109.30533955417314</c:v>
                </c:pt>
                <c:pt idx="1301">
                  <c:v>108.67551224137091</c:v>
                </c:pt>
                <c:pt idx="1302">
                  <c:v>113.27665069286456</c:v>
                </c:pt>
                <c:pt idx="1303">
                  <c:v>111.56948240373366</c:v>
                </c:pt>
                <c:pt idx="1304">
                  <c:v>110.44175524238082</c:v>
                </c:pt>
                <c:pt idx="1305">
                  <c:v>111.25171498432793</c:v>
                </c:pt>
                <c:pt idx="1306">
                  <c:v>114.83658662315858</c:v>
                </c:pt>
                <c:pt idx="1307">
                  <c:v>115.05209117209318</c:v>
                </c:pt>
                <c:pt idx="1308">
                  <c:v>111.37568099510169</c:v>
                </c:pt>
                <c:pt idx="1309">
                  <c:v>114.07617693185213</c:v>
                </c:pt>
                <c:pt idx="1310">
                  <c:v>115.83398588168916</c:v>
                </c:pt>
                <c:pt idx="1311">
                  <c:v>113.88593818276735</c:v>
                </c:pt>
                <c:pt idx="1312">
                  <c:v>115.3977418555058</c:v>
                </c:pt>
                <c:pt idx="1313">
                  <c:v>116.74806253121872</c:v>
                </c:pt>
                <c:pt idx="1314">
                  <c:v>118.94978613136615</c:v>
                </c:pt>
                <c:pt idx="1315">
                  <c:v>122.57591918434001</c:v>
                </c:pt>
                <c:pt idx="1316">
                  <c:v>115.29693313178859</c:v>
                </c:pt>
                <c:pt idx="1317">
                  <c:v>114.34504866665647</c:v>
                </c:pt>
                <c:pt idx="1318">
                  <c:v>115.18932627199669</c:v>
                </c:pt>
                <c:pt idx="1319">
                  <c:v>114.30822240011284</c:v>
                </c:pt>
                <c:pt idx="1320">
                  <c:v>115.03282372760341</c:v>
                </c:pt>
                <c:pt idx="1321">
                  <c:v>114.73661403382491</c:v>
                </c:pt>
                <c:pt idx="1322">
                  <c:v>114.04553078901276</c:v>
                </c:pt>
                <c:pt idx="1323">
                  <c:v>116.36304082444305</c:v>
                </c:pt>
                <c:pt idx="1324">
                  <c:v>113.14312366718362</c:v>
                </c:pt>
                <c:pt idx="1325">
                  <c:v>113.0516578363605</c:v>
                </c:pt>
                <c:pt idx="1326">
                  <c:v>109.16635947816489</c:v>
                </c:pt>
                <c:pt idx="1327">
                  <c:v>109.77415646764486</c:v>
                </c:pt>
                <c:pt idx="1328">
                  <c:v>112.03695423145798</c:v>
                </c:pt>
                <c:pt idx="1329">
                  <c:v>112.45244031272881</c:v>
                </c:pt>
                <c:pt idx="1330">
                  <c:v>111.50611795893053</c:v>
                </c:pt>
                <c:pt idx="1331">
                  <c:v>111.27603558878765</c:v>
                </c:pt>
                <c:pt idx="1332">
                  <c:v>114.8965701767588</c:v>
                </c:pt>
                <c:pt idx="1333">
                  <c:v>117.06095855899873</c:v>
                </c:pt>
                <c:pt idx="1334">
                  <c:v>117.8734994114341</c:v>
                </c:pt>
                <c:pt idx="1335">
                  <c:v>121.07051375731888</c:v>
                </c:pt>
                <c:pt idx="1336">
                  <c:v>122.96821162488538</c:v>
                </c:pt>
                <c:pt idx="1337">
                  <c:v>124.00069217385487</c:v>
                </c:pt>
                <c:pt idx="1338">
                  <c:v>123.53231150440934</c:v>
                </c:pt>
                <c:pt idx="1339">
                  <c:v>124.64669686929473</c:v>
                </c:pt>
                <c:pt idx="1340">
                  <c:v>124.9496683454791</c:v>
                </c:pt>
                <c:pt idx="1341">
                  <c:v>123.44502634550383</c:v>
                </c:pt>
                <c:pt idx="1342">
                  <c:v>124.50059147419216</c:v>
                </c:pt>
                <c:pt idx="1343">
                  <c:v>121.92427967022861</c:v>
                </c:pt>
                <c:pt idx="1344">
                  <c:v>122.80592884714518</c:v>
                </c:pt>
                <c:pt idx="1345">
                  <c:v>120.79887914368206</c:v>
                </c:pt>
                <c:pt idx="1346">
                  <c:v>122.16730394648158</c:v>
                </c:pt>
                <c:pt idx="1347">
                  <c:v>121.81358274858457</c:v>
                </c:pt>
                <c:pt idx="1348">
                  <c:v>124.35881216568259</c:v>
                </c:pt>
                <c:pt idx="1349">
                  <c:v>126.26258109594679</c:v>
                </c:pt>
                <c:pt idx="1350">
                  <c:v>126.91545663479904</c:v>
                </c:pt>
                <c:pt idx="1351">
                  <c:v>128.80261193839942</c:v>
                </c:pt>
                <c:pt idx="1352">
                  <c:v>126.76153520089402</c:v>
                </c:pt>
                <c:pt idx="1353">
                  <c:v>126.66381653902891</c:v>
                </c:pt>
                <c:pt idx="1354">
                  <c:v>127.86047025651874</c:v>
                </c:pt>
                <c:pt idx="1355">
                  <c:v>127.09795205241907</c:v>
                </c:pt>
                <c:pt idx="1356">
                  <c:v>126.93174307844322</c:v>
                </c:pt>
                <c:pt idx="1357">
                  <c:v>128.74451877557934</c:v>
                </c:pt>
                <c:pt idx="1358">
                  <c:v>130.30500001090607</c:v>
                </c:pt>
                <c:pt idx="1359">
                  <c:v>130.95107741368366</c:v>
                </c:pt>
                <c:pt idx="1360">
                  <c:v>132.6446494306652</c:v>
                </c:pt>
                <c:pt idx="1361">
                  <c:v>133.32533552618662</c:v>
                </c:pt>
                <c:pt idx="1362">
                  <c:v>132.06927991379817</c:v>
                </c:pt>
                <c:pt idx="1363">
                  <c:v>133.55498165230333</c:v>
                </c:pt>
                <c:pt idx="1364">
                  <c:v>133.03381545568959</c:v>
                </c:pt>
                <c:pt idx="1365">
                  <c:v>133.39502550936945</c:v>
                </c:pt>
                <c:pt idx="1366">
                  <c:v>130.99339308422344</c:v>
                </c:pt>
                <c:pt idx="1367">
                  <c:v>131.06155621331459</c:v>
                </c:pt>
                <c:pt idx="1368">
                  <c:v>132.58793770726135</c:v>
                </c:pt>
                <c:pt idx="1369">
                  <c:v>134.58179102893243</c:v>
                </c:pt>
                <c:pt idx="1370">
                  <c:v>136.03175711095938</c:v>
                </c:pt>
                <c:pt idx="1371">
                  <c:v>137.89066561386443</c:v>
                </c:pt>
                <c:pt idx="1372">
                  <c:v>137.67686968736569</c:v>
                </c:pt>
                <c:pt idx="1373">
                  <c:v>138.6546016110492</c:v>
                </c:pt>
                <c:pt idx="1374">
                  <c:v>138.61254041619137</c:v>
                </c:pt>
                <c:pt idx="1375">
                  <c:v>137.90666122815782</c:v>
                </c:pt>
                <c:pt idx="1376">
                  <c:v>139.93599573062511</c:v>
                </c:pt>
                <c:pt idx="1377">
                  <c:v>138.4025252712529</c:v>
                </c:pt>
                <c:pt idx="1378">
                  <c:v>137.18445924281124</c:v>
                </c:pt>
                <c:pt idx="1379">
                  <c:v>136.71484254862486</c:v>
                </c:pt>
                <c:pt idx="1380">
                  <c:v>134.28899858002566</c:v>
                </c:pt>
                <c:pt idx="1381">
                  <c:v>137.00937997363633</c:v>
                </c:pt>
                <c:pt idx="1382">
                  <c:v>136.92002265560643</c:v>
                </c:pt>
                <c:pt idx="1383">
                  <c:v>138.23646171195242</c:v>
                </c:pt>
                <c:pt idx="1384">
                  <c:v>138.29142845925153</c:v>
                </c:pt>
                <c:pt idx="1385">
                  <c:v>138.80586922712828</c:v>
                </c:pt>
                <c:pt idx="1386">
                  <c:v>139.62357230054013</c:v>
                </c:pt>
                <c:pt idx="1387">
                  <c:v>139.48768228638403</c:v>
                </c:pt>
                <c:pt idx="1388">
                  <c:v>139.27268668881331</c:v>
                </c:pt>
                <c:pt idx="1389">
                  <c:v>137.69802752263561</c:v>
                </c:pt>
                <c:pt idx="1390">
                  <c:v>138.32854555514595</c:v>
                </c:pt>
                <c:pt idx="1391">
                  <c:v>140.06457865734268</c:v>
                </c:pt>
                <c:pt idx="1392">
                  <c:v>140.37892883187664</c:v>
                </c:pt>
                <c:pt idx="1393">
                  <c:v>138.94514013248732</c:v>
                </c:pt>
                <c:pt idx="1394">
                  <c:v>139.72430831691963</c:v>
                </c:pt>
                <c:pt idx="1395">
                  <c:v>141.04889059508773</c:v>
                </c:pt>
                <c:pt idx="1396">
                  <c:v>141.21175503152952</c:v>
                </c:pt>
                <c:pt idx="1397">
                  <c:v>142.04803482972304</c:v>
                </c:pt>
                <c:pt idx="1398">
                  <c:v>142.19181359001931</c:v>
                </c:pt>
                <c:pt idx="1399">
                  <c:v>143.47815180855866</c:v>
                </c:pt>
                <c:pt idx="1400">
                  <c:v>140.42800628482226</c:v>
                </c:pt>
                <c:pt idx="1401">
                  <c:v>141.41868011461585</c:v>
                </c:pt>
                <c:pt idx="1402">
                  <c:v>142.09205912269871</c:v>
                </c:pt>
                <c:pt idx="1403">
                  <c:v>141.74637208561728</c:v>
                </c:pt>
                <c:pt idx="1404">
                  <c:v>139.4424219686675</c:v>
                </c:pt>
                <c:pt idx="1405">
                  <c:v>139.66072575010344</c:v>
                </c:pt>
                <c:pt idx="1406">
                  <c:v>139.4721229161168</c:v>
                </c:pt>
                <c:pt idx="1407">
                  <c:v>138.848911971045</c:v>
                </c:pt>
                <c:pt idx="1408">
                  <c:v>141.19881312541941</c:v>
                </c:pt>
                <c:pt idx="1409">
                  <c:v>141.25054439619103</c:v>
                </c:pt>
                <c:pt idx="1410">
                  <c:v>140.89456927082537</c:v>
                </c:pt>
                <c:pt idx="1411">
                  <c:v>141.94053703093769</c:v>
                </c:pt>
                <c:pt idx="1412">
                  <c:v>142.88027937067434</c:v>
                </c:pt>
                <c:pt idx="1413">
                  <c:v>141.70605586686412</c:v>
                </c:pt>
                <c:pt idx="1414">
                  <c:v>141.21880764328617</c:v>
                </c:pt>
                <c:pt idx="1415">
                  <c:v>138.26805305018186</c:v>
                </c:pt>
                <c:pt idx="1416">
                  <c:v>137.17722486271037</c:v>
                </c:pt>
                <c:pt idx="1417">
                  <c:v>136.93852667305035</c:v>
                </c:pt>
                <c:pt idx="1418">
                  <c:v>132.8857469624692</c:v>
                </c:pt>
                <c:pt idx="1419">
                  <c:v>135.92149643334156</c:v>
                </c:pt>
                <c:pt idx="1420">
                  <c:v>138.07715993505781</c:v>
                </c:pt>
                <c:pt idx="1421">
                  <c:v>138.04658649955613</c:v>
                </c:pt>
                <c:pt idx="1422">
                  <c:v>138.39089209722133</c:v>
                </c:pt>
                <c:pt idx="1423">
                  <c:v>140.67797411182534</c:v>
                </c:pt>
                <c:pt idx="1424">
                  <c:v>141.68369836052224</c:v>
                </c:pt>
                <c:pt idx="1425">
                  <c:v>143.86808126062888</c:v>
                </c:pt>
                <c:pt idx="1426">
                  <c:v>144.97461423304301</c:v>
                </c:pt>
                <c:pt idx="1427">
                  <c:v>146.07874786331308</c:v>
                </c:pt>
                <c:pt idx="1428">
                  <c:v>147.2668584686235</c:v>
                </c:pt>
                <c:pt idx="1429">
                  <c:v>147.57335625068617</c:v>
                </c:pt>
                <c:pt idx="1430">
                  <c:v>147.68863373460513</c:v>
                </c:pt>
                <c:pt idx="1431">
                  <c:v>148.30384687253022</c:v>
                </c:pt>
                <c:pt idx="1432">
                  <c:v>144.427346102196</c:v>
                </c:pt>
                <c:pt idx="1433">
                  <c:v>145.35280145007513</c:v>
                </c:pt>
                <c:pt idx="1434">
                  <c:v>146.98369974196163</c:v>
                </c:pt>
                <c:pt idx="1435">
                  <c:v>147.3936600655675</c:v>
                </c:pt>
                <c:pt idx="1436">
                  <c:v>147.98600674578677</c:v>
                </c:pt>
                <c:pt idx="1437">
                  <c:v>147.44499144598171</c:v>
                </c:pt>
                <c:pt idx="1438">
                  <c:v>147.90671939402796</c:v>
                </c:pt>
                <c:pt idx="1439">
                  <c:v>145.9436212762028</c:v>
                </c:pt>
                <c:pt idx="1440">
                  <c:v>147.3127004450416</c:v>
                </c:pt>
                <c:pt idx="1441">
                  <c:v>145.13278904620333</c:v>
                </c:pt>
                <c:pt idx="1442">
                  <c:v>144.5052883682074</c:v>
                </c:pt>
                <c:pt idx="1443">
                  <c:v>144.01167825258091</c:v>
                </c:pt>
                <c:pt idx="1444">
                  <c:v>144.53338975422739</c:v>
                </c:pt>
                <c:pt idx="1445">
                  <c:v>146.36397874909932</c:v>
                </c:pt>
                <c:pt idx="1446">
                  <c:v>147.65457034689399</c:v>
                </c:pt>
                <c:pt idx="1447">
                  <c:v>150.28664867887133</c:v>
                </c:pt>
                <c:pt idx="1448">
                  <c:v>152.29664302951116</c:v>
                </c:pt>
                <c:pt idx="1449">
                  <c:v>154.857286402201</c:v>
                </c:pt>
                <c:pt idx="1450">
                  <c:v>157.33013566462142</c:v>
                </c:pt>
                <c:pt idx="1451">
                  <c:v>158.4789843075753</c:v>
                </c:pt>
                <c:pt idx="1452">
                  <c:v>157.61929274664328</c:v>
                </c:pt>
                <c:pt idx="1453">
                  <c:v>157.93124357903324</c:v>
                </c:pt>
                <c:pt idx="1454">
                  <c:v>158.64006741424353</c:v>
                </c:pt>
                <c:pt idx="1455">
                  <c:v>159.78422643391593</c:v>
                </c:pt>
                <c:pt idx="1456">
                  <c:v>160.61069074152033</c:v>
                </c:pt>
                <c:pt idx="1457">
                  <c:v>158.50185076528106</c:v>
                </c:pt>
                <c:pt idx="1458">
                  <c:v>159.52807848320859</c:v>
                </c:pt>
                <c:pt idx="1459">
                  <c:v>160.23661148906808</c:v>
                </c:pt>
                <c:pt idx="1460">
                  <c:v>161.85751252202121</c:v>
                </c:pt>
                <c:pt idx="1461">
                  <c:v>159.33122336639337</c:v>
                </c:pt>
                <c:pt idx="1462">
                  <c:v>160.9003931285749</c:v>
                </c:pt>
                <c:pt idx="1463">
                  <c:v>160.50043006390248</c:v>
                </c:pt>
                <c:pt idx="1464">
                  <c:v>162.33890780491458</c:v>
                </c:pt>
                <c:pt idx="1465">
                  <c:v>162.20294508342076</c:v>
                </c:pt>
                <c:pt idx="1466">
                  <c:v>162.25605779360859</c:v>
                </c:pt>
                <c:pt idx="1467">
                  <c:v>163.88070325445315</c:v>
                </c:pt>
                <c:pt idx="1468">
                  <c:v>165.1437024175917</c:v>
                </c:pt>
                <c:pt idx="1469">
                  <c:v>165.80366692186942</c:v>
                </c:pt>
                <c:pt idx="1470">
                  <c:v>167.60313717620696</c:v>
                </c:pt>
                <c:pt idx="1471">
                  <c:v>167.08102578420318</c:v>
                </c:pt>
                <c:pt idx="1472">
                  <c:v>167.58681437889393</c:v>
                </c:pt>
                <c:pt idx="1473">
                  <c:v>168.14829679426074</c:v>
                </c:pt>
                <c:pt idx="1474">
                  <c:v>168.18359620671276</c:v>
                </c:pt>
                <c:pt idx="1475">
                  <c:v>169.64970331770851</c:v>
                </c:pt>
                <c:pt idx="1476">
                  <c:v>170.46358925589126</c:v>
                </c:pt>
                <c:pt idx="1477">
                  <c:v>170.71933731624128</c:v>
                </c:pt>
                <c:pt idx="1478">
                  <c:v>165.60535765830022</c:v>
                </c:pt>
                <c:pt idx="1479">
                  <c:v>167.25119730808353</c:v>
                </c:pt>
                <c:pt idx="1480">
                  <c:v>168.84163396654154</c:v>
                </c:pt>
                <c:pt idx="1481">
                  <c:v>170.76605178071176</c:v>
                </c:pt>
                <c:pt idx="1482">
                  <c:v>172.14825462400489</c:v>
                </c:pt>
                <c:pt idx="1483">
                  <c:v>173.09101431825601</c:v>
                </c:pt>
                <c:pt idx="1484">
                  <c:v>173.57502706530644</c:v>
                </c:pt>
                <c:pt idx="1485">
                  <c:v>173.59360379008811</c:v>
                </c:pt>
                <c:pt idx="1486">
                  <c:v>174.02130470409205</c:v>
                </c:pt>
                <c:pt idx="1487">
                  <c:v>175.14034333859007</c:v>
                </c:pt>
                <c:pt idx="1488">
                  <c:v>176.08910138820119</c:v>
                </c:pt>
                <c:pt idx="1489">
                  <c:v>175.13038243332554</c:v>
                </c:pt>
                <c:pt idx="1490">
                  <c:v>174.83686291104183</c:v>
                </c:pt>
                <c:pt idx="1491">
                  <c:v>177.34232141441944</c:v>
                </c:pt>
                <c:pt idx="1492">
                  <c:v>179.11205436763885</c:v>
                </c:pt>
                <c:pt idx="1493">
                  <c:v>180.01286192803863</c:v>
                </c:pt>
                <c:pt idx="1494">
                  <c:v>179.92274118296291</c:v>
                </c:pt>
                <c:pt idx="1495">
                  <c:v>180.25661327766861</c:v>
                </c:pt>
                <c:pt idx="1496">
                  <c:v>178.25901552810609</c:v>
                </c:pt>
                <c:pt idx="1497">
                  <c:v>176.54893894546731</c:v>
                </c:pt>
                <c:pt idx="1498">
                  <c:v>179.58090763477941</c:v>
                </c:pt>
                <c:pt idx="1499">
                  <c:v>181.01262417504438</c:v>
                </c:pt>
                <c:pt idx="1500">
                  <c:v>180.40420917319398</c:v>
                </c:pt>
                <c:pt idx="1501">
                  <c:v>177.6914256963727</c:v>
                </c:pt>
                <c:pt idx="1502">
                  <c:v>175.76122764885554</c:v>
                </c:pt>
                <c:pt idx="1503">
                  <c:v>172.35248953559642</c:v>
                </c:pt>
                <c:pt idx="1504">
                  <c:v>170.40549609307121</c:v>
                </c:pt>
                <c:pt idx="1505">
                  <c:v>168.26575549831063</c:v>
                </c:pt>
                <c:pt idx="1506">
                  <c:v>176.68104817806318</c:v>
                </c:pt>
                <c:pt idx="1507">
                  <c:v>181.03298222959958</c:v>
                </c:pt>
                <c:pt idx="1508">
                  <c:v>182.69808932387267</c:v>
                </c:pt>
                <c:pt idx="1509">
                  <c:v>184.00151376677084</c:v>
                </c:pt>
                <c:pt idx="1510">
                  <c:v>184.42808771704046</c:v>
                </c:pt>
                <c:pt idx="1511">
                  <c:v>186.67161803636384</c:v>
                </c:pt>
                <c:pt idx="1512">
                  <c:v>186.60003766240092</c:v>
                </c:pt>
                <c:pt idx="1513">
                  <c:v>186.52845728843798</c:v>
                </c:pt>
                <c:pt idx="1514">
                  <c:v>187.33598133457227</c:v>
                </c:pt>
                <c:pt idx="1515">
                  <c:v>187.38244132336078</c:v>
                </c:pt>
                <c:pt idx="1516">
                  <c:v>189.5993971107558</c:v>
                </c:pt>
                <c:pt idx="1517">
                  <c:v>189.41777418118812</c:v>
                </c:pt>
                <c:pt idx="1518">
                  <c:v>187.96239140250273</c:v>
                </c:pt>
                <c:pt idx="1519">
                  <c:v>186.5840784017764</c:v>
                </c:pt>
                <c:pt idx="1520">
                  <c:v>185.00294828254363</c:v>
                </c:pt>
                <c:pt idx="1521">
                  <c:v>180.83885363794798</c:v>
                </c:pt>
                <c:pt idx="1522">
                  <c:v>180.86462838916165</c:v>
                </c:pt>
                <c:pt idx="1523">
                  <c:v>184.61007418329666</c:v>
                </c:pt>
                <c:pt idx="1524">
                  <c:v>185.54661740017463</c:v>
                </c:pt>
                <c:pt idx="1525">
                  <c:v>178.49647769302524</c:v>
                </c:pt>
                <c:pt idx="1526">
                  <c:v>181.22245755163854</c:v>
                </c:pt>
                <c:pt idx="1527">
                  <c:v>182.84764831751585</c:v>
                </c:pt>
                <c:pt idx="1528">
                  <c:v>187.02017701328435</c:v>
                </c:pt>
                <c:pt idx="1529">
                  <c:v>184.84415545701287</c:v>
                </c:pt>
                <c:pt idx="1530">
                  <c:v>183.24183114884136</c:v>
                </c:pt>
                <c:pt idx="1531">
                  <c:v>183.37179551497516</c:v>
                </c:pt>
                <c:pt idx="1532">
                  <c:v>185.49634027615701</c:v>
                </c:pt>
                <c:pt idx="1533">
                  <c:v>186.41983252591834</c:v>
                </c:pt>
                <c:pt idx="1534">
                  <c:v>184.64784564523035</c:v>
                </c:pt>
                <c:pt idx="1535">
                  <c:v>183.20460499194041</c:v>
                </c:pt>
                <c:pt idx="1536">
                  <c:v>183.09147237448349</c:v>
                </c:pt>
                <c:pt idx="1537">
                  <c:v>181.04716016045055</c:v>
                </c:pt>
                <c:pt idx="1538">
                  <c:v>178.92010699611814</c:v>
                </c:pt>
                <c:pt idx="1539">
                  <c:v>181.25299463347139</c:v>
                </c:pt>
                <c:pt idx="1540">
                  <c:v>180.9368994828327</c:v>
                </c:pt>
                <c:pt idx="1541">
                  <c:v>181.95534751562664</c:v>
                </c:pt>
                <c:pt idx="1542">
                  <c:v>178.78847036121729</c:v>
                </c:pt>
                <c:pt idx="1543">
                  <c:v>176.09760814671179</c:v>
                </c:pt>
                <c:pt idx="1544">
                  <c:v>178.16387797672928</c:v>
                </c:pt>
                <c:pt idx="1545">
                  <c:v>182.26486265220373</c:v>
                </c:pt>
                <c:pt idx="1546">
                  <c:v>179.98392440763513</c:v>
                </c:pt>
                <c:pt idx="1547">
                  <c:v>181.87678723724477</c:v>
                </c:pt>
                <c:pt idx="1548">
                  <c:v>178.71216401030406</c:v>
                </c:pt>
                <c:pt idx="1549">
                  <c:v>178.86510389515021</c:v>
                </c:pt>
                <c:pt idx="1550">
                  <c:v>180.53871774793384</c:v>
                </c:pt>
                <c:pt idx="1551">
                  <c:v>180.84572448136038</c:v>
                </c:pt>
                <c:pt idx="1552">
                  <c:v>180.28264250456419</c:v>
                </c:pt>
                <c:pt idx="1553">
                  <c:v>174.07365398723402</c:v>
                </c:pt>
                <c:pt idx="1554">
                  <c:v>176.47546818072425</c:v>
                </c:pt>
                <c:pt idx="1555">
                  <c:v>177.41928213137197</c:v>
                </c:pt>
                <c:pt idx="1556">
                  <c:v>177.52234478255781</c:v>
                </c:pt>
                <c:pt idx="1557">
                  <c:v>174.31373361631029</c:v>
                </c:pt>
                <c:pt idx="1558">
                  <c:v>173.42808553582037</c:v>
                </c:pt>
                <c:pt idx="1559">
                  <c:v>174.79087551994834</c:v>
                </c:pt>
                <c:pt idx="1560">
                  <c:v>174.05573162849166</c:v>
                </c:pt>
                <c:pt idx="1561">
                  <c:v>175.90271612801436</c:v>
                </c:pt>
                <c:pt idx="1562">
                  <c:v>177.92990576401962</c:v>
                </c:pt>
                <c:pt idx="1563">
                  <c:v>180.80075499299463</c:v>
                </c:pt>
                <c:pt idx="1564">
                  <c:v>180.91745026999871</c:v>
                </c:pt>
                <c:pt idx="1565">
                  <c:v>177.34177610938673</c:v>
                </c:pt>
                <c:pt idx="1566">
                  <c:v>177.10969428745719</c:v>
                </c:pt>
                <c:pt idx="1567">
                  <c:v>175.41921233232779</c:v>
                </c:pt>
                <c:pt idx="1568">
                  <c:v>176.96075330618442</c:v>
                </c:pt>
                <c:pt idx="1569">
                  <c:v>177.95033652591252</c:v>
                </c:pt>
                <c:pt idx="1570">
                  <c:v>178.8835715589253</c:v>
                </c:pt>
                <c:pt idx="1571">
                  <c:v>179.95942203483116</c:v>
                </c:pt>
                <c:pt idx="1572">
                  <c:v>178.72121607384736</c:v>
                </c:pt>
                <c:pt idx="1573">
                  <c:v>177.00892191740883</c:v>
                </c:pt>
                <c:pt idx="1574">
                  <c:v>177.16069848485179</c:v>
                </c:pt>
                <c:pt idx="1575">
                  <c:v>180.24414396925351</c:v>
                </c:pt>
                <c:pt idx="1576">
                  <c:v>182.47116972291963</c:v>
                </c:pt>
                <c:pt idx="1577">
                  <c:v>181.41440492315922</c:v>
                </c:pt>
                <c:pt idx="1578">
                  <c:v>180.18645069679076</c:v>
                </c:pt>
                <c:pt idx="1579">
                  <c:v>183.73318733699924</c:v>
                </c:pt>
                <c:pt idx="1580">
                  <c:v>184.13823991531049</c:v>
                </c:pt>
                <c:pt idx="1581">
                  <c:v>184.08599969317504</c:v>
                </c:pt>
                <c:pt idx="1582">
                  <c:v>185.46740275575348</c:v>
                </c:pt>
                <c:pt idx="1583">
                  <c:v>185.82257810040448</c:v>
                </c:pt>
                <c:pt idx="1584">
                  <c:v>186.9410350762009</c:v>
                </c:pt>
                <c:pt idx="1585">
                  <c:v>188.81164946047519</c:v>
                </c:pt>
                <c:pt idx="1586">
                  <c:v>188.80234292124993</c:v>
                </c:pt>
                <c:pt idx="1587">
                  <c:v>188.4918825892828</c:v>
                </c:pt>
                <c:pt idx="1588">
                  <c:v>189.88404633784046</c:v>
                </c:pt>
                <c:pt idx="1589">
                  <c:v>189.40279646962253</c:v>
                </c:pt>
                <c:pt idx="1590">
                  <c:v>190.23333238813797</c:v>
                </c:pt>
                <c:pt idx="1591">
                  <c:v>190.04087606525337</c:v>
                </c:pt>
                <c:pt idx="1592">
                  <c:v>188.82691800139162</c:v>
                </c:pt>
                <c:pt idx="1593">
                  <c:v>190.13139670068645</c:v>
                </c:pt>
                <c:pt idx="1594">
                  <c:v>190.76500479504892</c:v>
                </c:pt>
                <c:pt idx="1595">
                  <c:v>191.04409191079972</c:v>
                </c:pt>
                <c:pt idx="1596">
                  <c:v>191.84939838313423</c:v>
                </c:pt>
                <c:pt idx="1597">
                  <c:v>190.86395948165483</c:v>
                </c:pt>
                <c:pt idx="1598">
                  <c:v>190.21450118767436</c:v>
                </c:pt>
                <c:pt idx="1599">
                  <c:v>190.29128013628264</c:v>
                </c:pt>
                <c:pt idx="1600">
                  <c:v>191.12745087346957</c:v>
                </c:pt>
                <c:pt idx="1601">
                  <c:v>191.17925485157886</c:v>
                </c:pt>
                <c:pt idx="1602">
                  <c:v>190.15179110891049</c:v>
                </c:pt>
                <c:pt idx="1603">
                  <c:v>191.58019946531024</c:v>
                </c:pt>
                <c:pt idx="1604">
                  <c:v>192.4019377959643</c:v>
                </c:pt>
                <c:pt idx="1605">
                  <c:v>191.71321753962729</c:v>
                </c:pt>
                <c:pt idx="1606">
                  <c:v>191.03729377472504</c:v>
                </c:pt>
                <c:pt idx="1607">
                  <c:v>190.79390596178357</c:v>
                </c:pt>
                <c:pt idx="1608">
                  <c:v>190.19730590230895</c:v>
                </c:pt>
                <c:pt idx="1609">
                  <c:v>190.80103128087788</c:v>
                </c:pt>
                <c:pt idx="1610">
                  <c:v>192.23820087147016</c:v>
                </c:pt>
                <c:pt idx="1611">
                  <c:v>192.16978326669704</c:v>
                </c:pt>
                <c:pt idx="1612">
                  <c:v>192.87351758826853</c:v>
                </c:pt>
                <c:pt idx="1613">
                  <c:v>191.10738364826517</c:v>
                </c:pt>
                <c:pt idx="1614">
                  <c:v>190.44302035005677</c:v>
                </c:pt>
                <c:pt idx="1615">
                  <c:v>190.39394289711112</c:v>
                </c:pt>
                <c:pt idx="1616">
                  <c:v>191.83732896507649</c:v>
                </c:pt>
                <c:pt idx="1617">
                  <c:v>192.32563144505107</c:v>
                </c:pt>
                <c:pt idx="1618">
                  <c:v>193.25192292731376</c:v>
                </c:pt>
                <c:pt idx="1619">
                  <c:v>193.18361438354719</c:v>
                </c:pt>
                <c:pt idx="1620">
                  <c:v>191.0508900468744</c:v>
                </c:pt>
                <c:pt idx="1621">
                  <c:v>189.76073469310597</c:v>
                </c:pt>
                <c:pt idx="1622">
                  <c:v>192.08264352246692</c:v>
                </c:pt>
                <c:pt idx="1623">
                  <c:v>192.5864690190399</c:v>
                </c:pt>
                <c:pt idx="1624">
                  <c:v>192.13739214775291</c:v>
                </c:pt>
                <c:pt idx="1625">
                  <c:v>191.14308295107452</c:v>
                </c:pt>
                <c:pt idx="1626">
                  <c:v>190.65212665327397</c:v>
                </c:pt>
                <c:pt idx="1627">
                  <c:v>191.41322706428855</c:v>
                </c:pt>
                <c:pt idx="1628">
                  <c:v>191.17245671550415</c:v>
                </c:pt>
                <c:pt idx="1629">
                  <c:v>192.49496683454791</c:v>
                </c:pt>
                <c:pt idx="1630">
                  <c:v>195.66766057597297</c:v>
                </c:pt>
                <c:pt idx="1631">
                  <c:v>197.65406139553008</c:v>
                </c:pt>
                <c:pt idx="1632">
                  <c:v>198.10146599804997</c:v>
                </c:pt>
                <c:pt idx="1633">
                  <c:v>197.31942587377858</c:v>
                </c:pt>
                <c:pt idx="1634">
                  <c:v>197.77431933208129</c:v>
                </c:pt>
                <c:pt idx="1635">
                  <c:v>198.32620437887212</c:v>
                </c:pt>
                <c:pt idx="1636">
                  <c:v>198.22176028827005</c:v>
                </c:pt>
                <c:pt idx="1637">
                  <c:v>199.37798872600024</c:v>
                </c:pt>
                <c:pt idx="1638">
                  <c:v>201.53488825245734</c:v>
                </c:pt>
                <c:pt idx="1639">
                  <c:v>202.06307070715886</c:v>
                </c:pt>
                <c:pt idx="1640">
                  <c:v>202.8253707892454</c:v>
                </c:pt>
                <c:pt idx="1641">
                  <c:v>202.23360576772768</c:v>
                </c:pt>
                <c:pt idx="1642">
                  <c:v>201.14237768989884</c:v>
                </c:pt>
                <c:pt idx="1643">
                  <c:v>201.96567922831341</c:v>
                </c:pt>
                <c:pt idx="1644">
                  <c:v>203.43142280262066</c:v>
                </c:pt>
                <c:pt idx="1645">
                  <c:v>203.37772843373125</c:v>
                </c:pt>
                <c:pt idx="1646">
                  <c:v>203.39550537779823</c:v>
                </c:pt>
                <c:pt idx="1647">
                  <c:v>204.0339485101176</c:v>
                </c:pt>
                <c:pt idx="1648">
                  <c:v>206.81514959171196</c:v>
                </c:pt>
                <c:pt idx="1649">
                  <c:v>209.22405275062764</c:v>
                </c:pt>
                <c:pt idx="1650">
                  <c:v>208.44542987122801</c:v>
                </c:pt>
                <c:pt idx="1651">
                  <c:v>210.31520812111876</c:v>
                </c:pt>
                <c:pt idx="1652">
                  <c:v>211.32369524864819</c:v>
                </c:pt>
                <c:pt idx="1653">
                  <c:v>211.93065610374467</c:v>
                </c:pt>
                <c:pt idx="1654">
                  <c:v>211.86729165894153</c:v>
                </c:pt>
                <c:pt idx="1655">
                  <c:v>211.76106623856589</c:v>
                </c:pt>
                <c:pt idx="1656">
                  <c:v>211.96032069752513</c:v>
                </c:pt>
                <c:pt idx="1657">
                  <c:v>211.49750213941343</c:v>
                </c:pt>
                <c:pt idx="1658">
                  <c:v>211.74954212554081</c:v>
                </c:pt>
                <c:pt idx="1659">
                  <c:v>213.48037665309221</c:v>
                </c:pt>
                <c:pt idx="1660">
                  <c:v>214.9998145962889</c:v>
                </c:pt>
                <c:pt idx="1661">
                  <c:v>214.54441218662228</c:v>
                </c:pt>
                <c:pt idx="1662">
                  <c:v>212.63598998674547</c:v>
                </c:pt>
                <c:pt idx="1663">
                  <c:v>214.50580459030505</c:v>
                </c:pt>
                <c:pt idx="1664">
                  <c:v>214.22246409529896</c:v>
                </c:pt>
                <c:pt idx="1665">
                  <c:v>217.70525463200272</c:v>
                </c:pt>
                <c:pt idx="1666">
                  <c:v>218.29821932459245</c:v>
                </c:pt>
                <c:pt idx="1667">
                  <c:v>218.40513546467619</c:v>
                </c:pt>
                <c:pt idx="1668">
                  <c:v>216.91361713915529</c:v>
                </c:pt>
                <c:pt idx="1669">
                  <c:v>215.98903427932848</c:v>
                </c:pt>
                <c:pt idx="1670">
                  <c:v>214.94601116639291</c:v>
                </c:pt>
                <c:pt idx="1671">
                  <c:v>213.63444350167265</c:v>
                </c:pt>
                <c:pt idx="1672">
                  <c:v>215.57478422279854</c:v>
                </c:pt>
                <c:pt idx="1673">
                  <c:v>217.1945582920174</c:v>
                </c:pt>
                <c:pt idx="1674">
                  <c:v>215.17638436588658</c:v>
                </c:pt>
                <c:pt idx="1675">
                  <c:v>216.95080694238743</c:v>
                </c:pt>
                <c:pt idx="1676">
                  <c:v>218.3367178599031</c:v>
                </c:pt>
                <c:pt idx="1677">
                  <c:v>218.61562320730968</c:v>
                </c:pt>
                <c:pt idx="1678">
                  <c:v>219.15558425071816</c:v>
                </c:pt>
                <c:pt idx="1679">
                  <c:v>220.80146025417031</c:v>
                </c:pt>
                <c:pt idx="1680">
                  <c:v>222.86962047496792</c:v>
                </c:pt>
                <c:pt idx="1681">
                  <c:v>224.5405805099256</c:v>
                </c:pt>
                <c:pt idx="1682">
                  <c:v>224.3604844344496</c:v>
                </c:pt>
                <c:pt idx="1683">
                  <c:v>222.70242995193317</c:v>
                </c:pt>
                <c:pt idx="1684">
                  <c:v>221.47927440985268</c:v>
                </c:pt>
                <c:pt idx="1685">
                  <c:v>221.10890323162303</c:v>
                </c:pt>
                <c:pt idx="1686">
                  <c:v>221.63759463768841</c:v>
                </c:pt>
                <c:pt idx="1687">
                  <c:v>223.03070358163617</c:v>
                </c:pt>
                <c:pt idx="1688">
                  <c:v>222.27843711215178</c:v>
                </c:pt>
                <c:pt idx="1689">
                  <c:v>218.0663919783448</c:v>
                </c:pt>
                <c:pt idx="1690">
                  <c:v>215.60244936479234</c:v>
                </c:pt>
                <c:pt idx="1691">
                  <c:v>218.62536599056114</c:v>
                </c:pt>
                <c:pt idx="1692">
                  <c:v>218.2276568533573</c:v>
                </c:pt>
                <c:pt idx="1693">
                  <c:v>217.29285861258401</c:v>
                </c:pt>
                <c:pt idx="1694">
                  <c:v>218.36783660043756</c:v>
                </c:pt>
                <c:pt idx="1695">
                  <c:v>220.10550561773243</c:v>
                </c:pt>
                <c:pt idx="1696">
                  <c:v>219.69776286792637</c:v>
                </c:pt>
                <c:pt idx="1697">
                  <c:v>219.404643236</c:v>
                </c:pt>
                <c:pt idx="1698">
                  <c:v>217.83005677716</c:v>
                </c:pt>
                <c:pt idx="1699">
                  <c:v>220.61838317784867</c:v>
                </c:pt>
                <c:pt idx="1700">
                  <c:v>220.73478762550195</c:v>
                </c:pt>
                <c:pt idx="1701">
                  <c:v>219.29394631435599</c:v>
                </c:pt>
                <c:pt idx="1702">
                  <c:v>218.15229569783412</c:v>
                </c:pt>
                <c:pt idx="1703">
                  <c:v>216.79877589926252</c:v>
                </c:pt>
                <c:pt idx="1704">
                  <c:v>212.54496039994854</c:v>
                </c:pt>
                <c:pt idx="1705">
                  <c:v>213.26636260458039</c:v>
                </c:pt>
                <c:pt idx="1706">
                  <c:v>212.09090307602932</c:v>
                </c:pt>
                <c:pt idx="1707">
                  <c:v>213.74172317844486</c:v>
                </c:pt>
                <c:pt idx="1708">
                  <c:v>207.60544199881195</c:v>
                </c:pt>
                <c:pt idx="1709">
                  <c:v>208.16321633995622</c:v>
                </c:pt>
                <c:pt idx="1710">
                  <c:v>207.45173868692004</c:v>
                </c:pt>
                <c:pt idx="1711">
                  <c:v>209.70537532618329</c:v>
                </c:pt>
                <c:pt idx="1712">
                  <c:v>212.52823771227818</c:v>
                </c:pt>
                <c:pt idx="1713">
                  <c:v>209.74780005772962</c:v>
                </c:pt>
                <c:pt idx="1714">
                  <c:v>206.29667356659303</c:v>
                </c:pt>
                <c:pt idx="1715">
                  <c:v>209.51946266369151</c:v>
                </c:pt>
                <c:pt idx="1716">
                  <c:v>213.2131044797172</c:v>
                </c:pt>
                <c:pt idx="1717">
                  <c:v>213.78549299573862</c:v>
                </c:pt>
                <c:pt idx="1718">
                  <c:v>213.71111338927435</c:v>
                </c:pt>
                <c:pt idx="1719">
                  <c:v>211.88161500446787</c:v>
                </c:pt>
                <c:pt idx="1720">
                  <c:v>211.27694443050885</c:v>
                </c:pt>
                <c:pt idx="1721">
                  <c:v>210.08069060337635</c:v>
                </c:pt>
                <c:pt idx="1722">
                  <c:v>210.49188695172302</c:v>
                </c:pt>
                <c:pt idx="1723">
                  <c:v>207.25859164432734</c:v>
                </c:pt>
                <c:pt idx="1724">
                  <c:v>202.93348660040121</c:v>
                </c:pt>
                <c:pt idx="1725">
                  <c:v>204.74026394217734</c:v>
                </c:pt>
                <c:pt idx="1726">
                  <c:v>206.96347256061429</c:v>
                </c:pt>
                <c:pt idx="1727">
                  <c:v>208.36207090855817</c:v>
                </c:pt>
                <c:pt idx="1728">
                  <c:v>207.66782489455616</c:v>
                </c:pt>
                <c:pt idx="1729">
                  <c:v>208.7436390167932</c:v>
                </c:pt>
                <c:pt idx="1730">
                  <c:v>210.47858150892446</c:v>
                </c:pt>
                <c:pt idx="1731">
                  <c:v>210.1477994760709</c:v>
                </c:pt>
                <c:pt idx="1732">
                  <c:v>210.10355706108217</c:v>
                </c:pt>
                <c:pt idx="1733">
                  <c:v>211.77400814467595</c:v>
                </c:pt>
                <c:pt idx="1734">
                  <c:v>215.15271812746613</c:v>
                </c:pt>
                <c:pt idx="1735">
                  <c:v>217.59826578458123</c:v>
                </c:pt>
                <c:pt idx="1736">
                  <c:v>218.93324521204005</c:v>
                </c:pt>
                <c:pt idx="1737">
                  <c:v>216.6745554128068</c:v>
                </c:pt>
                <c:pt idx="1738">
                  <c:v>217.19372215763389</c:v>
                </c:pt>
                <c:pt idx="1739">
                  <c:v>219.56027329234092</c:v>
                </c:pt>
                <c:pt idx="1740">
                  <c:v>220.36463456928536</c:v>
                </c:pt>
                <c:pt idx="1741">
                  <c:v>222.30283042394922</c:v>
                </c:pt>
                <c:pt idx="1742">
                  <c:v>222.6127818045525</c:v>
                </c:pt>
                <c:pt idx="1743">
                  <c:v>222.56817585287524</c:v>
                </c:pt>
                <c:pt idx="1744">
                  <c:v>222.88038116094714</c:v>
                </c:pt>
                <c:pt idx="1745">
                  <c:v>220.86620613838969</c:v>
                </c:pt>
                <c:pt idx="1746">
                  <c:v>218.48126004724523</c:v>
                </c:pt>
                <c:pt idx="1747">
                  <c:v>216.17571036886613</c:v>
                </c:pt>
                <c:pt idx="1748">
                  <c:v>214.62180914760097</c:v>
                </c:pt>
                <c:pt idx="1749">
                  <c:v>209.00273161467729</c:v>
                </c:pt>
                <c:pt idx="1750">
                  <c:v>210.33560252934285</c:v>
                </c:pt>
                <c:pt idx="1751">
                  <c:v>208.22269094219257</c:v>
                </c:pt>
                <c:pt idx="1752">
                  <c:v>207.94382194845485</c:v>
                </c:pt>
                <c:pt idx="1753">
                  <c:v>210.90279247071894</c:v>
                </c:pt>
                <c:pt idx="1754">
                  <c:v>213.98703773583532</c:v>
                </c:pt>
                <c:pt idx="1755">
                  <c:v>216.51638059964648</c:v>
                </c:pt>
                <c:pt idx="1756">
                  <c:v>213.7160211345689</c:v>
                </c:pt>
                <c:pt idx="1757">
                  <c:v>213.19543659665675</c:v>
                </c:pt>
                <c:pt idx="1758">
                  <c:v>209.4741659923061</c:v>
                </c:pt>
                <c:pt idx="1759">
                  <c:v>210.15539739286027</c:v>
                </c:pt>
                <c:pt idx="1760">
                  <c:v>212.54525122929931</c:v>
                </c:pt>
                <c:pt idx="1761">
                  <c:v>214.21773811834862</c:v>
                </c:pt>
                <c:pt idx="1762">
                  <c:v>211.40719962599346</c:v>
                </c:pt>
                <c:pt idx="1763">
                  <c:v>205.05592284878981</c:v>
                </c:pt>
                <c:pt idx="1764">
                  <c:v>211.36768318795501</c:v>
                </c:pt>
                <c:pt idx="1765">
                  <c:v>210.83920990390271</c:v>
                </c:pt>
                <c:pt idx="1766">
                  <c:v>210.45869605206428</c:v>
                </c:pt>
                <c:pt idx="1767">
                  <c:v>210.24406399118206</c:v>
                </c:pt>
                <c:pt idx="1768">
                  <c:v>209.70101288592144</c:v>
                </c:pt>
                <c:pt idx="1769">
                  <c:v>208.3089945520392</c:v>
                </c:pt>
                <c:pt idx="1770">
                  <c:v>208.05953567639997</c:v>
                </c:pt>
                <c:pt idx="1771">
                  <c:v>198.23622904847181</c:v>
                </c:pt>
                <c:pt idx="1772">
                  <c:v>203.06621384536749</c:v>
                </c:pt>
                <c:pt idx="1773">
                  <c:v>204.47949907552618</c:v>
                </c:pt>
                <c:pt idx="1774">
                  <c:v>201.6498021996878</c:v>
                </c:pt>
                <c:pt idx="1775">
                  <c:v>200.31845813911383</c:v>
                </c:pt>
                <c:pt idx="1776">
                  <c:v>197.52333360235045</c:v>
                </c:pt>
                <c:pt idx="1777">
                  <c:v>192.10278345500907</c:v>
                </c:pt>
                <c:pt idx="1778">
                  <c:v>194.21616763985438</c:v>
                </c:pt>
                <c:pt idx="1779">
                  <c:v>198.66309382809223</c:v>
                </c:pt>
                <c:pt idx="1780">
                  <c:v>201.63340669503705</c:v>
                </c:pt>
                <c:pt idx="1781">
                  <c:v>201.94572106411553</c:v>
                </c:pt>
                <c:pt idx="1782">
                  <c:v>205.347406565618</c:v>
                </c:pt>
                <c:pt idx="1783">
                  <c:v>202.76931343188082</c:v>
                </c:pt>
                <c:pt idx="1784">
                  <c:v>206.54936791875974</c:v>
                </c:pt>
                <c:pt idx="1785">
                  <c:v>210.35661494993735</c:v>
                </c:pt>
                <c:pt idx="1786">
                  <c:v>208.27922089725215</c:v>
                </c:pt>
                <c:pt idx="1787">
                  <c:v>210.81238089629241</c:v>
                </c:pt>
                <c:pt idx="1788">
                  <c:v>209.70548438718981</c:v>
                </c:pt>
                <c:pt idx="1789">
                  <c:v>209.38142778307326</c:v>
                </c:pt>
                <c:pt idx="1790">
                  <c:v>208.53264232279582</c:v>
                </c:pt>
                <c:pt idx="1791">
                  <c:v>209.3734663295954</c:v>
                </c:pt>
                <c:pt idx="1792">
                  <c:v>210.64642639799854</c:v>
                </c:pt>
                <c:pt idx="1793">
                  <c:v>213.33783391753678</c:v>
                </c:pt>
                <c:pt idx="1794">
                  <c:v>212.91802174967299</c:v>
                </c:pt>
                <c:pt idx="1795">
                  <c:v>215.49251587019413</c:v>
                </c:pt>
                <c:pt idx="1796">
                  <c:v>220.34591242982833</c:v>
                </c:pt>
                <c:pt idx="1797">
                  <c:v>218.76365534686127</c:v>
                </c:pt>
                <c:pt idx="1798">
                  <c:v>216.70571050701008</c:v>
                </c:pt>
                <c:pt idx="1799">
                  <c:v>214.61370227944775</c:v>
                </c:pt>
                <c:pt idx="1800">
                  <c:v>216.11230957039416</c:v>
                </c:pt>
                <c:pt idx="1801">
                  <c:v>214.35784515809121</c:v>
                </c:pt>
                <c:pt idx="1802">
                  <c:v>212.94659573338802</c:v>
                </c:pt>
                <c:pt idx="1803">
                  <c:v>212.08341422024654</c:v>
                </c:pt>
                <c:pt idx="1804">
                  <c:v>207.82207351148085</c:v>
                </c:pt>
                <c:pt idx="1805">
                  <c:v>205.26426572496121</c:v>
                </c:pt>
                <c:pt idx="1806">
                  <c:v>207.35223869528136</c:v>
                </c:pt>
                <c:pt idx="1807">
                  <c:v>210.53020371868948</c:v>
                </c:pt>
                <c:pt idx="1808">
                  <c:v>207.9326250184495</c:v>
                </c:pt>
                <c:pt idx="1809">
                  <c:v>205.68865845509995</c:v>
                </c:pt>
                <c:pt idx="1810">
                  <c:v>208.51232062190951</c:v>
                </c:pt>
                <c:pt idx="1811">
                  <c:v>206.55932882402425</c:v>
                </c:pt>
                <c:pt idx="1812">
                  <c:v>209.11015670612491</c:v>
                </c:pt>
                <c:pt idx="1813">
                  <c:v>207.43719721938055</c:v>
                </c:pt>
                <c:pt idx="1814">
                  <c:v>207.12862727819353</c:v>
                </c:pt>
                <c:pt idx="1815">
                  <c:v>202.37734817435512</c:v>
                </c:pt>
                <c:pt idx="1816">
                  <c:v>202.49804235493252</c:v>
                </c:pt>
                <c:pt idx="1817">
                  <c:v>199.34745164416739</c:v>
                </c:pt>
                <c:pt idx="1818">
                  <c:v>198.0208699142126</c:v>
                </c:pt>
                <c:pt idx="1819">
                  <c:v>197.63617539045657</c:v>
                </c:pt>
                <c:pt idx="1820">
                  <c:v>196.6311418614678</c:v>
                </c:pt>
                <c:pt idx="1821">
                  <c:v>192.42109617944752</c:v>
                </c:pt>
                <c:pt idx="1822">
                  <c:v>191.92417787995583</c:v>
                </c:pt>
                <c:pt idx="1823">
                  <c:v>192.57934369994553</c:v>
                </c:pt>
                <c:pt idx="1824">
                  <c:v>197.4675670743367</c:v>
                </c:pt>
                <c:pt idx="1825">
                  <c:v>197.06789483901503</c:v>
                </c:pt>
                <c:pt idx="1826">
                  <c:v>191.91912471998586</c:v>
                </c:pt>
                <c:pt idx="1827">
                  <c:v>197.49635918006481</c:v>
                </c:pt>
                <c:pt idx="1828">
                  <c:v>197.35901501915473</c:v>
                </c:pt>
                <c:pt idx="1829">
                  <c:v>196.50106843432746</c:v>
                </c:pt>
                <c:pt idx="1830">
                  <c:v>195.39827988980477</c:v>
                </c:pt>
                <c:pt idx="1831">
                  <c:v>197.22785098194896</c:v>
                </c:pt>
                <c:pt idx="1832">
                  <c:v>199.52587545087638</c:v>
                </c:pt>
                <c:pt idx="1833">
                  <c:v>203.31058320736787</c:v>
                </c:pt>
                <c:pt idx="1834">
                  <c:v>202.00428682463064</c:v>
                </c:pt>
                <c:pt idx="1835">
                  <c:v>201.33087146287889</c:v>
                </c:pt>
                <c:pt idx="1836">
                  <c:v>202.91930866955022</c:v>
                </c:pt>
                <c:pt idx="1837">
                  <c:v>202.74161193621819</c:v>
                </c:pt>
                <c:pt idx="1838">
                  <c:v>202.40021463206088</c:v>
                </c:pt>
                <c:pt idx="1839">
                  <c:v>200.33539894879732</c:v>
                </c:pt>
                <c:pt idx="1840">
                  <c:v>199.55434037358484</c:v>
                </c:pt>
                <c:pt idx="1841">
                  <c:v>201.10951397325968</c:v>
                </c:pt>
                <c:pt idx="1842">
                  <c:v>197.41292751005724</c:v>
                </c:pt>
                <c:pt idx="1843">
                  <c:v>192.11714315420426</c:v>
                </c:pt>
                <c:pt idx="1844">
                  <c:v>191.56045942312542</c:v>
                </c:pt>
                <c:pt idx="1845">
                  <c:v>191.00722929058722</c:v>
                </c:pt>
                <c:pt idx="1846">
                  <c:v>187.20608967577616</c:v>
                </c:pt>
                <c:pt idx="1847">
                  <c:v>186.71397006057248</c:v>
                </c:pt>
                <c:pt idx="1848">
                  <c:v>187.57707886637624</c:v>
                </c:pt>
                <c:pt idx="1849">
                  <c:v>190.97334767122032</c:v>
                </c:pt>
                <c:pt idx="1850">
                  <c:v>188.39390945173577</c:v>
                </c:pt>
                <c:pt idx="1851">
                  <c:v>190.0050677014375</c:v>
                </c:pt>
                <c:pt idx="1852">
                  <c:v>191.68555239763353</c:v>
                </c:pt>
                <c:pt idx="1853">
                  <c:v>193.26075686884394</c:v>
                </c:pt>
                <c:pt idx="1854">
                  <c:v>193.31954075137213</c:v>
                </c:pt>
                <c:pt idx="1855">
                  <c:v>192.77249074253822</c:v>
                </c:pt>
                <c:pt idx="1856">
                  <c:v>192.74329874645281</c:v>
                </c:pt>
                <c:pt idx="1857">
                  <c:v>192.33973666856431</c:v>
                </c:pt>
                <c:pt idx="1858">
                  <c:v>193.52791998121242</c:v>
                </c:pt>
                <c:pt idx="1859">
                  <c:v>193.16285643863463</c:v>
                </c:pt>
                <c:pt idx="1860">
                  <c:v>195.40449636717787</c:v>
                </c:pt>
                <c:pt idx="1861">
                  <c:v>196.95857935678725</c:v>
                </c:pt>
                <c:pt idx="1862">
                  <c:v>198.06147696231648</c:v>
                </c:pt>
                <c:pt idx="1863">
                  <c:v>197.74661783641866</c:v>
                </c:pt>
                <c:pt idx="1864">
                  <c:v>195.89759753144048</c:v>
                </c:pt>
                <c:pt idx="1865">
                  <c:v>194.543568781505</c:v>
                </c:pt>
                <c:pt idx="1866">
                  <c:v>194.18730282678857</c:v>
                </c:pt>
                <c:pt idx="1867">
                  <c:v>195.44015931631836</c:v>
                </c:pt>
                <c:pt idx="1868">
                  <c:v>198.20438323456042</c:v>
                </c:pt>
                <c:pt idx="1869">
                  <c:v>199.1003921106722</c:v>
                </c:pt>
                <c:pt idx="1870">
                  <c:v>201.39034606511524</c:v>
                </c:pt>
                <c:pt idx="1871">
                  <c:v>202.42431711450749</c:v>
                </c:pt>
                <c:pt idx="1872">
                  <c:v>203.84312810233124</c:v>
                </c:pt>
                <c:pt idx="1873">
                  <c:v>202.73066948189481</c:v>
                </c:pt>
                <c:pt idx="1874">
                  <c:v>200.92123832229271</c:v>
                </c:pt>
                <c:pt idx="1875">
                  <c:v>202.91280136282634</c:v>
                </c:pt>
                <c:pt idx="1876">
                  <c:v>206.69892691240292</c:v>
                </c:pt>
                <c:pt idx="1877">
                  <c:v>209.28898040319126</c:v>
                </c:pt>
                <c:pt idx="1878">
                  <c:v>211.27116419716194</c:v>
                </c:pt>
                <c:pt idx="1879">
                  <c:v>211.34699795038014</c:v>
                </c:pt>
                <c:pt idx="1880">
                  <c:v>212.12558447611093</c:v>
                </c:pt>
                <c:pt idx="1881">
                  <c:v>211.93752694715701</c:v>
                </c:pt>
                <c:pt idx="1882">
                  <c:v>212.26154719760473</c:v>
                </c:pt>
                <c:pt idx="1883">
                  <c:v>213.95250175042918</c:v>
                </c:pt>
                <c:pt idx="1884">
                  <c:v>213.82242832328879</c:v>
                </c:pt>
                <c:pt idx="1885">
                  <c:v>215.69576923272672</c:v>
                </c:pt>
                <c:pt idx="1886">
                  <c:v>216.16902129379798</c:v>
                </c:pt>
                <c:pt idx="1887">
                  <c:v>217.54838855092095</c:v>
                </c:pt>
                <c:pt idx="1888">
                  <c:v>219.06768107944222</c:v>
                </c:pt>
                <c:pt idx="1889">
                  <c:v>219.20535242337192</c:v>
                </c:pt>
                <c:pt idx="1890">
                  <c:v>216.835638519475</c:v>
                </c:pt>
                <c:pt idx="1891">
                  <c:v>213.66458069314814</c:v>
                </c:pt>
                <c:pt idx="1892">
                  <c:v>214.600433190318</c:v>
                </c:pt>
                <c:pt idx="1893">
                  <c:v>214.79721559979552</c:v>
                </c:pt>
                <c:pt idx="1894">
                  <c:v>213.66767075500027</c:v>
                </c:pt>
                <c:pt idx="1895">
                  <c:v>213.88270270623983</c:v>
                </c:pt>
                <c:pt idx="1896">
                  <c:v>210.75174297665296</c:v>
                </c:pt>
                <c:pt idx="1897">
                  <c:v>216.43909269967435</c:v>
                </c:pt>
                <c:pt idx="1898">
                  <c:v>213.63811522222633</c:v>
                </c:pt>
                <c:pt idx="1899">
                  <c:v>213.77167860157616</c:v>
                </c:pt>
                <c:pt idx="1900">
                  <c:v>215.38087375316005</c:v>
                </c:pt>
                <c:pt idx="1901">
                  <c:v>215.20277712947066</c:v>
                </c:pt>
                <c:pt idx="1902">
                  <c:v>214.59174466346317</c:v>
                </c:pt>
                <c:pt idx="1903">
                  <c:v>216.98857840432115</c:v>
                </c:pt>
                <c:pt idx="1904">
                  <c:v>217.37000109788079</c:v>
                </c:pt>
                <c:pt idx="1905">
                  <c:v>218.54055288113733</c:v>
                </c:pt>
                <c:pt idx="1906">
                  <c:v>220.19809841228985</c:v>
                </c:pt>
                <c:pt idx="1907">
                  <c:v>219.38337633972358</c:v>
                </c:pt>
                <c:pt idx="1908">
                  <c:v>217.88211523095123</c:v>
                </c:pt>
                <c:pt idx="1909">
                  <c:v>213.90785944508303</c:v>
                </c:pt>
                <c:pt idx="1910">
                  <c:v>215.00006907197081</c:v>
                </c:pt>
                <c:pt idx="1911">
                  <c:v>217.10316516853197</c:v>
                </c:pt>
                <c:pt idx="1912">
                  <c:v>216.14720909248879</c:v>
                </c:pt>
                <c:pt idx="1913">
                  <c:v>214.92187233027744</c:v>
                </c:pt>
                <c:pt idx="1914">
                  <c:v>211.21088981421093</c:v>
                </c:pt>
                <c:pt idx="1915">
                  <c:v>207.74384041611862</c:v>
                </c:pt>
                <c:pt idx="1916">
                  <c:v>207.60678708455936</c:v>
                </c:pt>
                <c:pt idx="1917">
                  <c:v>205.75551285211256</c:v>
                </c:pt>
                <c:pt idx="1918">
                  <c:v>205.07090056035543</c:v>
                </c:pt>
                <c:pt idx="1919">
                  <c:v>208.76792326758408</c:v>
                </c:pt>
                <c:pt idx="1920">
                  <c:v>206.44815930468519</c:v>
                </c:pt>
                <c:pt idx="1921">
                  <c:v>211.08928679191234</c:v>
                </c:pt>
                <c:pt idx="1922">
                  <c:v>211.65869430708818</c:v>
                </c:pt>
                <c:pt idx="1923">
                  <c:v>211.54668865336558</c:v>
                </c:pt>
                <c:pt idx="1924">
                  <c:v>210.81896091035404</c:v>
                </c:pt>
                <c:pt idx="1925">
                  <c:v>207.75147468657681</c:v>
                </c:pt>
                <c:pt idx="1926">
                  <c:v>209.49132492400264</c:v>
                </c:pt>
                <c:pt idx="1927">
                  <c:v>208.07142332611349</c:v>
                </c:pt>
                <c:pt idx="1928">
                  <c:v>210.56034091016497</c:v>
                </c:pt>
                <c:pt idx="1929">
                  <c:v>212.34534240430079</c:v>
                </c:pt>
                <c:pt idx="1930">
                  <c:v>214.3434127515583</c:v>
                </c:pt>
                <c:pt idx="1931">
                  <c:v>214.87632118321014</c:v>
                </c:pt>
                <c:pt idx="1932">
                  <c:v>215.22426214776021</c:v>
                </c:pt>
                <c:pt idx="1933">
                  <c:v>215.60324914550702</c:v>
                </c:pt>
                <c:pt idx="1934">
                  <c:v>217.51003543028568</c:v>
                </c:pt>
                <c:pt idx="1935">
                  <c:v>216.46414037751103</c:v>
                </c:pt>
                <c:pt idx="1936">
                  <c:v>217.23803727996031</c:v>
                </c:pt>
                <c:pt idx="1937">
                  <c:v>217.97605311125602</c:v>
                </c:pt>
                <c:pt idx="1938">
                  <c:v>220.83614165425186</c:v>
                </c:pt>
                <c:pt idx="1939">
                  <c:v>222.19853174802253</c:v>
                </c:pt>
                <c:pt idx="1940">
                  <c:v>221.41598267238726</c:v>
                </c:pt>
                <c:pt idx="1941">
                  <c:v>221.16267030785016</c:v>
                </c:pt>
                <c:pt idx="1942">
                  <c:v>221.57692036438007</c:v>
                </c:pt>
                <c:pt idx="1943">
                  <c:v>222.43046815527671</c:v>
                </c:pt>
                <c:pt idx="1944">
                  <c:v>221.87934653553171</c:v>
                </c:pt>
                <c:pt idx="1945">
                  <c:v>220.35303774892265</c:v>
                </c:pt>
                <c:pt idx="1946">
                  <c:v>224.64764206468479</c:v>
                </c:pt>
                <c:pt idx="1947">
                  <c:v>224.02639421773083</c:v>
                </c:pt>
                <c:pt idx="1948">
                  <c:v>224.93101891335976</c:v>
                </c:pt>
                <c:pt idx="1949">
                  <c:v>225.32265698786586</c:v>
                </c:pt>
                <c:pt idx="1950">
                  <c:v>224.48608636032156</c:v>
                </c:pt>
                <c:pt idx="1951">
                  <c:v>224.16937319731244</c:v>
                </c:pt>
                <c:pt idx="1952">
                  <c:v>222.28392651614791</c:v>
                </c:pt>
                <c:pt idx="1953">
                  <c:v>223.28045328662611</c:v>
                </c:pt>
                <c:pt idx="1954">
                  <c:v>223.61352560061712</c:v>
                </c:pt>
                <c:pt idx="1955">
                  <c:v>226.38403870357001</c:v>
                </c:pt>
                <c:pt idx="1956">
                  <c:v>226.46023599347669</c:v>
                </c:pt>
                <c:pt idx="1957">
                  <c:v>227.227880064884</c:v>
                </c:pt>
                <c:pt idx="1958">
                  <c:v>227.87148541817984</c:v>
                </c:pt>
                <c:pt idx="1959">
                  <c:v>229.39037805634382</c:v>
                </c:pt>
                <c:pt idx="1960">
                  <c:v>230.06124866127612</c:v>
                </c:pt>
                <c:pt idx="1961">
                  <c:v>228.55006300090812</c:v>
                </c:pt>
                <c:pt idx="1962">
                  <c:v>228.4268240635113</c:v>
                </c:pt>
                <c:pt idx="1963">
                  <c:v>227.66979526340779</c:v>
                </c:pt>
                <c:pt idx="1964">
                  <c:v>226.88571933368084</c:v>
                </c:pt>
                <c:pt idx="1965">
                  <c:v>227.46737803525869</c:v>
                </c:pt>
                <c:pt idx="1966">
                  <c:v>226.05318396337876</c:v>
                </c:pt>
                <c:pt idx="1967">
                  <c:v>225.86741671556237</c:v>
                </c:pt>
                <c:pt idx="1968">
                  <c:v>227.33148802110259</c:v>
                </c:pt>
                <c:pt idx="1969">
                  <c:v>227.85719842632238</c:v>
                </c:pt>
                <c:pt idx="1970">
                  <c:v>224.66214717855539</c:v>
                </c:pt>
                <c:pt idx="1971">
                  <c:v>222.98544326391959</c:v>
                </c:pt>
                <c:pt idx="1972">
                  <c:v>224.688176405451</c:v>
                </c:pt>
                <c:pt idx="1973">
                  <c:v>224.31046178611388</c:v>
                </c:pt>
                <c:pt idx="1974">
                  <c:v>222.00182204588268</c:v>
                </c:pt>
                <c:pt idx="1975">
                  <c:v>221.12562591929338</c:v>
                </c:pt>
                <c:pt idx="1976">
                  <c:v>217.55958548092633</c:v>
                </c:pt>
                <c:pt idx="1977">
                  <c:v>220.18115760260639</c:v>
                </c:pt>
                <c:pt idx="1978">
                  <c:v>221.49356140171022</c:v>
                </c:pt>
                <c:pt idx="1979">
                  <c:v>221.43121485963482</c:v>
                </c:pt>
                <c:pt idx="1980">
                  <c:v>222.24408289508983</c:v>
                </c:pt>
                <c:pt idx="1981">
                  <c:v>221.17841144646158</c:v>
                </c:pt>
                <c:pt idx="1982">
                  <c:v>222.36735818615551</c:v>
                </c:pt>
                <c:pt idx="1983">
                  <c:v>222.82690491407081</c:v>
                </c:pt>
                <c:pt idx="1984">
                  <c:v>220.51208505013534</c:v>
                </c:pt>
                <c:pt idx="1985">
                  <c:v>219.40627915109818</c:v>
                </c:pt>
                <c:pt idx="1986">
                  <c:v>217.75982148894451</c:v>
                </c:pt>
                <c:pt idx="1987">
                  <c:v>220.83875911840897</c:v>
                </c:pt>
                <c:pt idx="1988">
                  <c:v>218.54182525954701</c:v>
                </c:pt>
                <c:pt idx="1989">
                  <c:v>218.50554429803611</c:v>
                </c:pt>
                <c:pt idx="1990">
                  <c:v>217.96943674352559</c:v>
                </c:pt>
                <c:pt idx="1991">
                  <c:v>219.07149821467132</c:v>
                </c:pt>
                <c:pt idx="1992">
                  <c:v>218.45999315096881</c:v>
                </c:pt>
                <c:pt idx="1993">
                  <c:v>220.50579586542455</c:v>
                </c:pt>
                <c:pt idx="1994">
                  <c:v>221.92366165785816</c:v>
                </c:pt>
                <c:pt idx="1995">
                  <c:v>221.24272108665477</c:v>
                </c:pt>
                <c:pt idx="1996">
                  <c:v>220.38237515968348</c:v>
                </c:pt>
                <c:pt idx="1997">
                  <c:v>221.54532902615065</c:v>
                </c:pt>
                <c:pt idx="1998">
                  <c:v>221.6801284302413</c:v>
                </c:pt>
                <c:pt idx="1999">
                  <c:v>218.86748142509288</c:v>
                </c:pt>
                <c:pt idx="2000">
                  <c:v>215.68958910902248</c:v>
                </c:pt>
                <c:pt idx="2001">
                  <c:v>216.30582014967536</c:v>
                </c:pt>
                <c:pt idx="2002">
                  <c:v>216.48573445680711</c:v>
                </c:pt>
                <c:pt idx="2003">
                  <c:v>217.0607767906545</c:v>
                </c:pt>
                <c:pt idx="2004">
                  <c:v>217.87568063156502</c:v>
                </c:pt>
                <c:pt idx="2005">
                  <c:v>221.18255576471034</c:v>
                </c:pt>
                <c:pt idx="2006">
                  <c:v>219.96478056561949</c:v>
                </c:pt>
                <c:pt idx="2007">
                  <c:v>219.16187343542899</c:v>
                </c:pt>
                <c:pt idx="2008">
                  <c:v>220.53513327618535</c:v>
                </c:pt>
                <c:pt idx="2009">
                  <c:v>221.0529185815962</c:v>
                </c:pt>
                <c:pt idx="2010">
                  <c:v>220.60387806397807</c:v>
                </c:pt>
                <c:pt idx="2011">
                  <c:v>219.69190992724177</c:v>
                </c:pt>
                <c:pt idx="2012">
                  <c:v>221.87465691225023</c:v>
                </c:pt>
                <c:pt idx="2013">
                  <c:v>222.75743305290109</c:v>
                </c:pt>
                <c:pt idx="2014">
                  <c:v>222.91891604992665</c:v>
                </c:pt>
                <c:pt idx="2015">
                  <c:v>221.76672286943869</c:v>
                </c:pt>
                <c:pt idx="2016">
                  <c:v>220.63601470724029</c:v>
                </c:pt>
                <c:pt idx="2017">
                  <c:v>220.56759710246718</c:v>
                </c:pt>
                <c:pt idx="2018">
                  <c:v>217.19492182870587</c:v>
                </c:pt>
                <c:pt idx="2019">
                  <c:v>216.68895146567087</c:v>
                </c:pt>
                <c:pt idx="2020">
                  <c:v>216.17320196571558</c:v>
                </c:pt>
                <c:pt idx="2021">
                  <c:v>215.5349042480716</c:v>
                </c:pt>
                <c:pt idx="2022">
                  <c:v>214.3489385092233</c:v>
                </c:pt>
                <c:pt idx="2023">
                  <c:v>215.98107282585067</c:v>
                </c:pt>
                <c:pt idx="2024">
                  <c:v>214.15710019870912</c:v>
                </c:pt>
                <c:pt idx="2025">
                  <c:v>217.42754895566816</c:v>
                </c:pt>
                <c:pt idx="2026">
                  <c:v>218.93800754265919</c:v>
                </c:pt>
                <c:pt idx="2027">
                  <c:v>219.38744795063459</c:v>
                </c:pt>
                <c:pt idx="2028">
                  <c:v>217.41776981874787</c:v>
                </c:pt>
                <c:pt idx="2029">
                  <c:v>214.97789333397313</c:v>
                </c:pt>
                <c:pt idx="2030">
                  <c:v>211.71595133552472</c:v>
                </c:pt>
                <c:pt idx="2031">
                  <c:v>210.48843335318247</c:v>
                </c:pt>
                <c:pt idx="2032">
                  <c:v>209.2368128883935</c:v>
                </c:pt>
                <c:pt idx="2033">
                  <c:v>209.52378875028447</c:v>
                </c:pt>
                <c:pt idx="2034">
                  <c:v>210.81456211642333</c:v>
                </c:pt>
                <c:pt idx="2035">
                  <c:v>209.50237643933264</c:v>
                </c:pt>
                <c:pt idx="2036">
                  <c:v>211.12276852092191</c:v>
                </c:pt>
                <c:pt idx="2037">
                  <c:v>211.63139270178283</c:v>
                </c:pt>
                <c:pt idx="2038">
                  <c:v>210.5796447083236</c:v>
                </c:pt>
                <c:pt idx="2039">
                  <c:v>209.13211432210949</c:v>
                </c:pt>
                <c:pt idx="2040">
                  <c:v>209.59293342843455</c:v>
                </c:pt>
                <c:pt idx="2041">
                  <c:v>209.44700980167622</c:v>
                </c:pt>
                <c:pt idx="2042">
                  <c:v>210.70619182958561</c:v>
                </c:pt>
                <c:pt idx="2043">
                  <c:v>214.45581829563821</c:v>
                </c:pt>
                <c:pt idx="2044">
                  <c:v>214.8735946580465</c:v>
                </c:pt>
                <c:pt idx="2045">
                  <c:v>216.99254095422563</c:v>
                </c:pt>
                <c:pt idx="2046">
                  <c:v>217.51479776090483</c:v>
                </c:pt>
                <c:pt idx="2047">
                  <c:v>217.56402062852587</c:v>
                </c:pt>
                <c:pt idx="2048">
                  <c:v>218.69538315676357</c:v>
                </c:pt>
                <c:pt idx="2049">
                  <c:v>219.5498761430502</c:v>
                </c:pt>
                <c:pt idx="2050">
                  <c:v>219.68885621905847</c:v>
                </c:pt>
                <c:pt idx="2051">
                  <c:v>217.79755659720931</c:v>
                </c:pt>
                <c:pt idx="2052">
                  <c:v>217.12959428578495</c:v>
                </c:pt>
                <c:pt idx="2053">
                  <c:v>216.55080752404615</c:v>
                </c:pt>
                <c:pt idx="2054">
                  <c:v>216.78547045646391</c:v>
                </c:pt>
                <c:pt idx="2055">
                  <c:v>216.8680296384191</c:v>
                </c:pt>
                <c:pt idx="2056">
                  <c:v>218.32595717392397</c:v>
                </c:pt>
                <c:pt idx="2057">
                  <c:v>218.59719189720343</c:v>
                </c:pt>
                <c:pt idx="2058">
                  <c:v>219.21473166993488</c:v>
                </c:pt>
                <c:pt idx="2059">
                  <c:v>220.48274763937448</c:v>
                </c:pt>
                <c:pt idx="2060">
                  <c:v>222.16614062907843</c:v>
                </c:pt>
                <c:pt idx="2061">
                  <c:v>223.04688096427378</c:v>
                </c:pt>
                <c:pt idx="2062">
                  <c:v>222.46009639538832</c:v>
                </c:pt>
                <c:pt idx="2063">
                  <c:v>224.48117861502701</c:v>
                </c:pt>
                <c:pt idx="2064">
                  <c:v>221.95474404472372</c:v>
                </c:pt>
                <c:pt idx="2065">
                  <c:v>224.53570911829991</c:v>
                </c:pt>
                <c:pt idx="2066">
                  <c:v>224.52509384699613</c:v>
                </c:pt>
                <c:pt idx="2067">
                  <c:v>225.17535192169129</c:v>
                </c:pt>
                <c:pt idx="2068">
                  <c:v>225.0456420312394</c:v>
                </c:pt>
                <c:pt idx="2069">
                  <c:v>225.49417359749361</c:v>
                </c:pt>
                <c:pt idx="2070">
                  <c:v>226.64952954717143</c:v>
                </c:pt>
                <c:pt idx="2071">
                  <c:v>225.1472505356713</c:v>
                </c:pt>
                <c:pt idx="2072">
                  <c:v>223.79551206687327</c:v>
                </c:pt>
                <c:pt idx="2073">
                  <c:v>223.32691327541468</c:v>
                </c:pt>
                <c:pt idx="2074">
                  <c:v>224.41003448509025</c:v>
                </c:pt>
                <c:pt idx="2075">
                  <c:v>225.26071033614784</c:v>
                </c:pt>
                <c:pt idx="2076">
                  <c:v>225.32654683043268</c:v>
                </c:pt>
                <c:pt idx="2077">
                  <c:v>224.57035416471265</c:v>
                </c:pt>
                <c:pt idx="2078">
                  <c:v>224.92967382761236</c:v>
                </c:pt>
                <c:pt idx="2079">
                  <c:v>227.21657407387212</c:v>
                </c:pt>
                <c:pt idx="2080">
                  <c:v>228.46964868541497</c:v>
                </c:pt>
                <c:pt idx="2081">
                  <c:v>228.91588997053168</c:v>
                </c:pt>
                <c:pt idx="2082">
                  <c:v>227.65481755184211</c:v>
                </c:pt>
                <c:pt idx="2083">
                  <c:v>226.95064698624446</c:v>
                </c:pt>
                <c:pt idx="2084">
                  <c:v>227.3816924377825</c:v>
                </c:pt>
                <c:pt idx="2085">
                  <c:v>228.25548922222779</c:v>
                </c:pt>
                <c:pt idx="2086">
                  <c:v>228.27515655707487</c:v>
                </c:pt>
                <c:pt idx="2087">
                  <c:v>229.54782579612717</c:v>
                </c:pt>
                <c:pt idx="2088">
                  <c:v>228.47786461457477</c:v>
                </c:pt>
                <c:pt idx="2089">
                  <c:v>227.66714144558179</c:v>
                </c:pt>
                <c:pt idx="2090">
                  <c:v>228.02733359653388</c:v>
                </c:pt>
                <c:pt idx="2091">
                  <c:v>229.54855286950414</c:v>
                </c:pt>
                <c:pt idx="2092">
                  <c:v>229.85883143312705</c:v>
                </c:pt>
                <c:pt idx="2093">
                  <c:v>228.72866857596134</c:v>
                </c:pt>
                <c:pt idx="2094">
                  <c:v>230.42620314284736</c:v>
                </c:pt>
                <c:pt idx="2095">
                  <c:v>229.63994599298957</c:v>
                </c:pt>
                <c:pt idx="2096">
                  <c:v>230.21942347443644</c:v>
                </c:pt>
                <c:pt idx="2097">
                  <c:v>230.92995593208263</c:v>
                </c:pt>
                <c:pt idx="2098">
                  <c:v>229.89656654139191</c:v>
                </c:pt>
                <c:pt idx="2099">
                  <c:v>228.95311612743271</c:v>
                </c:pt>
                <c:pt idx="2100">
                  <c:v>228.91905273972154</c:v>
                </c:pt>
                <c:pt idx="2101">
                  <c:v>230.54053543137627</c:v>
                </c:pt>
                <c:pt idx="2102">
                  <c:v>232.35600130000716</c:v>
                </c:pt>
                <c:pt idx="2103">
                  <c:v>235.27570985991474</c:v>
                </c:pt>
                <c:pt idx="2104">
                  <c:v>237.04427949573099</c:v>
                </c:pt>
                <c:pt idx="2105">
                  <c:v>238.04037002218303</c:v>
                </c:pt>
                <c:pt idx="2106">
                  <c:v>237.92036656131376</c:v>
                </c:pt>
                <c:pt idx="2107">
                  <c:v>239.15493715541265</c:v>
                </c:pt>
                <c:pt idx="2108">
                  <c:v>237.31838615884953</c:v>
                </c:pt>
                <c:pt idx="2109">
                  <c:v>237.55003173675289</c:v>
                </c:pt>
                <c:pt idx="2110">
                  <c:v>238.54492259213291</c:v>
                </c:pt>
                <c:pt idx="2111">
                  <c:v>237.73081853193708</c:v>
                </c:pt>
                <c:pt idx="2112">
                  <c:v>238.33061771427032</c:v>
                </c:pt>
                <c:pt idx="2113">
                  <c:v>240.15560824413959</c:v>
                </c:pt>
                <c:pt idx="2114">
                  <c:v>242.07882638723783</c:v>
                </c:pt>
                <c:pt idx="2115">
                  <c:v>242.82484002568023</c:v>
                </c:pt>
                <c:pt idx="2116">
                  <c:v>243.9238114349738</c:v>
                </c:pt>
                <c:pt idx="2117">
                  <c:v>245.64864760716515</c:v>
                </c:pt>
                <c:pt idx="2118">
                  <c:v>242.42175054548679</c:v>
                </c:pt>
                <c:pt idx="2119">
                  <c:v>241.3330308708085</c:v>
                </c:pt>
                <c:pt idx="2120">
                  <c:v>241.22735075546561</c:v>
                </c:pt>
                <c:pt idx="2121">
                  <c:v>242.50514586182553</c:v>
                </c:pt>
                <c:pt idx="2122">
                  <c:v>240.90420299307027</c:v>
                </c:pt>
                <c:pt idx="2123">
                  <c:v>240.51660017580633</c:v>
                </c:pt>
                <c:pt idx="2124">
                  <c:v>241.85248844498634</c:v>
                </c:pt>
                <c:pt idx="2125">
                  <c:v>241.60397476473722</c:v>
                </c:pt>
                <c:pt idx="2126">
                  <c:v>239.14454000612193</c:v>
                </c:pt>
                <c:pt idx="2127">
                  <c:v>237.17380761783861</c:v>
                </c:pt>
                <c:pt idx="2128">
                  <c:v>238.92085588169641</c:v>
                </c:pt>
                <c:pt idx="2129">
                  <c:v>238.92085588169641</c:v>
                </c:pt>
                <c:pt idx="2130">
                  <c:v>239.37618558402534</c:v>
                </c:pt>
                <c:pt idx="2131">
                  <c:v>239.91898221360395</c:v>
                </c:pt>
                <c:pt idx="2132">
                  <c:v>238.80063429881403</c:v>
                </c:pt>
                <c:pt idx="2133">
                  <c:v>237.47179864139071</c:v>
                </c:pt>
                <c:pt idx="2134">
                  <c:v>237.75997417435363</c:v>
                </c:pt>
                <c:pt idx="2135">
                  <c:v>238.25983712102206</c:v>
                </c:pt>
                <c:pt idx="2136">
                  <c:v>236.84786062294191</c:v>
                </c:pt>
                <c:pt idx="2137">
                  <c:v>236.11220778012139</c:v>
                </c:pt>
                <c:pt idx="2138">
                  <c:v>237.08441394613985</c:v>
                </c:pt>
                <c:pt idx="2139">
                  <c:v>237.0987372916662</c:v>
                </c:pt>
                <c:pt idx="2140">
                  <c:v>237.8740519872006</c:v>
                </c:pt>
                <c:pt idx="2141">
                  <c:v>237.21619599571605</c:v>
                </c:pt>
                <c:pt idx="2142">
                  <c:v>235.88626972822726</c:v>
                </c:pt>
                <c:pt idx="2143">
                  <c:v>236.28648726858162</c:v>
                </c:pt>
                <c:pt idx="2144">
                  <c:v>236.57448103320036</c:v>
                </c:pt>
                <c:pt idx="2145">
                  <c:v>236.61603327669431</c:v>
                </c:pt>
                <c:pt idx="2146">
                  <c:v>235.68596101287139</c:v>
                </c:pt>
                <c:pt idx="2147">
                  <c:v>237.70631615913311</c:v>
                </c:pt>
                <c:pt idx="2148">
                  <c:v>238.58236687104699</c:v>
                </c:pt>
                <c:pt idx="2149">
                  <c:v>239.13537888157208</c:v>
                </c:pt>
                <c:pt idx="2150">
                  <c:v>239.49986076544835</c:v>
                </c:pt>
                <c:pt idx="2151">
                  <c:v>240.89962243079532</c:v>
                </c:pt>
                <c:pt idx="2152">
                  <c:v>242.11147198186387</c:v>
                </c:pt>
                <c:pt idx="2153">
                  <c:v>244.03156370944112</c:v>
                </c:pt>
                <c:pt idx="2154">
                  <c:v>244.37346996496237</c:v>
                </c:pt>
                <c:pt idx="2155">
                  <c:v>245.26726126727439</c:v>
                </c:pt>
                <c:pt idx="2156">
                  <c:v>245.45633669895599</c:v>
                </c:pt>
                <c:pt idx="2157">
                  <c:v>246.61830901636424</c:v>
                </c:pt>
                <c:pt idx="2158">
                  <c:v>245.73931365727358</c:v>
                </c:pt>
                <c:pt idx="2159">
                  <c:v>242.84556161692393</c:v>
                </c:pt>
                <c:pt idx="2160">
                  <c:v>240.77122127242205</c:v>
                </c:pt>
                <c:pt idx="2161">
                  <c:v>239.967478007848</c:v>
                </c:pt>
                <c:pt idx="2162">
                  <c:v>240.02033624235389</c:v>
                </c:pt>
                <c:pt idx="2163">
                  <c:v>239.73597784462007</c:v>
                </c:pt>
                <c:pt idx="2164">
                  <c:v>240.36569609641575</c:v>
                </c:pt>
                <c:pt idx="2165">
                  <c:v>238.14677721090288</c:v>
                </c:pt>
                <c:pt idx="2166">
                  <c:v>239.31042179707819</c:v>
                </c:pt>
                <c:pt idx="2167">
                  <c:v>238.16051889772766</c:v>
                </c:pt>
                <c:pt idx="2168">
                  <c:v>237.12058584664422</c:v>
                </c:pt>
                <c:pt idx="2169">
                  <c:v>238.59483617946208</c:v>
                </c:pt>
                <c:pt idx="2170">
                  <c:v>239.91832784756474</c:v>
                </c:pt>
                <c:pt idx="2171">
                  <c:v>238.16157315412428</c:v>
                </c:pt>
                <c:pt idx="2172">
                  <c:v>240.22271711683416</c:v>
                </c:pt>
                <c:pt idx="2173">
                  <c:v>241.65392470573522</c:v>
                </c:pt>
                <c:pt idx="2174">
                  <c:v>241.41886188296007</c:v>
                </c:pt>
                <c:pt idx="2175">
                  <c:v>240.96207803387725</c:v>
                </c:pt>
                <c:pt idx="2176">
                  <c:v>240.54106619494144</c:v>
                </c:pt>
                <c:pt idx="2177">
                  <c:v>241.49047861059185</c:v>
                </c:pt>
                <c:pt idx="2178">
                  <c:v>239.48713698135128</c:v>
                </c:pt>
                <c:pt idx="2179">
                  <c:v>238.58636577462033</c:v>
                </c:pt>
                <c:pt idx="2180">
                  <c:v>237.74434209674874</c:v>
                </c:pt>
                <c:pt idx="2181">
                  <c:v>234.7424742452433</c:v>
                </c:pt>
                <c:pt idx="2182">
                  <c:v>232.84183173050005</c:v>
                </c:pt>
                <c:pt idx="2183">
                  <c:v>229.56669335025958</c:v>
                </c:pt>
                <c:pt idx="2184">
                  <c:v>231.87387894373691</c:v>
                </c:pt>
                <c:pt idx="2185">
                  <c:v>233.0730047107084</c:v>
                </c:pt>
                <c:pt idx="2186">
                  <c:v>232.20880529483912</c:v>
                </c:pt>
                <c:pt idx="2187">
                  <c:v>231.17781524629248</c:v>
                </c:pt>
                <c:pt idx="2188">
                  <c:v>232.95758181211409</c:v>
                </c:pt>
                <c:pt idx="2189">
                  <c:v>233.98595439650362</c:v>
                </c:pt>
                <c:pt idx="2190">
                  <c:v>236.14867050997654</c:v>
                </c:pt>
                <c:pt idx="2191">
                  <c:v>236.08945038342216</c:v>
                </c:pt>
                <c:pt idx="2192">
                  <c:v>236.2101809176684</c:v>
                </c:pt>
                <c:pt idx="2193">
                  <c:v>235.68883295271038</c:v>
                </c:pt>
                <c:pt idx="2194">
                  <c:v>235.95232434452518</c:v>
                </c:pt>
                <c:pt idx="2195">
                  <c:v>237.24204345426742</c:v>
                </c:pt>
                <c:pt idx="2196">
                  <c:v>236.05844070389429</c:v>
                </c:pt>
                <c:pt idx="2197">
                  <c:v>238.7561010544745</c:v>
                </c:pt>
                <c:pt idx="2198">
                  <c:v>239.87052277302877</c:v>
                </c:pt>
                <c:pt idx="2199">
                  <c:v>239.18798264039603</c:v>
                </c:pt>
                <c:pt idx="2200">
                  <c:v>238.68055813060707</c:v>
                </c:pt>
                <c:pt idx="2201">
                  <c:v>239.6825379514126</c:v>
                </c:pt>
                <c:pt idx="2202">
                  <c:v>240.01870032725571</c:v>
                </c:pt>
                <c:pt idx="2203">
                  <c:v>239.99896028507089</c:v>
                </c:pt>
                <c:pt idx="2204">
                  <c:v>239.82529880898107</c:v>
                </c:pt>
                <c:pt idx="2205">
                  <c:v>240.56749531219438</c:v>
                </c:pt>
                <c:pt idx="2206">
                  <c:v>243.21298814797689</c:v>
                </c:pt>
                <c:pt idx="2207">
                  <c:v>243.52755644452392</c:v>
                </c:pt>
                <c:pt idx="2208">
                  <c:v>245.31888347703941</c:v>
                </c:pt>
                <c:pt idx="2209">
                  <c:v>250.34997677000555</c:v>
                </c:pt>
                <c:pt idx="2210">
                  <c:v>251.91689260471856</c:v>
                </c:pt>
                <c:pt idx="2211">
                  <c:v>253.21686344907613</c:v>
                </c:pt>
                <c:pt idx="2212">
                  <c:v>252.73684960559905</c:v>
                </c:pt>
                <c:pt idx="2213">
                  <c:v>253.84167395557728</c:v>
                </c:pt>
                <c:pt idx="2214">
                  <c:v>254.21586226903602</c:v>
                </c:pt>
                <c:pt idx="2215">
                  <c:v>252.84351127000087</c:v>
                </c:pt>
                <c:pt idx="2216">
                  <c:v>252.96555053632571</c:v>
                </c:pt>
                <c:pt idx="2217">
                  <c:v>256.34498759249283</c:v>
                </c:pt>
                <c:pt idx="2218">
                  <c:v>259.86965755571021</c:v>
                </c:pt>
                <c:pt idx="2219">
                  <c:v>259.25651657690946</c:v>
                </c:pt>
                <c:pt idx="2220">
                  <c:v>259.70039487355103</c:v>
                </c:pt>
                <c:pt idx="2221">
                  <c:v>256.31630454777127</c:v>
                </c:pt>
                <c:pt idx="2222">
                  <c:v>257.62063783239068</c:v>
                </c:pt>
                <c:pt idx="2223">
                  <c:v>258.49988766716325</c:v>
                </c:pt>
                <c:pt idx="2224">
                  <c:v>259.33544039197983</c:v>
                </c:pt>
                <c:pt idx="2225">
                  <c:v>261.88612285940508</c:v>
                </c:pt>
                <c:pt idx="2226">
                  <c:v>263.23829757222927</c:v>
                </c:pt>
                <c:pt idx="2227">
                  <c:v>262.61984895777664</c:v>
                </c:pt>
                <c:pt idx="2228">
                  <c:v>262.7350173806891</c:v>
                </c:pt>
                <c:pt idx="2229">
                  <c:v>261.35554106255955</c:v>
                </c:pt>
                <c:pt idx="2230">
                  <c:v>259.40742065630002</c:v>
                </c:pt>
                <c:pt idx="2231">
                  <c:v>261.19227673576052</c:v>
                </c:pt>
                <c:pt idx="2232">
                  <c:v>261.84148055405899</c:v>
                </c:pt>
                <c:pt idx="2233">
                  <c:v>259.40240384999896</c:v>
                </c:pt>
                <c:pt idx="2234">
                  <c:v>259.51506386976081</c:v>
                </c:pt>
                <c:pt idx="2235">
                  <c:v>260.50206597900069</c:v>
                </c:pt>
                <c:pt idx="2236">
                  <c:v>260.7328027151828</c:v>
                </c:pt>
                <c:pt idx="2237">
                  <c:v>263.81294001571928</c:v>
                </c:pt>
                <c:pt idx="2238">
                  <c:v>266.57396481110271</c:v>
                </c:pt>
                <c:pt idx="2239">
                  <c:v>265.84990878864488</c:v>
                </c:pt>
                <c:pt idx="2240">
                  <c:v>259.93149514642164</c:v>
                </c:pt>
                <c:pt idx="2241">
                  <c:v>258.79035348126365</c:v>
                </c:pt>
                <c:pt idx="2242">
                  <c:v>260.59484054190227</c:v>
                </c:pt>
                <c:pt idx="2243">
                  <c:v>259.65117200592999</c:v>
                </c:pt>
                <c:pt idx="2244">
                  <c:v>255.82276713948247</c:v>
                </c:pt>
                <c:pt idx="2245">
                  <c:v>258.33029780198444</c:v>
                </c:pt>
                <c:pt idx="2246">
                  <c:v>257.02287445551292</c:v>
                </c:pt>
                <c:pt idx="2247">
                  <c:v>261.53400122293743</c:v>
                </c:pt>
                <c:pt idx="2248">
                  <c:v>258.61963665235055</c:v>
                </c:pt>
                <c:pt idx="2249">
                  <c:v>260.84524461293159</c:v>
                </c:pt>
                <c:pt idx="2250">
                  <c:v>260.45695107595952</c:v>
                </c:pt>
                <c:pt idx="2251">
                  <c:v>262.05771217637056</c:v>
                </c:pt>
                <c:pt idx="2252">
                  <c:v>260.7700288720838</c:v>
                </c:pt>
                <c:pt idx="2253">
                  <c:v>262.42292113362373</c:v>
                </c:pt>
                <c:pt idx="2254">
                  <c:v>262.29899147651878</c:v>
                </c:pt>
                <c:pt idx="2255">
                  <c:v>259.66854905963964</c:v>
                </c:pt>
                <c:pt idx="2256">
                  <c:v>260.27587345142462</c:v>
                </c:pt>
                <c:pt idx="2257">
                  <c:v>258.37457657064209</c:v>
                </c:pt>
                <c:pt idx="2258">
                  <c:v>260.12936816596465</c:v>
                </c:pt>
                <c:pt idx="2259">
                  <c:v>261.10233775902896</c:v>
                </c:pt>
                <c:pt idx="2260">
                  <c:v>261.92956549367921</c:v>
                </c:pt>
                <c:pt idx="2261">
                  <c:v>263.12520130844126</c:v>
                </c:pt>
                <c:pt idx="2262">
                  <c:v>264.32083712320332</c:v>
                </c:pt>
                <c:pt idx="2263">
                  <c:v>265.59045265407224</c:v>
                </c:pt>
                <c:pt idx="2264">
                  <c:v>264.01157646230814</c:v>
                </c:pt>
                <c:pt idx="2265">
                  <c:v>265.95704305074173</c:v>
                </c:pt>
                <c:pt idx="2266">
                  <c:v>265.90091298603949</c:v>
                </c:pt>
                <c:pt idx="2267">
                  <c:v>264.61882814675539</c:v>
                </c:pt>
                <c:pt idx="2268">
                  <c:v>265.72794222965774</c:v>
                </c:pt>
                <c:pt idx="2269">
                  <c:v>262.8547663658764</c:v>
                </c:pt>
                <c:pt idx="2270">
                  <c:v>263.56518976251601</c:v>
                </c:pt>
                <c:pt idx="2271">
                  <c:v>268.09140330251273</c:v>
                </c:pt>
                <c:pt idx="2272">
                  <c:v>268.31243360911225</c:v>
                </c:pt>
                <c:pt idx="2273">
                  <c:v>268.55287677487695</c:v>
                </c:pt>
                <c:pt idx="2274">
                  <c:v>267.84339857362744</c:v>
                </c:pt>
                <c:pt idx="2275">
                  <c:v>269.32975467817187</c:v>
                </c:pt>
                <c:pt idx="2276">
                  <c:v>269.4511759321262</c:v>
                </c:pt>
                <c:pt idx="2277">
                  <c:v>267.209063405888</c:v>
                </c:pt>
                <c:pt idx="2278">
                  <c:v>267.81006225929332</c:v>
                </c:pt>
                <c:pt idx="2279">
                  <c:v>264.51616538592691</c:v>
                </c:pt>
                <c:pt idx="2280">
                  <c:v>265.73543108544055</c:v>
                </c:pt>
                <c:pt idx="2281">
                  <c:v>264.0855198247462</c:v>
                </c:pt>
                <c:pt idx="2282">
                  <c:v>264.46719699398778</c:v>
                </c:pt>
                <c:pt idx="2283">
                  <c:v>261.79022188098247</c:v>
                </c:pt>
                <c:pt idx="2284">
                  <c:v>262.11609616854139</c:v>
                </c:pt>
                <c:pt idx="2285">
                  <c:v>264.07737660292418</c:v>
                </c:pt>
                <c:pt idx="2286">
                  <c:v>263.76675267944717</c:v>
                </c:pt>
                <c:pt idx="2287">
                  <c:v>263.45612875597021</c:v>
                </c:pt>
                <c:pt idx="2288">
                  <c:v>265.36836809107609</c:v>
                </c:pt>
                <c:pt idx="2289">
                  <c:v>267.74967881533576</c:v>
                </c:pt>
                <c:pt idx="2290">
                  <c:v>269.07004406791737</c:v>
                </c:pt>
                <c:pt idx="2291">
                  <c:v>268.6678270757763</c:v>
                </c:pt>
                <c:pt idx="2292">
                  <c:v>268.56934498686542</c:v>
                </c:pt>
                <c:pt idx="2293">
                  <c:v>269.84466804374364</c:v>
                </c:pt>
                <c:pt idx="2294">
                  <c:v>269.91952024790294</c:v>
                </c:pt>
                <c:pt idx="2295">
                  <c:v>271.71640939175222</c:v>
                </c:pt>
                <c:pt idx="2296">
                  <c:v>271.50264981892235</c:v>
                </c:pt>
                <c:pt idx="2297">
                  <c:v>272.79120561126143</c:v>
                </c:pt>
                <c:pt idx="2298">
                  <c:v>269.90745082984517</c:v>
                </c:pt>
                <c:pt idx="2299">
                  <c:v>266.83512956811114</c:v>
                </c:pt>
                <c:pt idx="2300">
                  <c:v>265.17703873192585</c:v>
                </c:pt>
                <c:pt idx="2301">
                  <c:v>263.52407376304825</c:v>
                </c:pt>
                <c:pt idx="2302">
                  <c:v>265.70289455182109</c:v>
                </c:pt>
                <c:pt idx="2303">
                  <c:v>267.73975426374005</c:v>
                </c:pt>
                <c:pt idx="2304">
                  <c:v>268.06631927100716</c:v>
                </c:pt>
                <c:pt idx="2305">
                  <c:v>268.48253242565494</c:v>
                </c:pt>
                <c:pt idx="2306">
                  <c:v>270.25113841513996</c:v>
                </c:pt>
                <c:pt idx="2307">
                  <c:v>268.03618207953167</c:v>
                </c:pt>
                <c:pt idx="2308">
                  <c:v>271.45749856221238</c:v>
                </c:pt>
                <c:pt idx="2309">
                  <c:v>270.772231904416</c:v>
                </c:pt>
                <c:pt idx="2310">
                  <c:v>271.23875853675031</c:v>
                </c:pt>
                <c:pt idx="2311">
                  <c:v>268.57418002482223</c:v>
                </c:pt>
                <c:pt idx="2312">
                  <c:v>268.63739905494998</c:v>
                </c:pt>
                <c:pt idx="2313">
                  <c:v>267.24254513489757</c:v>
                </c:pt>
                <c:pt idx="2314">
                  <c:v>267.07728135631174</c:v>
                </c:pt>
                <c:pt idx="2315">
                  <c:v>263.21572194387431</c:v>
                </c:pt>
                <c:pt idx="2316">
                  <c:v>264.16200794400373</c:v>
                </c:pt>
                <c:pt idx="2317">
                  <c:v>264.56793301036737</c:v>
                </c:pt>
                <c:pt idx="2318">
                  <c:v>265.76207832470658</c:v>
                </c:pt>
                <c:pt idx="2319">
                  <c:v>265.33463188638461</c:v>
                </c:pt>
                <c:pt idx="2320">
                  <c:v>267.79464830370142</c:v>
                </c:pt>
                <c:pt idx="2321">
                  <c:v>268.71552308930569</c:v>
                </c:pt>
                <c:pt idx="2322">
                  <c:v>269.03874355903872</c:v>
                </c:pt>
                <c:pt idx="2323">
                  <c:v>268.84741419988842</c:v>
                </c:pt>
                <c:pt idx="2324">
                  <c:v>269.82078368331008</c:v>
                </c:pt>
                <c:pt idx="2325">
                  <c:v>274.17224513715144</c:v>
                </c:pt>
                <c:pt idx="2326">
                  <c:v>274.14443458048231</c:v>
                </c:pt>
                <c:pt idx="2327">
                  <c:v>274.07212713314237</c:v>
                </c:pt>
                <c:pt idx="2328">
                  <c:v>273.27216465012867</c:v>
                </c:pt>
                <c:pt idx="2329">
                  <c:v>270.8453754861394</c:v>
                </c:pt>
                <c:pt idx="2330">
                  <c:v>268.60126350811453</c:v>
                </c:pt>
                <c:pt idx="2331">
                  <c:v>268.87649713496734</c:v>
                </c:pt>
                <c:pt idx="2332">
                  <c:v>277.99207053775075</c:v>
                </c:pt>
                <c:pt idx="2333">
                  <c:v>262.0337914622682</c:v>
                </c:pt>
                <c:pt idx="2334">
                  <c:v>270.40673211781206</c:v>
                </c:pt>
                <c:pt idx="2335">
                  <c:v>272.92338755119505</c:v>
                </c:pt>
                <c:pt idx="2336">
                  <c:v>278.80850123275292</c:v>
                </c:pt>
                <c:pt idx="2337">
                  <c:v>278.06950385239827</c:v>
                </c:pt>
                <c:pt idx="2338">
                  <c:v>277.94775541542424</c:v>
                </c:pt>
                <c:pt idx="2339">
                  <c:v>278.49298774081581</c:v>
                </c:pt>
                <c:pt idx="2340">
                  <c:v>279.2358022563995</c:v>
                </c:pt>
                <c:pt idx="2341">
                  <c:v>279.89696643174926</c:v>
                </c:pt>
                <c:pt idx="2342">
                  <c:v>281.01800451803393</c:v>
                </c:pt>
                <c:pt idx="2343">
                  <c:v>281.15051364098713</c:v>
                </c:pt>
                <c:pt idx="2344">
                  <c:v>281.66433639649341</c:v>
                </c:pt>
                <c:pt idx="2345">
                  <c:v>280.68631364345919</c:v>
                </c:pt>
                <c:pt idx="2346">
                  <c:v>281.16320107141536</c:v>
                </c:pt>
                <c:pt idx="2347">
                  <c:v>283.753181854866</c:v>
                </c:pt>
                <c:pt idx="2348">
                  <c:v>286.009763141306</c:v>
                </c:pt>
                <c:pt idx="2349">
                  <c:v>288.07803242311013</c:v>
                </c:pt>
                <c:pt idx="2350">
                  <c:v>287.31296946219106</c:v>
                </c:pt>
                <c:pt idx="2351">
                  <c:v>288.92510926095173</c:v>
                </c:pt>
                <c:pt idx="2352">
                  <c:v>288.79881661537161</c:v>
                </c:pt>
                <c:pt idx="2353">
                  <c:v>290.78136394603075</c:v>
                </c:pt>
                <c:pt idx="2354">
                  <c:v>291.009919462082</c:v>
                </c:pt>
                <c:pt idx="2355">
                  <c:v>290.81699054150243</c:v>
                </c:pt>
                <c:pt idx="2356">
                  <c:v>290.68531755293282</c:v>
                </c:pt>
                <c:pt idx="2357">
                  <c:v>292.10769120030358</c:v>
                </c:pt>
                <c:pt idx="2358">
                  <c:v>290.55586213816287</c:v>
                </c:pt>
                <c:pt idx="2359">
                  <c:v>290.4561440245111</c:v>
                </c:pt>
                <c:pt idx="2360">
                  <c:v>292.71734222689486</c:v>
                </c:pt>
                <c:pt idx="2361">
                  <c:v>293.24636081597993</c:v>
                </c:pt>
                <c:pt idx="2362">
                  <c:v>293.43427293025843</c:v>
                </c:pt>
                <c:pt idx="2363">
                  <c:v>295.71332078404686</c:v>
                </c:pt>
                <c:pt idx="2364">
                  <c:v>293.02747537584241</c:v>
                </c:pt>
                <c:pt idx="2365">
                  <c:v>292.65459579446218</c:v>
                </c:pt>
                <c:pt idx="2366">
                  <c:v>292.38906859719185</c:v>
                </c:pt>
                <c:pt idx="2367">
                  <c:v>291.37058421072913</c:v>
                </c:pt>
                <c:pt idx="2368">
                  <c:v>290.97403839092846</c:v>
                </c:pt>
                <c:pt idx="2369">
                  <c:v>295.67427694370343</c:v>
                </c:pt>
                <c:pt idx="2370">
                  <c:v>295.75832662608138</c:v>
                </c:pt>
                <c:pt idx="2371">
                  <c:v>296.1202637531382</c:v>
                </c:pt>
                <c:pt idx="2372">
                  <c:v>297.15976056019548</c:v>
                </c:pt>
                <c:pt idx="2373">
                  <c:v>297.61858021473387</c:v>
                </c:pt>
                <c:pt idx="2374">
                  <c:v>294.39909930150054</c:v>
                </c:pt>
                <c:pt idx="2375">
                  <c:v>286.31931463155189</c:v>
                </c:pt>
                <c:pt idx="2376">
                  <c:v>285.71464405759298</c:v>
                </c:pt>
                <c:pt idx="2377">
                  <c:v>288.89537195983354</c:v>
                </c:pt>
                <c:pt idx="2378">
                  <c:v>286.78035185989006</c:v>
                </c:pt>
                <c:pt idx="2379">
                  <c:v>289.76022574174209</c:v>
                </c:pt>
                <c:pt idx="2380">
                  <c:v>289.55304618297379</c:v>
                </c:pt>
                <c:pt idx="2381">
                  <c:v>287.03413682212221</c:v>
                </c:pt>
                <c:pt idx="2382">
                  <c:v>287.57889654981869</c:v>
                </c:pt>
                <c:pt idx="2383">
                  <c:v>292.41742445889378</c:v>
                </c:pt>
                <c:pt idx="2384">
                  <c:v>292.37321839757391</c:v>
                </c:pt>
                <c:pt idx="2385">
                  <c:v>293.74804144609078</c:v>
                </c:pt>
                <c:pt idx="2386">
                  <c:v>294.12044842977599</c:v>
                </c:pt>
                <c:pt idx="2387">
                  <c:v>294.65808283837811</c:v>
                </c:pt>
                <c:pt idx="2388">
                  <c:v>294.77812265291624</c:v>
                </c:pt>
                <c:pt idx="2389">
                  <c:v>297.00260364976293</c:v>
                </c:pt>
                <c:pt idx="2390">
                  <c:v>297.05222640774127</c:v>
                </c:pt>
                <c:pt idx="2391">
                  <c:v>297.32051648384402</c:v>
                </c:pt>
                <c:pt idx="2392">
                  <c:v>298.58944129500492</c:v>
                </c:pt>
                <c:pt idx="2393">
                  <c:v>299.4297927041095</c:v>
                </c:pt>
                <c:pt idx="2394">
                  <c:v>300.13530835545453</c:v>
                </c:pt>
                <c:pt idx="2395">
                  <c:v>300.1193127411612</c:v>
                </c:pt>
                <c:pt idx="2396">
                  <c:v>299.38206033691125</c:v>
                </c:pt>
                <c:pt idx="2397">
                  <c:v>298.83137496119247</c:v>
                </c:pt>
                <c:pt idx="2398">
                  <c:v>295.13337070490485</c:v>
                </c:pt>
                <c:pt idx="2399">
                  <c:v>296.49885086052763</c:v>
                </c:pt>
                <c:pt idx="2400">
                  <c:v>297.81394483112626</c:v>
                </c:pt>
                <c:pt idx="2401">
                  <c:v>296.36659621325646</c:v>
                </c:pt>
                <c:pt idx="2402">
                  <c:v>301.59988861235865</c:v>
                </c:pt>
                <c:pt idx="2403">
                  <c:v>301.33897833103214</c:v>
                </c:pt>
                <c:pt idx="2404">
                  <c:v>301.69466262704697</c:v>
                </c:pt>
                <c:pt idx="2405">
                  <c:v>302.02504476954317</c:v>
                </c:pt>
                <c:pt idx="2406">
                  <c:v>301.54724849986587</c:v>
                </c:pt>
                <c:pt idx="2407">
                  <c:v>302.4072672438175</c:v>
                </c:pt>
                <c:pt idx="2408">
                  <c:v>307.34958487745541</c:v>
                </c:pt>
                <c:pt idx="2409">
                  <c:v>308.74665637130761</c:v>
                </c:pt>
                <c:pt idx="2410">
                  <c:v>308.69368907579519</c:v>
                </c:pt>
                <c:pt idx="2411">
                  <c:v>309.62372498594931</c:v>
                </c:pt>
                <c:pt idx="2412">
                  <c:v>312.04578817298818</c:v>
                </c:pt>
                <c:pt idx="2413">
                  <c:v>311.08506976632589</c:v>
                </c:pt>
                <c:pt idx="2414">
                  <c:v>306.46062861310025</c:v>
                </c:pt>
                <c:pt idx="2415">
                  <c:v>306.33888017612622</c:v>
                </c:pt>
                <c:pt idx="2416">
                  <c:v>299.90722543709836</c:v>
                </c:pt>
                <c:pt idx="2417">
                  <c:v>296.96748600565519</c:v>
                </c:pt>
                <c:pt idx="2418">
                  <c:v>294.64648601801542</c:v>
                </c:pt>
                <c:pt idx="2419">
                  <c:v>296.77248492595123</c:v>
                </c:pt>
                <c:pt idx="2420">
                  <c:v>296.16279754569115</c:v>
                </c:pt>
                <c:pt idx="2421">
                  <c:v>296.68741734084546</c:v>
                </c:pt>
                <c:pt idx="2422">
                  <c:v>295.85110118898308</c:v>
                </c:pt>
                <c:pt idx="2423">
                  <c:v>298.00211142108674</c:v>
                </c:pt>
                <c:pt idx="2424">
                  <c:v>297.44615476338481</c:v>
                </c:pt>
                <c:pt idx="2425">
                  <c:v>296.28734521516645</c:v>
                </c:pt>
                <c:pt idx="2426">
                  <c:v>294.48874744888127</c:v>
                </c:pt>
                <c:pt idx="2427">
                  <c:v>295.28176638114496</c:v>
                </c:pt>
                <c:pt idx="2428">
                  <c:v>295.01463962244532</c:v>
                </c:pt>
                <c:pt idx="2429">
                  <c:v>291.63174896773756</c:v>
                </c:pt>
                <c:pt idx="2430">
                  <c:v>291.1273781661319</c:v>
                </c:pt>
                <c:pt idx="2431">
                  <c:v>291.06623129512855</c:v>
                </c:pt>
                <c:pt idx="2432">
                  <c:v>288.65645564816043</c:v>
                </c:pt>
                <c:pt idx="2433">
                  <c:v>290.84767303801067</c:v>
                </c:pt>
                <c:pt idx="2434">
                  <c:v>292.17091023043133</c:v>
                </c:pt>
                <c:pt idx="2435">
                  <c:v>290.61915387562823</c:v>
                </c:pt>
                <c:pt idx="2436">
                  <c:v>288.60835974427374</c:v>
                </c:pt>
                <c:pt idx="2437">
                  <c:v>289.82642577271542</c:v>
                </c:pt>
                <c:pt idx="2438">
                  <c:v>286.40234641120219</c:v>
                </c:pt>
                <c:pt idx="2439">
                  <c:v>288.9267088223811</c:v>
                </c:pt>
                <c:pt idx="2440">
                  <c:v>292.20399206908365</c:v>
                </c:pt>
                <c:pt idx="2441">
                  <c:v>289.16358932859862</c:v>
                </c:pt>
                <c:pt idx="2442">
                  <c:v>288.96193552749543</c:v>
                </c:pt>
                <c:pt idx="2443">
                  <c:v>288.99767118397352</c:v>
                </c:pt>
                <c:pt idx="2444">
                  <c:v>286.01314403250888</c:v>
                </c:pt>
                <c:pt idx="2445">
                  <c:v>282.43510688342172</c:v>
                </c:pt>
                <c:pt idx="2446">
                  <c:v>282.03288989128066</c:v>
                </c:pt>
                <c:pt idx="2447">
                  <c:v>281.15567586196363</c:v>
                </c:pt>
                <c:pt idx="2448">
                  <c:v>282.02587363319299</c:v>
                </c:pt>
                <c:pt idx="2449">
                  <c:v>280.48960394131933</c:v>
                </c:pt>
                <c:pt idx="2450">
                  <c:v>287.61972171993568</c:v>
                </c:pt>
                <c:pt idx="2451">
                  <c:v>291.22869584121298</c:v>
                </c:pt>
                <c:pt idx="2452">
                  <c:v>290.84411037846348</c:v>
                </c:pt>
                <c:pt idx="2453">
                  <c:v>291.68031746931933</c:v>
                </c:pt>
                <c:pt idx="2454">
                  <c:v>287.35299485159345</c:v>
                </c:pt>
                <c:pt idx="2455">
                  <c:v>290.11242008554746</c:v>
                </c:pt>
                <c:pt idx="2456">
                  <c:v>291.73121260570736</c:v>
                </c:pt>
                <c:pt idx="2457">
                  <c:v>293.90396233178245</c:v>
                </c:pt>
                <c:pt idx="2458">
                  <c:v>294.30596120191046</c:v>
                </c:pt>
                <c:pt idx="2459">
                  <c:v>297.24889975621227</c:v>
                </c:pt>
                <c:pt idx="2460">
                  <c:v>297.04262903916521</c:v>
                </c:pt>
                <c:pt idx="2461">
                  <c:v>296.31315632004902</c:v>
                </c:pt>
                <c:pt idx="2462">
                  <c:v>296.31893655339587</c:v>
                </c:pt>
                <c:pt idx="2463">
                  <c:v>296.37742960657334</c:v>
                </c:pt>
                <c:pt idx="2464">
                  <c:v>295.51882865570678</c:v>
                </c:pt>
                <c:pt idx="2465">
                  <c:v>298.5840245983465</c:v>
                </c:pt>
                <c:pt idx="2466">
                  <c:v>297.18604426277307</c:v>
                </c:pt>
                <c:pt idx="2467">
                  <c:v>293.31757765325432</c:v>
                </c:pt>
                <c:pt idx="2468">
                  <c:v>291.4917146353327</c:v>
                </c:pt>
                <c:pt idx="2469">
                  <c:v>287.98667565329362</c:v>
                </c:pt>
                <c:pt idx="2470">
                  <c:v>283.70981192792954</c:v>
                </c:pt>
                <c:pt idx="2471">
                  <c:v>285.52233314938371</c:v>
                </c:pt>
                <c:pt idx="2472">
                  <c:v>285.27767295803261</c:v>
                </c:pt>
                <c:pt idx="2473">
                  <c:v>285.27625516494749</c:v>
                </c:pt>
                <c:pt idx="2474">
                  <c:v>286.09999294738822</c:v>
                </c:pt>
                <c:pt idx="2475">
                  <c:v>284.46066060432884</c:v>
                </c:pt>
                <c:pt idx="2476">
                  <c:v>284.06396936985277</c:v>
                </c:pt>
                <c:pt idx="2477">
                  <c:v>285.40323853023574</c:v>
                </c:pt>
                <c:pt idx="2478">
                  <c:v>290.62471598696209</c:v>
                </c:pt>
                <c:pt idx="2479">
                  <c:v>288.00507060973104</c:v>
                </c:pt>
                <c:pt idx="2480">
                  <c:v>283.43134282454923</c:v>
                </c:pt>
                <c:pt idx="2481">
                  <c:v>284.28245491963298</c:v>
                </c:pt>
                <c:pt idx="2482">
                  <c:v>284.0984326479213</c:v>
                </c:pt>
                <c:pt idx="2483">
                  <c:v>282.1779410299867</c:v>
                </c:pt>
                <c:pt idx="2484">
                  <c:v>281.30072700066961</c:v>
                </c:pt>
                <c:pt idx="2485">
                  <c:v>277.48759067513851</c:v>
                </c:pt>
                <c:pt idx="2486">
                  <c:v>278.10422160614871</c:v>
                </c:pt>
                <c:pt idx="2487">
                  <c:v>278.92017970345586</c:v>
                </c:pt>
                <c:pt idx="2488">
                  <c:v>280.07891654433661</c:v>
                </c:pt>
                <c:pt idx="2489">
                  <c:v>278.5393750222666</c:v>
                </c:pt>
                <c:pt idx="2490">
                  <c:v>280.19023147835105</c:v>
                </c:pt>
                <c:pt idx="2491">
                  <c:v>275.70026254619643</c:v>
                </c:pt>
                <c:pt idx="2492">
                  <c:v>277.76017048416549</c:v>
                </c:pt>
                <c:pt idx="2493">
                  <c:v>278.17965546900962</c:v>
                </c:pt>
                <c:pt idx="2494">
                  <c:v>276.98027522635613</c:v>
                </c:pt>
                <c:pt idx="2495">
                  <c:v>273.98367865683372</c:v>
                </c:pt>
                <c:pt idx="2496">
                  <c:v>275.92947242828694</c:v>
                </c:pt>
                <c:pt idx="2497">
                  <c:v>278.22538838442114</c:v>
                </c:pt>
                <c:pt idx="2498">
                  <c:v>279.05007136225197</c:v>
                </c:pt>
                <c:pt idx="2499">
                  <c:v>281.74300573588187</c:v>
                </c:pt>
                <c:pt idx="2500">
                  <c:v>281.7626003633913</c:v>
                </c:pt>
                <c:pt idx="2501">
                  <c:v>280.60211854640585</c:v>
                </c:pt>
                <c:pt idx="2502">
                  <c:v>285.68098056023911</c:v>
                </c:pt>
                <c:pt idx="2503">
                  <c:v>284.54481934771337</c:v>
                </c:pt>
                <c:pt idx="2504">
                  <c:v>283.77004995721171</c:v>
                </c:pt>
                <c:pt idx="2505">
                  <c:v>283.05035637501572</c:v>
                </c:pt>
                <c:pt idx="2506">
                  <c:v>281.05675752902658</c:v>
                </c:pt>
                <c:pt idx="2507">
                  <c:v>277.35522696686076</c:v>
                </c:pt>
                <c:pt idx="2508">
                  <c:v>276.90982181612748</c:v>
                </c:pt>
                <c:pt idx="2509">
                  <c:v>276.79309018545462</c:v>
                </c:pt>
                <c:pt idx="2510">
                  <c:v>276.06688929653467</c:v>
                </c:pt>
                <c:pt idx="2511">
                  <c:v>276.27646819744695</c:v>
                </c:pt>
                <c:pt idx="2512">
                  <c:v>276.16933393535004</c:v>
                </c:pt>
                <c:pt idx="2513">
                  <c:v>276.06678023552809</c:v>
                </c:pt>
                <c:pt idx="2514">
                  <c:v>275.3280009771866</c:v>
                </c:pt>
                <c:pt idx="2515">
                  <c:v>273.78333358780901</c:v>
                </c:pt>
                <c:pt idx="2516">
                  <c:v>270.66909654589256</c:v>
                </c:pt>
                <c:pt idx="2517">
                  <c:v>271.20607658845535</c:v>
                </c:pt>
                <c:pt idx="2518">
                  <c:v>271.24355722103826</c:v>
                </c:pt>
                <c:pt idx="2519">
                  <c:v>266.10194877477232</c:v>
                </c:pt>
                <c:pt idx="2520">
                  <c:v>265.69420602496626</c:v>
                </c:pt>
                <c:pt idx="2521">
                  <c:v>265.34517445035067</c:v>
                </c:pt>
                <c:pt idx="2522">
                  <c:v>268.03643655521358</c:v>
                </c:pt>
                <c:pt idx="2523">
                  <c:v>270.25350140361513</c:v>
                </c:pt>
                <c:pt idx="2524">
                  <c:v>270.22619979830984</c:v>
                </c:pt>
                <c:pt idx="2525">
                  <c:v>269.43583468387209</c:v>
                </c:pt>
                <c:pt idx="2526">
                  <c:v>269.38912021940166</c:v>
                </c:pt>
                <c:pt idx="2527">
                  <c:v>269.12533799823609</c:v>
                </c:pt>
                <c:pt idx="2528">
                  <c:v>268.39517455941171</c:v>
                </c:pt>
                <c:pt idx="2529">
                  <c:v>269.63498008182484</c:v>
                </c:pt>
                <c:pt idx="2530">
                  <c:v>273.74770699233733</c:v>
                </c:pt>
                <c:pt idx="2531">
                  <c:v>274.28497786425106</c:v>
                </c:pt>
                <c:pt idx="2532">
                  <c:v>277.55320904741023</c:v>
                </c:pt>
                <c:pt idx="2533">
                  <c:v>279.57974431737625</c:v>
                </c:pt>
                <c:pt idx="2534">
                  <c:v>283.50183258844669</c:v>
                </c:pt>
                <c:pt idx="2535">
                  <c:v>283.62110897593897</c:v>
                </c:pt>
                <c:pt idx="2536">
                  <c:v>280.9720534806093</c:v>
                </c:pt>
                <c:pt idx="2537">
                  <c:v>282.12784567431328</c:v>
                </c:pt>
                <c:pt idx="2538">
                  <c:v>281.43163656219349</c:v>
                </c:pt>
              </c:numCache>
            </c:numRef>
          </c:val>
          <c:smooth val="0"/>
          <c:extLst>
            <c:ext xmlns:c16="http://schemas.microsoft.com/office/drawing/2014/chart" uri="{C3380CC4-5D6E-409C-BE32-E72D297353CC}">
              <c16:uniqueId val="{00000003-AF2F-5546-ACD5-CCD7865E1BD1}"/>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500"/>
          <c:min val="5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layout>
        <c:manualLayout>
          <c:xMode val="edge"/>
          <c:yMode val="edge"/>
          <c:x val="2.9588379735617752E-2"/>
          <c:y val="0.83160542176945462"/>
          <c:w val="0.92250503101691161"/>
          <c:h val="0.13570126723049042"/>
        </c:manualLayout>
      </c:layout>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'Capital Markets Data'!$BQ$3:$BQ$5</c:f>
              <c:strCache>
                <c:ptCount val="3"/>
                <c:pt idx="0">
                  <c:v>Nifty 50</c:v>
                </c:pt>
                <c:pt idx="2">
                  <c:v>Close</c:v>
                </c:pt>
              </c:strCache>
            </c:strRef>
          </c:tx>
          <c:spPr>
            <a:ln w="12700" cap="rnd">
              <a:solidFill>
                <a:schemeClr val="dk1">
                  <a:tint val="88500"/>
                </a:schemeClr>
              </a:solidFill>
              <a:round/>
            </a:ln>
            <a:effectLst/>
          </c:spPr>
          <c:marker>
            <c:symbol val="none"/>
          </c:marker>
          <c:cat>
            <c:numRef>
              <c:f>'Capital Markets Data'!$BP$6:$BP$1555</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'Capital Markets Data'!$BQ$6:$BQ$1555</c:f>
              <c:numCache>
                <c:formatCode>_(* #,##0_);_(* \(#,##0\);_(* "-"??_);_(@_)</c:formatCode>
                <c:ptCount val="1550"/>
                <c:pt idx="0">
                  <c:v>100</c:v>
                </c:pt>
                <c:pt idx="1">
                  <c:v>98.922099705777214</c:v>
                </c:pt>
                <c:pt idx="2">
                  <c:v>97.819909991659102</c:v>
                </c:pt>
                <c:pt idx="3">
                  <c:v>98.324946609105325</c:v>
                </c:pt>
                <c:pt idx="4">
                  <c:v>98.732367256028809</c:v>
                </c:pt>
                <c:pt idx="5">
                  <c:v>99.010549857471503</c:v>
                </c:pt>
                <c:pt idx="6">
                  <c:v>99.496338255378035</c:v>
                </c:pt>
                <c:pt idx="7">
                  <c:v>99.188825033684381</c:v>
                </c:pt>
                <c:pt idx="8">
                  <c:v>98.944555961906858</c:v>
                </c:pt>
                <c:pt idx="9">
                  <c:v>98.418896252096673</c:v>
                </c:pt>
                <c:pt idx="10">
                  <c:v>99.78643642129768</c:v>
                </c:pt>
                <c:pt idx="11">
                  <c:v>99.818516787197183</c:v>
                </c:pt>
                <c:pt idx="12">
                  <c:v>99.955087487740727</c:v>
                </c:pt>
                <c:pt idx="13">
                  <c:v>99.971127670690464</c:v>
                </c:pt>
                <c:pt idx="14">
                  <c:v>100.47433112437099</c:v>
                </c:pt>
                <c:pt idx="15">
                  <c:v>100.11594760817957</c:v>
                </c:pt>
                <c:pt idx="16">
                  <c:v>99.27956664008579</c:v>
                </c:pt>
                <c:pt idx="17">
                  <c:v>99.447301124645961</c:v>
                </c:pt>
                <c:pt idx="18">
                  <c:v>98.812568170777524</c:v>
                </c:pt>
                <c:pt idx="19">
                  <c:v>97.721835730194954</c:v>
                </c:pt>
                <c:pt idx="20">
                  <c:v>97.636135324149194</c:v>
                </c:pt>
                <c:pt idx="21">
                  <c:v>97.632468996617803</c:v>
                </c:pt>
                <c:pt idx="22">
                  <c:v>99.274525439730169</c:v>
                </c:pt>
                <c:pt idx="23">
                  <c:v>99.8492222802724</c:v>
                </c:pt>
                <c:pt idx="24">
                  <c:v>100.01970651048111</c:v>
                </c:pt>
                <c:pt idx="25">
                  <c:v>100.2222711065893</c:v>
                </c:pt>
                <c:pt idx="26">
                  <c:v>101.39641249851057</c:v>
                </c:pt>
                <c:pt idx="27">
                  <c:v>101.46011493936811</c:v>
                </c:pt>
                <c:pt idx="28">
                  <c:v>100.30705493075224</c:v>
                </c:pt>
                <c:pt idx="29">
                  <c:v>99.804768058954537</c:v>
                </c:pt>
                <c:pt idx="30">
                  <c:v>99.278650058202942</c:v>
                </c:pt>
                <c:pt idx="31">
                  <c:v>98.932640397429893</c:v>
                </c:pt>
                <c:pt idx="32">
                  <c:v>98.496347421196859</c:v>
                </c:pt>
                <c:pt idx="33">
                  <c:v>98.297907443561456</c:v>
                </c:pt>
                <c:pt idx="34">
                  <c:v>97.533019862329411</c:v>
                </c:pt>
                <c:pt idx="35">
                  <c:v>97.197550893209055</c:v>
                </c:pt>
                <c:pt idx="36">
                  <c:v>98.399189741615572</c:v>
                </c:pt>
                <c:pt idx="37">
                  <c:v>98.897810285881889</c:v>
                </c:pt>
                <c:pt idx="38">
                  <c:v>98.91430875977305</c:v>
                </c:pt>
                <c:pt idx="39">
                  <c:v>99.725025435147245</c:v>
                </c:pt>
                <c:pt idx="40">
                  <c:v>99.314396751633794</c:v>
                </c:pt>
                <c:pt idx="41">
                  <c:v>99.051796042199427</c:v>
                </c:pt>
                <c:pt idx="42">
                  <c:v>98.922099705777214</c:v>
                </c:pt>
                <c:pt idx="43">
                  <c:v>99.572872842595388</c:v>
                </c:pt>
                <c:pt idx="44">
                  <c:v>100.70897608637867</c:v>
                </c:pt>
                <c:pt idx="45">
                  <c:v>101.30979551058192</c:v>
                </c:pt>
                <c:pt idx="46">
                  <c:v>101.35745776848975</c:v>
                </c:pt>
                <c:pt idx="47">
                  <c:v>101.14847709920166</c:v>
                </c:pt>
                <c:pt idx="48">
                  <c:v>102.36432296679223</c:v>
                </c:pt>
                <c:pt idx="49">
                  <c:v>103.58475174379704</c:v>
                </c:pt>
                <c:pt idx="50">
                  <c:v>103.95596740634825</c:v>
                </c:pt>
                <c:pt idx="51">
                  <c:v>103.97017442553229</c:v>
                </c:pt>
                <c:pt idx="52">
                  <c:v>104.73643687958865</c:v>
                </c:pt>
                <c:pt idx="53">
                  <c:v>105.06044857517347</c:v>
                </c:pt>
                <c:pt idx="54">
                  <c:v>105.70388905692889</c:v>
                </c:pt>
                <c:pt idx="55">
                  <c:v>105.59985701322627</c:v>
                </c:pt>
                <c:pt idx="56">
                  <c:v>105.01186973538282</c:v>
                </c:pt>
                <c:pt idx="57">
                  <c:v>104.07099843264498</c:v>
                </c:pt>
                <c:pt idx="58">
                  <c:v>105.2533890615118</c:v>
                </c:pt>
                <c:pt idx="59">
                  <c:v>104.90325478226596</c:v>
                </c:pt>
                <c:pt idx="60">
                  <c:v>106.04852384487768</c:v>
                </c:pt>
                <c:pt idx="61">
                  <c:v>106.54256147972978</c:v>
                </c:pt>
                <c:pt idx="62">
                  <c:v>106.95731478171602</c:v>
                </c:pt>
                <c:pt idx="63">
                  <c:v>107.36106910110814</c:v>
                </c:pt>
                <c:pt idx="64">
                  <c:v>106.72633614723972</c:v>
                </c:pt>
                <c:pt idx="65">
                  <c:v>106.30516677207358</c:v>
                </c:pt>
                <c:pt idx="66">
                  <c:v>106.92798416146508</c:v>
                </c:pt>
                <c:pt idx="67">
                  <c:v>106.36474459445834</c:v>
                </c:pt>
                <c:pt idx="68">
                  <c:v>106.98297907443562</c:v>
                </c:pt>
                <c:pt idx="69">
                  <c:v>106.17959505412415</c:v>
                </c:pt>
                <c:pt idx="70">
                  <c:v>106.29325120759663</c:v>
                </c:pt>
                <c:pt idx="71">
                  <c:v>106.72175323782551</c:v>
                </c:pt>
                <c:pt idx="72">
                  <c:v>107.15163014087862</c:v>
                </c:pt>
                <c:pt idx="73">
                  <c:v>108.03888140347017</c:v>
                </c:pt>
                <c:pt idx="74">
                  <c:v>107.72403552671376</c:v>
                </c:pt>
                <c:pt idx="75">
                  <c:v>106.27262811523268</c:v>
                </c:pt>
                <c:pt idx="76">
                  <c:v>106.10306046690681</c:v>
                </c:pt>
                <c:pt idx="77">
                  <c:v>107.47976645493624</c:v>
                </c:pt>
                <c:pt idx="78">
                  <c:v>106.70662963675859</c:v>
                </c:pt>
                <c:pt idx="79">
                  <c:v>107.74099229154636</c:v>
                </c:pt>
                <c:pt idx="80">
                  <c:v>107.6814144691616</c:v>
                </c:pt>
                <c:pt idx="81">
                  <c:v>107.46693430857646</c:v>
                </c:pt>
                <c:pt idx="82">
                  <c:v>107.35236157322115</c:v>
                </c:pt>
                <c:pt idx="83">
                  <c:v>106.3074582267807</c:v>
                </c:pt>
                <c:pt idx="84">
                  <c:v>105.38766830734822</c:v>
                </c:pt>
                <c:pt idx="85">
                  <c:v>104.1186606905528</c:v>
                </c:pt>
                <c:pt idx="86">
                  <c:v>103.59025123509407</c:v>
                </c:pt>
                <c:pt idx="87">
                  <c:v>103.38035398392316</c:v>
                </c:pt>
                <c:pt idx="88">
                  <c:v>102.18238146304802</c:v>
                </c:pt>
                <c:pt idx="89">
                  <c:v>102.85927718352718</c:v>
                </c:pt>
                <c:pt idx="90">
                  <c:v>102.26304066873814</c:v>
                </c:pt>
                <c:pt idx="91">
                  <c:v>103.18053913346348</c:v>
                </c:pt>
                <c:pt idx="92">
                  <c:v>104.55587024866865</c:v>
                </c:pt>
                <c:pt idx="93">
                  <c:v>108.41559655731845</c:v>
                </c:pt>
                <c:pt idx="94">
                  <c:v>107.3234892439116</c:v>
                </c:pt>
                <c:pt idx="95">
                  <c:v>107.58746482617023</c:v>
                </c:pt>
                <c:pt idx="96">
                  <c:v>106.84640837389207</c:v>
                </c:pt>
                <c:pt idx="97">
                  <c:v>108.56087478574898</c:v>
                </c:pt>
                <c:pt idx="98">
                  <c:v>109.30009807426147</c:v>
                </c:pt>
                <c:pt idx="99">
                  <c:v>109.33676134957516</c:v>
                </c:pt>
                <c:pt idx="100">
                  <c:v>108.71669370583221</c:v>
                </c:pt>
                <c:pt idx="101">
                  <c:v>109.49395514248266</c:v>
                </c:pt>
                <c:pt idx="102">
                  <c:v>109.28222472754602</c:v>
                </c:pt>
                <c:pt idx="103">
                  <c:v>110.80145919835746</c:v>
                </c:pt>
                <c:pt idx="104">
                  <c:v>110.18826591873585</c:v>
                </c:pt>
                <c:pt idx="105">
                  <c:v>108.55766674915903</c:v>
                </c:pt>
                <c:pt idx="106">
                  <c:v>108.80422727564367</c:v>
                </c:pt>
                <c:pt idx="107">
                  <c:v>109.28130814566319</c:v>
                </c:pt>
                <c:pt idx="108">
                  <c:v>109.67452177340262</c:v>
                </c:pt>
                <c:pt idx="109">
                  <c:v>109.13007213499419</c:v>
                </c:pt>
                <c:pt idx="110">
                  <c:v>109.20202381279731</c:v>
                </c:pt>
                <c:pt idx="111">
                  <c:v>108.37022575411774</c:v>
                </c:pt>
                <c:pt idx="112">
                  <c:v>106.98481223820129</c:v>
                </c:pt>
                <c:pt idx="113">
                  <c:v>107.16217083253132</c:v>
                </c:pt>
                <c:pt idx="114">
                  <c:v>107.16171254158991</c:v>
                </c:pt>
                <c:pt idx="115">
                  <c:v>108.44767692321793</c:v>
                </c:pt>
                <c:pt idx="116">
                  <c:v>107.46097652633797</c:v>
                </c:pt>
                <c:pt idx="117">
                  <c:v>107.23687225598297</c:v>
                </c:pt>
                <c:pt idx="118">
                  <c:v>108.12412351857455</c:v>
                </c:pt>
                <c:pt idx="119">
                  <c:v>108.59249686070704</c:v>
                </c:pt>
                <c:pt idx="120">
                  <c:v>108.53750194773649</c:v>
                </c:pt>
                <c:pt idx="121">
                  <c:v>108.0544632954785</c:v>
                </c:pt>
                <c:pt idx="122">
                  <c:v>108.75793989056012</c:v>
                </c:pt>
                <c:pt idx="123">
                  <c:v>109.16765199219071</c:v>
                </c:pt>
                <c:pt idx="124">
                  <c:v>109.22677152363407</c:v>
                </c:pt>
                <c:pt idx="125">
                  <c:v>109.50174608848681</c:v>
                </c:pt>
                <c:pt idx="126">
                  <c:v>108.25886105535236</c:v>
                </c:pt>
                <c:pt idx="127">
                  <c:v>105.94403351023362</c:v>
                </c:pt>
                <c:pt idx="128">
                  <c:v>105.91928579939689</c:v>
                </c:pt>
                <c:pt idx="129">
                  <c:v>105.39683412617666</c:v>
                </c:pt>
                <c:pt idx="130">
                  <c:v>106.16676290776437</c:v>
                </c:pt>
                <c:pt idx="131">
                  <c:v>105.88812201538025</c:v>
                </c:pt>
                <c:pt idx="132">
                  <c:v>106.21671662037929</c:v>
                </c:pt>
                <c:pt idx="133">
                  <c:v>106.89727866838984</c:v>
                </c:pt>
                <c:pt idx="134">
                  <c:v>107.12550755721762</c:v>
                </c:pt>
                <c:pt idx="135">
                  <c:v>106.29508437136231</c:v>
                </c:pt>
                <c:pt idx="136">
                  <c:v>104.6667766564926</c:v>
                </c:pt>
                <c:pt idx="137">
                  <c:v>103.99721359107616</c:v>
                </c:pt>
                <c:pt idx="138">
                  <c:v>103.85835143582551</c:v>
                </c:pt>
                <c:pt idx="139">
                  <c:v>103.31069376082711</c:v>
                </c:pt>
                <c:pt idx="140">
                  <c:v>103.13516833026277</c:v>
                </c:pt>
                <c:pt idx="141">
                  <c:v>103.42984940559663</c:v>
                </c:pt>
                <c:pt idx="142">
                  <c:v>102.55818003501342</c:v>
                </c:pt>
                <c:pt idx="143">
                  <c:v>101.6067680406229</c:v>
                </c:pt>
                <c:pt idx="144">
                  <c:v>101.90557373442957</c:v>
                </c:pt>
                <c:pt idx="145">
                  <c:v>100.6406907361069</c:v>
                </c:pt>
                <c:pt idx="146">
                  <c:v>100.79971769278009</c:v>
                </c:pt>
                <c:pt idx="147">
                  <c:v>99.564623605649814</c:v>
                </c:pt>
                <c:pt idx="148">
                  <c:v>100.34967598830443</c:v>
                </c:pt>
                <c:pt idx="149">
                  <c:v>99.499546291967988</c:v>
                </c:pt>
                <c:pt idx="150">
                  <c:v>101.1214379336578</c:v>
                </c:pt>
                <c:pt idx="151">
                  <c:v>101.82903914721221</c:v>
                </c:pt>
                <c:pt idx="152">
                  <c:v>100.14436164654769</c:v>
                </c:pt>
                <c:pt idx="153">
                  <c:v>101.09348218623111</c:v>
                </c:pt>
                <c:pt idx="154">
                  <c:v>101.26213325267412</c:v>
                </c:pt>
                <c:pt idx="155">
                  <c:v>101.31804474752751</c:v>
                </c:pt>
                <c:pt idx="156">
                  <c:v>100.97982603275864</c:v>
                </c:pt>
                <c:pt idx="157">
                  <c:v>100.07882604192446</c:v>
                </c:pt>
                <c:pt idx="158">
                  <c:v>98.453268072703267</c:v>
                </c:pt>
                <c:pt idx="159">
                  <c:v>99.259860129604675</c:v>
                </c:pt>
                <c:pt idx="160">
                  <c:v>101.3542497318998</c:v>
                </c:pt>
                <c:pt idx="161">
                  <c:v>101.78962612625</c:v>
                </c:pt>
                <c:pt idx="162">
                  <c:v>101.2465513606658</c:v>
                </c:pt>
                <c:pt idx="163">
                  <c:v>100.35013427924582</c:v>
                </c:pt>
                <c:pt idx="164">
                  <c:v>101.03711240043629</c:v>
                </c:pt>
                <c:pt idx="165">
                  <c:v>98.971595127450712</c:v>
                </c:pt>
                <c:pt idx="166">
                  <c:v>99.400097157679582</c:v>
                </c:pt>
                <c:pt idx="167">
                  <c:v>99.429886068871951</c:v>
                </c:pt>
                <c:pt idx="168">
                  <c:v>100.33088605970615</c:v>
                </c:pt>
                <c:pt idx="169">
                  <c:v>100.85196286010209</c:v>
                </c:pt>
                <c:pt idx="170">
                  <c:v>101.15122684485019</c:v>
                </c:pt>
                <c:pt idx="171">
                  <c:v>100.66635502882649</c:v>
                </c:pt>
                <c:pt idx="172">
                  <c:v>101.51969276175285</c:v>
                </c:pt>
                <c:pt idx="173">
                  <c:v>100.85608747857489</c:v>
                </c:pt>
                <c:pt idx="174">
                  <c:v>99.152161758370681</c:v>
                </c:pt>
                <c:pt idx="175">
                  <c:v>99.363433882365868</c:v>
                </c:pt>
                <c:pt idx="176">
                  <c:v>98.118257394524335</c:v>
                </c:pt>
                <c:pt idx="177">
                  <c:v>103.33727463542957</c:v>
                </c:pt>
                <c:pt idx="178">
                  <c:v>106.32533157349613</c:v>
                </c:pt>
                <c:pt idx="179">
                  <c:v>106.21534174755503</c:v>
                </c:pt>
                <c:pt idx="180">
                  <c:v>104.85880056094811</c:v>
                </c:pt>
                <c:pt idx="181">
                  <c:v>106.0595228274718</c:v>
                </c:pt>
                <c:pt idx="182">
                  <c:v>105.52057268036039</c:v>
                </c:pt>
                <c:pt idx="183">
                  <c:v>105.17272985582167</c:v>
                </c:pt>
                <c:pt idx="184">
                  <c:v>104.12278530902557</c:v>
                </c:pt>
                <c:pt idx="185">
                  <c:v>103.70207422480087</c:v>
                </c:pt>
                <c:pt idx="186">
                  <c:v>102.42573395294268</c:v>
                </c:pt>
                <c:pt idx="187">
                  <c:v>101.98256661258833</c:v>
                </c:pt>
                <c:pt idx="188">
                  <c:v>103.69565815162096</c:v>
                </c:pt>
                <c:pt idx="189">
                  <c:v>102.97384991888249</c:v>
                </c:pt>
                <c:pt idx="190">
                  <c:v>103.62004014628646</c:v>
                </c:pt>
                <c:pt idx="191">
                  <c:v>103.9509262059926</c:v>
                </c:pt>
                <c:pt idx="192">
                  <c:v>104.74972731688985</c:v>
                </c:pt>
                <c:pt idx="193">
                  <c:v>105.07694704906463</c:v>
                </c:pt>
                <c:pt idx="194">
                  <c:v>106.19838498272243</c:v>
                </c:pt>
                <c:pt idx="195">
                  <c:v>106.89040430426853</c:v>
                </c:pt>
                <c:pt idx="196">
                  <c:v>106.21671662037929</c:v>
                </c:pt>
                <c:pt idx="197">
                  <c:v>106.36107826692698</c:v>
                </c:pt>
                <c:pt idx="198">
                  <c:v>106.16401316211584</c:v>
                </c:pt>
                <c:pt idx="199">
                  <c:v>106.17592872659279</c:v>
                </c:pt>
                <c:pt idx="200">
                  <c:v>106.57235039092217</c:v>
                </c:pt>
                <c:pt idx="201">
                  <c:v>108.03613165782164</c:v>
                </c:pt>
                <c:pt idx="202">
                  <c:v>108.56087478574898</c:v>
                </c:pt>
                <c:pt idx="203">
                  <c:v>108.86655484367695</c:v>
                </c:pt>
                <c:pt idx="204">
                  <c:v>108.98708536127076</c:v>
                </c:pt>
                <c:pt idx="205">
                  <c:v>109.45179237587188</c:v>
                </c:pt>
                <c:pt idx="206">
                  <c:v>109.23089614210686</c:v>
                </c:pt>
                <c:pt idx="207">
                  <c:v>109.67864639187542</c:v>
                </c:pt>
                <c:pt idx="208">
                  <c:v>110.10027405798294</c:v>
                </c:pt>
                <c:pt idx="209">
                  <c:v>109.14794548170961</c:v>
                </c:pt>
                <c:pt idx="210">
                  <c:v>109.19652432150026</c:v>
                </c:pt>
                <c:pt idx="211">
                  <c:v>108.52741954702523</c:v>
                </c:pt>
                <c:pt idx="212">
                  <c:v>108.81751771294488</c:v>
                </c:pt>
                <c:pt idx="213">
                  <c:v>109.03153958258862</c:v>
                </c:pt>
                <c:pt idx="214">
                  <c:v>108.93117386641735</c:v>
                </c:pt>
                <c:pt idx="215">
                  <c:v>109.44079339327779</c:v>
                </c:pt>
                <c:pt idx="216">
                  <c:v>109.98157670415488</c:v>
                </c:pt>
                <c:pt idx="217">
                  <c:v>109.70018606612221</c:v>
                </c:pt>
                <c:pt idx="218">
                  <c:v>109.20523184938726</c:v>
                </c:pt>
                <c:pt idx="219">
                  <c:v>110.66580507969678</c:v>
                </c:pt>
                <c:pt idx="220">
                  <c:v>110.33537731093207</c:v>
                </c:pt>
                <c:pt idx="221">
                  <c:v>110.91282389712285</c:v>
                </c:pt>
                <c:pt idx="222">
                  <c:v>111.37523945701689</c:v>
                </c:pt>
                <c:pt idx="223">
                  <c:v>110.50357008643365</c:v>
                </c:pt>
                <c:pt idx="224">
                  <c:v>110.43161840863054</c:v>
                </c:pt>
                <c:pt idx="225">
                  <c:v>109.93666419189559</c:v>
                </c:pt>
                <c:pt idx="226">
                  <c:v>110.38578931448842</c:v>
                </c:pt>
                <c:pt idx="227">
                  <c:v>110.15847700754347</c:v>
                </c:pt>
                <c:pt idx="228">
                  <c:v>109.27030916306907</c:v>
                </c:pt>
                <c:pt idx="229">
                  <c:v>109.41696226432387</c:v>
                </c:pt>
                <c:pt idx="230">
                  <c:v>108.67728068486997</c:v>
                </c:pt>
                <c:pt idx="231">
                  <c:v>109.16627711936646</c:v>
                </c:pt>
                <c:pt idx="232">
                  <c:v>109.73134985013886</c:v>
                </c:pt>
                <c:pt idx="233">
                  <c:v>110.78450243352491</c:v>
                </c:pt>
                <c:pt idx="234">
                  <c:v>110.48432186689399</c:v>
                </c:pt>
                <c:pt idx="235">
                  <c:v>111.50218604779059</c:v>
                </c:pt>
                <c:pt idx="236">
                  <c:v>112.02142968442087</c:v>
                </c:pt>
                <c:pt idx="237">
                  <c:v>112.37018909084244</c:v>
                </c:pt>
                <c:pt idx="238">
                  <c:v>112.48109549866636</c:v>
                </c:pt>
                <c:pt idx="239">
                  <c:v>112.39814483826913</c:v>
                </c:pt>
                <c:pt idx="240">
                  <c:v>111.95635237073903</c:v>
                </c:pt>
                <c:pt idx="241">
                  <c:v>111.14976031383763</c:v>
                </c:pt>
                <c:pt idx="242">
                  <c:v>112.24278420912732</c:v>
                </c:pt>
                <c:pt idx="243">
                  <c:v>112.33490068835299</c:v>
                </c:pt>
                <c:pt idx="244">
                  <c:v>111.53380812274864</c:v>
                </c:pt>
                <c:pt idx="245">
                  <c:v>111.66258787728802</c:v>
                </c:pt>
                <c:pt idx="246">
                  <c:v>112.57642001448201</c:v>
                </c:pt>
                <c:pt idx="247">
                  <c:v>112.06725877856299</c:v>
                </c:pt>
                <c:pt idx="248">
                  <c:v>109.92612350024289</c:v>
                </c:pt>
                <c:pt idx="249">
                  <c:v>110.47515604806554</c:v>
                </c:pt>
                <c:pt idx="250">
                  <c:v>110.22217944840102</c:v>
                </c:pt>
                <c:pt idx="251">
                  <c:v>111.96872622615741</c:v>
                </c:pt>
                <c:pt idx="252">
                  <c:v>112.34360821623999</c:v>
                </c:pt>
                <c:pt idx="253">
                  <c:v>113.01042153600791</c:v>
                </c:pt>
                <c:pt idx="254">
                  <c:v>113.31060210263884</c:v>
                </c:pt>
                <c:pt idx="255">
                  <c:v>113.13645154489875</c:v>
                </c:pt>
                <c:pt idx="256">
                  <c:v>113.24827453460556</c:v>
                </c:pt>
                <c:pt idx="257">
                  <c:v>113.21940220529601</c:v>
                </c:pt>
                <c:pt idx="258">
                  <c:v>112.04801055902327</c:v>
                </c:pt>
                <c:pt idx="259">
                  <c:v>111.54664026910844</c:v>
                </c:pt>
                <c:pt idx="260">
                  <c:v>110.96965197385909</c:v>
                </c:pt>
                <c:pt idx="261">
                  <c:v>111.64288136680692</c:v>
                </c:pt>
                <c:pt idx="262">
                  <c:v>112.26524046525697</c:v>
                </c:pt>
                <c:pt idx="263">
                  <c:v>111.08055838168302</c:v>
                </c:pt>
                <c:pt idx="264">
                  <c:v>110.50127863172656</c:v>
                </c:pt>
                <c:pt idx="265">
                  <c:v>111.17679947938149</c:v>
                </c:pt>
                <c:pt idx="266">
                  <c:v>110.31796225515806</c:v>
                </c:pt>
                <c:pt idx="267">
                  <c:v>109.64244140750314</c:v>
                </c:pt>
                <c:pt idx="268">
                  <c:v>106.89040430426853</c:v>
                </c:pt>
                <c:pt idx="269">
                  <c:v>107.31249026131748</c:v>
                </c:pt>
                <c:pt idx="270">
                  <c:v>109.803301527942</c:v>
                </c:pt>
                <c:pt idx="271">
                  <c:v>110.80695868965454</c:v>
                </c:pt>
                <c:pt idx="272">
                  <c:v>111.25425064848169</c:v>
                </c:pt>
                <c:pt idx="273">
                  <c:v>110.89128422287604</c:v>
                </c:pt>
                <c:pt idx="274">
                  <c:v>110.27854923419585</c:v>
                </c:pt>
                <c:pt idx="275">
                  <c:v>110.97881779268749</c:v>
                </c:pt>
                <c:pt idx="276">
                  <c:v>111.83398868937957</c:v>
                </c:pt>
                <c:pt idx="277">
                  <c:v>111.59063619948488</c:v>
                </c:pt>
                <c:pt idx="278">
                  <c:v>111.02968808718528</c:v>
                </c:pt>
                <c:pt idx="279">
                  <c:v>110.40962044344231</c:v>
                </c:pt>
                <c:pt idx="280">
                  <c:v>109.92108229988726</c:v>
                </c:pt>
                <c:pt idx="281">
                  <c:v>111.14380253159915</c:v>
                </c:pt>
                <c:pt idx="282">
                  <c:v>110.73088239337861</c:v>
                </c:pt>
                <c:pt idx="283">
                  <c:v>108.42613724897112</c:v>
                </c:pt>
                <c:pt idx="284">
                  <c:v>108.13741395587574</c:v>
                </c:pt>
                <c:pt idx="285">
                  <c:v>107.0430151877618</c:v>
                </c:pt>
                <c:pt idx="286">
                  <c:v>106.62872017671698</c:v>
                </c:pt>
                <c:pt idx="287">
                  <c:v>102.67321106131016</c:v>
                </c:pt>
                <c:pt idx="288">
                  <c:v>102.04076956214882</c:v>
                </c:pt>
                <c:pt idx="289">
                  <c:v>103.60399996333672</c:v>
                </c:pt>
                <c:pt idx="290">
                  <c:v>103.12462763861009</c:v>
                </c:pt>
                <c:pt idx="291">
                  <c:v>103.28961237752175</c:v>
                </c:pt>
                <c:pt idx="292">
                  <c:v>100.72730772403553</c:v>
                </c:pt>
                <c:pt idx="293">
                  <c:v>95.796097194342849</c:v>
                </c:pt>
                <c:pt idx="294">
                  <c:v>95.859799635200403</c:v>
                </c:pt>
                <c:pt idx="295">
                  <c:v>87.901577437420357</c:v>
                </c:pt>
                <c:pt idx="296">
                  <c:v>91.247559600736935</c:v>
                </c:pt>
                <c:pt idx="297">
                  <c:v>84.301702092556425</c:v>
                </c:pt>
                <c:pt idx="298">
                  <c:v>82.190355725428716</c:v>
                </c:pt>
                <c:pt idx="299">
                  <c:v>77.623486494165945</c:v>
                </c:pt>
                <c:pt idx="300">
                  <c:v>75.74128559774887</c:v>
                </c:pt>
                <c:pt idx="301">
                  <c:v>80.159210273049752</c:v>
                </c:pt>
                <c:pt idx="302">
                  <c:v>69.754172739021641</c:v>
                </c:pt>
                <c:pt idx="303">
                  <c:v>71.503010971485139</c:v>
                </c:pt>
                <c:pt idx="304">
                  <c:v>76.239906142015201</c:v>
                </c:pt>
                <c:pt idx="305">
                  <c:v>79.205965114893544</c:v>
                </c:pt>
                <c:pt idx="306">
                  <c:v>79.378282508867926</c:v>
                </c:pt>
                <c:pt idx="307">
                  <c:v>75.903062300070573</c:v>
                </c:pt>
                <c:pt idx="308">
                  <c:v>78.805418832091362</c:v>
                </c:pt>
                <c:pt idx="309">
                  <c:v>75.652835446054567</c:v>
                </c:pt>
                <c:pt idx="310">
                  <c:v>74.094646245222322</c:v>
                </c:pt>
                <c:pt idx="311">
                  <c:v>80.587712303278607</c:v>
                </c:pt>
                <c:pt idx="312">
                  <c:v>80.189457475183545</c:v>
                </c:pt>
                <c:pt idx="313">
                  <c:v>83.518024582726085</c:v>
                </c:pt>
                <c:pt idx="314">
                  <c:v>82.435999670030526</c:v>
                </c:pt>
                <c:pt idx="315">
                  <c:v>81.807682789341968</c:v>
                </c:pt>
                <c:pt idx="316">
                  <c:v>82.426375560260666</c:v>
                </c:pt>
                <c:pt idx="317">
                  <c:v>84.937351628307709</c:v>
                </c:pt>
                <c:pt idx="318">
                  <c:v>84.892439116048436</c:v>
                </c:pt>
                <c:pt idx="319">
                  <c:v>82.322343516558064</c:v>
                </c:pt>
                <c:pt idx="320">
                  <c:v>84.209127322389335</c:v>
                </c:pt>
                <c:pt idx="321">
                  <c:v>85.369519986067957</c:v>
                </c:pt>
                <c:pt idx="322">
                  <c:v>83.90757188293415</c:v>
                </c:pt>
                <c:pt idx="323">
                  <c:v>85.079880111089707</c:v>
                </c:pt>
                <c:pt idx="324">
                  <c:v>85.983629847572431</c:v>
                </c:pt>
                <c:pt idx="325">
                  <c:v>87.564275304534334</c:v>
                </c:pt>
                <c:pt idx="326">
                  <c:v>90.374057066388019</c:v>
                </c:pt>
                <c:pt idx="327">
                  <c:v>85.182537281968081</c:v>
                </c:pt>
                <c:pt idx="328">
                  <c:v>84.37686180694952</c:v>
                </c:pt>
                <c:pt idx="329">
                  <c:v>84.975389776445681</c:v>
                </c:pt>
                <c:pt idx="330">
                  <c:v>84.316825693623329</c:v>
                </c:pt>
                <c:pt idx="331">
                  <c:v>84.797572891174227</c:v>
                </c:pt>
                <c:pt idx="332">
                  <c:v>84.684833319584612</c:v>
                </c:pt>
                <c:pt idx="333">
                  <c:v>84.293911146552276</c:v>
                </c:pt>
                <c:pt idx="334">
                  <c:v>86.007919267467742</c:v>
                </c:pt>
                <c:pt idx="335">
                  <c:v>83.800790093583004</c:v>
                </c:pt>
                <c:pt idx="336">
                  <c:v>83.746711762495309</c:v>
                </c:pt>
                <c:pt idx="337">
                  <c:v>80.872310977901208</c:v>
                </c:pt>
                <c:pt idx="338">
                  <c:v>81.384221959468746</c:v>
                </c:pt>
                <c:pt idx="339">
                  <c:v>83.102354698857013</c:v>
                </c:pt>
                <c:pt idx="340">
                  <c:v>83.466237706345495</c:v>
                </c:pt>
                <c:pt idx="341">
                  <c:v>82.852127844841021</c:v>
                </c:pt>
                <c:pt idx="342">
                  <c:v>82.758636492791069</c:v>
                </c:pt>
                <c:pt idx="343">
                  <c:v>85.379144095837802</c:v>
                </c:pt>
                <c:pt idx="344">
                  <c:v>86.984537263636454</c:v>
                </c:pt>
                <c:pt idx="345">
                  <c:v>87.811294121960373</c:v>
                </c:pt>
                <c:pt idx="346">
                  <c:v>90.06471068092867</c:v>
                </c:pt>
                <c:pt idx="347">
                  <c:v>91.466622670736285</c:v>
                </c:pt>
                <c:pt idx="348">
                  <c:v>92.222344433139924</c:v>
                </c:pt>
                <c:pt idx="349">
                  <c:v>91.924913612157539</c:v>
                </c:pt>
                <c:pt idx="350">
                  <c:v>92.961109430710991</c:v>
                </c:pt>
                <c:pt idx="351">
                  <c:v>93.193004647070154</c:v>
                </c:pt>
                <c:pt idx="352">
                  <c:v>92.085773732596394</c:v>
                </c:pt>
                <c:pt idx="353">
                  <c:v>92.722798141171936</c:v>
                </c:pt>
                <c:pt idx="354">
                  <c:v>90.759938039064707</c:v>
                </c:pt>
                <c:pt idx="355">
                  <c:v>91.409794594000047</c:v>
                </c:pt>
                <c:pt idx="356">
                  <c:v>89.950596236514784</c:v>
                </c:pt>
                <c:pt idx="357">
                  <c:v>90.86992786500582</c:v>
                </c:pt>
                <c:pt idx="358">
                  <c:v>90.568830716492059</c:v>
                </c:pt>
                <c:pt idx="359">
                  <c:v>92.498235579875526</c:v>
                </c:pt>
                <c:pt idx="360">
                  <c:v>93.898314405917446</c:v>
                </c:pt>
                <c:pt idx="361">
                  <c:v>94.510591103656253</c:v>
                </c:pt>
                <c:pt idx="362">
                  <c:v>95.975288952438561</c:v>
                </c:pt>
                <c:pt idx="363">
                  <c:v>94.45651277256853</c:v>
                </c:pt>
                <c:pt idx="364">
                  <c:v>94.306193343782368</c:v>
                </c:pt>
                <c:pt idx="365">
                  <c:v>95.168696895537167</c:v>
                </c:pt>
                <c:pt idx="366">
                  <c:v>94.521590086250356</c:v>
                </c:pt>
                <c:pt idx="367">
                  <c:v>94.427182152317584</c:v>
                </c:pt>
                <c:pt idx="368">
                  <c:v>95.599948671414552</c:v>
                </c:pt>
                <c:pt idx="369">
                  <c:v>96.714970531892476</c:v>
                </c:pt>
                <c:pt idx="370">
                  <c:v>97.225048349694319</c:v>
                </c:pt>
                <c:pt idx="371">
                  <c:v>98.657665832577152</c:v>
                </c:pt>
                <c:pt idx="372">
                  <c:v>98.987635310400449</c:v>
                </c:pt>
                <c:pt idx="373">
                  <c:v>98.126964922411346</c:v>
                </c:pt>
                <c:pt idx="374">
                  <c:v>99.114123610232724</c:v>
                </c:pt>
                <c:pt idx="375">
                  <c:v>98.697995435422214</c:v>
                </c:pt>
                <c:pt idx="376">
                  <c:v>99.015591057827152</c:v>
                </c:pt>
                <c:pt idx="377">
                  <c:v>97.225048349694319</c:v>
                </c:pt>
                <c:pt idx="378">
                  <c:v>97.324497483982725</c:v>
                </c:pt>
                <c:pt idx="379">
                  <c:v>98.440435926343483</c:v>
                </c:pt>
                <c:pt idx="380">
                  <c:v>99.923007121841238</c:v>
                </c:pt>
                <c:pt idx="381">
                  <c:v>101.02748829066645</c:v>
                </c:pt>
                <c:pt idx="382">
                  <c:v>102.31116121758737</c:v>
                </c:pt>
                <c:pt idx="383">
                  <c:v>102.03939468932457</c:v>
                </c:pt>
                <c:pt idx="384">
                  <c:v>102.79878277925958</c:v>
                </c:pt>
                <c:pt idx="385">
                  <c:v>102.60355083821413</c:v>
                </c:pt>
                <c:pt idx="386">
                  <c:v>102.03206203426183</c:v>
                </c:pt>
                <c:pt idx="387">
                  <c:v>103.57879396155853</c:v>
                </c:pt>
                <c:pt idx="388">
                  <c:v>102.68329346202142</c:v>
                </c:pt>
                <c:pt idx="389">
                  <c:v>101.76029550599904</c:v>
                </c:pt>
                <c:pt idx="390">
                  <c:v>101.49723650562323</c:v>
                </c:pt>
                <c:pt idx="391">
                  <c:v>99.830432351674133</c:v>
                </c:pt>
                <c:pt idx="392">
                  <c:v>101.69705135608289</c:v>
                </c:pt>
                <c:pt idx="393">
                  <c:v>101.7557125965848</c:v>
                </c:pt>
                <c:pt idx="394">
                  <c:v>102.65854575118468</c:v>
                </c:pt>
                <c:pt idx="395">
                  <c:v>102.78595063289977</c:v>
                </c:pt>
                <c:pt idx="396">
                  <c:v>103.30015306917444</c:v>
                </c:pt>
                <c:pt idx="397">
                  <c:v>103.77998368484249</c:v>
                </c:pt>
                <c:pt idx="398">
                  <c:v>103.6507456393617</c:v>
                </c:pt>
                <c:pt idx="399">
                  <c:v>103.57787737967573</c:v>
                </c:pt>
                <c:pt idx="400">
                  <c:v>102.45918919166644</c:v>
                </c:pt>
                <c:pt idx="401">
                  <c:v>103.08888094517923</c:v>
                </c:pt>
                <c:pt idx="402">
                  <c:v>104.35605539820901</c:v>
                </c:pt>
                <c:pt idx="403">
                  <c:v>104.5673275222042</c:v>
                </c:pt>
                <c:pt idx="404">
                  <c:v>103.68557575090971</c:v>
                </c:pt>
                <c:pt idx="405">
                  <c:v>104.23002538931816</c:v>
                </c:pt>
                <c:pt idx="406">
                  <c:v>105.09940330519427</c:v>
                </c:pt>
                <c:pt idx="407">
                  <c:v>105.15256505439913</c:v>
                </c:pt>
                <c:pt idx="408">
                  <c:v>105.86154114077782</c:v>
                </c:pt>
                <c:pt idx="409">
                  <c:v>105.94999129247211</c:v>
                </c:pt>
                <c:pt idx="410">
                  <c:v>106.75979138596345</c:v>
                </c:pt>
                <c:pt idx="411">
                  <c:v>104.37576190869011</c:v>
                </c:pt>
                <c:pt idx="412">
                  <c:v>105.13423341674229</c:v>
                </c:pt>
                <c:pt idx="413">
                  <c:v>105.72772018588282</c:v>
                </c:pt>
                <c:pt idx="414">
                  <c:v>105.6585182537282</c:v>
                </c:pt>
                <c:pt idx="415">
                  <c:v>103.88401572854511</c:v>
                </c:pt>
                <c:pt idx="416">
                  <c:v>104.07833108770772</c:v>
                </c:pt>
                <c:pt idx="417">
                  <c:v>103.73277971787608</c:v>
                </c:pt>
                <c:pt idx="418">
                  <c:v>103.37210474697758</c:v>
                </c:pt>
                <c:pt idx="419">
                  <c:v>104.94175122134534</c:v>
                </c:pt>
                <c:pt idx="420">
                  <c:v>105.08107166753742</c:v>
                </c:pt>
                <c:pt idx="421">
                  <c:v>104.85742568812384</c:v>
                </c:pt>
                <c:pt idx="422">
                  <c:v>105.6067313773476</c:v>
                </c:pt>
                <c:pt idx="423">
                  <c:v>106.36520288539977</c:v>
                </c:pt>
                <c:pt idx="424">
                  <c:v>105.55448621002557</c:v>
                </c:pt>
                <c:pt idx="425">
                  <c:v>105.45228733008865</c:v>
                </c:pt>
                <c:pt idx="426">
                  <c:v>103.12050302013729</c:v>
                </c:pt>
                <c:pt idx="427">
                  <c:v>102.2323351756629</c:v>
                </c:pt>
                <c:pt idx="428">
                  <c:v>102.03252032520325</c:v>
                </c:pt>
                <c:pt idx="429">
                  <c:v>99.041713641488144</c:v>
                </c:pt>
                <c:pt idx="430">
                  <c:v>101.28458950880376</c:v>
                </c:pt>
                <c:pt idx="431">
                  <c:v>102.90968918708352</c:v>
                </c:pt>
                <c:pt idx="432">
                  <c:v>102.86248522011714</c:v>
                </c:pt>
                <c:pt idx="433">
                  <c:v>103.09300556365201</c:v>
                </c:pt>
                <c:pt idx="434">
                  <c:v>104.64569527318723</c:v>
                </c:pt>
                <c:pt idx="435">
                  <c:v>105.43762201996316</c:v>
                </c:pt>
                <c:pt idx="436">
                  <c:v>106.89544550462415</c:v>
                </c:pt>
                <c:pt idx="437">
                  <c:v>107.59617235405725</c:v>
                </c:pt>
                <c:pt idx="438">
                  <c:v>108.47379950687895</c:v>
                </c:pt>
                <c:pt idx="439">
                  <c:v>109.20339868562159</c:v>
                </c:pt>
                <c:pt idx="440">
                  <c:v>109.35692615099771</c:v>
                </c:pt>
                <c:pt idx="441">
                  <c:v>109.38946480783859</c:v>
                </c:pt>
                <c:pt idx="442">
                  <c:v>109.72447548601754</c:v>
                </c:pt>
                <c:pt idx="443">
                  <c:v>107.05997195259438</c:v>
                </c:pt>
                <c:pt idx="444">
                  <c:v>107.81248567840808</c:v>
                </c:pt>
                <c:pt idx="445">
                  <c:v>108.82622524083187</c:v>
                </c:pt>
                <c:pt idx="446">
                  <c:v>109.04391343800697</c:v>
                </c:pt>
                <c:pt idx="447">
                  <c:v>109.41833713714814</c:v>
                </c:pt>
                <c:pt idx="448">
                  <c:v>109.04070540141704</c:v>
                </c:pt>
                <c:pt idx="449">
                  <c:v>109.35142665970064</c:v>
                </c:pt>
                <c:pt idx="450">
                  <c:v>107.86106451819873</c:v>
                </c:pt>
                <c:pt idx="451">
                  <c:v>108.97608637867664</c:v>
                </c:pt>
                <c:pt idx="452">
                  <c:v>107.51138852989432</c:v>
                </c:pt>
                <c:pt idx="453">
                  <c:v>106.97243838278293</c:v>
                </c:pt>
                <c:pt idx="454">
                  <c:v>106.71212912805565</c:v>
                </c:pt>
                <c:pt idx="455">
                  <c:v>106.95731478171602</c:v>
                </c:pt>
                <c:pt idx="456">
                  <c:v>108.28040072959917</c:v>
                </c:pt>
                <c:pt idx="457">
                  <c:v>109.15115351829957</c:v>
                </c:pt>
                <c:pt idx="458">
                  <c:v>111.09247394615997</c:v>
                </c:pt>
                <c:pt idx="459">
                  <c:v>112.40547749333186</c:v>
                </c:pt>
                <c:pt idx="460">
                  <c:v>114.21572671194579</c:v>
                </c:pt>
                <c:pt idx="461">
                  <c:v>115.7743742037195</c:v>
                </c:pt>
                <c:pt idx="462">
                  <c:v>116.85639911641505</c:v>
                </c:pt>
                <c:pt idx="463">
                  <c:v>116.32157358777646</c:v>
                </c:pt>
                <c:pt idx="464">
                  <c:v>116.58875720662505</c:v>
                </c:pt>
                <c:pt idx="465">
                  <c:v>117.14145608197907</c:v>
                </c:pt>
                <c:pt idx="466">
                  <c:v>118.00258476090961</c:v>
                </c:pt>
                <c:pt idx="467">
                  <c:v>118.58965545687023</c:v>
                </c:pt>
                <c:pt idx="468">
                  <c:v>117.06308833099605</c:v>
                </c:pt>
                <c:pt idx="469">
                  <c:v>117.86372260565896</c:v>
                </c:pt>
                <c:pt idx="470">
                  <c:v>118.48149879469483</c:v>
                </c:pt>
                <c:pt idx="471">
                  <c:v>119.66113967791313</c:v>
                </c:pt>
                <c:pt idx="472">
                  <c:v>117.8577648234205</c:v>
                </c:pt>
                <c:pt idx="473">
                  <c:v>119.03648912475595</c:v>
                </c:pt>
                <c:pt idx="474">
                  <c:v>118.87104609490289</c:v>
                </c:pt>
                <c:pt idx="475">
                  <c:v>120.15517731276522</c:v>
                </c:pt>
                <c:pt idx="476">
                  <c:v>120.19825666125882</c:v>
                </c:pt>
                <c:pt idx="477">
                  <c:v>120.38294791065158</c:v>
                </c:pt>
                <c:pt idx="478">
                  <c:v>121.52546722761477</c:v>
                </c:pt>
                <c:pt idx="479">
                  <c:v>122.41638481773769</c:v>
                </c:pt>
                <c:pt idx="480">
                  <c:v>122.75735327815511</c:v>
                </c:pt>
                <c:pt idx="481">
                  <c:v>124.00527951164517</c:v>
                </c:pt>
                <c:pt idx="482">
                  <c:v>123.53965591516116</c:v>
                </c:pt>
                <c:pt idx="483">
                  <c:v>123.86550077451169</c:v>
                </c:pt>
                <c:pt idx="484">
                  <c:v>124.27154654861093</c:v>
                </c:pt>
                <c:pt idx="485">
                  <c:v>124.36045499124664</c:v>
                </c:pt>
                <c:pt idx="486">
                  <c:v>125.41314928369127</c:v>
                </c:pt>
                <c:pt idx="487">
                  <c:v>125.94476677573991</c:v>
                </c:pt>
                <c:pt idx="488">
                  <c:v>126.12670827948413</c:v>
                </c:pt>
                <c:pt idx="489">
                  <c:v>122.16569967278026</c:v>
                </c:pt>
                <c:pt idx="490">
                  <c:v>123.42966608922008</c:v>
                </c:pt>
                <c:pt idx="491">
                  <c:v>124.66521846729177</c:v>
                </c:pt>
                <c:pt idx="492">
                  <c:v>126.02313452672294</c:v>
                </c:pt>
                <c:pt idx="493">
                  <c:v>127.15923777050624</c:v>
                </c:pt>
                <c:pt idx="494">
                  <c:v>127.70368740891467</c:v>
                </c:pt>
                <c:pt idx="495">
                  <c:v>128.15602056809746</c:v>
                </c:pt>
                <c:pt idx="496">
                  <c:v>128.15418740433176</c:v>
                </c:pt>
                <c:pt idx="497">
                  <c:v>128.49103124627638</c:v>
                </c:pt>
                <c:pt idx="498">
                  <c:v>129.5396009202482</c:v>
                </c:pt>
                <c:pt idx="499">
                  <c:v>130.1500444542213</c:v>
                </c:pt>
                <c:pt idx="500">
                  <c:v>129.66196460160768</c:v>
                </c:pt>
                <c:pt idx="501">
                  <c:v>129.58038881403471</c:v>
                </c:pt>
                <c:pt idx="502">
                  <c:v>131.50429418612111</c:v>
                </c:pt>
                <c:pt idx="503">
                  <c:v>132.76459427502957</c:v>
                </c:pt>
                <c:pt idx="504">
                  <c:v>133.4859442168266</c:v>
                </c:pt>
                <c:pt idx="505">
                  <c:v>133.49877636318641</c:v>
                </c:pt>
                <c:pt idx="506">
                  <c:v>133.78062529216049</c:v>
                </c:pt>
                <c:pt idx="507">
                  <c:v>132.29667922383845</c:v>
                </c:pt>
                <c:pt idx="508">
                  <c:v>130.89980843438647</c:v>
                </c:pt>
                <c:pt idx="509">
                  <c:v>133.09823008038421</c:v>
                </c:pt>
                <c:pt idx="510">
                  <c:v>134.23066699663616</c:v>
                </c:pt>
                <c:pt idx="511">
                  <c:v>133.73250474331124</c:v>
                </c:pt>
                <c:pt idx="512">
                  <c:v>131.73023162024177</c:v>
                </c:pt>
                <c:pt idx="513">
                  <c:v>130.51117771606127</c:v>
                </c:pt>
                <c:pt idx="514">
                  <c:v>128.02357448602669</c:v>
                </c:pt>
                <c:pt idx="515">
                  <c:v>126.64915995270437</c:v>
                </c:pt>
                <c:pt idx="516">
                  <c:v>124.97227339804402</c:v>
                </c:pt>
                <c:pt idx="517">
                  <c:v>130.89889185250365</c:v>
                </c:pt>
                <c:pt idx="518">
                  <c:v>134.25953932594567</c:v>
                </c:pt>
                <c:pt idx="519">
                  <c:v>135.56200218146489</c:v>
                </c:pt>
                <c:pt idx="520">
                  <c:v>136.53082923162941</c:v>
                </c:pt>
                <c:pt idx="521">
                  <c:v>136.79297165012235</c:v>
                </c:pt>
                <c:pt idx="522">
                  <c:v>138.54868424670715</c:v>
                </c:pt>
                <c:pt idx="523">
                  <c:v>138.48910642432239</c:v>
                </c:pt>
                <c:pt idx="524">
                  <c:v>138.46344213160282</c:v>
                </c:pt>
                <c:pt idx="525">
                  <c:v>139.07571882934161</c:v>
                </c:pt>
                <c:pt idx="526">
                  <c:v>138.98406064105734</c:v>
                </c:pt>
                <c:pt idx="527">
                  <c:v>140.37176561168093</c:v>
                </c:pt>
                <c:pt idx="528">
                  <c:v>140.36030833814539</c:v>
                </c:pt>
                <c:pt idx="529">
                  <c:v>139.40202197963353</c:v>
                </c:pt>
                <c:pt idx="530">
                  <c:v>138.57755657601672</c:v>
                </c:pt>
                <c:pt idx="531">
                  <c:v>137.32000623275681</c:v>
                </c:pt>
                <c:pt idx="532">
                  <c:v>134.51480738031731</c:v>
                </c:pt>
                <c:pt idx="533">
                  <c:v>134.80903016470975</c:v>
                </c:pt>
                <c:pt idx="534">
                  <c:v>137.3222976874639</c:v>
                </c:pt>
                <c:pt idx="535">
                  <c:v>138.37957488932273</c:v>
                </c:pt>
                <c:pt idx="536">
                  <c:v>133.17155663101164</c:v>
                </c:pt>
                <c:pt idx="537">
                  <c:v>135.30169292673759</c:v>
                </c:pt>
                <c:pt idx="538">
                  <c:v>136.74576768315598</c:v>
                </c:pt>
                <c:pt idx="539">
                  <c:v>139.73840753063675</c:v>
                </c:pt>
                <c:pt idx="540">
                  <c:v>138.22742229677087</c:v>
                </c:pt>
                <c:pt idx="541">
                  <c:v>136.91991824089604</c:v>
                </c:pt>
                <c:pt idx="542">
                  <c:v>137.08581956169056</c:v>
                </c:pt>
                <c:pt idx="543">
                  <c:v>138.38919899909257</c:v>
                </c:pt>
                <c:pt idx="544">
                  <c:v>139.08946755758424</c:v>
                </c:pt>
                <c:pt idx="545">
                  <c:v>137.77096451911532</c:v>
                </c:pt>
                <c:pt idx="546">
                  <c:v>136.84109219897158</c:v>
                </c:pt>
                <c:pt idx="547">
                  <c:v>136.66648335029009</c:v>
                </c:pt>
                <c:pt idx="548">
                  <c:v>134.93276871889347</c:v>
                </c:pt>
                <c:pt idx="549">
                  <c:v>133.43461563138743</c:v>
                </c:pt>
                <c:pt idx="550">
                  <c:v>135.14083280629873</c:v>
                </c:pt>
                <c:pt idx="551">
                  <c:v>135.07117258320272</c:v>
                </c:pt>
                <c:pt idx="552">
                  <c:v>135.78931448840981</c:v>
                </c:pt>
                <c:pt idx="553">
                  <c:v>133.35716446228722</c:v>
                </c:pt>
                <c:pt idx="554">
                  <c:v>131.29943813530579</c:v>
                </c:pt>
                <c:pt idx="555">
                  <c:v>132.97128348961053</c:v>
                </c:pt>
                <c:pt idx="556">
                  <c:v>136.06749708985254</c:v>
                </c:pt>
                <c:pt idx="557">
                  <c:v>134.65229466274369</c:v>
                </c:pt>
                <c:pt idx="558">
                  <c:v>136.27143655878498</c:v>
                </c:pt>
                <c:pt idx="559">
                  <c:v>134.16742284672</c:v>
                </c:pt>
                <c:pt idx="560">
                  <c:v>134.58630076717904</c:v>
                </c:pt>
                <c:pt idx="561">
                  <c:v>135.82872750937204</c:v>
                </c:pt>
                <c:pt idx="562">
                  <c:v>136.3305560902283</c:v>
                </c:pt>
                <c:pt idx="563">
                  <c:v>135.97354744686118</c:v>
                </c:pt>
                <c:pt idx="564">
                  <c:v>131.17020008982502</c:v>
                </c:pt>
                <c:pt idx="565">
                  <c:v>132.94836894253947</c:v>
                </c:pt>
                <c:pt idx="566">
                  <c:v>133.65092895573827</c:v>
                </c:pt>
                <c:pt idx="567">
                  <c:v>133.98456476109294</c:v>
                </c:pt>
                <c:pt idx="568">
                  <c:v>131.6161171758279</c:v>
                </c:pt>
                <c:pt idx="569">
                  <c:v>131.0382122986957</c:v>
                </c:pt>
                <c:pt idx="570">
                  <c:v>132.04416091511536</c:v>
                </c:pt>
                <c:pt idx="571">
                  <c:v>131.45021585503341</c:v>
                </c:pt>
                <c:pt idx="572">
                  <c:v>132.76688572973669</c:v>
                </c:pt>
                <c:pt idx="573">
                  <c:v>134.30720158385347</c:v>
                </c:pt>
                <c:pt idx="574">
                  <c:v>136.24577226606539</c:v>
                </c:pt>
                <c:pt idx="575">
                  <c:v>136.52395486750808</c:v>
                </c:pt>
                <c:pt idx="576">
                  <c:v>134.10601186056957</c:v>
                </c:pt>
                <c:pt idx="577">
                  <c:v>134.13396760799625</c:v>
                </c:pt>
                <c:pt idx="578">
                  <c:v>132.87229264626353</c:v>
                </c:pt>
                <c:pt idx="579">
                  <c:v>133.98456476109294</c:v>
                </c:pt>
                <c:pt idx="580">
                  <c:v>134.96484908479297</c:v>
                </c:pt>
                <c:pt idx="581">
                  <c:v>135.86630736656861</c:v>
                </c:pt>
                <c:pt idx="582">
                  <c:v>136.95887297091684</c:v>
                </c:pt>
                <c:pt idx="583">
                  <c:v>136.11928396623313</c:v>
                </c:pt>
                <c:pt idx="584">
                  <c:v>134.70545641194855</c:v>
                </c:pt>
                <c:pt idx="585">
                  <c:v>134.534055599857</c:v>
                </c:pt>
                <c:pt idx="586">
                  <c:v>136.78288924941108</c:v>
                </c:pt>
                <c:pt idx="587">
                  <c:v>138.4781074417283</c:v>
                </c:pt>
                <c:pt idx="588">
                  <c:v>137.76363186405257</c:v>
                </c:pt>
                <c:pt idx="589">
                  <c:v>136.62615374744502</c:v>
                </c:pt>
                <c:pt idx="590">
                  <c:v>139.09405046699845</c:v>
                </c:pt>
                <c:pt idx="591">
                  <c:v>139.2993648087552</c:v>
                </c:pt>
                <c:pt idx="592">
                  <c:v>139.39789736116077</c:v>
                </c:pt>
                <c:pt idx="593">
                  <c:v>140.25031851220427</c:v>
                </c:pt>
                <c:pt idx="594">
                  <c:v>140.58395431755898</c:v>
                </c:pt>
                <c:pt idx="595">
                  <c:v>141.48037139897892</c:v>
                </c:pt>
                <c:pt idx="596">
                  <c:v>142.82912163958167</c:v>
                </c:pt>
                <c:pt idx="597">
                  <c:v>142.75625337989567</c:v>
                </c:pt>
                <c:pt idx="598">
                  <c:v>142.76862723531409</c:v>
                </c:pt>
                <c:pt idx="599">
                  <c:v>143.81490545457879</c:v>
                </c:pt>
                <c:pt idx="600">
                  <c:v>143.63067249612743</c:v>
                </c:pt>
                <c:pt idx="601">
                  <c:v>144.37677014876124</c:v>
                </c:pt>
                <c:pt idx="602">
                  <c:v>144.27090494129294</c:v>
                </c:pt>
                <c:pt idx="603">
                  <c:v>143.31078541901542</c:v>
                </c:pt>
                <c:pt idx="604">
                  <c:v>144.24936526704613</c:v>
                </c:pt>
                <c:pt idx="605">
                  <c:v>144.81397970687709</c:v>
                </c:pt>
                <c:pt idx="606">
                  <c:v>144.92855244223242</c:v>
                </c:pt>
                <c:pt idx="607">
                  <c:v>145.45467044298402</c:v>
                </c:pt>
                <c:pt idx="608">
                  <c:v>144.52250666813319</c:v>
                </c:pt>
                <c:pt idx="609">
                  <c:v>143.82452956434861</c:v>
                </c:pt>
                <c:pt idx="610">
                  <c:v>143.75074472277981</c:v>
                </c:pt>
                <c:pt idx="611">
                  <c:v>144.32956618179483</c:v>
                </c:pt>
                <c:pt idx="612">
                  <c:v>144.57016892604099</c:v>
                </c:pt>
                <c:pt idx="613">
                  <c:v>143.78374167056214</c:v>
                </c:pt>
                <c:pt idx="614">
                  <c:v>144.73240391930412</c:v>
                </c:pt>
                <c:pt idx="615">
                  <c:v>145.37309465541105</c:v>
                </c:pt>
                <c:pt idx="616">
                  <c:v>144.95467502589344</c:v>
                </c:pt>
                <c:pt idx="617">
                  <c:v>144.34743952851028</c:v>
                </c:pt>
                <c:pt idx="618">
                  <c:v>144.10042071108421</c:v>
                </c:pt>
                <c:pt idx="619">
                  <c:v>143.72003922970458</c:v>
                </c:pt>
                <c:pt idx="620">
                  <c:v>144.10683678426412</c:v>
                </c:pt>
                <c:pt idx="621">
                  <c:v>145.13478336587198</c:v>
                </c:pt>
                <c:pt idx="622">
                  <c:v>144.98721368273436</c:v>
                </c:pt>
                <c:pt idx="623">
                  <c:v>145.54999495879963</c:v>
                </c:pt>
                <c:pt idx="624">
                  <c:v>144.15908195158613</c:v>
                </c:pt>
                <c:pt idx="625">
                  <c:v>143.80986425422313</c:v>
                </c:pt>
                <c:pt idx="626">
                  <c:v>143.83552854694275</c:v>
                </c:pt>
                <c:pt idx="627">
                  <c:v>144.93313535164665</c:v>
                </c:pt>
                <c:pt idx="628">
                  <c:v>145.31443341490913</c:v>
                </c:pt>
                <c:pt idx="629">
                  <c:v>145.95833218760598</c:v>
                </c:pt>
                <c:pt idx="630">
                  <c:v>145.95099953254322</c:v>
                </c:pt>
                <c:pt idx="631">
                  <c:v>144.38364451288254</c:v>
                </c:pt>
                <c:pt idx="632">
                  <c:v>143.28099650782303</c:v>
                </c:pt>
                <c:pt idx="633">
                  <c:v>145.0403754319392</c:v>
                </c:pt>
                <c:pt idx="634">
                  <c:v>145.33368163444879</c:v>
                </c:pt>
                <c:pt idx="635">
                  <c:v>145.04404175947059</c:v>
                </c:pt>
                <c:pt idx="636">
                  <c:v>144.32910789085344</c:v>
                </c:pt>
                <c:pt idx="637">
                  <c:v>143.98951430326028</c:v>
                </c:pt>
                <c:pt idx="638">
                  <c:v>144.62241409336303</c:v>
                </c:pt>
                <c:pt idx="639">
                  <c:v>144.48126048340529</c:v>
                </c:pt>
                <c:pt idx="640">
                  <c:v>145.60040696235598</c:v>
                </c:pt>
                <c:pt idx="641">
                  <c:v>147.85153206661715</c:v>
                </c:pt>
                <c:pt idx="642">
                  <c:v>149.025215167597</c:v>
                </c:pt>
                <c:pt idx="643">
                  <c:v>149.35335148165461</c:v>
                </c:pt>
                <c:pt idx="644">
                  <c:v>148.83639929973145</c:v>
                </c:pt>
                <c:pt idx="645">
                  <c:v>149.02017396724136</c:v>
                </c:pt>
                <c:pt idx="646">
                  <c:v>149.22044710864245</c:v>
                </c:pt>
                <c:pt idx="647">
                  <c:v>149.24015361912356</c:v>
                </c:pt>
                <c:pt idx="648">
                  <c:v>149.99312563587867</c:v>
                </c:pt>
                <c:pt idx="649">
                  <c:v>151.50273599692025</c:v>
                </c:pt>
                <c:pt idx="650">
                  <c:v>151.8139155461453</c:v>
                </c:pt>
                <c:pt idx="651">
                  <c:v>152.28641350675062</c:v>
                </c:pt>
                <c:pt idx="652">
                  <c:v>151.86707729535016</c:v>
                </c:pt>
                <c:pt idx="653">
                  <c:v>150.78230263700607</c:v>
                </c:pt>
                <c:pt idx="654">
                  <c:v>151.2034720121722</c:v>
                </c:pt>
                <c:pt idx="655">
                  <c:v>152.37807169503486</c:v>
                </c:pt>
                <c:pt idx="656">
                  <c:v>152.47018817426056</c:v>
                </c:pt>
                <c:pt idx="657">
                  <c:v>152.49081126662452</c:v>
                </c:pt>
                <c:pt idx="658">
                  <c:v>153.11683669260594</c:v>
                </c:pt>
                <c:pt idx="659">
                  <c:v>155.1869368750057</c:v>
                </c:pt>
                <c:pt idx="660">
                  <c:v>157.03064133234344</c:v>
                </c:pt>
                <c:pt idx="661">
                  <c:v>156.51781376889303</c:v>
                </c:pt>
                <c:pt idx="662">
                  <c:v>157.96509656190136</c:v>
                </c:pt>
                <c:pt idx="663">
                  <c:v>158.78497905610396</c:v>
                </c:pt>
                <c:pt idx="664">
                  <c:v>159.28176643660461</c:v>
                </c:pt>
                <c:pt idx="665">
                  <c:v>159.13786308099833</c:v>
                </c:pt>
                <c:pt idx="666">
                  <c:v>159.05903703907387</c:v>
                </c:pt>
                <c:pt idx="667">
                  <c:v>159.20339868562158</c:v>
                </c:pt>
                <c:pt idx="668">
                  <c:v>159.07553551296505</c:v>
                </c:pt>
                <c:pt idx="669">
                  <c:v>159.30193123802715</c:v>
                </c:pt>
                <c:pt idx="670">
                  <c:v>160.58010467365102</c:v>
                </c:pt>
                <c:pt idx="671">
                  <c:v>161.5888030357192</c:v>
                </c:pt>
                <c:pt idx="672">
                  <c:v>161.18229897067854</c:v>
                </c:pt>
                <c:pt idx="673">
                  <c:v>159.45683357622752</c:v>
                </c:pt>
                <c:pt idx="674">
                  <c:v>160.9701102648005</c:v>
                </c:pt>
                <c:pt idx="675">
                  <c:v>160.82941494578421</c:v>
                </c:pt>
                <c:pt idx="676">
                  <c:v>163.36193068807802</c:v>
                </c:pt>
                <c:pt idx="677">
                  <c:v>163.63919670763786</c:v>
                </c:pt>
                <c:pt idx="678">
                  <c:v>163.65661176341186</c:v>
                </c:pt>
                <c:pt idx="679">
                  <c:v>162.68045205818458</c:v>
                </c:pt>
                <c:pt idx="680">
                  <c:v>162.33856701588437</c:v>
                </c:pt>
                <c:pt idx="681">
                  <c:v>161.48477099201659</c:v>
                </c:pt>
                <c:pt idx="682">
                  <c:v>160.69559399088917</c:v>
                </c:pt>
                <c:pt idx="683">
                  <c:v>162.15479234837446</c:v>
                </c:pt>
                <c:pt idx="684">
                  <c:v>163.35597290583954</c:v>
                </c:pt>
                <c:pt idx="685">
                  <c:v>161.7400390463882</c:v>
                </c:pt>
                <c:pt idx="686">
                  <c:v>163.06312499427133</c:v>
                </c:pt>
                <c:pt idx="687">
                  <c:v>164.02416109843173</c:v>
                </c:pt>
                <c:pt idx="688">
                  <c:v>164.4893264039743</c:v>
                </c:pt>
                <c:pt idx="689">
                  <c:v>164.91095407008186</c:v>
                </c:pt>
                <c:pt idx="690">
                  <c:v>166.46731010714842</c:v>
                </c:pt>
                <c:pt idx="691">
                  <c:v>168.08782687601396</c:v>
                </c:pt>
                <c:pt idx="692">
                  <c:v>169.35729278375084</c:v>
                </c:pt>
                <c:pt idx="693">
                  <c:v>168.82292554605365</c:v>
                </c:pt>
                <c:pt idx="694">
                  <c:v>167.42834621130876</c:v>
                </c:pt>
                <c:pt idx="695">
                  <c:v>166.61717124499316</c:v>
                </c:pt>
                <c:pt idx="696">
                  <c:v>166.03789149503672</c:v>
                </c:pt>
                <c:pt idx="697">
                  <c:v>166.13413259273517</c:v>
                </c:pt>
                <c:pt idx="698">
                  <c:v>167.44484468519997</c:v>
                </c:pt>
                <c:pt idx="699">
                  <c:v>166.91826839350693</c:v>
                </c:pt>
                <c:pt idx="700">
                  <c:v>163.676318273893</c:v>
                </c:pt>
                <c:pt idx="701">
                  <c:v>161.97514229933731</c:v>
                </c:pt>
                <c:pt idx="702">
                  <c:v>164.33992355707099</c:v>
                </c:pt>
                <c:pt idx="703">
                  <c:v>163.96687473075406</c:v>
                </c:pt>
                <c:pt idx="704">
                  <c:v>163.41921705575569</c:v>
                </c:pt>
                <c:pt idx="705">
                  <c:v>164.2221427851257</c:v>
                </c:pt>
                <c:pt idx="706">
                  <c:v>165.6130557923392</c:v>
                </c:pt>
                <c:pt idx="707">
                  <c:v>165.39032639480848</c:v>
                </c:pt>
                <c:pt idx="708">
                  <c:v>165.1423909954996</c:v>
                </c:pt>
                <c:pt idx="709">
                  <c:v>163.82617941173774</c:v>
                </c:pt>
                <c:pt idx="710">
                  <c:v>165.92652679627133</c:v>
                </c:pt>
                <c:pt idx="711">
                  <c:v>165.9879377824218</c:v>
                </c:pt>
                <c:pt idx="712">
                  <c:v>164.97740625658795</c:v>
                </c:pt>
                <c:pt idx="713">
                  <c:v>164.05578317338981</c:v>
                </c:pt>
                <c:pt idx="714">
                  <c:v>162.82893832320508</c:v>
                </c:pt>
                <c:pt idx="715">
                  <c:v>159.63694191620607</c:v>
                </c:pt>
                <c:pt idx="716">
                  <c:v>160.43253499051335</c:v>
                </c:pt>
                <c:pt idx="717">
                  <c:v>159.62319318796344</c:v>
                </c:pt>
                <c:pt idx="718">
                  <c:v>160.73409042996855</c:v>
                </c:pt>
                <c:pt idx="719">
                  <c:v>156.06135599123746</c:v>
                </c:pt>
                <c:pt idx="720">
                  <c:v>156.31341600901916</c:v>
                </c:pt>
                <c:pt idx="721">
                  <c:v>155.66493432690808</c:v>
                </c:pt>
                <c:pt idx="722">
                  <c:v>157.34869524568978</c:v>
                </c:pt>
                <c:pt idx="723">
                  <c:v>159.50037121566257</c:v>
                </c:pt>
                <c:pt idx="724">
                  <c:v>157.62183664677684</c:v>
                </c:pt>
                <c:pt idx="725">
                  <c:v>155.01461948103133</c:v>
                </c:pt>
                <c:pt idx="726">
                  <c:v>157.43852027020836</c:v>
                </c:pt>
                <c:pt idx="727">
                  <c:v>160.1245634778783</c:v>
                </c:pt>
                <c:pt idx="728">
                  <c:v>160.55627354469709</c:v>
                </c:pt>
                <c:pt idx="729">
                  <c:v>160.50540325019935</c:v>
                </c:pt>
                <c:pt idx="730">
                  <c:v>159.19423286679316</c:v>
                </c:pt>
                <c:pt idx="731">
                  <c:v>158.79689462058093</c:v>
                </c:pt>
                <c:pt idx="732">
                  <c:v>157.84823237183895</c:v>
                </c:pt>
                <c:pt idx="733">
                  <c:v>158.09570948020641</c:v>
                </c:pt>
                <c:pt idx="734">
                  <c:v>155.68326596456495</c:v>
                </c:pt>
                <c:pt idx="735">
                  <c:v>152.28274717921926</c:v>
                </c:pt>
                <c:pt idx="736">
                  <c:v>153.71857269869201</c:v>
                </c:pt>
                <c:pt idx="737">
                  <c:v>155.41058285441932</c:v>
                </c:pt>
                <c:pt idx="738">
                  <c:v>156.48435853016926</c:v>
                </c:pt>
                <c:pt idx="739">
                  <c:v>155.8532919038322</c:v>
                </c:pt>
                <c:pt idx="740">
                  <c:v>156.60947195717731</c:v>
                </c:pt>
                <c:pt idx="741">
                  <c:v>157.95684732495576</c:v>
                </c:pt>
                <c:pt idx="742">
                  <c:v>157.77673898497719</c:v>
                </c:pt>
                <c:pt idx="743">
                  <c:v>157.68828883328291</c:v>
                </c:pt>
                <c:pt idx="744">
                  <c:v>159.06407823942951</c:v>
                </c:pt>
                <c:pt idx="745">
                  <c:v>161.55397292417118</c:v>
                </c:pt>
                <c:pt idx="746">
                  <c:v>163.19969569481489</c:v>
                </c:pt>
                <c:pt idx="747">
                  <c:v>164.29959395422588</c:v>
                </c:pt>
                <c:pt idx="748">
                  <c:v>162.65570434734789</c:v>
                </c:pt>
                <c:pt idx="749">
                  <c:v>163.26798104508666</c:v>
                </c:pt>
                <c:pt idx="750">
                  <c:v>165.01498611378446</c:v>
                </c:pt>
                <c:pt idx="751">
                  <c:v>165.49573331133536</c:v>
                </c:pt>
                <c:pt idx="752">
                  <c:v>166.93110053986672</c:v>
                </c:pt>
                <c:pt idx="753">
                  <c:v>167.34768700561864</c:v>
                </c:pt>
                <c:pt idx="754">
                  <c:v>167.32889707702037</c:v>
                </c:pt>
                <c:pt idx="755">
                  <c:v>167.80872769268839</c:v>
                </c:pt>
                <c:pt idx="756">
                  <c:v>166.02093473020412</c:v>
                </c:pt>
                <c:pt idx="757">
                  <c:v>164.42012447181972</c:v>
                </c:pt>
                <c:pt idx="758">
                  <c:v>162.75744493634338</c:v>
                </c:pt>
                <c:pt idx="759">
                  <c:v>161.47560517318814</c:v>
                </c:pt>
                <c:pt idx="760">
                  <c:v>157.18554367054378</c:v>
                </c:pt>
                <c:pt idx="761">
                  <c:v>158.36655942658638</c:v>
                </c:pt>
                <c:pt idx="762">
                  <c:v>156.82853502717666</c:v>
                </c:pt>
                <c:pt idx="763">
                  <c:v>156.75337531278356</c:v>
                </c:pt>
                <c:pt idx="764">
                  <c:v>158.93392361206585</c:v>
                </c:pt>
                <c:pt idx="765">
                  <c:v>161.1062226744026</c:v>
                </c:pt>
                <c:pt idx="766">
                  <c:v>162.96825876939715</c:v>
                </c:pt>
                <c:pt idx="767">
                  <c:v>160.95361179090935</c:v>
                </c:pt>
                <c:pt idx="768">
                  <c:v>160.55123234434149</c:v>
                </c:pt>
                <c:pt idx="769">
                  <c:v>157.77673898497719</c:v>
                </c:pt>
                <c:pt idx="770">
                  <c:v>158.26390225570802</c:v>
                </c:pt>
                <c:pt idx="771">
                  <c:v>160.07002685584914</c:v>
                </c:pt>
                <c:pt idx="772">
                  <c:v>161.37203142042694</c:v>
                </c:pt>
                <c:pt idx="773">
                  <c:v>159.25381068917793</c:v>
                </c:pt>
                <c:pt idx="774">
                  <c:v>154.37805336339721</c:v>
                </c:pt>
                <c:pt idx="775">
                  <c:v>159.04941292930403</c:v>
                </c:pt>
                <c:pt idx="776">
                  <c:v>158.77214690974421</c:v>
                </c:pt>
                <c:pt idx="777">
                  <c:v>158.61082849836387</c:v>
                </c:pt>
                <c:pt idx="778">
                  <c:v>158.35143582551947</c:v>
                </c:pt>
                <c:pt idx="779">
                  <c:v>157.71303654411969</c:v>
                </c:pt>
                <c:pt idx="780">
                  <c:v>156.66400857920641</c:v>
                </c:pt>
                <c:pt idx="781">
                  <c:v>156.39865812412353</c:v>
                </c:pt>
                <c:pt idx="782">
                  <c:v>148.92576603330858</c:v>
                </c:pt>
                <c:pt idx="783">
                  <c:v>152.68787637143566</c:v>
                </c:pt>
                <c:pt idx="784">
                  <c:v>153.92984482268724</c:v>
                </c:pt>
                <c:pt idx="785">
                  <c:v>152.20712917388474</c:v>
                </c:pt>
                <c:pt idx="786">
                  <c:v>151.21813732229768</c:v>
                </c:pt>
                <c:pt idx="787">
                  <c:v>148.90193490435468</c:v>
                </c:pt>
                <c:pt idx="788">
                  <c:v>145.39875894813062</c:v>
                </c:pt>
                <c:pt idx="789">
                  <c:v>146.77638151804291</c:v>
                </c:pt>
                <c:pt idx="790">
                  <c:v>149.81851678719718</c:v>
                </c:pt>
                <c:pt idx="791">
                  <c:v>152.10584687583065</c:v>
                </c:pt>
                <c:pt idx="792">
                  <c:v>152.43169173518118</c:v>
                </c:pt>
                <c:pt idx="793">
                  <c:v>154.63927920000734</c:v>
                </c:pt>
                <c:pt idx="794">
                  <c:v>152.73003913804638</c:v>
                </c:pt>
                <c:pt idx="795">
                  <c:v>155.59298264910495</c:v>
                </c:pt>
                <c:pt idx="796">
                  <c:v>158.44996837792502</c:v>
                </c:pt>
                <c:pt idx="797">
                  <c:v>156.89682037744842</c:v>
                </c:pt>
                <c:pt idx="798">
                  <c:v>158.71073592359372</c:v>
                </c:pt>
                <c:pt idx="799">
                  <c:v>158.07050347842826</c:v>
                </c:pt>
                <c:pt idx="800">
                  <c:v>157.86060622725731</c:v>
                </c:pt>
                <c:pt idx="801">
                  <c:v>157.22129036397465</c:v>
                </c:pt>
                <c:pt idx="802">
                  <c:v>157.85373186313598</c:v>
                </c:pt>
                <c:pt idx="803">
                  <c:v>158.80056094811229</c:v>
                </c:pt>
                <c:pt idx="804">
                  <c:v>160.38578931448842</c:v>
                </c:pt>
                <c:pt idx="805">
                  <c:v>160.07873438373616</c:v>
                </c:pt>
                <c:pt idx="806">
                  <c:v>161.96414331674319</c:v>
                </c:pt>
                <c:pt idx="807">
                  <c:v>165.47419363708858</c:v>
                </c:pt>
                <c:pt idx="808">
                  <c:v>164.59427502955975</c:v>
                </c:pt>
                <c:pt idx="809">
                  <c:v>163.22169366000313</c:v>
                </c:pt>
                <c:pt idx="810">
                  <c:v>161.68091951494486</c:v>
                </c:pt>
                <c:pt idx="811">
                  <c:v>163.00813008130081</c:v>
                </c:pt>
                <c:pt idx="812">
                  <c:v>162.00538950147111</c:v>
                </c:pt>
                <c:pt idx="813">
                  <c:v>160.67955380793941</c:v>
                </c:pt>
                <c:pt idx="814">
                  <c:v>160.17864180896601</c:v>
                </c:pt>
                <c:pt idx="815">
                  <c:v>157.41056452278167</c:v>
                </c:pt>
                <c:pt idx="816">
                  <c:v>155.43991347467028</c:v>
                </c:pt>
                <c:pt idx="817">
                  <c:v>157.07051264424706</c:v>
                </c:pt>
                <c:pt idx="818">
                  <c:v>159.41742055526529</c:v>
                </c:pt>
                <c:pt idx="819">
                  <c:v>157.39498263077331</c:v>
                </c:pt>
                <c:pt idx="820">
                  <c:v>155.39683412617666</c:v>
                </c:pt>
                <c:pt idx="821">
                  <c:v>157.65941650397338</c:v>
                </c:pt>
                <c:pt idx="822">
                  <c:v>156.17088752623715</c:v>
                </c:pt>
                <c:pt idx="823">
                  <c:v>158.06500398713118</c:v>
                </c:pt>
                <c:pt idx="824">
                  <c:v>156.75887480408062</c:v>
                </c:pt>
                <c:pt idx="825">
                  <c:v>156.45227816426979</c:v>
                </c:pt>
                <c:pt idx="826">
                  <c:v>152.86386009294139</c:v>
                </c:pt>
                <c:pt idx="827">
                  <c:v>152.91014747802495</c:v>
                </c:pt>
                <c:pt idx="828">
                  <c:v>150.4225442479904</c:v>
                </c:pt>
                <c:pt idx="829">
                  <c:v>149.41980366816071</c:v>
                </c:pt>
                <c:pt idx="830">
                  <c:v>148.85335606456403</c:v>
                </c:pt>
                <c:pt idx="831">
                  <c:v>148.18470958103043</c:v>
                </c:pt>
                <c:pt idx="832">
                  <c:v>144.89326403974297</c:v>
                </c:pt>
                <c:pt idx="833">
                  <c:v>144.6563276230282</c:v>
                </c:pt>
                <c:pt idx="834">
                  <c:v>145.20765162555796</c:v>
                </c:pt>
                <c:pt idx="835">
                  <c:v>149.02979807701121</c:v>
                </c:pt>
                <c:pt idx="836">
                  <c:v>148.85564751927112</c:v>
                </c:pt>
                <c:pt idx="837">
                  <c:v>144.90609618610279</c:v>
                </c:pt>
                <c:pt idx="838">
                  <c:v>149.09258393598591</c:v>
                </c:pt>
                <c:pt idx="839">
                  <c:v>148.62100255726344</c:v>
                </c:pt>
                <c:pt idx="840">
                  <c:v>147.80020348117796</c:v>
                </c:pt>
                <c:pt idx="841">
                  <c:v>146.88957938057393</c:v>
                </c:pt>
                <c:pt idx="842">
                  <c:v>148.21266532845712</c:v>
                </c:pt>
                <c:pt idx="843">
                  <c:v>149.88359410087901</c:v>
                </c:pt>
                <c:pt idx="844">
                  <c:v>152.71537382792093</c:v>
                </c:pt>
                <c:pt idx="845">
                  <c:v>152.01098065095644</c:v>
                </c:pt>
                <c:pt idx="846">
                  <c:v>151.44453304735978</c:v>
                </c:pt>
                <c:pt idx="847">
                  <c:v>152.40923547905152</c:v>
                </c:pt>
                <c:pt idx="848">
                  <c:v>152.00868919624932</c:v>
                </c:pt>
                <c:pt idx="849">
                  <c:v>151.87349336853006</c:v>
                </c:pt>
                <c:pt idx="850">
                  <c:v>150.46928992401533</c:v>
                </c:pt>
                <c:pt idx="851">
                  <c:v>149.918424212427</c:v>
                </c:pt>
                <c:pt idx="852">
                  <c:v>151.03527923667059</c:v>
                </c:pt>
                <c:pt idx="853">
                  <c:v>148.50276349437678</c:v>
                </c:pt>
                <c:pt idx="854">
                  <c:v>144.5852925271079</c:v>
                </c:pt>
                <c:pt idx="855">
                  <c:v>144.19757839066554</c:v>
                </c:pt>
                <c:pt idx="856">
                  <c:v>143.83140392846994</c:v>
                </c:pt>
                <c:pt idx="857">
                  <c:v>140.79247669590563</c:v>
                </c:pt>
                <c:pt idx="858">
                  <c:v>140.1774502525183</c:v>
                </c:pt>
                <c:pt idx="859">
                  <c:v>140.69669388914858</c:v>
                </c:pt>
                <c:pt idx="860">
                  <c:v>143.34240749397347</c:v>
                </c:pt>
                <c:pt idx="861">
                  <c:v>141.27551534816362</c:v>
                </c:pt>
                <c:pt idx="862">
                  <c:v>142.58943547721833</c:v>
                </c:pt>
                <c:pt idx="863">
                  <c:v>143.89648124215176</c:v>
                </c:pt>
                <c:pt idx="864">
                  <c:v>145.11370198256662</c:v>
                </c:pt>
                <c:pt idx="865">
                  <c:v>145.28006159430254</c:v>
                </c:pt>
                <c:pt idx="866">
                  <c:v>144.81168825217</c:v>
                </c:pt>
                <c:pt idx="867">
                  <c:v>144.63891256725418</c:v>
                </c:pt>
                <c:pt idx="868">
                  <c:v>144.3804364762926</c:v>
                </c:pt>
                <c:pt idx="869">
                  <c:v>145.1439491847004</c:v>
                </c:pt>
                <c:pt idx="870">
                  <c:v>144.91938662340399</c:v>
                </c:pt>
                <c:pt idx="871">
                  <c:v>146.55960990275065</c:v>
                </c:pt>
                <c:pt idx="872">
                  <c:v>147.87123857709827</c:v>
                </c:pt>
                <c:pt idx="873">
                  <c:v>148.67508088835115</c:v>
                </c:pt>
                <c:pt idx="874">
                  <c:v>148.6329181217404</c:v>
                </c:pt>
                <c:pt idx="875">
                  <c:v>147.18746849249777</c:v>
                </c:pt>
                <c:pt idx="876">
                  <c:v>146.3474211968726</c:v>
                </c:pt>
                <c:pt idx="877">
                  <c:v>146.09077826967672</c:v>
                </c:pt>
                <c:pt idx="878">
                  <c:v>147.1040595411591</c:v>
                </c:pt>
                <c:pt idx="879">
                  <c:v>149.20578179851697</c:v>
                </c:pt>
                <c:pt idx="880">
                  <c:v>149.77452085682071</c:v>
                </c:pt>
                <c:pt idx="881">
                  <c:v>151.42711799158576</c:v>
                </c:pt>
                <c:pt idx="882">
                  <c:v>152.20071310070483</c:v>
                </c:pt>
                <c:pt idx="883">
                  <c:v>153.24744961091099</c:v>
                </c:pt>
                <c:pt idx="884">
                  <c:v>152.43673293553678</c:v>
                </c:pt>
                <c:pt idx="885">
                  <c:v>151.08798269493406</c:v>
                </c:pt>
                <c:pt idx="886">
                  <c:v>152.53572377888378</c:v>
                </c:pt>
                <c:pt idx="887">
                  <c:v>155.17364643770449</c:v>
                </c:pt>
                <c:pt idx="888">
                  <c:v>157.2694109128239</c:v>
                </c:pt>
                <c:pt idx="889">
                  <c:v>158.93575677583155</c:v>
                </c:pt>
                <c:pt idx="890">
                  <c:v>158.98525219750505</c:v>
                </c:pt>
                <c:pt idx="891">
                  <c:v>159.37663266147882</c:v>
                </c:pt>
                <c:pt idx="892">
                  <c:v>159.32026287568399</c:v>
                </c:pt>
                <c:pt idx="893">
                  <c:v>159.46233306752458</c:v>
                </c:pt>
                <c:pt idx="894">
                  <c:v>160.63189155003161</c:v>
                </c:pt>
                <c:pt idx="895">
                  <c:v>160.72034170172591</c:v>
                </c:pt>
                <c:pt idx="896">
                  <c:v>161.85919469115774</c:v>
                </c:pt>
                <c:pt idx="897">
                  <c:v>162.21803649829059</c:v>
                </c:pt>
                <c:pt idx="898">
                  <c:v>163.3830120713834</c:v>
                </c:pt>
                <c:pt idx="899">
                  <c:v>164.47374451196598</c:v>
                </c:pt>
                <c:pt idx="900">
                  <c:v>164.58602579261418</c:v>
                </c:pt>
                <c:pt idx="901">
                  <c:v>162.77073537364461</c:v>
                </c:pt>
                <c:pt idx="902">
                  <c:v>160.31658738233381</c:v>
                </c:pt>
                <c:pt idx="903">
                  <c:v>161.11218045664108</c:v>
                </c:pt>
                <c:pt idx="904">
                  <c:v>161.36378218348136</c:v>
                </c:pt>
                <c:pt idx="905">
                  <c:v>160.60760213013629</c:v>
                </c:pt>
                <c:pt idx="906">
                  <c:v>160.94169622643238</c:v>
                </c:pt>
                <c:pt idx="907">
                  <c:v>158.68690479463982</c:v>
                </c:pt>
                <c:pt idx="908">
                  <c:v>162.77852631964876</c:v>
                </c:pt>
                <c:pt idx="909">
                  <c:v>160.79412654329474</c:v>
                </c:pt>
                <c:pt idx="910">
                  <c:v>160.76342105021953</c:v>
                </c:pt>
                <c:pt idx="911">
                  <c:v>161.92152225919102</c:v>
                </c:pt>
                <c:pt idx="912">
                  <c:v>161.82803090714106</c:v>
                </c:pt>
                <c:pt idx="913">
                  <c:v>161.54205735969424</c:v>
                </c:pt>
                <c:pt idx="914">
                  <c:v>163.14011787243012</c:v>
                </c:pt>
                <c:pt idx="915">
                  <c:v>163.45725520389362</c:v>
                </c:pt>
                <c:pt idx="916">
                  <c:v>164.4013345432214</c:v>
                </c:pt>
                <c:pt idx="917">
                  <c:v>165.62680452058183</c:v>
                </c:pt>
                <c:pt idx="918">
                  <c:v>165.01911073225725</c:v>
                </c:pt>
                <c:pt idx="919">
                  <c:v>163.86100952328576</c:v>
                </c:pt>
                <c:pt idx="920">
                  <c:v>160.68459500829505</c:v>
                </c:pt>
                <c:pt idx="921">
                  <c:v>161.52235084921313</c:v>
                </c:pt>
                <c:pt idx="922">
                  <c:v>163.30051970192756</c:v>
                </c:pt>
                <c:pt idx="923">
                  <c:v>162.40318603862474</c:v>
                </c:pt>
                <c:pt idx="924">
                  <c:v>161.59155278136771</c:v>
                </c:pt>
                <c:pt idx="925">
                  <c:v>158.81935087671056</c:v>
                </c:pt>
                <c:pt idx="926">
                  <c:v>155.96832293012895</c:v>
                </c:pt>
                <c:pt idx="927">
                  <c:v>155.886747142556</c:v>
                </c:pt>
                <c:pt idx="928">
                  <c:v>154.52287330088632</c:v>
                </c:pt>
                <c:pt idx="929">
                  <c:v>154.15165763833508</c:v>
                </c:pt>
                <c:pt idx="930">
                  <c:v>156.68371508968752</c:v>
                </c:pt>
                <c:pt idx="931">
                  <c:v>154.78639059220353</c:v>
                </c:pt>
                <c:pt idx="932">
                  <c:v>158.3331041878626</c:v>
                </c:pt>
                <c:pt idx="933">
                  <c:v>158.86013877049706</c:v>
                </c:pt>
                <c:pt idx="934">
                  <c:v>158.7029449775896</c:v>
                </c:pt>
                <c:pt idx="935">
                  <c:v>158.02788242087607</c:v>
                </c:pt>
                <c:pt idx="936">
                  <c:v>155.66814236349805</c:v>
                </c:pt>
                <c:pt idx="937">
                  <c:v>156.95181529041895</c:v>
                </c:pt>
                <c:pt idx="938">
                  <c:v>155.9504495834135</c:v>
                </c:pt>
                <c:pt idx="939">
                  <c:v>157.52101263966415</c:v>
                </c:pt>
                <c:pt idx="940">
                  <c:v>158.67682239392855</c:v>
                </c:pt>
                <c:pt idx="941">
                  <c:v>160.28221556172721</c:v>
                </c:pt>
                <c:pt idx="942">
                  <c:v>160.51411077808635</c:v>
                </c:pt>
                <c:pt idx="943">
                  <c:v>160.98798361151594</c:v>
                </c:pt>
                <c:pt idx="944">
                  <c:v>161.10118147404697</c:v>
                </c:pt>
                <c:pt idx="945">
                  <c:v>162.51684219209724</c:v>
                </c:pt>
                <c:pt idx="946">
                  <c:v>161.83490527126239</c:v>
                </c:pt>
                <c:pt idx="947">
                  <c:v>162.57367026883347</c:v>
                </c:pt>
                <c:pt idx="948">
                  <c:v>163.03058633743044</c:v>
                </c:pt>
                <c:pt idx="949">
                  <c:v>165.09656190135746</c:v>
                </c:pt>
                <c:pt idx="950">
                  <c:v>166.31744896930368</c:v>
                </c:pt>
                <c:pt idx="951">
                  <c:v>165.74412700158567</c:v>
                </c:pt>
                <c:pt idx="952">
                  <c:v>165.46777756390867</c:v>
                </c:pt>
                <c:pt idx="953">
                  <c:v>166.05851458740065</c:v>
                </c:pt>
                <c:pt idx="954">
                  <c:v>166.84356697005526</c:v>
                </c:pt>
                <c:pt idx="955">
                  <c:v>166.42377246771341</c:v>
                </c:pt>
                <c:pt idx="956">
                  <c:v>165.24321500261226</c:v>
                </c:pt>
                <c:pt idx="957">
                  <c:v>168.1900257559509</c:v>
                </c:pt>
                <c:pt idx="958">
                  <c:v>168.00166817902678</c:v>
                </c:pt>
                <c:pt idx="959">
                  <c:v>168.68223022703734</c:v>
                </c:pt>
                <c:pt idx="960">
                  <c:v>168.73951659471501</c:v>
                </c:pt>
                <c:pt idx="961">
                  <c:v>168.13686400674607</c:v>
                </c:pt>
                <c:pt idx="962">
                  <c:v>167.80460307421566</c:v>
                </c:pt>
                <c:pt idx="963">
                  <c:v>166.45081163325725</c:v>
                </c:pt>
                <c:pt idx="964">
                  <c:v>167.22303186955207</c:v>
                </c:pt>
                <c:pt idx="965">
                  <c:v>167.43430399354727</c:v>
                </c:pt>
                <c:pt idx="966">
                  <c:v>169.42191180649121</c:v>
                </c:pt>
                <c:pt idx="967">
                  <c:v>169.6845125159256</c:v>
                </c:pt>
                <c:pt idx="968">
                  <c:v>170.14280345734684</c:v>
                </c:pt>
                <c:pt idx="969">
                  <c:v>170.64967323855876</c:v>
                </c:pt>
                <c:pt idx="970">
                  <c:v>171.93563762018678</c:v>
                </c:pt>
                <c:pt idx="971">
                  <c:v>172.43196670974601</c:v>
                </c:pt>
                <c:pt idx="972">
                  <c:v>171.36506539811731</c:v>
                </c:pt>
                <c:pt idx="973">
                  <c:v>171.41043620131805</c:v>
                </c:pt>
                <c:pt idx="974">
                  <c:v>170.87606896362087</c:v>
                </c:pt>
                <c:pt idx="975">
                  <c:v>170.12218036498291</c:v>
                </c:pt>
                <c:pt idx="976">
                  <c:v>170.56993061475146</c:v>
                </c:pt>
                <c:pt idx="977">
                  <c:v>169.53648454184653</c:v>
                </c:pt>
                <c:pt idx="978">
                  <c:v>169.54152574220217</c:v>
                </c:pt>
                <c:pt idx="979">
                  <c:v>170.5575567593331</c:v>
                </c:pt>
                <c:pt idx="980">
                  <c:v>171.03692908405972</c:v>
                </c:pt>
                <c:pt idx="981">
                  <c:v>168.78763714356421</c:v>
                </c:pt>
                <c:pt idx="982">
                  <c:v>167.450344176497</c:v>
                </c:pt>
                <c:pt idx="983">
                  <c:v>168.83850743806198</c:v>
                </c:pt>
                <c:pt idx="984">
                  <c:v>168.51632890624282</c:v>
                </c:pt>
                <c:pt idx="985">
                  <c:v>166.80965344039006</c:v>
                </c:pt>
                <c:pt idx="986">
                  <c:v>166.15200593945059</c:v>
                </c:pt>
                <c:pt idx="987">
                  <c:v>163.21390271399895</c:v>
                </c:pt>
                <c:pt idx="988">
                  <c:v>165.11855986654567</c:v>
                </c:pt>
                <c:pt idx="989">
                  <c:v>166.1973767426513</c:v>
                </c:pt>
                <c:pt idx="990">
                  <c:v>166.10755171813275</c:v>
                </c:pt>
                <c:pt idx="991">
                  <c:v>166.73541030787985</c:v>
                </c:pt>
                <c:pt idx="992">
                  <c:v>165.94989963428381</c:v>
                </c:pt>
                <c:pt idx="993">
                  <c:v>166.79452983932319</c:v>
                </c:pt>
                <c:pt idx="994">
                  <c:v>167.1162500802009</c:v>
                </c:pt>
                <c:pt idx="995">
                  <c:v>165.37841083033155</c:v>
                </c:pt>
                <c:pt idx="996">
                  <c:v>164.91278723384755</c:v>
                </c:pt>
                <c:pt idx="997">
                  <c:v>163.69648307531551</c:v>
                </c:pt>
                <c:pt idx="998">
                  <c:v>165.9123197770873</c:v>
                </c:pt>
                <c:pt idx="999">
                  <c:v>164.19785336523037</c:v>
                </c:pt>
                <c:pt idx="1000">
                  <c:v>164.02874400784594</c:v>
                </c:pt>
                <c:pt idx="1001">
                  <c:v>163.68502580178</c:v>
                </c:pt>
                <c:pt idx="1002">
                  <c:v>164.586942374497</c:v>
                </c:pt>
                <c:pt idx="1003">
                  <c:v>164.02095306184177</c:v>
                </c:pt>
                <c:pt idx="1004">
                  <c:v>165.47327705520573</c:v>
                </c:pt>
                <c:pt idx="1005">
                  <c:v>166.50030705493072</c:v>
                </c:pt>
                <c:pt idx="1006">
                  <c:v>165.97327247229629</c:v>
                </c:pt>
                <c:pt idx="1007">
                  <c:v>165.23817380225663</c:v>
                </c:pt>
                <c:pt idx="1008">
                  <c:v>166.07134673376044</c:v>
                </c:pt>
                <c:pt idx="1009">
                  <c:v>166.06905527905334</c:v>
                </c:pt>
                <c:pt idx="1010">
                  <c:v>163.99437218723935</c:v>
                </c:pt>
                <c:pt idx="1011">
                  <c:v>161.35828269218428</c:v>
                </c:pt>
                <c:pt idx="1012">
                  <c:v>161.76707821193204</c:v>
                </c:pt>
                <c:pt idx="1013">
                  <c:v>161.88806702046728</c:v>
                </c:pt>
                <c:pt idx="1014">
                  <c:v>161.46781422718396</c:v>
                </c:pt>
                <c:pt idx="1015">
                  <c:v>161.41373589609628</c:v>
                </c:pt>
                <c:pt idx="1016">
                  <c:v>163.64698765364204</c:v>
                </c:pt>
                <c:pt idx="1017">
                  <c:v>162.82710515943938</c:v>
                </c:pt>
                <c:pt idx="1018">
                  <c:v>162.43205836793427</c:v>
                </c:pt>
                <c:pt idx="1019">
                  <c:v>163.80876435596375</c:v>
                </c:pt>
                <c:pt idx="1020">
                  <c:v>164.00812091548198</c:v>
                </c:pt>
                <c:pt idx="1021">
                  <c:v>163.66944390977167</c:v>
                </c:pt>
                <c:pt idx="1022">
                  <c:v>162.88484981805851</c:v>
                </c:pt>
                <c:pt idx="1023">
                  <c:v>164.34175672083663</c:v>
                </c:pt>
                <c:pt idx="1024">
                  <c:v>165.13001714008121</c:v>
                </c:pt>
                <c:pt idx="1025">
                  <c:v>165.31333351664969</c:v>
                </c:pt>
                <c:pt idx="1026">
                  <c:v>164.47328622102455</c:v>
                </c:pt>
                <c:pt idx="1027">
                  <c:v>163.56037066571341</c:v>
                </c:pt>
                <c:pt idx="1028">
                  <c:v>163.39630250868461</c:v>
                </c:pt>
                <c:pt idx="1029">
                  <c:v>160.89953345982161</c:v>
                </c:pt>
                <c:pt idx="1030">
                  <c:v>160.50494495925793</c:v>
                </c:pt>
                <c:pt idx="1031">
                  <c:v>160.08835849350601</c:v>
                </c:pt>
                <c:pt idx="1032">
                  <c:v>159.41833713714814</c:v>
                </c:pt>
                <c:pt idx="1033">
                  <c:v>158.60487071612545</c:v>
                </c:pt>
                <c:pt idx="1034">
                  <c:v>159.95178779296248</c:v>
                </c:pt>
                <c:pt idx="1035">
                  <c:v>158.76939716409566</c:v>
                </c:pt>
                <c:pt idx="1036">
                  <c:v>161.26662450390003</c:v>
                </c:pt>
                <c:pt idx="1037">
                  <c:v>162.33994188870864</c:v>
                </c:pt>
                <c:pt idx="1038">
                  <c:v>162.73361380738947</c:v>
                </c:pt>
                <c:pt idx="1039">
                  <c:v>161.22308686446502</c:v>
                </c:pt>
                <c:pt idx="1040">
                  <c:v>159.60348667748235</c:v>
                </c:pt>
                <c:pt idx="1041">
                  <c:v>157.23320592845161</c:v>
                </c:pt>
                <c:pt idx="1042">
                  <c:v>156.21580003849641</c:v>
                </c:pt>
                <c:pt idx="1043">
                  <c:v>155.56365202885399</c:v>
                </c:pt>
                <c:pt idx="1044">
                  <c:v>155.68693229209629</c:v>
                </c:pt>
                <c:pt idx="1045">
                  <c:v>156.73596025700957</c:v>
                </c:pt>
                <c:pt idx="1046">
                  <c:v>155.71259658481591</c:v>
                </c:pt>
                <c:pt idx="1047">
                  <c:v>156.80424560728133</c:v>
                </c:pt>
                <c:pt idx="1048">
                  <c:v>157.2112079632634</c:v>
                </c:pt>
                <c:pt idx="1049">
                  <c:v>156.52377155113152</c:v>
                </c:pt>
                <c:pt idx="1050">
                  <c:v>155.31525833860366</c:v>
                </c:pt>
                <c:pt idx="1051">
                  <c:v>155.68784887397916</c:v>
                </c:pt>
                <c:pt idx="1052">
                  <c:v>155.37621103381272</c:v>
                </c:pt>
                <c:pt idx="1053">
                  <c:v>156.55860166267954</c:v>
                </c:pt>
                <c:pt idx="1054">
                  <c:v>159.11632340675155</c:v>
                </c:pt>
                <c:pt idx="1055">
                  <c:v>159.46737426788019</c:v>
                </c:pt>
                <c:pt idx="1056">
                  <c:v>160.92473946159978</c:v>
                </c:pt>
                <c:pt idx="1057">
                  <c:v>161.3106204342765</c:v>
                </c:pt>
                <c:pt idx="1058">
                  <c:v>161.53884932310427</c:v>
                </c:pt>
                <c:pt idx="1059">
                  <c:v>162.43939102299703</c:v>
                </c:pt>
                <c:pt idx="1060">
                  <c:v>163.26523129943814</c:v>
                </c:pt>
                <c:pt idx="1061">
                  <c:v>163.40821807316158</c:v>
                </c:pt>
                <c:pt idx="1062">
                  <c:v>162.29777912209786</c:v>
                </c:pt>
                <c:pt idx="1063">
                  <c:v>161.86973538281043</c:v>
                </c:pt>
                <c:pt idx="1064">
                  <c:v>161.49027048331362</c:v>
                </c:pt>
                <c:pt idx="1065">
                  <c:v>161.54251565063564</c:v>
                </c:pt>
                <c:pt idx="1066">
                  <c:v>161.53884932310427</c:v>
                </c:pt>
                <c:pt idx="1067">
                  <c:v>162.63278980027681</c:v>
                </c:pt>
                <c:pt idx="1068">
                  <c:v>162.86972621699158</c:v>
                </c:pt>
                <c:pt idx="1069">
                  <c:v>163.27623028203223</c:v>
                </c:pt>
                <c:pt idx="1070">
                  <c:v>164.20610260217597</c:v>
                </c:pt>
                <c:pt idx="1071">
                  <c:v>165.5805171354983</c:v>
                </c:pt>
                <c:pt idx="1072">
                  <c:v>166.33807206166765</c:v>
                </c:pt>
                <c:pt idx="1073">
                  <c:v>165.80828773338465</c:v>
                </c:pt>
                <c:pt idx="1074">
                  <c:v>167.3293553679618</c:v>
                </c:pt>
                <c:pt idx="1075">
                  <c:v>165.61718041081198</c:v>
                </c:pt>
                <c:pt idx="1076">
                  <c:v>167.40818140988628</c:v>
                </c:pt>
                <c:pt idx="1077">
                  <c:v>167.42238842907031</c:v>
                </c:pt>
                <c:pt idx="1078">
                  <c:v>167.87288842448737</c:v>
                </c:pt>
                <c:pt idx="1079">
                  <c:v>167.70698710369288</c:v>
                </c:pt>
                <c:pt idx="1080">
                  <c:v>167.87013867883886</c:v>
                </c:pt>
                <c:pt idx="1081">
                  <c:v>168.64052575136799</c:v>
                </c:pt>
                <c:pt idx="1082">
                  <c:v>167.61074600599443</c:v>
                </c:pt>
                <c:pt idx="1083">
                  <c:v>166.65062648371691</c:v>
                </c:pt>
                <c:pt idx="1084">
                  <c:v>166.17583706840452</c:v>
                </c:pt>
                <c:pt idx="1085">
                  <c:v>166.84906646135232</c:v>
                </c:pt>
                <c:pt idx="1086">
                  <c:v>167.86647235130752</c:v>
                </c:pt>
                <c:pt idx="1087">
                  <c:v>168.17444386394257</c:v>
                </c:pt>
                <c:pt idx="1088">
                  <c:v>167.60066360528319</c:v>
                </c:pt>
                <c:pt idx="1089">
                  <c:v>167.92834162839938</c:v>
                </c:pt>
                <c:pt idx="1090">
                  <c:v>169.56169054362468</c:v>
                </c:pt>
                <c:pt idx="1091">
                  <c:v>170.47185635328731</c:v>
                </c:pt>
                <c:pt idx="1092">
                  <c:v>170.79449317604787</c:v>
                </c:pt>
                <c:pt idx="1093">
                  <c:v>169.88295249356102</c:v>
                </c:pt>
                <c:pt idx="1094">
                  <c:v>169.45536704521498</c:v>
                </c:pt>
                <c:pt idx="1095">
                  <c:v>169.88020274791248</c:v>
                </c:pt>
                <c:pt idx="1096">
                  <c:v>170.42786042291087</c:v>
                </c:pt>
                <c:pt idx="1097">
                  <c:v>170.47506438987728</c:v>
                </c:pt>
                <c:pt idx="1098">
                  <c:v>171.64278970861864</c:v>
                </c:pt>
                <c:pt idx="1099">
                  <c:v>170.80090924922777</c:v>
                </c:pt>
                <c:pt idx="1100">
                  <c:v>170.14876123958535</c:v>
                </c:pt>
                <c:pt idx="1101">
                  <c:v>170.49797893694833</c:v>
                </c:pt>
                <c:pt idx="1102">
                  <c:v>171.54884006562727</c:v>
                </c:pt>
                <c:pt idx="1103">
                  <c:v>171.91318136405715</c:v>
                </c:pt>
                <c:pt idx="1104">
                  <c:v>171.29173884748991</c:v>
                </c:pt>
                <c:pt idx="1105">
                  <c:v>172.55570526392972</c:v>
                </c:pt>
                <c:pt idx="1106">
                  <c:v>171.90905674558437</c:v>
                </c:pt>
                <c:pt idx="1107">
                  <c:v>172.47046314882539</c:v>
                </c:pt>
                <c:pt idx="1108">
                  <c:v>172.83847077478666</c:v>
                </c:pt>
                <c:pt idx="1109">
                  <c:v>172.05387668307347</c:v>
                </c:pt>
                <c:pt idx="1110">
                  <c:v>171.08459134196752</c:v>
                </c:pt>
                <c:pt idx="1111">
                  <c:v>171.32015288585808</c:v>
                </c:pt>
                <c:pt idx="1112">
                  <c:v>172.47687922200529</c:v>
                </c:pt>
                <c:pt idx="1113">
                  <c:v>173.89483139476263</c:v>
                </c:pt>
                <c:pt idx="1114">
                  <c:v>175.88335578958944</c:v>
                </c:pt>
                <c:pt idx="1115">
                  <c:v>177.10699260318418</c:v>
                </c:pt>
                <c:pt idx="1116">
                  <c:v>177.71606126433304</c:v>
                </c:pt>
                <c:pt idx="1117">
                  <c:v>177.80313654320307</c:v>
                </c:pt>
                <c:pt idx="1118">
                  <c:v>178.70871944345146</c:v>
                </c:pt>
                <c:pt idx="1119">
                  <c:v>177.19177642734712</c:v>
                </c:pt>
                <c:pt idx="1120">
                  <c:v>177.41267266111217</c:v>
                </c:pt>
                <c:pt idx="1121">
                  <c:v>178.17801853328567</c:v>
                </c:pt>
                <c:pt idx="1122">
                  <c:v>177.67298191583944</c:v>
                </c:pt>
                <c:pt idx="1123">
                  <c:v>177.94291528033656</c:v>
                </c:pt>
                <c:pt idx="1124">
                  <c:v>179.32466246872164</c:v>
                </c:pt>
                <c:pt idx="1125">
                  <c:v>180.6715795455587</c:v>
                </c:pt>
                <c:pt idx="1126">
                  <c:v>181.01804749727316</c:v>
                </c:pt>
                <c:pt idx="1127">
                  <c:v>181.78705969697805</c:v>
                </c:pt>
                <c:pt idx="1128">
                  <c:v>183.12526924592808</c:v>
                </c:pt>
                <c:pt idx="1129">
                  <c:v>180.97909276725235</c:v>
                </c:pt>
                <c:pt idx="1130">
                  <c:v>180.31319602936725</c:v>
                </c:pt>
                <c:pt idx="1131">
                  <c:v>180.38881403470177</c:v>
                </c:pt>
                <c:pt idx="1132">
                  <c:v>181.28431453423889</c:v>
                </c:pt>
                <c:pt idx="1133">
                  <c:v>180.1990815849534</c:v>
                </c:pt>
                <c:pt idx="1134">
                  <c:v>180.07213499417969</c:v>
                </c:pt>
                <c:pt idx="1135">
                  <c:v>181.05975197294248</c:v>
                </c:pt>
                <c:pt idx="1136">
                  <c:v>180.8741441416669</c:v>
                </c:pt>
                <c:pt idx="1137">
                  <c:v>178.97681964418291</c:v>
                </c:pt>
                <c:pt idx="1138">
                  <c:v>177.64869249594412</c:v>
                </c:pt>
                <c:pt idx="1139">
                  <c:v>178.88928607437146</c:v>
                </c:pt>
                <c:pt idx="1140">
                  <c:v>179.62530132629396</c:v>
                </c:pt>
                <c:pt idx="1141">
                  <c:v>179.38286541828211</c:v>
                </c:pt>
                <c:pt idx="1142">
                  <c:v>179.94839643999597</c:v>
                </c:pt>
                <c:pt idx="1143">
                  <c:v>179.12851394579332</c:v>
                </c:pt>
                <c:pt idx="1144">
                  <c:v>178.07627794429015</c:v>
                </c:pt>
                <c:pt idx="1145">
                  <c:v>178.1335643119678</c:v>
                </c:pt>
                <c:pt idx="1146">
                  <c:v>178.41266349529334</c:v>
                </c:pt>
                <c:pt idx="1147">
                  <c:v>177.49837306715796</c:v>
                </c:pt>
                <c:pt idx="1148">
                  <c:v>176.99333644971173</c:v>
                </c:pt>
                <c:pt idx="1149">
                  <c:v>177.75822403094378</c:v>
                </c:pt>
                <c:pt idx="1150">
                  <c:v>177.78434661460483</c:v>
                </c:pt>
                <c:pt idx="1151">
                  <c:v>178.22018129989644</c:v>
                </c:pt>
                <c:pt idx="1152">
                  <c:v>177.69497988102768</c:v>
                </c:pt>
                <c:pt idx="1153">
                  <c:v>176.58683238467108</c:v>
                </c:pt>
                <c:pt idx="1154">
                  <c:v>176.9557565925152</c:v>
                </c:pt>
                <c:pt idx="1155">
                  <c:v>177.29122556163554</c:v>
                </c:pt>
                <c:pt idx="1156">
                  <c:v>177.33522149201201</c:v>
                </c:pt>
                <c:pt idx="1157">
                  <c:v>176.47684255872997</c:v>
                </c:pt>
                <c:pt idx="1158">
                  <c:v>178.1404386760891</c:v>
                </c:pt>
                <c:pt idx="1159">
                  <c:v>178.99744273654684</c:v>
                </c:pt>
                <c:pt idx="1160">
                  <c:v>179.41998698453727</c:v>
                </c:pt>
                <c:pt idx="1161">
                  <c:v>179.75133133518483</c:v>
                </c:pt>
                <c:pt idx="1162">
                  <c:v>180.81456631928211</c:v>
                </c:pt>
                <c:pt idx="1163">
                  <c:v>181.66607088844282</c:v>
                </c:pt>
                <c:pt idx="1164">
                  <c:v>183.28292132977697</c:v>
                </c:pt>
                <c:pt idx="1165">
                  <c:v>183.25404900046746</c:v>
                </c:pt>
                <c:pt idx="1166">
                  <c:v>183.9579838864905</c:v>
                </c:pt>
                <c:pt idx="1167">
                  <c:v>184.26137248971136</c:v>
                </c:pt>
                <c:pt idx="1168">
                  <c:v>185.0794218201483</c:v>
                </c:pt>
                <c:pt idx="1169">
                  <c:v>184.53818021832979</c:v>
                </c:pt>
                <c:pt idx="1170">
                  <c:v>182.41262683201805</c:v>
                </c:pt>
                <c:pt idx="1171">
                  <c:v>180.954803347357</c:v>
                </c:pt>
                <c:pt idx="1172">
                  <c:v>180.33061108514127</c:v>
                </c:pt>
                <c:pt idx="1173">
                  <c:v>180.33336083078981</c:v>
                </c:pt>
                <c:pt idx="1174">
                  <c:v>180.24307751532984</c:v>
                </c:pt>
                <c:pt idx="1175">
                  <c:v>180.71740863970084</c:v>
                </c:pt>
                <c:pt idx="1176">
                  <c:v>178.94932218769765</c:v>
                </c:pt>
                <c:pt idx="1177">
                  <c:v>180.00109989825941</c:v>
                </c:pt>
                <c:pt idx="1178">
                  <c:v>178.99698444560542</c:v>
                </c:pt>
                <c:pt idx="1179">
                  <c:v>178.14777133115186</c:v>
                </c:pt>
                <c:pt idx="1180">
                  <c:v>179.15280336568867</c:v>
                </c:pt>
                <c:pt idx="1181">
                  <c:v>180.14042034445146</c:v>
                </c:pt>
                <c:pt idx="1182">
                  <c:v>178.84666501681926</c:v>
                </c:pt>
                <c:pt idx="1183">
                  <c:v>180.47359785886471</c:v>
                </c:pt>
                <c:pt idx="1184">
                  <c:v>181.58724484651833</c:v>
                </c:pt>
                <c:pt idx="1185">
                  <c:v>181.42821788984517</c:v>
                </c:pt>
                <c:pt idx="1186">
                  <c:v>181.03454597116433</c:v>
                </c:pt>
                <c:pt idx="1187">
                  <c:v>180.85764566777573</c:v>
                </c:pt>
                <c:pt idx="1188">
                  <c:v>181.5886197193426</c:v>
                </c:pt>
                <c:pt idx="1189">
                  <c:v>180.30173875583174</c:v>
                </c:pt>
                <c:pt idx="1190">
                  <c:v>179.87644476219282</c:v>
                </c:pt>
                <c:pt idx="1191">
                  <c:v>179.12438932732056</c:v>
                </c:pt>
                <c:pt idx="1192">
                  <c:v>176.73302719498446</c:v>
                </c:pt>
                <c:pt idx="1193">
                  <c:v>175.27016250996783</c:v>
                </c:pt>
                <c:pt idx="1194">
                  <c:v>172.84213710231805</c:v>
                </c:pt>
                <c:pt idx="1195">
                  <c:v>174.58364267971879</c:v>
                </c:pt>
                <c:pt idx="1196">
                  <c:v>175.4420216130008</c:v>
                </c:pt>
                <c:pt idx="1197">
                  <c:v>174.88015691881833</c:v>
                </c:pt>
                <c:pt idx="1198">
                  <c:v>174.05110860578731</c:v>
                </c:pt>
                <c:pt idx="1199">
                  <c:v>175.37190309896334</c:v>
                </c:pt>
                <c:pt idx="1200">
                  <c:v>176.2641955619105</c:v>
                </c:pt>
                <c:pt idx="1201">
                  <c:v>177.92458364267972</c:v>
                </c:pt>
                <c:pt idx="1202">
                  <c:v>177.87829625759616</c:v>
                </c:pt>
                <c:pt idx="1203">
                  <c:v>178.2155983904822</c:v>
                </c:pt>
                <c:pt idx="1204">
                  <c:v>177.77380592295211</c:v>
                </c:pt>
                <c:pt idx="1205">
                  <c:v>178.04923877874629</c:v>
                </c:pt>
                <c:pt idx="1206">
                  <c:v>178.96765382535446</c:v>
                </c:pt>
                <c:pt idx="1207">
                  <c:v>178.21605668142362</c:v>
                </c:pt>
                <c:pt idx="1208">
                  <c:v>180.34161006773539</c:v>
                </c:pt>
                <c:pt idx="1209">
                  <c:v>181.16424230758653</c:v>
                </c:pt>
                <c:pt idx="1210">
                  <c:v>180.85810395871712</c:v>
                </c:pt>
                <c:pt idx="1211">
                  <c:v>180.51163600700269</c:v>
                </c:pt>
                <c:pt idx="1212">
                  <c:v>181.33106021026387</c:v>
                </c:pt>
                <c:pt idx="1213">
                  <c:v>181.59182775593257</c:v>
                </c:pt>
                <c:pt idx="1214">
                  <c:v>181.50154444047257</c:v>
                </c:pt>
                <c:pt idx="1215">
                  <c:v>181.43463396302508</c:v>
                </c:pt>
                <c:pt idx="1216">
                  <c:v>182.30538675172548</c:v>
                </c:pt>
                <c:pt idx="1217">
                  <c:v>184.20179466732657</c:v>
                </c:pt>
                <c:pt idx="1218">
                  <c:v>184.53680534550554</c:v>
                </c:pt>
                <c:pt idx="1219">
                  <c:v>185.77189943263582</c:v>
                </c:pt>
                <c:pt idx="1220">
                  <c:v>189.61146093986306</c:v>
                </c:pt>
                <c:pt idx="1221">
                  <c:v>191.15406824868697</c:v>
                </c:pt>
                <c:pt idx="1222">
                  <c:v>191.91116488391492</c:v>
                </c:pt>
                <c:pt idx="1223">
                  <c:v>191.57615420573597</c:v>
                </c:pt>
                <c:pt idx="1224">
                  <c:v>192.20172134077598</c:v>
                </c:pt>
                <c:pt idx="1225">
                  <c:v>192.45561452232334</c:v>
                </c:pt>
                <c:pt idx="1226">
                  <c:v>191.6242747545852</c:v>
                </c:pt>
                <c:pt idx="1227">
                  <c:v>191.80713284021226</c:v>
                </c:pt>
                <c:pt idx="1228">
                  <c:v>194.15679049687904</c:v>
                </c:pt>
                <c:pt idx="1229">
                  <c:v>196.66776656492607</c:v>
                </c:pt>
                <c:pt idx="1230">
                  <c:v>196.31946544944594</c:v>
                </c:pt>
                <c:pt idx="1231">
                  <c:v>196.63522790808514</c:v>
                </c:pt>
                <c:pt idx="1232">
                  <c:v>193.85844309401381</c:v>
                </c:pt>
                <c:pt idx="1233">
                  <c:v>194.81993748911557</c:v>
                </c:pt>
                <c:pt idx="1234">
                  <c:v>195.68473249557749</c:v>
                </c:pt>
                <c:pt idx="1235">
                  <c:v>196.52752953685115</c:v>
                </c:pt>
                <c:pt idx="1236">
                  <c:v>198.48351527483709</c:v>
                </c:pt>
                <c:pt idx="1237">
                  <c:v>199.61961851862037</c:v>
                </c:pt>
                <c:pt idx="1238">
                  <c:v>199.18607528803588</c:v>
                </c:pt>
                <c:pt idx="1239">
                  <c:v>199.28231638573433</c:v>
                </c:pt>
                <c:pt idx="1240">
                  <c:v>198.58479757289115</c:v>
                </c:pt>
                <c:pt idx="1241">
                  <c:v>197.22413176781146</c:v>
                </c:pt>
                <c:pt idx="1242">
                  <c:v>198.51880367732647</c:v>
                </c:pt>
                <c:pt idx="1243">
                  <c:v>198.99725942017028</c:v>
                </c:pt>
                <c:pt idx="1244">
                  <c:v>197.18426045590783</c:v>
                </c:pt>
                <c:pt idx="1245">
                  <c:v>197.47619178559316</c:v>
                </c:pt>
                <c:pt idx="1246">
                  <c:v>198.15308750607235</c:v>
                </c:pt>
                <c:pt idx="1247">
                  <c:v>198.41431334268248</c:v>
                </c:pt>
                <c:pt idx="1248">
                  <c:v>200.68147862989338</c:v>
                </c:pt>
                <c:pt idx="1249">
                  <c:v>202.54122327018084</c:v>
                </c:pt>
                <c:pt idx="1250">
                  <c:v>201.94407017350895</c:v>
                </c:pt>
                <c:pt idx="1251">
                  <c:v>197.7245854758435</c:v>
                </c:pt>
                <c:pt idx="1252">
                  <c:v>196.71909515036526</c:v>
                </c:pt>
                <c:pt idx="1253">
                  <c:v>198.18700103573755</c:v>
                </c:pt>
                <c:pt idx="1254">
                  <c:v>197.7232106030192</c:v>
                </c:pt>
                <c:pt idx="1255">
                  <c:v>194.67099293315366</c:v>
                </c:pt>
                <c:pt idx="1256">
                  <c:v>196.64301885408932</c:v>
                </c:pt>
                <c:pt idx="1257">
                  <c:v>195.71406311582845</c:v>
                </c:pt>
                <c:pt idx="1258">
                  <c:v>199.24290336477208</c:v>
                </c:pt>
                <c:pt idx="1259">
                  <c:v>197.26766940724647</c:v>
                </c:pt>
                <c:pt idx="1260">
                  <c:v>199.13383012071384</c:v>
                </c:pt>
                <c:pt idx="1261">
                  <c:v>198.87489573881084</c:v>
                </c:pt>
                <c:pt idx="1262">
                  <c:v>200.30797151263505</c:v>
                </c:pt>
                <c:pt idx="1263">
                  <c:v>199.55545778682136</c:v>
                </c:pt>
                <c:pt idx="1264">
                  <c:v>201.000907416064</c:v>
                </c:pt>
                <c:pt idx="1265">
                  <c:v>201.01098981677526</c:v>
                </c:pt>
                <c:pt idx="1266">
                  <c:v>199.06279502479353</c:v>
                </c:pt>
                <c:pt idx="1267">
                  <c:v>199.65444863016836</c:v>
                </c:pt>
                <c:pt idx="1268">
                  <c:v>198.128798086177</c:v>
                </c:pt>
                <c:pt idx="1269">
                  <c:v>199.29469024115269</c:v>
                </c:pt>
                <c:pt idx="1270">
                  <c:v>200.18194150374424</c:v>
                </c:pt>
                <c:pt idx="1271">
                  <c:v>200.8299648949139</c:v>
                </c:pt>
                <c:pt idx="1272">
                  <c:v>202.02106305166771</c:v>
                </c:pt>
                <c:pt idx="1273">
                  <c:v>202.76853557712576</c:v>
                </c:pt>
                <c:pt idx="1274">
                  <c:v>203.45322224360913</c:v>
                </c:pt>
                <c:pt idx="1275">
                  <c:v>202.15259255185561</c:v>
                </c:pt>
                <c:pt idx="1276">
                  <c:v>203.64112152959186</c:v>
                </c:pt>
                <c:pt idx="1277">
                  <c:v>203.59758389015684</c:v>
                </c:pt>
                <c:pt idx="1278">
                  <c:v>202.76670241336009</c:v>
                </c:pt>
                <c:pt idx="1279">
                  <c:v>203.46605438996889</c:v>
                </c:pt>
                <c:pt idx="1280">
                  <c:v>201.20026397558229</c:v>
                </c:pt>
                <c:pt idx="1281">
                  <c:v>201.49036214150189</c:v>
                </c:pt>
                <c:pt idx="1282">
                  <c:v>204.75293535347978</c:v>
                </c:pt>
                <c:pt idx="1283">
                  <c:v>205.11636007002684</c:v>
                </c:pt>
                <c:pt idx="1284">
                  <c:v>205.36567034215997</c:v>
                </c:pt>
                <c:pt idx="1285">
                  <c:v>204.91379547391864</c:v>
                </c:pt>
                <c:pt idx="1286">
                  <c:v>205.9930706409657</c:v>
                </c:pt>
                <c:pt idx="1287">
                  <c:v>206.17180410811997</c:v>
                </c:pt>
                <c:pt idx="1288">
                  <c:v>204.69702385862641</c:v>
                </c:pt>
                <c:pt idx="1289">
                  <c:v>204.72497960605313</c:v>
                </c:pt>
                <c:pt idx="1290">
                  <c:v>201.62693284204542</c:v>
                </c:pt>
                <c:pt idx="1291">
                  <c:v>202.99218155653938</c:v>
                </c:pt>
                <c:pt idx="1292">
                  <c:v>201.86203609499452</c:v>
                </c:pt>
                <c:pt idx="1293">
                  <c:v>202.15855033409409</c:v>
                </c:pt>
                <c:pt idx="1294">
                  <c:v>199.97479399822183</c:v>
                </c:pt>
                <c:pt idx="1295">
                  <c:v>200.17323397585722</c:v>
                </c:pt>
                <c:pt idx="1296">
                  <c:v>201.75754576035052</c:v>
                </c:pt>
                <c:pt idx="1297">
                  <c:v>202.53480719700093</c:v>
                </c:pt>
                <c:pt idx="1298">
                  <c:v>201.69109357384443</c:v>
                </c:pt>
                <c:pt idx="1299">
                  <c:v>202.78136772348557</c:v>
                </c:pt>
                <c:pt idx="1300">
                  <c:v>204.64432040036294</c:v>
                </c:pt>
                <c:pt idx="1301">
                  <c:v>205.88262252408322</c:v>
                </c:pt>
                <c:pt idx="1302">
                  <c:v>205.80287990027588</c:v>
                </c:pt>
                <c:pt idx="1303">
                  <c:v>205.63193737912576</c:v>
                </c:pt>
                <c:pt idx="1304">
                  <c:v>206.36520288539975</c:v>
                </c:pt>
                <c:pt idx="1305">
                  <c:v>206.35649535751276</c:v>
                </c:pt>
                <c:pt idx="1306">
                  <c:v>207.7551993107304</c:v>
                </c:pt>
                <c:pt idx="1307">
                  <c:v>207.53934427732102</c:v>
                </c:pt>
                <c:pt idx="1308">
                  <c:v>208.55720845821759</c:v>
                </c:pt>
                <c:pt idx="1309">
                  <c:v>206.4087405248348</c:v>
                </c:pt>
                <c:pt idx="1310">
                  <c:v>204.14569985609666</c:v>
                </c:pt>
                <c:pt idx="1311">
                  <c:v>203.00363883007489</c:v>
                </c:pt>
                <c:pt idx="1312">
                  <c:v>201.60997607721285</c:v>
                </c:pt>
                <c:pt idx="1313">
                  <c:v>202.99538959312932</c:v>
                </c:pt>
                <c:pt idx="1314">
                  <c:v>204.73139567923303</c:v>
                </c:pt>
                <c:pt idx="1315">
                  <c:v>205.02103555421124</c:v>
                </c:pt>
                <c:pt idx="1316">
                  <c:v>205.33633972190904</c:v>
                </c:pt>
                <c:pt idx="1317">
                  <c:v>206.87573899414303</c:v>
                </c:pt>
                <c:pt idx="1318">
                  <c:v>205.49719984234792</c:v>
                </c:pt>
                <c:pt idx="1319">
                  <c:v>207.5453020595595</c:v>
                </c:pt>
                <c:pt idx="1320">
                  <c:v>207.19195974372369</c:v>
                </c:pt>
                <c:pt idx="1321">
                  <c:v>207.58929798993594</c:v>
                </c:pt>
                <c:pt idx="1322">
                  <c:v>206.00956911485687</c:v>
                </c:pt>
                <c:pt idx="1323">
                  <c:v>205.70572222069455</c:v>
                </c:pt>
                <c:pt idx="1324">
                  <c:v>204.42067442094941</c:v>
                </c:pt>
                <c:pt idx="1325">
                  <c:v>204.42067442094941</c:v>
                </c:pt>
                <c:pt idx="1326">
                  <c:v>201.25846692514276</c:v>
                </c:pt>
                <c:pt idx="1327">
                  <c:v>202.15396742467991</c:v>
                </c:pt>
                <c:pt idx="1328">
                  <c:v>202.60171767444842</c:v>
                </c:pt>
                <c:pt idx="1329">
                  <c:v>203.64478785712322</c:v>
                </c:pt>
                <c:pt idx="1330">
                  <c:v>203.48621919139146</c:v>
                </c:pt>
                <c:pt idx="1331">
                  <c:v>205.34963015921025</c:v>
                </c:pt>
                <c:pt idx="1332">
                  <c:v>205.92020238127969</c:v>
                </c:pt>
                <c:pt idx="1333">
                  <c:v>206.24925527722019</c:v>
                </c:pt>
                <c:pt idx="1334">
                  <c:v>206.49719067652907</c:v>
                </c:pt>
                <c:pt idx="1335">
                  <c:v>207.12734072098331</c:v>
                </c:pt>
                <c:pt idx="1336">
                  <c:v>210.51731881467632</c:v>
                </c:pt>
                <c:pt idx="1337">
                  <c:v>210.42061942603644</c:v>
                </c:pt>
                <c:pt idx="1338">
                  <c:v>210.19468199191573</c:v>
                </c:pt>
                <c:pt idx="1339">
                  <c:v>209.7886362178165</c:v>
                </c:pt>
                <c:pt idx="1340">
                  <c:v>208.10716675374192</c:v>
                </c:pt>
                <c:pt idx="1341">
                  <c:v>206.12689159586074</c:v>
                </c:pt>
                <c:pt idx="1342">
                  <c:v>206.51231427759598</c:v>
                </c:pt>
                <c:pt idx="1343">
                  <c:v>213.23269264259724</c:v>
                </c:pt>
                <c:pt idx="1344">
                  <c:v>200.58936215066771</c:v>
                </c:pt>
                <c:pt idx="1345">
                  <c:v>207.3340299355643</c:v>
                </c:pt>
                <c:pt idx="1346">
                  <c:v>209.17681781101916</c:v>
                </c:pt>
                <c:pt idx="1347">
                  <c:v>213.4732953868434</c:v>
                </c:pt>
                <c:pt idx="1348">
                  <c:v>213.18961329410362</c:v>
                </c:pt>
                <c:pt idx="1349">
                  <c:v>213.24140017048424</c:v>
                </c:pt>
                <c:pt idx="1350">
                  <c:v>213.77393424441573</c:v>
                </c:pt>
                <c:pt idx="1351">
                  <c:v>214.47007818443461</c:v>
                </c:pt>
                <c:pt idx="1352">
                  <c:v>215.08143830029053</c:v>
                </c:pt>
                <c:pt idx="1353">
                  <c:v>215.92744337815421</c:v>
                </c:pt>
                <c:pt idx="1354">
                  <c:v>215.54339556924319</c:v>
                </c:pt>
                <c:pt idx="1355">
                  <c:v>216.01085232949285</c:v>
                </c:pt>
                <c:pt idx="1356">
                  <c:v>215.40682486869963</c:v>
                </c:pt>
                <c:pt idx="1357">
                  <c:v>215.74366871064424</c:v>
                </c:pt>
                <c:pt idx="1358">
                  <c:v>217.42513817471885</c:v>
                </c:pt>
                <c:pt idx="1359">
                  <c:v>218.77709645191152</c:v>
                </c:pt>
                <c:pt idx="1360">
                  <c:v>220.38753082006579</c:v>
                </c:pt>
                <c:pt idx="1361">
                  <c:v>220.07680956178217</c:v>
                </c:pt>
                <c:pt idx="1362">
                  <c:v>221.28073986489585</c:v>
                </c:pt>
                <c:pt idx="1363">
                  <c:v>221.1148385441013</c:v>
                </c:pt>
                <c:pt idx="1364">
                  <c:v>222.60565897654465</c:v>
                </c:pt>
                <c:pt idx="1365">
                  <c:v>222.74910404120951</c:v>
                </c:pt>
                <c:pt idx="1366">
                  <c:v>222.94800230978632</c:v>
                </c:pt>
                <c:pt idx="1367">
                  <c:v>222.91775510765254</c:v>
                </c:pt>
                <c:pt idx="1368">
                  <c:v>223.95028459867464</c:v>
                </c:pt>
                <c:pt idx="1369">
                  <c:v>222.95350180108341</c:v>
                </c:pt>
                <c:pt idx="1370">
                  <c:v>222.87559234104179</c:v>
                </c:pt>
                <c:pt idx="1371">
                  <c:v>224.58226780689455</c:v>
                </c:pt>
                <c:pt idx="1372">
                  <c:v>225.35723778883784</c:v>
                </c:pt>
                <c:pt idx="1373">
                  <c:v>225.59829882402545</c:v>
                </c:pt>
                <c:pt idx="1374">
                  <c:v>227.32009789094505</c:v>
                </c:pt>
                <c:pt idx="1375">
                  <c:v>224.84578509821173</c:v>
                </c:pt>
                <c:pt idx="1376">
                  <c:v>224.64734512057635</c:v>
                </c:pt>
                <c:pt idx="1377">
                  <c:v>224.37053739195792</c:v>
                </c:pt>
                <c:pt idx="1378">
                  <c:v>223.76971796775464</c:v>
                </c:pt>
                <c:pt idx="1379">
                  <c:v>223.7018909084243</c:v>
                </c:pt>
                <c:pt idx="1380">
                  <c:v>227.63173573111152</c:v>
                </c:pt>
                <c:pt idx="1381">
                  <c:v>227.64319300464706</c:v>
                </c:pt>
                <c:pt idx="1382">
                  <c:v>227.83750836380966</c:v>
                </c:pt>
                <c:pt idx="1383">
                  <c:v>228.6977204608574</c:v>
                </c:pt>
                <c:pt idx="1384">
                  <c:v>229.24537813585579</c:v>
                </c:pt>
                <c:pt idx="1385">
                  <c:v>226.55796005536155</c:v>
                </c:pt>
                <c:pt idx="1386">
                  <c:v>220.4892714090613</c:v>
                </c:pt>
                <c:pt idx="1387">
                  <c:v>219.91136653192913</c:v>
                </c:pt>
                <c:pt idx="1388">
                  <c:v>222.70648298365731</c:v>
                </c:pt>
                <c:pt idx="1389">
                  <c:v>221.0520526851266</c:v>
                </c:pt>
                <c:pt idx="1390">
                  <c:v>223.34809030164712</c:v>
                </c:pt>
                <c:pt idx="1391">
                  <c:v>223.16019101566437</c:v>
                </c:pt>
                <c:pt idx="1392">
                  <c:v>221.25370069935198</c:v>
                </c:pt>
                <c:pt idx="1393">
                  <c:v>221.297238338787</c:v>
                </c:pt>
                <c:pt idx="1394">
                  <c:v>224.93973474120313</c:v>
                </c:pt>
                <c:pt idx="1395">
                  <c:v>225.22845803429851</c:v>
                </c:pt>
                <c:pt idx="1396">
                  <c:v>226.38518437044573</c:v>
                </c:pt>
                <c:pt idx="1397">
                  <c:v>227.03916554385387</c:v>
                </c:pt>
                <c:pt idx="1398">
                  <c:v>227.41771386146777</c:v>
                </c:pt>
                <c:pt idx="1399">
                  <c:v>227.52449565081898</c:v>
                </c:pt>
                <c:pt idx="1400">
                  <c:v>229.24262839020724</c:v>
                </c:pt>
                <c:pt idx="1401">
                  <c:v>229.30816399483044</c:v>
                </c:pt>
                <c:pt idx="1402">
                  <c:v>229.62530132629396</c:v>
                </c:pt>
                <c:pt idx="1403">
                  <c:v>230.53821688160511</c:v>
                </c:pt>
                <c:pt idx="1404">
                  <c:v>231.30768737225139</c:v>
                </c:pt>
                <c:pt idx="1405">
                  <c:v>231.69998441810799</c:v>
                </c:pt>
                <c:pt idx="1406">
                  <c:v>231.71052510976065</c:v>
                </c:pt>
                <c:pt idx="1407">
                  <c:v>230.96671891183399</c:v>
                </c:pt>
                <c:pt idx="1408">
                  <c:v>230.47543102263037</c:v>
                </c:pt>
                <c:pt idx="1409">
                  <c:v>227.79030439684331</c:v>
                </c:pt>
                <c:pt idx="1410">
                  <c:v>228.56252463313811</c:v>
                </c:pt>
                <c:pt idx="1411">
                  <c:v>229.52218586447418</c:v>
                </c:pt>
                <c:pt idx="1412">
                  <c:v>228.39799818516786</c:v>
                </c:pt>
                <c:pt idx="1413">
                  <c:v>232.71005765300043</c:v>
                </c:pt>
                <c:pt idx="1414">
                  <c:v>232.41308512295947</c:v>
                </c:pt>
                <c:pt idx="1415">
                  <c:v>232.66285368603405</c:v>
                </c:pt>
                <c:pt idx="1416">
                  <c:v>232.98182418126322</c:v>
                </c:pt>
                <c:pt idx="1417">
                  <c:v>232.6060256092978</c:v>
                </c:pt>
                <c:pt idx="1418">
                  <c:v>232.95661817948505</c:v>
                </c:pt>
                <c:pt idx="1419">
                  <c:v>236.3951751129687</c:v>
                </c:pt>
                <c:pt idx="1420">
                  <c:v>237.75263288145845</c:v>
                </c:pt>
                <c:pt idx="1421">
                  <c:v>237.76500673687684</c:v>
                </c:pt>
                <c:pt idx="1422">
                  <c:v>238.34932768718895</c:v>
                </c:pt>
                <c:pt idx="1423">
                  <c:v>240.29156469693217</c:v>
                </c:pt>
                <c:pt idx="1424">
                  <c:v>239.95151281839765</c:v>
                </c:pt>
                <c:pt idx="1425">
                  <c:v>236.57757490765437</c:v>
                </c:pt>
                <c:pt idx="1426">
                  <c:v>236.44971173499786</c:v>
                </c:pt>
                <c:pt idx="1427">
                  <c:v>231.43784199961505</c:v>
                </c:pt>
                <c:pt idx="1428">
                  <c:v>229.2792916655209</c:v>
                </c:pt>
                <c:pt idx="1429">
                  <c:v>227.27335221492012</c:v>
                </c:pt>
                <c:pt idx="1430">
                  <c:v>229.26600122821972</c:v>
                </c:pt>
                <c:pt idx="1431">
                  <c:v>228.98002768077288</c:v>
                </c:pt>
                <c:pt idx="1432">
                  <c:v>229.13126369144186</c:v>
                </c:pt>
                <c:pt idx="1433">
                  <c:v>228.81779268750972</c:v>
                </c:pt>
                <c:pt idx="1434">
                  <c:v>230.31823722972291</c:v>
                </c:pt>
                <c:pt idx="1435">
                  <c:v>229.6711304204361</c:v>
                </c:pt>
                <c:pt idx="1436">
                  <c:v>228.8824117102501</c:v>
                </c:pt>
                <c:pt idx="1437">
                  <c:v>226.85264113069539</c:v>
                </c:pt>
                <c:pt idx="1438">
                  <c:v>227.80771945261728</c:v>
                </c:pt>
                <c:pt idx="1439">
                  <c:v>227.13907296908368</c:v>
                </c:pt>
                <c:pt idx="1440">
                  <c:v>224.30683495110034</c:v>
                </c:pt>
                <c:pt idx="1441">
                  <c:v>223.97136598197997</c:v>
                </c:pt>
                <c:pt idx="1442">
                  <c:v>223.64047992227384</c:v>
                </c:pt>
                <c:pt idx="1443">
                  <c:v>221.63683192638013</c:v>
                </c:pt>
                <c:pt idx="1444">
                  <c:v>223.08823933786127</c:v>
                </c:pt>
                <c:pt idx="1445">
                  <c:v>224.25871440225112</c:v>
                </c:pt>
                <c:pt idx="1446">
                  <c:v>223.10382122986954</c:v>
                </c:pt>
                <c:pt idx="1447">
                  <c:v>221.86185277861793</c:v>
                </c:pt>
                <c:pt idx="1448">
                  <c:v>222.76926884263202</c:v>
                </c:pt>
                <c:pt idx="1449">
                  <c:v>219.9370308246487</c:v>
                </c:pt>
                <c:pt idx="1450">
                  <c:v>221.93472103830393</c:v>
                </c:pt>
                <c:pt idx="1451">
                  <c:v>224.41636648610003</c:v>
                </c:pt>
                <c:pt idx="1452">
                  <c:v>221.8068578656474</c:v>
                </c:pt>
                <c:pt idx="1453">
                  <c:v>221.33802623257347</c:v>
                </c:pt>
                <c:pt idx="1454">
                  <c:v>221.27478208265737</c:v>
                </c:pt>
                <c:pt idx="1455">
                  <c:v>218.91137569774796</c:v>
                </c:pt>
                <c:pt idx="1456">
                  <c:v>215.93798406980684</c:v>
                </c:pt>
                <c:pt idx="1457">
                  <c:v>215.69646474367786</c:v>
                </c:pt>
                <c:pt idx="1458">
                  <c:v>214.97328163811514</c:v>
                </c:pt>
                <c:pt idx="1459">
                  <c:v>215.56631011631424</c:v>
                </c:pt>
                <c:pt idx="1460">
                  <c:v>214.02095306184177</c:v>
                </c:pt>
                <c:pt idx="1461">
                  <c:v>219.12952218586446</c:v>
                </c:pt>
                <c:pt idx="1462">
                  <c:v>222.01354708022842</c:v>
                </c:pt>
                <c:pt idx="1463">
                  <c:v>221.76240364432957</c:v>
                </c:pt>
                <c:pt idx="1464">
                  <c:v>222.49933547813495</c:v>
                </c:pt>
                <c:pt idx="1465">
                  <c:v>219.19276633578062</c:v>
                </c:pt>
                <c:pt idx="1466">
                  <c:v>221.1812907306074</c:v>
                </c:pt>
                <c:pt idx="1467">
                  <c:v>222.50987616978765</c:v>
                </c:pt>
                <c:pt idx="1468">
                  <c:v>224.16980595961542</c:v>
                </c:pt>
                <c:pt idx="1469">
                  <c:v>224.26421389354817</c:v>
                </c:pt>
                <c:pt idx="1470">
                  <c:v>226.47271794025721</c:v>
                </c:pt>
                <c:pt idx="1471">
                  <c:v>226.1922438841074</c:v>
                </c:pt>
                <c:pt idx="1472">
                  <c:v>225.65329373699598</c:v>
                </c:pt>
                <c:pt idx="1473">
                  <c:v>225.57125965848158</c:v>
                </c:pt>
                <c:pt idx="1474">
                  <c:v>225.86227440628406</c:v>
                </c:pt>
                <c:pt idx="1475">
                  <c:v>225.00893667335774</c:v>
                </c:pt>
                <c:pt idx="1476">
                  <c:v>227.02175048807982</c:v>
                </c:pt>
                <c:pt idx="1477">
                  <c:v>226.10471031429591</c:v>
                </c:pt>
                <c:pt idx="1478">
                  <c:v>223.0593670085517</c:v>
                </c:pt>
                <c:pt idx="1479">
                  <c:v>221.80227495623322</c:v>
                </c:pt>
                <c:pt idx="1480">
                  <c:v>219.53694283278799</c:v>
                </c:pt>
                <c:pt idx="1481">
                  <c:v>216.19875161547557</c:v>
                </c:pt>
                <c:pt idx="1482">
                  <c:v>217.71981925005269</c:v>
                </c:pt>
                <c:pt idx="1483">
                  <c:v>217.48334112427935</c:v>
                </c:pt>
                <c:pt idx="1484">
                  <c:v>217.69003033886034</c:v>
                </c:pt>
                <c:pt idx="1485">
                  <c:v>218.26931008881681</c:v>
                </c:pt>
                <c:pt idx="1486">
                  <c:v>216.72486961622718</c:v>
                </c:pt>
                <c:pt idx="1487">
                  <c:v>216.72395303434433</c:v>
                </c:pt>
                <c:pt idx="1488">
                  <c:v>217.62311986141282</c:v>
                </c:pt>
                <c:pt idx="1489">
                  <c:v>221.70878360418328</c:v>
                </c:pt>
                <c:pt idx="1490">
                  <c:v>220.02318952163589</c:v>
                </c:pt>
                <c:pt idx="1491">
                  <c:v>216.46043574302709</c:v>
                </c:pt>
                <c:pt idx="1492">
                  <c:v>217.30231620241796</c:v>
                </c:pt>
                <c:pt idx="1493">
                  <c:v>217.12862393561929</c:v>
                </c:pt>
                <c:pt idx="1494">
                  <c:v>215.63963666694161</c:v>
                </c:pt>
                <c:pt idx="1495">
                  <c:v>214.76888387824124</c:v>
                </c:pt>
                <c:pt idx="1496">
                  <c:v>211.60163518207901</c:v>
                </c:pt>
                <c:pt idx="1497">
                  <c:v>212.42747545852006</c:v>
                </c:pt>
                <c:pt idx="1498">
                  <c:v>212.76798562799607</c:v>
                </c:pt>
                <c:pt idx="1499">
                  <c:v>213.67173536447876</c:v>
                </c:pt>
                <c:pt idx="1500">
                  <c:v>212.67632743971183</c:v>
                </c:pt>
                <c:pt idx="1501">
                  <c:v>213.97374909487539</c:v>
                </c:pt>
                <c:pt idx="1502">
                  <c:v>211.03977048789653</c:v>
                </c:pt>
                <c:pt idx="1503">
                  <c:v>212.23774300877167</c:v>
                </c:pt>
                <c:pt idx="1504">
                  <c:v>212.69603395019291</c:v>
                </c:pt>
                <c:pt idx="1505">
                  <c:v>211.65892154975663</c:v>
                </c:pt>
                <c:pt idx="1506">
                  <c:v>209.24785290693944</c:v>
                </c:pt>
                <c:pt idx="1507">
                  <c:v>210.42199429886068</c:v>
                </c:pt>
                <c:pt idx="1508">
                  <c:v>212.30877810469195</c:v>
                </c:pt>
                <c:pt idx="1509">
                  <c:v>213.10070485146787</c:v>
                </c:pt>
                <c:pt idx="1510">
                  <c:v>215.47373534614715</c:v>
                </c:pt>
                <c:pt idx="1511">
                  <c:v>215.23313260190099</c:v>
                </c:pt>
                <c:pt idx="1512">
                  <c:v>214.1231519417787</c:v>
                </c:pt>
                <c:pt idx="1513">
                  <c:v>217.58966462268904</c:v>
                </c:pt>
                <c:pt idx="1514">
                  <c:v>217.19599270400818</c:v>
                </c:pt>
                <c:pt idx="1515">
                  <c:v>216.3440298439061</c:v>
                </c:pt>
                <c:pt idx="1516">
                  <c:v>215.94623330675248</c:v>
                </c:pt>
                <c:pt idx="1517">
                  <c:v>214.31150951870285</c:v>
                </c:pt>
                <c:pt idx="1518">
                  <c:v>211.47193884565678</c:v>
                </c:pt>
                <c:pt idx="1519">
                  <c:v>211.2285863557621</c:v>
                </c:pt>
                <c:pt idx="1520">
                  <c:v>211.10163976498839</c:v>
                </c:pt>
                <c:pt idx="1521">
                  <c:v>210.16535137166477</c:v>
                </c:pt>
                <c:pt idx="1522">
                  <c:v>210.44261739122464</c:v>
                </c:pt>
                <c:pt idx="1523">
                  <c:v>210.31246276386096</c:v>
                </c:pt>
                <c:pt idx="1524">
                  <c:v>210.19880661038854</c:v>
                </c:pt>
                <c:pt idx="1525">
                  <c:v>210.01778168852715</c:v>
                </c:pt>
                <c:pt idx="1526">
                  <c:v>208.9430894308943</c:v>
                </c:pt>
                <c:pt idx="1527">
                  <c:v>206.71992007405979</c:v>
                </c:pt>
                <c:pt idx="1528">
                  <c:v>206.66675832485492</c:v>
                </c:pt>
                <c:pt idx="1529">
                  <c:v>206.64384377778387</c:v>
                </c:pt>
                <c:pt idx="1530">
                  <c:v>202.79099183325542</c:v>
                </c:pt>
                <c:pt idx="1531">
                  <c:v>202.74149641158189</c:v>
                </c:pt>
                <c:pt idx="1532">
                  <c:v>202.40556915152018</c:v>
                </c:pt>
                <c:pt idx="1533">
                  <c:v>204.73964491617855</c:v>
                </c:pt>
                <c:pt idx="1534">
                  <c:v>206.64063574119393</c:v>
                </c:pt>
                <c:pt idx="1535">
                  <c:v>206.71212912805564</c:v>
                </c:pt>
                <c:pt idx="1536">
                  <c:v>205.86704063207483</c:v>
                </c:pt>
                <c:pt idx="1537">
                  <c:v>206.21167542002365</c:v>
                </c:pt>
                <c:pt idx="1538">
                  <c:v>205.9605319841248</c:v>
                </c:pt>
                <c:pt idx="1539">
                  <c:v>205.28867746400127</c:v>
                </c:pt>
                <c:pt idx="1540">
                  <c:v>206.31112455431207</c:v>
                </c:pt>
                <c:pt idx="1541">
                  <c:v>209.29505687390582</c:v>
                </c:pt>
                <c:pt idx="1542">
                  <c:v>209.96691139402935</c:v>
                </c:pt>
                <c:pt idx="1543">
                  <c:v>212.56129641341511</c:v>
                </c:pt>
                <c:pt idx="1544">
                  <c:v>214.02553597125601</c:v>
                </c:pt>
                <c:pt idx="1545">
                  <c:v>216.84814987946947</c:v>
                </c:pt>
                <c:pt idx="1546">
                  <c:v>216.94255781340229</c:v>
                </c:pt>
                <c:pt idx="1547">
                  <c:v>215.27621195039455</c:v>
                </c:pt>
                <c:pt idx="1548">
                  <c:v>216.23953950926204</c:v>
                </c:pt>
                <c:pt idx="1549">
                  <c:v>215.57410106231839</c:v>
                </c:pt>
              </c:numCache>
            </c:numRef>
          </c:val>
          <c:smooth val="0"/>
          <c:extLst>
            <c:ext xmlns:c16="http://schemas.microsoft.com/office/drawing/2014/chart" uri="{C3380CC4-5D6E-409C-BE32-E72D297353CC}">
              <c16:uniqueId val="{00000000-C9F5-7A4A-B402-9C2ABB2F5BCB}"/>
            </c:ext>
          </c:extLst>
        </c:ser>
        <c:ser>
          <c:idx val="1"/>
          <c:order val="1"/>
          <c:tx>
            <c:strRef>
              <c:f>'Capital Markets Data'!$BR$3:$BR$5</c:f>
              <c:strCache>
                <c:ptCount val="3"/>
                <c:pt idx="0">
                  <c:v>NIFTY MIDCAP 100</c:v>
                </c:pt>
                <c:pt idx="2">
                  <c:v>Close</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'Capital Markets Data'!$BP$6:$BP$1555</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'Capital Markets Data'!$BR$6:$BR$1555</c:f>
              <c:numCache>
                <c:formatCode>_(* #,##0_);_(* \(#,##0\);_(* "-"??_);_(@_)</c:formatCode>
                <c:ptCount val="1550"/>
                <c:pt idx="0">
                  <c:v>100</c:v>
                </c:pt>
                <c:pt idx="1">
                  <c:v>98.789225137619795</c:v>
                </c:pt>
                <c:pt idx="2">
                  <c:v>97.969933215972276</c:v>
                </c:pt>
                <c:pt idx="3">
                  <c:v>98.564283119568557</c:v>
                </c:pt>
                <c:pt idx="4">
                  <c:v>98.684717914326441</c:v>
                </c:pt>
                <c:pt idx="5">
                  <c:v>98.551988152122277</c:v>
                </c:pt>
                <c:pt idx="6">
                  <c:v>98.478777209601247</c:v>
                </c:pt>
                <c:pt idx="7">
                  <c:v>98.86914242602063</c:v>
                </c:pt>
                <c:pt idx="8">
                  <c:v>98.670746360410206</c:v>
                </c:pt>
                <c:pt idx="9">
                  <c:v>98.289881800653873</c:v>
                </c:pt>
                <c:pt idx="10">
                  <c:v>98.946824265794845</c:v>
                </c:pt>
                <c:pt idx="11">
                  <c:v>98.839522731718205</c:v>
                </c:pt>
                <c:pt idx="12">
                  <c:v>98.560091653393684</c:v>
                </c:pt>
                <c:pt idx="13">
                  <c:v>97.897001704529586</c:v>
                </c:pt>
                <c:pt idx="14">
                  <c:v>97.120183306787382</c:v>
                </c:pt>
                <c:pt idx="15">
                  <c:v>97.013720065945748</c:v>
                </c:pt>
                <c:pt idx="16">
                  <c:v>96.906697962947447</c:v>
                </c:pt>
                <c:pt idx="17">
                  <c:v>96.57780758375948</c:v>
                </c:pt>
                <c:pt idx="18">
                  <c:v>95.076424399921748</c:v>
                </c:pt>
                <c:pt idx="19">
                  <c:v>93.08212479391959</c:v>
                </c:pt>
                <c:pt idx="20">
                  <c:v>93.366585631653948</c:v>
                </c:pt>
                <c:pt idx="21">
                  <c:v>93.845809930980522</c:v>
                </c:pt>
                <c:pt idx="22">
                  <c:v>94.474250426132386</c:v>
                </c:pt>
                <c:pt idx="23">
                  <c:v>94.952077570067345</c:v>
                </c:pt>
                <c:pt idx="24">
                  <c:v>94.112387179702125</c:v>
                </c:pt>
                <c:pt idx="25">
                  <c:v>93.385866376058345</c:v>
                </c:pt>
                <c:pt idx="26">
                  <c:v>93.446223488976443</c:v>
                </c:pt>
                <c:pt idx="27">
                  <c:v>94.140330287534582</c:v>
                </c:pt>
                <c:pt idx="28">
                  <c:v>92.755469863358215</c:v>
                </c:pt>
                <c:pt idx="29">
                  <c:v>91.204068516500399</c:v>
                </c:pt>
                <c:pt idx="30">
                  <c:v>91.251851230893905</c:v>
                </c:pt>
                <c:pt idx="31">
                  <c:v>90.946712493363506</c:v>
                </c:pt>
                <c:pt idx="32">
                  <c:v>91.498309441976133</c:v>
                </c:pt>
                <c:pt idx="33">
                  <c:v>90.617542683097213</c:v>
                </c:pt>
                <c:pt idx="34">
                  <c:v>89.771984240087193</c:v>
                </c:pt>
                <c:pt idx="35">
                  <c:v>90.159834576801629</c:v>
                </c:pt>
                <c:pt idx="36">
                  <c:v>91.092575516248914</c:v>
                </c:pt>
                <c:pt idx="37">
                  <c:v>92.079805515969483</c:v>
                </c:pt>
                <c:pt idx="38">
                  <c:v>92.453404867689386</c:v>
                </c:pt>
                <c:pt idx="39">
                  <c:v>92.781736384720716</c:v>
                </c:pt>
                <c:pt idx="40">
                  <c:v>92.650962640064833</c:v>
                </c:pt>
                <c:pt idx="41">
                  <c:v>93.024841422863062</c:v>
                </c:pt>
                <c:pt idx="42">
                  <c:v>93.447900075446384</c:v>
                </c:pt>
                <c:pt idx="43">
                  <c:v>94.796713890518902</c:v>
                </c:pt>
                <c:pt idx="44">
                  <c:v>97.03886886299496</c:v>
                </c:pt>
                <c:pt idx="45">
                  <c:v>97.599128175035631</c:v>
                </c:pt>
                <c:pt idx="46">
                  <c:v>97.307681560343141</c:v>
                </c:pt>
                <c:pt idx="47">
                  <c:v>97.125492497275559</c:v>
                </c:pt>
                <c:pt idx="48">
                  <c:v>99.200547684913516</c:v>
                </c:pt>
                <c:pt idx="49">
                  <c:v>99.656020342582508</c:v>
                </c:pt>
                <c:pt idx="50">
                  <c:v>99.105541118283185</c:v>
                </c:pt>
                <c:pt idx="51">
                  <c:v>99.189649872858851</c:v>
                </c:pt>
                <c:pt idx="52">
                  <c:v>99.830944197613661</c:v>
                </c:pt>
                <c:pt idx="53">
                  <c:v>99.557940034090592</c:v>
                </c:pt>
                <c:pt idx="54">
                  <c:v>100.24282560706401</c:v>
                </c:pt>
                <c:pt idx="55">
                  <c:v>99.740129097158174</c:v>
                </c:pt>
                <c:pt idx="56">
                  <c:v>99.148573504345165</c:v>
                </c:pt>
                <c:pt idx="57">
                  <c:v>98.394109592868929</c:v>
                </c:pt>
                <c:pt idx="58">
                  <c:v>99.512392768323693</c:v>
                </c:pt>
                <c:pt idx="59">
                  <c:v>100.02794310783246</c:v>
                </c:pt>
                <c:pt idx="60">
                  <c:v>101.0615586665549</c:v>
                </c:pt>
                <c:pt idx="61">
                  <c:v>102.03984687176909</c:v>
                </c:pt>
                <c:pt idx="62">
                  <c:v>102.45647860955096</c:v>
                </c:pt>
                <c:pt idx="63">
                  <c:v>102.48917204571492</c:v>
                </c:pt>
                <c:pt idx="64">
                  <c:v>101.35635845418729</c:v>
                </c:pt>
                <c:pt idx="65">
                  <c:v>101.14706457652221</c:v>
                </c:pt>
                <c:pt idx="66">
                  <c:v>101.97194511973622</c:v>
                </c:pt>
                <c:pt idx="67">
                  <c:v>101.16383044122168</c:v>
                </c:pt>
                <c:pt idx="68">
                  <c:v>101.30522256685389</c:v>
                </c:pt>
                <c:pt idx="69">
                  <c:v>101.01796741833628</c:v>
                </c:pt>
                <c:pt idx="70">
                  <c:v>101.10906194987007</c:v>
                </c:pt>
                <c:pt idx="71">
                  <c:v>101.53351775784503</c:v>
                </c:pt>
                <c:pt idx="72">
                  <c:v>102.01190376393663</c:v>
                </c:pt>
                <c:pt idx="73">
                  <c:v>101.98368122502586</c:v>
                </c:pt>
                <c:pt idx="74">
                  <c:v>101.03026238578255</c:v>
                </c:pt>
                <c:pt idx="75">
                  <c:v>99.260904797831614</c:v>
                </c:pt>
                <c:pt idx="76">
                  <c:v>99.360382261715145</c:v>
                </c:pt>
                <c:pt idx="77">
                  <c:v>99.725878112163642</c:v>
                </c:pt>
                <c:pt idx="78">
                  <c:v>99.336630620057548</c:v>
                </c:pt>
                <c:pt idx="79">
                  <c:v>99.074803699667484</c:v>
                </c:pt>
                <c:pt idx="80">
                  <c:v>98.171961885600922</c:v>
                </c:pt>
                <c:pt idx="81">
                  <c:v>97.580126861709559</c:v>
                </c:pt>
                <c:pt idx="82">
                  <c:v>97.605275658758771</c:v>
                </c:pt>
                <c:pt idx="83">
                  <c:v>96.88294632128985</c:v>
                </c:pt>
                <c:pt idx="84">
                  <c:v>95.754324195937073</c:v>
                </c:pt>
                <c:pt idx="85">
                  <c:v>94.812082599826752</c:v>
                </c:pt>
                <c:pt idx="86">
                  <c:v>94.73048872495599</c:v>
                </c:pt>
                <c:pt idx="87">
                  <c:v>95.171151535473768</c:v>
                </c:pt>
                <c:pt idx="88">
                  <c:v>93.087433984407738</c:v>
                </c:pt>
                <c:pt idx="89">
                  <c:v>93.538156313745219</c:v>
                </c:pt>
                <c:pt idx="90">
                  <c:v>92.905803783496793</c:v>
                </c:pt>
                <c:pt idx="91">
                  <c:v>93.181602257803121</c:v>
                </c:pt>
                <c:pt idx="92">
                  <c:v>94.310224383155912</c:v>
                </c:pt>
                <c:pt idx="93">
                  <c:v>98.147092519630036</c:v>
                </c:pt>
                <c:pt idx="94">
                  <c:v>97.023779584765421</c:v>
                </c:pt>
                <c:pt idx="95">
                  <c:v>96.952245228714347</c:v>
                </c:pt>
                <c:pt idx="96">
                  <c:v>96.784307150641297</c:v>
                </c:pt>
                <c:pt idx="97">
                  <c:v>98.91748400257076</c:v>
                </c:pt>
                <c:pt idx="98">
                  <c:v>100.57143655517366</c:v>
                </c:pt>
                <c:pt idx="99">
                  <c:v>100.56137703635399</c:v>
                </c:pt>
                <c:pt idx="100">
                  <c:v>99.791823846648214</c:v>
                </c:pt>
                <c:pt idx="101">
                  <c:v>100.57981948752339</c:v>
                </c:pt>
                <c:pt idx="102">
                  <c:v>100.36633414368346</c:v>
                </c:pt>
                <c:pt idx="103">
                  <c:v>101.33484226115628</c:v>
                </c:pt>
                <c:pt idx="104">
                  <c:v>101.25883700785201</c:v>
                </c:pt>
                <c:pt idx="105">
                  <c:v>99.585883141923048</c:v>
                </c:pt>
                <c:pt idx="106">
                  <c:v>99.376030402101307</c:v>
                </c:pt>
                <c:pt idx="107">
                  <c:v>99.42884287590465</c:v>
                </c:pt>
                <c:pt idx="108">
                  <c:v>100.10338949898008</c:v>
                </c:pt>
                <c:pt idx="109">
                  <c:v>99.310922960851713</c:v>
                </c:pt>
                <c:pt idx="110">
                  <c:v>99.070612233492611</c:v>
                </c:pt>
                <c:pt idx="111">
                  <c:v>98.161622935702908</c:v>
                </c:pt>
                <c:pt idx="112">
                  <c:v>97.01260234163243</c:v>
                </c:pt>
                <c:pt idx="113">
                  <c:v>96.85863581747563</c:v>
                </c:pt>
                <c:pt idx="114">
                  <c:v>95.817475619638401</c:v>
                </c:pt>
                <c:pt idx="115">
                  <c:v>97.393466901388763</c:v>
                </c:pt>
                <c:pt idx="116">
                  <c:v>97.311593595439689</c:v>
                </c:pt>
                <c:pt idx="117">
                  <c:v>96.979350043311825</c:v>
                </c:pt>
                <c:pt idx="118">
                  <c:v>97.652499510995611</c:v>
                </c:pt>
                <c:pt idx="119">
                  <c:v>98.606477212395575</c:v>
                </c:pt>
                <c:pt idx="120">
                  <c:v>99.016682035375965</c:v>
                </c:pt>
                <c:pt idx="121">
                  <c:v>98.662083996982147</c:v>
                </c:pt>
                <c:pt idx="122">
                  <c:v>98.831139799368472</c:v>
                </c:pt>
                <c:pt idx="123">
                  <c:v>99.199709391678539</c:v>
                </c:pt>
                <c:pt idx="124">
                  <c:v>99.589515745941256</c:v>
                </c:pt>
                <c:pt idx="125">
                  <c:v>99.556263447620637</c:v>
                </c:pt>
                <c:pt idx="126">
                  <c:v>97.966859474110706</c:v>
                </c:pt>
                <c:pt idx="127">
                  <c:v>95.320926593455724</c:v>
                </c:pt>
                <c:pt idx="128">
                  <c:v>95.666582837343157</c:v>
                </c:pt>
                <c:pt idx="129">
                  <c:v>94.686059183502408</c:v>
                </c:pt>
                <c:pt idx="130">
                  <c:v>95.381283706373821</c:v>
                </c:pt>
                <c:pt idx="131">
                  <c:v>95.823902534439881</c:v>
                </c:pt>
                <c:pt idx="132">
                  <c:v>95.053790482577469</c:v>
                </c:pt>
                <c:pt idx="133">
                  <c:v>95.770251767401575</c:v>
                </c:pt>
                <c:pt idx="134">
                  <c:v>95.454215217816511</c:v>
                </c:pt>
                <c:pt idx="135">
                  <c:v>93.838544722944079</c:v>
                </c:pt>
                <c:pt idx="136">
                  <c:v>91.821611199597612</c:v>
                </c:pt>
                <c:pt idx="137">
                  <c:v>91.301869393913989</c:v>
                </c:pt>
                <c:pt idx="138">
                  <c:v>90.779892139603774</c:v>
                </c:pt>
                <c:pt idx="139">
                  <c:v>89.432475479922886</c:v>
                </c:pt>
                <c:pt idx="140">
                  <c:v>89.787632380473354</c:v>
                </c:pt>
                <c:pt idx="141">
                  <c:v>90.342023639869225</c:v>
                </c:pt>
                <c:pt idx="142">
                  <c:v>89.485287953726214</c:v>
                </c:pt>
                <c:pt idx="143">
                  <c:v>87.767625115265318</c:v>
                </c:pt>
                <c:pt idx="144">
                  <c:v>88.977561684410546</c:v>
                </c:pt>
                <c:pt idx="145">
                  <c:v>88.04593846927655</c:v>
                </c:pt>
                <c:pt idx="146">
                  <c:v>87.793053343392856</c:v>
                </c:pt>
                <c:pt idx="147">
                  <c:v>86.562438874451601</c:v>
                </c:pt>
                <c:pt idx="148">
                  <c:v>88.321178081426226</c:v>
                </c:pt>
                <c:pt idx="149">
                  <c:v>87.658646994718765</c:v>
                </c:pt>
                <c:pt idx="150">
                  <c:v>88.273674798111045</c:v>
                </c:pt>
                <c:pt idx="151">
                  <c:v>89.123424707295939</c:v>
                </c:pt>
                <c:pt idx="152">
                  <c:v>87.192276524995108</c:v>
                </c:pt>
                <c:pt idx="153">
                  <c:v>88.10853103082124</c:v>
                </c:pt>
                <c:pt idx="154">
                  <c:v>88.397742196887137</c:v>
                </c:pt>
                <c:pt idx="155">
                  <c:v>88.656215944337333</c:v>
                </c:pt>
                <c:pt idx="156">
                  <c:v>87.899237153156179</c:v>
                </c:pt>
                <c:pt idx="157">
                  <c:v>86.522480230251205</c:v>
                </c:pt>
                <c:pt idx="158">
                  <c:v>84.8056556850253</c:v>
                </c:pt>
                <c:pt idx="159">
                  <c:v>85.809372118366994</c:v>
                </c:pt>
                <c:pt idx="160">
                  <c:v>87.164892279319304</c:v>
                </c:pt>
                <c:pt idx="161">
                  <c:v>87.812892949953891</c:v>
                </c:pt>
                <c:pt idx="162">
                  <c:v>86.962863609690672</c:v>
                </c:pt>
                <c:pt idx="163">
                  <c:v>86.651297957358821</c:v>
                </c:pt>
                <c:pt idx="164">
                  <c:v>87.474222483024562</c:v>
                </c:pt>
                <c:pt idx="165">
                  <c:v>85.926174309106656</c:v>
                </c:pt>
                <c:pt idx="166">
                  <c:v>86.348115237376703</c:v>
                </c:pt>
                <c:pt idx="167">
                  <c:v>86.607986140218514</c:v>
                </c:pt>
                <c:pt idx="168">
                  <c:v>87.221337357140854</c:v>
                </c:pt>
                <c:pt idx="169">
                  <c:v>88.297147008690317</c:v>
                </c:pt>
                <c:pt idx="170">
                  <c:v>89.084583787408832</c:v>
                </c:pt>
                <c:pt idx="171">
                  <c:v>88.764355771648923</c:v>
                </c:pt>
                <c:pt idx="172">
                  <c:v>89.235756000782402</c:v>
                </c:pt>
                <c:pt idx="173">
                  <c:v>89.101629083186623</c:v>
                </c:pt>
                <c:pt idx="174">
                  <c:v>87.350993377483448</c:v>
                </c:pt>
                <c:pt idx="175">
                  <c:v>87.634057059826191</c:v>
                </c:pt>
                <c:pt idx="176">
                  <c:v>86.227680442618819</c:v>
                </c:pt>
                <c:pt idx="177">
                  <c:v>91.281191494117977</c:v>
                </c:pt>
                <c:pt idx="178">
                  <c:v>93.581468130885511</c:v>
                </c:pt>
                <c:pt idx="179">
                  <c:v>92.962807723475009</c:v>
                </c:pt>
                <c:pt idx="180">
                  <c:v>91.199318188168888</c:v>
                </c:pt>
                <c:pt idx="181">
                  <c:v>91.935060217397393</c:v>
                </c:pt>
                <c:pt idx="182">
                  <c:v>90.935535250230529</c:v>
                </c:pt>
                <c:pt idx="183">
                  <c:v>89.563249224578755</c:v>
                </c:pt>
                <c:pt idx="184">
                  <c:v>87.883030150613351</c:v>
                </c:pt>
                <c:pt idx="185">
                  <c:v>87.826864503870112</c:v>
                </c:pt>
                <c:pt idx="186">
                  <c:v>87.03551569005505</c:v>
                </c:pt>
                <c:pt idx="187">
                  <c:v>86.759717215748736</c:v>
                </c:pt>
                <c:pt idx="188">
                  <c:v>87.867382010227175</c:v>
                </c:pt>
                <c:pt idx="189">
                  <c:v>86.849414591890906</c:v>
                </c:pt>
                <c:pt idx="190">
                  <c:v>86.952524659792658</c:v>
                </c:pt>
                <c:pt idx="191">
                  <c:v>87.145052672758254</c:v>
                </c:pt>
                <c:pt idx="192">
                  <c:v>87.34540475591696</c:v>
                </c:pt>
                <c:pt idx="193">
                  <c:v>87.212395562634484</c:v>
                </c:pt>
                <c:pt idx="194">
                  <c:v>88.785592533601587</c:v>
                </c:pt>
                <c:pt idx="195">
                  <c:v>90.611395199374073</c:v>
                </c:pt>
                <c:pt idx="196">
                  <c:v>90.684047279738451</c:v>
                </c:pt>
                <c:pt idx="197">
                  <c:v>90.802246625869728</c:v>
                </c:pt>
                <c:pt idx="198">
                  <c:v>90.509402855785609</c:v>
                </c:pt>
                <c:pt idx="199">
                  <c:v>90.349568278983995</c:v>
                </c:pt>
                <c:pt idx="200">
                  <c:v>90.942800458266973</c:v>
                </c:pt>
                <c:pt idx="201">
                  <c:v>92.091541621259125</c:v>
                </c:pt>
                <c:pt idx="202">
                  <c:v>92.678626316818963</c:v>
                </c:pt>
                <c:pt idx="203">
                  <c:v>93.994467264649188</c:v>
                </c:pt>
                <c:pt idx="204">
                  <c:v>94.340123508536621</c:v>
                </c:pt>
                <c:pt idx="205">
                  <c:v>94.248470114846157</c:v>
                </c:pt>
                <c:pt idx="206">
                  <c:v>93.227428954648346</c:v>
                </c:pt>
                <c:pt idx="207">
                  <c:v>93.227149523570006</c:v>
                </c:pt>
                <c:pt idx="208">
                  <c:v>93.866487830776535</c:v>
                </c:pt>
                <c:pt idx="209">
                  <c:v>93.404588258306077</c:v>
                </c:pt>
                <c:pt idx="210">
                  <c:v>93.95646463799703</c:v>
                </c:pt>
                <c:pt idx="211">
                  <c:v>93.322156090200352</c:v>
                </c:pt>
                <c:pt idx="212">
                  <c:v>93.61611758459776</c:v>
                </c:pt>
                <c:pt idx="213">
                  <c:v>93.910358510073479</c:v>
                </c:pt>
                <c:pt idx="214">
                  <c:v>94.623466621957704</c:v>
                </c:pt>
                <c:pt idx="215">
                  <c:v>94.824936429429684</c:v>
                </c:pt>
                <c:pt idx="216">
                  <c:v>94.973593763098322</c:v>
                </c:pt>
                <c:pt idx="217">
                  <c:v>94.23729287171318</c:v>
                </c:pt>
                <c:pt idx="218">
                  <c:v>94.266912566015606</c:v>
                </c:pt>
                <c:pt idx="219">
                  <c:v>95.347472545896551</c:v>
                </c:pt>
                <c:pt idx="220">
                  <c:v>94.532651521502217</c:v>
                </c:pt>
                <c:pt idx="221">
                  <c:v>95.246597926621405</c:v>
                </c:pt>
                <c:pt idx="222">
                  <c:v>96.189957247045015</c:v>
                </c:pt>
                <c:pt idx="223">
                  <c:v>96.248078911336535</c:v>
                </c:pt>
                <c:pt idx="224">
                  <c:v>95.584709531394083</c:v>
                </c:pt>
                <c:pt idx="225">
                  <c:v>94.547461368653416</c:v>
                </c:pt>
                <c:pt idx="226">
                  <c:v>95.066085450023763</c:v>
                </c:pt>
                <c:pt idx="227">
                  <c:v>94.897029647637424</c:v>
                </c:pt>
                <c:pt idx="228">
                  <c:v>93.508816050521133</c:v>
                </c:pt>
                <c:pt idx="229">
                  <c:v>93.482549529158632</c:v>
                </c:pt>
                <c:pt idx="230">
                  <c:v>92.283231340989744</c:v>
                </c:pt>
                <c:pt idx="231">
                  <c:v>92.971190655824728</c:v>
                </c:pt>
                <c:pt idx="232">
                  <c:v>93.729566602397512</c:v>
                </c:pt>
                <c:pt idx="233">
                  <c:v>94.628775812445866</c:v>
                </c:pt>
                <c:pt idx="234">
                  <c:v>94.12412328499174</c:v>
                </c:pt>
                <c:pt idx="235">
                  <c:v>94.665381283706367</c:v>
                </c:pt>
                <c:pt idx="236">
                  <c:v>94.407186967334511</c:v>
                </c:pt>
                <c:pt idx="237">
                  <c:v>94.477324167993956</c:v>
                </c:pt>
                <c:pt idx="238">
                  <c:v>94.483751082795436</c:v>
                </c:pt>
                <c:pt idx="239">
                  <c:v>94.321681057367201</c:v>
                </c:pt>
                <c:pt idx="240">
                  <c:v>94.179730069578341</c:v>
                </c:pt>
                <c:pt idx="241">
                  <c:v>94.243999217592972</c:v>
                </c:pt>
                <c:pt idx="242">
                  <c:v>95.041774946209514</c:v>
                </c:pt>
                <c:pt idx="243">
                  <c:v>95.446950009780082</c:v>
                </c:pt>
                <c:pt idx="244">
                  <c:v>95.57940034090592</c:v>
                </c:pt>
                <c:pt idx="245">
                  <c:v>95.807136669740416</c:v>
                </c:pt>
                <c:pt idx="246">
                  <c:v>97.192555956073448</c:v>
                </c:pt>
                <c:pt idx="247">
                  <c:v>96.637605834520912</c:v>
                </c:pt>
                <c:pt idx="248">
                  <c:v>94.472853270740771</c:v>
                </c:pt>
                <c:pt idx="249">
                  <c:v>95.127001425098499</c:v>
                </c:pt>
                <c:pt idx="250">
                  <c:v>95.42180121273087</c:v>
                </c:pt>
                <c:pt idx="251">
                  <c:v>96.792969514069355</c:v>
                </c:pt>
                <c:pt idx="252">
                  <c:v>97.165730572554281</c:v>
                </c:pt>
                <c:pt idx="253">
                  <c:v>97.954564506664425</c:v>
                </c:pt>
                <c:pt idx="254">
                  <c:v>98.648391874144252</c:v>
                </c:pt>
                <c:pt idx="255">
                  <c:v>99.679213122083439</c:v>
                </c:pt>
                <c:pt idx="256">
                  <c:v>100.51191773549053</c:v>
                </c:pt>
                <c:pt idx="257">
                  <c:v>101.00818733059491</c:v>
                </c:pt>
                <c:pt idx="258">
                  <c:v>100.44289825914439</c:v>
                </c:pt>
                <c:pt idx="259">
                  <c:v>100.32721379271803</c:v>
                </c:pt>
                <c:pt idx="260">
                  <c:v>100.2095733087434</c:v>
                </c:pt>
                <c:pt idx="261">
                  <c:v>101.65702629446447</c:v>
                </c:pt>
                <c:pt idx="262">
                  <c:v>102.5914438203817</c:v>
                </c:pt>
                <c:pt idx="263">
                  <c:v>102.22343309022828</c:v>
                </c:pt>
                <c:pt idx="264">
                  <c:v>101.89398384888368</c:v>
                </c:pt>
                <c:pt idx="265">
                  <c:v>102.12144074663982</c:v>
                </c:pt>
                <c:pt idx="266">
                  <c:v>101.31276720596864</c:v>
                </c:pt>
                <c:pt idx="267">
                  <c:v>100.65219213680948</c:v>
                </c:pt>
                <c:pt idx="268">
                  <c:v>97.915723586777318</c:v>
                </c:pt>
                <c:pt idx="269">
                  <c:v>98.965266716964251</c:v>
                </c:pt>
                <c:pt idx="270">
                  <c:v>100.09277111800374</c:v>
                </c:pt>
                <c:pt idx="271">
                  <c:v>101.24179171207422</c:v>
                </c:pt>
                <c:pt idx="272">
                  <c:v>101.97110682650126</c:v>
                </c:pt>
                <c:pt idx="273">
                  <c:v>102.64900662251655</c:v>
                </c:pt>
                <c:pt idx="274">
                  <c:v>101.66373264034428</c:v>
                </c:pt>
                <c:pt idx="275">
                  <c:v>101.74756196384163</c:v>
                </c:pt>
                <c:pt idx="276">
                  <c:v>101.54162125911643</c:v>
                </c:pt>
                <c:pt idx="277">
                  <c:v>101.29376589264258</c:v>
                </c:pt>
                <c:pt idx="278">
                  <c:v>100.47670941962166</c:v>
                </c:pt>
                <c:pt idx="279">
                  <c:v>99.616620560538749</c:v>
                </c:pt>
                <c:pt idx="280">
                  <c:v>99.061670438986212</c:v>
                </c:pt>
                <c:pt idx="281">
                  <c:v>100.53986084332298</c:v>
                </c:pt>
                <c:pt idx="282">
                  <c:v>101.20909827591025</c:v>
                </c:pt>
                <c:pt idx="283">
                  <c:v>99.276832369296102</c:v>
                </c:pt>
                <c:pt idx="284">
                  <c:v>98.918042864727411</c:v>
                </c:pt>
                <c:pt idx="285">
                  <c:v>97.870455752088745</c:v>
                </c:pt>
                <c:pt idx="286">
                  <c:v>97.071562299158913</c:v>
                </c:pt>
                <c:pt idx="287">
                  <c:v>93.812557632659903</c:v>
                </c:pt>
                <c:pt idx="288">
                  <c:v>93.172101601140085</c:v>
                </c:pt>
                <c:pt idx="289">
                  <c:v>95.030877134154849</c:v>
                </c:pt>
                <c:pt idx="290">
                  <c:v>93.589571632156932</c:v>
                </c:pt>
                <c:pt idx="291">
                  <c:v>93.720624807891141</c:v>
                </c:pt>
                <c:pt idx="292">
                  <c:v>91.514516444518961</c:v>
                </c:pt>
                <c:pt idx="293">
                  <c:v>87.369435828652868</c:v>
                </c:pt>
                <c:pt idx="294">
                  <c:v>86.594852879537271</c:v>
                </c:pt>
                <c:pt idx="295">
                  <c:v>79.599016402604292</c:v>
                </c:pt>
                <c:pt idx="296">
                  <c:v>81.639142705451704</c:v>
                </c:pt>
                <c:pt idx="297">
                  <c:v>76.537848939559055</c:v>
                </c:pt>
                <c:pt idx="298">
                  <c:v>74.606141895101572</c:v>
                </c:pt>
                <c:pt idx="299">
                  <c:v>70.38924749210608</c:v>
                </c:pt>
                <c:pt idx="300">
                  <c:v>67.424204320004463</c:v>
                </c:pt>
                <c:pt idx="301">
                  <c:v>70.758934808729421</c:v>
                </c:pt>
                <c:pt idx="302">
                  <c:v>61.423421912985155</c:v>
                </c:pt>
                <c:pt idx="303">
                  <c:v>62.091821052337437</c:v>
                </c:pt>
                <c:pt idx="304">
                  <c:v>64.166317377818757</c:v>
                </c:pt>
                <c:pt idx="305">
                  <c:v>66.161175845977581</c:v>
                </c:pt>
                <c:pt idx="306">
                  <c:v>65.740911504177504</c:v>
                </c:pt>
                <c:pt idx="307">
                  <c:v>63.968200743286665</c:v>
                </c:pt>
                <c:pt idx="308">
                  <c:v>65.407829658814649</c:v>
                </c:pt>
                <c:pt idx="309">
                  <c:v>64.106798558135637</c:v>
                </c:pt>
                <c:pt idx="310">
                  <c:v>63.245033112582782</c:v>
                </c:pt>
                <c:pt idx="311">
                  <c:v>66.669740408528227</c:v>
                </c:pt>
                <c:pt idx="312">
                  <c:v>67.865705423757234</c:v>
                </c:pt>
                <c:pt idx="313">
                  <c:v>70.156760834940059</c:v>
                </c:pt>
                <c:pt idx="314">
                  <c:v>69.163103920418038</c:v>
                </c:pt>
                <c:pt idx="315">
                  <c:v>70.044988403610247</c:v>
                </c:pt>
                <c:pt idx="316">
                  <c:v>71.312767205968655</c:v>
                </c:pt>
                <c:pt idx="317">
                  <c:v>72.913627853689889</c:v>
                </c:pt>
                <c:pt idx="318">
                  <c:v>73.287227205409792</c:v>
                </c:pt>
                <c:pt idx="319">
                  <c:v>71.024114902059409</c:v>
                </c:pt>
                <c:pt idx="320">
                  <c:v>71.554475088719371</c:v>
                </c:pt>
                <c:pt idx="321">
                  <c:v>72.454522592002675</c:v>
                </c:pt>
                <c:pt idx="322">
                  <c:v>70.951462821695031</c:v>
                </c:pt>
                <c:pt idx="323">
                  <c:v>72.058009891860181</c:v>
                </c:pt>
                <c:pt idx="324">
                  <c:v>72.992986279934058</c:v>
                </c:pt>
                <c:pt idx="325">
                  <c:v>73.923771201833063</c:v>
                </c:pt>
                <c:pt idx="326">
                  <c:v>75.457568390756421</c:v>
                </c:pt>
                <c:pt idx="327">
                  <c:v>72.14016262888758</c:v>
                </c:pt>
                <c:pt idx="328">
                  <c:v>71.631598066336934</c:v>
                </c:pt>
                <c:pt idx="329">
                  <c:v>72.0912621901808</c:v>
                </c:pt>
                <c:pt idx="330">
                  <c:v>71.707603319641208</c:v>
                </c:pt>
                <c:pt idx="331">
                  <c:v>71.472601782770283</c:v>
                </c:pt>
                <c:pt idx="332">
                  <c:v>71.888674658395502</c:v>
                </c:pt>
                <c:pt idx="333">
                  <c:v>71.373962612121716</c:v>
                </c:pt>
                <c:pt idx="334">
                  <c:v>73.009752144633524</c:v>
                </c:pt>
                <c:pt idx="335">
                  <c:v>72.75379327688826</c:v>
                </c:pt>
                <c:pt idx="336">
                  <c:v>72.607650822924512</c:v>
                </c:pt>
                <c:pt idx="337">
                  <c:v>69.351161036130435</c:v>
                </c:pt>
                <c:pt idx="338">
                  <c:v>69.696537848939556</c:v>
                </c:pt>
                <c:pt idx="339">
                  <c:v>70.775421242350575</c:v>
                </c:pt>
                <c:pt idx="340">
                  <c:v>71.325621035571572</c:v>
                </c:pt>
                <c:pt idx="341">
                  <c:v>70.796937435381551</c:v>
                </c:pt>
                <c:pt idx="342">
                  <c:v>71.733590409925384</c:v>
                </c:pt>
                <c:pt idx="343">
                  <c:v>72.156090200352082</c:v>
                </c:pt>
                <c:pt idx="344">
                  <c:v>73.37832173694359</c:v>
                </c:pt>
                <c:pt idx="345">
                  <c:v>74.17777405203006</c:v>
                </c:pt>
                <c:pt idx="346">
                  <c:v>76.47833011987592</c:v>
                </c:pt>
                <c:pt idx="347">
                  <c:v>77.516416575851565</c:v>
                </c:pt>
                <c:pt idx="348">
                  <c:v>77.817643278285402</c:v>
                </c:pt>
                <c:pt idx="349">
                  <c:v>77.753374130270771</c:v>
                </c:pt>
                <c:pt idx="350">
                  <c:v>79.123983569452591</c:v>
                </c:pt>
                <c:pt idx="351">
                  <c:v>79.485008522647888</c:v>
                </c:pt>
                <c:pt idx="352">
                  <c:v>79.183222958057399</c:v>
                </c:pt>
                <c:pt idx="353">
                  <c:v>80.152010506608534</c:v>
                </c:pt>
                <c:pt idx="354">
                  <c:v>79.122586414060976</c:v>
                </c:pt>
                <c:pt idx="355">
                  <c:v>80.137200659457335</c:v>
                </c:pt>
                <c:pt idx="356">
                  <c:v>79.182664095900748</c:v>
                </c:pt>
                <c:pt idx="357">
                  <c:v>79.529438064101484</c:v>
                </c:pt>
                <c:pt idx="358">
                  <c:v>79.619973733478631</c:v>
                </c:pt>
                <c:pt idx="359">
                  <c:v>80.630117081621805</c:v>
                </c:pt>
                <c:pt idx="360">
                  <c:v>81.403023444267475</c:v>
                </c:pt>
                <c:pt idx="361">
                  <c:v>82.696789336910044</c:v>
                </c:pt>
                <c:pt idx="362">
                  <c:v>83.954788051527089</c:v>
                </c:pt>
                <c:pt idx="363">
                  <c:v>82.767205968647843</c:v>
                </c:pt>
                <c:pt idx="364">
                  <c:v>83.50183027356303</c:v>
                </c:pt>
                <c:pt idx="365">
                  <c:v>83.69100511358873</c:v>
                </c:pt>
                <c:pt idx="366">
                  <c:v>82.34945650655267</c:v>
                </c:pt>
                <c:pt idx="367">
                  <c:v>82.175091513678154</c:v>
                </c:pt>
                <c:pt idx="368">
                  <c:v>82.586972923128513</c:v>
                </c:pt>
                <c:pt idx="369">
                  <c:v>83.520552155810762</c:v>
                </c:pt>
                <c:pt idx="370">
                  <c:v>84.067678207170204</c:v>
                </c:pt>
                <c:pt idx="371">
                  <c:v>85.489982395842063</c:v>
                </c:pt>
                <c:pt idx="372">
                  <c:v>85.864140609718618</c:v>
                </c:pt>
                <c:pt idx="373">
                  <c:v>85.530779333277451</c:v>
                </c:pt>
                <c:pt idx="374">
                  <c:v>85.854919384133908</c:v>
                </c:pt>
                <c:pt idx="375">
                  <c:v>85.246597926621405</c:v>
                </c:pt>
                <c:pt idx="376">
                  <c:v>85.042892670522818</c:v>
                </c:pt>
                <c:pt idx="377">
                  <c:v>84.121887836365161</c:v>
                </c:pt>
                <c:pt idx="378">
                  <c:v>83.560790231089513</c:v>
                </c:pt>
                <c:pt idx="379">
                  <c:v>84.017939475228431</c:v>
                </c:pt>
                <c:pt idx="380">
                  <c:v>85.183446502920049</c:v>
                </c:pt>
                <c:pt idx="381">
                  <c:v>86.000782407019301</c:v>
                </c:pt>
                <c:pt idx="382">
                  <c:v>86.077905384636878</c:v>
                </c:pt>
                <c:pt idx="383">
                  <c:v>86.194707575376526</c:v>
                </c:pt>
                <c:pt idx="384">
                  <c:v>87.023779584765421</c:v>
                </c:pt>
                <c:pt idx="385">
                  <c:v>86.783189426327993</c:v>
                </c:pt>
                <c:pt idx="386">
                  <c:v>85.63891916058904</c:v>
                </c:pt>
                <c:pt idx="387">
                  <c:v>86.400648280101706</c:v>
                </c:pt>
                <c:pt idx="388">
                  <c:v>86.819515466510182</c:v>
                </c:pt>
                <c:pt idx="389">
                  <c:v>86.096627266884624</c:v>
                </c:pt>
                <c:pt idx="390">
                  <c:v>86.46324084164641</c:v>
                </c:pt>
                <c:pt idx="391">
                  <c:v>86.448710425573537</c:v>
                </c:pt>
                <c:pt idx="392">
                  <c:v>87.408276748539976</c:v>
                </c:pt>
                <c:pt idx="393">
                  <c:v>87.884986168161632</c:v>
                </c:pt>
                <c:pt idx="394">
                  <c:v>88.887864308268362</c:v>
                </c:pt>
                <c:pt idx="395">
                  <c:v>89.995529102746801</c:v>
                </c:pt>
                <c:pt idx="396">
                  <c:v>91.165507027691632</c:v>
                </c:pt>
                <c:pt idx="397">
                  <c:v>90.852544219968152</c:v>
                </c:pt>
                <c:pt idx="398">
                  <c:v>90.920445972001005</c:v>
                </c:pt>
                <c:pt idx="399">
                  <c:v>92.350853661944271</c:v>
                </c:pt>
                <c:pt idx="400">
                  <c:v>91.559784279207534</c:v>
                </c:pt>
                <c:pt idx="401">
                  <c:v>91.963282756308161</c:v>
                </c:pt>
                <c:pt idx="402">
                  <c:v>93.106714728812136</c:v>
                </c:pt>
                <c:pt idx="403">
                  <c:v>93.686534216335531</c:v>
                </c:pt>
                <c:pt idx="404">
                  <c:v>94.447425042613247</c:v>
                </c:pt>
                <c:pt idx="405">
                  <c:v>94.907089166457098</c:v>
                </c:pt>
                <c:pt idx="406">
                  <c:v>95.573532288261106</c:v>
                </c:pt>
                <c:pt idx="407">
                  <c:v>95.898790063430866</c:v>
                </c:pt>
                <c:pt idx="408">
                  <c:v>96.40064828010172</c:v>
                </c:pt>
                <c:pt idx="409">
                  <c:v>96.515215022214775</c:v>
                </c:pt>
                <c:pt idx="410">
                  <c:v>97.069047419453995</c:v>
                </c:pt>
                <c:pt idx="411">
                  <c:v>93.233017576214834</c:v>
                </c:pt>
                <c:pt idx="412">
                  <c:v>93.997261575432418</c:v>
                </c:pt>
                <c:pt idx="413">
                  <c:v>95.396093553525034</c:v>
                </c:pt>
                <c:pt idx="414">
                  <c:v>96.203369938804599</c:v>
                </c:pt>
                <c:pt idx="415">
                  <c:v>94.594126358733618</c:v>
                </c:pt>
                <c:pt idx="416">
                  <c:v>93.778467041104307</c:v>
                </c:pt>
                <c:pt idx="417">
                  <c:v>92.435241847598292</c:v>
                </c:pt>
                <c:pt idx="418">
                  <c:v>91.933663062005763</c:v>
                </c:pt>
                <c:pt idx="419">
                  <c:v>93.067594377846703</c:v>
                </c:pt>
                <c:pt idx="420">
                  <c:v>93.697711459468508</c:v>
                </c:pt>
                <c:pt idx="421">
                  <c:v>96.160616983820944</c:v>
                </c:pt>
                <c:pt idx="422">
                  <c:v>97.2048509235197</c:v>
                </c:pt>
                <c:pt idx="423">
                  <c:v>97.537653337804244</c:v>
                </c:pt>
                <c:pt idx="424">
                  <c:v>97.303210663089956</c:v>
                </c:pt>
                <c:pt idx="425">
                  <c:v>97.238941515075311</c:v>
                </c:pt>
                <c:pt idx="426">
                  <c:v>93.69435828652864</c:v>
                </c:pt>
                <c:pt idx="427">
                  <c:v>92.255567664235613</c:v>
                </c:pt>
                <c:pt idx="428">
                  <c:v>91.952105513175169</c:v>
                </c:pt>
                <c:pt idx="429">
                  <c:v>89.640372202196332</c:v>
                </c:pt>
                <c:pt idx="430">
                  <c:v>92.234610333361275</c:v>
                </c:pt>
                <c:pt idx="431">
                  <c:v>94.996786542599267</c:v>
                </c:pt>
                <c:pt idx="432">
                  <c:v>94.859027020985266</c:v>
                </c:pt>
                <c:pt idx="433">
                  <c:v>94.911839494788609</c:v>
                </c:pt>
                <c:pt idx="434">
                  <c:v>95.705144326151952</c:v>
                </c:pt>
                <c:pt idx="435">
                  <c:v>95.609858328443295</c:v>
                </c:pt>
                <c:pt idx="436">
                  <c:v>96.215106044094227</c:v>
                </c:pt>
                <c:pt idx="437">
                  <c:v>95.724145639478024</c:v>
                </c:pt>
                <c:pt idx="438">
                  <c:v>95.824461396596519</c:v>
                </c:pt>
                <c:pt idx="439">
                  <c:v>95.527705591415881</c:v>
                </c:pt>
                <c:pt idx="440">
                  <c:v>94.976667504959906</c:v>
                </c:pt>
                <c:pt idx="441">
                  <c:v>94.521194847290928</c:v>
                </c:pt>
                <c:pt idx="442">
                  <c:v>94.370860927152322</c:v>
                </c:pt>
                <c:pt idx="443">
                  <c:v>92.76888255511777</c:v>
                </c:pt>
                <c:pt idx="444">
                  <c:v>93.816190236678125</c:v>
                </c:pt>
                <c:pt idx="445">
                  <c:v>94.536284125520424</c:v>
                </c:pt>
                <c:pt idx="446">
                  <c:v>95.136502081761535</c:v>
                </c:pt>
                <c:pt idx="447">
                  <c:v>95.372341911867437</c:v>
                </c:pt>
                <c:pt idx="448">
                  <c:v>95.96389750468046</c:v>
                </c:pt>
                <c:pt idx="449">
                  <c:v>96.717802554000059</c:v>
                </c:pt>
                <c:pt idx="450">
                  <c:v>95.06161455277055</c:v>
                </c:pt>
                <c:pt idx="451">
                  <c:v>96.220694665660716</c:v>
                </c:pt>
                <c:pt idx="452">
                  <c:v>95.27258501690558</c:v>
                </c:pt>
                <c:pt idx="453">
                  <c:v>94.861541900690199</c:v>
                </c:pt>
                <c:pt idx="454">
                  <c:v>95.378209964512251</c:v>
                </c:pt>
                <c:pt idx="455">
                  <c:v>95.762148266130168</c:v>
                </c:pt>
                <c:pt idx="456">
                  <c:v>96.431106267639095</c:v>
                </c:pt>
                <c:pt idx="457">
                  <c:v>97.057870176321003</c:v>
                </c:pt>
                <c:pt idx="458">
                  <c:v>98.789504568698135</c:v>
                </c:pt>
                <c:pt idx="459">
                  <c:v>99.492832592840969</c:v>
                </c:pt>
                <c:pt idx="460">
                  <c:v>100.35711291809876</c:v>
                </c:pt>
                <c:pt idx="461">
                  <c:v>100.63961773828484</c:v>
                </c:pt>
                <c:pt idx="462">
                  <c:v>101.01433481431805</c:v>
                </c:pt>
                <c:pt idx="463">
                  <c:v>101.6173470813424</c:v>
                </c:pt>
                <c:pt idx="464">
                  <c:v>102.57020705842905</c:v>
                </c:pt>
                <c:pt idx="465">
                  <c:v>103.09693464107079</c:v>
                </c:pt>
                <c:pt idx="466">
                  <c:v>104.24064604465309</c:v>
                </c:pt>
                <c:pt idx="467">
                  <c:v>105.75991281750356</c:v>
                </c:pt>
                <c:pt idx="468">
                  <c:v>105.07893927962668</c:v>
                </c:pt>
                <c:pt idx="469">
                  <c:v>105.9745158856568</c:v>
                </c:pt>
                <c:pt idx="470">
                  <c:v>107.36524436247801</c:v>
                </c:pt>
                <c:pt idx="471">
                  <c:v>108.1524017101182</c:v>
                </c:pt>
                <c:pt idx="472">
                  <c:v>106.36599882638946</c:v>
                </c:pt>
                <c:pt idx="473">
                  <c:v>107.28169447005898</c:v>
                </c:pt>
                <c:pt idx="474">
                  <c:v>110.18023304551932</c:v>
                </c:pt>
                <c:pt idx="475">
                  <c:v>111.23536479727277</c:v>
                </c:pt>
                <c:pt idx="476">
                  <c:v>111.78193198647554</c:v>
                </c:pt>
                <c:pt idx="477">
                  <c:v>112.48358342414843</c:v>
                </c:pt>
                <c:pt idx="478">
                  <c:v>112.87506636488109</c:v>
                </c:pt>
                <c:pt idx="479">
                  <c:v>114.16687623997541</c:v>
                </c:pt>
                <c:pt idx="480">
                  <c:v>114.22695392181519</c:v>
                </c:pt>
                <c:pt idx="481">
                  <c:v>114.92134015145166</c:v>
                </c:pt>
                <c:pt idx="482">
                  <c:v>113.96708301897338</c:v>
                </c:pt>
                <c:pt idx="483">
                  <c:v>114.21577667868222</c:v>
                </c:pt>
                <c:pt idx="484">
                  <c:v>114.96493139967028</c:v>
                </c:pt>
                <c:pt idx="485">
                  <c:v>115.50590996730656</c:v>
                </c:pt>
                <c:pt idx="486">
                  <c:v>116.83823734875793</c:v>
                </c:pt>
                <c:pt idx="487">
                  <c:v>116.51940648838965</c:v>
                </c:pt>
                <c:pt idx="488">
                  <c:v>116.22907759801045</c:v>
                </c:pt>
                <c:pt idx="489">
                  <c:v>110.63989716936318</c:v>
                </c:pt>
                <c:pt idx="490">
                  <c:v>111.5762707128287</c:v>
                </c:pt>
                <c:pt idx="491">
                  <c:v>114.23114538799007</c:v>
                </c:pt>
                <c:pt idx="492">
                  <c:v>114.43121804007042</c:v>
                </c:pt>
                <c:pt idx="493">
                  <c:v>115.78841478749267</c:v>
                </c:pt>
                <c:pt idx="494">
                  <c:v>115.66043535362003</c:v>
                </c:pt>
                <c:pt idx="495">
                  <c:v>115.91751194567861</c:v>
                </c:pt>
                <c:pt idx="496">
                  <c:v>116.48084499958085</c:v>
                </c:pt>
                <c:pt idx="497">
                  <c:v>117.86933802777546</c:v>
                </c:pt>
                <c:pt idx="498">
                  <c:v>119.53223237488473</c:v>
                </c:pt>
                <c:pt idx="499">
                  <c:v>120.34509738173081</c:v>
                </c:pt>
                <c:pt idx="500">
                  <c:v>121.00231927795009</c:v>
                </c:pt>
                <c:pt idx="501">
                  <c:v>122.75155782826165</c:v>
                </c:pt>
                <c:pt idx="502">
                  <c:v>124.03442590884957</c:v>
                </c:pt>
                <c:pt idx="503">
                  <c:v>123.73264034425908</c:v>
                </c:pt>
                <c:pt idx="504">
                  <c:v>124.56562438874452</c:v>
                </c:pt>
                <c:pt idx="505">
                  <c:v>123.81730796099141</c:v>
                </c:pt>
                <c:pt idx="506">
                  <c:v>123.89638695615727</c:v>
                </c:pt>
                <c:pt idx="507">
                  <c:v>122.58222259479699</c:v>
                </c:pt>
                <c:pt idx="508">
                  <c:v>119.9885433257887</c:v>
                </c:pt>
                <c:pt idx="509">
                  <c:v>122.77754491854584</c:v>
                </c:pt>
                <c:pt idx="510">
                  <c:v>124.052868360019</c:v>
                </c:pt>
                <c:pt idx="511">
                  <c:v>122.54394053706655</c:v>
                </c:pt>
                <c:pt idx="512">
                  <c:v>121.04423393969877</c:v>
                </c:pt>
                <c:pt idx="513">
                  <c:v>119.90499343336967</c:v>
                </c:pt>
                <c:pt idx="514">
                  <c:v>118.0057003939978</c:v>
                </c:pt>
                <c:pt idx="515">
                  <c:v>117.3048872495599</c:v>
                </c:pt>
                <c:pt idx="516">
                  <c:v>116.857238662084</c:v>
                </c:pt>
                <c:pt idx="517">
                  <c:v>120.71925559560735</c:v>
                </c:pt>
                <c:pt idx="518">
                  <c:v>123.5929248050968</c:v>
                </c:pt>
                <c:pt idx="519">
                  <c:v>125.37960711990388</c:v>
                </c:pt>
                <c:pt idx="520">
                  <c:v>126.71165507027693</c:v>
                </c:pt>
                <c:pt idx="521">
                  <c:v>125.32986838796212</c:v>
                </c:pt>
                <c:pt idx="522">
                  <c:v>127.22469053008076</c:v>
                </c:pt>
                <c:pt idx="523">
                  <c:v>127.12661022158885</c:v>
                </c:pt>
                <c:pt idx="524">
                  <c:v>128.12725291306899</c:v>
                </c:pt>
                <c:pt idx="525">
                  <c:v>128.3600190013133</c:v>
                </c:pt>
                <c:pt idx="526">
                  <c:v>128.05963059211444</c:v>
                </c:pt>
                <c:pt idx="527">
                  <c:v>129.73230502696512</c:v>
                </c:pt>
                <c:pt idx="528">
                  <c:v>130.30709475507868</c:v>
                </c:pt>
                <c:pt idx="529">
                  <c:v>130.70835778355269</c:v>
                </c:pt>
                <c:pt idx="530">
                  <c:v>131.3281359152765</c:v>
                </c:pt>
                <c:pt idx="531">
                  <c:v>129.20194484030515</c:v>
                </c:pt>
                <c:pt idx="532">
                  <c:v>127.54799228770224</c:v>
                </c:pt>
                <c:pt idx="533">
                  <c:v>128.83644898985665</c:v>
                </c:pt>
                <c:pt idx="534">
                  <c:v>130.16346718081985</c:v>
                </c:pt>
                <c:pt idx="535">
                  <c:v>132.15301645849053</c:v>
                </c:pt>
                <c:pt idx="536">
                  <c:v>130.03884091988712</c:v>
                </c:pt>
                <c:pt idx="537">
                  <c:v>132.36538407801714</c:v>
                </c:pt>
                <c:pt idx="538">
                  <c:v>134.61117165451142</c:v>
                </c:pt>
                <c:pt idx="539">
                  <c:v>136.85667979992735</c:v>
                </c:pt>
                <c:pt idx="540">
                  <c:v>137.52675552574956</c:v>
                </c:pt>
                <c:pt idx="541">
                  <c:v>134.56366837119623</c:v>
                </c:pt>
                <c:pt idx="542">
                  <c:v>134.96129879565203</c:v>
                </c:pt>
                <c:pt idx="543">
                  <c:v>134.26244166876239</c:v>
                </c:pt>
                <c:pt idx="544">
                  <c:v>135.35697320255957</c:v>
                </c:pt>
                <c:pt idx="545">
                  <c:v>134.77296224886132</c:v>
                </c:pt>
                <c:pt idx="546">
                  <c:v>133.86034034705338</c:v>
                </c:pt>
                <c:pt idx="547">
                  <c:v>134.3968480174365</c:v>
                </c:pt>
                <c:pt idx="548">
                  <c:v>131.06211752871152</c:v>
                </c:pt>
                <c:pt idx="549">
                  <c:v>129.26397853969317</c:v>
                </c:pt>
                <c:pt idx="550">
                  <c:v>130.84499958085337</c:v>
                </c:pt>
                <c:pt idx="551">
                  <c:v>131.91158800681811</c:v>
                </c:pt>
                <c:pt idx="552">
                  <c:v>133.05613770363541</c:v>
                </c:pt>
                <c:pt idx="553">
                  <c:v>130.41020482298043</c:v>
                </c:pt>
                <c:pt idx="554">
                  <c:v>127.74778550870427</c:v>
                </c:pt>
                <c:pt idx="555">
                  <c:v>129.73398161343505</c:v>
                </c:pt>
                <c:pt idx="556">
                  <c:v>131.94400201190376</c:v>
                </c:pt>
                <c:pt idx="557">
                  <c:v>132.41204906809736</c:v>
                </c:pt>
                <c:pt idx="558">
                  <c:v>134.78497778522927</c:v>
                </c:pt>
                <c:pt idx="559">
                  <c:v>133.00136921228378</c:v>
                </c:pt>
                <c:pt idx="560">
                  <c:v>134.21745326515216</c:v>
                </c:pt>
                <c:pt idx="561">
                  <c:v>135.98960516388632</c:v>
                </c:pt>
                <c:pt idx="562">
                  <c:v>136.71109620812027</c:v>
                </c:pt>
                <c:pt idx="563">
                  <c:v>136.95308352194934</c:v>
                </c:pt>
                <c:pt idx="564">
                  <c:v>129.17623718109928</c:v>
                </c:pt>
                <c:pt idx="565">
                  <c:v>131.42677508592504</c:v>
                </c:pt>
                <c:pt idx="566">
                  <c:v>131.5002654595244</c:v>
                </c:pt>
                <c:pt idx="567">
                  <c:v>132.78928102383546</c:v>
                </c:pt>
                <c:pt idx="568">
                  <c:v>129.97093916785425</c:v>
                </c:pt>
                <c:pt idx="569">
                  <c:v>130.36018665996033</c:v>
                </c:pt>
                <c:pt idx="570">
                  <c:v>130.95621315002654</c:v>
                </c:pt>
                <c:pt idx="571">
                  <c:v>131.29208930617264</c:v>
                </c:pt>
                <c:pt idx="572">
                  <c:v>132.31117444882219</c:v>
                </c:pt>
                <c:pt idx="573">
                  <c:v>134.39042110263503</c:v>
                </c:pt>
                <c:pt idx="574">
                  <c:v>135.87895045686983</c:v>
                </c:pt>
                <c:pt idx="575">
                  <c:v>135.72777824349623</c:v>
                </c:pt>
                <c:pt idx="576">
                  <c:v>135.22172856065055</c:v>
                </c:pt>
                <c:pt idx="577">
                  <c:v>135.5995193785453</c:v>
                </c:pt>
                <c:pt idx="578">
                  <c:v>135.06468829463211</c:v>
                </c:pt>
                <c:pt idx="579">
                  <c:v>136.4188113001928</c:v>
                </c:pt>
                <c:pt idx="580">
                  <c:v>137.69804677676251</c:v>
                </c:pt>
                <c:pt idx="581">
                  <c:v>137.17634895353061</c:v>
                </c:pt>
                <c:pt idx="582">
                  <c:v>138.46815882862492</c:v>
                </c:pt>
                <c:pt idx="583">
                  <c:v>139.55766060301227</c:v>
                </c:pt>
                <c:pt idx="584">
                  <c:v>138.43239165059939</c:v>
                </c:pt>
                <c:pt idx="585">
                  <c:v>136.15921982842934</c:v>
                </c:pt>
                <c:pt idx="586">
                  <c:v>138.66851091178361</c:v>
                </c:pt>
                <c:pt idx="587">
                  <c:v>141.20574510297038</c:v>
                </c:pt>
                <c:pt idx="588">
                  <c:v>141.01657026294464</c:v>
                </c:pt>
                <c:pt idx="589">
                  <c:v>140.8986503478917</c:v>
                </c:pt>
                <c:pt idx="590">
                  <c:v>142.02587531785287</c:v>
                </c:pt>
                <c:pt idx="591">
                  <c:v>142.9809707435661</c:v>
                </c:pt>
                <c:pt idx="592">
                  <c:v>142.75770531198481</c:v>
                </c:pt>
                <c:pt idx="593">
                  <c:v>142.87702238242937</c:v>
                </c:pt>
                <c:pt idx="594">
                  <c:v>143.65495850448488</c:v>
                </c:pt>
                <c:pt idx="595">
                  <c:v>143.60019001313324</c:v>
                </c:pt>
                <c:pt idx="596">
                  <c:v>144.0492357560008</c:v>
                </c:pt>
                <c:pt idx="597">
                  <c:v>143.90421102635037</c:v>
                </c:pt>
                <c:pt idx="598">
                  <c:v>145.96361807360213</c:v>
                </c:pt>
                <c:pt idx="599">
                  <c:v>147.33031547768744</c:v>
                </c:pt>
                <c:pt idx="600">
                  <c:v>148.38684438483247</c:v>
                </c:pt>
                <c:pt idx="601">
                  <c:v>150.22997177746109</c:v>
                </c:pt>
                <c:pt idx="602">
                  <c:v>151.13197529829267</c:v>
                </c:pt>
                <c:pt idx="603">
                  <c:v>150.042194092827</c:v>
                </c:pt>
                <c:pt idx="604">
                  <c:v>152.39304775477129</c:v>
                </c:pt>
                <c:pt idx="605">
                  <c:v>152.73227708385727</c:v>
                </c:pt>
                <c:pt idx="606">
                  <c:v>152.00212367619525</c:v>
                </c:pt>
                <c:pt idx="607">
                  <c:v>152.92899656299772</c:v>
                </c:pt>
                <c:pt idx="608">
                  <c:v>151.49914773521112</c:v>
                </c:pt>
                <c:pt idx="609">
                  <c:v>149.64288708190122</c:v>
                </c:pt>
                <c:pt idx="610">
                  <c:v>148.07779361220554</c:v>
                </c:pt>
                <c:pt idx="611">
                  <c:v>149.24525665744542</c:v>
                </c:pt>
                <c:pt idx="612">
                  <c:v>149.39922318160225</c:v>
                </c:pt>
                <c:pt idx="613">
                  <c:v>149.08123061446895</c:v>
                </c:pt>
                <c:pt idx="614">
                  <c:v>148.66543716992203</c:v>
                </c:pt>
                <c:pt idx="615">
                  <c:v>150.30597703076535</c:v>
                </c:pt>
                <c:pt idx="616">
                  <c:v>151.09676698242379</c:v>
                </c:pt>
                <c:pt idx="617">
                  <c:v>150.34006762232096</c:v>
                </c:pt>
                <c:pt idx="618">
                  <c:v>150.72931511442701</c:v>
                </c:pt>
                <c:pt idx="619">
                  <c:v>150.23667812334088</c:v>
                </c:pt>
                <c:pt idx="620">
                  <c:v>151.00511358873334</c:v>
                </c:pt>
                <c:pt idx="621">
                  <c:v>151.80372761058484</c:v>
                </c:pt>
                <c:pt idx="622">
                  <c:v>151.72660463296728</c:v>
                </c:pt>
                <c:pt idx="623">
                  <c:v>152.72780618660406</c:v>
                </c:pt>
                <c:pt idx="624">
                  <c:v>152.08427641322268</c:v>
                </c:pt>
                <c:pt idx="625">
                  <c:v>153.03182719982115</c:v>
                </c:pt>
                <c:pt idx="626">
                  <c:v>153.70721211613153</c:v>
                </c:pt>
                <c:pt idx="627">
                  <c:v>154.02660183865649</c:v>
                </c:pt>
                <c:pt idx="628">
                  <c:v>154.3761701176405</c:v>
                </c:pt>
                <c:pt idx="629">
                  <c:v>155.11051499147737</c:v>
                </c:pt>
                <c:pt idx="630">
                  <c:v>155.64953754156539</c:v>
                </c:pt>
                <c:pt idx="631">
                  <c:v>154.38790622293013</c:v>
                </c:pt>
                <c:pt idx="632">
                  <c:v>152.16614971917176</c:v>
                </c:pt>
                <c:pt idx="633">
                  <c:v>153.90141671556711</c:v>
                </c:pt>
                <c:pt idx="634">
                  <c:v>154.16100818733059</c:v>
                </c:pt>
                <c:pt idx="635">
                  <c:v>154.09981278117752</c:v>
                </c:pt>
                <c:pt idx="636">
                  <c:v>153.43616397015677</c:v>
                </c:pt>
                <c:pt idx="637">
                  <c:v>152.65487467516138</c:v>
                </c:pt>
                <c:pt idx="638">
                  <c:v>153.75583312376003</c:v>
                </c:pt>
                <c:pt idx="639">
                  <c:v>155.44890602732835</c:v>
                </c:pt>
                <c:pt idx="640">
                  <c:v>157.88079470198676</c:v>
                </c:pt>
                <c:pt idx="641">
                  <c:v>157.96602118087574</c:v>
                </c:pt>
                <c:pt idx="642">
                  <c:v>156.08014083326347</c:v>
                </c:pt>
                <c:pt idx="643">
                  <c:v>156.08992092100485</c:v>
                </c:pt>
                <c:pt idx="644">
                  <c:v>156.17794171067706</c:v>
                </c:pt>
                <c:pt idx="645">
                  <c:v>155.04233380836615</c:v>
                </c:pt>
                <c:pt idx="646">
                  <c:v>153.3475843183279</c:v>
                </c:pt>
                <c:pt idx="647">
                  <c:v>153.163439237712</c:v>
                </c:pt>
                <c:pt idx="648">
                  <c:v>154.71539944672648</c:v>
                </c:pt>
                <c:pt idx="649">
                  <c:v>154.2465140972979</c:v>
                </c:pt>
                <c:pt idx="650">
                  <c:v>153.72872830916256</c:v>
                </c:pt>
                <c:pt idx="651">
                  <c:v>154.23366026769497</c:v>
                </c:pt>
                <c:pt idx="652">
                  <c:v>154.67516137144773</c:v>
                </c:pt>
                <c:pt idx="653">
                  <c:v>151.5899628356666</c:v>
                </c:pt>
                <c:pt idx="654">
                  <c:v>150.29312320116244</c:v>
                </c:pt>
                <c:pt idx="655">
                  <c:v>152.43915388269485</c:v>
                </c:pt>
                <c:pt idx="656">
                  <c:v>152.92173135496131</c:v>
                </c:pt>
                <c:pt idx="657">
                  <c:v>153.21764886690698</c:v>
                </c:pt>
                <c:pt idx="658">
                  <c:v>154.83583424148432</c:v>
                </c:pt>
                <c:pt idx="659">
                  <c:v>157.83608572945485</c:v>
                </c:pt>
                <c:pt idx="660">
                  <c:v>158.81325621035572</c:v>
                </c:pt>
                <c:pt idx="661">
                  <c:v>159.99916170676502</c:v>
                </c:pt>
                <c:pt idx="662">
                  <c:v>161.60421382066116</c:v>
                </c:pt>
                <c:pt idx="663">
                  <c:v>162.40562215329589</c:v>
                </c:pt>
                <c:pt idx="664">
                  <c:v>163.06675608461171</c:v>
                </c:pt>
                <c:pt idx="665">
                  <c:v>162.65683069270963</c:v>
                </c:pt>
                <c:pt idx="666">
                  <c:v>163.49819766954482</c:v>
                </c:pt>
                <c:pt idx="667">
                  <c:v>163.97630424455807</c:v>
                </c:pt>
                <c:pt idx="668">
                  <c:v>164.71595830888313</c:v>
                </c:pt>
                <c:pt idx="669">
                  <c:v>166.94134741665968</c:v>
                </c:pt>
                <c:pt idx="670">
                  <c:v>168.64000894179449</c:v>
                </c:pt>
                <c:pt idx="671">
                  <c:v>169.24078576019224</c:v>
                </c:pt>
                <c:pt idx="672">
                  <c:v>167.09643166512978</c:v>
                </c:pt>
                <c:pt idx="673">
                  <c:v>163.49428563444826</c:v>
                </c:pt>
                <c:pt idx="674">
                  <c:v>164.5427110403219</c:v>
                </c:pt>
                <c:pt idx="675">
                  <c:v>167.28923910917374</c:v>
                </c:pt>
                <c:pt idx="676">
                  <c:v>169.7870735183167</c:v>
                </c:pt>
                <c:pt idx="677">
                  <c:v>168.46117305166678</c:v>
                </c:pt>
                <c:pt idx="678">
                  <c:v>168.51063235253025</c:v>
                </c:pt>
                <c:pt idx="679">
                  <c:v>167.38648112443067</c:v>
                </c:pt>
                <c:pt idx="680">
                  <c:v>169.19048816609384</c:v>
                </c:pt>
                <c:pt idx="681">
                  <c:v>169.80467767625115</c:v>
                </c:pt>
                <c:pt idx="682">
                  <c:v>169.87649146338055</c:v>
                </c:pt>
                <c:pt idx="683">
                  <c:v>172.55064688294632</c:v>
                </c:pt>
                <c:pt idx="684">
                  <c:v>173.29980160393438</c:v>
                </c:pt>
                <c:pt idx="685">
                  <c:v>171.72828121943724</c:v>
                </c:pt>
                <c:pt idx="686">
                  <c:v>174.94872439712745</c:v>
                </c:pt>
                <c:pt idx="687">
                  <c:v>175.69368765194065</c:v>
                </c:pt>
                <c:pt idx="688">
                  <c:v>176.77257104535167</c:v>
                </c:pt>
                <c:pt idx="689">
                  <c:v>177.74890323301759</c:v>
                </c:pt>
                <c:pt idx="690">
                  <c:v>180.47978316148323</c:v>
                </c:pt>
                <c:pt idx="691">
                  <c:v>181.64976108642804</c:v>
                </c:pt>
                <c:pt idx="692">
                  <c:v>183.78070248973094</c:v>
                </c:pt>
                <c:pt idx="693">
                  <c:v>179.78986782909996</c:v>
                </c:pt>
                <c:pt idx="694">
                  <c:v>175.92030625646186</c:v>
                </c:pt>
                <c:pt idx="695">
                  <c:v>175.23765613211501</c:v>
                </c:pt>
                <c:pt idx="696">
                  <c:v>173.70805040936654</c:v>
                </c:pt>
                <c:pt idx="697">
                  <c:v>170.75139016961467</c:v>
                </c:pt>
                <c:pt idx="698">
                  <c:v>173.8170285299131</c:v>
                </c:pt>
                <c:pt idx="699">
                  <c:v>173.94891999888227</c:v>
                </c:pt>
                <c:pt idx="700">
                  <c:v>170.53147791097325</c:v>
                </c:pt>
                <c:pt idx="701">
                  <c:v>170.28278425126442</c:v>
                </c:pt>
                <c:pt idx="702">
                  <c:v>173.37971889233521</c:v>
                </c:pt>
                <c:pt idx="703">
                  <c:v>174.81795065247155</c:v>
                </c:pt>
                <c:pt idx="704">
                  <c:v>174.35102132059129</c:v>
                </c:pt>
                <c:pt idx="705">
                  <c:v>175.72107189761647</c:v>
                </c:pt>
                <c:pt idx="706">
                  <c:v>177.82239360661694</c:v>
                </c:pt>
                <c:pt idx="707">
                  <c:v>179.87732975661552</c:v>
                </c:pt>
                <c:pt idx="708">
                  <c:v>179.08430435633051</c:v>
                </c:pt>
                <c:pt idx="709">
                  <c:v>177.61840891944004</c:v>
                </c:pt>
                <c:pt idx="710">
                  <c:v>178.42149383854471</c:v>
                </c:pt>
                <c:pt idx="711">
                  <c:v>178.99404811803169</c:v>
                </c:pt>
                <c:pt idx="712">
                  <c:v>178.51482381870511</c:v>
                </c:pt>
                <c:pt idx="713">
                  <c:v>177.32137368318104</c:v>
                </c:pt>
                <c:pt idx="714">
                  <c:v>174.76402045435495</c:v>
                </c:pt>
                <c:pt idx="715">
                  <c:v>169.51183390616706</c:v>
                </c:pt>
                <c:pt idx="716">
                  <c:v>172.49448123620309</c:v>
                </c:pt>
                <c:pt idx="717">
                  <c:v>171.81238997401292</c:v>
                </c:pt>
                <c:pt idx="718">
                  <c:v>172.83706373822895</c:v>
                </c:pt>
                <c:pt idx="719">
                  <c:v>167.2137927180261</c:v>
                </c:pt>
                <c:pt idx="720">
                  <c:v>164.94956269036243</c:v>
                </c:pt>
                <c:pt idx="721">
                  <c:v>165.70626205046526</c:v>
                </c:pt>
                <c:pt idx="722">
                  <c:v>167.41107105932323</c:v>
                </c:pt>
                <c:pt idx="723">
                  <c:v>169.3153938581049</c:v>
                </c:pt>
                <c:pt idx="724">
                  <c:v>169.29751026909213</c:v>
                </c:pt>
                <c:pt idx="725">
                  <c:v>166.89412356442284</c:v>
                </c:pt>
                <c:pt idx="726">
                  <c:v>169.23799144940898</c:v>
                </c:pt>
                <c:pt idx="727">
                  <c:v>171.95713527258502</c:v>
                </c:pt>
                <c:pt idx="728">
                  <c:v>172.99689831503059</c:v>
                </c:pt>
                <c:pt idx="729">
                  <c:v>174.38203817028531</c:v>
                </c:pt>
                <c:pt idx="730">
                  <c:v>173.94975829211725</c:v>
                </c:pt>
                <c:pt idx="731">
                  <c:v>173.62310336155588</c:v>
                </c:pt>
                <c:pt idx="732">
                  <c:v>172.62441668762398</c:v>
                </c:pt>
                <c:pt idx="733">
                  <c:v>171.44074663984128</c:v>
                </c:pt>
                <c:pt idx="734">
                  <c:v>167.31941766563276</c:v>
                </c:pt>
                <c:pt idx="735">
                  <c:v>161.16578645876996</c:v>
                </c:pt>
                <c:pt idx="736">
                  <c:v>163.23106155866657</c:v>
                </c:pt>
                <c:pt idx="737">
                  <c:v>165.7534859027021</c:v>
                </c:pt>
                <c:pt idx="738">
                  <c:v>167.25235420683489</c:v>
                </c:pt>
                <c:pt idx="739">
                  <c:v>165.49501215525191</c:v>
                </c:pt>
                <c:pt idx="740">
                  <c:v>166.22320954536565</c:v>
                </c:pt>
                <c:pt idx="741">
                  <c:v>168.18872775030039</c:v>
                </c:pt>
                <c:pt idx="742">
                  <c:v>168.41478749266491</c:v>
                </c:pt>
                <c:pt idx="743">
                  <c:v>167.78858244613966</c:v>
                </c:pt>
                <c:pt idx="744">
                  <c:v>170.13384748651745</c:v>
                </c:pt>
                <c:pt idx="745">
                  <c:v>172.06248078911338</c:v>
                </c:pt>
                <c:pt idx="746">
                  <c:v>172.52270377511385</c:v>
                </c:pt>
                <c:pt idx="747">
                  <c:v>172.7864867130522</c:v>
                </c:pt>
                <c:pt idx="748">
                  <c:v>173.00611954061529</c:v>
                </c:pt>
                <c:pt idx="749">
                  <c:v>173.87067929695141</c:v>
                </c:pt>
                <c:pt idx="750">
                  <c:v>175.32427976639562</c:v>
                </c:pt>
                <c:pt idx="751">
                  <c:v>175.48495263643221</c:v>
                </c:pt>
                <c:pt idx="752">
                  <c:v>177.67094196216502</c:v>
                </c:pt>
                <c:pt idx="753">
                  <c:v>178.82024198731384</c:v>
                </c:pt>
                <c:pt idx="754">
                  <c:v>178.77804789448683</c:v>
                </c:pt>
                <c:pt idx="755">
                  <c:v>179.06278816329953</c:v>
                </c:pt>
                <c:pt idx="756">
                  <c:v>175.37904825774723</c:v>
                </c:pt>
                <c:pt idx="757">
                  <c:v>175.27761477631543</c:v>
                </c:pt>
                <c:pt idx="758">
                  <c:v>174.99119792103278</c:v>
                </c:pt>
                <c:pt idx="759">
                  <c:v>170.80839410959285</c:v>
                </c:pt>
                <c:pt idx="760">
                  <c:v>164.21046748819404</c:v>
                </c:pt>
                <c:pt idx="761">
                  <c:v>165.85296336658564</c:v>
                </c:pt>
                <c:pt idx="762">
                  <c:v>164.10819571352727</c:v>
                </c:pt>
                <c:pt idx="763">
                  <c:v>166.56830692709644</c:v>
                </c:pt>
                <c:pt idx="764">
                  <c:v>169.18964987285887</c:v>
                </c:pt>
                <c:pt idx="765">
                  <c:v>171.07664794478441</c:v>
                </c:pt>
                <c:pt idx="766">
                  <c:v>173.08827227764272</c:v>
                </c:pt>
                <c:pt idx="767">
                  <c:v>171.42481906837679</c:v>
                </c:pt>
                <c:pt idx="768">
                  <c:v>170.12630284740268</c:v>
                </c:pt>
                <c:pt idx="769">
                  <c:v>168.38097633218766</c:v>
                </c:pt>
                <c:pt idx="770">
                  <c:v>167.19395311146505</c:v>
                </c:pt>
                <c:pt idx="771">
                  <c:v>169.09548159946348</c:v>
                </c:pt>
                <c:pt idx="772">
                  <c:v>169.57805907172997</c:v>
                </c:pt>
                <c:pt idx="773">
                  <c:v>166.14636599882638</c:v>
                </c:pt>
                <c:pt idx="774">
                  <c:v>159.60404616201413</c:v>
                </c:pt>
                <c:pt idx="775">
                  <c:v>164.16743510213206</c:v>
                </c:pt>
                <c:pt idx="776">
                  <c:v>163.69044625143209</c:v>
                </c:pt>
                <c:pt idx="777">
                  <c:v>163.19501494956268</c:v>
                </c:pt>
                <c:pt idx="778">
                  <c:v>161.70313242238799</c:v>
                </c:pt>
                <c:pt idx="779">
                  <c:v>159.69905272864449</c:v>
                </c:pt>
                <c:pt idx="780">
                  <c:v>158.07360214603071</c:v>
                </c:pt>
                <c:pt idx="781">
                  <c:v>159.09129013328862</c:v>
                </c:pt>
                <c:pt idx="782">
                  <c:v>149.95752647609467</c:v>
                </c:pt>
                <c:pt idx="783">
                  <c:v>156.22041523458239</c:v>
                </c:pt>
                <c:pt idx="784">
                  <c:v>157.73018135076984</c:v>
                </c:pt>
                <c:pt idx="785">
                  <c:v>157.6946936038226</c:v>
                </c:pt>
                <c:pt idx="786">
                  <c:v>157.05647302092939</c:v>
                </c:pt>
                <c:pt idx="787">
                  <c:v>153.78265850727917</c:v>
                </c:pt>
                <c:pt idx="788">
                  <c:v>150.14334814318048</c:v>
                </c:pt>
                <c:pt idx="789">
                  <c:v>152.00240310727358</c:v>
                </c:pt>
                <c:pt idx="790">
                  <c:v>155.28264453572527</c:v>
                </c:pt>
                <c:pt idx="791">
                  <c:v>156.69768351636068</c:v>
                </c:pt>
                <c:pt idx="792">
                  <c:v>157.65697040824881</c:v>
                </c:pt>
                <c:pt idx="793">
                  <c:v>157.97636013077374</c:v>
                </c:pt>
                <c:pt idx="794">
                  <c:v>156.60072093218207</c:v>
                </c:pt>
                <c:pt idx="795">
                  <c:v>159.74823259842958</c:v>
                </c:pt>
                <c:pt idx="796">
                  <c:v>161.9465168916087</c:v>
                </c:pt>
                <c:pt idx="797">
                  <c:v>161.49132366501803</c:v>
                </c:pt>
                <c:pt idx="798">
                  <c:v>161.94316371866879</c:v>
                </c:pt>
                <c:pt idx="799">
                  <c:v>162.8373431693073</c:v>
                </c:pt>
                <c:pt idx="800">
                  <c:v>163.79327688825552</c:v>
                </c:pt>
                <c:pt idx="801">
                  <c:v>163.6043814793081</c:v>
                </c:pt>
                <c:pt idx="802">
                  <c:v>163.30622851873585</c:v>
                </c:pt>
                <c:pt idx="803">
                  <c:v>163.98301059043789</c:v>
                </c:pt>
                <c:pt idx="804">
                  <c:v>165.37122418755413</c:v>
                </c:pt>
                <c:pt idx="805">
                  <c:v>165.93902813870957</c:v>
                </c:pt>
                <c:pt idx="806">
                  <c:v>168.41059602649005</c:v>
                </c:pt>
                <c:pt idx="807">
                  <c:v>171.1526531980887</c:v>
                </c:pt>
                <c:pt idx="808">
                  <c:v>173.5082571883645</c:v>
                </c:pt>
                <c:pt idx="809">
                  <c:v>174.52818062424905</c:v>
                </c:pt>
                <c:pt idx="810">
                  <c:v>172.75155782826167</c:v>
                </c:pt>
                <c:pt idx="811">
                  <c:v>174.44435130075166</c:v>
                </c:pt>
                <c:pt idx="812">
                  <c:v>175.52826445357252</c:v>
                </c:pt>
                <c:pt idx="813">
                  <c:v>172.15692849358706</c:v>
                </c:pt>
                <c:pt idx="814">
                  <c:v>172.10886634811524</c:v>
                </c:pt>
                <c:pt idx="815">
                  <c:v>170.3051387375304</c:v>
                </c:pt>
                <c:pt idx="816">
                  <c:v>167.96602118087574</c:v>
                </c:pt>
                <c:pt idx="817">
                  <c:v>169.21926956716126</c:v>
                </c:pt>
                <c:pt idx="818">
                  <c:v>171.03026238578255</c:v>
                </c:pt>
                <c:pt idx="819">
                  <c:v>169.42381311649481</c:v>
                </c:pt>
                <c:pt idx="820">
                  <c:v>166.16704389862241</c:v>
                </c:pt>
                <c:pt idx="821">
                  <c:v>168.86215664906251</c:v>
                </c:pt>
                <c:pt idx="822">
                  <c:v>167.40324698913011</c:v>
                </c:pt>
                <c:pt idx="823">
                  <c:v>168.41087545756838</c:v>
                </c:pt>
                <c:pt idx="824">
                  <c:v>166.98996842428815</c:v>
                </c:pt>
                <c:pt idx="825">
                  <c:v>166.00106183809766</c:v>
                </c:pt>
                <c:pt idx="826">
                  <c:v>162.48526001061839</c:v>
                </c:pt>
                <c:pt idx="827">
                  <c:v>162.6531980886914</c:v>
                </c:pt>
                <c:pt idx="828">
                  <c:v>159.74627658088133</c:v>
                </c:pt>
                <c:pt idx="829">
                  <c:v>156.89747673736275</c:v>
                </c:pt>
                <c:pt idx="830">
                  <c:v>153.95870008662362</c:v>
                </c:pt>
                <c:pt idx="831">
                  <c:v>153.41213289742083</c:v>
                </c:pt>
                <c:pt idx="832">
                  <c:v>149.83122362869199</c:v>
                </c:pt>
                <c:pt idx="833">
                  <c:v>151.37144773241681</c:v>
                </c:pt>
                <c:pt idx="834">
                  <c:v>153.27074077178864</c:v>
                </c:pt>
                <c:pt idx="835">
                  <c:v>157.44767653058375</c:v>
                </c:pt>
                <c:pt idx="836">
                  <c:v>157.10565289071451</c:v>
                </c:pt>
                <c:pt idx="837">
                  <c:v>152.41232849917569</c:v>
                </c:pt>
                <c:pt idx="838">
                  <c:v>155.76717802554001</c:v>
                </c:pt>
                <c:pt idx="839">
                  <c:v>155.22647888898206</c:v>
                </c:pt>
                <c:pt idx="840">
                  <c:v>154.21968871377874</c:v>
                </c:pt>
                <c:pt idx="841">
                  <c:v>150.4384273618912</c:v>
                </c:pt>
                <c:pt idx="842">
                  <c:v>152.46402324866574</c:v>
                </c:pt>
                <c:pt idx="843">
                  <c:v>154.56590381982284</c:v>
                </c:pt>
                <c:pt idx="844">
                  <c:v>158.30525050996172</c:v>
                </c:pt>
                <c:pt idx="845">
                  <c:v>158.09288289043505</c:v>
                </c:pt>
                <c:pt idx="846">
                  <c:v>158.15743146952806</c:v>
                </c:pt>
                <c:pt idx="847">
                  <c:v>159.22625534411938</c:v>
                </c:pt>
                <c:pt idx="848">
                  <c:v>156.61189817531505</c:v>
                </c:pt>
                <c:pt idx="849">
                  <c:v>156.4403274932238</c:v>
                </c:pt>
                <c:pt idx="850">
                  <c:v>155.38575460362702</c:v>
                </c:pt>
                <c:pt idx="851">
                  <c:v>154.6416296420488</c:v>
                </c:pt>
                <c:pt idx="852">
                  <c:v>155.39665241568167</c:v>
                </c:pt>
                <c:pt idx="853">
                  <c:v>154.11071059323217</c:v>
                </c:pt>
                <c:pt idx="854">
                  <c:v>149.65099058317267</c:v>
                </c:pt>
                <c:pt idx="855">
                  <c:v>149.30365775281527</c:v>
                </c:pt>
                <c:pt idx="856">
                  <c:v>149.82535557604717</c:v>
                </c:pt>
                <c:pt idx="857">
                  <c:v>146.31206862827281</c:v>
                </c:pt>
                <c:pt idx="858">
                  <c:v>144.62067231117445</c:v>
                </c:pt>
                <c:pt idx="859">
                  <c:v>141.35244641909074</c:v>
                </c:pt>
                <c:pt idx="860">
                  <c:v>146.39058876128203</c:v>
                </c:pt>
                <c:pt idx="861">
                  <c:v>144.00676223209544</c:v>
                </c:pt>
                <c:pt idx="862">
                  <c:v>145.75097102299719</c:v>
                </c:pt>
                <c:pt idx="863">
                  <c:v>147.81373124318887</c:v>
                </c:pt>
                <c:pt idx="864">
                  <c:v>149.29024506105569</c:v>
                </c:pt>
                <c:pt idx="865">
                  <c:v>149.72476038785035</c:v>
                </c:pt>
                <c:pt idx="866">
                  <c:v>149.06055271467292</c:v>
                </c:pt>
                <c:pt idx="867">
                  <c:v>147.8344091429849</c:v>
                </c:pt>
                <c:pt idx="868">
                  <c:v>148.58635817475619</c:v>
                </c:pt>
                <c:pt idx="869">
                  <c:v>149.60488445524911</c:v>
                </c:pt>
                <c:pt idx="870">
                  <c:v>149.20557744432335</c:v>
                </c:pt>
                <c:pt idx="871">
                  <c:v>152.03481711235924</c:v>
                </c:pt>
                <c:pt idx="872">
                  <c:v>154.09198871098445</c:v>
                </c:pt>
                <c:pt idx="873">
                  <c:v>154.52007712297763</c:v>
                </c:pt>
                <c:pt idx="874">
                  <c:v>155.96753010869867</c:v>
                </c:pt>
                <c:pt idx="875">
                  <c:v>155.26336379132087</c:v>
                </c:pt>
                <c:pt idx="876">
                  <c:v>155.51932265906615</c:v>
                </c:pt>
                <c:pt idx="877">
                  <c:v>155.38323972392209</c:v>
                </c:pt>
                <c:pt idx="878">
                  <c:v>156.57780758375947</c:v>
                </c:pt>
                <c:pt idx="879">
                  <c:v>158.77134154860704</c:v>
                </c:pt>
                <c:pt idx="880">
                  <c:v>159.83988599212006</c:v>
                </c:pt>
                <c:pt idx="881">
                  <c:v>160.13859781484899</c:v>
                </c:pt>
                <c:pt idx="882">
                  <c:v>162.34470617822114</c:v>
                </c:pt>
                <c:pt idx="883">
                  <c:v>162.3374409701847</c:v>
                </c:pt>
                <c:pt idx="884">
                  <c:v>162.18598932573281</c:v>
                </c:pt>
                <c:pt idx="885">
                  <c:v>160.1629083186632</c:v>
                </c:pt>
                <c:pt idx="886">
                  <c:v>161.9375750971023</c:v>
                </c:pt>
                <c:pt idx="887">
                  <c:v>163.29812501746443</c:v>
                </c:pt>
                <c:pt idx="888">
                  <c:v>165.61460865677481</c:v>
                </c:pt>
                <c:pt idx="889">
                  <c:v>168.37399055522954</c:v>
                </c:pt>
                <c:pt idx="890">
                  <c:v>168.93369100511359</c:v>
                </c:pt>
                <c:pt idx="891">
                  <c:v>167.7572861653673</c:v>
                </c:pt>
                <c:pt idx="892">
                  <c:v>168.72523542068348</c:v>
                </c:pt>
                <c:pt idx="893">
                  <c:v>169.1024673764216</c:v>
                </c:pt>
                <c:pt idx="894">
                  <c:v>169.70436191913265</c:v>
                </c:pt>
                <c:pt idx="895">
                  <c:v>169.4408584122726</c:v>
                </c:pt>
                <c:pt idx="896">
                  <c:v>170.92156369631431</c:v>
                </c:pt>
                <c:pt idx="897">
                  <c:v>172.16503199485845</c:v>
                </c:pt>
                <c:pt idx="898">
                  <c:v>174.66985218095957</c:v>
                </c:pt>
                <c:pt idx="899">
                  <c:v>175.49054125799873</c:v>
                </c:pt>
                <c:pt idx="900">
                  <c:v>175.81915220610838</c:v>
                </c:pt>
                <c:pt idx="901">
                  <c:v>173.27521166904182</c:v>
                </c:pt>
                <c:pt idx="902">
                  <c:v>169.77952887920193</c:v>
                </c:pt>
                <c:pt idx="903">
                  <c:v>171.7643278285411</c:v>
                </c:pt>
                <c:pt idx="904">
                  <c:v>173.0287534579596</c:v>
                </c:pt>
                <c:pt idx="905">
                  <c:v>172.92815826976278</c:v>
                </c:pt>
                <c:pt idx="906">
                  <c:v>173.8785033671445</c:v>
                </c:pt>
                <c:pt idx="907">
                  <c:v>172.43049151926678</c:v>
                </c:pt>
                <c:pt idx="908">
                  <c:v>175.9393075697879</c:v>
                </c:pt>
                <c:pt idx="909">
                  <c:v>176.13267387598847</c:v>
                </c:pt>
                <c:pt idx="910">
                  <c:v>175.49557101740857</c:v>
                </c:pt>
                <c:pt idx="911">
                  <c:v>176.16620560538743</c:v>
                </c:pt>
                <c:pt idx="912">
                  <c:v>177.19311481823007</c:v>
                </c:pt>
                <c:pt idx="913">
                  <c:v>178.08449995808533</c:v>
                </c:pt>
                <c:pt idx="914">
                  <c:v>178.40584569815854</c:v>
                </c:pt>
                <c:pt idx="915">
                  <c:v>179.03652164193701</c:v>
                </c:pt>
                <c:pt idx="916">
                  <c:v>180.76647944784418</c:v>
                </c:pt>
                <c:pt idx="917">
                  <c:v>181.06435297733813</c:v>
                </c:pt>
                <c:pt idx="918">
                  <c:v>180.46637046972364</c:v>
                </c:pt>
                <c:pt idx="919">
                  <c:v>181.15908011289017</c:v>
                </c:pt>
                <c:pt idx="920">
                  <c:v>176.01307737446558</c:v>
                </c:pt>
                <c:pt idx="921">
                  <c:v>176.06616927934726</c:v>
                </c:pt>
                <c:pt idx="922">
                  <c:v>178.58719646799116</c:v>
                </c:pt>
                <c:pt idx="923">
                  <c:v>177.2638108810462</c:v>
                </c:pt>
                <c:pt idx="924">
                  <c:v>177.86402883728726</c:v>
                </c:pt>
                <c:pt idx="925">
                  <c:v>173.68709307849218</c:v>
                </c:pt>
                <c:pt idx="926">
                  <c:v>168.28345488585239</c:v>
                </c:pt>
                <c:pt idx="927">
                  <c:v>168.55673848045382</c:v>
                </c:pt>
                <c:pt idx="928">
                  <c:v>168.02833431134212</c:v>
                </c:pt>
                <c:pt idx="929">
                  <c:v>168.69617458853773</c:v>
                </c:pt>
                <c:pt idx="930">
                  <c:v>171.39352278760441</c:v>
                </c:pt>
                <c:pt idx="931">
                  <c:v>169.24944812362034</c:v>
                </c:pt>
                <c:pt idx="932">
                  <c:v>173.75359767513342</c:v>
                </c:pt>
                <c:pt idx="933">
                  <c:v>175.94489619135442</c:v>
                </c:pt>
                <c:pt idx="934">
                  <c:v>175.52071981445775</c:v>
                </c:pt>
                <c:pt idx="935">
                  <c:v>173.8583843295051</c:v>
                </c:pt>
                <c:pt idx="936">
                  <c:v>170.83130745801549</c:v>
                </c:pt>
                <c:pt idx="937">
                  <c:v>171.88671864084725</c:v>
                </c:pt>
                <c:pt idx="938">
                  <c:v>170.7027691619862</c:v>
                </c:pt>
                <c:pt idx="939">
                  <c:v>170.58959957526477</c:v>
                </c:pt>
                <c:pt idx="940">
                  <c:v>170.85897113476963</c:v>
                </c:pt>
                <c:pt idx="941">
                  <c:v>172.73311537709225</c:v>
                </c:pt>
                <c:pt idx="942">
                  <c:v>173.16036549585044</c:v>
                </c:pt>
                <c:pt idx="943">
                  <c:v>172.69595104367508</c:v>
                </c:pt>
                <c:pt idx="944">
                  <c:v>171.52513482549529</c:v>
                </c:pt>
                <c:pt idx="945">
                  <c:v>172.38214994271664</c:v>
                </c:pt>
                <c:pt idx="946">
                  <c:v>173.15058540810909</c:v>
                </c:pt>
                <c:pt idx="947">
                  <c:v>174.21046748819401</c:v>
                </c:pt>
                <c:pt idx="948">
                  <c:v>173.26543158130048</c:v>
                </c:pt>
                <c:pt idx="949">
                  <c:v>175.66322966440327</c:v>
                </c:pt>
                <c:pt idx="950">
                  <c:v>177.19004107636852</c:v>
                </c:pt>
                <c:pt idx="951">
                  <c:v>177.04753122642302</c:v>
                </c:pt>
                <c:pt idx="952">
                  <c:v>177.6446754408025</c:v>
                </c:pt>
                <c:pt idx="953">
                  <c:v>177.2034537681281</c:v>
                </c:pt>
                <c:pt idx="954">
                  <c:v>178.63246430267975</c:v>
                </c:pt>
                <c:pt idx="955">
                  <c:v>177.3062844049515</c:v>
                </c:pt>
                <c:pt idx="956">
                  <c:v>175.25162768603124</c:v>
                </c:pt>
                <c:pt idx="957">
                  <c:v>175.38044541313886</c:v>
                </c:pt>
                <c:pt idx="958">
                  <c:v>175.47796685947412</c:v>
                </c:pt>
                <c:pt idx="959">
                  <c:v>175.50255679436665</c:v>
                </c:pt>
                <c:pt idx="960">
                  <c:v>174.35325676921789</c:v>
                </c:pt>
                <c:pt idx="961">
                  <c:v>173.64964931399672</c:v>
                </c:pt>
                <c:pt idx="962">
                  <c:v>172.78173638472072</c:v>
                </c:pt>
                <c:pt idx="963">
                  <c:v>172.69678933691006</c:v>
                </c:pt>
                <c:pt idx="964">
                  <c:v>173.63847207086371</c:v>
                </c:pt>
                <c:pt idx="965">
                  <c:v>174.08919440020122</c:v>
                </c:pt>
                <c:pt idx="966">
                  <c:v>174.86377734931679</c:v>
                </c:pt>
                <c:pt idx="967">
                  <c:v>176.5314220247576</c:v>
                </c:pt>
                <c:pt idx="968">
                  <c:v>177.82379076200857</c:v>
                </c:pt>
                <c:pt idx="969">
                  <c:v>177.03244194819348</c:v>
                </c:pt>
                <c:pt idx="970">
                  <c:v>179.04769888506999</c:v>
                </c:pt>
                <c:pt idx="971">
                  <c:v>180.42222035934836</c:v>
                </c:pt>
                <c:pt idx="972">
                  <c:v>182.00380026266521</c:v>
                </c:pt>
                <c:pt idx="973">
                  <c:v>182.45144885014111</c:v>
                </c:pt>
                <c:pt idx="974">
                  <c:v>181.60365495850448</c:v>
                </c:pt>
                <c:pt idx="975">
                  <c:v>180.55886215664907</c:v>
                </c:pt>
                <c:pt idx="976">
                  <c:v>181.65227596613295</c:v>
                </c:pt>
                <c:pt idx="977">
                  <c:v>180.92882890435072</c:v>
                </c:pt>
                <c:pt idx="978">
                  <c:v>181.57962388576857</c:v>
                </c:pt>
                <c:pt idx="979">
                  <c:v>182.56517729901921</c:v>
                </c:pt>
                <c:pt idx="980">
                  <c:v>183.65998826389469</c:v>
                </c:pt>
                <c:pt idx="981">
                  <c:v>181.80205102411492</c:v>
                </c:pt>
                <c:pt idx="982">
                  <c:v>178.89233520552153</c:v>
                </c:pt>
                <c:pt idx="983">
                  <c:v>179.88012406739878</c:v>
                </c:pt>
                <c:pt idx="984">
                  <c:v>179.4897588509794</c:v>
                </c:pt>
                <c:pt idx="985">
                  <c:v>176.65800430323858</c:v>
                </c:pt>
                <c:pt idx="986">
                  <c:v>175.12867801156847</c:v>
                </c:pt>
                <c:pt idx="987">
                  <c:v>168.539693184676</c:v>
                </c:pt>
                <c:pt idx="988">
                  <c:v>173.11873026518009</c:v>
                </c:pt>
                <c:pt idx="989">
                  <c:v>174.83303993070109</c:v>
                </c:pt>
                <c:pt idx="990">
                  <c:v>175.06664431218039</c:v>
                </c:pt>
                <c:pt idx="991">
                  <c:v>175.20831586889094</c:v>
                </c:pt>
                <c:pt idx="992">
                  <c:v>176.09243580070975</c:v>
                </c:pt>
                <c:pt idx="993">
                  <c:v>177.64243999217592</c:v>
                </c:pt>
                <c:pt idx="994">
                  <c:v>178.05543912593959</c:v>
                </c:pt>
                <c:pt idx="995">
                  <c:v>176.05890407131079</c:v>
                </c:pt>
                <c:pt idx="996">
                  <c:v>176.94414172744294</c:v>
                </c:pt>
                <c:pt idx="997">
                  <c:v>175.59560734344873</c:v>
                </c:pt>
                <c:pt idx="998">
                  <c:v>177.25235420683489</c:v>
                </c:pt>
                <c:pt idx="999">
                  <c:v>176.37298460334759</c:v>
                </c:pt>
                <c:pt idx="1000">
                  <c:v>175.80238634140889</c:v>
                </c:pt>
                <c:pt idx="1001">
                  <c:v>175.25973118730263</c:v>
                </c:pt>
                <c:pt idx="1002">
                  <c:v>175.08229245256658</c:v>
                </c:pt>
                <c:pt idx="1003">
                  <c:v>174.66146924860985</c:v>
                </c:pt>
                <c:pt idx="1004">
                  <c:v>174.46335261407773</c:v>
                </c:pt>
                <c:pt idx="1005">
                  <c:v>175.36703272137925</c:v>
                </c:pt>
                <c:pt idx="1006">
                  <c:v>175.17310755302205</c:v>
                </c:pt>
                <c:pt idx="1007">
                  <c:v>173.80501299354515</c:v>
                </c:pt>
                <c:pt idx="1008">
                  <c:v>174.7774331461145</c:v>
                </c:pt>
                <c:pt idx="1009">
                  <c:v>174.09590074608096</c:v>
                </c:pt>
                <c:pt idx="1010">
                  <c:v>171.53882694833317</c:v>
                </c:pt>
                <c:pt idx="1011">
                  <c:v>169.01053455165285</c:v>
                </c:pt>
                <c:pt idx="1012">
                  <c:v>168.69729231285103</c:v>
                </c:pt>
                <c:pt idx="1013">
                  <c:v>171.43907005337132</c:v>
                </c:pt>
                <c:pt idx="1014">
                  <c:v>169.81948752340236</c:v>
                </c:pt>
                <c:pt idx="1015">
                  <c:v>170.07852013300919</c:v>
                </c:pt>
                <c:pt idx="1016">
                  <c:v>169.77170480900884</c:v>
                </c:pt>
                <c:pt idx="1017">
                  <c:v>171.4066560482857</c:v>
                </c:pt>
                <c:pt idx="1018">
                  <c:v>171.36837399055523</c:v>
                </c:pt>
                <c:pt idx="1019">
                  <c:v>172.93430575348589</c:v>
                </c:pt>
                <c:pt idx="1020">
                  <c:v>173.00500181630201</c:v>
                </c:pt>
                <c:pt idx="1021">
                  <c:v>173.41185346634254</c:v>
                </c:pt>
                <c:pt idx="1022">
                  <c:v>170.81817419733423</c:v>
                </c:pt>
                <c:pt idx="1023">
                  <c:v>170.35124486545391</c:v>
                </c:pt>
                <c:pt idx="1024">
                  <c:v>171.40861206583395</c:v>
                </c:pt>
                <c:pt idx="1025">
                  <c:v>172.61296001341267</c:v>
                </c:pt>
                <c:pt idx="1026">
                  <c:v>171.24682147148405</c:v>
                </c:pt>
                <c:pt idx="1027">
                  <c:v>171.38569871741137</c:v>
                </c:pt>
                <c:pt idx="1028">
                  <c:v>170.77039148294074</c:v>
                </c:pt>
                <c:pt idx="1029">
                  <c:v>168.83784614524828</c:v>
                </c:pt>
                <c:pt idx="1030">
                  <c:v>168.58440215720793</c:v>
                </c:pt>
                <c:pt idx="1031">
                  <c:v>168.23651046469391</c:v>
                </c:pt>
                <c:pt idx="1032">
                  <c:v>167.0712828680806</c:v>
                </c:pt>
                <c:pt idx="1033">
                  <c:v>168.31419230446809</c:v>
                </c:pt>
                <c:pt idx="1034">
                  <c:v>170.92296085170594</c:v>
                </c:pt>
                <c:pt idx="1035">
                  <c:v>170.37890854220808</c:v>
                </c:pt>
                <c:pt idx="1036">
                  <c:v>171.55754883058094</c:v>
                </c:pt>
                <c:pt idx="1037">
                  <c:v>173.02400312962806</c:v>
                </c:pt>
                <c:pt idx="1038">
                  <c:v>173.91371168301339</c:v>
                </c:pt>
                <c:pt idx="1039">
                  <c:v>172.96029284377011</c:v>
                </c:pt>
                <c:pt idx="1040">
                  <c:v>171.66820353759746</c:v>
                </c:pt>
                <c:pt idx="1041">
                  <c:v>168.25579120909825</c:v>
                </c:pt>
                <c:pt idx="1042">
                  <c:v>167.37558331237599</c:v>
                </c:pt>
                <c:pt idx="1043">
                  <c:v>167.49797412468214</c:v>
                </c:pt>
                <c:pt idx="1044">
                  <c:v>167.64467544080253</c:v>
                </c:pt>
                <c:pt idx="1045">
                  <c:v>168.17419733422753</c:v>
                </c:pt>
                <c:pt idx="1046">
                  <c:v>166.44340123508536</c:v>
                </c:pt>
                <c:pt idx="1047">
                  <c:v>167.42476318216114</c:v>
                </c:pt>
                <c:pt idx="1048">
                  <c:v>167.88554503031827</c:v>
                </c:pt>
                <c:pt idx="1049">
                  <c:v>167.1931148182301</c:v>
                </c:pt>
                <c:pt idx="1050">
                  <c:v>165.23011149300027</c:v>
                </c:pt>
                <c:pt idx="1051">
                  <c:v>164.45413138849304</c:v>
                </c:pt>
                <c:pt idx="1052">
                  <c:v>163.88493028194594</c:v>
                </c:pt>
                <c:pt idx="1053">
                  <c:v>166.40428088411994</c:v>
                </c:pt>
                <c:pt idx="1054">
                  <c:v>167.85508704278092</c:v>
                </c:pt>
                <c:pt idx="1055">
                  <c:v>168.59054964093104</c:v>
                </c:pt>
                <c:pt idx="1056">
                  <c:v>168.55366473859223</c:v>
                </c:pt>
                <c:pt idx="1057">
                  <c:v>169.63590130494313</c:v>
                </c:pt>
                <c:pt idx="1058">
                  <c:v>170.285857993126</c:v>
                </c:pt>
                <c:pt idx="1059">
                  <c:v>171.14315254142565</c:v>
                </c:pt>
                <c:pt idx="1060">
                  <c:v>172.26395059658535</c:v>
                </c:pt>
                <c:pt idx="1061">
                  <c:v>172.6026210635147</c:v>
                </c:pt>
                <c:pt idx="1062">
                  <c:v>173.28359460139157</c:v>
                </c:pt>
                <c:pt idx="1063">
                  <c:v>174.592729203342</c:v>
                </c:pt>
                <c:pt idx="1064">
                  <c:v>174.42786486713052</c:v>
                </c:pt>
                <c:pt idx="1065">
                  <c:v>174.47425042613239</c:v>
                </c:pt>
                <c:pt idx="1066">
                  <c:v>173.73543465504233</c:v>
                </c:pt>
                <c:pt idx="1067">
                  <c:v>174.42087909017241</c:v>
                </c:pt>
                <c:pt idx="1068">
                  <c:v>174.25657361611758</c:v>
                </c:pt>
                <c:pt idx="1069">
                  <c:v>174.52622460670077</c:v>
                </c:pt>
                <c:pt idx="1070">
                  <c:v>175.50618939838489</c:v>
                </c:pt>
                <c:pt idx="1071">
                  <c:v>177.68882555117779</c:v>
                </c:pt>
                <c:pt idx="1072">
                  <c:v>179.40481180316874</c:v>
                </c:pt>
                <c:pt idx="1073">
                  <c:v>179.87649146338057</c:v>
                </c:pt>
                <c:pt idx="1074">
                  <c:v>180.92799061111575</c:v>
                </c:pt>
                <c:pt idx="1075">
                  <c:v>179.66775644787211</c:v>
                </c:pt>
                <c:pt idx="1076">
                  <c:v>181.49663285550619</c:v>
                </c:pt>
                <c:pt idx="1077">
                  <c:v>181.56593176293069</c:v>
                </c:pt>
                <c:pt idx="1078">
                  <c:v>181.66010003632601</c:v>
                </c:pt>
                <c:pt idx="1079">
                  <c:v>182.1963282756308</c:v>
                </c:pt>
                <c:pt idx="1080">
                  <c:v>181.45387990052254</c:v>
                </c:pt>
                <c:pt idx="1081">
                  <c:v>182.80045826696846</c:v>
                </c:pt>
                <c:pt idx="1082">
                  <c:v>183.26682873669208</c:v>
                </c:pt>
                <c:pt idx="1083">
                  <c:v>183.09861122754072</c:v>
                </c:pt>
                <c:pt idx="1084">
                  <c:v>182.02447816246124</c:v>
                </c:pt>
                <c:pt idx="1085">
                  <c:v>181.91158800681811</c:v>
                </c:pt>
                <c:pt idx="1086">
                  <c:v>183.06312348059353</c:v>
                </c:pt>
                <c:pt idx="1087">
                  <c:v>184.21158521250734</c:v>
                </c:pt>
                <c:pt idx="1088">
                  <c:v>184.59971498030009</c:v>
                </c:pt>
                <c:pt idx="1089">
                  <c:v>185.30248414228629</c:v>
                </c:pt>
                <c:pt idx="1090">
                  <c:v>186.80023472210578</c:v>
                </c:pt>
                <c:pt idx="1091">
                  <c:v>187.50384217732696</c:v>
                </c:pt>
                <c:pt idx="1092">
                  <c:v>187.97496297538214</c:v>
                </c:pt>
                <c:pt idx="1093">
                  <c:v>188.67912929275997</c:v>
                </c:pt>
                <c:pt idx="1094">
                  <c:v>188.96470785480761</c:v>
                </c:pt>
                <c:pt idx="1095">
                  <c:v>189.82759102467378</c:v>
                </c:pt>
                <c:pt idx="1096">
                  <c:v>190.09808030849189</c:v>
                </c:pt>
                <c:pt idx="1097">
                  <c:v>190.21376477491827</c:v>
                </c:pt>
                <c:pt idx="1098">
                  <c:v>192.19325453376922</c:v>
                </c:pt>
                <c:pt idx="1099">
                  <c:v>191.133093022606</c:v>
                </c:pt>
                <c:pt idx="1100">
                  <c:v>190.86847179143268</c:v>
                </c:pt>
                <c:pt idx="1101">
                  <c:v>191.92611842289099</c:v>
                </c:pt>
                <c:pt idx="1102">
                  <c:v>194.26607427278063</c:v>
                </c:pt>
                <c:pt idx="1103">
                  <c:v>194.67013161203789</c:v>
                </c:pt>
                <c:pt idx="1104">
                  <c:v>195.08201302148825</c:v>
                </c:pt>
                <c:pt idx="1105">
                  <c:v>196.4081929192165</c:v>
                </c:pt>
                <c:pt idx="1106">
                  <c:v>196.48503646575574</c:v>
                </c:pt>
                <c:pt idx="1107">
                  <c:v>197.44152904686058</c:v>
                </c:pt>
                <c:pt idx="1108">
                  <c:v>199.03540391762374</c:v>
                </c:pt>
                <c:pt idx="1109">
                  <c:v>196.9164780506888</c:v>
                </c:pt>
                <c:pt idx="1110">
                  <c:v>194.48347165171711</c:v>
                </c:pt>
                <c:pt idx="1111">
                  <c:v>196.27490429485565</c:v>
                </c:pt>
                <c:pt idx="1112">
                  <c:v>197.26129600134126</c:v>
                </c:pt>
                <c:pt idx="1113">
                  <c:v>198.51314723223516</c:v>
                </c:pt>
                <c:pt idx="1114">
                  <c:v>199.81753150585405</c:v>
                </c:pt>
                <c:pt idx="1115">
                  <c:v>200.31575711850672</c:v>
                </c:pt>
                <c:pt idx="1116">
                  <c:v>199.91505295218937</c:v>
                </c:pt>
                <c:pt idx="1117">
                  <c:v>201.3281359152765</c:v>
                </c:pt>
                <c:pt idx="1118">
                  <c:v>203.27549110012012</c:v>
                </c:pt>
                <c:pt idx="1119">
                  <c:v>201.61958252996902</c:v>
                </c:pt>
                <c:pt idx="1120">
                  <c:v>200.84416128761845</c:v>
                </c:pt>
                <c:pt idx="1121">
                  <c:v>202.60373878782798</c:v>
                </c:pt>
                <c:pt idx="1122">
                  <c:v>203.47137228602566</c:v>
                </c:pt>
                <c:pt idx="1123">
                  <c:v>201.82943526979068</c:v>
                </c:pt>
                <c:pt idx="1124">
                  <c:v>204.14647777125771</c:v>
                </c:pt>
                <c:pt idx="1125">
                  <c:v>204.77407997317462</c:v>
                </c:pt>
                <c:pt idx="1126">
                  <c:v>204.49548718808506</c:v>
                </c:pt>
                <c:pt idx="1127">
                  <c:v>205.87922988794816</c:v>
                </c:pt>
                <c:pt idx="1128">
                  <c:v>206.3972951071618</c:v>
                </c:pt>
                <c:pt idx="1129">
                  <c:v>205.65847933607176</c:v>
                </c:pt>
                <c:pt idx="1130">
                  <c:v>205.34048676893843</c:v>
                </c:pt>
                <c:pt idx="1131">
                  <c:v>206.15111632715792</c:v>
                </c:pt>
                <c:pt idx="1132">
                  <c:v>207.05898790063429</c:v>
                </c:pt>
                <c:pt idx="1133">
                  <c:v>207.62623298963311</c:v>
                </c:pt>
                <c:pt idx="1134">
                  <c:v>208.77497415262525</c:v>
                </c:pt>
                <c:pt idx="1135">
                  <c:v>210.81035012714113</c:v>
                </c:pt>
                <c:pt idx="1136">
                  <c:v>210.87797244809568</c:v>
                </c:pt>
                <c:pt idx="1137">
                  <c:v>208.07947019867549</c:v>
                </c:pt>
                <c:pt idx="1138">
                  <c:v>208.60172688406405</c:v>
                </c:pt>
                <c:pt idx="1139">
                  <c:v>210.30318271998212</c:v>
                </c:pt>
                <c:pt idx="1140">
                  <c:v>211.38486042417637</c:v>
                </c:pt>
                <c:pt idx="1141">
                  <c:v>211.87861513957583</c:v>
                </c:pt>
                <c:pt idx="1142">
                  <c:v>212.57439852460388</c:v>
                </c:pt>
                <c:pt idx="1143">
                  <c:v>212.41009305054908</c:v>
                </c:pt>
                <c:pt idx="1144">
                  <c:v>211.45192388297426</c:v>
                </c:pt>
                <c:pt idx="1145">
                  <c:v>211.08335429066418</c:v>
                </c:pt>
                <c:pt idx="1146">
                  <c:v>211.25911643893036</c:v>
                </c:pt>
                <c:pt idx="1147">
                  <c:v>211.78360857294547</c:v>
                </c:pt>
                <c:pt idx="1148">
                  <c:v>211.3359599854696</c:v>
                </c:pt>
                <c:pt idx="1149">
                  <c:v>213.07402129264815</c:v>
                </c:pt>
                <c:pt idx="1150">
                  <c:v>215.40950624528463</c:v>
                </c:pt>
                <c:pt idx="1151">
                  <c:v>216.24975549780649</c:v>
                </c:pt>
                <c:pt idx="1152">
                  <c:v>216.77704194260485</c:v>
                </c:pt>
                <c:pt idx="1153">
                  <c:v>215.00125743985245</c:v>
                </c:pt>
                <c:pt idx="1154">
                  <c:v>216.06812529689554</c:v>
                </c:pt>
                <c:pt idx="1155">
                  <c:v>216.80945594769051</c:v>
                </c:pt>
                <c:pt idx="1156">
                  <c:v>218.38963869561576</c:v>
                </c:pt>
                <c:pt idx="1157">
                  <c:v>218.61933104199852</c:v>
                </c:pt>
                <c:pt idx="1158">
                  <c:v>220.44653086316259</c:v>
                </c:pt>
                <c:pt idx="1159">
                  <c:v>222.59675301086986</c:v>
                </c:pt>
                <c:pt idx="1160">
                  <c:v>224.962137088887</c:v>
                </c:pt>
                <c:pt idx="1161">
                  <c:v>225.13259004666497</c:v>
                </c:pt>
                <c:pt idx="1162">
                  <c:v>226.86394500796379</c:v>
                </c:pt>
                <c:pt idx="1163">
                  <c:v>229.00913739626122</c:v>
                </c:pt>
                <c:pt idx="1164">
                  <c:v>231.61594992595073</c:v>
                </c:pt>
                <c:pt idx="1165">
                  <c:v>224.49660491239837</c:v>
                </c:pt>
                <c:pt idx="1166">
                  <c:v>224.91463380557187</c:v>
                </c:pt>
                <c:pt idx="1167">
                  <c:v>227.54659513231061</c:v>
                </c:pt>
                <c:pt idx="1168">
                  <c:v>228.18285969765557</c:v>
                </c:pt>
                <c:pt idx="1169">
                  <c:v>227.22329337468912</c:v>
                </c:pt>
                <c:pt idx="1170">
                  <c:v>226.5842344985609</c:v>
                </c:pt>
                <c:pt idx="1171">
                  <c:v>224.57791935619079</c:v>
                </c:pt>
                <c:pt idx="1172">
                  <c:v>224.32251935060216</c:v>
                </c:pt>
                <c:pt idx="1173">
                  <c:v>225.81216642915024</c:v>
                </c:pt>
                <c:pt idx="1174">
                  <c:v>225.43856707743032</c:v>
                </c:pt>
                <c:pt idx="1175">
                  <c:v>227.12605135943221</c:v>
                </c:pt>
                <c:pt idx="1176">
                  <c:v>224.12635873361836</c:v>
                </c:pt>
                <c:pt idx="1177">
                  <c:v>226.54623187190884</c:v>
                </c:pt>
                <c:pt idx="1178">
                  <c:v>226.94749490038282</c:v>
                </c:pt>
                <c:pt idx="1179">
                  <c:v>223.81032218403328</c:v>
                </c:pt>
                <c:pt idx="1180">
                  <c:v>223.80193925168359</c:v>
                </c:pt>
                <c:pt idx="1181">
                  <c:v>225.13594321960485</c:v>
                </c:pt>
                <c:pt idx="1182">
                  <c:v>222.11780814262161</c:v>
                </c:pt>
                <c:pt idx="1183">
                  <c:v>225.14041411685807</c:v>
                </c:pt>
                <c:pt idx="1184">
                  <c:v>226.26232989633107</c:v>
                </c:pt>
                <c:pt idx="1185">
                  <c:v>226.64934193981057</c:v>
                </c:pt>
                <c:pt idx="1186">
                  <c:v>226.37354346550421</c:v>
                </c:pt>
                <c:pt idx="1187">
                  <c:v>226.8457819878727</c:v>
                </c:pt>
                <c:pt idx="1188">
                  <c:v>227.6432782854109</c:v>
                </c:pt>
                <c:pt idx="1189">
                  <c:v>225.59672506776204</c:v>
                </c:pt>
                <c:pt idx="1190">
                  <c:v>225.40363819263979</c:v>
                </c:pt>
                <c:pt idx="1191">
                  <c:v>222.86724229468803</c:v>
                </c:pt>
                <c:pt idx="1192">
                  <c:v>216.93547936401484</c:v>
                </c:pt>
                <c:pt idx="1193">
                  <c:v>215.52099924553607</c:v>
                </c:pt>
                <c:pt idx="1194">
                  <c:v>213.02009109453155</c:v>
                </c:pt>
                <c:pt idx="1195">
                  <c:v>216.28999357308518</c:v>
                </c:pt>
                <c:pt idx="1196">
                  <c:v>216.47637410232764</c:v>
                </c:pt>
                <c:pt idx="1197">
                  <c:v>217.26856120937771</c:v>
                </c:pt>
                <c:pt idx="1198">
                  <c:v>216.69936010283064</c:v>
                </c:pt>
                <c:pt idx="1199">
                  <c:v>219.70240590158437</c:v>
                </c:pt>
                <c:pt idx="1200">
                  <c:v>221.23899740129099</c:v>
                </c:pt>
                <c:pt idx="1201">
                  <c:v>223.19333836309272</c:v>
                </c:pt>
                <c:pt idx="1202">
                  <c:v>223.82317601363627</c:v>
                </c:pt>
                <c:pt idx="1203">
                  <c:v>226.04213820661136</c:v>
                </c:pt>
                <c:pt idx="1204">
                  <c:v>226.54958504484867</c:v>
                </c:pt>
                <c:pt idx="1205">
                  <c:v>227.64160169894097</c:v>
                </c:pt>
                <c:pt idx="1206">
                  <c:v>229.03763936625032</c:v>
                </c:pt>
                <c:pt idx="1207">
                  <c:v>229.18769385531056</c:v>
                </c:pt>
                <c:pt idx="1208">
                  <c:v>231.39603766730934</c:v>
                </c:pt>
                <c:pt idx="1209">
                  <c:v>233.19250006985777</c:v>
                </c:pt>
                <c:pt idx="1210">
                  <c:v>233.66725347193116</c:v>
                </c:pt>
                <c:pt idx="1211">
                  <c:v>233.9198591667365</c:v>
                </c:pt>
                <c:pt idx="1212">
                  <c:v>234.07103138011013</c:v>
                </c:pt>
                <c:pt idx="1213">
                  <c:v>234.87355743705814</c:v>
                </c:pt>
                <c:pt idx="1214">
                  <c:v>234.87467516137147</c:v>
                </c:pt>
                <c:pt idx="1215">
                  <c:v>235.00405175063568</c:v>
                </c:pt>
                <c:pt idx="1216">
                  <c:v>236.27574258809062</c:v>
                </c:pt>
                <c:pt idx="1217">
                  <c:v>238.17978595579396</c:v>
                </c:pt>
                <c:pt idx="1218">
                  <c:v>239.80160393438959</c:v>
                </c:pt>
                <c:pt idx="1219">
                  <c:v>242.4478162461229</c:v>
                </c:pt>
                <c:pt idx="1220">
                  <c:v>245.44443513007516</c:v>
                </c:pt>
                <c:pt idx="1221">
                  <c:v>246.58619051610921</c:v>
                </c:pt>
                <c:pt idx="1222">
                  <c:v>247.19842400871826</c:v>
                </c:pt>
                <c:pt idx="1223">
                  <c:v>248.66571660100036</c:v>
                </c:pt>
                <c:pt idx="1224">
                  <c:v>248.13591527649703</c:v>
                </c:pt>
                <c:pt idx="1225">
                  <c:v>249.97429234079416</c:v>
                </c:pt>
                <c:pt idx="1226">
                  <c:v>249.00522536116466</c:v>
                </c:pt>
                <c:pt idx="1227">
                  <c:v>251.1934501355241</c:v>
                </c:pt>
                <c:pt idx="1228">
                  <c:v>254.47397099505409</c:v>
                </c:pt>
                <c:pt idx="1229">
                  <c:v>254.7659764719032</c:v>
                </c:pt>
                <c:pt idx="1230">
                  <c:v>255.3170145583592</c:v>
                </c:pt>
                <c:pt idx="1231">
                  <c:v>254.35185961382624</c:v>
                </c:pt>
                <c:pt idx="1232">
                  <c:v>246.03878503367142</c:v>
                </c:pt>
                <c:pt idx="1233">
                  <c:v>250.18973370218234</c:v>
                </c:pt>
                <c:pt idx="1234">
                  <c:v>252.01777181658147</c:v>
                </c:pt>
                <c:pt idx="1235">
                  <c:v>253.65691452203313</c:v>
                </c:pt>
                <c:pt idx="1236">
                  <c:v>254.61173051666805</c:v>
                </c:pt>
                <c:pt idx="1237">
                  <c:v>256.04409422415961</c:v>
                </c:pt>
                <c:pt idx="1238">
                  <c:v>258.09176516612177</c:v>
                </c:pt>
                <c:pt idx="1239">
                  <c:v>259.71693631765726</c:v>
                </c:pt>
                <c:pt idx="1240">
                  <c:v>259.25419845195188</c:v>
                </c:pt>
                <c:pt idx="1241">
                  <c:v>260.03325229832063</c:v>
                </c:pt>
                <c:pt idx="1242">
                  <c:v>264.39600972420152</c:v>
                </c:pt>
                <c:pt idx="1243">
                  <c:v>264.8799843518596</c:v>
                </c:pt>
                <c:pt idx="1244">
                  <c:v>262.07477575655963</c:v>
                </c:pt>
                <c:pt idx="1245">
                  <c:v>262.49727554698632</c:v>
                </c:pt>
                <c:pt idx="1246">
                  <c:v>263.26403442590885</c:v>
                </c:pt>
                <c:pt idx="1247">
                  <c:v>264.55025567943665</c:v>
                </c:pt>
                <c:pt idx="1248">
                  <c:v>265.52994104004244</c:v>
                </c:pt>
                <c:pt idx="1249">
                  <c:v>267.3481990667002</c:v>
                </c:pt>
                <c:pt idx="1250">
                  <c:v>266.39505965853527</c:v>
                </c:pt>
                <c:pt idx="1251">
                  <c:v>263.51216922346106</c:v>
                </c:pt>
                <c:pt idx="1252">
                  <c:v>263.22323748847344</c:v>
                </c:pt>
                <c:pt idx="1253">
                  <c:v>267.2252493922374</c:v>
                </c:pt>
                <c:pt idx="1254">
                  <c:v>268.60480062592563</c:v>
                </c:pt>
                <c:pt idx="1255">
                  <c:v>260.25987090284184</c:v>
                </c:pt>
                <c:pt idx="1256">
                  <c:v>265.03143599631153</c:v>
                </c:pt>
                <c:pt idx="1257">
                  <c:v>263.83127951490764</c:v>
                </c:pt>
                <c:pt idx="1258">
                  <c:v>268.13675356973204</c:v>
                </c:pt>
                <c:pt idx="1259">
                  <c:v>267.09112247464162</c:v>
                </c:pt>
                <c:pt idx="1260">
                  <c:v>271.43152541425655</c:v>
                </c:pt>
                <c:pt idx="1261">
                  <c:v>269.9192444183642</c:v>
                </c:pt>
                <c:pt idx="1262">
                  <c:v>270.919607678766</c:v>
                </c:pt>
                <c:pt idx="1263">
                  <c:v>270.54628775812444</c:v>
                </c:pt>
                <c:pt idx="1264">
                  <c:v>273.756671416995</c:v>
                </c:pt>
                <c:pt idx="1265">
                  <c:v>275.80993098052369</c:v>
                </c:pt>
                <c:pt idx="1266">
                  <c:v>275.67440690753625</c:v>
                </c:pt>
                <c:pt idx="1267">
                  <c:v>273.22239919523849</c:v>
                </c:pt>
                <c:pt idx="1268">
                  <c:v>266.44200407969379</c:v>
                </c:pt>
                <c:pt idx="1269">
                  <c:v>267.33534523709727</c:v>
                </c:pt>
                <c:pt idx="1270">
                  <c:v>270.10869868946827</c:v>
                </c:pt>
                <c:pt idx="1271">
                  <c:v>272.84712325704868</c:v>
                </c:pt>
                <c:pt idx="1272">
                  <c:v>274.57987537373907</c:v>
                </c:pt>
                <c:pt idx="1273">
                  <c:v>275.58023863414087</c:v>
                </c:pt>
                <c:pt idx="1274">
                  <c:v>275.23094978623521</c:v>
                </c:pt>
                <c:pt idx="1275">
                  <c:v>271.77746108922236</c:v>
                </c:pt>
                <c:pt idx="1276">
                  <c:v>274.55975633609972</c:v>
                </c:pt>
                <c:pt idx="1277">
                  <c:v>275.40475591695309</c:v>
                </c:pt>
                <c:pt idx="1278">
                  <c:v>274.41417274429261</c:v>
                </c:pt>
                <c:pt idx="1279">
                  <c:v>274.07270796658003</c:v>
                </c:pt>
                <c:pt idx="1280">
                  <c:v>268.75178137312429</c:v>
                </c:pt>
                <c:pt idx="1281">
                  <c:v>270.12993545142086</c:v>
                </c:pt>
                <c:pt idx="1282">
                  <c:v>272.6721994020175</c:v>
                </c:pt>
                <c:pt idx="1283">
                  <c:v>274.69779528879201</c:v>
                </c:pt>
                <c:pt idx="1284">
                  <c:v>275.23346466594012</c:v>
                </c:pt>
                <c:pt idx="1285">
                  <c:v>274.48458937603044</c:v>
                </c:pt>
                <c:pt idx="1286">
                  <c:v>273.04496046050247</c:v>
                </c:pt>
                <c:pt idx="1287">
                  <c:v>273.65328191801495</c:v>
                </c:pt>
                <c:pt idx="1288">
                  <c:v>272.58306088803198</c:v>
                </c:pt>
                <c:pt idx="1289">
                  <c:v>268.73920697459971</c:v>
                </c:pt>
                <c:pt idx="1290">
                  <c:v>256.91675748176715</c:v>
                </c:pt>
                <c:pt idx="1291">
                  <c:v>262.11305781429013</c:v>
                </c:pt>
                <c:pt idx="1292">
                  <c:v>260.90815100455472</c:v>
                </c:pt>
                <c:pt idx="1293">
                  <c:v>259.88012406739875</c:v>
                </c:pt>
                <c:pt idx="1294">
                  <c:v>256.66471064911838</c:v>
                </c:pt>
                <c:pt idx="1295">
                  <c:v>256.6289434710929</c:v>
                </c:pt>
                <c:pt idx="1296">
                  <c:v>262.85271187861514</c:v>
                </c:pt>
                <c:pt idx="1297">
                  <c:v>264.41361388213596</c:v>
                </c:pt>
                <c:pt idx="1298">
                  <c:v>267.17886383323554</c:v>
                </c:pt>
                <c:pt idx="1299">
                  <c:v>267.34484589376029</c:v>
                </c:pt>
                <c:pt idx="1300">
                  <c:v>268.67717327521166</c:v>
                </c:pt>
                <c:pt idx="1301">
                  <c:v>273.35093749126781</c:v>
                </c:pt>
                <c:pt idx="1302">
                  <c:v>276.52108307485958</c:v>
                </c:pt>
                <c:pt idx="1303">
                  <c:v>277.95959426607425</c:v>
                </c:pt>
                <c:pt idx="1304">
                  <c:v>277.99927347919635</c:v>
                </c:pt>
                <c:pt idx="1305">
                  <c:v>279.55877832732551</c:v>
                </c:pt>
                <c:pt idx="1306">
                  <c:v>279.66244725738397</c:v>
                </c:pt>
                <c:pt idx="1307">
                  <c:v>278.84259647357976</c:v>
                </c:pt>
                <c:pt idx="1308">
                  <c:v>281.55698996842432</c:v>
                </c:pt>
                <c:pt idx="1309">
                  <c:v>279.80858971134774</c:v>
                </c:pt>
                <c:pt idx="1310">
                  <c:v>275.41285941822451</c:v>
                </c:pt>
                <c:pt idx="1311">
                  <c:v>275.16500405175066</c:v>
                </c:pt>
                <c:pt idx="1312">
                  <c:v>273.8184256853047</c:v>
                </c:pt>
                <c:pt idx="1313">
                  <c:v>272.14882499231561</c:v>
                </c:pt>
                <c:pt idx="1314">
                  <c:v>274.38119987705034</c:v>
                </c:pt>
                <c:pt idx="1315">
                  <c:v>277.27862072819738</c:v>
                </c:pt>
                <c:pt idx="1316">
                  <c:v>279.3858104898427</c:v>
                </c:pt>
                <c:pt idx="1317">
                  <c:v>280.70807835247439</c:v>
                </c:pt>
                <c:pt idx="1318">
                  <c:v>282.91893704417805</c:v>
                </c:pt>
                <c:pt idx="1319">
                  <c:v>284.09450359068933</c:v>
                </c:pt>
                <c:pt idx="1320">
                  <c:v>284.28311956855839</c:v>
                </c:pt>
                <c:pt idx="1321">
                  <c:v>285.66295023332498</c:v>
                </c:pt>
                <c:pt idx="1322">
                  <c:v>284.65727778243502</c:v>
                </c:pt>
                <c:pt idx="1323">
                  <c:v>283.13186352586132</c:v>
                </c:pt>
                <c:pt idx="1324">
                  <c:v>277.61170257356025</c:v>
                </c:pt>
                <c:pt idx="1325">
                  <c:v>279.63394528739485</c:v>
                </c:pt>
                <c:pt idx="1326">
                  <c:v>274.45245480202306</c:v>
                </c:pt>
                <c:pt idx="1327">
                  <c:v>276.8172800178836</c:v>
                </c:pt>
                <c:pt idx="1328">
                  <c:v>277.95232905803789</c:v>
                </c:pt>
                <c:pt idx="1329">
                  <c:v>280.68963590130494</c:v>
                </c:pt>
                <c:pt idx="1330">
                  <c:v>283.386425238215</c:v>
                </c:pt>
                <c:pt idx="1331">
                  <c:v>285.8764355771649</c:v>
                </c:pt>
                <c:pt idx="1332">
                  <c:v>288.40025707659203</c:v>
                </c:pt>
                <c:pt idx="1333">
                  <c:v>289.87760918769385</c:v>
                </c:pt>
                <c:pt idx="1334">
                  <c:v>290.99002431050383</c:v>
                </c:pt>
                <c:pt idx="1335">
                  <c:v>291.54441556989968</c:v>
                </c:pt>
                <c:pt idx="1336">
                  <c:v>292.94743901416717</c:v>
                </c:pt>
                <c:pt idx="1337">
                  <c:v>292.98041188140945</c:v>
                </c:pt>
                <c:pt idx="1338">
                  <c:v>294.86545393578677</c:v>
                </c:pt>
                <c:pt idx="1339">
                  <c:v>292.25584709531398</c:v>
                </c:pt>
                <c:pt idx="1340">
                  <c:v>291.31109061949871</c:v>
                </c:pt>
                <c:pt idx="1341">
                  <c:v>287.40520300667839</c:v>
                </c:pt>
                <c:pt idx="1342">
                  <c:v>288.96359013049431</c:v>
                </c:pt>
                <c:pt idx="1343">
                  <c:v>298.17168245452257</c:v>
                </c:pt>
                <c:pt idx="1344">
                  <c:v>274.68522089026743</c:v>
                </c:pt>
                <c:pt idx="1345">
                  <c:v>286.5101852628049</c:v>
                </c:pt>
                <c:pt idx="1346">
                  <c:v>292.92033419956965</c:v>
                </c:pt>
                <c:pt idx="1347">
                  <c:v>297.28504764299885</c:v>
                </c:pt>
                <c:pt idx="1348">
                  <c:v>297.51446055830331</c:v>
                </c:pt>
                <c:pt idx="1349">
                  <c:v>299.92175929806916</c:v>
                </c:pt>
                <c:pt idx="1350">
                  <c:v>303.04915192667727</c:v>
                </c:pt>
                <c:pt idx="1351">
                  <c:v>305.43074300723725</c:v>
                </c:pt>
                <c:pt idx="1352">
                  <c:v>308.63693519993291</c:v>
                </c:pt>
                <c:pt idx="1353">
                  <c:v>310.11289015564313</c:v>
                </c:pt>
                <c:pt idx="1354">
                  <c:v>307.10425573532285</c:v>
                </c:pt>
                <c:pt idx="1355">
                  <c:v>310.02207505518766</c:v>
                </c:pt>
                <c:pt idx="1356">
                  <c:v>309.77254310224384</c:v>
                </c:pt>
                <c:pt idx="1357">
                  <c:v>310.59910023192782</c:v>
                </c:pt>
                <c:pt idx="1358">
                  <c:v>309.43387263531451</c:v>
                </c:pt>
                <c:pt idx="1359">
                  <c:v>308.74786933802778</c:v>
                </c:pt>
                <c:pt idx="1360">
                  <c:v>309.74515885656803</c:v>
                </c:pt>
                <c:pt idx="1361">
                  <c:v>311.4924413893313</c:v>
                </c:pt>
                <c:pt idx="1362">
                  <c:v>314.59747953167351</c:v>
                </c:pt>
                <c:pt idx="1363">
                  <c:v>312.15078100986392</c:v>
                </c:pt>
                <c:pt idx="1364">
                  <c:v>314.60195042892673</c:v>
                </c:pt>
                <c:pt idx="1365">
                  <c:v>316.41992902450608</c:v>
                </c:pt>
                <c:pt idx="1366">
                  <c:v>319.05133148908817</c:v>
                </c:pt>
                <c:pt idx="1367">
                  <c:v>317.92662139883197</c:v>
                </c:pt>
                <c:pt idx="1368">
                  <c:v>318.98482689244696</c:v>
                </c:pt>
                <c:pt idx="1369">
                  <c:v>318.11076647944788</c:v>
                </c:pt>
                <c:pt idx="1370">
                  <c:v>319.37994243719788</c:v>
                </c:pt>
                <c:pt idx="1371">
                  <c:v>319.52273171822168</c:v>
                </c:pt>
                <c:pt idx="1372">
                  <c:v>322.26478888982035</c:v>
                </c:pt>
                <c:pt idx="1373">
                  <c:v>322.26227401011539</c:v>
                </c:pt>
                <c:pt idx="1374">
                  <c:v>319.17232514600272</c:v>
                </c:pt>
                <c:pt idx="1375">
                  <c:v>312.45033112582786</c:v>
                </c:pt>
                <c:pt idx="1376">
                  <c:v>316.45374018498342</c:v>
                </c:pt>
                <c:pt idx="1377">
                  <c:v>314.55696202531647</c:v>
                </c:pt>
                <c:pt idx="1378">
                  <c:v>317.84027719562971</c:v>
                </c:pt>
                <c:pt idx="1379">
                  <c:v>317.10816777041941</c:v>
                </c:pt>
                <c:pt idx="1380">
                  <c:v>322.84404951518707</c:v>
                </c:pt>
                <c:pt idx="1381">
                  <c:v>326.1634112946042</c:v>
                </c:pt>
                <c:pt idx="1382">
                  <c:v>327.62399754100653</c:v>
                </c:pt>
                <c:pt idx="1383">
                  <c:v>329.67781596669181</c:v>
                </c:pt>
                <c:pt idx="1384">
                  <c:v>326.88071087266326</c:v>
                </c:pt>
                <c:pt idx="1385">
                  <c:v>323.65747338418981</c:v>
                </c:pt>
                <c:pt idx="1386">
                  <c:v>312.16503199485845</c:v>
                </c:pt>
                <c:pt idx="1387">
                  <c:v>310.25540000558863</c:v>
                </c:pt>
                <c:pt idx="1388">
                  <c:v>317.84614524827452</c:v>
                </c:pt>
                <c:pt idx="1389">
                  <c:v>316.76977673456838</c:v>
                </c:pt>
                <c:pt idx="1390">
                  <c:v>319.52608489116159</c:v>
                </c:pt>
                <c:pt idx="1391">
                  <c:v>320.39902757984743</c:v>
                </c:pt>
                <c:pt idx="1392">
                  <c:v>317.88917763433648</c:v>
                </c:pt>
                <c:pt idx="1393">
                  <c:v>316.0200631514237</c:v>
                </c:pt>
                <c:pt idx="1394">
                  <c:v>322.21756503758348</c:v>
                </c:pt>
                <c:pt idx="1395">
                  <c:v>322.80381143990837</c:v>
                </c:pt>
                <c:pt idx="1396">
                  <c:v>325.52519071171093</c:v>
                </c:pt>
                <c:pt idx="1397">
                  <c:v>326.62167826305642</c:v>
                </c:pt>
                <c:pt idx="1398">
                  <c:v>328.86159778690586</c:v>
                </c:pt>
                <c:pt idx="1399">
                  <c:v>327.2434124123285</c:v>
                </c:pt>
                <c:pt idx="1400">
                  <c:v>329.34389582809399</c:v>
                </c:pt>
                <c:pt idx="1401">
                  <c:v>330.95956632296645</c:v>
                </c:pt>
                <c:pt idx="1402">
                  <c:v>330.54684662028114</c:v>
                </c:pt>
                <c:pt idx="1403">
                  <c:v>329.08011289015565</c:v>
                </c:pt>
                <c:pt idx="1404">
                  <c:v>331.33065079498141</c:v>
                </c:pt>
                <c:pt idx="1405">
                  <c:v>330.58177550507168</c:v>
                </c:pt>
                <c:pt idx="1406">
                  <c:v>331.39324335652611</c:v>
                </c:pt>
                <c:pt idx="1407">
                  <c:v>330.97884706737079</c:v>
                </c:pt>
                <c:pt idx="1408">
                  <c:v>332.23516919551793</c:v>
                </c:pt>
                <c:pt idx="1409">
                  <c:v>326.94525945175621</c:v>
                </c:pt>
                <c:pt idx="1410">
                  <c:v>326.0815379886551</c:v>
                </c:pt>
                <c:pt idx="1411">
                  <c:v>329.94690809511837</c:v>
                </c:pt>
                <c:pt idx="1412">
                  <c:v>329.38245731690279</c:v>
                </c:pt>
                <c:pt idx="1413">
                  <c:v>333.30706681197086</c:v>
                </c:pt>
                <c:pt idx="1414">
                  <c:v>335.50758655377655</c:v>
                </c:pt>
                <c:pt idx="1415">
                  <c:v>336.76893844133343</c:v>
                </c:pt>
                <c:pt idx="1416">
                  <c:v>336.3274373375807</c:v>
                </c:pt>
                <c:pt idx="1417">
                  <c:v>333.93606616927934</c:v>
                </c:pt>
                <c:pt idx="1418">
                  <c:v>331.6953083521949</c:v>
                </c:pt>
                <c:pt idx="1419">
                  <c:v>336.48419817252073</c:v>
                </c:pt>
                <c:pt idx="1420">
                  <c:v>339.29862799340543</c:v>
                </c:pt>
                <c:pt idx="1421">
                  <c:v>340.07209321820773</c:v>
                </c:pt>
                <c:pt idx="1422">
                  <c:v>337.91684131109065</c:v>
                </c:pt>
                <c:pt idx="1423">
                  <c:v>337.9391957973566</c:v>
                </c:pt>
                <c:pt idx="1424">
                  <c:v>337.44739709950539</c:v>
                </c:pt>
                <c:pt idx="1425">
                  <c:v>336.17682398636379</c:v>
                </c:pt>
                <c:pt idx="1426">
                  <c:v>337.31969709671114</c:v>
                </c:pt>
                <c:pt idx="1427">
                  <c:v>329.86671137563917</c:v>
                </c:pt>
                <c:pt idx="1428">
                  <c:v>326.79157235867768</c:v>
                </c:pt>
                <c:pt idx="1429">
                  <c:v>320.22913348422605</c:v>
                </c:pt>
                <c:pt idx="1430">
                  <c:v>327.13499315393858</c:v>
                </c:pt>
                <c:pt idx="1431">
                  <c:v>330.30234442674714</c:v>
                </c:pt>
                <c:pt idx="1432">
                  <c:v>329.37016234945651</c:v>
                </c:pt>
                <c:pt idx="1433">
                  <c:v>330.91737223013939</c:v>
                </c:pt>
                <c:pt idx="1434">
                  <c:v>332.3298963310699</c:v>
                </c:pt>
                <c:pt idx="1435">
                  <c:v>333.04412216726746</c:v>
                </c:pt>
                <c:pt idx="1436">
                  <c:v>332.25389107776567</c:v>
                </c:pt>
                <c:pt idx="1437">
                  <c:v>326.74406907536257</c:v>
                </c:pt>
                <c:pt idx="1438">
                  <c:v>327.76790454634363</c:v>
                </c:pt>
                <c:pt idx="1439">
                  <c:v>322.33883812557633</c:v>
                </c:pt>
                <c:pt idx="1440">
                  <c:v>313.93550730712269</c:v>
                </c:pt>
                <c:pt idx="1441">
                  <c:v>315.94461676027612</c:v>
                </c:pt>
                <c:pt idx="1442">
                  <c:v>314.9174281163551</c:v>
                </c:pt>
                <c:pt idx="1443">
                  <c:v>308.92754352139042</c:v>
                </c:pt>
                <c:pt idx="1444">
                  <c:v>311.49076480286135</c:v>
                </c:pt>
                <c:pt idx="1445">
                  <c:v>314.3672283231341</c:v>
                </c:pt>
                <c:pt idx="1446">
                  <c:v>314.85874758990695</c:v>
                </c:pt>
                <c:pt idx="1447">
                  <c:v>313.59348366725345</c:v>
                </c:pt>
                <c:pt idx="1448">
                  <c:v>315.7350434515327</c:v>
                </c:pt>
                <c:pt idx="1449">
                  <c:v>311.75873920697461</c:v>
                </c:pt>
                <c:pt idx="1450">
                  <c:v>313.60801408332634</c:v>
                </c:pt>
                <c:pt idx="1451">
                  <c:v>320.53986084332303</c:v>
                </c:pt>
                <c:pt idx="1452">
                  <c:v>319.1614273339481</c:v>
                </c:pt>
                <c:pt idx="1453">
                  <c:v>314.93000251487967</c:v>
                </c:pt>
                <c:pt idx="1454">
                  <c:v>312.14547181937576</c:v>
                </c:pt>
                <c:pt idx="1455">
                  <c:v>308.81325621035575</c:v>
                </c:pt>
                <c:pt idx="1456">
                  <c:v>300.67259060552715</c:v>
                </c:pt>
                <c:pt idx="1457">
                  <c:v>302.02643418000952</c:v>
                </c:pt>
                <c:pt idx="1458">
                  <c:v>302.0359348366726</c:v>
                </c:pt>
                <c:pt idx="1459">
                  <c:v>304.84952636432223</c:v>
                </c:pt>
                <c:pt idx="1460">
                  <c:v>303.9391399111409</c:v>
                </c:pt>
                <c:pt idx="1461">
                  <c:v>307.46835443037975</c:v>
                </c:pt>
                <c:pt idx="1462">
                  <c:v>312.40701930868755</c:v>
                </c:pt>
                <c:pt idx="1463">
                  <c:v>312.48442171738338</c:v>
                </c:pt>
                <c:pt idx="1464">
                  <c:v>314.48486880710874</c:v>
                </c:pt>
                <c:pt idx="1465">
                  <c:v>314.64358565959702</c:v>
                </c:pt>
                <c:pt idx="1466">
                  <c:v>315.15717998155759</c:v>
                </c:pt>
                <c:pt idx="1467">
                  <c:v>318.55617961829716</c:v>
                </c:pt>
                <c:pt idx="1468">
                  <c:v>321.39603766730937</c:v>
                </c:pt>
                <c:pt idx="1469">
                  <c:v>324.76821192052984</c:v>
                </c:pt>
                <c:pt idx="1470">
                  <c:v>326.60770670914019</c:v>
                </c:pt>
                <c:pt idx="1471">
                  <c:v>328.07779361220554</c:v>
                </c:pt>
                <c:pt idx="1472">
                  <c:v>329.72168664598877</c:v>
                </c:pt>
                <c:pt idx="1473">
                  <c:v>330.48537178304974</c:v>
                </c:pt>
                <c:pt idx="1474">
                  <c:v>331.36585911085029</c:v>
                </c:pt>
                <c:pt idx="1475">
                  <c:v>329.84994551093968</c:v>
                </c:pt>
                <c:pt idx="1476">
                  <c:v>329.68144857071007</c:v>
                </c:pt>
                <c:pt idx="1477">
                  <c:v>332.20471120798061</c:v>
                </c:pt>
                <c:pt idx="1478">
                  <c:v>330.29815296057228</c:v>
                </c:pt>
                <c:pt idx="1479">
                  <c:v>328.1820214044206</c:v>
                </c:pt>
                <c:pt idx="1480">
                  <c:v>327.24872160281666</c:v>
                </c:pt>
                <c:pt idx="1481">
                  <c:v>318.03029032889037</c:v>
                </c:pt>
                <c:pt idx="1482">
                  <c:v>319.07061223349262</c:v>
                </c:pt>
                <c:pt idx="1483">
                  <c:v>318.87501047866544</c:v>
                </c:pt>
                <c:pt idx="1484">
                  <c:v>319.25391902087352</c:v>
                </c:pt>
                <c:pt idx="1485">
                  <c:v>318.43853913432253</c:v>
                </c:pt>
                <c:pt idx="1486">
                  <c:v>319.61187023220725</c:v>
                </c:pt>
                <c:pt idx="1487">
                  <c:v>319.66607986140218</c:v>
                </c:pt>
                <c:pt idx="1488">
                  <c:v>321.07133875429628</c:v>
                </c:pt>
                <c:pt idx="1489">
                  <c:v>324.74473970995052</c:v>
                </c:pt>
                <c:pt idx="1490">
                  <c:v>323.75471539944675</c:v>
                </c:pt>
                <c:pt idx="1491">
                  <c:v>315.01355240729873</c:v>
                </c:pt>
                <c:pt idx="1492">
                  <c:v>317.82099645122531</c:v>
                </c:pt>
                <c:pt idx="1493">
                  <c:v>314.47508871936736</c:v>
                </c:pt>
                <c:pt idx="1494">
                  <c:v>311.54273898342973</c:v>
                </c:pt>
                <c:pt idx="1495">
                  <c:v>305.05909967306565</c:v>
                </c:pt>
                <c:pt idx="1496">
                  <c:v>292.79011931707043</c:v>
                </c:pt>
                <c:pt idx="1497">
                  <c:v>299.97764551373405</c:v>
                </c:pt>
                <c:pt idx="1498">
                  <c:v>301.22111381227819</c:v>
                </c:pt>
                <c:pt idx="1499">
                  <c:v>304.48933970436195</c:v>
                </c:pt>
                <c:pt idx="1500">
                  <c:v>305.1814904853718</c:v>
                </c:pt>
                <c:pt idx="1501">
                  <c:v>307.96769776734567</c:v>
                </c:pt>
                <c:pt idx="1502">
                  <c:v>300.86316260094446</c:v>
                </c:pt>
                <c:pt idx="1503">
                  <c:v>296.83125157179984</c:v>
                </c:pt>
                <c:pt idx="1504">
                  <c:v>302.33799983234132</c:v>
                </c:pt>
                <c:pt idx="1505">
                  <c:v>297.66647106491183</c:v>
                </c:pt>
                <c:pt idx="1506">
                  <c:v>289.4676837957918</c:v>
                </c:pt>
                <c:pt idx="1507">
                  <c:v>287.97859557940029</c:v>
                </c:pt>
                <c:pt idx="1508">
                  <c:v>294.62570207058428</c:v>
                </c:pt>
                <c:pt idx="1509">
                  <c:v>294.59999441137847</c:v>
                </c:pt>
                <c:pt idx="1510">
                  <c:v>300.17715930365773</c:v>
                </c:pt>
                <c:pt idx="1511">
                  <c:v>298.91385139855259</c:v>
                </c:pt>
                <c:pt idx="1512">
                  <c:v>296.13435046245849</c:v>
                </c:pt>
                <c:pt idx="1513">
                  <c:v>300.74496325481323</c:v>
                </c:pt>
                <c:pt idx="1514">
                  <c:v>302.79626680079355</c:v>
                </c:pt>
                <c:pt idx="1515">
                  <c:v>298.99600413557994</c:v>
                </c:pt>
                <c:pt idx="1516">
                  <c:v>299.60125185123093</c:v>
                </c:pt>
                <c:pt idx="1517">
                  <c:v>293.24084164640794</c:v>
                </c:pt>
                <c:pt idx="1518">
                  <c:v>284.39349484449662</c:v>
                </c:pt>
                <c:pt idx="1519">
                  <c:v>283.65831167742476</c:v>
                </c:pt>
                <c:pt idx="1520">
                  <c:v>284.35577164892277</c:v>
                </c:pt>
                <c:pt idx="1521">
                  <c:v>277.49825355576047</c:v>
                </c:pt>
                <c:pt idx="1522">
                  <c:v>278.59194679632265</c:v>
                </c:pt>
                <c:pt idx="1523">
                  <c:v>278.04202643418</c:v>
                </c:pt>
                <c:pt idx="1524">
                  <c:v>282.37767904546342</c:v>
                </c:pt>
                <c:pt idx="1525">
                  <c:v>285.93511610361304</c:v>
                </c:pt>
                <c:pt idx="1526">
                  <c:v>282.14826613015902</c:v>
                </c:pt>
                <c:pt idx="1527">
                  <c:v>279.50428926705229</c:v>
                </c:pt>
                <c:pt idx="1528">
                  <c:v>277.76650739095203</c:v>
                </c:pt>
                <c:pt idx="1529">
                  <c:v>274.60670075725824</c:v>
                </c:pt>
                <c:pt idx="1530">
                  <c:v>267.77992008271156</c:v>
                </c:pt>
                <c:pt idx="1531">
                  <c:v>268.16525553972116</c:v>
                </c:pt>
                <c:pt idx="1532">
                  <c:v>268.29770587084693</c:v>
                </c:pt>
                <c:pt idx="1533">
                  <c:v>274.78330119875932</c:v>
                </c:pt>
                <c:pt idx="1534">
                  <c:v>275.78785592533598</c:v>
                </c:pt>
                <c:pt idx="1535">
                  <c:v>274.90764802861372</c:v>
                </c:pt>
                <c:pt idx="1536">
                  <c:v>270.71338754296249</c:v>
                </c:pt>
                <c:pt idx="1537">
                  <c:v>272.51655629139071</c:v>
                </c:pt>
                <c:pt idx="1538">
                  <c:v>270.97325844580433</c:v>
                </c:pt>
                <c:pt idx="1539">
                  <c:v>268.95297174951793</c:v>
                </c:pt>
                <c:pt idx="1540">
                  <c:v>270.8346606309554</c:v>
                </c:pt>
                <c:pt idx="1541">
                  <c:v>276.73121524575964</c:v>
                </c:pt>
                <c:pt idx="1542">
                  <c:v>283.99754100651074</c:v>
                </c:pt>
                <c:pt idx="1543">
                  <c:v>285.82669684522313</c:v>
                </c:pt>
                <c:pt idx="1544">
                  <c:v>289.7742196887138</c:v>
                </c:pt>
                <c:pt idx="1545">
                  <c:v>293.53703858943192</c:v>
                </c:pt>
                <c:pt idx="1546">
                  <c:v>290.43926565512612</c:v>
                </c:pt>
                <c:pt idx="1547">
                  <c:v>288.6307877162098</c:v>
                </c:pt>
                <c:pt idx="1548">
                  <c:v>289.71078883393415</c:v>
                </c:pt>
                <c:pt idx="1549">
                  <c:v>288.7766507390952</c:v>
                </c:pt>
              </c:numCache>
            </c:numRef>
          </c:val>
          <c:smooth val="0"/>
          <c:extLst>
            <c:ext xmlns:c16="http://schemas.microsoft.com/office/drawing/2014/chart" uri="{C3380CC4-5D6E-409C-BE32-E72D297353CC}">
              <c16:uniqueId val="{00000001-C9F5-7A4A-B402-9C2ABB2F5BCB}"/>
            </c:ext>
          </c:extLst>
        </c:ser>
        <c:ser>
          <c:idx val="2"/>
          <c:order val="2"/>
          <c:tx>
            <c:strRef>
              <c:f>'Capital Markets Data'!$BS$3:$BS$5</c:f>
              <c:strCache>
                <c:ptCount val="3"/>
                <c:pt idx="0">
                  <c:v>NIFTY SMALLCAP 100</c:v>
                </c:pt>
                <c:pt idx="2">
                  <c:v>Close</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'Capital Markets Data'!$BP$6:$BP$1555</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'Capital Markets Data'!$BS$6:$BS$1555</c:f>
              <c:numCache>
                <c:formatCode>_(* #,##0_);_(* \(#,##0\);_(* "-"??_);_(@_)</c:formatCode>
                <c:ptCount val="1550"/>
                <c:pt idx="0">
                  <c:v>100</c:v>
                </c:pt>
                <c:pt idx="1">
                  <c:v>98.980938925816986</c:v>
                </c:pt>
                <c:pt idx="2">
                  <c:v>98.167234098401153</c:v>
                </c:pt>
                <c:pt idx="3">
                  <c:v>98.534713697879255</c:v>
                </c:pt>
                <c:pt idx="4">
                  <c:v>98.624267549852931</c:v>
                </c:pt>
                <c:pt idx="5">
                  <c:v>98.871312658745779</c:v>
                </c:pt>
                <c:pt idx="6">
                  <c:v>98.652060124603366</c:v>
                </c:pt>
                <c:pt idx="7">
                  <c:v>99.04656028286665</c:v>
                </c:pt>
                <c:pt idx="8">
                  <c:v>98.760914375709291</c:v>
                </c:pt>
                <c:pt idx="9">
                  <c:v>98.473724436621353</c:v>
                </c:pt>
                <c:pt idx="10">
                  <c:v>99.582339362778015</c:v>
                </c:pt>
                <c:pt idx="11">
                  <c:v>99.671893214751677</c:v>
                </c:pt>
                <c:pt idx="12">
                  <c:v>99.439516409199342</c:v>
                </c:pt>
                <c:pt idx="13">
                  <c:v>98.373362361133616</c:v>
                </c:pt>
                <c:pt idx="14">
                  <c:v>97.470875697709431</c:v>
                </c:pt>
                <c:pt idx="15">
                  <c:v>97.251623163567018</c:v>
                </c:pt>
                <c:pt idx="16">
                  <c:v>96.983733623611329</c:v>
                </c:pt>
                <c:pt idx="17">
                  <c:v>96.624746199751414</c:v>
                </c:pt>
                <c:pt idx="18">
                  <c:v>95.083030317066957</c:v>
                </c:pt>
                <c:pt idx="19">
                  <c:v>93.41007172028317</c:v>
                </c:pt>
                <c:pt idx="20">
                  <c:v>93.573739104924698</c:v>
                </c:pt>
                <c:pt idx="21">
                  <c:v>94.12109842431542</c:v>
                </c:pt>
                <c:pt idx="22">
                  <c:v>94.694706286525999</c:v>
                </c:pt>
                <c:pt idx="23">
                  <c:v>94.786576186395521</c:v>
                </c:pt>
                <c:pt idx="24">
                  <c:v>93.317429804448352</c:v>
                </c:pt>
                <c:pt idx="25">
                  <c:v>92.018898950830291</c:v>
                </c:pt>
                <c:pt idx="26">
                  <c:v>92.450455875427508</c:v>
                </c:pt>
                <c:pt idx="27">
                  <c:v>93.10666944592414</c:v>
                </c:pt>
                <c:pt idx="28">
                  <c:v>91.585797994302524</c:v>
                </c:pt>
                <c:pt idx="29">
                  <c:v>89.939087940338595</c:v>
                </c:pt>
                <c:pt idx="30">
                  <c:v>89.640317761771314</c:v>
                </c:pt>
                <c:pt idx="31">
                  <c:v>88.876793972099335</c:v>
                </c:pt>
                <c:pt idx="32">
                  <c:v>89.460438041858708</c:v>
                </c:pt>
                <c:pt idx="33">
                  <c:v>88.431340760126915</c:v>
                </c:pt>
                <c:pt idx="34">
                  <c:v>87.563594815140775</c:v>
                </c:pt>
                <c:pt idx="35">
                  <c:v>87.790567508936093</c:v>
                </c:pt>
                <c:pt idx="36">
                  <c:v>88.716986667284274</c:v>
                </c:pt>
                <c:pt idx="37">
                  <c:v>89.994673089839495</c:v>
                </c:pt>
                <c:pt idx="38">
                  <c:v>90.773637198817269</c:v>
                </c:pt>
                <c:pt idx="39">
                  <c:v>91.459959391960226</c:v>
                </c:pt>
                <c:pt idx="40">
                  <c:v>90.75124873582385</c:v>
                </c:pt>
                <c:pt idx="41">
                  <c:v>90.928812407840596</c:v>
                </c:pt>
                <c:pt idx="42">
                  <c:v>91.628258872393488</c:v>
                </c:pt>
                <c:pt idx="43">
                  <c:v>94.102570041148454</c:v>
                </c:pt>
                <c:pt idx="44">
                  <c:v>97.809790706471802</c:v>
                </c:pt>
                <c:pt idx="45">
                  <c:v>98.520817410504051</c:v>
                </c:pt>
                <c:pt idx="46">
                  <c:v>98.18113038577637</c:v>
                </c:pt>
                <c:pt idx="47">
                  <c:v>98.046027591850589</c:v>
                </c:pt>
                <c:pt idx="48">
                  <c:v>100.37905983895747</c:v>
                </c:pt>
                <c:pt idx="49">
                  <c:v>101.68145077240196</c:v>
                </c:pt>
                <c:pt idx="50">
                  <c:v>101.46528630212073</c:v>
                </c:pt>
                <c:pt idx="51">
                  <c:v>101.41973736016861</c:v>
                </c:pt>
                <c:pt idx="52">
                  <c:v>100.91252287097296</c:v>
                </c:pt>
                <c:pt idx="53">
                  <c:v>101.06074993630867</c:v>
                </c:pt>
                <c:pt idx="54">
                  <c:v>102.07209085083879</c:v>
                </c:pt>
                <c:pt idx="55">
                  <c:v>101.76328446472273</c:v>
                </c:pt>
                <c:pt idx="56">
                  <c:v>100.99667261118961</c:v>
                </c:pt>
                <c:pt idx="57">
                  <c:v>99.37775513197613</c:v>
                </c:pt>
                <c:pt idx="58">
                  <c:v>100.52805892025847</c:v>
                </c:pt>
                <c:pt idx="59">
                  <c:v>101.77872478402854</c:v>
                </c:pt>
                <c:pt idx="60">
                  <c:v>102.73448054905774</c:v>
                </c:pt>
                <c:pt idx="61">
                  <c:v>103.02630258393744</c:v>
                </c:pt>
                <c:pt idx="62">
                  <c:v>104.03455543460638</c:v>
                </c:pt>
                <c:pt idx="63">
                  <c:v>103.81530290046396</c:v>
                </c:pt>
                <c:pt idx="64">
                  <c:v>102.70359991044613</c:v>
                </c:pt>
                <c:pt idx="65">
                  <c:v>102.21800186827863</c:v>
                </c:pt>
                <c:pt idx="66">
                  <c:v>103.23937899035754</c:v>
                </c:pt>
                <c:pt idx="67">
                  <c:v>102.6827554793833</c:v>
                </c:pt>
                <c:pt idx="68">
                  <c:v>102.7699932834611</c:v>
                </c:pt>
                <c:pt idx="69">
                  <c:v>103.1004161166053</c:v>
                </c:pt>
                <c:pt idx="70">
                  <c:v>103.36212952883865</c:v>
                </c:pt>
                <c:pt idx="71">
                  <c:v>104.07084018497501</c:v>
                </c:pt>
                <c:pt idx="72">
                  <c:v>104.72782577143695</c:v>
                </c:pt>
                <c:pt idx="73">
                  <c:v>104.72396569161052</c:v>
                </c:pt>
                <c:pt idx="74">
                  <c:v>103.13206877118218</c:v>
                </c:pt>
                <c:pt idx="75">
                  <c:v>101.31242714099326</c:v>
                </c:pt>
                <c:pt idx="76">
                  <c:v>100.66470574611483</c:v>
                </c:pt>
                <c:pt idx="77">
                  <c:v>101.45602211053726</c:v>
                </c:pt>
                <c:pt idx="78">
                  <c:v>101.47763855756537</c:v>
                </c:pt>
                <c:pt idx="79">
                  <c:v>101.36878430645946</c:v>
                </c:pt>
                <c:pt idx="80">
                  <c:v>99.86103712624778</c:v>
                </c:pt>
                <c:pt idx="81">
                  <c:v>99.859493094317187</c:v>
                </c:pt>
                <c:pt idx="82">
                  <c:v>99.852544950629579</c:v>
                </c:pt>
                <c:pt idx="83">
                  <c:v>98.909141441044994</c:v>
                </c:pt>
                <c:pt idx="84">
                  <c:v>97.941805436536427</c:v>
                </c:pt>
                <c:pt idx="85">
                  <c:v>96.688823524870486</c:v>
                </c:pt>
                <c:pt idx="86">
                  <c:v>96.2333341053493</c:v>
                </c:pt>
                <c:pt idx="87">
                  <c:v>96.780693424740022</c:v>
                </c:pt>
                <c:pt idx="88">
                  <c:v>94.177455589781587</c:v>
                </c:pt>
                <c:pt idx="89">
                  <c:v>94.84679343168817</c:v>
                </c:pt>
                <c:pt idx="90">
                  <c:v>93.701121739197575</c:v>
                </c:pt>
                <c:pt idx="91">
                  <c:v>94.244620978761844</c:v>
                </c:pt>
                <c:pt idx="92">
                  <c:v>94.741027244443416</c:v>
                </c:pt>
                <c:pt idx="93">
                  <c:v>99.108321560089863</c:v>
                </c:pt>
                <c:pt idx="94">
                  <c:v>98.230539407554943</c:v>
                </c:pt>
                <c:pt idx="95">
                  <c:v>98.677536651457942</c:v>
                </c:pt>
                <c:pt idx="96">
                  <c:v>98.479900564343666</c:v>
                </c:pt>
                <c:pt idx="97">
                  <c:v>101.11401903791371</c:v>
                </c:pt>
                <c:pt idx="98">
                  <c:v>102.76844925153053</c:v>
                </c:pt>
                <c:pt idx="99">
                  <c:v>102.61404605847248</c:v>
                </c:pt>
                <c:pt idx="100">
                  <c:v>101.92849588129482</c:v>
                </c:pt>
                <c:pt idx="101">
                  <c:v>102.31295983200933</c:v>
                </c:pt>
                <c:pt idx="102">
                  <c:v>101.10861492615668</c:v>
                </c:pt>
                <c:pt idx="103">
                  <c:v>101.38962873752229</c:v>
                </c:pt>
                <c:pt idx="104">
                  <c:v>101.22673336884607</c:v>
                </c:pt>
                <c:pt idx="105">
                  <c:v>99.339926349676915</c:v>
                </c:pt>
                <c:pt idx="106">
                  <c:v>99.308273695100013</c:v>
                </c:pt>
                <c:pt idx="107">
                  <c:v>98.790250982390319</c:v>
                </c:pt>
                <c:pt idx="108">
                  <c:v>98.89215708980862</c:v>
                </c:pt>
                <c:pt idx="109">
                  <c:v>98.652060124603366</c:v>
                </c:pt>
                <c:pt idx="110">
                  <c:v>98.027499208683636</c:v>
                </c:pt>
                <c:pt idx="111">
                  <c:v>97.244675019879409</c:v>
                </c:pt>
                <c:pt idx="112">
                  <c:v>95.707591232986701</c:v>
                </c:pt>
                <c:pt idx="113">
                  <c:v>95.460546124093852</c:v>
                </c:pt>
                <c:pt idx="114">
                  <c:v>93.709613914815748</c:v>
                </c:pt>
                <c:pt idx="115">
                  <c:v>95.136299418671982</c:v>
                </c:pt>
                <c:pt idx="116">
                  <c:v>94.898518501362602</c:v>
                </c:pt>
                <c:pt idx="117">
                  <c:v>94.532582933815064</c:v>
                </c:pt>
                <c:pt idx="118">
                  <c:v>95.133211354810825</c:v>
                </c:pt>
                <c:pt idx="119">
                  <c:v>95.846554106738921</c:v>
                </c:pt>
                <c:pt idx="120">
                  <c:v>95.927615783094396</c:v>
                </c:pt>
                <c:pt idx="121">
                  <c:v>95.732295743875966</c:v>
                </c:pt>
                <c:pt idx="122">
                  <c:v>96.29355135064192</c:v>
                </c:pt>
                <c:pt idx="123">
                  <c:v>96.218665802008772</c:v>
                </c:pt>
                <c:pt idx="124">
                  <c:v>96.552948714979422</c:v>
                </c:pt>
                <c:pt idx="125">
                  <c:v>97.020790389945262</c:v>
                </c:pt>
                <c:pt idx="126">
                  <c:v>95.736155823702433</c:v>
                </c:pt>
                <c:pt idx="127">
                  <c:v>93.474149045402257</c:v>
                </c:pt>
                <c:pt idx="128">
                  <c:v>93.836996549088624</c:v>
                </c:pt>
                <c:pt idx="129">
                  <c:v>93.204715473515989</c:v>
                </c:pt>
                <c:pt idx="130">
                  <c:v>93.51352185963205</c:v>
                </c:pt>
                <c:pt idx="131">
                  <c:v>93.823100261713407</c:v>
                </c:pt>
                <c:pt idx="132">
                  <c:v>93.156078467702713</c:v>
                </c:pt>
                <c:pt idx="133">
                  <c:v>93.238684175988752</c:v>
                </c:pt>
                <c:pt idx="134">
                  <c:v>93.032555913256289</c:v>
                </c:pt>
                <c:pt idx="135">
                  <c:v>92.035883302066679</c:v>
                </c:pt>
                <c:pt idx="136">
                  <c:v>90.397665423720952</c:v>
                </c:pt>
                <c:pt idx="137">
                  <c:v>88.980244111448229</c:v>
                </c:pt>
                <c:pt idx="138">
                  <c:v>89.401764828496638</c:v>
                </c:pt>
                <c:pt idx="139">
                  <c:v>88.10477800680917</c:v>
                </c:pt>
                <c:pt idx="140">
                  <c:v>88.175803475615879</c:v>
                </c:pt>
                <c:pt idx="141">
                  <c:v>88.134114613490212</c:v>
                </c:pt>
                <c:pt idx="142">
                  <c:v>87.14902224177996</c:v>
                </c:pt>
                <c:pt idx="143">
                  <c:v>84.905543846646751</c:v>
                </c:pt>
                <c:pt idx="144">
                  <c:v>85.254495062957901</c:v>
                </c:pt>
                <c:pt idx="145">
                  <c:v>84.233117940879012</c:v>
                </c:pt>
                <c:pt idx="146">
                  <c:v>83.958280257235714</c:v>
                </c:pt>
                <c:pt idx="147">
                  <c:v>82.263705213423819</c:v>
                </c:pt>
                <c:pt idx="148">
                  <c:v>83.729763531509832</c:v>
                </c:pt>
                <c:pt idx="149">
                  <c:v>83.246481537238196</c:v>
                </c:pt>
                <c:pt idx="150">
                  <c:v>84.081802811682152</c:v>
                </c:pt>
                <c:pt idx="151">
                  <c:v>84.939512549119513</c:v>
                </c:pt>
                <c:pt idx="152">
                  <c:v>83.577676386347662</c:v>
                </c:pt>
                <c:pt idx="153">
                  <c:v>84.139704009078912</c:v>
                </c:pt>
                <c:pt idx="154">
                  <c:v>84.392925245694087</c:v>
                </c:pt>
                <c:pt idx="155">
                  <c:v>84.778933228339156</c:v>
                </c:pt>
                <c:pt idx="156">
                  <c:v>84.253190355976557</c:v>
                </c:pt>
                <c:pt idx="157">
                  <c:v>82.638904972554826</c:v>
                </c:pt>
                <c:pt idx="158">
                  <c:v>80.400058673213366</c:v>
                </c:pt>
                <c:pt idx="159">
                  <c:v>80.958998232083445</c:v>
                </c:pt>
                <c:pt idx="160">
                  <c:v>82.852753394940208</c:v>
                </c:pt>
                <c:pt idx="161">
                  <c:v>84.345060255846079</c:v>
                </c:pt>
                <c:pt idx="162">
                  <c:v>83.797700936455371</c:v>
                </c:pt>
                <c:pt idx="163">
                  <c:v>83.068917865221451</c:v>
                </c:pt>
                <c:pt idx="164">
                  <c:v>84.087206923439169</c:v>
                </c:pt>
                <c:pt idx="165">
                  <c:v>82.527734673553041</c:v>
                </c:pt>
                <c:pt idx="166">
                  <c:v>82.669785611166432</c:v>
                </c:pt>
                <c:pt idx="167">
                  <c:v>83.328315229558953</c:v>
                </c:pt>
                <c:pt idx="168">
                  <c:v>84.06481846044575</c:v>
                </c:pt>
                <c:pt idx="169">
                  <c:v>84.610633747905908</c:v>
                </c:pt>
                <c:pt idx="170">
                  <c:v>85.869019771328865</c:v>
                </c:pt>
                <c:pt idx="171">
                  <c:v>86.124557055839915</c:v>
                </c:pt>
                <c:pt idx="172">
                  <c:v>86.75452208351669</c:v>
                </c:pt>
                <c:pt idx="173">
                  <c:v>86.766102322996034</c:v>
                </c:pt>
                <c:pt idx="174">
                  <c:v>84.880839335757457</c:v>
                </c:pt>
                <c:pt idx="175">
                  <c:v>85.097775822003996</c:v>
                </c:pt>
                <c:pt idx="176">
                  <c:v>83.8501980220951</c:v>
                </c:pt>
                <c:pt idx="177">
                  <c:v>87.138214018265899</c:v>
                </c:pt>
                <c:pt idx="178">
                  <c:v>89.973828658776654</c:v>
                </c:pt>
                <c:pt idx="179">
                  <c:v>90.011657441075883</c:v>
                </c:pt>
                <c:pt idx="180">
                  <c:v>88.255321120040747</c:v>
                </c:pt>
                <c:pt idx="181">
                  <c:v>88.795732295743875</c:v>
                </c:pt>
                <c:pt idx="182">
                  <c:v>87.75659880646333</c:v>
                </c:pt>
                <c:pt idx="183">
                  <c:v>86.369286116836889</c:v>
                </c:pt>
                <c:pt idx="184">
                  <c:v>84.808269835020184</c:v>
                </c:pt>
                <c:pt idx="185">
                  <c:v>84.625302051246422</c:v>
                </c:pt>
                <c:pt idx="186">
                  <c:v>83.63789363164031</c:v>
                </c:pt>
                <c:pt idx="187">
                  <c:v>82.591811998672142</c:v>
                </c:pt>
                <c:pt idx="188">
                  <c:v>83.318279022010159</c:v>
                </c:pt>
                <c:pt idx="189">
                  <c:v>82.926094911642764</c:v>
                </c:pt>
                <c:pt idx="190">
                  <c:v>83.356107804309403</c:v>
                </c:pt>
                <c:pt idx="191">
                  <c:v>83.401656746261509</c:v>
                </c:pt>
                <c:pt idx="192">
                  <c:v>83.506650917540981</c:v>
                </c:pt>
                <c:pt idx="193">
                  <c:v>83.814685287691745</c:v>
                </c:pt>
                <c:pt idx="194">
                  <c:v>84.500235464869405</c:v>
                </c:pt>
                <c:pt idx="195">
                  <c:v>85.964749751024854</c:v>
                </c:pt>
                <c:pt idx="196">
                  <c:v>86.836355775837433</c:v>
                </c:pt>
                <c:pt idx="197">
                  <c:v>87.118141603168354</c:v>
                </c:pt>
                <c:pt idx="198">
                  <c:v>86.71128918946043</c:v>
                </c:pt>
                <c:pt idx="199">
                  <c:v>86.44803174529649</c:v>
                </c:pt>
                <c:pt idx="200">
                  <c:v>87.470952899305971</c:v>
                </c:pt>
                <c:pt idx="201">
                  <c:v>88.126394453837307</c:v>
                </c:pt>
                <c:pt idx="202">
                  <c:v>88.437516887849227</c:v>
                </c:pt>
                <c:pt idx="203">
                  <c:v>88.706178443770227</c:v>
                </c:pt>
                <c:pt idx="204">
                  <c:v>89.390184589017295</c:v>
                </c:pt>
                <c:pt idx="205">
                  <c:v>89.51679520732489</c:v>
                </c:pt>
                <c:pt idx="206">
                  <c:v>88.761763593271098</c:v>
                </c:pt>
                <c:pt idx="207">
                  <c:v>88.541739043163403</c:v>
                </c:pt>
                <c:pt idx="208">
                  <c:v>88.961715728281249</c:v>
                </c:pt>
                <c:pt idx="209">
                  <c:v>88.675297805158621</c:v>
                </c:pt>
                <c:pt idx="210">
                  <c:v>88.666033613575124</c:v>
                </c:pt>
                <c:pt idx="211">
                  <c:v>87.837660482818791</c:v>
                </c:pt>
                <c:pt idx="212">
                  <c:v>87.783619365248484</c:v>
                </c:pt>
                <c:pt idx="213">
                  <c:v>87.627672140259861</c:v>
                </c:pt>
                <c:pt idx="214">
                  <c:v>87.830712339131168</c:v>
                </c:pt>
                <c:pt idx="215">
                  <c:v>88.157275092448913</c:v>
                </c:pt>
                <c:pt idx="216">
                  <c:v>88.258409183901932</c:v>
                </c:pt>
                <c:pt idx="217">
                  <c:v>88.101689942948013</c:v>
                </c:pt>
                <c:pt idx="218">
                  <c:v>88.035296569933067</c:v>
                </c:pt>
                <c:pt idx="219">
                  <c:v>88.698458284117322</c:v>
                </c:pt>
                <c:pt idx="220">
                  <c:v>88.33020666867391</c:v>
                </c:pt>
                <c:pt idx="221">
                  <c:v>88.363403355181376</c:v>
                </c:pt>
                <c:pt idx="222">
                  <c:v>88.949363472836623</c:v>
                </c:pt>
                <c:pt idx="223">
                  <c:v>89.783140715350001</c:v>
                </c:pt>
                <c:pt idx="224">
                  <c:v>88.970979919864746</c:v>
                </c:pt>
                <c:pt idx="225">
                  <c:v>88.343330940083845</c:v>
                </c:pt>
                <c:pt idx="226">
                  <c:v>88.688422076568543</c:v>
                </c:pt>
                <c:pt idx="227">
                  <c:v>88.810400599084389</c:v>
                </c:pt>
                <c:pt idx="228">
                  <c:v>87.963499085161075</c:v>
                </c:pt>
                <c:pt idx="229">
                  <c:v>87.308057530629739</c:v>
                </c:pt>
                <c:pt idx="230">
                  <c:v>86.319877095058331</c:v>
                </c:pt>
                <c:pt idx="231">
                  <c:v>86.135365279353977</c:v>
                </c:pt>
                <c:pt idx="232">
                  <c:v>86.540673661131322</c:v>
                </c:pt>
                <c:pt idx="233">
                  <c:v>87.271772780261088</c:v>
                </c:pt>
                <c:pt idx="234">
                  <c:v>87.198431263558533</c:v>
                </c:pt>
                <c:pt idx="235">
                  <c:v>87.855416850020447</c:v>
                </c:pt>
                <c:pt idx="236">
                  <c:v>87.884753456701475</c:v>
                </c:pt>
                <c:pt idx="237">
                  <c:v>87.868541121430397</c:v>
                </c:pt>
                <c:pt idx="238">
                  <c:v>87.902509823903159</c:v>
                </c:pt>
                <c:pt idx="239">
                  <c:v>87.69252148134423</c:v>
                </c:pt>
                <c:pt idx="240">
                  <c:v>87.699469625031838</c:v>
                </c:pt>
                <c:pt idx="241">
                  <c:v>87.772039125769112</c:v>
                </c:pt>
                <c:pt idx="242">
                  <c:v>88.893778323335724</c:v>
                </c:pt>
                <c:pt idx="243">
                  <c:v>89.493634728366189</c:v>
                </c:pt>
                <c:pt idx="244">
                  <c:v>90.090403069535469</c:v>
                </c:pt>
                <c:pt idx="245">
                  <c:v>90.730404304761009</c:v>
                </c:pt>
                <c:pt idx="246">
                  <c:v>92.068307972608878</c:v>
                </c:pt>
                <c:pt idx="247">
                  <c:v>92.035883302066679</c:v>
                </c:pt>
                <c:pt idx="248">
                  <c:v>90.014745504937039</c:v>
                </c:pt>
                <c:pt idx="249">
                  <c:v>91.107920111787905</c:v>
                </c:pt>
                <c:pt idx="250">
                  <c:v>90.82767831638759</c:v>
                </c:pt>
                <c:pt idx="251">
                  <c:v>92.732241702758415</c:v>
                </c:pt>
                <c:pt idx="252">
                  <c:v>93.514293875597346</c:v>
                </c:pt>
                <c:pt idx="253">
                  <c:v>94.422956666743872</c:v>
                </c:pt>
                <c:pt idx="254">
                  <c:v>95.187252472381132</c:v>
                </c:pt>
                <c:pt idx="255">
                  <c:v>96.182381051640149</c:v>
                </c:pt>
                <c:pt idx="256">
                  <c:v>96.82469833476155</c:v>
                </c:pt>
                <c:pt idx="257">
                  <c:v>97.090271826821379</c:v>
                </c:pt>
                <c:pt idx="258">
                  <c:v>96.415529873157766</c:v>
                </c:pt>
                <c:pt idx="259">
                  <c:v>96.478063166346274</c:v>
                </c:pt>
                <c:pt idx="260">
                  <c:v>96.391597378233783</c:v>
                </c:pt>
                <c:pt idx="261">
                  <c:v>97.206074221614898</c:v>
                </c:pt>
                <c:pt idx="262">
                  <c:v>97.969598011286877</c:v>
                </c:pt>
                <c:pt idx="263">
                  <c:v>97.994302522176142</c:v>
                </c:pt>
                <c:pt idx="264">
                  <c:v>97.859199728250374</c:v>
                </c:pt>
                <c:pt idx="265">
                  <c:v>97.705568551157626</c:v>
                </c:pt>
                <c:pt idx="266">
                  <c:v>96.141464205479764</c:v>
                </c:pt>
                <c:pt idx="267">
                  <c:v>96.132200013896281</c:v>
                </c:pt>
                <c:pt idx="268">
                  <c:v>93.522786051215533</c:v>
                </c:pt>
                <c:pt idx="269">
                  <c:v>93.259528607051593</c:v>
                </c:pt>
                <c:pt idx="270">
                  <c:v>95.019725007913152</c:v>
                </c:pt>
                <c:pt idx="271">
                  <c:v>95.81104137233558</c:v>
                </c:pt>
                <c:pt idx="272">
                  <c:v>96.351452548038679</c:v>
                </c:pt>
                <c:pt idx="273">
                  <c:v>96.460306799144604</c:v>
                </c:pt>
                <c:pt idx="274">
                  <c:v>95.388748639321847</c:v>
                </c:pt>
                <c:pt idx="275">
                  <c:v>95.587928758366729</c:v>
                </c:pt>
                <c:pt idx="276">
                  <c:v>95.362500096501989</c:v>
                </c:pt>
                <c:pt idx="277">
                  <c:v>95.347831793161475</c:v>
                </c:pt>
                <c:pt idx="278">
                  <c:v>95.108506843921532</c:v>
                </c:pt>
                <c:pt idx="279">
                  <c:v>93.892581698589524</c:v>
                </c:pt>
                <c:pt idx="280">
                  <c:v>93.563702897375904</c:v>
                </c:pt>
                <c:pt idx="281">
                  <c:v>94.800472473770753</c:v>
                </c:pt>
                <c:pt idx="282">
                  <c:v>95.143247562359591</c:v>
                </c:pt>
                <c:pt idx="283">
                  <c:v>93.26802078266978</c:v>
                </c:pt>
                <c:pt idx="284">
                  <c:v>93.044908168700928</c:v>
                </c:pt>
                <c:pt idx="285">
                  <c:v>92.513761184581284</c:v>
                </c:pt>
                <c:pt idx="286">
                  <c:v>91.283939751874072</c:v>
                </c:pt>
                <c:pt idx="287">
                  <c:v>87.624584076398705</c:v>
                </c:pt>
                <c:pt idx="288">
                  <c:v>86.575414379569366</c:v>
                </c:pt>
                <c:pt idx="289">
                  <c:v>87.853872818089869</c:v>
                </c:pt>
                <c:pt idx="290">
                  <c:v>86.104484640742371</c:v>
                </c:pt>
                <c:pt idx="291">
                  <c:v>86.208706796056546</c:v>
                </c:pt>
                <c:pt idx="292">
                  <c:v>84.007689279014286</c:v>
                </c:pt>
                <c:pt idx="293">
                  <c:v>79.825678795037476</c:v>
                </c:pt>
                <c:pt idx="294">
                  <c:v>79.73380889516794</c:v>
                </c:pt>
                <c:pt idx="295">
                  <c:v>72.121731477406954</c:v>
                </c:pt>
                <c:pt idx="296">
                  <c:v>72.903011634280602</c:v>
                </c:pt>
                <c:pt idx="297">
                  <c:v>68.229226980413955</c:v>
                </c:pt>
                <c:pt idx="298">
                  <c:v>66.206545151353723</c:v>
                </c:pt>
                <c:pt idx="299">
                  <c:v>62.053871274057947</c:v>
                </c:pt>
                <c:pt idx="300">
                  <c:v>58.602959909210917</c:v>
                </c:pt>
                <c:pt idx="301">
                  <c:v>59.989500582872054</c:v>
                </c:pt>
                <c:pt idx="302">
                  <c:v>52.074792906717313</c:v>
                </c:pt>
                <c:pt idx="303">
                  <c:v>51.565262369625806</c:v>
                </c:pt>
                <c:pt idx="304">
                  <c:v>53.138630906887151</c:v>
                </c:pt>
                <c:pt idx="305">
                  <c:v>54.823169743150288</c:v>
                </c:pt>
                <c:pt idx="306">
                  <c:v>55.074846947834878</c:v>
                </c:pt>
                <c:pt idx="307">
                  <c:v>53.848885594954112</c:v>
                </c:pt>
                <c:pt idx="308">
                  <c:v>55.503315808570918</c:v>
                </c:pt>
                <c:pt idx="309">
                  <c:v>54.667994534126962</c:v>
                </c:pt>
                <c:pt idx="310">
                  <c:v>53.821093020203662</c:v>
                </c:pt>
                <c:pt idx="311">
                  <c:v>55.810578162756407</c:v>
                </c:pt>
                <c:pt idx="312">
                  <c:v>56.811882869737737</c:v>
                </c:pt>
                <c:pt idx="313">
                  <c:v>59.015216434675864</c:v>
                </c:pt>
                <c:pt idx="314">
                  <c:v>58.708726096455678</c:v>
                </c:pt>
                <c:pt idx="315">
                  <c:v>59.44986142313423</c:v>
                </c:pt>
                <c:pt idx="316">
                  <c:v>61.120503972022142</c:v>
                </c:pt>
                <c:pt idx="317">
                  <c:v>63.168662327936943</c:v>
                </c:pt>
                <c:pt idx="318">
                  <c:v>63.395635021732254</c:v>
                </c:pt>
                <c:pt idx="319">
                  <c:v>60.971504890721143</c:v>
                </c:pt>
                <c:pt idx="320">
                  <c:v>61.287259420524819</c:v>
                </c:pt>
                <c:pt idx="321">
                  <c:v>62.350325404729368</c:v>
                </c:pt>
                <c:pt idx="322">
                  <c:v>61.137488323258523</c:v>
                </c:pt>
                <c:pt idx="323">
                  <c:v>61.637754668766554</c:v>
                </c:pt>
                <c:pt idx="324">
                  <c:v>62.095560136183614</c:v>
                </c:pt>
                <c:pt idx="325">
                  <c:v>62.544101412017191</c:v>
                </c:pt>
                <c:pt idx="326">
                  <c:v>62.965622129065622</c:v>
                </c:pt>
                <c:pt idx="327">
                  <c:v>60.932904092456631</c:v>
                </c:pt>
                <c:pt idx="328">
                  <c:v>60.167064254888793</c:v>
                </c:pt>
                <c:pt idx="329">
                  <c:v>60.571600620700828</c:v>
                </c:pt>
                <c:pt idx="330">
                  <c:v>60.897391358053291</c:v>
                </c:pt>
                <c:pt idx="331">
                  <c:v>60.380912677274168</c:v>
                </c:pt>
                <c:pt idx="332">
                  <c:v>60.292130841265788</c:v>
                </c:pt>
                <c:pt idx="333">
                  <c:v>59.890682539314909</c:v>
                </c:pt>
                <c:pt idx="334">
                  <c:v>61.386077464081957</c:v>
                </c:pt>
                <c:pt idx="335">
                  <c:v>60.776184851502727</c:v>
                </c:pt>
                <c:pt idx="336">
                  <c:v>60.759200500266338</c:v>
                </c:pt>
                <c:pt idx="337">
                  <c:v>58.748870926650767</c:v>
                </c:pt>
                <c:pt idx="338">
                  <c:v>58.85772517775667</c:v>
                </c:pt>
                <c:pt idx="339">
                  <c:v>59.472249886127649</c:v>
                </c:pt>
                <c:pt idx="340">
                  <c:v>59.834325373848728</c:v>
                </c:pt>
                <c:pt idx="341">
                  <c:v>59.458353598752424</c:v>
                </c:pt>
                <c:pt idx="342">
                  <c:v>59.911526970377736</c:v>
                </c:pt>
                <c:pt idx="343">
                  <c:v>60.303711080745146</c:v>
                </c:pt>
                <c:pt idx="344">
                  <c:v>61.274907165080172</c:v>
                </c:pt>
                <c:pt idx="345">
                  <c:v>61.804510117269231</c:v>
                </c:pt>
                <c:pt idx="346">
                  <c:v>63.785503084203789</c:v>
                </c:pt>
                <c:pt idx="347">
                  <c:v>65.291706232484884</c:v>
                </c:pt>
                <c:pt idx="348">
                  <c:v>66.056002038122145</c:v>
                </c:pt>
                <c:pt idx="349">
                  <c:v>66.062178165844472</c:v>
                </c:pt>
                <c:pt idx="350">
                  <c:v>68.294076321498338</c:v>
                </c:pt>
                <c:pt idx="351">
                  <c:v>69.137117755595185</c:v>
                </c:pt>
                <c:pt idx="352">
                  <c:v>68.155885463711385</c:v>
                </c:pt>
                <c:pt idx="353">
                  <c:v>68.505608695987831</c:v>
                </c:pt>
                <c:pt idx="354">
                  <c:v>67.911928418679707</c:v>
                </c:pt>
                <c:pt idx="355">
                  <c:v>67.837042870046545</c:v>
                </c:pt>
                <c:pt idx="356">
                  <c:v>68.085632010869986</c:v>
                </c:pt>
                <c:pt idx="357">
                  <c:v>68.010746462236838</c:v>
                </c:pt>
                <c:pt idx="358">
                  <c:v>68.353521550825675</c:v>
                </c:pt>
                <c:pt idx="359">
                  <c:v>69.376442704835128</c:v>
                </c:pt>
                <c:pt idx="360">
                  <c:v>70.666481382835002</c:v>
                </c:pt>
                <c:pt idx="361">
                  <c:v>72.299295149423699</c:v>
                </c:pt>
                <c:pt idx="362">
                  <c:v>73.438790714191967</c:v>
                </c:pt>
                <c:pt idx="363">
                  <c:v>72.114783333719345</c:v>
                </c:pt>
                <c:pt idx="364">
                  <c:v>72.484578981093335</c:v>
                </c:pt>
                <c:pt idx="365">
                  <c:v>72.698427403478703</c:v>
                </c:pt>
                <c:pt idx="366">
                  <c:v>71.691718584740329</c:v>
                </c:pt>
                <c:pt idx="367">
                  <c:v>71.256301580316673</c:v>
                </c:pt>
                <c:pt idx="368">
                  <c:v>71.860790081138887</c:v>
                </c:pt>
                <c:pt idx="369">
                  <c:v>72.502335348295006</c:v>
                </c:pt>
                <c:pt idx="370">
                  <c:v>72.662142653110067</c:v>
                </c:pt>
                <c:pt idx="371">
                  <c:v>73.984606001652111</c:v>
                </c:pt>
                <c:pt idx="372">
                  <c:v>74.724969312365388</c:v>
                </c:pt>
                <c:pt idx="373">
                  <c:v>74.542773544556908</c:v>
                </c:pt>
                <c:pt idx="374">
                  <c:v>75.351074260215682</c:v>
                </c:pt>
                <c:pt idx="375">
                  <c:v>75.198215099088245</c:v>
                </c:pt>
                <c:pt idx="376">
                  <c:v>75.235271865422177</c:v>
                </c:pt>
                <c:pt idx="377">
                  <c:v>74.111216619959706</c:v>
                </c:pt>
                <c:pt idx="378">
                  <c:v>74.02706687974306</c:v>
                </c:pt>
                <c:pt idx="379">
                  <c:v>73.940601091630569</c:v>
                </c:pt>
                <c:pt idx="380">
                  <c:v>74.915657255792041</c:v>
                </c:pt>
                <c:pt idx="381">
                  <c:v>75.780315136917025</c:v>
                </c:pt>
                <c:pt idx="382">
                  <c:v>76.090665554963678</c:v>
                </c:pt>
                <c:pt idx="383">
                  <c:v>76.084489427241351</c:v>
                </c:pt>
                <c:pt idx="384">
                  <c:v>76.870401679906735</c:v>
                </c:pt>
                <c:pt idx="385">
                  <c:v>77.037929144374701</c:v>
                </c:pt>
                <c:pt idx="386">
                  <c:v>76.576263597131188</c:v>
                </c:pt>
                <c:pt idx="387">
                  <c:v>77.620801198168763</c:v>
                </c:pt>
                <c:pt idx="388">
                  <c:v>77.55131976129266</c:v>
                </c:pt>
                <c:pt idx="389">
                  <c:v>76.725262678432188</c:v>
                </c:pt>
                <c:pt idx="390">
                  <c:v>77.365263913657728</c:v>
                </c:pt>
                <c:pt idx="391">
                  <c:v>78.164300437733061</c:v>
                </c:pt>
                <c:pt idx="392">
                  <c:v>79.235086581590494</c:v>
                </c:pt>
                <c:pt idx="393">
                  <c:v>80.126765021500631</c:v>
                </c:pt>
                <c:pt idx="394">
                  <c:v>80.417815040415036</c:v>
                </c:pt>
                <c:pt idx="395">
                  <c:v>81.260856474511883</c:v>
                </c:pt>
                <c:pt idx="396">
                  <c:v>82.62346465324903</c:v>
                </c:pt>
                <c:pt idx="397">
                  <c:v>82.929954991469231</c:v>
                </c:pt>
                <c:pt idx="398">
                  <c:v>83.269642016196883</c:v>
                </c:pt>
                <c:pt idx="399">
                  <c:v>83.897290995977798</c:v>
                </c:pt>
                <c:pt idx="400">
                  <c:v>82.904478464614655</c:v>
                </c:pt>
                <c:pt idx="401">
                  <c:v>83.602380897236955</c:v>
                </c:pt>
                <c:pt idx="402">
                  <c:v>84.875435224000427</c:v>
                </c:pt>
                <c:pt idx="403">
                  <c:v>85.925376936795047</c:v>
                </c:pt>
                <c:pt idx="404">
                  <c:v>86.495124719179188</c:v>
                </c:pt>
                <c:pt idx="405">
                  <c:v>87.383715095228169</c:v>
                </c:pt>
                <c:pt idx="406">
                  <c:v>88.845913333487729</c:v>
                </c:pt>
                <c:pt idx="407">
                  <c:v>89.327651295828801</c:v>
                </c:pt>
                <c:pt idx="408">
                  <c:v>90.274914885239824</c:v>
                </c:pt>
                <c:pt idx="409">
                  <c:v>90.756652847580881</c:v>
                </c:pt>
                <c:pt idx="410">
                  <c:v>90.592985462939382</c:v>
                </c:pt>
                <c:pt idx="411">
                  <c:v>86.289768472412007</c:v>
                </c:pt>
                <c:pt idx="412">
                  <c:v>86.610155098007439</c:v>
                </c:pt>
                <c:pt idx="413">
                  <c:v>88.101689942948013</c:v>
                </c:pt>
                <c:pt idx="414">
                  <c:v>88.71235457149254</c:v>
                </c:pt>
                <c:pt idx="415">
                  <c:v>87.684029305726028</c:v>
                </c:pt>
                <c:pt idx="416">
                  <c:v>87.785163397179048</c:v>
                </c:pt>
                <c:pt idx="417">
                  <c:v>86.946754058873935</c:v>
                </c:pt>
                <c:pt idx="418">
                  <c:v>85.635870949811249</c:v>
                </c:pt>
                <c:pt idx="419">
                  <c:v>87.003111224340131</c:v>
                </c:pt>
                <c:pt idx="420">
                  <c:v>87.2401201256842</c:v>
                </c:pt>
                <c:pt idx="421">
                  <c:v>91.989562344149277</c:v>
                </c:pt>
                <c:pt idx="422">
                  <c:v>93.400807528699687</c:v>
                </c:pt>
                <c:pt idx="423">
                  <c:v>93.386139225359173</c:v>
                </c:pt>
                <c:pt idx="424">
                  <c:v>92.91906956635863</c:v>
                </c:pt>
                <c:pt idx="425">
                  <c:v>92.510673120720128</c:v>
                </c:pt>
                <c:pt idx="426">
                  <c:v>88.904586546849785</c:v>
                </c:pt>
                <c:pt idx="427">
                  <c:v>87.342026233102501</c:v>
                </c:pt>
                <c:pt idx="428">
                  <c:v>87.354378488547141</c:v>
                </c:pt>
                <c:pt idx="429">
                  <c:v>85.107812029552775</c:v>
                </c:pt>
                <c:pt idx="430">
                  <c:v>87.314233658352052</c:v>
                </c:pt>
                <c:pt idx="431">
                  <c:v>90.44244234970779</c:v>
                </c:pt>
                <c:pt idx="432">
                  <c:v>90.162200554307461</c:v>
                </c:pt>
                <c:pt idx="433">
                  <c:v>89.908207301726989</c:v>
                </c:pt>
                <c:pt idx="434">
                  <c:v>90.498027499208675</c:v>
                </c:pt>
                <c:pt idx="435">
                  <c:v>91.035350611050632</c:v>
                </c:pt>
                <c:pt idx="436">
                  <c:v>91.463047455821382</c:v>
                </c:pt>
                <c:pt idx="437">
                  <c:v>91.158101149531774</c:v>
                </c:pt>
                <c:pt idx="438">
                  <c:v>90.947340791007562</c:v>
                </c:pt>
                <c:pt idx="439">
                  <c:v>90.73658043248335</c:v>
                </c:pt>
                <c:pt idx="440">
                  <c:v>90.403069535477982</c:v>
                </c:pt>
                <c:pt idx="441">
                  <c:v>90.24789432645467</c:v>
                </c:pt>
                <c:pt idx="442">
                  <c:v>90.478727100076412</c:v>
                </c:pt>
                <c:pt idx="443">
                  <c:v>88.920798882120877</c:v>
                </c:pt>
                <c:pt idx="444">
                  <c:v>90.160656522376883</c:v>
                </c:pt>
                <c:pt idx="445">
                  <c:v>90.820730172699967</c:v>
                </c:pt>
                <c:pt idx="446">
                  <c:v>91.165049293219397</c:v>
                </c:pt>
                <c:pt idx="447">
                  <c:v>91.062371169835785</c:v>
                </c:pt>
                <c:pt idx="448">
                  <c:v>91.984158232392232</c:v>
                </c:pt>
                <c:pt idx="449">
                  <c:v>92.550817950915231</c:v>
                </c:pt>
                <c:pt idx="450">
                  <c:v>91.602782345538898</c:v>
                </c:pt>
                <c:pt idx="451">
                  <c:v>91.890744300592146</c:v>
                </c:pt>
                <c:pt idx="452">
                  <c:v>90.991345701029104</c:v>
                </c:pt>
                <c:pt idx="453">
                  <c:v>90.157568458515726</c:v>
                </c:pt>
                <c:pt idx="454">
                  <c:v>89.847990056434369</c:v>
                </c:pt>
                <c:pt idx="455">
                  <c:v>88.451413175224474</c:v>
                </c:pt>
                <c:pt idx="456">
                  <c:v>88.517034532274124</c:v>
                </c:pt>
                <c:pt idx="457">
                  <c:v>88.410496329064074</c:v>
                </c:pt>
                <c:pt idx="458">
                  <c:v>89.932911812616283</c:v>
                </c:pt>
                <c:pt idx="459">
                  <c:v>90.466374844631787</c:v>
                </c:pt>
                <c:pt idx="460">
                  <c:v>90.762828975303208</c:v>
                </c:pt>
                <c:pt idx="461">
                  <c:v>90.710331889663465</c:v>
                </c:pt>
                <c:pt idx="462">
                  <c:v>91.363457396298955</c:v>
                </c:pt>
                <c:pt idx="463">
                  <c:v>92.561626174429293</c:v>
                </c:pt>
                <c:pt idx="464">
                  <c:v>93.3135697246219</c:v>
                </c:pt>
                <c:pt idx="465">
                  <c:v>94.01764828496654</c:v>
                </c:pt>
                <c:pt idx="466">
                  <c:v>94.257745250171766</c:v>
                </c:pt>
                <c:pt idx="467">
                  <c:v>94.559603492600218</c:v>
                </c:pt>
                <c:pt idx="468">
                  <c:v>94.365827485312394</c:v>
                </c:pt>
                <c:pt idx="469">
                  <c:v>95.455914028302104</c:v>
                </c:pt>
                <c:pt idx="470">
                  <c:v>97.423010707861437</c:v>
                </c:pt>
                <c:pt idx="471">
                  <c:v>98.509237171024694</c:v>
                </c:pt>
                <c:pt idx="472">
                  <c:v>97.63222703445507</c:v>
                </c:pt>
                <c:pt idx="473">
                  <c:v>98.469092340829604</c:v>
                </c:pt>
                <c:pt idx="474">
                  <c:v>101.49385089283646</c:v>
                </c:pt>
                <c:pt idx="475">
                  <c:v>102.41640997135821</c:v>
                </c:pt>
                <c:pt idx="476">
                  <c:v>102.4086898117053</c:v>
                </c:pt>
                <c:pt idx="477">
                  <c:v>103.0695354779937</c:v>
                </c:pt>
                <c:pt idx="478">
                  <c:v>103.44010314133297</c:v>
                </c:pt>
                <c:pt idx="479">
                  <c:v>104.74481012267334</c:v>
                </c:pt>
                <c:pt idx="480">
                  <c:v>104.7247377075758</c:v>
                </c:pt>
                <c:pt idx="481">
                  <c:v>105.26051678748716</c:v>
                </c:pt>
                <c:pt idx="482">
                  <c:v>104.70620932440883</c:v>
                </c:pt>
                <c:pt idx="483">
                  <c:v>105.36396692683606</c:v>
                </c:pt>
                <c:pt idx="484">
                  <c:v>106.22553674409987</c:v>
                </c:pt>
                <c:pt idx="485">
                  <c:v>106.42548887911001</c:v>
                </c:pt>
                <c:pt idx="486">
                  <c:v>107.50090711875922</c:v>
                </c:pt>
                <c:pt idx="487">
                  <c:v>107.65762635971312</c:v>
                </c:pt>
                <c:pt idx="488">
                  <c:v>107.42910963398722</c:v>
                </c:pt>
                <c:pt idx="489">
                  <c:v>102.03040198871314</c:v>
                </c:pt>
                <c:pt idx="490">
                  <c:v>102.81322617751736</c:v>
                </c:pt>
                <c:pt idx="491">
                  <c:v>105.61873219538181</c:v>
                </c:pt>
                <c:pt idx="492">
                  <c:v>106.57062788058458</c:v>
                </c:pt>
                <c:pt idx="493">
                  <c:v>108.36633701584948</c:v>
                </c:pt>
                <c:pt idx="494">
                  <c:v>108.34549258478665</c:v>
                </c:pt>
                <c:pt idx="495">
                  <c:v>109.10361226270157</c:v>
                </c:pt>
                <c:pt idx="496">
                  <c:v>109.43480711181108</c:v>
                </c:pt>
                <c:pt idx="497">
                  <c:v>110.70322934278281</c:v>
                </c:pt>
                <c:pt idx="498">
                  <c:v>112.0681535694158</c:v>
                </c:pt>
                <c:pt idx="499">
                  <c:v>112.74443955500999</c:v>
                </c:pt>
                <c:pt idx="500">
                  <c:v>112.69503053323142</c:v>
                </c:pt>
                <c:pt idx="501">
                  <c:v>114.23597439995059</c:v>
                </c:pt>
                <c:pt idx="502">
                  <c:v>114.92229659309355</c:v>
                </c:pt>
                <c:pt idx="503">
                  <c:v>114.87829168307199</c:v>
                </c:pt>
                <c:pt idx="504">
                  <c:v>114.98405787031676</c:v>
                </c:pt>
                <c:pt idx="505">
                  <c:v>114.77947363951486</c:v>
                </c:pt>
                <c:pt idx="506">
                  <c:v>115.5136608225058</c:v>
                </c:pt>
                <c:pt idx="507">
                  <c:v>114.28306737383329</c:v>
                </c:pt>
                <c:pt idx="508">
                  <c:v>112.26115756073835</c:v>
                </c:pt>
                <c:pt idx="509">
                  <c:v>114.19119747396375</c:v>
                </c:pt>
                <c:pt idx="510">
                  <c:v>114.86362337973148</c:v>
                </c:pt>
                <c:pt idx="511">
                  <c:v>114.12326006901823</c:v>
                </c:pt>
                <c:pt idx="512">
                  <c:v>113.4585543229034</c:v>
                </c:pt>
                <c:pt idx="513">
                  <c:v>112.12142267102084</c:v>
                </c:pt>
                <c:pt idx="514">
                  <c:v>112.29049416741938</c:v>
                </c:pt>
                <c:pt idx="515">
                  <c:v>111.51075804247633</c:v>
                </c:pt>
                <c:pt idx="516">
                  <c:v>110.81285560985401</c:v>
                </c:pt>
                <c:pt idx="517">
                  <c:v>113.03471755795908</c:v>
                </c:pt>
                <c:pt idx="518">
                  <c:v>114.42280226355079</c:v>
                </c:pt>
                <c:pt idx="519">
                  <c:v>115.81474704896897</c:v>
                </c:pt>
                <c:pt idx="520">
                  <c:v>117.60814013633802</c:v>
                </c:pt>
                <c:pt idx="521">
                  <c:v>117.91771853841936</c:v>
                </c:pt>
                <c:pt idx="522">
                  <c:v>119.71342767368429</c:v>
                </c:pt>
                <c:pt idx="523">
                  <c:v>119.15989222657124</c:v>
                </c:pt>
                <c:pt idx="524">
                  <c:v>120.04462252279377</c:v>
                </c:pt>
                <c:pt idx="525">
                  <c:v>122.21553141718971</c:v>
                </c:pt>
                <c:pt idx="526">
                  <c:v>122.45254031853379</c:v>
                </c:pt>
                <c:pt idx="527">
                  <c:v>122.96670295141703</c:v>
                </c:pt>
                <c:pt idx="528">
                  <c:v>123.13577444781558</c:v>
                </c:pt>
                <c:pt idx="529">
                  <c:v>123.17437524608007</c:v>
                </c:pt>
                <c:pt idx="530">
                  <c:v>124.36019176876579</c:v>
                </c:pt>
                <c:pt idx="531">
                  <c:v>123.21760814013633</c:v>
                </c:pt>
                <c:pt idx="532">
                  <c:v>121.74768974222387</c:v>
                </c:pt>
                <c:pt idx="533">
                  <c:v>122.89644949857563</c:v>
                </c:pt>
                <c:pt idx="534">
                  <c:v>124.04675328685796</c:v>
                </c:pt>
                <c:pt idx="535">
                  <c:v>125.81544186333772</c:v>
                </c:pt>
                <c:pt idx="536">
                  <c:v>124.28993831592436</c:v>
                </c:pt>
                <c:pt idx="537">
                  <c:v>126.86615559209764</c:v>
                </c:pt>
                <c:pt idx="538">
                  <c:v>128.43643606549784</c:v>
                </c:pt>
                <c:pt idx="539">
                  <c:v>129.71026240822661</c:v>
                </c:pt>
                <c:pt idx="540">
                  <c:v>131.23267789177879</c:v>
                </c:pt>
                <c:pt idx="541">
                  <c:v>129.20227590306567</c:v>
                </c:pt>
                <c:pt idx="542">
                  <c:v>129.78978005265148</c:v>
                </c:pt>
                <c:pt idx="543">
                  <c:v>128.52367386957562</c:v>
                </c:pt>
                <c:pt idx="544">
                  <c:v>130.30625873343061</c:v>
                </c:pt>
                <c:pt idx="545">
                  <c:v>130.97868463919832</c:v>
                </c:pt>
                <c:pt idx="546">
                  <c:v>129.94727130957068</c:v>
                </c:pt>
                <c:pt idx="547">
                  <c:v>130.33791138800751</c:v>
                </c:pt>
                <c:pt idx="548">
                  <c:v>127.46215191730164</c:v>
                </c:pt>
                <c:pt idx="549">
                  <c:v>125.83011016667824</c:v>
                </c:pt>
                <c:pt idx="550">
                  <c:v>126.71715651079663</c:v>
                </c:pt>
                <c:pt idx="551">
                  <c:v>126.75961738888759</c:v>
                </c:pt>
                <c:pt idx="552">
                  <c:v>127.21973890420055</c:v>
                </c:pt>
                <c:pt idx="553">
                  <c:v>124.5385274567478</c:v>
                </c:pt>
                <c:pt idx="554">
                  <c:v>121.84496375385044</c:v>
                </c:pt>
                <c:pt idx="555">
                  <c:v>123.25466490647025</c:v>
                </c:pt>
                <c:pt idx="556">
                  <c:v>124.8125931244258</c:v>
                </c:pt>
                <c:pt idx="557">
                  <c:v>125.2696265758776</c:v>
                </c:pt>
                <c:pt idx="558">
                  <c:v>127.88521666628066</c:v>
                </c:pt>
                <c:pt idx="559">
                  <c:v>126.02388617396608</c:v>
                </c:pt>
                <c:pt idx="560">
                  <c:v>127.73004145725733</c:v>
                </c:pt>
                <c:pt idx="561">
                  <c:v>129.92025075078553</c:v>
                </c:pt>
                <c:pt idx="562">
                  <c:v>131.53762419806841</c:v>
                </c:pt>
                <c:pt idx="563">
                  <c:v>132.15523697030054</c:v>
                </c:pt>
                <c:pt idx="564">
                  <c:v>124.82185731600927</c:v>
                </c:pt>
                <c:pt idx="565">
                  <c:v>126.39831391713182</c:v>
                </c:pt>
                <c:pt idx="566">
                  <c:v>126.16284904771831</c:v>
                </c:pt>
                <c:pt idx="567">
                  <c:v>127.59262261543569</c:v>
                </c:pt>
                <c:pt idx="568">
                  <c:v>124.53389536095607</c:v>
                </c:pt>
                <c:pt idx="569">
                  <c:v>125.78378920876084</c:v>
                </c:pt>
                <c:pt idx="570">
                  <c:v>126.85766341647945</c:v>
                </c:pt>
                <c:pt idx="571">
                  <c:v>127.39112644849493</c:v>
                </c:pt>
                <c:pt idx="572">
                  <c:v>128.83325227165699</c:v>
                </c:pt>
                <c:pt idx="573">
                  <c:v>131.07518663485959</c:v>
                </c:pt>
                <c:pt idx="574">
                  <c:v>131.91050790930356</c:v>
                </c:pt>
                <c:pt idx="575">
                  <c:v>132.77362175849797</c:v>
                </c:pt>
                <c:pt idx="576">
                  <c:v>132.24787888613537</c:v>
                </c:pt>
                <c:pt idx="577">
                  <c:v>133.68460059754034</c:v>
                </c:pt>
                <c:pt idx="578">
                  <c:v>132.49183593116703</c:v>
                </c:pt>
                <c:pt idx="579">
                  <c:v>133.03687920266191</c:v>
                </c:pt>
                <c:pt idx="580">
                  <c:v>133.96175432907953</c:v>
                </c:pt>
                <c:pt idx="581">
                  <c:v>134.90515783866411</c:v>
                </c:pt>
                <c:pt idx="582">
                  <c:v>136.96489643405826</c:v>
                </c:pt>
                <c:pt idx="583">
                  <c:v>138.08123151986783</c:v>
                </c:pt>
                <c:pt idx="584">
                  <c:v>137.27293080420901</c:v>
                </c:pt>
                <c:pt idx="585">
                  <c:v>135.24252881549589</c:v>
                </c:pt>
                <c:pt idx="586">
                  <c:v>136.79196485783325</c:v>
                </c:pt>
                <c:pt idx="587">
                  <c:v>138.96055770433333</c:v>
                </c:pt>
                <c:pt idx="588">
                  <c:v>139.77117446788802</c:v>
                </c:pt>
                <c:pt idx="589">
                  <c:v>139.53262153461333</c:v>
                </c:pt>
                <c:pt idx="590">
                  <c:v>140.31853378727871</c:v>
                </c:pt>
                <c:pt idx="591">
                  <c:v>141.72823493989856</c:v>
                </c:pt>
                <c:pt idx="592">
                  <c:v>141.6162926249315</c:v>
                </c:pt>
                <c:pt idx="593">
                  <c:v>142.46705421868126</c:v>
                </c:pt>
                <c:pt idx="594">
                  <c:v>143.90763600991266</c:v>
                </c:pt>
                <c:pt idx="595">
                  <c:v>142.88703090379909</c:v>
                </c:pt>
                <c:pt idx="596">
                  <c:v>143.08852707073981</c:v>
                </c:pt>
                <c:pt idx="597">
                  <c:v>142.16210791239163</c:v>
                </c:pt>
                <c:pt idx="598">
                  <c:v>144.02343840470618</c:v>
                </c:pt>
                <c:pt idx="599">
                  <c:v>145.76201835853965</c:v>
                </c:pt>
                <c:pt idx="600">
                  <c:v>146.29856945441634</c:v>
                </c:pt>
                <c:pt idx="601">
                  <c:v>148.57678856798756</c:v>
                </c:pt>
                <c:pt idx="602">
                  <c:v>149.37582509206288</c:v>
                </c:pt>
                <c:pt idx="603">
                  <c:v>147.36240745458616</c:v>
                </c:pt>
                <c:pt idx="604">
                  <c:v>149.74098864364512</c:v>
                </c:pt>
                <c:pt idx="605">
                  <c:v>150.54388524754688</c:v>
                </c:pt>
                <c:pt idx="606">
                  <c:v>150.03435471045537</c:v>
                </c:pt>
                <c:pt idx="607">
                  <c:v>150.7044645683273</c:v>
                </c:pt>
                <c:pt idx="608">
                  <c:v>149.92627247531479</c:v>
                </c:pt>
                <c:pt idx="609">
                  <c:v>149.13032401510063</c:v>
                </c:pt>
                <c:pt idx="610">
                  <c:v>147.8217569539338</c:v>
                </c:pt>
                <c:pt idx="611">
                  <c:v>148.78368884668532</c:v>
                </c:pt>
                <c:pt idx="612">
                  <c:v>149.55956489180195</c:v>
                </c:pt>
                <c:pt idx="613">
                  <c:v>148.77674070299773</c:v>
                </c:pt>
                <c:pt idx="614">
                  <c:v>148.83155383653332</c:v>
                </c:pt>
                <c:pt idx="615">
                  <c:v>149.63367842446982</c:v>
                </c:pt>
                <c:pt idx="616">
                  <c:v>150.18026572789523</c:v>
                </c:pt>
                <c:pt idx="617">
                  <c:v>149.964101257614</c:v>
                </c:pt>
                <c:pt idx="618">
                  <c:v>150.29220804286231</c:v>
                </c:pt>
                <c:pt idx="619">
                  <c:v>151.29042468598252</c:v>
                </c:pt>
                <c:pt idx="620">
                  <c:v>152.90702611730012</c:v>
                </c:pt>
                <c:pt idx="621">
                  <c:v>154.11214303911805</c:v>
                </c:pt>
                <c:pt idx="622">
                  <c:v>153.08922188510857</c:v>
                </c:pt>
                <c:pt idx="623">
                  <c:v>154.03571345855434</c:v>
                </c:pt>
                <c:pt idx="624">
                  <c:v>153.97395218133113</c:v>
                </c:pt>
                <c:pt idx="625">
                  <c:v>154.81004547174035</c:v>
                </c:pt>
                <c:pt idx="626">
                  <c:v>155.740324709915</c:v>
                </c:pt>
                <c:pt idx="627">
                  <c:v>157.34380186982267</c:v>
                </c:pt>
                <c:pt idx="628">
                  <c:v>158.04402035034082</c:v>
                </c:pt>
                <c:pt idx="629">
                  <c:v>159.54713543476078</c:v>
                </c:pt>
                <c:pt idx="630">
                  <c:v>161.30578780369177</c:v>
                </c:pt>
                <c:pt idx="631">
                  <c:v>161.36214496915798</c:v>
                </c:pt>
                <c:pt idx="632">
                  <c:v>159.0916460152396</c:v>
                </c:pt>
                <c:pt idx="633">
                  <c:v>161.42545027831176</c:v>
                </c:pt>
                <c:pt idx="634">
                  <c:v>160.68663099952906</c:v>
                </c:pt>
                <c:pt idx="635">
                  <c:v>161.11587187623039</c:v>
                </c:pt>
                <c:pt idx="636">
                  <c:v>161.08807930147998</c:v>
                </c:pt>
                <c:pt idx="637">
                  <c:v>160.28749874547407</c:v>
                </c:pt>
                <c:pt idx="638">
                  <c:v>161.74660891987247</c:v>
                </c:pt>
                <c:pt idx="639">
                  <c:v>162.46458376759233</c:v>
                </c:pt>
                <c:pt idx="640">
                  <c:v>163.93681821340067</c:v>
                </c:pt>
                <c:pt idx="641">
                  <c:v>163.54077402320678</c:v>
                </c:pt>
                <c:pt idx="642">
                  <c:v>161.88943187345114</c:v>
                </c:pt>
                <c:pt idx="643">
                  <c:v>160.96610077896409</c:v>
                </c:pt>
                <c:pt idx="644">
                  <c:v>161.0371262477708</c:v>
                </c:pt>
                <c:pt idx="645">
                  <c:v>159.57570002547652</c:v>
                </c:pt>
                <c:pt idx="646">
                  <c:v>155.9047641105218</c:v>
                </c:pt>
                <c:pt idx="647">
                  <c:v>154.83166191876848</c:v>
                </c:pt>
                <c:pt idx="648">
                  <c:v>158.11350178721696</c:v>
                </c:pt>
                <c:pt idx="649">
                  <c:v>157.49357296708894</c:v>
                </c:pt>
                <c:pt idx="650">
                  <c:v>156.25911943858998</c:v>
                </c:pt>
                <c:pt idx="651">
                  <c:v>155.87542750384077</c:v>
                </c:pt>
                <c:pt idx="652">
                  <c:v>155.46239896241053</c:v>
                </c:pt>
                <c:pt idx="653">
                  <c:v>152.10104144953718</c:v>
                </c:pt>
                <c:pt idx="654">
                  <c:v>149.28395519219336</c:v>
                </c:pt>
                <c:pt idx="655">
                  <c:v>152.26470883417869</c:v>
                </c:pt>
                <c:pt idx="656">
                  <c:v>153.46442164423962</c:v>
                </c:pt>
                <c:pt idx="657">
                  <c:v>153.83267325968299</c:v>
                </c:pt>
                <c:pt idx="658">
                  <c:v>155.01617373447283</c:v>
                </c:pt>
                <c:pt idx="659">
                  <c:v>157.38857879580951</c:v>
                </c:pt>
                <c:pt idx="660">
                  <c:v>158.46399703545868</c:v>
                </c:pt>
                <c:pt idx="661">
                  <c:v>158.99746006747418</c:v>
                </c:pt>
                <c:pt idx="662">
                  <c:v>160.64262608950753</c:v>
                </c:pt>
                <c:pt idx="663">
                  <c:v>161.29729562807358</c:v>
                </c:pt>
                <c:pt idx="664">
                  <c:v>163.05363194910871</c:v>
                </c:pt>
                <c:pt idx="665">
                  <c:v>162.90308883587713</c:v>
                </c:pt>
                <c:pt idx="666">
                  <c:v>163.96538280411636</c:v>
                </c:pt>
                <c:pt idx="667">
                  <c:v>165.02227266059862</c:v>
                </c:pt>
                <c:pt idx="668">
                  <c:v>165.90545892489058</c:v>
                </c:pt>
                <c:pt idx="669">
                  <c:v>166.38333680740516</c:v>
                </c:pt>
                <c:pt idx="670">
                  <c:v>167.45798303108907</c:v>
                </c:pt>
                <c:pt idx="671">
                  <c:v>167.79303796002503</c:v>
                </c:pt>
                <c:pt idx="672">
                  <c:v>166.57402475083185</c:v>
                </c:pt>
                <c:pt idx="673">
                  <c:v>163.69903729609126</c:v>
                </c:pt>
                <c:pt idx="674">
                  <c:v>163.47746871405303</c:v>
                </c:pt>
                <c:pt idx="675">
                  <c:v>165.82748531239625</c:v>
                </c:pt>
                <c:pt idx="676">
                  <c:v>167.11984003829198</c:v>
                </c:pt>
                <c:pt idx="677">
                  <c:v>167.31979217330212</c:v>
                </c:pt>
                <c:pt idx="678">
                  <c:v>167.11752399039611</c:v>
                </c:pt>
                <c:pt idx="679">
                  <c:v>166.22121345469424</c:v>
                </c:pt>
                <c:pt idx="680">
                  <c:v>166.89595540835785</c:v>
                </c:pt>
                <c:pt idx="681">
                  <c:v>168.14507724019731</c:v>
                </c:pt>
                <c:pt idx="682">
                  <c:v>168.36818985416619</c:v>
                </c:pt>
                <c:pt idx="683">
                  <c:v>171.02469679072962</c:v>
                </c:pt>
                <c:pt idx="684">
                  <c:v>171.77741235688754</c:v>
                </c:pt>
                <c:pt idx="685">
                  <c:v>170.35690298075363</c:v>
                </c:pt>
                <c:pt idx="686">
                  <c:v>172.43748600721062</c:v>
                </c:pt>
                <c:pt idx="687">
                  <c:v>174.56361797561974</c:v>
                </c:pt>
                <c:pt idx="688">
                  <c:v>176.58243972485351</c:v>
                </c:pt>
                <c:pt idx="689">
                  <c:v>177.99831700519567</c:v>
                </c:pt>
                <c:pt idx="690">
                  <c:v>177.9720684623758</c:v>
                </c:pt>
                <c:pt idx="691">
                  <c:v>179.04439863816384</c:v>
                </c:pt>
                <c:pt idx="692">
                  <c:v>180.30510070948264</c:v>
                </c:pt>
                <c:pt idx="693">
                  <c:v>177.26567385413531</c:v>
                </c:pt>
                <c:pt idx="694">
                  <c:v>172.9640008955385</c:v>
                </c:pt>
                <c:pt idx="695">
                  <c:v>171.57668820591209</c:v>
                </c:pt>
                <c:pt idx="696">
                  <c:v>169.43279987030132</c:v>
                </c:pt>
                <c:pt idx="697">
                  <c:v>165.46000571291813</c:v>
                </c:pt>
                <c:pt idx="698">
                  <c:v>169.70686553797933</c:v>
                </c:pt>
                <c:pt idx="699">
                  <c:v>170.16544302136168</c:v>
                </c:pt>
                <c:pt idx="700">
                  <c:v>167.01947796280427</c:v>
                </c:pt>
                <c:pt idx="701">
                  <c:v>166.24360191768767</c:v>
                </c:pt>
                <c:pt idx="702">
                  <c:v>167.68032362909264</c:v>
                </c:pt>
                <c:pt idx="703">
                  <c:v>169.38493488045333</c:v>
                </c:pt>
                <c:pt idx="704">
                  <c:v>168.27477592236605</c:v>
                </c:pt>
                <c:pt idx="705">
                  <c:v>170.45572102431078</c:v>
                </c:pt>
                <c:pt idx="706">
                  <c:v>172.2900309578402</c:v>
                </c:pt>
                <c:pt idx="707">
                  <c:v>173.13230037597177</c:v>
                </c:pt>
                <c:pt idx="708">
                  <c:v>172.97712516694844</c:v>
                </c:pt>
                <c:pt idx="709">
                  <c:v>172.09162285476063</c:v>
                </c:pt>
                <c:pt idx="710">
                  <c:v>172.58725710447692</c:v>
                </c:pt>
                <c:pt idx="711">
                  <c:v>172.14875203619209</c:v>
                </c:pt>
                <c:pt idx="712">
                  <c:v>173.01418193328237</c:v>
                </c:pt>
                <c:pt idx="713">
                  <c:v>173.23111841952888</c:v>
                </c:pt>
                <c:pt idx="714">
                  <c:v>170.41326014621981</c:v>
                </c:pt>
                <c:pt idx="715">
                  <c:v>165.73715944445729</c:v>
                </c:pt>
                <c:pt idx="716">
                  <c:v>168.89547675845938</c:v>
                </c:pt>
                <c:pt idx="717">
                  <c:v>169.95545467880277</c:v>
                </c:pt>
                <c:pt idx="718">
                  <c:v>171.26016166014313</c:v>
                </c:pt>
                <c:pt idx="719">
                  <c:v>166.3099952907026</c:v>
                </c:pt>
                <c:pt idx="720">
                  <c:v>161.97280959770248</c:v>
                </c:pt>
                <c:pt idx="721">
                  <c:v>164.60770008723779</c:v>
                </c:pt>
                <c:pt idx="722">
                  <c:v>164.80224811049092</c:v>
                </c:pt>
                <c:pt idx="723">
                  <c:v>165.80586886536813</c:v>
                </c:pt>
                <c:pt idx="724">
                  <c:v>167.17233712393173</c:v>
                </c:pt>
                <c:pt idx="725">
                  <c:v>165.35501154163867</c:v>
                </c:pt>
                <c:pt idx="726">
                  <c:v>167.16461696427882</c:v>
                </c:pt>
                <c:pt idx="727">
                  <c:v>170.2179401070014</c:v>
                </c:pt>
                <c:pt idx="728">
                  <c:v>172.33403586786173</c:v>
                </c:pt>
                <c:pt idx="729">
                  <c:v>173.72212057345345</c:v>
                </c:pt>
                <c:pt idx="730">
                  <c:v>173.52525650230447</c:v>
                </c:pt>
                <c:pt idx="731">
                  <c:v>173.90972045301899</c:v>
                </c:pt>
                <c:pt idx="732">
                  <c:v>173.22803035566776</c:v>
                </c:pt>
                <c:pt idx="733">
                  <c:v>171.78436050057516</c:v>
                </c:pt>
                <c:pt idx="734">
                  <c:v>167.52051632427759</c:v>
                </c:pt>
                <c:pt idx="735">
                  <c:v>160.75997251623164</c:v>
                </c:pt>
                <c:pt idx="736">
                  <c:v>162.7718461217778</c:v>
                </c:pt>
                <c:pt idx="737">
                  <c:v>166.27525457226454</c:v>
                </c:pt>
                <c:pt idx="738">
                  <c:v>168.39057831715957</c:v>
                </c:pt>
                <c:pt idx="739">
                  <c:v>167.51820027638172</c:v>
                </c:pt>
                <c:pt idx="740">
                  <c:v>167.86097536497056</c:v>
                </c:pt>
                <c:pt idx="741">
                  <c:v>170.46498521589427</c:v>
                </c:pt>
                <c:pt idx="742">
                  <c:v>171.46397387497973</c:v>
                </c:pt>
                <c:pt idx="743">
                  <c:v>171.87700241640997</c:v>
                </c:pt>
                <c:pt idx="744">
                  <c:v>174.30576464321283</c:v>
                </c:pt>
                <c:pt idx="745">
                  <c:v>176.30451397734905</c:v>
                </c:pt>
                <c:pt idx="746">
                  <c:v>176.86885764797614</c:v>
                </c:pt>
                <c:pt idx="747">
                  <c:v>176.4280365317955</c:v>
                </c:pt>
                <c:pt idx="748">
                  <c:v>176.79320008337774</c:v>
                </c:pt>
                <c:pt idx="749">
                  <c:v>177.45404574966611</c:v>
                </c:pt>
                <c:pt idx="750">
                  <c:v>179.72763276744561</c:v>
                </c:pt>
                <c:pt idx="751">
                  <c:v>179.82876685889866</c:v>
                </c:pt>
                <c:pt idx="752">
                  <c:v>181.4098555558129</c:v>
                </c:pt>
                <c:pt idx="753">
                  <c:v>182.522330561796</c:v>
                </c:pt>
                <c:pt idx="754">
                  <c:v>183.88648277246372</c:v>
                </c:pt>
                <c:pt idx="755">
                  <c:v>184.98660552300223</c:v>
                </c:pt>
                <c:pt idx="756">
                  <c:v>180.45795987061013</c:v>
                </c:pt>
                <c:pt idx="757">
                  <c:v>180.48112034956881</c:v>
                </c:pt>
                <c:pt idx="758">
                  <c:v>180.39928665724807</c:v>
                </c:pt>
                <c:pt idx="759">
                  <c:v>176.28135349839036</c:v>
                </c:pt>
                <c:pt idx="760">
                  <c:v>167.8501671414565</c:v>
                </c:pt>
                <c:pt idx="761">
                  <c:v>169.36563448132105</c:v>
                </c:pt>
                <c:pt idx="762">
                  <c:v>168.12654885703034</c:v>
                </c:pt>
                <c:pt idx="763">
                  <c:v>169.71844577745867</c:v>
                </c:pt>
                <c:pt idx="764">
                  <c:v>171.64153754699646</c:v>
                </c:pt>
                <c:pt idx="765">
                  <c:v>172.61196161536617</c:v>
                </c:pt>
                <c:pt idx="766">
                  <c:v>175.0932209278088</c:v>
                </c:pt>
                <c:pt idx="767">
                  <c:v>174.4949085547089</c:v>
                </c:pt>
                <c:pt idx="768">
                  <c:v>172.89143139480123</c:v>
                </c:pt>
                <c:pt idx="769">
                  <c:v>170.58155962665307</c:v>
                </c:pt>
                <c:pt idx="770">
                  <c:v>167.64172283082812</c:v>
                </c:pt>
                <c:pt idx="771">
                  <c:v>168.33036107186697</c:v>
                </c:pt>
                <c:pt idx="772">
                  <c:v>169.11472929260177</c:v>
                </c:pt>
                <c:pt idx="773">
                  <c:v>165.1079664327458</c:v>
                </c:pt>
                <c:pt idx="774">
                  <c:v>157.78153492214219</c:v>
                </c:pt>
                <c:pt idx="775">
                  <c:v>161.73966077618485</c:v>
                </c:pt>
                <c:pt idx="776">
                  <c:v>162.91389705939119</c:v>
                </c:pt>
                <c:pt idx="777">
                  <c:v>161.22472612733628</c:v>
                </c:pt>
                <c:pt idx="778">
                  <c:v>159.51471076421859</c:v>
                </c:pt>
                <c:pt idx="779">
                  <c:v>155.15513660822506</c:v>
                </c:pt>
                <c:pt idx="780">
                  <c:v>151.97211478333369</c:v>
                </c:pt>
                <c:pt idx="781">
                  <c:v>153.73694327998703</c:v>
                </c:pt>
                <c:pt idx="782">
                  <c:v>144.13229265581211</c:v>
                </c:pt>
                <c:pt idx="783">
                  <c:v>151.10900093413932</c:v>
                </c:pt>
                <c:pt idx="784">
                  <c:v>152.00453945387588</c:v>
                </c:pt>
                <c:pt idx="785">
                  <c:v>152.76188711582557</c:v>
                </c:pt>
                <c:pt idx="786">
                  <c:v>153.2999822436328</c:v>
                </c:pt>
                <c:pt idx="787">
                  <c:v>150.57322185422794</c:v>
                </c:pt>
                <c:pt idx="788">
                  <c:v>147.49519420061608</c:v>
                </c:pt>
                <c:pt idx="789">
                  <c:v>149.72168824451288</c:v>
                </c:pt>
                <c:pt idx="790">
                  <c:v>153.28608595625758</c:v>
                </c:pt>
                <c:pt idx="791">
                  <c:v>155.42997429186835</c:v>
                </c:pt>
                <c:pt idx="792">
                  <c:v>156.84893963607166</c:v>
                </c:pt>
                <c:pt idx="793">
                  <c:v>157.18785464483403</c:v>
                </c:pt>
                <c:pt idx="794">
                  <c:v>154.96830874462484</c:v>
                </c:pt>
                <c:pt idx="795">
                  <c:v>156.78409029498729</c:v>
                </c:pt>
                <c:pt idx="796">
                  <c:v>158.71181416031681</c:v>
                </c:pt>
                <c:pt idx="797">
                  <c:v>159.08315383962139</c:v>
                </c:pt>
                <c:pt idx="798">
                  <c:v>159.53246713142028</c:v>
                </c:pt>
                <c:pt idx="799">
                  <c:v>159.20513236213725</c:v>
                </c:pt>
                <c:pt idx="800">
                  <c:v>159.89454261914136</c:v>
                </c:pt>
                <c:pt idx="801">
                  <c:v>159.10399827068426</c:v>
                </c:pt>
                <c:pt idx="802">
                  <c:v>157.94829037064486</c:v>
                </c:pt>
                <c:pt idx="803">
                  <c:v>158.48792953038267</c:v>
                </c:pt>
                <c:pt idx="804">
                  <c:v>160.02810138113654</c:v>
                </c:pt>
                <c:pt idx="805">
                  <c:v>161.1390323551891</c:v>
                </c:pt>
                <c:pt idx="806">
                  <c:v>163.84108823370468</c:v>
                </c:pt>
                <c:pt idx="807">
                  <c:v>166.50145525009458</c:v>
                </c:pt>
                <c:pt idx="808">
                  <c:v>167.9188765623673</c:v>
                </c:pt>
                <c:pt idx="809">
                  <c:v>168.11960071334275</c:v>
                </c:pt>
                <c:pt idx="810">
                  <c:v>167.59694590484131</c:v>
                </c:pt>
                <c:pt idx="811">
                  <c:v>168.24621133165033</c:v>
                </c:pt>
                <c:pt idx="812">
                  <c:v>168.1466212721279</c:v>
                </c:pt>
                <c:pt idx="813">
                  <c:v>165.48162215994626</c:v>
                </c:pt>
                <c:pt idx="814">
                  <c:v>165.79814870571522</c:v>
                </c:pt>
                <c:pt idx="815">
                  <c:v>163.72451382294585</c:v>
                </c:pt>
                <c:pt idx="816">
                  <c:v>161.01396576881208</c:v>
                </c:pt>
                <c:pt idx="817">
                  <c:v>160.7314079255159</c:v>
                </c:pt>
                <c:pt idx="818">
                  <c:v>163.22038739761138</c:v>
                </c:pt>
                <c:pt idx="819">
                  <c:v>162.69773258910996</c:v>
                </c:pt>
                <c:pt idx="820">
                  <c:v>158.76662729385245</c:v>
                </c:pt>
                <c:pt idx="821">
                  <c:v>160.61714956265297</c:v>
                </c:pt>
                <c:pt idx="822">
                  <c:v>159.64132138252617</c:v>
                </c:pt>
                <c:pt idx="823">
                  <c:v>160.22264940438967</c:v>
                </c:pt>
                <c:pt idx="824">
                  <c:v>158.37058310365859</c:v>
                </c:pt>
                <c:pt idx="825">
                  <c:v>156.25062726297179</c:v>
                </c:pt>
                <c:pt idx="826">
                  <c:v>152.57274320432947</c:v>
                </c:pt>
                <c:pt idx="827">
                  <c:v>151.424755463943</c:v>
                </c:pt>
                <c:pt idx="828">
                  <c:v>147.59632829206907</c:v>
                </c:pt>
                <c:pt idx="829">
                  <c:v>144.46194347299101</c:v>
                </c:pt>
                <c:pt idx="830">
                  <c:v>141.22951262632111</c:v>
                </c:pt>
                <c:pt idx="831">
                  <c:v>137.12007164308159</c:v>
                </c:pt>
                <c:pt idx="832">
                  <c:v>134.55234654252649</c:v>
                </c:pt>
                <c:pt idx="833">
                  <c:v>135.8230848213941</c:v>
                </c:pt>
                <c:pt idx="834">
                  <c:v>137.34550030494631</c:v>
                </c:pt>
                <c:pt idx="835">
                  <c:v>141.95366360176328</c:v>
                </c:pt>
                <c:pt idx="836">
                  <c:v>141.40244420254612</c:v>
                </c:pt>
                <c:pt idx="837">
                  <c:v>137.60875774911023</c:v>
                </c:pt>
                <c:pt idx="838">
                  <c:v>141.06430120974903</c:v>
                </c:pt>
                <c:pt idx="839">
                  <c:v>139.94101798025181</c:v>
                </c:pt>
                <c:pt idx="840">
                  <c:v>138.17310141973735</c:v>
                </c:pt>
                <c:pt idx="841">
                  <c:v>133.38814646686893</c:v>
                </c:pt>
                <c:pt idx="842">
                  <c:v>134.41183963684369</c:v>
                </c:pt>
                <c:pt idx="843">
                  <c:v>136.24614957037312</c:v>
                </c:pt>
                <c:pt idx="844">
                  <c:v>140.44437238962101</c:v>
                </c:pt>
                <c:pt idx="845">
                  <c:v>142.18218032748916</c:v>
                </c:pt>
                <c:pt idx="846">
                  <c:v>142.57359242189131</c:v>
                </c:pt>
                <c:pt idx="847">
                  <c:v>143.44905852653031</c:v>
                </c:pt>
                <c:pt idx="848">
                  <c:v>142.20920088627435</c:v>
                </c:pt>
                <c:pt idx="849">
                  <c:v>140.75240675977179</c:v>
                </c:pt>
                <c:pt idx="850">
                  <c:v>139.92248959708488</c:v>
                </c:pt>
                <c:pt idx="851">
                  <c:v>139.50868903968933</c:v>
                </c:pt>
                <c:pt idx="852">
                  <c:v>139.80591518632605</c:v>
                </c:pt>
                <c:pt idx="853">
                  <c:v>138.27114744732921</c:v>
                </c:pt>
                <c:pt idx="854">
                  <c:v>132.90409245663199</c:v>
                </c:pt>
                <c:pt idx="855">
                  <c:v>132.11972423589717</c:v>
                </c:pt>
                <c:pt idx="856">
                  <c:v>132.90795253645845</c:v>
                </c:pt>
                <c:pt idx="857">
                  <c:v>128.36077850089939</c:v>
                </c:pt>
                <c:pt idx="858">
                  <c:v>127.32859315530645</c:v>
                </c:pt>
                <c:pt idx="859">
                  <c:v>123.25312087453968</c:v>
                </c:pt>
                <c:pt idx="860">
                  <c:v>127.46755602905868</c:v>
                </c:pt>
                <c:pt idx="861">
                  <c:v>125.66721479800201</c:v>
                </c:pt>
                <c:pt idx="862">
                  <c:v>127.31624089986182</c:v>
                </c:pt>
                <c:pt idx="863">
                  <c:v>129.55431518323797</c:v>
                </c:pt>
                <c:pt idx="864">
                  <c:v>132.19538180049562</c:v>
                </c:pt>
                <c:pt idx="865">
                  <c:v>131.74452447676617</c:v>
                </c:pt>
                <c:pt idx="866">
                  <c:v>131.00030108622644</c:v>
                </c:pt>
                <c:pt idx="867">
                  <c:v>130.39735661733485</c:v>
                </c:pt>
                <c:pt idx="868">
                  <c:v>130.8960789309123</c:v>
                </c:pt>
                <c:pt idx="869">
                  <c:v>131.73912036500914</c:v>
                </c:pt>
                <c:pt idx="870">
                  <c:v>131.65188256093137</c:v>
                </c:pt>
                <c:pt idx="871">
                  <c:v>132.30269201967096</c:v>
                </c:pt>
                <c:pt idx="872">
                  <c:v>134.38559109402382</c:v>
                </c:pt>
                <c:pt idx="873">
                  <c:v>134.7955315715929</c:v>
                </c:pt>
                <c:pt idx="874">
                  <c:v>136.07012993028695</c:v>
                </c:pt>
                <c:pt idx="875">
                  <c:v>135.50115416386811</c:v>
                </c:pt>
                <c:pt idx="876">
                  <c:v>135.79992434243539</c:v>
                </c:pt>
                <c:pt idx="877">
                  <c:v>134.24894426816746</c:v>
                </c:pt>
                <c:pt idx="878">
                  <c:v>134.70674973558454</c:v>
                </c:pt>
                <c:pt idx="879">
                  <c:v>136.85063807119533</c:v>
                </c:pt>
                <c:pt idx="880">
                  <c:v>138.24103882468287</c:v>
                </c:pt>
                <c:pt idx="881">
                  <c:v>139.3550578625966</c:v>
                </c:pt>
                <c:pt idx="882">
                  <c:v>140.42816005434992</c:v>
                </c:pt>
                <c:pt idx="883">
                  <c:v>140.95081486285136</c:v>
                </c:pt>
                <c:pt idx="884">
                  <c:v>140.13479398753964</c:v>
                </c:pt>
                <c:pt idx="885">
                  <c:v>138.05421096108265</c:v>
                </c:pt>
                <c:pt idx="886">
                  <c:v>138.06038708880499</c:v>
                </c:pt>
                <c:pt idx="887">
                  <c:v>139.24002748376839</c:v>
                </c:pt>
                <c:pt idx="888">
                  <c:v>141.60625641738272</c:v>
                </c:pt>
                <c:pt idx="889">
                  <c:v>144.16085724652785</c:v>
                </c:pt>
                <c:pt idx="890">
                  <c:v>145.18223436860674</c:v>
                </c:pt>
                <c:pt idx="891">
                  <c:v>144.48201588808857</c:v>
                </c:pt>
                <c:pt idx="892">
                  <c:v>143.95627301572597</c:v>
                </c:pt>
                <c:pt idx="893">
                  <c:v>143.87289529147463</c:v>
                </c:pt>
                <c:pt idx="894">
                  <c:v>144.36158139750327</c:v>
                </c:pt>
                <c:pt idx="895">
                  <c:v>143.85282287637708</c:v>
                </c:pt>
                <c:pt idx="896">
                  <c:v>145.10734881997359</c:v>
                </c:pt>
                <c:pt idx="897">
                  <c:v>145.47251237155587</c:v>
                </c:pt>
                <c:pt idx="898">
                  <c:v>146.86136909311281</c:v>
                </c:pt>
                <c:pt idx="899">
                  <c:v>147.58320402065914</c:v>
                </c:pt>
                <c:pt idx="900">
                  <c:v>147.82252896989908</c:v>
                </c:pt>
                <c:pt idx="901">
                  <c:v>146.0314519304259</c:v>
                </c:pt>
                <c:pt idx="902">
                  <c:v>143.6559588052281</c:v>
                </c:pt>
                <c:pt idx="903">
                  <c:v>145.29494869953911</c:v>
                </c:pt>
                <c:pt idx="904">
                  <c:v>146.48462530205123</c:v>
                </c:pt>
                <c:pt idx="905">
                  <c:v>147.13929484061731</c:v>
                </c:pt>
                <c:pt idx="906">
                  <c:v>148.17611228200201</c:v>
                </c:pt>
                <c:pt idx="907">
                  <c:v>146.71700210760358</c:v>
                </c:pt>
                <c:pt idx="908">
                  <c:v>148.56598034447353</c:v>
                </c:pt>
                <c:pt idx="909">
                  <c:v>148.74817611228198</c:v>
                </c:pt>
                <c:pt idx="910">
                  <c:v>148.49032277987507</c:v>
                </c:pt>
                <c:pt idx="911">
                  <c:v>150.25592329249369</c:v>
                </c:pt>
                <c:pt idx="912">
                  <c:v>150.6952003767438</c:v>
                </c:pt>
                <c:pt idx="913">
                  <c:v>151.87406875574189</c:v>
                </c:pt>
                <c:pt idx="914">
                  <c:v>153.32700280241792</c:v>
                </c:pt>
                <c:pt idx="915">
                  <c:v>153.42041673421807</c:v>
                </c:pt>
                <c:pt idx="916">
                  <c:v>155.45853888258409</c:v>
                </c:pt>
                <c:pt idx="917">
                  <c:v>155.70017987971991</c:v>
                </c:pt>
                <c:pt idx="918">
                  <c:v>155.58746554878755</c:v>
                </c:pt>
                <c:pt idx="919">
                  <c:v>155.56044499000242</c:v>
                </c:pt>
                <c:pt idx="920">
                  <c:v>151.57761462507045</c:v>
                </c:pt>
                <c:pt idx="921">
                  <c:v>150.14784105735305</c:v>
                </c:pt>
                <c:pt idx="922">
                  <c:v>151.81307949448396</c:v>
                </c:pt>
                <c:pt idx="923">
                  <c:v>150.25360724459782</c:v>
                </c:pt>
                <c:pt idx="924">
                  <c:v>151.15300584416084</c:v>
                </c:pt>
                <c:pt idx="925">
                  <c:v>148.06416996703493</c:v>
                </c:pt>
                <c:pt idx="926">
                  <c:v>143.01672958596782</c:v>
                </c:pt>
                <c:pt idx="927">
                  <c:v>143.37803305772363</c:v>
                </c:pt>
                <c:pt idx="928">
                  <c:v>142.59984096471115</c:v>
                </c:pt>
                <c:pt idx="929">
                  <c:v>143.50078359620474</c:v>
                </c:pt>
                <c:pt idx="930">
                  <c:v>145.78440682153305</c:v>
                </c:pt>
                <c:pt idx="931">
                  <c:v>144.81707081702447</c:v>
                </c:pt>
                <c:pt idx="932">
                  <c:v>147.36935559827378</c:v>
                </c:pt>
                <c:pt idx="933">
                  <c:v>149.20366553180321</c:v>
                </c:pt>
                <c:pt idx="934">
                  <c:v>149.5564768279408</c:v>
                </c:pt>
                <c:pt idx="935">
                  <c:v>148.86938261883256</c:v>
                </c:pt>
                <c:pt idx="936">
                  <c:v>146.34103033250727</c:v>
                </c:pt>
                <c:pt idx="937">
                  <c:v>147.51372258378302</c:v>
                </c:pt>
                <c:pt idx="938">
                  <c:v>146.78107943272266</c:v>
                </c:pt>
                <c:pt idx="939">
                  <c:v>146.96790729632289</c:v>
                </c:pt>
                <c:pt idx="940">
                  <c:v>147.62720893068069</c:v>
                </c:pt>
                <c:pt idx="941">
                  <c:v>148.74431603245554</c:v>
                </c:pt>
                <c:pt idx="942">
                  <c:v>149.09249523280138</c:v>
                </c:pt>
                <c:pt idx="943">
                  <c:v>149.26233874516524</c:v>
                </c:pt>
                <c:pt idx="944">
                  <c:v>149.0531224185716</c:v>
                </c:pt>
                <c:pt idx="945">
                  <c:v>150.4358030124063</c:v>
                </c:pt>
                <c:pt idx="946">
                  <c:v>150.23893894125729</c:v>
                </c:pt>
                <c:pt idx="947">
                  <c:v>150.86195582524647</c:v>
                </c:pt>
                <c:pt idx="948">
                  <c:v>149.35498066100007</c:v>
                </c:pt>
                <c:pt idx="949">
                  <c:v>149.5564768279408</c:v>
                </c:pt>
                <c:pt idx="950">
                  <c:v>149.89230377284201</c:v>
                </c:pt>
                <c:pt idx="951">
                  <c:v>149.7116520369641</c:v>
                </c:pt>
                <c:pt idx="952">
                  <c:v>150.07449954065049</c:v>
                </c:pt>
                <c:pt idx="953">
                  <c:v>150.63112305162471</c:v>
                </c:pt>
                <c:pt idx="954">
                  <c:v>151.87561278767242</c:v>
                </c:pt>
                <c:pt idx="955">
                  <c:v>151.02948328971442</c:v>
                </c:pt>
                <c:pt idx="956">
                  <c:v>149.28627124008923</c:v>
                </c:pt>
                <c:pt idx="957">
                  <c:v>149.85370297457752</c:v>
                </c:pt>
                <c:pt idx="958">
                  <c:v>150.57785395001969</c:v>
                </c:pt>
                <c:pt idx="959">
                  <c:v>150.96463394863005</c:v>
                </c:pt>
                <c:pt idx="960">
                  <c:v>149.71782816468644</c:v>
                </c:pt>
                <c:pt idx="961">
                  <c:v>149.20752561162965</c:v>
                </c:pt>
                <c:pt idx="962">
                  <c:v>148.43705367827008</c:v>
                </c:pt>
                <c:pt idx="963">
                  <c:v>148.79681311809526</c:v>
                </c:pt>
                <c:pt idx="964">
                  <c:v>148.84004601215153</c:v>
                </c:pt>
                <c:pt idx="965">
                  <c:v>149.63676648833095</c:v>
                </c:pt>
                <c:pt idx="966">
                  <c:v>150.39874624607236</c:v>
                </c:pt>
                <c:pt idx="967">
                  <c:v>152.08251306637021</c:v>
                </c:pt>
                <c:pt idx="968">
                  <c:v>153.95851186202532</c:v>
                </c:pt>
                <c:pt idx="969">
                  <c:v>153.10697825231023</c:v>
                </c:pt>
                <c:pt idx="970">
                  <c:v>154.03339741065844</c:v>
                </c:pt>
                <c:pt idx="971">
                  <c:v>154.70273525256502</c:v>
                </c:pt>
                <c:pt idx="972">
                  <c:v>155.63764658653142</c:v>
                </c:pt>
                <c:pt idx="973">
                  <c:v>156.30698442843794</c:v>
                </c:pt>
                <c:pt idx="974">
                  <c:v>156.05376319182281</c:v>
                </c:pt>
                <c:pt idx="975">
                  <c:v>155.1350641931275</c:v>
                </c:pt>
                <c:pt idx="976">
                  <c:v>155.64922682601076</c:v>
                </c:pt>
                <c:pt idx="977">
                  <c:v>153.93380735113601</c:v>
                </c:pt>
                <c:pt idx="978">
                  <c:v>154.78148088102461</c:v>
                </c:pt>
                <c:pt idx="979">
                  <c:v>155.44464259520888</c:v>
                </c:pt>
                <c:pt idx="980">
                  <c:v>156.54708139364323</c:v>
                </c:pt>
                <c:pt idx="981">
                  <c:v>155.6530869058372</c:v>
                </c:pt>
                <c:pt idx="982">
                  <c:v>154.67262662991871</c:v>
                </c:pt>
                <c:pt idx="983">
                  <c:v>155.39137349360382</c:v>
                </c:pt>
                <c:pt idx="984">
                  <c:v>154.71508750800967</c:v>
                </c:pt>
                <c:pt idx="985">
                  <c:v>151.24255969613449</c:v>
                </c:pt>
                <c:pt idx="986">
                  <c:v>148.80607730967876</c:v>
                </c:pt>
                <c:pt idx="987">
                  <c:v>141.78150404150355</c:v>
                </c:pt>
                <c:pt idx="988">
                  <c:v>147.18638781449999</c:v>
                </c:pt>
                <c:pt idx="989">
                  <c:v>148.9342319599169</c:v>
                </c:pt>
                <c:pt idx="990">
                  <c:v>148.83078182056806</c:v>
                </c:pt>
                <c:pt idx="991">
                  <c:v>149.13727215878825</c:v>
                </c:pt>
                <c:pt idx="992">
                  <c:v>150.2543792605631</c:v>
                </c:pt>
                <c:pt idx="993">
                  <c:v>151.29351274984367</c:v>
                </c:pt>
                <c:pt idx="994">
                  <c:v>151.70654129127391</c:v>
                </c:pt>
                <c:pt idx="995">
                  <c:v>150.26364345214657</c:v>
                </c:pt>
                <c:pt idx="996">
                  <c:v>150.31536852182103</c:v>
                </c:pt>
                <c:pt idx="997">
                  <c:v>149.09249523280138</c:v>
                </c:pt>
                <c:pt idx="998">
                  <c:v>149.9177802996966</c:v>
                </c:pt>
                <c:pt idx="999">
                  <c:v>149.03382201943936</c:v>
                </c:pt>
                <c:pt idx="1000">
                  <c:v>148.96356856659796</c:v>
                </c:pt>
                <c:pt idx="1001">
                  <c:v>148.96279655063265</c:v>
                </c:pt>
                <c:pt idx="1002">
                  <c:v>149.39589750716044</c:v>
                </c:pt>
                <c:pt idx="1003">
                  <c:v>149.29167535184629</c:v>
                </c:pt>
                <c:pt idx="1004">
                  <c:v>149.23068609058834</c:v>
                </c:pt>
                <c:pt idx="1005">
                  <c:v>149.32101195852729</c:v>
                </c:pt>
                <c:pt idx="1006">
                  <c:v>148.59145687132812</c:v>
                </c:pt>
                <c:pt idx="1007">
                  <c:v>147.74995946916184</c:v>
                </c:pt>
                <c:pt idx="1008">
                  <c:v>147.70981463896672</c:v>
                </c:pt>
                <c:pt idx="1009">
                  <c:v>147.16322733554131</c:v>
                </c:pt>
                <c:pt idx="1010">
                  <c:v>145.46247616400706</c:v>
                </c:pt>
                <c:pt idx="1011">
                  <c:v>142.71023924774767</c:v>
                </c:pt>
                <c:pt idx="1012">
                  <c:v>142.56046815048137</c:v>
                </c:pt>
                <c:pt idx="1013">
                  <c:v>146.71005396391595</c:v>
                </c:pt>
                <c:pt idx="1014">
                  <c:v>145.02705915958342</c:v>
                </c:pt>
                <c:pt idx="1015">
                  <c:v>145.88476889702079</c:v>
                </c:pt>
                <c:pt idx="1016">
                  <c:v>145.37909843975572</c:v>
                </c:pt>
                <c:pt idx="1017">
                  <c:v>146.16423867645582</c:v>
                </c:pt>
                <c:pt idx="1018">
                  <c:v>145.13359736279347</c:v>
                </c:pt>
                <c:pt idx="1019">
                  <c:v>146.35724266777837</c:v>
                </c:pt>
                <c:pt idx="1020">
                  <c:v>146.29779743845103</c:v>
                </c:pt>
                <c:pt idx="1021">
                  <c:v>147.09065783480401</c:v>
                </c:pt>
                <c:pt idx="1022">
                  <c:v>144.95448965884611</c:v>
                </c:pt>
                <c:pt idx="1023">
                  <c:v>144.37779373277439</c:v>
                </c:pt>
                <c:pt idx="1024">
                  <c:v>144.81243872123275</c:v>
                </c:pt>
                <c:pt idx="1025">
                  <c:v>146.24298430491541</c:v>
                </c:pt>
                <c:pt idx="1026">
                  <c:v>145.40997907836731</c:v>
                </c:pt>
                <c:pt idx="1027">
                  <c:v>144.91048474882462</c:v>
                </c:pt>
                <c:pt idx="1028">
                  <c:v>144.38937397225376</c:v>
                </c:pt>
                <c:pt idx="1029">
                  <c:v>142.74266391828982</c:v>
                </c:pt>
                <c:pt idx="1030">
                  <c:v>142.63226563525333</c:v>
                </c:pt>
                <c:pt idx="1031">
                  <c:v>142.38753657425633</c:v>
                </c:pt>
                <c:pt idx="1032">
                  <c:v>140.78869151014041</c:v>
                </c:pt>
                <c:pt idx="1033">
                  <c:v>141.36538743621219</c:v>
                </c:pt>
                <c:pt idx="1034">
                  <c:v>143.25528251924248</c:v>
                </c:pt>
                <c:pt idx="1035">
                  <c:v>143.01595757000254</c:v>
                </c:pt>
                <c:pt idx="1036">
                  <c:v>144.17166547004192</c:v>
                </c:pt>
                <c:pt idx="1037">
                  <c:v>145.78903891732483</c:v>
                </c:pt>
                <c:pt idx="1038">
                  <c:v>146.09861731940617</c:v>
                </c:pt>
                <c:pt idx="1039">
                  <c:v>145.30730095498373</c:v>
                </c:pt>
                <c:pt idx="1040">
                  <c:v>144.01108614926156</c:v>
                </c:pt>
                <c:pt idx="1041">
                  <c:v>140.79255158996688</c:v>
                </c:pt>
                <c:pt idx="1042">
                  <c:v>139.6291235302746</c:v>
                </c:pt>
                <c:pt idx="1043">
                  <c:v>140.20041534458932</c:v>
                </c:pt>
                <c:pt idx="1044">
                  <c:v>139.46545614563308</c:v>
                </c:pt>
                <c:pt idx="1045">
                  <c:v>140.4235279585582</c:v>
                </c:pt>
                <c:pt idx="1046">
                  <c:v>139.05319962016816</c:v>
                </c:pt>
                <c:pt idx="1047">
                  <c:v>139.9664945071064</c:v>
                </c:pt>
                <c:pt idx="1048">
                  <c:v>140.72924628081307</c:v>
                </c:pt>
                <c:pt idx="1049">
                  <c:v>140.12861785981733</c:v>
                </c:pt>
                <c:pt idx="1050">
                  <c:v>137.78786545305758</c:v>
                </c:pt>
                <c:pt idx="1051">
                  <c:v>135.59148003180707</c:v>
                </c:pt>
                <c:pt idx="1052">
                  <c:v>134.35239440751633</c:v>
                </c:pt>
                <c:pt idx="1053">
                  <c:v>136.67925052690092</c:v>
                </c:pt>
                <c:pt idx="1054">
                  <c:v>138.88181207587374</c:v>
                </c:pt>
                <c:pt idx="1055">
                  <c:v>139.91399742146669</c:v>
                </c:pt>
                <c:pt idx="1056">
                  <c:v>140.92147825617033</c:v>
                </c:pt>
                <c:pt idx="1057">
                  <c:v>142.02546108653527</c:v>
                </c:pt>
                <c:pt idx="1058">
                  <c:v>142.41687318093739</c:v>
                </c:pt>
                <c:pt idx="1059">
                  <c:v>143.00128926666201</c:v>
                </c:pt>
                <c:pt idx="1060">
                  <c:v>143.76095297650755</c:v>
                </c:pt>
                <c:pt idx="1061">
                  <c:v>144.17089345407661</c:v>
                </c:pt>
                <c:pt idx="1062">
                  <c:v>144.65263141641768</c:v>
                </c:pt>
                <c:pt idx="1063">
                  <c:v>145.07724019732728</c:v>
                </c:pt>
                <c:pt idx="1064">
                  <c:v>144.93518925971387</c:v>
                </c:pt>
                <c:pt idx="1065">
                  <c:v>145.15289776192571</c:v>
                </c:pt>
                <c:pt idx="1066">
                  <c:v>144.66652770379292</c:v>
                </c:pt>
                <c:pt idx="1067">
                  <c:v>145.5242374412303</c:v>
                </c:pt>
                <c:pt idx="1068">
                  <c:v>146.26382873597825</c:v>
                </c:pt>
                <c:pt idx="1069">
                  <c:v>146.9347106098154</c:v>
                </c:pt>
                <c:pt idx="1070">
                  <c:v>148.11126294091761</c:v>
                </c:pt>
                <c:pt idx="1071">
                  <c:v>149.34726050134714</c:v>
                </c:pt>
                <c:pt idx="1072">
                  <c:v>150.37481375114839</c:v>
                </c:pt>
                <c:pt idx="1073">
                  <c:v>150.27367965969535</c:v>
                </c:pt>
                <c:pt idx="1074">
                  <c:v>151.46644432606863</c:v>
                </c:pt>
                <c:pt idx="1075">
                  <c:v>150.2304467656391</c:v>
                </c:pt>
                <c:pt idx="1076">
                  <c:v>151.63551582246723</c:v>
                </c:pt>
                <c:pt idx="1077">
                  <c:v>151.55368213014646</c:v>
                </c:pt>
                <c:pt idx="1078">
                  <c:v>151.76598652060125</c:v>
                </c:pt>
                <c:pt idx="1079">
                  <c:v>152.56733909257244</c:v>
                </c:pt>
                <c:pt idx="1080">
                  <c:v>151.42861554376944</c:v>
                </c:pt>
                <c:pt idx="1081">
                  <c:v>152.65920899244193</c:v>
                </c:pt>
                <c:pt idx="1082">
                  <c:v>152.63450448155268</c:v>
                </c:pt>
                <c:pt idx="1083">
                  <c:v>153.43817310141975</c:v>
                </c:pt>
                <c:pt idx="1084">
                  <c:v>152.70475793439408</c:v>
                </c:pt>
                <c:pt idx="1085">
                  <c:v>152.73100647721395</c:v>
                </c:pt>
                <c:pt idx="1086">
                  <c:v>153.57481992727611</c:v>
                </c:pt>
                <c:pt idx="1087">
                  <c:v>153.60415653395711</c:v>
                </c:pt>
                <c:pt idx="1088">
                  <c:v>153.62191290115879</c:v>
                </c:pt>
                <c:pt idx="1089">
                  <c:v>153.75392763122341</c:v>
                </c:pt>
                <c:pt idx="1090">
                  <c:v>154.5699485065351</c:v>
                </c:pt>
                <c:pt idx="1091">
                  <c:v>155.03007002184805</c:v>
                </c:pt>
                <c:pt idx="1092">
                  <c:v>155.36512495078395</c:v>
                </c:pt>
                <c:pt idx="1093">
                  <c:v>156.96783009472637</c:v>
                </c:pt>
                <c:pt idx="1094">
                  <c:v>158.56976322270344</c:v>
                </c:pt>
                <c:pt idx="1095">
                  <c:v>159.36879974677876</c:v>
                </c:pt>
                <c:pt idx="1096">
                  <c:v>159.94703970478108</c:v>
                </c:pt>
                <c:pt idx="1097">
                  <c:v>160.81478564976723</c:v>
                </c:pt>
                <c:pt idx="1098">
                  <c:v>162.9810624483714</c:v>
                </c:pt>
                <c:pt idx="1099">
                  <c:v>161.43317043796463</c:v>
                </c:pt>
                <c:pt idx="1100">
                  <c:v>161.2409384626074</c:v>
                </c:pt>
                <c:pt idx="1101">
                  <c:v>162.64369147153963</c:v>
                </c:pt>
                <c:pt idx="1102">
                  <c:v>163.77855494051619</c:v>
                </c:pt>
                <c:pt idx="1103">
                  <c:v>163.98159513938748</c:v>
                </c:pt>
                <c:pt idx="1104">
                  <c:v>164.23250032810679</c:v>
                </c:pt>
                <c:pt idx="1105">
                  <c:v>165.83674950397972</c:v>
                </c:pt>
                <c:pt idx="1106">
                  <c:v>166.27911465209101</c:v>
                </c:pt>
                <c:pt idx="1107">
                  <c:v>167.13836842145895</c:v>
                </c:pt>
                <c:pt idx="1108">
                  <c:v>167.25031073642603</c:v>
                </c:pt>
                <c:pt idx="1109">
                  <c:v>165.98497656931545</c:v>
                </c:pt>
                <c:pt idx="1110">
                  <c:v>164.03949633678425</c:v>
                </c:pt>
                <c:pt idx="1111">
                  <c:v>165.0546973311408</c:v>
                </c:pt>
                <c:pt idx="1112">
                  <c:v>166.04133373478163</c:v>
                </c:pt>
                <c:pt idx="1113">
                  <c:v>166.62188974067985</c:v>
                </c:pt>
                <c:pt idx="1114">
                  <c:v>167.32828434892033</c:v>
                </c:pt>
                <c:pt idx="1115">
                  <c:v>169.38416286448802</c:v>
                </c:pt>
                <c:pt idx="1116">
                  <c:v>169.80027946977944</c:v>
                </c:pt>
                <c:pt idx="1117">
                  <c:v>171.05171734951477</c:v>
                </c:pt>
                <c:pt idx="1118">
                  <c:v>172.42822181562713</c:v>
                </c:pt>
                <c:pt idx="1119">
                  <c:v>171.67473423350395</c:v>
                </c:pt>
                <c:pt idx="1120">
                  <c:v>170.67960565424491</c:v>
                </c:pt>
                <c:pt idx="1121">
                  <c:v>172.83816229319623</c:v>
                </c:pt>
                <c:pt idx="1122">
                  <c:v>174.14672935436306</c:v>
                </c:pt>
                <c:pt idx="1123">
                  <c:v>172.40428932070316</c:v>
                </c:pt>
                <c:pt idx="1124">
                  <c:v>174.84463178698536</c:v>
                </c:pt>
                <c:pt idx="1125">
                  <c:v>176.39175178142682</c:v>
                </c:pt>
                <c:pt idx="1126">
                  <c:v>174.74118164763647</c:v>
                </c:pt>
                <c:pt idx="1127">
                  <c:v>176.09606966672072</c:v>
                </c:pt>
                <c:pt idx="1128">
                  <c:v>176.74765114142559</c:v>
                </c:pt>
                <c:pt idx="1129">
                  <c:v>178.02224950011967</c:v>
                </c:pt>
                <c:pt idx="1130">
                  <c:v>178.67383097482454</c:v>
                </c:pt>
                <c:pt idx="1131">
                  <c:v>178.47310682384912</c:v>
                </c:pt>
                <c:pt idx="1132">
                  <c:v>178.78268522593049</c:v>
                </c:pt>
                <c:pt idx="1133">
                  <c:v>178.77959716206931</c:v>
                </c:pt>
                <c:pt idx="1134">
                  <c:v>179.11233604310937</c:v>
                </c:pt>
                <c:pt idx="1135">
                  <c:v>180.6957407879195</c:v>
                </c:pt>
                <c:pt idx="1136">
                  <c:v>181.93019431641844</c:v>
                </c:pt>
                <c:pt idx="1137">
                  <c:v>179.04671468605969</c:v>
                </c:pt>
                <c:pt idx="1138">
                  <c:v>179.25979109247982</c:v>
                </c:pt>
                <c:pt idx="1139">
                  <c:v>180.62162725525161</c:v>
                </c:pt>
                <c:pt idx="1140">
                  <c:v>181.02693563702897</c:v>
                </c:pt>
                <c:pt idx="1141">
                  <c:v>181.51562174305764</c:v>
                </c:pt>
                <c:pt idx="1142">
                  <c:v>182.58409183901924</c:v>
                </c:pt>
                <c:pt idx="1143">
                  <c:v>181.73178621333889</c:v>
                </c:pt>
                <c:pt idx="1144">
                  <c:v>181.39827531633355</c:v>
                </c:pt>
                <c:pt idx="1145">
                  <c:v>180.07117987199973</c:v>
                </c:pt>
                <c:pt idx="1146">
                  <c:v>181.09178497811334</c:v>
                </c:pt>
                <c:pt idx="1147">
                  <c:v>181.35118234245081</c:v>
                </c:pt>
                <c:pt idx="1148">
                  <c:v>180.39465456145635</c:v>
                </c:pt>
                <c:pt idx="1149">
                  <c:v>181.52874601446754</c:v>
                </c:pt>
                <c:pt idx="1150">
                  <c:v>183.00638457203294</c:v>
                </c:pt>
                <c:pt idx="1151">
                  <c:v>184.66930696126798</c:v>
                </c:pt>
                <c:pt idx="1152">
                  <c:v>184.02081355042424</c:v>
                </c:pt>
                <c:pt idx="1153">
                  <c:v>183.26809798426632</c:v>
                </c:pt>
                <c:pt idx="1154">
                  <c:v>184.62144197141996</c:v>
                </c:pt>
                <c:pt idx="1155">
                  <c:v>185.61811458260956</c:v>
                </c:pt>
                <c:pt idx="1156">
                  <c:v>187.5288540967027</c:v>
                </c:pt>
                <c:pt idx="1157">
                  <c:v>189.04586546849788</c:v>
                </c:pt>
                <c:pt idx="1158">
                  <c:v>191.25074306536661</c:v>
                </c:pt>
                <c:pt idx="1159">
                  <c:v>193.78758752731008</c:v>
                </c:pt>
                <c:pt idx="1160">
                  <c:v>195.41654121407231</c:v>
                </c:pt>
                <c:pt idx="1161">
                  <c:v>195.70450316912553</c:v>
                </c:pt>
                <c:pt idx="1162">
                  <c:v>196.61934208799437</c:v>
                </c:pt>
                <c:pt idx="1163">
                  <c:v>197.82600304174289</c:v>
                </c:pt>
                <c:pt idx="1164">
                  <c:v>200.45008530776417</c:v>
                </c:pt>
                <c:pt idx="1165">
                  <c:v>192.23506342111156</c:v>
                </c:pt>
                <c:pt idx="1166">
                  <c:v>194.18749179733035</c:v>
                </c:pt>
                <c:pt idx="1167">
                  <c:v>196.73977657857967</c:v>
                </c:pt>
                <c:pt idx="1168">
                  <c:v>197.53958511862024</c:v>
                </c:pt>
                <c:pt idx="1169">
                  <c:v>196.48115123020744</c:v>
                </c:pt>
                <c:pt idx="1170">
                  <c:v>194.7495194200616</c:v>
                </c:pt>
                <c:pt idx="1171">
                  <c:v>192.1462815851032</c:v>
                </c:pt>
                <c:pt idx="1172">
                  <c:v>192.63728373902771</c:v>
                </c:pt>
                <c:pt idx="1173">
                  <c:v>192.71911743134845</c:v>
                </c:pt>
                <c:pt idx="1174">
                  <c:v>193.80920397433817</c:v>
                </c:pt>
                <c:pt idx="1175">
                  <c:v>195.71376736070903</c:v>
                </c:pt>
                <c:pt idx="1176">
                  <c:v>194.91473083663368</c:v>
                </c:pt>
                <c:pt idx="1177">
                  <c:v>196.84091067003266</c:v>
                </c:pt>
                <c:pt idx="1178">
                  <c:v>197.88622028703554</c:v>
                </c:pt>
                <c:pt idx="1179">
                  <c:v>195.41268113424587</c:v>
                </c:pt>
                <c:pt idx="1180">
                  <c:v>196.63632643923077</c:v>
                </c:pt>
                <c:pt idx="1181">
                  <c:v>198.20892296052682</c:v>
                </c:pt>
                <c:pt idx="1182">
                  <c:v>194.68698612687311</c:v>
                </c:pt>
                <c:pt idx="1183">
                  <c:v>197.02233442187585</c:v>
                </c:pt>
                <c:pt idx="1184">
                  <c:v>198.67136052373561</c:v>
                </c:pt>
                <c:pt idx="1185">
                  <c:v>199.96680331349253</c:v>
                </c:pt>
                <c:pt idx="1186">
                  <c:v>199.08824914499229</c:v>
                </c:pt>
                <c:pt idx="1187">
                  <c:v>199.82320834394852</c:v>
                </c:pt>
                <c:pt idx="1188">
                  <c:v>201.57259652129608</c:v>
                </c:pt>
                <c:pt idx="1189">
                  <c:v>200.88550231218784</c:v>
                </c:pt>
                <c:pt idx="1190">
                  <c:v>201.19662474619977</c:v>
                </c:pt>
                <c:pt idx="1191">
                  <c:v>199.60318379384086</c:v>
                </c:pt>
                <c:pt idx="1192">
                  <c:v>192.44659579560104</c:v>
                </c:pt>
                <c:pt idx="1193">
                  <c:v>191.97721008870462</c:v>
                </c:pt>
                <c:pt idx="1194">
                  <c:v>191.31636442241626</c:v>
                </c:pt>
                <c:pt idx="1195">
                  <c:v>195.15482780183893</c:v>
                </c:pt>
                <c:pt idx="1196">
                  <c:v>195.44047370899628</c:v>
                </c:pt>
                <c:pt idx="1197">
                  <c:v>195.31849518648045</c:v>
                </c:pt>
                <c:pt idx="1198">
                  <c:v>195.17721626483237</c:v>
                </c:pt>
                <c:pt idx="1199">
                  <c:v>197.78894627540896</c:v>
                </c:pt>
                <c:pt idx="1200">
                  <c:v>200.18451181570433</c:v>
                </c:pt>
                <c:pt idx="1201">
                  <c:v>202.95759316302662</c:v>
                </c:pt>
                <c:pt idx="1202">
                  <c:v>204.47151647096064</c:v>
                </c:pt>
                <c:pt idx="1203">
                  <c:v>205.89897399078211</c:v>
                </c:pt>
                <c:pt idx="1204">
                  <c:v>205.40488377299639</c:v>
                </c:pt>
                <c:pt idx="1205">
                  <c:v>206.36295558592153</c:v>
                </c:pt>
                <c:pt idx="1206">
                  <c:v>208.71760428005652</c:v>
                </c:pt>
                <c:pt idx="1207">
                  <c:v>210.14274575198212</c:v>
                </c:pt>
                <c:pt idx="1208">
                  <c:v>212.91042298754738</c:v>
                </c:pt>
                <c:pt idx="1209">
                  <c:v>214.14256046815046</c:v>
                </c:pt>
                <c:pt idx="1210">
                  <c:v>214.34019655526475</c:v>
                </c:pt>
                <c:pt idx="1211">
                  <c:v>214.20046166554724</c:v>
                </c:pt>
                <c:pt idx="1212">
                  <c:v>213.96885687596017</c:v>
                </c:pt>
                <c:pt idx="1213">
                  <c:v>211.37719928048111</c:v>
                </c:pt>
                <c:pt idx="1214">
                  <c:v>212.8525217901506</c:v>
                </c:pt>
                <c:pt idx="1215">
                  <c:v>213.50101520099435</c:v>
                </c:pt>
                <c:pt idx="1216">
                  <c:v>214.14024442025462</c:v>
                </c:pt>
                <c:pt idx="1217">
                  <c:v>216.34975411291504</c:v>
                </c:pt>
                <c:pt idx="1218">
                  <c:v>218.81016899429483</c:v>
                </c:pt>
                <c:pt idx="1219">
                  <c:v>219.85933869112409</c:v>
                </c:pt>
                <c:pt idx="1220">
                  <c:v>222.92269804139551</c:v>
                </c:pt>
                <c:pt idx="1221">
                  <c:v>223.16742710239245</c:v>
                </c:pt>
                <c:pt idx="1222">
                  <c:v>224.00660845666289</c:v>
                </c:pt>
                <c:pt idx="1223">
                  <c:v>224.84192973110683</c:v>
                </c:pt>
                <c:pt idx="1224">
                  <c:v>222.40158726482466</c:v>
                </c:pt>
                <c:pt idx="1225">
                  <c:v>224.28067412434086</c:v>
                </c:pt>
                <c:pt idx="1226">
                  <c:v>224.33934733770292</c:v>
                </c:pt>
                <c:pt idx="1227">
                  <c:v>226.30181192147049</c:v>
                </c:pt>
                <c:pt idx="1228">
                  <c:v>228.22181562714715</c:v>
                </c:pt>
                <c:pt idx="1229">
                  <c:v>229.84150512232594</c:v>
                </c:pt>
                <c:pt idx="1230">
                  <c:v>231.1222796087423</c:v>
                </c:pt>
                <c:pt idx="1231">
                  <c:v>230.85130200492549</c:v>
                </c:pt>
                <c:pt idx="1232">
                  <c:v>222.46180451011725</c:v>
                </c:pt>
                <c:pt idx="1233">
                  <c:v>226.78663794767274</c:v>
                </c:pt>
                <c:pt idx="1234">
                  <c:v>229.22775242992023</c:v>
                </c:pt>
                <c:pt idx="1235">
                  <c:v>229.54273494375866</c:v>
                </c:pt>
                <c:pt idx="1236">
                  <c:v>230.57569230531686</c:v>
                </c:pt>
                <c:pt idx="1237">
                  <c:v>232.39610595147107</c:v>
                </c:pt>
                <c:pt idx="1238">
                  <c:v>233.82279145532729</c:v>
                </c:pt>
                <c:pt idx="1239">
                  <c:v>235.09584578209078</c:v>
                </c:pt>
                <c:pt idx="1240">
                  <c:v>234.53690622322068</c:v>
                </c:pt>
                <c:pt idx="1241">
                  <c:v>234.51992187198431</c:v>
                </c:pt>
                <c:pt idx="1242">
                  <c:v>236.84214589557712</c:v>
                </c:pt>
                <c:pt idx="1243">
                  <c:v>238.38077371440042</c:v>
                </c:pt>
                <c:pt idx="1244">
                  <c:v>236.89387096525155</c:v>
                </c:pt>
                <c:pt idx="1245">
                  <c:v>237.93068840663625</c:v>
                </c:pt>
                <c:pt idx="1246">
                  <c:v>237.57556106260279</c:v>
                </c:pt>
                <c:pt idx="1247">
                  <c:v>238.96132972029861</c:v>
                </c:pt>
                <c:pt idx="1248">
                  <c:v>240.01435949695437</c:v>
                </c:pt>
                <c:pt idx="1249">
                  <c:v>241.03110452324154</c:v>
                </c:pt>
                <c:pt idx="1250">
                  <c:v>239.86999251144513</c:v>
                </c:pt>
                <c:pt idx="1251">
                  <c:v>236.9834248172252</c:v>
                </c:pt>
                <c:pt idx="1252">
                  <c:v>236.55495595648918</c:v>
                </c:pt>
                <c:pt idx="1253">
                  <c:v>239.13117323266246</c:v>
                </c:pt>
                <c:pt idx="1254">
                  <c:v>239.61677127482997</c:v>
                </c:pt>
                <c:pt idx="1255">
                  <c:v>232.73270491233754</c:v>
                </c:pt>
                <c:pt idx="1256">
                  <c:v>236.7317476125406</c:v>
                </c:pt>
                <c:pt idx="1257">
                  <c:v>237.9260563108445</c:v>
                </c:pt>
                <c:pt idx="1258">
                  <c:v>241.46420547976933</c:v>
                </c:pt>
                <c:pt idx="1259">
                  <c:v>242.00847673529887</c:v>
                </c:pt>
                <c:pt idx="1260">
                  <c:v>247.45118929059453</c:v>
                </c:pt>
                <c:pt idx="1261">
                  <c:v>249.00911750855008</c:v>
                </c:pt>
                <c:pt idx="1262">
                  <c:v>251.33520161196935</c:v>
                </c:pt>
                <c:pt idx="1263">
                  <c:v>251.98215099088247</c:v>
                </c:pt>
                <c:pt idx="1264">
                  <c:v>253.98321637291454</c:v>
                </c:pt>
                <c:pt idx="1265">
                  <c:v>255.78741768379771</c:v>
                </c:pt>
                <c:pt idx="1266">
                  <c:v>254.77993684909404</c:v>
                </c:pt>
                <c:pt idx="1267">
                  <c:v>251.20318688190468</c:v>
                </c:pt>
                <c:pt idx="1268">
                  <c:v>241.13223861469453</c:v>
                </c:pt>
                <c:pt idx="1269">
                  <c:v>241.54449514015948</c:v>
                </c:pt>
                <c:pt idx="1270">
                  <c:v>245.44008770101362</c:v>
                </c:pt>
                <c:pt idx="1271">
                  <c:v>248.6694304838224</c:v>
                </c:pt>
                <c:pt idx="1272">
                  <c:v>250.04053083817772</c:v>
                </c:pt>
                <c:pt idx="1273">
                  <c:v>251.03334336954086</c:v>
                </c:pt>
                <c:pt idx="1274">
                  <c:v>249.70624792520709</c:v>
                </c:pt>
                <c:pt idx="1275">
                  <c:v>247.11999444148506</c:v>
                </c:pt>
                <c:pt idx="1276">
                  <c:v>248.8122534374011</c:v>
                </c:pt>
                <c:pt idx="1277">
                  <c:v>249.75025283522862</c:v>
                </c:pt>
                <c:pt idx="1278">
                  <c:v>249.10098740841957</c:v>
                </c:pt>
                <c:pt idx="1279">
                  <c:v>249.78885363349312</c:v>
                </c:pt>
                <c:pt idx="1280">
                  <c:v>245.11738502752235</c:v>
                </c:pt>
                <c:pt idx="1281">
                  <c:v>246.6776292933738</c:v>
                </c:pt>
                <c:pt idx="1282">
                  <c:v>247.955315715929</c:v>
                </c:pt>
                <c:pt idx="1283">
                  <c:v>249.67227922273429</c:v>
                </c:pt>
                <c:pt idx="1284">
                  <c:v>248.39227675228321</c:v>
                </c:pt>
                <c:pt idx="1285">
                  <c:v>245.31733716253251</c:v>
                </c:pt>
                <c:pt idx="1286">
                  <c:v>240.50690568280953</c:v>
                </c:pt>
                <c:pt idx="1287">
                  <c:v>242.55197597486315</c:v>
                </c:pt>
                <c:pt idx="1288">
                  <c:v>237.73305231952199</c:v>
                </c:pt>
                <c:pt idx="1289">
                  <c:v>233.02684299511313</c:v>
                </c:pt>
                <c:pt idx="1290">
                  <c:v>220.72013649242263</c:v>
                </c:pt>
                <c:pt idx="1291">
                  <c:v>228.33993406983652</c:v>
                </c:pt>
                <c:pt idx="1292">
                  <c:v>229.23778863746901</c:v>
                </c:pt>
                <c:pt idx="1293">
                  <c:v>227.93230964016337</c:v>
                </c:pt>
                <c:pt idx="1294">
                  <c:v>225.22562166585604</c:v>
                </c:pt>
                <c:pt idx="1295">
                  <c:v>225.3290718052049</c:v>
                </c:pt>
                <c:pt idx="1296">
                  <c:v>230.99180891060826</c:v>
                </c:pt>
                <c:pt idx="1297">
                  <c:v>232.481027707653</c:v>
                </c:pt>
                <c:pt idx="1298">
                  <c:v>233.43215137689049</c:v>
                </c:pt>
                <c:pt idx="1299">
                  <c:v>235.67948985185012</c:v>
                </c:pt>
                <c:pt idx="1300">
                  <c:v>235.78062394330317</c:v>
                </c:pt>
                <c:pt idx="1301">
                  <c:v>243.46913094162787</c:v>
                </c:pt>
                <c:pt idx="1302">
                  <c:v>246.44216442396026</c:v>
                </c:pt>
                <c:pt idx="1303">
                  <c:v>249.30557163922148</c:v>
                </c:pt>
                <c:pt idx="1304">
                  <c:v>250.43194293257986</c:v>
                </c:pt>
                <c:pt idx="1305">
                  <c:v>252.53182635816907</c:v>
                </c:pt>
                <c:pt idx="1306">
                  <c:v>253.33009086627908</c:v>
                </c:pt>
                <c:pt idx="1307">
                  <c:v>254.02258918714443</c:v>
                </c:pt>
                <c:pt idx="1308">
                  <c:v>255.86770734418792</c:v>
                </c:pt>
                <c:pt idx="1309">
                  <c:v>254.70968339625264</c:v>
                </c:pt>
                <c:pt idx="1310">
                  <c:v>250.30301626637637</c:v>
                </c:pt>
                <c:pt idx="1311">
                  <c:v>252.1836471578232</c:v>
                </c:pt>
                <c:pt idx="1312">
                  <c:v>251.46644432606865</c:v>
                </c:pt>
                <c:pt idx="1313">
                  <c:v>251.22017123314109</c:v>
                </c:pt>
                <c:pt idx="1314">
                  <c:v>254.52131150072182</c:v>
                </c:pt>
                <c:pt idx="1315">
                  <c:v>257.6549243038346</c:v>
                </c:pt>
                <c:pt idx="1316">
                  <c:v>258.57825539832163</c:v>
                </c:pt>
                <c:pt idx="1317">
                  <c:v>260.73758405323821</c:v>
                </c:pt>
                <c:pt idx="1318">
                  <c:v>262.19669422763661</c:v>
                </c:pt>
                <c:pt idx="1319">
                  <c:v>262.76103789826368</c:v>
                </c:pt>
                <c:pt idx="1320">
                  <c:v>262.66762396646357</c:v>
                </c:pt>
                <c:pt idx="1321">
                  <c:v>262.78497039318773</c:v>
                </c:pt>
                <c:pt idx="1322">
                  <c:v>261.50496792273663</c:v>
                </c:pt>
                <c:pt idx="1323">
                  <c:v>257.59316302661142</c:v>
                </c:pt>
                <c:pt idx="1324">
                  <c:v>252.71247809404699</c:v>
                </c:pt>
                <c:pt idx="1325">
                  <c:v>254.16386810879246</c:v>
                </c:pt>
                <c:pt idx="1326">
                  <c:v>246.97871551983695</c:v>
                </c:pt>
                <c:pt idx="1327">
                  <c:v>248.69336297874639</c:v>
                </c:pt>
                <c:pt idx="1328">
                  <c:v>247.62875296261123</c:v>
                </c:pt>
                <c:pt idx="1329">
                  <c:v>252.65226084875434</c:v>
                </c:pt>
                <c:pt idx="1330">
                  <c:v>254.10828295929159</c:v>
                </c:pt>
                <c:pt idx="1331">
                  <c:v>256.253715326833</c:v>
                </c:pt>
                <c:pt idx="1332">
                  <c:v>260.49053894434536</c:v>
                </c:pt>
                <c:pt idx="1333">
                  <c:v>262.63365526399082</c:v>
                </c:pt>
                <c:pt idx="1334">
                  <c:v>261.55669299241106</c:v>
                </c:pt>
                <c:pt idx="1335">
                  <c:v>260.64031004161166</c:v>
                </c:pt>
                <c:pt idx="1336">
                  <c:v>261.12513606781391</c:v>
                </c:pt>
                <c:pt idx="1337">
                  <c:v>260.67891083987615</c:v>
                </c:pt>
                <c:pt idx="1338">
                  <c:v>262.78883047301417</c:v>
                </c:pt>
                <c:pt idx="1339">
                  <c:v>260.56465247701317</c:v>
                </c:pt>
                <c:pt idx="1340">
                  <c:v>260.72523179779358</c:v>
                </c:pt>
                <c:pt idx="1341">
                  <c:v>256.50770857941342</c:v>
                </c:pt>
                <c:pt idx="1342">
                  <c:v>257.80237935320503</c:v>
                </c:pt>
                <c:pt idx="1343">
                  <c:v>264.00938771413792</c:v>
                </c:pt>
                <c:pt idx="1344">
                  <c:v>242.29180659456037</c:v>
                </c:pt>
                <c:pt idx="1345">
                  <c:v>251.51353729995134</c:v>
                </c:pt>
                <c:pt idx="1346">
                  <c:v>259.80035667137594</c:v>
                </c:pt>
                <c:pt idx="1347">
                  <c:v>265.81358902502103</c:v>
                </c:pt>
                <c:pt idx="1348">
                  <c:v>269.82189591680759</c:v>
                </c:pt>
                <c:pt idx="1349">
                  <c:v>271.31111471385225</c:v>
                </c:pt>
                <c:pt idx="1350">
                  <c:v>274.65703190741982</c:v>
                </c:pt>
                <c:pt idx="1351">
                  <c:v>276.50678216025506</c:v>
                </c:pt>
                <c:pt idx="1352">
                  <c:v>278.59894542619139</c:v>
                </c:pt>
                <c:pt idx="1353">
                  <c:v>281.60903567485775</c:v>
                </c:pt>
                <c:pt idx="1354">
                  <c:v>280.32671715651077</c:v>
                </c:pt>
                <c:pt idx="1355">
                  <c:v>282.03982058348964</c:v>
                </c:pt>
                <c:pt idx="1356">
                  <c:v>281.55499455728739</c:v>
                </c:pt>
                <c:pt idx="1357">
                  <c:v>281.27706880978297</c:v>
                </c:pt>
                <c:pt idx="1358">
                  <c:v>281.66307679242806</c:v>
                </c:pt>
                <c:pt idx="1359">
                  <c:v>282.37255946452973</c:v>
                </c:pt>
                <c:pt idx="1360">
                  <c:v>280.47340018991594</c:v>
                </c:pt>
                <c:pt idx="1361">
                  <c:v>282.83113694791211</c:v>
                </c:pt>
                <c:pt idx="1362">
                  <c:v>287.09189306034853</c:v>
                </c:pt>
                <c:pt idx="1363">
                  <c:v>285.78564204707749</c:v>
                </c:pt>
                <c:pt idx="1364">
                  <c:v>288.74246319413885</c:v>
                </c:pt>
                <c:pt idx="1365">
                  <c:v>290.16914869799507</c:v>
                </c:pt>
                <c:pt idx="1366">
                  <c:v>292.45817603508038</c:v>
                </c:pt>
                <c:pt idx="1367">
                  <c:v>291.95173356185012</c:v>
                </c:pt>
                <c:pt idx="1368">
                  <c:v>292.69827300028567</c:v>
                </c:pt>
                <c:pt idx="1369">
                  <c:v>290.11973967621651</c:v>
                </c:pt>
                <c:pt idx="1370">
                  <c:v>292.12543715404036</c:v>
                </c:pt>
                <c:pt idx="1371">
                  <c:v>292.57938254163093</c:v>
                </c:pt>
                <c:pt idx="1372">
                  <c:v>294.10257004114845</c:v>
                </c:pt>
                <c:pt idx="1373">
                  <c:v>294.32954273494374</c:v>
                </c:pt>
                <c:pt idx="1374">
                  <c:v>290.72886027283045</c:v>
                </c:pt>
                <c:pt idx="1375">
                  <c:v>284.06713450834167</c:v>
                </c:pt>
                <c:pt idx="1376">
                  <c:v>286.61941928959089</c:v>
                </c:pt>
                <c:pt idx="1377">
                  <c:v>284.1095953864326</c:v>
                </c:pt>
                <c:pt idx="1378">
                  <c:v>289.096818522207</c:v>
                </c:pt>
                <c:pt idx="1379">
                  <c:v>288.31785441322927</c:v>
                </c:pt>
                <c:pt idx="1380">
                  <c:v>291.11178019161434</c:v>
                </c:pt>
                <c:pt idx="1381">
                  <c:v>294.03617666813352</c:v>
                </c:pt>
                <c:pt idx="1382">
                  <c:v>296.57070508218106</c:v>
                </c:pt>
                <c:pt idx="1383">
                  <c:v>295.49142676270549</c:v>
                </c:pt>
                <c:pt idx="1384">
                  <c:v>292.59327882900618</c:v>
                </c:pt>
                <c:pt idx="1385">
                  <c:v>290.28726714068443</c:v>
                </c:pt>
                <c:pt idx="1386">
                  <c:v>277.03020898472181</c:v>
                </c:pt>
                <c:pt idx="1387">
                  <c:v>275.9393504257668</c:v>
                </c:pt>
                <c:pt idx="1388">
                  <c:v>283.84402189437276</c:v>
                </c:pt>
                <c:pt idx="1389">
                  <c:v>282.6705576271317</c:v>
                </c:pt>
                <c:pt idx="1390">
                  <c:v>284.2593664836989</c:v>
                </c:pt>
                <c:pt idx="1391">
                  <c:v>284.78588137202678</c:v>
                </c:pt>
                <c:pt idx="1392">
                  <c:v>281.07016853108524</c:v>
                </c:pt>
                <c:pt idx="1393">
                  <c:v>279.27677544371619</c:v>
                </c:pt>
                <c:pt idx="1394">
                  <c:v>284.67085099319848</c:v>
                </c:pt>
                <c:pt idx="1395">
                  <c:v>289.54767584593651</c:v>
                </c:pt>
                <c:pt idx="1396">
                  <c:v>290.8948437053678</c:v>
                </c:pt>
                <c:pt idx="1397">
                  <c:v>294.40597231550748</c:v>
                </c:pt>
                <c:pt idx="1398">
                  <c:v>294.90392261311962</c:v>
                </c:pt>
                <c:pt idx="1399">
                  <c:v>294.58971211524653</c:v>
                </c:pt>
                <c:pt idx="1400">
                  <c:v>295.40804903845412</c:v>
                </c:pt>
                <c:pt idx="1401">
                  <c:v>298.51232523488585</c:v>
                </c:pt>
                <c:pt idx="1402">
                  <c:v>298.30310890829224</c:v>
                </c:pt>
                <c:pt idx="1403">
                  <c:v>296.67878731732168</c:v>
                </c:pt>
                <c:pt idx="1404">
                  <c:v>298.10778886907377</c:v>
                </c:pt>
                <c:pt idx="1405">
                  <c:v>297.13813681666937</c:v>
                </c:pt>
                <c:pt idx="1406">
                  <c:v>298.41041912746755</c:v>
                </c:pt>
                <c:pt idx="1407">
                  <c:v>298.34170970655674</c:v>
                </c:pt>
                <c:pt idx="1408">
                  <c:v>301.40970115261985</c:v>
                </c:pt>
                <c:pt idx="1409">
                  <c:v>297.62836695462858</c:v>
                </c:pt>
                <c:pt idx="1410">
                  <c:v>294.86995391064687</c:v>
                </c:pt>
                <c:pt idx="1411">
                  <c:v>298.26682415792362</c:v>
                </c:pt>
                <c:pt idx="1412">
                  <c:v>295.86508248990583</c:v>
                </c:pt>
                <c:pt idx="1413">
                  <c:v>298.84352008399532</c:v>
                </c:pt>
                <c:pt idx="1414">
                  <c:v>301.17809636303281</c:v>
                </c:pt>
                <c:pt idx="1415">
                  <c:v>301.66909851695732</c:v>
                </c:pt>
                <c:pt idx="1416">
                  <c:v>300.55430746307832</c:v>
                </c:pt>
                <c:pt idx="1417">
                  <c:v>299.38393125969844</c:v>
                </c:pt>
                <c:pt idx="1418">
                  <c:v>295.60259706170717</c:v>
                </c:pt>
                <c:pt idx="1419">
                  <c:v>298.49456886768422</c:v>
                </c:pt>
                <c:pt idx="1420">
                  <c:v>301.84125807721705</c:v>
                </c:pt>
                <c:pt idx="1421">
                  <c:v>300.16057932078036</c:v>
                </c:pt>
                <c:pt idx="1422">
                  <c:v>298.88984104191275</c:v>
                </c:pt>
                <c:pt idx="1423">
                  <c:v>297.40062224486803</c:v>
                </c:pt>
                <c:pt idx="1424">
                  <c:v>297.102624082266</c:v>
                </c:pt>
                <c:pt idx="1425">
                  <c:v>296.13992017354917</c:v>
                </c:pt>
                <c:pt idx="1426">
                  <c:v>298.48144459627423</c:v>
                </c:pt>
                <c:pt idx="1427">
                  <c:v>292.63419567516655</c:v>
                </c:pt>
                <c:pt idx="1428">
                  <c:v>289.63954574580606</c:v>
                </c:pt>
                <c:pt idx="1429">
                  <c:v>281.67542904787268</c:v>
                </c:pt>
                <c:pt idx="1430">
                  <c:v>287.4624607236878</c:v>
                </c:pt>
                <c:pt idx="1431">
                  <c:v>291.27544757625583</c:v>
                </c:pt>
                <c:pt idx="1432">
                  <c:v>291.82203487968133</c:v>
                </c:pt>
                <c:pt idx="1433">
                  <c:v>293.50194162015271</c:v>
                </c:pt>
                <c:pt idx="1434">
                  <c:v>294.76418772340207</c:v>
                </c:pt>
                <c:pt idx="1435">
                  <c:v>298.02981525657952</c:v>
                </c:pt>
                <c:pt idx="1436">
                  <c:v>298.07382016660108</c:v>
                </c:pt>
                <c:pt idx="1437">
                  <c:v>294.38435586847936</c:v>
                </c:pt>
                <c:pt idx="1438">
                  <c:v>294.56732365225309</c:v>
                </c:pt>
                <c:pt idx="1439">
                  <c:v>290.23785811890593</c:v>
                </c:pt>
                <c:pt idx="1440">
                  <c:v>278.86760698211236</c:v>
                </c:pt>
                <c:pt idx="1441">
                  <c:v>282.34476688977929</c:v>
                </c:pt>
                <c:pt idx="1442">
                  <c:v>281.77270305949929</c:v>
                </c:pt>
                <c:pt idx="1443">
                  <c:v>275.57727493804572</c:v>
                </c:pt>
                <c:pt idx="1444">
                  <c:v>278.88767939720992</c:v>
                </c:pt>
                <c:pt idx="1445">
                  <c:v>280.99759903034794</c:v>
                </c:pt>
                <c:pt idx="1446">
                  <c:v>283.96136832109693</c:v>
                </c:pt>
                <c:pt idx="1447">
                  <c:v>287.23008391813539</c:v>
                </c:pt>
                <c:pt idx="1448">
                  <c:v>290.19925732064144</c:v>
                </c:pt>
                <c:pt idx="1449">
                  <c:v>284.48247909766775</c:v>
                </c:pt>
                <c:pt idx="1450">
                  <c:v>285.69917625896505</c:v>
                </c:pt>
                <c:pt idx="1451">
                  <c:v>291.91622082744664</c:v>
                </c:pt>
                <c:pt idx="1452">
                  <c:v>289.71983540619618</c:v>
                </c:pt>
                <c:pt idx="1453">
                  <c:v>284.80595378712428</c:v>
                </c:pt>
                <c:pt idx="1454">
                  <c:v>281.40213539616002</c:v>
                </c:pt>
                <c:pt idx="1455">
                  <c:v>277.79604882228961</c:v>
                </c:pt>
                <c:pt idx="1456">
                  <c:v>269.5709907280883</c:v>
                </c:pt>
                <c:pt idx="1457">
                  <c:v>271.76583211740819</c:v>
                </c:pt>
                <c:pt idx="1458">
                  <c:v>270.31753016652385</c:v>
                </c:pt>
                <c:pt idx="1459">
                  <c:v>272.94392848044095</c:v>
                </c:pt>
                <c:pt idx="1460">
                  <c:v>271.69712269649733</c:v>
                </c:pt>
                <c:pt idx="1461">
                  <c:v>274.15136145015475</c:v>
                </c:pt>
                <c:pt idx="1462">
                  <c:v>279.71450849603565</c:v>
                </c:pt>
                <c:pt idx="1463">
                  <c:v>282.02206421628796</c:v>
                </c:pt>
                <c:pt idx="1464">
                  <c:v>285.6899120673815</c:v>
                </c:pt>
                <c:pt idx="1465">
                  <c:v>285.82424284534198</c:v>
                </c:pt>
                <c:pt idx="1466">
                  <c:v>287.97662335657105</c:v>
                </c:pt>
                <c:pt idx="1467">
                  <c:v>290.97358933382742</c:v>
                </c:pt>
                <c:pt idx="1468">
                  <c:v>293.42087994379722</c:v>
                </c:pt>
                <c:pt idx="1469">
                  <c:v>296.04573422578375</c:v>
                </c:pt>
                <c:pt idx="1470">
                  <c:v>298.51618531471229</c:v>
                </c:pt>
                <c:pt idx="1471">
                  <c:v>300.9642479406474</c:v>
                </c:pt>
                <c:pt idx="1472">
                  <c:v>301.52781959530921</c:v>
                </c:pt>
                <c:pt idx="1473">
                  <c:v>302.37086102940611</c:v>
                </c:pt>
                <c:pt idx="1474">
                  <c:v>303.51576070593137</c:v>
                </c:pt>
                <c:pt idx="1475">
                  <c:v>300.56974778238413</c:v>
                </c:pt>
                <c:pt idx="1476">
                  <c:v>299.65490886351529</c:v>
                </c:pt>
                <c:pt idx="1477">
                  <c:v>301.56564837760845</c:v>
                </c:pt>
                <c:pt idx="1478">
                  <c:v>299.51826203765893</c:v>
                </c:pt>
                <c:pt idx="1479">
                  <c:v>296.9227443623534</c:v>
                </c:pt>
                <c:pt idx="1480">
                  <c:v>295.42117330986406</c:v>
                </c:pt>
                <c:pt idx="1481">
                  <c:v>288.95476758459364</c:v>
                </c:pt>
                <c:pt idx="1482">
                  <c:v>288.54559912298987</c:v>
                </c:pt>
                <c:pt idx="1483">
                  <c:v>289.23809744385511</c:v>
                </c:pt>
                <c:pt idx="1484">
                  <c:v>289.17633616663193</c:v>
                </c:pt>
                <c:pt idx="1485">
                  <c:v>289.59631285174976</c:v>
                </c:pt>
                <c:pt idx="1486">
                  <c:v>287.8067798442072</c:v>
                </c:pt>
                <c:pt idx="1487">
                  <c:v>289.80244111448224</c:v>
                </c:pt>
                <c:pt idx="1488">
                  <c:v>292.74536597416835</c:v>
                </c:pt>
                <c:pt idx="1489">
                  <c:v>294.6066964664829</c:v>
                </c:pt>
                <c:pt idx="1490">
                  <c:v>293.88640557086723</c:v>
                </c:pt>
                <c:pt idx="1491">
                  <c:v>284.49174328925125</c:v>
                </c:pt>
                <c:pt idx="1492">
                  <c:v>288.32403054095158</c:v>
                </c:pt>
                <c:pt idx="1493">
                  <c:v>283.57150025862535</c:v>
                </c:pt>
                <c:pt idx="1494">
                  <c:v>279.7531092943002</c:v>
                </c:pt>
                <c:pt idx="1495">
                  <c:v>272.45292632651643</c:v>
                </c:pt>
                <c:pt idx="1496">
                  <c:v>261.28262732473308</c:v>
                </c:pt>
                <c:pt idx="1497">
                  <c:v>266.46594251569121</c:v>
                </c:pt>
                <c:pt idx="1498">
                  <c:v>267.95052921694423</c:v>
                </c:pt>
                <c:pt idx="1499">
                  <c:v>272.41818560807837</c:v>
                </c:pt>
                <c:pt idx="1500">
                  <c:v>272.8620947881202</c:v>
                </c:pt>
                <c:pt idx="1501">
                  <c:v>275.83590028641794</c:v>
                </c:pt>
                <c:pt idx="1502">
                  <c:v>269.53393396175431</c:v>
                </c:pt>
                <c:pt idx="1503">
                  <c:v>265.14965529487148</c:v>
                </c:pt>
                <c:pt idx="1504">
                  <c:v>268.11419660158566</c:v>
                </c:pt>
                <c:pt idx="1505">
                  <c:v>261.80682616516503</c:v>
                </c:pt>
                <c:pt idx="1506">
                  <c:v>251.74282604164256</c:v>
                </c:pt>
                <c:pt idx="1507">
                  <c:v>247.17635160695121</c:v>
                </c:pt>
                <c:pt idx="1508">
                  <c:v>255.39137349360382</c:v>
                </c:pt>
                <c:pt idx="1509">
                  <c:v>255.69940786375463</c:v>
                </c:pt>
                <c:pt idx="1510">
                  <c:v>261.10351962078573</c:v>
                </c:pt>
                <c:pt idx="1511">
                  <c:v>262.17276173271262</c:v>
                </c:pt>
                <c:pt idx="1512">
                  <c:v>256.58105009611597</c:v>
                </c:pt>
                <c:pt idx="1513">
                  <c:v>259.37420385853579</c:v>
                </c:pt>
                <c:pt idx="1514">
                  <c:v>264.16070284333478</c:v>
                </c:pt>
                <c:pt idx="1515">
                  <c:v>263.36166631925948</c:v>
                </c:pt>
                <c:pt idx="1516">
                  <c:v>262.59119438589988</c:v>
                </c:pt>
                <c:pt idx="1517">
                  <c:v>257.06124402652648</c:v>
                </c:pt>
                <c:pt idx="1518">
                  <c:v>248.19309663323835</c:v>
                </c:pt>
                <c:pt idx="1519">
                  <c:v>247.55463942994339</c:v>
                </c:pt>
                <c:pt idx="1520">
                  <c:v>246.64134454300518</c:v>
                </c:pt>
                <c:pt idx="1521">
                  <c:v>237.89208760837175</c:v>
                </c:pt>
                <c:pt idx="1522">
                  <c:v>237.98318549227599</c:v>
                </c:pt>
                <c:pt idx="1523">
                  <c:v>234.20571137411122</c:v>
                </c:pt>
                <c:pt idx="1524">
                  <c:v>239.72485350997056</c:v>
                </c:pt>
                <c:pt idx="1525">
                  <c:v>243.14951633199775</c:v>
                </c:pt>
                <c:pt idx="1526">
                  <c:v>241.43872895291474</c:v>
                </c:pt>
                <c:pt idx="1527">
                  <c:v>238.97445399170851</c:v>
                </c:pt>
                <c:pt idx="1528">
                  <c:v>237.91370405539985</c:v>
                </c:pt>
                <c:pt idx="1529">
                  <c:v>234.02274359033743</c:v>
                </c:pt>
                <c:pt idx="1530">
                  <c:v>226.97578185916885</c:v>
                </c:pt>
                <c:pt idx="1531">
                  <c:v>226.36820529448551</c:v>
                </c:pt>
                <c:pt idx="1532">
                  <c:v>227.93925778385096</c:v>
                </c:pt>
                <c:pt idx="1533">
                  <c:v>234.6789571608341</c:v>
                </c:pt>
                <c:pt idx="1534">
                  <c:v>237.78632142112696</c:v>
                </c:pt>
                <c:pt idx="1535">
                  <c:v>239.39134261296519</c:v>
                </c:pt>
                <c:pt idx="1536">
                  <c:v>234.66428885749355</c:v>
                </c:pt>
                <c:pt idx="1537">
                  <c:v>232.77670982235912</c:v>
                </c:pt>
                <c:pt idx="1538">
                  <c:v>232.28956774826105</c:v>
                </c:pt>
                <c:pt idx="1539">
                  <c:v>230.01984081030798</c:v>
                </c:pt>
                <c:pt idx="1540">
                  <c:v>231.11687549698527</c:v>
                </c:pt>
                <c:pt idx="1541">
                  <c:v>237.39027723093312</c:v>
                </c:pt>
                <c:pt idx="1542">
                  <c:v>243.14797230006718</c:v>
                </c:pt>
                <c:pt idx="1543">
                  <c:v>244.85335556739312</c:v>
                </c:pt>
                <c:pt idx="1544">
                  <c:v>249.90079594846023</c:v>
                </c:pt>
                <c:pt idx="1545">
                  <c:v>252.66075302437255</c:v>
                </c:pt>
                <c:pt idx="1546">
                  <c:v>248.72655966525389</c:v>
                </c:pt>
                <c:pt idx="1547">
                  <c:v>246.06850869675984</c:v>
                </c:pt>
                <c:pt idx="1548">
                  <c:v>248.8956311616524</c:v>
                </c:pt>
                <c:pt idx="1549">
                  <c:v>248.52274745041728</c:v>
                </c:pt>
              </c:numCache>
            </c:numRef>
          </c:val>
          <c:smooth val="0"/>
          <c:extLst>
            <c:ext xmlns:c16="http://schemas.microsoft.com/office/drawing/2014/chart" uri="{C3380CC4-5D6E-409C-BE32-E72D297353CC}">
              <c16:uniqueId val="{00000002-C9F5-7A4A-B402-9C2ABB2F5BCB}"/>
            </c:ext>
          </c:extLst>
        </c:ser>
        <c:ser>
          <c:idx val="3"/>
          <c:order val="3"/>
          <c:tx>
            <c:strRef>
              <c:f>'Capital Markets Data'!$BT$3:$BT$5</c:f>
              <c:strCache>
                <c:ptCount val="3"/>
                <c:pt idx="0">
                  <c:v>BSE SENSEX</c:v>
                </c:pt>
                <c:pt idx="2">
                  <c:v>Close</c:v>
                </c:pt>
              </c:strCache>
            </c:strRef>
          </c:tx>
          <c:spPr>
            <a:ln w="12700" cap="rnd">
              <a:solidFill>
                <a:schemeClr val="dk1">
                  <a:tint val="98500"/>
                </a:schemeClr>
              </a:solidFill>
              <a:round/>
            </a:ln>
            <a:effectLst>
              <a:outerShdw blurRad="50800" dist="38100" dir="2700000" algn="tl" rotWithShape="0">
                <a:prstClr val="black">
                  <a:alpha val="40000"/>
                </a:prstClr>
              </a:outerShdw>
            </a:effectLst>
          </c:spPr>
          <c:marker>
            <c:symbol val="none"/>
          </c:marker>
          <c:cat>
            <c:numRef>
              <c:f>'Capital Markets Data'!$BP$6:$BP$1555</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'Capital Markets Data'!$BT$6:$BT$1555</c:f>
              <c:numCache>
                <c:formatCode>_(* #,##0_);_(* \(#,##0\);_(* "-"??_);_(@_)</c:formatCode>
                <c:ptCount val="1550"/>
                <c:pt idx="0">
                  <c:v>100</c:v>
                </c:pt>
                <c:pt idx="1">
                  <c:v>98.998609002947759</c:v>
                </c:pt>
                <c:pt idx="2">
                  <c:v>97.956505897049666</c:v>
                </c:pt>
                <c:pt idx="3">
                  <c:v>98.456829028726574</c:v>
                </c:pt>
                <c:pt idx="4">
                  <c:v>98.884526833444724</c:v>
                </c:pt>
                <c:pt idx="5">
                  <c:v>99.24522618803644</c:v>
                </c:pt>
                <c:pt idx="6">
                  <c:v>99.88509034860985</c:v>
                </c:pt>
                <c:pt idx="7">
                  <c:v>99.59158252325156</c:v>
                </c:pt>
                <c:pt idx="8">
                  <c:v>99.324967859224358</c:v>
                </c:pt>
                <c:pt idx="9">
                  <c:v>98.893904961498649</c:v>
                </c:pt>
                <c:pt idx="10">
                  <c:v>100.17586748374067</c:v>
                </c:pt>
                <c:pt idx="11">
                  <c:v>100.1840319716935</c:v>
                </c:pt>
                <c:pt idx="12">
                  <c:v>100.32964120109548</c:v>
                </c:pt>
                <c:pt idx="13">
                  <c:v>100.36420236124715</c:v>
                </c:pt>
                <c:pt idx="14">
                  <c:v>100.89475616453318</c:v>
                </c:pt>
                <c:pt idx="15">
                  <c:v>100.52426494094399</c:v>
                </c:pt>
                <c:pt idx="16">
                  <c:v>99.59701632097692</c:v>
                </c:pt>
                <c:pt idx="17">
                  <c:v>99.835965507245021</c:v>
                </c:pt>
                <c:pt idx="18">
                  <c:v>99.368272744649857</c:v>
                </c:pt>
                <c:pt idx="19">
                  <c:v>98.350911347176364</c:v>
                </c:pt>
                <c:pt idx="20">
                  <c:v>98.173830223334605</c:v>
                </c:pt>
                <c:pt idx="21">
                  <c:v>98.170382382138314</c:v>
                </c:pt>
                <c:pt idx="22">
                  <c:v>100.00584753866892</c:v>
                </c:pt>
                <c:pt idx="23">
                  <c:v>100.59264252754893</c:v>
                </c:pt>
                <c:pt idx="24">
                  <c:v>100.9051824363108</c:v>
                </c:pt>
                <c:pt idx="25">
                  <c:v>100.99915679595703</c:v>
                </c:pt>
                <c:pt idx="26">
                  <c:v>101.98777698921819</c:v>
                </c:pt>
                <c:pt idx="27">
                  <c:v>101.97635773917604</c:v>
                </c:pt>
                <c:pt idx="28">
                  <c:v>100.80516745888863</c:v>
                </c:pt>
                <c:pt idx="29">
                  <c:v>100.3874270195454</c:v>
                </c:pt>
                <c:pt idx="30">
                  <c:v>99.721552344987145</c:v>
                </c:pt>
                <c:pt idx="31">
                  <c:v>99.391911143891647</c:v>
                </c:pt>
                <c:pt idx="32">
                  <c:v>98.956407426705113</c:v>
                </c:pt>
                <c:pt idx="33">
                  <c:v>98.770858404885217</c:v>
                </c:pt>
                <c:pt idx="34">
                  <c:v>97.914387068995723</c:v>
                </c:pt>
                <c:pt idx="35">
                  <c:v>97.512148123671025</c:v>
                </c:pt>
                <c:pt idx="36">
                  <c:v>98.625525002778971</c:v>
                </c:pt>
                <c:pt idx="37">
                  <c:v>99.017448007244326</c:v>
                </c:pt>
                <c:pt idx="38">
                  <c:v>98.94333321288876</c:v>
                </c:pt>
                <c:pt idx="39">
                  <c:v>99.886386736899652</c:v>
                </c:pt>
                <c:pt idx="40">
                  <c:v>99.225311457286622</c:v>
                </c:pt>
                <c:pt idx="41">
                  <c:v>99.036976579780159</c:v>
                </c:pt>
                <c:pt idx="42">
                  <c:v>98.932189790142317</c:v>
                </c:pt>
                <c:pt idx="43">
                  <c:v>99.473831850715641</c:v>
                </c:pt>
                <c:pt idx="44">
                  <c:v>100.51847256773424</c:v>
                </c:pt>
                <c:pt idx="45">
                  <c:v>101.05236388129828</c:v>
                </c:pt>
                <c:pt idx="46">
                  <c:v>101.29873282182081</c:v>
                </c:pt>
                <c:pt idx="47">
                  <c:v>101.14981366487039</c:v>
                </c:pt>
                <c:pt idx="48">
                  <c:v>102.20532197733969</c:v>
                </c:pt>
                <c:pt idx="49">
                  <c:v>103.53359590253038</c:v>
                </c:pt>
                <c:pt idx="50">
                  <c:v>104.13078958045841</c:v>
                </c:pt>
                <c:pt idx="51">
                  <c:v>104.13829208290156</c:v>
                </c:pt>
                <c:pt idx="52">
                  <c:v>104.88145356571599</c:v>
                </c:pt>
                <c:pt idx="53">
                  <c:v>105.07660137742636</c:v>
                </c:pt>
                <c:pt idx="54">
                  <c:v>105.81692183909506</c:v>
                </c:pt>
                <c:pt idx="55">
                  <c:v>105.88113443353487</c:v>
                </c:pt>
                <c:pt idx="56">
                  <c:v>105.2684116788587</c:v>
                </c:pt>
                <c:pt idx="57">
                  <c:v>104.28729398804069</c:v>
                </c:pt>
                <c:pt idx="58">
                  <c:v>105.45818085830282</c:v>
                </c:pt>
                <c:pt idx="59">
                  <c:v>105.1808916779319</c:v>
                </c:pt>
                <c:pt idx="60">
                  <c:v>106.31961708551501</c:v>
                </c:pt>
                <c:pt idx="61">
                  <c:v>106.67044182292054</c:v>
                </c:pt>
                <c:pt idx="62">
                  <c:v>107.21922781045259</c:v>
                </c:pt>
                <c:pt idx="63">
                  <c:v>107.72890148745387</c:v>
                </c:pt>
                <c:pt idx="64">
                  <c:v>107.23370874347704</c:v>
                </c:pt>
                <c:pt idx="65">
                  <c:v>106.70301702654315</c:v>
                </c:pt>
                <c:pt idx="66">
                  <c:v>107.19263805914676</c:v>
                </c:pt>
                <c:pt idx="67">
                  <c:v>106.74662532199389</c:v>
                </c:pt>
                <c:pt idx="68">
                  <c:v>107.40499749410904</c:v>
                </c:pt>
                <c:pt idx="69">
                  <c:v>106.42892744280239</c:v>
                </c:pt>
                <c:pt idx="70">
                  <c:v>106.4886716350518</c:v>
                </c:pt>
                <c:pt idx="71">
                  <c:v>106.9302711354734</c:v>
                </c:pt>
                <c:pt idx="72">
                  <c:v>107.31292634280311</c:v>
                </c:pt>
                <c:pt idx="73">
                  <c:v>108.33293568231537</c:v>
                </c:pt>
                <c:pt idx="74">
                  <c:v>107.95957585485085</c:v>
                </c:pt>
                <c:pt idx="75">
                  <c:v>106.5939549138219</c:v>
                </c:pt>
                <c:pt idx="76">
                  <c:v>106.37246559537184</c:v>
                </c:pt>
                <c:pt idx="77">
                  <c:v>107.72346768972849</c:v>
                </c:pt>
                <c:pt idx="78">
                  <c:v>106.83028374078083</c:v>
                </c:pt>
                <c:pt idx="79">
                  <c:v>107.75835984263502</c:v>
                </c:pt>
                <c:pt idx="80">
                  <c:v>107.65966883623224</c:v>
                </c:pt>
                <c:pt idx="81">
                  <c:v>107.52142419562554</c:v>
                </c:pt>
                <c:pt idx="82">
                  <c:v>107.47130637599621</c:v>
                </c:pt>
                <c:pt idx="83">
                  <c:v>106.47027395442836</c:v>
                </c:pt>
                <c:pt idx="84">
                  <c:v>105.57739341550597</c:v>
                </c:pt>
                <c:pt idx="85">
                  <c:v>104.23273534895048</c:v>
                </c:pt>
                <c:pt idx="86">
                  <c:v>103.59772574878147</c:v>
                </c:pt>
                <c:pt idx="87">
                  <c:v>103.33315220674248</c:v>
                </c:pt>
                <c:pt idx="88">
                  <c:v>102.30660576032209</c:v>
                </c:pt>
                <c:pt idx="89">
                  <c:v>102.93469209536894</c:v>
                </c:pt>
                <c:pt idx="90">
                  <c:v>102.37296980766837</c:v>
                </c:pt>
                <c:pt idx="91">
                  <c:v>103.14142465349887</c:v>
                </c:pt>
                <c:pt idx="92">
                  <c:v>104.62341713058518</c:v>
                </c:pt>
                <c:pt idx="93">
                  <c:v>108.54540544819591</c:v>
                </c:pt>
                <c:pt idx="94">
                  <c:v>107.48934548113522</c:v>
                </c:pt>
                <c:pt idx="95">
                  <c:v>107.87663458703275</c:v>
                </c:pt>
                <c:pt idx="96">
                  <c:v>107.05240746201099</c:v>
                </c:pt>
                <c:pt idx="97">
                  <c:v>108.77172174432079</c:v>
                </c:pt>
                <c:pt idx="98">
                  <c:v>109.45734565325145</c:v>
                </c:pt>
                <c:pt idx="99">
                  <c:v>109.64060530851698</c:v>
                </c:pt>
                <c:pt idx="100">
                  <c:v>108.95743626251809</c:v>
                </c:pt>
                <c:pt idx="101">
                  <c:v>109.86744567650368</c:v>
                </c:pt>
                <c:pt idx="102">
                  <c:v>109.54260387035345</c:v>
                </c:pt>
                <c:pt idx="103">
                  <c:v>111.06908729023679</c:v>
                </c:pt>
                <c:pt idx="104">
                  <c:v>110.56134440430544</c:v>
                </c:pt>
                <c:pt idx="105">
                  <c:v>109.03375767523929</c:v>
                </c:pt>
                <c:pt idx="106">
                  <c:v>109.27146563867673</c:v>
                </c:pt>
                <c:pt idx="107">
                  <c:v>109.73656562469228</c:v>
                </c:pt>
                <c:pt idx="108">
                  <c:v>110.19427343918298</c:v>
                </c:pt>
                <c:pt idx="109">
                  <c:v>109.66013388105279</c:v>
                </c:pt>
                <c:pt idx="110">
                  <c:v>109.61751856386657</c:v>
                </c:pt>
                <c:pt idx="111">
                  <c:v>108.81957778012537</c:v>
                </c:pt>
                <c:pt idx="112">
                  <c:v>107.4644934417923</c:v>
                </c:pt>
                <c:pt idx="113">
                  <c:v>107.7004636932668</c:v>
                </c:pt>
                <c:pt idx="114">
                  <c:v>107.88361301761404</c:v>
                </c:pt>
                <c:pt idx="115">
                  <c:v>109.23210508357981</c:v>
                </c:pt>
                <c:pt idx="116">
                  <c:v>108.1091018318518</c:v>
                </c:pt>
                <c:pt idx="117">
                  <c:v>107.91180256723496</c:v>
                </c:pt>
                <c:pt idx="118">
                  <c:v>108.77232856437134</c:v>
                </c:pt>
                <c:pt idx="119">
                  <c:v>109.20576357684011</c:v>
                </c:pt>
                <c:pt idx="120">
                  <c:v>109.19012416917371</c:v>
                </c:pt>
                <c:pt idx="121">
                  <c:v>108.66117016420273</c:v>
                </c:pt>
                <c:pt idx="122">
                  <c:v>109.46619970944353</c:v>
                </c:pt>
                <c:pt idx="123">
                  <c:v>109.82472002839918</c:v>
                </c:pt>
                <c:pt idx="124">
                  <c:v>109.88752590363092</c:v>
                </c:pt>
                <c:pt idx="125">
                  <c:v>110.07732266580462</c:v>
                </c:pt>
                <c:pt idx="126">
                  <c:v>108.98871507785088</c:v>
                </c:pt>
                <c:pt idx="127">
                  <c:v>106.8019011120529</c:v>
                </c:pt>
                <c:pt idx="128">
                  <c:v>106.83017340986254</c:v>
                </c:pt>
                <c:pt idx="129">
                  <c:v>106.35084073538867</c:v>
                </c:pt>
                <c:pt idx="130">
                  <c:v>107.08473442106748</c:v>
                </c:pt>
                <c:pt idx="131">
                  <c:v>106.84509566656011</c:v>
                </c:pt>
                <c:pt idx="132">
                  <c:v>107.28774331070538</c:v>
                </c:pt>
                <c:pt idx="133">
                  <c:v>107.93408941272784</c:v>
                </c:pt>
                <c:pt idx="134">
                  <c:v>108.16743930489314</c:v>
                </c:pt>
                <c:pt idx="135">
                  <c:v>107.28981201542315</c:v>
                </c:pt>
                <c:pt idx="136">
                  <c:v>105.74393793665185</c:v>
                </c:pt>
                <c:pt idx="137">
                  <c:v>104.90023740455341</c:v>
                </c:pt>
                <c:pt idx="138">
                  <c:v>104.76676457616239</c:v>
                </c:pt>
                <c:pt idx="139">
                  <c:v>104.39414948239629</c:v>
                </c:pt>
                <c:pt idx="140">
                  <c:v>104.3481690722025</c:v>
                </c:pt>
                <c:pt idx="141">
                  <c:v>104.49107519410657</c:v>
                </c:pt>
                <c:pt idx="142">
                  <c:v>103.94929521988539</c:v>
                </c:pt>
                <c:pt idx="143">
                  <c:v>103.1517957598173</c:v>
                </c:pt>
                <c:pt idx="144">
                  <c:v>103.38315969545357</c:v>
                </c:pt>
                <c:pt idx="145">
                  <c:v>102.10663097093691</c:v>
                </c:pt>
                <c:pt idx="146">
                  <c:v>102.38218243934489</c:v>
                </c:pt>
                <c:pt idx="147">
                  <c:v>101.22817619957981</c:v>
                </c:pt>
                <c:pt idx="148">
                  <c:v>101.99224539140859</c:v>
                </c:pt>
                <c:pt idx="149">
                  <c:v>101.20241393016107</c:v>
                </c:pt>
                <c:pt idx="150">
                  <c:v>102.95904764557957</c:v>
                </c:pt>
                <c:pt idx="151">
                  <c:v>103.66116602679331</c:v>
                </c:pt>
                <c:pt idx="152">
                  <c:v>101.94069326984159</c:v>
                </c:pt>
                <c:pt idx="153">
                  <c:v>102.91538418466968</c:v>
                </c:pt>
                <c:pt idx="154">
                  <c:v>103.02240517540272</c:v>
                </c:pt>
                <c:pt idx="155">
                  <c:v>103.16627669284175</c:v>
                </c:pt>
                <c:pt idx="156">
                  <c:v>102.96084052300165</c:v>
                </c:pt>
                <c:pt idx="157">
                  <c:v>102.22261634878032</c:v>
                </c:pt>
                <c:pt idx="158">
                  <c:v>100.60229648289858</c:v>
                </c:pt>
                <c:pt idx="159">
                  <c:v>101.23181711988309</c:v>
                </c:pt>
                <c:pt idx="160">
                  <c:v>103.41901724389506</c:v>
                </c:pt>
                <c:pt idx="161">
                  <c:v>103.82489710952301</c:v>
                </c:pt>
                <c:pt idx="162">
                  <c:v>103.30239746327152</c:v>
                </c:pt>
                <c:pt idx="163">
                  <c:v>102.24622716529255</c:v>
                </c:pt>
                <c:pt idx="164">
                  <c:v>102.97402506773629</c:v>
                </c:pt>
                <c:pt idx="165">
                  <c:v>100.85048588357274</c:v>
                </c:pt>
                <c:pt idx="166">
                  <c:v>101.29685719621003</c:v>
                </c:pt>
                <c:pt idx="167">
                  <c:v>101.07531271230081</c:v>
                </c:pt>
                <c:pt idx="168">
                  <c:v>102.00581609435719</c:v>
                </c:pt>
                <c:pt idx="169">
                  <c:v>102.45729021196499</c:v>
                </c:pt>
                <c:pt idx="170">
                  <c:v>102.80309489258872</c:v>
                </c:pt>
                <c:pt idx="171">
                  <c:v>102.3437321143238</c:v>
                </c:pt>
                <c:pt idx="172">
                  <c:v>103.11800691609361</c:v>
                </c:pt>
                <c:pt idx="173">
                  <c:v>102.3962220486962</c:v>
                </c:pt>
                <c:pt idx="174">
                  <c:v>100.62480399022797</c:v>
                </c:pt>
                <c:pt idx="175">
                  <c:v>100.85316140834107</c:v>
                </c:pt>
                <c:pt idx="176">
                  <c:v>99.555642226621359</c:v>
                </c:pt>
                <c:pt idx="177">
                  <c:v>104.85469831803273</c:v>
                </c:pt>
                <c:pt idx="178">
                  <c:v>107.82097263875974</c:v>
                </c:pt>
                <c:pt idx="179">
                  <c:v>107.84058395948428</c:v>
                </c:pt>
                <c:pt idx="180">
                  <c:v>106.45146253286137</c:v>
                </c:pt>
                <c:pt idx="181">
                  <c:v>107.54434544389852</c:v>
                </c:pt>
                <c:pt idx="182">
                  <c:v>107.08324495367067</c:v>
                </c:pt>
                <c:pt idx="183">
                  <c:v>106.65505065982026</c:v>
                </c:pt>
                <c:pt idx="184">
                  <c:v>105.6567765112095</c:v>
                </c:pt>
                <c:pt idx="185">
                  <c:v>105.1091489983194</c:v>
                </c:pt>
                <c:pt idx="186">
                  <c:v>103.91327217506647</c:v>
                </c:pt>
                <c:pt idx="187">
                  <c:v>103.52344545804849</c:v>
                </c:pt>
                <c:pt idx="188">
                  <c:v>105.30520704010556</c:v>
                </c:pt>
                <c:pt idx="189">
                  <c:v>104.48448292173924</c:v>
                </c:pt>
                <c:pt idx="190">
                  <c:v>105.1648936947811</c:v>
                </c:pt>
                <c:pt idx="191">
                  <c:v>105.40593916849656</c:v>
                </c:pt>
                <c:pt idx="192">
                  <c:v>106.21030672822765</c:v>
                </c:pt>
                <c:pt idx="193">
                  <c:v>106.46655028593636</c:v>
                </c:pt>
                <c:pt idx="194">
                  <c:v>107.71624101458106</c:v>
                </c:pt>
                <c:pt idx="195">
                  <c:v>108.39565880935838</c:v>
                </c:pt>
                <c:pt idx="196">
                  <c:v>107.47290617431126</c:v>
                </c:pt>
                <c:pt idx="197">
                  <c:v>107.73491452250022</c:v>
                </c:pt>
                <c:pt idx="198">
                  <c:v>107.62888651003171</c:v>
                </c:pt>
                <c:pt idx="199">
                  <c:v>107.73279065232329</c:v>
                </c:pt>
                <c:pt idx="200">
                  <c:v>108.26276521828832</c:v>
                </c:pt>
                <c:pt idx="201">
                  <c:v>109.86708710101925</c:v>
                </c:pt>
                <c:pt idx="202">
                  <c:v>110.47398989975609</c:v>
                </c:pt>
                <c:pt idx="203">
                  <c:v>110.6868734065802</c:v>
                </c:pt>
                <c:pt idx="204">
                  <c:v>110.78611606757438</c:v>
                </c:pt>
                <c:pt idx="205">
                  <c:v>111.16380638358143</c:v>
                </c:pt>
                <c:pt idx="206">
                  <c:v>111.01560437759986</c:v>
                </c:pt>
                <c:pt idx="207">
                  <c:v>111.62669975123136</c:v>
                </c:pt>
                <c:pt idx="208">
                  <c:v>112.13411164440785</c:v>
                </c:pt>
                <c:pt idx="209">
                  <c:v>111.22352299310127</c:v>
                </c:pt>
                <c:pt idx="210">
                  <c:v>111.28274311348886</c:v>
                </c:pt>
                <c:pt idx="211">
                  <c:v>110.65104344086826</c:v>
                </c:pt>
                <c:pt idx="212">
                  <c:v>111.12110831820652</c:v>
                </c:pt>
                <c:pt idx="213">
                  <c:v>111.31476666252007</c:v>
                </c:pt>
                <c:pt idx="214">
                  <c:v>111.11479187313489</c:v>
                </c:pt>
                <c:pt idx="215">
                  <c:v>111.62647908939478</c:v>
                </c:pt>
                <c:pt idx="216">
                  <c:v>112.12831927119808</c:v>
                </c:pt>
                <c:pt idx="217">
                  <c:v>111.91739413817348</c:v>
                </c:pt>
                <c:pt idx="218">
                  <c:v>111.32226916496322</c:v>
                </c:pt>
                <c:pt idx="219">
                  <c:v>112.78365734306048</c:v>
                </c:pt>
                <c:pt idx="220">
                  <c:v>112.59628786108897</c:v>
                </c:pt>
                <c:pt idx="221">
                  <c:v>113.14603924415599</c:v>
                </c:pt>
                <c:pt idx="222">
                  <c:v>113.44823562932893</c:v>
                </c:pt>
                <c:pt idx="223">
                  <c:v>112.52046293750001</c:v>
                </c:pt>
                <c:pt idx="224">
                  <c:v>112.54352209942084</c:v>
                </c:pt>
                <c:pt idx="225">
                  <c:v>112.19399375030513</c:v>
                </c:pt>
                <c:pt idx="226">
                  <c:v>112.67625019411346</c:v>
                </c:pt>
                <c:pt idx="227">
                  <c:v>112.48124029605096</c:v>
                </c:pt>
                <c:pt idx="228">
                  <c:v>111.55876348829953</c:v>
                </c:pt>
                <c:pt idx="229">
                  <c:v>111.67538326892306</c:v>
                </c:pt>
                <c:pt idx="230">
                  <c:v>110.99257279840857</c:v>
                </c:pt>
                <c:pt idx="231">
                  <c:v>111.46889895535928</c:v>
                </c:pt>
                <c:pt idx="232">
                  <c:v>111.9354332433125</c:v>
                </c:pt>
                <c:pt idx="233">
                  <c:v>113.11597406892429</c:v>
                </c:pt>
                <c:pt idx="234">
                  <c:v>112.92016427170424</c:v>
                </c:pt>
                <c:pt idx="235">
                  <c:v>114.06057222579111</c:v>
                </c:pt>
                <c:pt idx="236">
                  <c:v>114.62987976412353</c:v>
                </c:pt>
                <c:pt idx="237">
                  <c:v>114.94804654971773</c:v>
                </c:pt>
                <c:pt idx="238">
                  <c:v>114.96906458965034</c:v>
                </c:pt>
                <c:pt idx="239">
                  <c:v>114.86182293708076</c:v>
                </c:pt>
                <c:pt idx="240">
                  <c:v>114.36147222267428</c:v>
                </c:pt>
                <c:pt idx="241">
                  <c:v>113.54088601795583</c:v>
                </c:pt>
                <c:pt idx="242">
                  <c:v>114.67558434702163</c:v>
                </c:pt>
                <c:pt idx="243">
                  <c:v>114.628307548538</c:v>
                </c:pt>
                <c:pt idx="244">
                  <c:v>113.78907541862998</c:v>
                </c:pt>
                <c:pt idx="245">
                  <c:v>113.93327792882386</c:v>
                </c:pt>
                <c:pt idx="246">
                  <c:v>114.81763540430903</c:v>
                </c:pt>
                <c:pt idx="247">
                  <c:v>114.37071243708034</c:v>
                </c:pt>
                <c:pt idx="248">
                  <c:v>112.19724851239444</c:v>
                </c:pt>
                <c:pt idx="249">
                  <c:v>112.72915386942944</c:v>
                </c:pt>
                <c:pt idx="250">
                  <c:v>112.58646840936191</c:v>
                </c:pt>
                <c:pt idx="251">
                  <c:v>114.33689601062707</c:v>
                </c:pt>
                <c:pt idx="252">
                  <c:v>114.7433826963056</c:v>
                </c:pt>
                <c:pt idx="253">
                  <c:v>115.46045091694648</c:v>
                </c:pt>
                <c:pt idx="254">
                  <c:v>115.71680480557347</c:v>
                </c:pt>
                <c:pt idx="255">
                  <c:v>115.49641879630623</c:v>
                </c:pt>
                <c:pt idx="256">
                  <c:v>115.66144626732576</c:v>
                </c:pt>
                <c:pt idx="257">
                  <c:v>115.6967797439054</c:v>
                </c:pt>
                <c:pt idx="258">
                  <c:v>114.54806938821783</c:v>
                </c:pt>
                <c:pt idx="259">
                  <c:v>113.98234760472954</c:v>
                </c:pt>
                <c:pt idx="260">
                  <c:v>113.40744077229436</c:v>
                </c:pt>
                <c:pt idx="261">
                  <c:v>114.15498790911049</c:v>
                </c:pt>
                <c:pt idx="262">
                  <c:v>114.78053663303689</c:v>
                </c:pt>
                <c:pt idx="263">
                  <c:v>113.51705453960702</c:v>
                </c:pt>
                <c:pt idx="264">
                  <c:v>112.99778207271525</c:v>
                </c:pt>
                <c:pt idx="265">
                  <c:v>113.6371497441564</c:v>
                </c:pt>
                <c:pt idx="266">
                  <c:v>112.85148327507402</c:v>
                </c:pt>
                <c:pt idx="267">
                  <c:v>112.32650118316118</c:v>
                </c:pt>
                <c:pt idx="268">
                  <c:v>109.60143783252705</c:v>
                </c:pt>
                <c:pt idx="269">
                  <c:v>109.97871440759054</c:v>
                </c:pt>
                <c:pt idx="270">
                  <c:v>112.50824378830033</c:v>
                </c:pt>
                <c:pt idx="271">
                  <c:v>113.48268645856234</c:v>
                </c:pt>
                <c:pt idx="272">
                  <c:v>113.93330551155343</c:v>
                </c:pt>
                <c:pt idx="273">
                  <c:v>113.48045225746712</c:v>
                </c:pt>
                <c:pt idx="274">
                  <c:v>113.03297763564703</c:v>
                </c:pt>
                <c:pt idx="275">
                  <c:v>113.6853643554454</c:v>
                </c:pt>
                <c:pt idx="276">
                  <c:v>114.65009790489862</c:v>
                </c:pt>
                <c:pt idx="277">
                  <c:v>114.35741756142744</c:v>
                </c:pt>
                <c:pt idx="278">
                  <c:v>113.80010851045812</c:v>
                </c:pt>
                <c:pt idx="279">
                  <c:v>113.24279945948884</c:v>
                </c:pt>
                <c:pt idx="280">
                  <c:v>112.7978624487892</c:v>
                </c:pt>
                <c:pt idx="281">
                  <c:v>113.98011340363436</c:v>
                </c:pt>
                <c:pt idx="282">
                  <c:v>113.55842863396258</c:v>
                </c:pt>
                <c:pt idx="283">
                  <c:v>111.3328057676591</c:v>
                </c:pt>
                <c:pt idx="284">
                  <c:v>111.10654463699335</c:v>
                </c:pt>
                <c:pt idx="285">
                  <c:v>110.02463965232521</c:v>
                </c:pt>
                <c:pt idx="286">
                  <c:v>109.62937913758184</c:v>
                </c:pt>
                <c:pt idx="287">
                  <c:v>105.63437933479835</c:v>
                </c:pt>
                <c:pt idx="288">
                  <c:v>105.21161883867329</c:v>
                </c:pt>
                <c:pt idx="289">
                  <c:v>106.53470721070475</c:v>
                </c:pt>
                <c:pt idx="290">
                  <c:v>105.94382997784832</c:v>
                </c:pt>
                <c:pt idx="291">
                  <c:v>106.11244320371198</c:v>
                </c:pt>
                <c:pt idx="292">
                  <c:v>103.64657476285059</c:v>
                </c:pt>
                <c:pt idx="293">
                  <c:v>98.290918910360816</c:v>
                </c:pt>
                <c:pt idx="294">
                  <c:v>98.463173056527779</c:v>
                </c:pt>
                <c:pt idx="295">
                  <c:v>90.411057143968335</c:v>
                </c:pt>
                <c:pt idx="296">
                  <c:v>94.066706624847583</c:v>
                </c:pt>
                <c:pt idx="297">
                  <c:v>86.582381200494169</c:v>
                </c:pt>
                <c:pt idx="298">
                  <c:v>84.345476997796425</c:v>
                </c:pt>
                <c:pt idx="299">
                  <c:v>79.629988715905327</c:v>
                </c:pt>
                <c:pt idx="300">
                  <c:v>78.026659811438947</c:v>
                </c:pt>
                <c:pt idx="301">
                  <c:v>82.516383451796557</c:v>
                </c:pt>
                <c:pt idx="302">
                  <c:v>71.663351682284471</c:v>
                </c:pt>
                <c:pt idx="303">
                  <c:v>73.574255604190029</c:v>
                </c:pt>
                <c:pt idx="304">
                  <c:v>78.709470281953415</c:v>
                </c:pt>
                <c:pt idx="305">
                  <c:v>82.60136584160287</c:v>
                </c:pt>
                <c:pt idx="306">
                  <c:v>82.239535595098772</c:v>
                </c:pt>
                <c:pt idx="307">
                  <c:v>78.446165545474685</c:v>
                </c:pt>
                <c:pt idx="308">
                  <c:v>81.282139051711283</c:v>
                </c:pt>
                <c:pt idx="309">
                  <c:v>77.963440195263672</c:v>
                </c:pt>
                <c:pt idx="310">
                  <c:v>76.103371243956289</c:v>
                </c:pt>
                <c:pt idx="311">
                  <c:v>82.933572236548386</c:v>
                </c:pt>
                <c:pt idx="312">
                  <c:v>82.455701446741742</c:v>
                </c:pt>
                <c:pt idx="313">
                  <c:v>85.946737197545019</c:v>
                </c:pt>
                <c:pt idx="314">
                  <c:v>84.651452216920518</c:v>
                </c:pt>
                <c:pt idx="315">
                  <c:v>83.795808362918109</c:v>
                </c:pt>
                <c:pt idx="316">
                  <c:v>84.410351577745928</c:v>
                </c:pt>
                <c:pt idx="317">
                  <c:v>87.130312123409553</c:v>
                </c:pt>
                <c:pt idx="318">
                  <c:v>87.293822544302685</c:v>
                </c:pt>
                <c:pt idx="319">
                  <c:v>84.504408685580884</c:v>
                </c:pt>
                <c:pt idx="320">
                  <c:v>86.55336416898615</c:v>
                </c:pt>
                <c:pt idx="321">
                  <c:v>87.887071891902181</c:v>
                </c:pt>
                <c:pt idx="322">
                  <c:v>86.40902374514441</c:v>
                </c:pt>
                <c:pt idx="323">
                  <c:v>87.556079137057765</c:v>
                </c:pt>
                <c:pt idx="324">
                  <c:v>88.580612044219535</c:v>
                </c:pt>
                <c:pt idx="325">
                  <c:v>90.251132477919342</c:v>
                </c:pt>
                <c:pt idx="326">
                  <c:v>93.002399421645336</c:v>
                </c:pt>
                <c:pt idx="327">
                  <c:v>87.479592227959131</c:v>
                </c:pt>
                <c:pt idx="328">
                  <c:v>86.757366036888584</c:v>
                </c:pt>
                <c:pt idx="329">
                  <c:v>87.397947348430833</c:v>
                </c:pt>
                <c:pt idx="330">
                  <c:v>86.729424731833817</c:v>
                </c:pt>
                <c:pt idx="331">
                  <c:v>87.279203697630408</c:v>
                </c:pt>
                <c:pt idx="332">
                  <c:v>87.054459617091041</c:v>
                </c:pt>
                <c:pt idx="333">
                  <c:v>86.530111927958316</c:v>
                </c:pt>
                <c:pt idx="334">
                  <c:v>88.28848335533975</c:v>
                </c:pt>
                <c:pt idx="335">
                  <c:v>85.845425831833069</c:v>
                </c:pt>
                <c:pt idx="336">
                  <c:v>85.776027684234009</c:v>
                </c:pt>
                <c:pt idx="337">
                  <c:v>82.828123461400878</c:v>
                </c:pt>
                <c:pt idx="338">
                  <c:v>83.289279117087858</c:v>
                </c:pt>
                <c:pt idx="339">
                  <c:v>85.006138536465897</c:v>
                </c:pt>
                <c:pt idx="340">
                  <c:v>85.321381552725626</c:v>
                </c:pt>
                <c:pt idx="341">
                  <c:v>84.603375519279368</c:v>
                </c:pt>
                <c:pt idx="342">
                  <c:v>84.428804423828495</c:v>
                </c:pt>
                <c:pt idx="343">
                  <c:v>87.175823627200657</c:v>
                </c:pt>
                <c:pt idx="344">
                  <c:v>88.818016597631683</c:v>
                </c:pt>
                <c:pt idx="345">
                  <c:v>89.434518186258998</c:v>
                </c:pt>
                <c:pt idx="346">
                  <c:v>91.860198590136349</c:v>
                </c:pt>
                <c:pt idx="347">
                  <c:v>93.300044656439169</c:v>
                </c:pt>
                <c:pt idx="348">
                  <c:v>94.083421758967219</c:v>
                </c:pt>
                <c:pt idx="349">
                  <c:v>93.728045871182573</c:v>
                </c:pt>
                <c:pt idx="350">
                  <c:v>94.57356686343266</c:v>
                </c:pt>
                <c:pt idx="351">
                  <c:v>94.803441331672119</c:v>
                </c:pt>
                <c:pt idx="352">
                  <c:v>93.661819737484137</c:v>
                </c:pt>
                <c:pt idx="353">
                  <c:v>94.462711873289365</c:v>
                </c:pt>
                <c:pt idx="354">
                  <c:v>92.507978994096476</c:v>
                </c:pt>
                <c:pt idx="355">
                  <c:v>93.176915351637049</c:v>
                </c:pt>
                <c:pt idx="356">
                  <c:v>91.654100434786585</c:v>
                </c:pt>
                <c:pt idx="357">
                  <c:v>92.692369541274388</c:v>
                </c:pt>
                <c:pt idx="358">
                  <c:v>92.423989582554682</c:v>
                </c:pt>
                <c:pt idx="359">
                  <c:v>94.355139227964926</c:v>
                </c:pt>
                <c:pt idx="360">
                  <c:v>95.799591610105992</c:v>
                </c:pt>
                <c:pt idx="361">
                  <c:v>96.294949850460227</c:v>
                </c:pt>
                <c:pt idx="362">
                  <c:v>97.726796925187642</c:v>
                </c:pt>
                <c:pt idx="363">
                  <c:v>96.178164573459298</c:v>
                </c:pt>
                <c:pt idx="364">
                  <c:v>96.104022196374146</c:v>
                </c:pt>
                <c:pt idx="365">
                  <c:v>97.011962905641951</c:v>
                </c:pt>
                <c:pt idx="366">
                  <c:v>96.433415152903478</c:v>
                </c:pt>
                <c:pt idx="367">
                  <c:v>96.307306913307769</c:v>
                </c:pt>
                <c:pt idx="368">
                  <c:v>97.682719723334174</c:v>
                </c:pt>
                <c:pt idx="369">
                  <c:v>98.86670839014225</c:v>
                </c:pt>
                <c:pt idx="370">
                  <c:v>99.35690866006685</c:v>
                </c:pt>
                <c:pt idx="371">
                  <c:v>100.64187769983204</c:v>
                </c:pt>
                <c:pt idx="372">
                  <c:v>101.15833672830763</c:v>
                </c:pt>
                <c:pt idx="373">
                  <c:v>100.20532583892184</c:v>
                </c:pt>
                <c:pt idx="374">
                  <c:v>101.33257683100365</c:v>
                </c:pt>
                <c:pt idx="375">
                  <c:v>100.93715081988286</c:v>
                </c:pt>
                <c:pt idx="376">
                  <c:v>101.21121282089402</c:v>
                </c:pt>
                <c:pt idx="377">
                  <c:v>99.389014957286761</c:v>
                </c:pt>
                <c:pt idx="378">
                  <c:v>99.440732575231195</c:v>
                </c:pt>
                <c:pt idx="379">
                  <c:v>100.59884864170228</c:v>
                </c:pt>
                <c:pt idx="380">
                  <c:v>102.11165102771871</c:v>
                </c:pt>
                <c:pt idx="381">
                  <c:v>103.21178819663285</c:v>
                </c:pt>
                <c:pt idx="382">
                  <c:v>104.6222034904841</c:v>
                </c:pt>
                <c:pt idx="383">
                  <c:v>104.45998945788075</c:v>
                </c:pt>
                <c:pt idx="384">
                  <c:v>105.20182696967584</c:v>
                </c:pt>
                <c:pt idx="385">
                  <c:v>105.1699137515629</c:v>
                </c:pt>
                <c:pt idx="386">
                  <c:v>104.63433989149506</c:v>
                </c:pt>
                <c:pt idx="387">
                  <c:v>106.17406302157218</c:v>
                </c:pt>
                <c:pt idx="388">
                  <c:v>105.01056832283489</c:v>
                </c:pt>
                <c:pt idx="389">
                  <c:v>104.08638138585012</c:v>
                </c:pt>
                <c:pt idx="390">
                  <c:v>103.7300676852601</c:v>
                </c:pt>
                <c:pt idx="391">
                  <c:v>101.88949972375896</c:v>
                </c:pt>
                <c:pt idx="392">
                  <c:v>103.95354296023922</c:v>
                </c:pt>
                <c:pt idx="393">
                  <c:v>103.88574461095526</c:v>
                </c:pt>
                <c:pt idx="394">
                  <c:v>104.88457041415744</c:v>
                </c:pt>
                <c:pt idx="395">
                  <c:v>104.92627550126782</c:v>
                </c:pt>
                <c:pt idx="396">
                  <c:v>105.31659870741814</c:v>
                </c:pt>
                <c:pt idx="397">
                  <c:v>105.93701704364445</c:v>
                </c:pt>
                <c:pt idx="398">
                  <c:v>105.83391280051038</c:v>
                </c:pt>
                <c:pt idx="399">
                  <c:v>105.67078853783123</c:v>
                </c:pt>
                <c:pt idx="400">
                  <c:v>104.47604260649071</c:v>
                </c:pt>
                <c:pt idx="401">
                  <c:v>104.95443746815918</c:v>
                </c:pt>
                <c:pt idx="402">
                  <c:v>106.27162313606257</c:v>
                </c:pt>
                <c:pt idx="403">
                  <c:v>106.51013099865756</c:v>
                </c:pt>
                <c:pt idx="404">
                  <c:v>105.42226814440221</c:v>
                </c:pt>
                <c:pt idx="405">
                  <c:v>106.01344878728392</c:v>
                </c:pt>
                <c:pt idx="406">
                  <c:v>107.01845312190987</c:v>
                </c:pt>
                <c:pt idx="407">
                  <c:v>107.14202375038511</c:v>
                </c:pt>
                <c:pt idx="408">
                  <c:v>107.77653686142187</c:v>
                </c:pt>
                <c:pt idx="409">
                  <c:v>107.88562655687271</c:v>
                </c:pt>
                <c:pt idx="410">
                  <c:v>108.8616138599906</c:v>
                </c:pt>
                <c:pt idx="411">
                  <c:v>106.54736768357755</c:v>
                </c:pt>
                <c:pt idx="412">
                  <c:v>107.29902464709966</c:v>
                </c:pt>
                <c:pt idx="413">
                  <c:v>107.80993954693159</c:v>
                </c:pt>
                <c:pt idx="414">
                  <c:v>107.54765537144696</c:v>
                </c:pt>
                <c:pt idx="415">
                  <c:v>105.79957230219527</c:v>
                </c:pt>
                <c:pt idx="416">
                  <c:v>105.96520659326536</c:v>
                </c:pt>
                <c:pt idx="417">
                  <c:v>105.82210739225427</c:v>
                </c:pt>
                <c:pt idx="418">
                  <c:v>105.34925665922943</c:v>
                </c:pt>
                <c:pt idx="419">
                  <c:v>107.13220429865807</c:v>
                </c:pt>
                <c:pt idx="420">
                  <c:v>107.17145452283671</c:v>
                </c:pt>
                <c:pt idx="421">
                  <c:v>106.90136443488365</c:v>
                </c:pt>
                <c:pt idx="422">
                  <c:v>107.69497473008229</c:v>
                </c:pt>
                <c:pt idx="423">
                  <c:v>108.40798828947634</c:v>
                </c:pt>
                <c:pt idx="424">
                  <c:v>107.51706612435343</c:v>
                </c:pt>
                <c:pt idx="425">
                  <c:v>107.14737479992178</c:v>
                </c:pt>
                <c:pt idx="426">
                  <c:v>104.9085398061541</c:v>
                </c:pt>
                <c:pt idx="427">
                  <c:v>104.08089242266563</c:v>
                </c:pt>
                <c:pt idx="428">
                  <c:v>103.89978422030657</c:v>
                </c:pt>
                <c:pt idx="429">
                  <c:v>100.82480636234273</c:v>
                </c:pt>
                <c:pt idx="430">
                  <c:v>103.12812977784596</c:v>
                </c:pt>
                <c:pt idx="431">
                  <c:v>104.7637028931801</c:v>
                </c:pt>
                <c:pt idx="432">
                  <c:v>104.74050581761141</c:v>
                </c:pt>
                <c:pt idx="433">
                  <c:v>105.00174184937237</c:v>
                </c:pt>
                <c:pt idx="434">
                  <c:v>106.73702653210341</c:v>
                </c:pt>
                <c:pt idx="435">
                  <c:v>107.50010274566763</c:v>
                </c:pt>
                <c:pt idx="436">
                  <c:v>109.1574662173624</c:v>
                </c:pt>
                <c:pt idx="437">
                  <c:v>109.99702934002526</c:v>
                </c:pt>
                <c:pt idx="438">
                  <c:v>110.83477200253651</c:v>
                </c:pt>
                <c:pt idx="439">
                  <c:v>111.73623077035528</c:v>
                </c:pt>
                <c:pt idx="440">
                  <c:v>111.96878076336307</c:v>
                </c:pt>
                <c:pt idx="441">
                  <c:v>112.05624559883071</c:v>
                </c:pt>
                <c:pt idx="442">
                  <c:v>112.52302813135006</c:v>
                </c:pt>
                <c:pt idx="443">
                  <c:v>109.58179892907296</c:v>
                </c:pt>
                <c:pt idx="444">
                  <c:v>110.28397247574581</c:v>
                </c:pt>
                <c:pt idx="445">
                  <c:v>111.52138888973168</c:v>
                </c:pt>
                <c:pt idx="446">
                  <c:v>111.83243933109675</c:v>
                </c:pt>
                <c:pt idx="447">
                  <c:v>112.28187232671631</c:v>
                </c:pt>
                <c:pt idx="448">
                  <c:v>111.8713861452501</c:v>
                </c:pt>
                <c:pt idx="449">
                  <c:v>112.22171439352336</c:v>
                </c:pt>
                <c:pt idx="450">
                  <c:v>110.73224699672343</c:v>
                </c:pt>
                <c:pt idx="451">
                  <c:v>111.77101259234352</c:v>
                </c:pt>
                <c:pt idx="452">
                  <c:v>110.11704179638595</c:v>
                </c:pt>
                <c:pt idx="453">
                  <c:v>109.64093630127181</c:v>
                </c:pt>
                <c:pt idx="454">
                  <c:v>109.26641799916534</c:v>
                </c:pt>
                <c:pt idx="455">
                  <c:v>109.6622577512297</c:v>
                </c:pt>
                <c:pt idx="456">
                  <c:v>111.05118609874563</c:v>
                </c:pt>
                <c:pt idx="457">
                  <c:v>112.03040058122326</c:v>
                </c:pt>
                <c:pt idx="458">
                  <c:v>114.02744536757712</c:v>
                </c:pt>
                <c:pt idx="459">
                  <c:v>115.55249448552279</c:v>
                </c:pt>
                <c:pt idx="460">
                  <c:v>117.49533920827085</c:v>
                </c:pt>
                <c:pt idx="461">
                  <c:v>119.37157163910648</c:v>
                </c:pt>
                <c:pt idx="462">
                  <c:v>120.24324105898924</c:v>
                </c:pt>
                <c:pt idx="463">
                  <c:v>119.59096467010919</c:v>
                </c:pt>
                <c:pt idx="464">
                  <c:v>119.82765207255251</c:v>
                </c:pt>
                <c:pt idx="465">
                  <c:v>120.36546013371556</c:v>
                </c:pt>
                <c:pt idx="466">
                  <c:v>121.23357138148376</c:v>
                </c:pt>
                <c:pt idx="467">
                  <c:v>121.86063715553655</c:v>
                </c:pt>
                <c:pt idx="468">
                  <c:v>120.260590595889</c:v>
                </c:pt>
                <c:pt idx="469">
                  <c:v>121.03922346893094</c:v>
                </c:pt>
                <c:pt idx="470">
                  <c:v>121.57681086825744</c:v>
                </c:pt>
                <c:pt idx="471">
                  <c:v>122.80664203161145</c:v>
                </c:pt>
                <c:pt idx="472">
                  <c:v>120.8898629883074</c:v>
                </c:pt>
                <c:pt idx="473">
                  <c:v>122.08044392748279</c:v>
                </c:pt>
                <c:pt idx="474">
                  <c:v>121.7769787367496</c:v>
                </c:pt>
                <c:pt idx="475">
                  <c:v>123.17189253658229</c:v>
                </c:pt>
                <c:pt idx="476">
                  <c:v>123.06873312798912</c:v>
                </c:pt>
                <c:pt idx="477">
                  <c:v>123.10903149589143</c:v>
                </c:pt>
                <c:pt idx="478">
                  <c:v>124.34170368039119</c:v>
                </c:pt>
                <c:pt idx="479">
                  <c:v>125.29998287112494</c:v>
                </c:pt>
                <c:pt idx="480">
                  <c:v>125.80071974374543</c:v>
                </c:pt>
                <c:pt idx="481">
                  <c:v>127.16603727474909</c:v>
                </c:pt>
                <c:pt idx="482">
                  <c:v>126.76989411265944</c:v>
                </c:pt>
                <c:pt idx="483">
                  <c:v>127.153652629172</c:v>
                </c:pt>
                <c:pt idx="484">
                  <c:v>127.57966788738632</c:v>
                </c:pt>
                <c:pt idx="485">
                  <c:v>127.60645071779916</c:v>
                </c:pt>
                <c:pt idx="486">
                  <c:v>128.71883461864255</c:v>
                </c:pt>
                <c:pt idx="487">
                  <c:v>129.33635676826395</c:v>
                </c:pt>
                <c:pt idx="488">
                  <c:v>129.53040127079151</c:v>
                </c:pt>
                <c:pt idx="489">
                  <c:v>125.65025595393904</c:v>
                </c:pt>
                <c:pt idx="490">
                  <c:v>126.89900886977836</c:v>
                </c:pt>
                <c:pt idx="491">
                  <c:v>128.10572570575241</c:v>
                </c:pt>
                <c:pt idx="492">
                  <c:v>129.56584507828944</c:v>
                </c:pt>
                <c:pt idx="493">
                  <c:v>130.61456803928442</c:v>
                </c:pt>
                <c:pt idx="494">
                  <c:v>131.3298709652328</c:v>
                </c:pt>
                <c:pt idx="495">
                  <c:v>131.69710742673269</c:v>
                </c:pt>
                <c:pt idx="496">
                  <c:v>131.71120220154316</c:v>
                </c:pt>
                <c:pt idx="497">
                  <c:v>132.03571301493855</c:v>
                </c:pt>
                <c:pt idx="498">
                  <c:v>132.88476459657363</c:v>
                </c:pt>
                <c:pt idx="499">
                  <c:v>133.6046186729011</c:v>
                </c:pt>
                <c:pt idx="500">
                  <c:v>132.87720692867134</c:v>
                </c:pt>
                <c:pt idx="501">
                  <c:v>132.65450397012017</c:v>
                </c:pt>
                <c:pt idx="502">
                  <c:v>134.55547810938043</c:v>
                </c:pt>
                <c:pt idx="503">
                  <c:v>135.89823296759553</c:v>
                </c:pt>
                <c:pt idx="504">
                  <c:v>136.5817054236197</c:v>
                </c:pt>
                <c:pt idx="505">
                  <c:v>136.51332783701474</c:v>
                </c:pt>
                <c:pt idx="506">
                  <c:v>136.76664762538903</c:v>
                </c:pt>
                <c:pt idx="507">
                  <c:v>135.25100421822683</c:v>
                </c:pt>
                <c:pt idx="508">
                  <c:v>133.9535126192367</c:v>
                </c:pt>
                <c:pt idx="509">
                  <c:v>136.25396743086458</c:v>
                </c:pt>
                <c:pt idx="510">
                  <c:v>137.3402580695344</c:v>
                </c:pt>
                <c:pt idx="511">
                  <c:v>136.8786335074447</c:v>
                </c:pt>
                <c:pt idx="512">
                  <c:v>134.82035506144467</c:v>
                </c:pt>
                <c:pt idx="513">
                  <c:v>133.35585003490593</c:v>
                </c:pt>
                <c:pt idx="514">
                  <c:v>130.76952781401076</c:v>
                </c:pt>
                <c:pt idx="515">
                  <c:v>129.29227956641051</c:v>
                </c:pt>
                <c:pt idx="516">
                  <c:v>127.66878768662819</c:v>
                </c:pt>
                <c:pt idx="517">
                  <c:v>134.0537482584954</c:v>
                </c:pt>
                <c:pt idx="518">
                  <c:v>137.35570439809382</c:v>
                </c:pt>
                <c:pt idx="519">
                  <c:v>138.6190761606054</c:v>
                </c:pt>
                <c:pt idx="520">
                  <c:v>139.60802734662141</c:v>
                </c:pt>
                <c:pt idx="521">
                  <c:v>139.9316830954001</c:v>
                </c:pt>
                <c:pt idx="522">
                  <c:v>141.63392366810584</c:v>
                </c:pt>
                <c:pt idx="523">
                  <c:v>141.5796132735818</c:v>
                </c:pt>
                <c:pt idx="524">
                  <c:v>141.52530287905773</c:v>
                </c:pt>
                <c:pt idx="525">
                  <c:v>142.1379980510043</c:v>
                </c:pt>
                <c:pt idx="526">
                  <c:v>142.17324877939527</c:v>
                </c:pt>
                <c:pt idx="527">
                  <c:v>143.85532637678503</c:v>
                </c:pt>
                <c:pt idx="528">
                  <c:v>143.71752305985149</c:v>
                </c:pt>
                <c:pt idx="529">
                  <c:v>142.61327606423134</c:v>
                </c:pt>
                <c:pt idx="530">
                  <c:v>141.56750445530039</c:v>
                </c:pt>
                <c:pt idx="531">
                  <c:v>140.36784879809636</c:v>
                </c:pt>
                <c:pt idx="532">
                  <c:v>137.20841262218804</c:v>
                </c:pt>
                <c:pt idx="533">
                  <c:v>137.22796877745344</c:v>
                </c:pt>
                <c:pt idx="534">
                  <c:v>140.0697622396294</c:v>
                </c:pt>
                <c:pt idx="535">
                  <c:v>140.78034851882123</c:v>
                </c:pt>
                <c:pt idx="536">
                  <c:v>135.43117460778046</c:v>
                </c:pt>
                <c:pt idx="537">
                  <c:v>137.49946558461457</c:v>
                </c:pt>
                <c:pt idx="538">
                  <c:v>138.7325515100579</c:v>
                </c:pt>
                <c:pt idx="539">
                  <c:v>141.89838687922654</c:v>
                </c:pt>
                <c:pt idx="540">
                  <c:v>140.24736743533299</c:v>
                </c:pt>
                <c:pt idx="541">
                  <c:v>139.03163104678941</c:v>
                </c:pt>
                <c:pt idx="542">
                  <c:v>139.13023930500347</c:v>
                </c:pt>
                <c:pt idx="543">
                  <c:v>140.74220160382541</c:v>
                </c:pt>
                <c:pt idx="544">
                  <c:v>141.44288568310148</c:v>
                </c:pt>
                <c:pt idx="545">
                  <c:v>140.098420695653</c:v>
                </c:pt>
                <c:pt idx="546">
                  <c:v>139.00338633170938</c:v>
                </c:pt>
                <c:pt idx="547">
                  <c:v>138.91754887728635</c:v>
                </c:pt>
                <c:pt idx="548">
                  <c:v>137.36646166262628</c:v>
                </c:pt>
                <c:pt idx="549">
                  <c:v>135.75259615546398</c:v>
                </c:pt>
                <c:pt idx="550">
                  <c:v>137.52263507745369</c:v>
                </c:pt>
                <c:pt idx="551">
                  <c:v>137.28280324383931</c:v>
                </c:pt>
                <c:pt idx="552">
                  <c:v>138.05553341275322</c:v>
                </c:pt>
                <c:pt idx="553">
                  <c:v>135.65271909168968</c:v>
                </c:pt>
                <c:pt idx="554">
                  <c:v>133.61107303162058</c:v>
                </c:pt>
                <c:pt idx="555">
                  <c:v>135.1788202149412</c:v>
                </c:pt>
                <c:pt idx="556">
                  <c:v>138.29037277231532</c:v>
                </c:pt>
                <c:pt idx="557">
                  <c:v>136.55974957088168</c:v>
                </c:pt>
                <c:pt idx="558">
                  <c:v>137.99592713415166</c:v>
                </c:pt>
                <c:pt idx="559">
                  <c:v>135.59482294232149</c:v>
                </c:pt>
                <c:pt idx="560">
                  <c:v>135.71086348562403</c:v>
                </c:pt>
                <c:pt idx="561">
                  <c:v>136.98068960685507</c:v>
                </c:pt>
                <c:pt idx="562">
                  <c:v>137.21362575807686</c:v>
                </c:pt>
                <c:pt idx="563">
                  <c:v>136.7863968597614</c:v>
                </c:pt>
                <c:pt idx="564">
                  <c:v>132.07543214551984</c:v>
                </c:pt>
                <c:pt idx="565">
                  <c:v>133.89776792277496</c:v>
                </c:pt>
                <c:pt idx="566">
                  <c:v>134.6138707478809</c:v>
                </c:pt>
                <c:pt idx="567">
                  <c:v>134.69206778621287</c:v>
                </c:pt>
                <c:pt idx="568">
                  <c:v>132.25758849160258</c:v>
                </c:pt>
                <c:pt idx="569">
                  <c:v>131.58561803380925</c:v>
                </c:pt>
                <c:pt idx="570">
                  <c:v>132.61961181721367</c:v>
                </c:pt>
                <c:pt idx="571">
                  <c:v>132.06183385984167</c:v>
                </c:pt>
                <c:pt idx="572">
                  <c:v>133.46320201839384</c:v>
                </c:pt>
                <c:pt idx="573">
                  <c:v>135.00129776742628</c:v>
                </c:pt>
                <c:pt idx="574">
                  <c:v>137.17950592159829</c:v>
                </c:pt>
                <c:pt idx="575">
                  <c:v>137.26804648351919</c:v>
                </c:pt>
                <c:pt idx="576">
                  <c:v>134.55506436843686</c:v>
                </c:pt>
                <c:pt idx="577">
                  <c:v>134.37897622285962</c:v>
                </c:pt>
                <c:pt idx="578">
                  <c:v>133.09635171510791</c:v>
                </c:pt>
                <c:pt idx="579">
                  <c:v>134.26596977980984</c:v>
                </c:pt>
                <c:pt idx="580">
                  <c:v>135.01679926144482</c:v>
                </c:pt>
                <c:pt idx="581">
                  <c:v>135.72487551224577</c:v>
                </c:pt>
                <c:pt idx="582">
                  <c:v>136.54115881115126</c:v>
                </c:pt>
                <c:pt idx="583">
                  <c:v>135.60169104198451</c:v>
                </c:pt>
                <c:pt idx="584">
                  <c:v>134.30251689649057</c:v>
                </c:pt>
                <c:pt idx="585">
                  <c:v>134.41767479244686</c:v>
                </c:pt>
                <c:pt idx="586">
                  <c:v>136.7571867491464</c:v>
                </c:pt>
                <c:pt idx="587">
                  <c:v>138.44690476262718</c:v>
                </c:pt>
                <c:pt idx="588">
                  <c:v>137.64510239674613</c:v>
                </c:pt>
                <c:pt idx="589">
                  <c:v>136.71341295731821</c:v>
                </c:pt>
                <c:pt idx="590">
                  <c:v>139.40443921966252</c:v>
                </c:pt>
                <c:pt idx="591">
                  <c:v>139.71176599253556</c:v>
                </c:pt>
                <c:pt idx="592">
                  <c:v>139.67212961014295</c:v>
                </c:pt>
                <c:pt idx="593">
                  <c:v>140.72024575108736</c:v>
                </c:pt>
                <c:pt idx="594">
                  <c:v>140.98972901898989</c:v>
                </c:pt>
                <c:pt idx="595">
                  <c:v>141.83833927695184</c:v>
                </c:pt>
                <c:pt idx="596">
                  <c:v>143.25763620972475</c:v>
                </c:pt>
                <c:pt idx="597">
                  <c:v>143.25057503095471</c:v>
                </c:pt>
                <c:pt idx="598">
                  <c:v>143.01501852042378</c:v>
                </c:pt>
                <c:pt idx="599">
                  <c:v>144.07129914932105</c:v>
                </c:pt>
                <c:pt idx="600">
                  <c:v>143.70615897526849</c:v>
                </c:pt>
                <c:pt idx="601">
                  <c:v>144.33631401503314</c:v>
                </c:pt>
                <c:pt idx="602">
                  <c:v>144.19029104468763</c:v>
                </c:pt>
                <c:pt idx="603">
                  <c:v>143.2692209561443</c:v>
                </c:pt>
                <c:pt idx="604">
                  <c:v>144.25897204131783</c:v>
                </c:pt>
                <c:pt idx="605">
                  <c:v>144.7397114349998</c:v>
                </c:pt>
                <c:pt idx="606">
                  <c:v>144.95146404991149</c:v>
                </c:pt>
                <c:pt idx="607">
                  <c:v>145.5624766753543</c:v>
                </c:pt>
                <c:pt idx="608">
                  <c:v>144.81479162489032</c:v>
                </c:pt>
                <c:pt idx="609">
                  <c:v>144.3220261611157</c:v>
                </c:pt>
                <c:pt idx="610">
                  <c:v>144.38028088596832</c:v>
                </c:pt>
                <c:pt idx="611">
                  <c:v>145.01471124881635</c:v>
                </c:pt>
                <c:pt idx="612">
                  <c:v>145.05401663845413</c:v>
                </c:pt>
                <c:pt idx="613">
                  <c:v>144.27444595260681</c:v>
                </c:pt>
                <c:pt idx="614">
                  <c:v>145.35822656288573</c:v>
                </c:pt>
                <c:pt idx="615">
                  <c:v>145.98170658209435</c:v>
                </c:pt>
                <c:pt idx="616">
                  <c:v>145.4591517703837</c:v>
                </c:pt>
                <c:pt idx="617">
                  <c:v>144.94630607948184</c:v>
                </c:pt>
                <c:pt idx="618">
                  <c:v>144.76163970500821</c:v>
                </c:pt>
                <c:pt idx="619">
                  <c:v>144.30897953002889</c:v>
                </c:pt>
                <c:pt idx="620">
                  <c:v>144.76704592000402</c:v>
                </c:pt>
                <c:pt idx="621">
                  <c:v>145.85747396810939</c:v>
                </c:pt>
                <c:pt idx="622">
                  <c:v>145.80556327105796</c:v>
                </c:pt>
                <c:pt idx="623">
                  <c:v>146.33950975008116</c:v>
                </c:pt>
                <c:pt idx="624">
                  <c:v>144.99948558209351</c:v>
                </c:pt>
                <c:pt idx="625">
                  <c:v>144.49541119919502</c:v>
                </c:pt>
                <c:pt idx="626">
                  <c:v>144.45817451427502</c:v>
                </c:pt>
                <c:pt idx="627">
                  <c:v>145.55331920913693</c:v>
                </c:pt>
                <c:pt idx="628">
                  <c:v>145.92381043272616</c:v>
                </c:pt>
                <c:pt idx="629">
                  <c:v>146.62661838217912</c:v>
                </c:pt>
                <c:pt idx="630">
                  <c:v>146.57479043331639</c:v>
                </c:pt>
                <c:pt idx="631">
                  <c:v>144.95662202034117</c:v>
                </c:pt>
                <c:pt idx="632">
                  <c:v>143.97773853061835</c:v>
                </c:pt>
                <c:pt idx="633">
                  <c:v>145.73944746827777</c:v>
                </c:pt>
                <c:pt idx="634">
                  <c:v>146.12171651739354</c:v>
                </c:pt>
                <c:pt idx="635">
                  <c:v>145.78098705901078</c:v>
                </c:pt>
                <c:pt idx="636">
                  <c:v>145.02657182253162</c:v>
                </c:pt>
                <c:pt idx="637">
                  <c:v>144.65406705968377</c:v>
                </c:pt>
                <c:pt idx="638">
                  <c:v>145.23153908596902</c:v>
                </c:pt>
                <c:pt idx="639">
                  <c:v>145.04885866802445</c:v>
                </c:pt>
                <c:pt idx="640">
                  <c:v>146.05229078706489</c:v>
                </c:pt>
                <c:pt idx="641">
                  <c:v>148.4595183448597</c:v>
                </c:pt>
                <c:pt idx="642">
                  <c:v>149.96666627131421</c:v>
                </c:pt>
                <c:pt idx="643">
                  <c:v>150.30612692413672</c:v>
                </c:pt>
                <c:pt idx="644">
                  <c:v>149.71276724561898</c:v>
                </c:pt>
                <c:pt idx="645">
                  <c:v>150.05790994073297</c:v>
                </c:pt>
                <c:pt idx="646">
                  <c:v>150.47664335834077</c:v>
                </c:pt>
                <c:pt idx="647">
                  <c:v>150.39739817628509</c:v>
                </c:pt>
                <c:pt idx="648">
                  <c:v>151.27466689027068</c:v>
                </c:pt>
                <c:pt idx="649">
                  <c:v>152.91117781841021</c:v>
                </c:pt>
                <c:pt idx="650">
                  <c:v>153.3119272963381</c:v>
                </c:pt>
                <c:pt idx="651">
                  <c:v>153.89030955269914</c:v>
                </c:pt>
                <c:pt idx="652">
                  <c:v>153.44131788075268</c:v>
                </c:pt>
                <c:pt idx="653">
                  <c:v>152.61336708723894</c:v>
                </c:pt>
                <c:pt idx="654">
                  <c:v>153.23803316381907</c:v>
                </c:pt>
                <c:pt idx="655">
                  <c:v>154.35014123736676</c:v>
                </c:pt>
                <c:pt idx="656">
                  <c:v>154.30940154579133</c:v>
                </c:pt>
                <c:pt idx="657">
                  <c:v>154.32288950055124</c:v>
                </c:pt>
                <c:pt idx="658">
                  <c:v>154.80729739726607</c:v>
                </c:pt>
                <c:pt idx="659">
                  <c:v>156.91748654031755</c:v>
                </c:pt>
                <c:pt idx="660">
                  <c:v>158.74520094983887</c:v>
                </c:pt>
                <c:pt idx="661">
                  <c:v>158.15443404790074</c:v>
                </c:pt>
                <c:pt idx="662">
                  <c:v>159.57309657789349</c:v>
                </c:pt>
                <c:pt idx="663">
                  <c:v>160.33826907890506</c:v>
                </c:pt>
                <c:pt idx="664">
                  <c:v>160.79879033181197</c:v>
                </c:pt>
                <c:pt idx="665">
                  <c:v>160.75071363417081</c:v>
                </c:pt>
                <c:pt idx="666">
                  <c:v>160.67011689836619</c:v>
                </c:pt>
                <c:pt idx="667">
                  <c:v>160.82129783914138</c:v>
                </c:pt>
                <c:pt idx="668">
                  <c:v>160.47014210898104</c:v>
                </c:pt>
                <c:pt idx="669">
                  <c:v>160.66137317309236</c:v>
                </c:pt>
                <c:pt idx="670">
                  <c:v>161.97461451066718</c:v>
                </c:pt>
                <c:pt idx="671">
                  <c:v>163.12746227579032</c:v>
                </c:pt>
                <c:pt idx="672">
                  <c:v>162.78193342246232</c:v>
                </c:pt>
                <c:pt idx="673">
                  <c:v>161.33395045093627</c:v>
                </c:pt>
                <c:pt idx="674">
                  <c:v>162.75264056365859</c:v>
                </c:pt>
                <c:pt idx="675">
                  <c:v>162.53766076938714</c:v>
                </c:pt>
                <c:pt idx="676">
                  <c:v>165.18016901041716</c:v>
                </c:pt>
                <c:pt idx="677">
                  <c:v>165.63007091243946</c:v>
                </c:pt>
                <c:pt idx="678">
                  <c:v>165.71119172010592</c:v>
                </c:pt>
                <c:pt idx="679">
                  <c:v>164.57952749129282</c:v>
                </c:pt>
                <c:pt idx="680">
                  <c:v>163.87801593012964</c:v>
                </c:pt>
                <c:pt idx="681">
                  <c:v>163.08663983602619</c:v>
                </c:pt>
                <c:pt idx="682">
                  <c:v>162.09151011858646</c:v>
                </c:pt>
                <c:pt idx="683">
                  <c:v>163.56371072667528</c:v>
                </c:pt>
                <c:pt idx="684">
                  <c:v>164.7926868254126</c:v>
                </c:pt>
                <c:pt idx="685">
                  <c:v>163.26143159331363</c:v>
                </c:pt>
                <c:pt idx="686">
                  <c:v>164.60774462364333</c:v>
                </c:pt>
                <c:pt idx="687">
                  <c:v>165.65928102305446</c:v>
                </c:pt>
                <c:pt idx="688">
                  <c:v>165.87089572431836</c:v>
                </c:pt>
                <c:pt idx="689">
                  <c:v>166.28058200662704</c:v>
                </c:pt>
                <c:pt idx="690">
                  <c:v>167.52936250519591</c:v>
                </c:pt>
                <c:pt idx="691">
                  <c:v>169.09854399045417</c:v>
                </c:pt>
                <c:pt idx="692">
                  <c:v>170.36635657242658</c:v>
                </c:pt>
                <c:pt idx="693">
                  <c:v>170.22971173013499</c:v>
                </c:pt>
                <c:pt idx="694">
                  <c:v>168.97169101716005</c:v>
                </c:pt>
                <c:pt idx="695">
                  <c:v>168.04364249803544</c:v>
                </c:pt>
                <c:pt idx="696">
                  <c:v>167.76262964917251</c:v>
                </c:pt>
                <c:pt idx="697">
                  <c:v>168.16376528531438</c:v>
                </c:pt>
                <c:pt idx="698">
                  <c:v>169.22076306518048</c:v>
                </c:pt>
                <c:pt idx="699">
                  <c:v>168.64999364218085</c:v>
                </c:pt>
                <c:pt idx="700">
                  <c:v>165.45417584596919</c:v>
                </c:pt>
                <c:pt idx="701">
                  <c:v>163.58470118387834</c:v>
                </c:pt>
                <c:pt idx="702">
                  <c:v>165.87828789584321</c:v>
                </c:pt>
                <c:pt idx="703">
                  <c:v>165.57653283434337</c:v>
                </c:pt>
                <c:pt idx="704">
                  <c:v>164.8672705261709</c:v>
                </c:pt>
                <c:pt idx="705">
                  <c:v>165.68289183956674</c:v>
                </c:pt>
                <c:pt idx="706">
                  <c:v>167.00131873030074</c:v>
                </c:pt>
                <c:pt idx="707">
                  <c:v>166.69195083543951</c:v>
                </c:pt>
                <c:pt idx="708">
                  <c:v>166.46955128691363</c:v>
                </c:pt>
                <c:pt idx="709">
                  <c:v>165.27486052103225</c:v>
                </c:pt>
                <c:pt idx="710">
                  <c:v>167.39045587907952</c:v>
                </c:pt>
                <c:pt idx="711">
                  <c:v>167.47877577916384</c:v>
                </c:pt>
                <c:pt idx="712">
                  <c:v>166.38556187537185</c:v>
                </c:pt>
                <c:pt idx="713">
                  <c:v>165.519353835944</c:v>
                </c:pt>
                <c:pt idx="714">
                  <c:v>164.49239364858005</c:v>
                </c:pt>
                <c:pt idx="715">
                  <c:v>161.26488329609205</c:v>
                </c:pt>
                <c:pt idx="716">
                  <c:v>161.81223498168643</c:v>
                </c:pt>
                <c:pt idx="717">
                  <c:v>160.92037500375812</c:v>
                </c:pt>
                <c:pt idx="718">
                  <c:v>162.17290675354857</c:v>
                </c:pt>
                <c:pt idx="719">
                  <c:v>157.51710749844779</c:v>
                </c:pt>
                <c:pt idx="720">
                  <c:v>157.94030931824597</c:v>
                </c:pt>
                <c:pt idx="721">
                  <c:v>157.40048771782426</c:v>
                </c:pt>
                <c:pt idx="722">
                  <c:v>159.11039628935055</c:v>
                </c:pt>
                <c:pt idx="723">
                  <c:v>161.25219524048967</c:v>
                </c:pt>
                <c:pt idx="724">
                  <c:v>159.14258533475919</c:v>
                </c:pt>
                <c:pt idx="725">
                  <c:v>156.52410165118494</c:v>
                </c:pt>
                <c:pt idx="726">
                  <c:v>158.96933821032769</c:v>
                </c:pt>
                <c:pt idx="727">
                  <c:v>161.77182628286587</c:v>
                </c:pt>
                <c:pt idx="728">
                  <c:v>162.2061163599513</c:v>
                </c:pt>
                <c:pt idx="729">
                  <c:v>162.14968209525034</c:v>
                </c:pt>
                <c:pt idx="730">
                  <c:v>160.76158122962156</c:v>
                </c:pt>
                <c:pt idx="731">
                  <c:v>160.3027976886776</c:v>
                </c:pt>
                <c:pt idx="732">
                  <c:v>159.39516038943503</c:v>
                </c:pt>
                <c:pt idx="733">
                  <c:v>159.70714864360548</c:v>
                </c:pt>
                <c:pt idx="734">
                  <c:v>157.25394067561689</c:v>
                </c:pt>
                <c:pt idx="735">
                  <c:v>153.97234059044143</c:v>
                </c:pt>
                <c:pt idx="736">
                  <c:v>155.34320225008875</c:v>
                </c:pt>
                <c:pt idx="737">
                  <c:v>157.03002407696465</c:v>
                </c:pt>
                <c:pt idx="738">
                  <c:v>158.09118684899585</c:v>
                </c:pt>
                <c:pt idx="739">
                  <c:v>157.56443946239054</c:v>
                </c:pt>
                <c:pt idx="740">
                  <c:v>158.38069517856644</c:v>
                </c:pt>
                <c:pt idx="741">
                  <c:v>159.69705336458273</c:v>
                </c:pt>
                <c:pt idx="742">
                  <c:v>159.44607810822194</c:v>
                </c:pt>
                <c:pt idx="743">
                  <c:v>159.41250992633479</c:v>
                </c:pt>
                <c:pt idx="744">
                  <c:v>160.67993635009324</c:v>
                </c:pt>
                <c:pt idx="745">
                  <c:v>163.24347523636331</c:v>
                </c:pt>
                <c:pt idx="746">
                  <c:v>165.09899303729159</c:v>
                </c:pt>
                <c:pt idx="747">
                  <c:v>166.11188603257466</c:v>
                </c:pt>
                <c:pt idx="748">
                  <c:v>164.39814346163809</c:v>
                </c:pt>
                <c:pt idx="749">
                  <c:v>164.79205242263251</c:v>
                </c:pt>
                <c:pt idx="750">
                  <c:v>166.58763295220436</c:v>
                </c:pt>
                <c:pt idx="751">
                  <c:v>167.19792842667835</c:v>
                </c:pt>
                <c:pt idx="752">
                  <c:v>168.66850165372256</c:v>
                </c:pt>
                <c:pt idx="753">
                  <c:v>168.90367200603953</c:v>
                </c:pt>
                <c:pt idx="754">
                  <c:v>168.86982799685669</c:v>
                </c:pt>
                <c:pt idx="755">
                  <c:v>169.106708478407</c:v>
                </c:pt>
                <c:pt idx="756">
                  <c:v>167.57848734656073</c:v>
                </c:pt>
                <c:pt idx="757">
                  <c:v>165.76894995582626</c:v>
                </c:pt>
                <c:pt idx="758">
                  <c:v>164.0196532464735</c:v>
                </c:pt>
                <c:pt idx="759">
                  <c:v>162.84065705371765</c:v>
                </c:pt>
                <c:pt idx="760">
                  <c:v>158.57727729221446</c:v>
                </c:pt>
                <c:pt idx="761">
                  <c:v>159.58857048918247</c:v>
                </c:pt>
                <c:pt idx="762">
                  <c:v>157.9854346638231</c:v>
                </c:pt>
                <c:pt idx="763">
                  <c:v>157.77384754528879</c:v>
                </c:pt>
                <c:pt idx="764">
                  <c:v>160.01891623593934</c:v>
                </c:pt>
                <c:pt idx="765">
                  <c:v>162.35903501268945</c:v>
                </c:pt>
                <c:pt idx="766">
                  <c:v>164.27813100527743</c:v>
                </c:pt>
                <c:pt idx="767">
                  <c:v>162.15340576374234</c:v>
                </c:pt>
                <c:pt idx="768">
                  <c:v>161.75842107629467</c:v>
                </c:pt>
                <c:pt idx="769">
                  <c:v>158.93497012928302</c:v>
                </c:pt>
                <c:pt idx="770">
                  <c:v>159.45184289870215</c:v>
                </c:pt>
                <c:pt idx="771">
                  <c:v>161.2651039579286</c:v>
                </c:pt>
                <c:pt idx="772">
                  <c:v>162.53407501454299</c:v>
                </c:pt>
                <c:pt idx="773">
                  <c:v>160.40162660872821</c:v>
                </c:pt>
                <c:pt idx="774">
                  <c:v>155.58270309094826</c:v>
                </c:pt>
                <c:pt idx="775">
                  <c:v>160.37164418168524</c:v>
                </c:pt>
                <c:pt idx="776">
                  <c:v>159.97067404192077</c:v>
                </c:pt>
                <c:pt idx="777">
                  <c:v>159.68196561150774</c:v>
                </c:pt>
                <c:pt idx="778">
                  <c:v>159.51911717612427</c:v>
                </c:pt>
                <c:pt idx="779">
                  <c:v>159.10708636180212</c:v>
                </c:pt>
                <c:pt idx="780">
                  <c:v>158.05091606382314</c:v>
                </c:pt>
                <c:pt idx="781">
                  <c:v>157.86164337351124</c:v>
                </c:pt>
                <c:pt idx="782">
                  <c:v>150.4083761026541</c:v>
                </c:pt>
                <c:pt idx="783">
                  <c:v>154.07304513610282</c:v>
                </c:pt>
                <c:pt idx="784">
                  <c:v>155.14535133088049</c:v>
                </c:pt>
                <c:pt idx="785">
                  <c:v>152.99836682658216</c:v>
                </c:pt>
                <c:pt idx="786">
                  <c:v>151.9882321042561</c:v>
                </c:pt>
                <c:pt idx="787">
                  <c:v>149.86747877577915</c:v>
                </c:pt>
                <c:pt idx="788">
                  <c:v>145.75472830045976</c:v>
                </c:pt>
                <c:pt idx="789">
                  <c:v>147.35822270130359</c:v>
                </c:pt>
                <c:pt idx="790">
                  <c:v>150.73225251326937</c:v>
                </c:pt>
                <c:pt idx="791">
                  <c:v>152.98592701554588</c:v>
                </c:pt>
                <c:pt idx="792">
                  <c:v>153.22289024528496</c:v>
                </c:pt>
                <c:pt idx="793">
                  <c:v>155.80386141664346</c:v>
                </c:pt>
                <c:pt idx="794">
                  <c:v>153.84777698370164</c:v>
                </c:pt>
                <c:pt idx="795">
                  <c:v>156.71582920442856</c:v>
                </c:pt>
                <c:pt idx="796">
                  <c:v>159.60451330687414</c:v>
                </c:pt>
                <c:pt idx="797">
                  <c:v>158.028325808305</c:v>
                </c:pt>
                <c:pt idx="798">
                  <c:v>159.95031798749787</c:v>
                </c:pt>
                <c:pt idx="799">
                  <c:v>159.11047903753928</c:v>
                </c:pt>
                <c:pt idx="800">
                  <c:v>158.86460658614899</c:v>
                </c:pt>
                <c:pt idx="801">
                  <c:v>158.22060501614004</c:v>
                </c:pt>
                <c:pt idx="802">
                  <c:v>158.85856596837309</c:v>
                </c:pt>
                <c:pt idx="803">
                  <c:v>159.82440282700912</c:v>
                </c:pt>
                <c:pt idx="804">
                  <c:v>161.86646262802179</c:v>
                </c:pt>
                <c:pt idx="805">
                  <c:v>161.54793726694319</c:v>
                </c:pt>
                <c:pt idx="806">
                  <c:v>163.50129100965756</c:v>
                </c:pt>
                <c:pt idx="807">
                  <c:v>167.18372332094958</c:v>
                </c:pt>
                <c:pt idx="808">
                  <c:v>165.9832125991289</c:v>
                </c:pt>
                <c:pt idx="809">
                  <c:v>164.42178186087989</c:v>
                </c:pt>
                <c:pt idx="810">
                  <c:v>162.83450610502342</c:v>
                </c:pt>
                <c:pt idx="811">
                  <c:v>163.97154896610274</c:v>
                </c:pt>
                <c:pt idx="812">
                  <c:v>162.64037885430719</c:v>
                </c:pt>
                <c:pt idx="813">
                  <c:v>161.56961729238552</c:v>
                </c:pt>
                <c:pt idx="814">
                  <c:v>160.91469296146664</c:v>
                </c:pt>
                <c:pt idx="815">
                  <c:v>157.6814729839576</c:v>
                </c:pt>
                <c:pt idx="816">
                  <c:v>155.74077971411603</c:v>
                </c:pt>
                <c:pt idx="817">
                  <c:v>157.32499378699018</c:v>
                </c:pt>
                <c:pt idx="818">
                  <c:v>159.73622084057266</c:v>
                </c:pt>
                <c:pt idx="819">
                  <c:v>157.76535206458112</c:v>
                </c:pt>
                <c:pt idx="820">
                  <c:v>156.06278049912052</c:v>
                </c:pt>
                <c:pt idx="821">
                  <c:v>158.20518627031021</c:v>
                </c:pt>
                <c:pt idx="822">
                  <c:v>156.72338687233085</c:v>
                </c:pt>
                <c:pt idx="823">
                  <c:v>158.6587842580949</c:v>
                </c:pt>
                <c:pt idx="824">
                  <c:v>157.38945462599611</c:v>
                </c:pt>
                <c:pt idx="825">
                  <c:v>157.15533241740283</c:v>
                </c:pt>
                <c:pt idx="826">
                  <c:v>153.55037999347391</c:v>
                </c:pt>
                <c:pt idx="827">
                  <c:v>153.64195465564757</c:v>
                </c:pt>
                <c:pt idx="828">
                  <c:v>151.25149739743156</c:v>
                </c:pt>
                <c:pt idx="829">
                  <c:v>150.24497601267925</c:v>
                </c:pt>
                <c:pt idx="830">
                  <c:v>149.95309556836557</c:v>
                </c:pt>
                <c:pt idx="831">
                  <c:v>149.19054342666317</c:v>
                </c:pt>
                <c:pt idx="832">
                  <c:v>145.99624268057792</c:v>
                </c:pt>
                <c:pt idx="833">
                  <c:v>145.61921435008057</c:v>
                </c:pt>
                <c:pt idx="834">
                  <c:v>146.11631030239772</c:v>
                </c:pt>
                <c:pt idx="835">
                  <c:v>149.82516686861823</c:v>
                </c:pt>
                <c:pt idx="836">
                  <c:v>149.52192233972158</c:v>
                </c:pt>
                <c:pt idx="837">
                  <c:v>145.61538035067028</c:v>
                </c:pt>
                <c:pt idx="838">
                  <c:v>149.84701239043795</c:v>
                </c:pt>
                <c:pt idx="839">
                  <c:v>149.74280483812109</c:v>
                </c:pt>
                <c:pt idx="840">
                  <c:v>149.09185242026041</c:v>
                </c:pt>
                <c:pt idx="841">
                  <c:v>148.25513031874326</c:v>
                </c:pt>
                <c:pt idx="842">
                  <c:v>149.64328634983119</c:v>
                </c:pt>
                <c:pt idx="843">
                  <c:v>151.38687343416294</c:v>
                </c:pt>
                <c:pt idx="844">
                  <c:v>154.25845624427487</c:v>
                </c:pt>
                <c:pt idx="845">
                  <c:v>153.2673260226228</c:v>
                </c:pt>
                <c:pt idx="846">
                  <c:v>152.75638354006128</c:v>
                </c:pt>
                <c:pt idx="847">
                  <c:v>153.961583325909</c:v>
                </c:pt>
                <c:pt idx="848">
                  <c:v>153.82675894376902</c:v>
                </c:pt>
                <c:pt idx="849">
                  <c:v>153.5677295303737</c:v>
                </c:pt>
                <c:pt idx="850">
                  <c:v>152.00108565623589</c:v>
                </c:pt>
                <c:pt idx="851">
                  <c:v>151.40847071141653</c:v>
                </c:pt>
                <c:pt idx="852">
                  <c:v>152.58843229970731</c:v>
                </c:pt>
                <c:pt idx="853">
                  <c:v>149.78371002607395</c:v>
                </c:pt>
                <c:pt idx="854">
                  <c:v>145.76562347864007</c:v>
                </c:pt>
                <c:pt idx="855">
                  <c:v>145.34324914072903</c:v>
                </c:pt>
                <c:pt idx="856">
                  <c:v>144.92349516212715</c:v>
                </c:pt>
                <c:pt idx="857">
                  <c:v>142.03944495824942</c:v>
                </c:pt>
                <c:pt idx="858">
                  <c:v>141.66605754805533</c:v>
                </c:pt>
                <c:pt idx="859">
                  <c:v>142.32092671351501</c:v>
                </c:pt>
                <c:pt idx="860">
                  <c:v>144.89778805816755</c:v>
                </c:pt>
                <c:pt idx="861">
                  <c:v>142.94068306423162</c:v>
                </c:pt>
                <c:pt idx="862">
                  <c:v>144.16312205606079</c:v>
                </c:pt>
                <c:pt idx="863">
                  <c:v>145.43816131318067</c:v>
                </c:pt>
                <c:pt idx="864">
                  <c:v>146.63332098546474</c:v>
                </c:pt>
                <c:pt idx="865">
                  <c:v>146.67792225918001</c:v>
                </c:pt>
                <c:pt idx="866">
                  <c:v>146.26285734460512</c:v>
                </c:pt>
                <c:pt idx="867">
                  <c:v>146.24070841276011</c:v>
                </c:pt>
                <c:pt idx="868">
                  <c:v>145.93451253179944</c:v>
                </c:pt>
                <c:pt idx="869">
                  <c:v>146.83602646507737</c:v>
                </c:pt>
                <c:pt idx="870">
                  <c:v>146.55904069473172</c:v>
                </c:pt>
                <c:pt idx="871">
                  <c:v>148.2598469654998</c:v>
                </c:pt>
                <c:pt idx="872">
                  <c:v>149.43898107190347</c:v>
                </c:pt>
                <c:pt idx="873">
                  <c:v>150.27578592160933</c:v>
                </c:pt>
                <c:pt idx="874">
                  <c:v>150.03689190080038</c:v>
                </c:pt>
                <c:pt idx="875">
                  <c:v>148.6339791093923</c:v>
                </c:pt>
                <c:pt idx="876">
                  <c:v>147.60663276381433</c:v>
                </c:pt>
                <c:pt idx="877">
                  <c:v>147.33632201402472</c:v>
                </c:pt>
                <c:pt idx="878">
                  <c:v>148.28690562320833</c:v>
                </c:pt>
                <c:pt idx="879">
                  <c:v>150.38421363155047</c:v>
                </c:pt>
                <c:pt idx="880">
                  <c:v>151.06404516727133</c:v>
                </c:pt>
                <c:pt idx="881">
                  <c:v>152.80150888563841</c:v>
                </c:pt>
                <c:pt idx="882">
                  <c:v>153.58601688007886</c:v>
                </c:pt>
                <c:pt idx="883">
                  <c:v>154.66251564975119</c:v>
                </c:pt>
                <c:pt idx="884">
                  <c:v>153.81845654216835</c:v>
                </c:pt>
                <c:pt idx="885">
                  <c:v>152.44558134326238</c:v>
                </c:pt>
                <c:pt idx="886">
                  <c:v>153.9566460173159</c:v>
                </c:pt>
                <c:pt idx="887">
                  <c:v>156.82930455388106</c:v>
                </c:pt>
                <c:pt idx="888">
                  <c:v>158.79446370485155</c:v>
                </c:pt>
                <c:pt idx="889">
                  <c:v>160.29841203467589</c:v>
                </c:pt>
                <c:pt idx="890">
                  <c:v>160.35594960855971</c:v>
                </c:pt>
                <c:pt idx="891">
                  <c:v>160.94668892776826</c:v>
                </c:pt>
                <c:pt idx="892">
                  <c:v>160.80400346770077</c:v>
                </c:pt>
                <c:pt idx="893">
                  <c:v>161.04984833636146</c:v>
                </c:pt>
                <c:pt idx="894">
                  <c:v>162.33283141959757</c:v>
                </c:pt>
                <c:pt idx="895">
                  <c:v>162.23414041319481</c:v>
                </c:pt>
                <c:pt idx="896">
                  <c:v>163.65550605068546</c:v>
                </c:pt>
                <c:pt idx="897">
                  <c:v>164.01457802423255</c:v>
                </c:pt>
                <c:pt idx="898">
                  <c:v>165.06114953232102</c:v>
                </c:pt>
                <c:pt idx="899">
                  <c:v>166.21388696652585</c:v>
                </c:pt>
                <c:pt idx="900">
                  <c:v>166.31834276340888</c:v>
                </c:pt>
                <c:pt idx="901">
                  <c:v>164.52036253636439</c:v>
                </c:pt>
                <c:pt idx="902">
                  <c:v>162.11437620140029</c:v>
                </c:pt>
                <c:pt idx="903">
                  <c:v>162.82443840873026</c:v>
                </c:pt>
                <c:pt idx="904">
                  <c:v>162.97374372389467</c:v>
                </c:pt>
                <c:pt idx="905">
                  <c:v>162.11672073341376</c:v>
                </c:pt>
                <c:pt idx="906">
                  <c:v>162.27987257882248</c:v>
                </c:pt>
                <c:pt idx="907">
                  <c:v>159.90430999457448</c:v>
                </c:pt>
                <c:pt idx="908">
                  <c:v>164.2194901222108</c:v>
                </c:pt>
                <c:pt idx="909">
                  <c:v>162.09429597427302</c:v>
                </c:pt>
                <c:pt idx="910">
                  <c:v>162.19563492271459</c:v>
                </c:pt>
                <c:pt idx="911">
                  <c:v>163.41658444714696</c:v>
                </c:pt>
                <c:pt idx="912">
                  <c:v>163.2814566549817</c:v>
                </c:pt>
                <c:pt idx="913">
                  <c:v>162.81784613636296</c:v>
                </c:pt>
                <c:pt idx="914">
                  <c:v>164.63640307966693</c:v>
                </c:pt>
                <c:pt idx="915">
                  <c:v>164.92580107831921</c:v>
                </c:pt>
                <c:pt idx="916">
                  <c:v>165.81393738775552</c:v>
                </c:pt>
                <c:pt idx="917">
                  <c:v>167.0715719425165</c:v>
                </c:pt>
                <c:pt idx="918">
                  <c:v>166.45341539011497</c:v>
                </c:pt>
                <c:pt idx="919">
                  <c:v>165.31435898977702</c:v>
                </c:pt>
                <c:pt idx="920">
                  <c:v>162.2989598276852</c:v>
                </c:pt>
                <c:pt idx="921">
                  <c:v>163.12765535489731</c:v>
                </c:pt>
                <c:pt idx="922">
                  <c:v>164.72334384327272</c:v>
                </c:pt>
                <c:pt idx="923">
                  <c:v>163.99802838649032</c:v>
                </c:pt>
                <c:pt idx="924">
                  <c:v>163.06832490359147</c:v>
                </c:pt>
                <c:pt idx="925">
                  <c:v>160.25267986904822</c:v>
                </c:pt>
                <c:pt idx="926">
                  <c:v>157.62211494992218</c:v>
                </c:pt>
                <c:pt idx="927">
                  <c:v>157.51812805944186</c:v>
                </c:pt>
                <c:pt idx="928">
                  <c:v>156.11350513880043</c:v>
                </c:pt>
                <c:pt idx="929">
                  <c:v>155.59406717553125</c:v>
                </c:pt>
                <c:pt idx="930">
                  <c:v>158.39912044191945</c:v>
                </c:pt>
                <c:pt idx="931">
                  <c:v>156.63903888530467</c:v>
                </c:pt>
                <c:pt idx="932">
                  <c:v>160.16041563863536</c:v>
                </c:pt>
                <c:pt idx="933">
                  <c:v>160.59244393189601</c:v>
                </c:pt>
                <c:pt idx="934">
                  <c:v>160.50746154208971</c:v>
                </c:pt>
                <c:pt idx="935">
                  <c:v>159.95531046155008</c:v>
                </c:pt>
                <c:pt idx="936">
                  <c:v>157.62790732313195</c:v>
                </c:pt>
                <c:pt idx="937">
                  <c:v>158.94798917764024</c:v>
                </c:pt>
                <c:pt idx="938">
                  <c:v>157.87066292608077</c:v>
                </c:pt>
                <c:pt idx="939">
                  <c:v>159.75908692338649</c:v>
                </c:pt>
                <c:pt idx="940">
                  <c:v>161.11342652802117</c:v>
                </c:pt>
                <c:pt idx="941">
                  <c:v>162.62942851066776</c:v>
                </c:pt>
                <c:pt idx="942">
                  <c:v>163.03376374343981</c:v>
                </c:pt>
                <c:pt idx="943">
                  <c:v>163.29775804815782</c:v>
                </c:pt>
                <c:pt idx="944">
                  <c:v>163.5853080039289</c:v>
                </c:pt>
                <c:pt idx="945">
                  <c:v>165.03204975262432</c:v>
                </c:pt>
                <c:pt idx="946">
                  <c:v>164.23849462288479</c:v>
                </c:pt>
                <c:pt idx="947">
                  <c:v>164.82567576997877</c:v>
                </c:pt>
                <c:pt idx="948">
                  <c:v>165.38563276298683</c:v>
                </c:pt>
                <c:pt idx="949">
                  <c:v>167.55567642920602</c:v>
                </c:pt>
                <c:pt idx="950">
                  <c:v>168.58936680258518</c:v>
                </c:pt>
                <c:pt idx="951">
                  <c:v>167.99562096585342</c:v>
                </c:pt>
                <c:pt idx="952">
                  <c:v>167.80342450620708</c:v>
                </c:pt>
                <c:pt idx="953">
                  <c:v>168.11772970966143</c:v>
                </c:pt>
                <c:pt idx="954">
                  <c:v>168.76534461724412</c:v>
                </c:pt>
                <c:pt idx="955">
                  <c:v>168.34719043695733</c:v>
                </c:pt>
                <c:pt idx="956">
                  <c:v>167.1891295359454</c:v>
                </c:pt>
                <c:pt idx="957">
                  <c:v>170.44758771101135</c:v>
                </c:pt>
                <c:pt idx="958">
                  <c:v>169.9762264453833</c:v>
                </c:pt>
                <c:pt idx="959">
                  <c:v>170.66259508801235</c:v>
                </c:pt>
                <c:pt idx="960">
                  <c:v>170.95974383367394</c:v>
                </c:pt>
                <c:pt idx="961">
                  <c:v>170.32501006080059</c:v>
                </c:pt>
                <c:pt idx="962">
                  <c:v>170.08470932078356</c:v>
                </c:pt>
                <c:pt idx="963">
                  <c:v>168.65415863434595</c:v>
                </c:pt>
                <c:pt idx="964">
                  <c:v>169.4102564173289</c:v>
                </c:pt>
                <c:pt idx="965">
                  <c:v>169.66296938565262</c:v>
                </c:pt>
                <c:pt idx="966">
                  <c:v>171.76504920621042</c:v>
                </c:pt>
                <c:pt idx="967">
                  <c:v>171.82286260738991</c:v>
                </c:pt>
                <c:pt idx="968">
                  <c:v>172.40529952499782</c:v>
                </c:pt>
                <c:pt idx="969">
                  <c:v>172.89362416931164</c:v>
                </c:pt>
                <c:pt idx="970">
                  <c:v>174.04605819349121</c:v>
                </c:pt>
                <c:pt idx="971">
                  <c:v>174.5550698849828</c:v>
                </c:pt>
                <c:pt idx="972">
                  <c:v>173.40848339947212</c:v>
                </c:pt>
                <c:pt idx="973">
                  <c:v>173.31497794622857</c:v>
                </c:pt>
                <c:pt idx="974">
                  <c:v>172.74059518565522</c:v>
                </c:pt>
                <c:pt idx="975">
                  <c:v>172.14569087428151</c:v>
                </c:pt>
                <c:pt idx="976">
                  <c:v>172.58701454740742</c:v>
                </c:pt>
                <c:pt idx="977">
                  <c:v>171.51401878439049</c:v>
                </c:pt>
                <c:pt idx="978">
                  <c:v>171.37307103628592</c:v>
                </c:pt>
                <c:pt idx="979">
                  <c:v>172.48391030427337</c:v>
                </c:pt>
                <c:pt idx="980">
                  <c:v>172.88278415659047</c:v>
                </c:pt>
                <c:pt idx="981">
                  <c:v>170.45859322010989</c:v>
                </c:pt>
                <c:pt idx="982">
                  <c:v>169.18642256686536</c:v>
                </c:pt>
                <c:pt idx="983">
                  <c:v>170.47834245448229</c:v>
                </c:pt>
                <c:pt idx="984">
                  <c:v>170.19175789424617</c:v>
                </c:pt>
                <c:pt idx="985">
                  <c:v>168.44011665287991</c:v>
                </c:pt>
                <c:pt idx="986">
                  <c:v>167.77531770477486</c:v>
                </c:pt>
                <c:pt idx="987">
                  <c:v>165.06964501302869</c:v>
                </c:pt>
                <c:pt idx="988">
                  <c:v>167.05871839053671</c:v>
                </c:pt>
                <c:pt idx="989">
                  <c:v>168.0544825107566</c:v>
                </c:pt>
                <c:pt idx="990">
                  <c:v>168.00717812954341</c:v>
                </c:pt>
                <c:pt idx="991">
                  <c:v>168.62392796273681</c:v>
                </c:pt>
                <c:pt idx="992">
                  <c:v>167.81536782811105</c:v>
                </c:pt>
                <c:pt idx="993">
                  <c:v>168.71746099870995</c:v>
                </c:pt>
                <c:pt idx="994">
                  <c:v>169.06613428320898</c:v>
                </c:pt>
                <c:pt idx="995">
                  <c:v>167.30980397781576</c:v>
                </c:pt>
                <c:pt idx="996">
                  <c:v>166.47079250974429</c:v>
                </c:pt>
                <c:pt idx="997">
                  <c:v>165.22157068750229</c:v>
                </c:pt>
                <c:pt idx="998">
                  <c:v>167.55766238573509</c:v>
                </c:pt>
                <c:pt idx="999">
                  <c:v>165.81490278329051</c:v>
                </c:pt>
                <c:pt idx="1000">
                  <c:v>165.78737521917927</c:v>
                </c:pt>
                <c:pt idx="1001">
                  <c:v>165.38061270620503</c:v>
                </c:pt>
                <c:pt idx="1002">
                  <c:v>166.21678315313076</c:v>
                </c:pt>
                <c:pt idx="1003">
                  <c:v>165.7528140590276</c:v>
                </c:pt>
                <c:pt idx="1004">
                  <c:v>167.3050321656001</c:v>
                </c:pt>
                <c:pt idx="1005">
                  <c:v>168.3808137843036</c:v>
                </c:pt>
                <c:pt idx="1006">
                  <c:v>167.86416167672101</c:v>
                </c:pt>
                <c:pt idx="1007">
                  <c:v>167.21138879870867</c:v>
                </c:pt>
                <c:pt idx="1008">
                  <c:v>168.09376031766479</c:v>
                </c:pt>
                <c:pt idx="1009">
                  <c:v>168.1960370789117</c:v>
                </c:pt>
                <c:pt idx="1010">
                  <c:v>166.06198887478186</c:v>
                </c:pt>
                <c:pt idx="1011">
                  <c:v>163.6508169866585</c:v>
                </c:pt>
                <c:pt idx="1012">
                  <c:v>164.11837183560584</c:v>
                </c:pt>
                <c:pt idx="1013">
                  <c:v>164.25487876424958</c:v>
                </c:pt>
                <c:pt idx="1014">
                  <c:v>164.69118238059369</c:v>
                </c:pt>
                <c:pt idx="1015">
                  <c:v>165.30947684664307</c:v>
                </c:pt>
                <c:pt idx="1016">
                  <c:v>167.81851225928207</c:v>
                </c:pt>
                <c:pt idx="1017">
                  <c:v>166.89454598413386</c:v>
                </c:pt>
                <c:pt idx="1018">
                  <c:v>166.28535381884271</c:v>
                </c:pt>
                <c:pt idx="1019">
                  <c:v>167.32729142836337</c:v>
                </c:pt>
                <c:pt idx="1020">
                  <c:v>167.72015224563415</c:v>
                </c:pt>
                <c:pt idx="1021">
                  <c:v>167.37945036998093</c:v>
                </c:pt>
                <c:pt idx="1022">
                  <c:v>166.68751001597866</c:v>
                </c:pt>
                <c:pt idx="1023">
                  <c:v>168.34363226484274</c:v>
                </c:pt>
                <c:pt idx="1024">
                  <c:v>169.013423687</c:v>
                </c:pt>
                <c:pt idx="1025">
                  <c:v>169.13594617175161</c:v>
                </c:pt>
                <c:pt idx="1026">
                  <c:v>168.26173914074835</c:v>
                </c:pt>
                <c:pt idx="1027">
                  <c:v>167.40383350292117</c:v>
                </c:pt>
                <c:pt idx="1028">
                  <c:v>167.35192280586972</c:v>
                </c:pt>
                <c:pt idx="1029">
                  <c:v>164.79296265270835</c:v>
                </c:pt>
                <c:pt idx="1030">
                  <c:v>164.40906622254795</c:v>
                </c:pt>
                <c:pt idx="1031">
                  <c:v>164.01775003813313</c:v>
                </c:pt>
                <c:pt idx="1032">
                  <c:v>163.53345247233659</c:v>
                </c:pt>
                <c:pt idx="1033">
                  <c:v>162.63362108556248</c:v>
                </c:pt>
                <c:pt idx="1034">
                  <c:v>163.87197531235373</c:v>
                </c:pt>
                <c:pt idx="1035">
                  <c:v>162.48806702161963</c:v>
                </c:pt>
                <c:pt idx="1036">
                  <c:v>164.96946453922914</c:v>
                </c:pt>
                <c:pt idx="1037">
                  <c:v>166.11549937014837</c:v>
                </c:pt>
                <c:pt idx="1038">
                  <c:v>166.45650465582682</c:v>
                </c:pt>
                <c:pt idx="1039">
                  <c:v>164.96204478497469</c:v>
                </c:pt>
                <c:pt idx="1040">
                  <c:v>163.11082988985939</c:v>
                </c:pt>
                <c:pt idx="1041">
                  <c:v>160.63588673096936</c:v>
                </c:pt>
                <c:pt idx="1042">
                  <c:v>159.70452828429632</c:v>
                </c:pt>
                <c:pt idx="1043">
                  <c:v>158.75488248791808</c:v>
                </c:pt>
                <c:pt idx="1044">
                  <c:v>158.97262055514656</c:v>
                </c:pt>
                <c:pt idx="1045">
                  <c:v>159.95197295127207</c:v>
                </c:pt>
                <c:pt idx="1046">
                  <c:v>158.95637432742961</c:v>
                </c:pt>
                <c:pt idx="1047">
                  <c:v>160.18581933256965</c:v>
                </c:pt>
                <c:pt idx="1048">
                  <c:v>160.57172930198868</c:v>
                </c:pt>
                <c:pt idx="1049">
                  <c:v>159.77373335278835</c:v>
                </c:pt>
                <c:pt idx="1050">
                  <c:v>158.67544422675542</c:v>
                </c:pt>
                <c:pt idx="1051">
                  <c:v>159.02508290678941</c:v>
                </c:pt>
                <c:pt idx="1052">
                  <c:v>158.91436583029395</c:v>
                </c:pt>
                <c:pt idx="1053">
                  <c:v>159.86974883442281</c:v>
                </c:pt>
                <c:pt idx="1054">
                  <c:v>162.71471431049932</c:v>
                </c:pt>
                <c:pt idx="1055">
                  <c:v>163.03169503872201</c:v>
                </c:pt>
                <c:pt idx="1056">
                  <c:v>164.63940959719008</c:v>
                </c:pt>
                <c:pt idx="1057">
                  <c:v>165.03566309019803</c:v>
                </c:pt>
                <c:pt idx="1058">
                  <c:v>165.07301010603629</c:v>
                </c:pt>
                <c:pt idx="1059">
                  <c:v>165.93141223299574</c:v>
                </c:pt>
                <c:pt idx="1060">
                  <c:v>166.57974429154723</c:v>
                </c:pt>
                <c:pt idx="1061">
                  <c:v>166.68519306669475</c:v>
                </c:pt>
                <c:pt idx="1062">
                  <c:v>165.25020156079634</c:v>
                </c:pt>
                <c:pt idx="1063">
                  <c:v>164.74339648767037</c:v>
                </c:pt>
                <c:pt idx="1064">
                  <c:v>164.30425185018055</c:v>
                </c:pt>
                <c:pt idx="1065">
                  <c:v>164.48229836955727</c:v>
                </c:pt>
                <c:pt idx="1066">
                  <c:v>164.5449387484116</c:v>
                </c:pt>
                <c:pt idx="1067">
                  <c:v>165.65111653510166</c:v>
                </c:pt>
                <c:pt idx="1068">
                  <c:v>165.85691128042617</c:v>
                </c:pt>
                <c:pt idx="1069">
                  <c:v>166.32545910763804</c:v>
                </c:pt>
                <c:pt idx="1070">
                  <c:v>167.28754471505246</c:v>
                </c:pt>
                <c:pt idx="1071">
                  <c:v>168.56479059053797</c:v>
                </c:pt>
                <c:pt idx="1072">
                  <c:v>169.23303737983929</c:v>
                </c:pt>
                <c:pt idx="1073">
                  <c:v>168.78782454184397</c:v>
                </c:pt>
                <c:pt idx="1074">
                  <c:v>170.32128639230862</c:v>
                </c:pt>
                <c:pt idx="1075">
                  <c:v>168.40439701808629</c:v>
                </c:pt>
                <c:pt idx="1076">
                  <c:v>170.36266048666417</c:v>
                </c:pt>
                <c:pt idx="1077">
                  <c:v>170.35460632962963</c:v>
                </c:pt>
                <c:pt idx="1078">
                  <c:v>170.84797861345479</c:v>
                </c:pt>
                <c:pt idx="1079">
                  <c:v>170.74956343434769</c:v>
                </c:pt>
                <c:pt idx="1080">
                  <c:v>171.08987915178693</c:v>
                </c:pt>
                <c:pt idx="1081">
                  <c:v>171.96648588026281</c:v>
                </c:pt>
                <c:pt idx="1082">
                  <c:v>170.82665716349692</c:v>
                </c:pt>
                <c:pt idx="1083">
                  <c:v>169.80104852988188</c:v>
                </c:pt>
                <c:pt idx="1084">
                  <c:v>169.44550714571983</c:v>
                </c:pt>
                <c:pt idx="1085">
                  <c:v>170.2673069905394</c:v>
                </c:pt>
                <c:pt idx="1086">
                  <c:v>170.91274286248603</c:v>
                </c:pt>
                <c:pt idx="1087">
                  <c:v>170.96269518573797</c:v>
                </c:pt>
                <c:pt idx="1088">
                  <c:v>170.38894682794472</c:v>
                </c:pt>
                <c:pt idx="1089">
                  <c:v>170.66157452701827</c:v>
                </c:pt>
                <c:pt idx="1090">
                  <c:v>172.39672129610145</c:v>
                </c:pt>
                <c:pt idx="1091">
                  <c:v>173.34747040166246</c:v>
                </c:pt>
                <c:pt idx="1092">
                  <c:v>173.68604840713871</c:v>
                </c:pt>
                <c:pt idx="1093">
                  <c:v>172.7292311010722</c:v>
                </c:pt>
                <c:pt idx="1094">
                  <c:v>172.19495362929419</c:v>
                </c:pt>
                <c:pt idx="1095">
                  <c:v>172.52200205381004</c:v>
                </c:pt>
                <c:pt idx="1096">
                  <c:v>173.18498054176342</c:v>
                </c:pt>
                <c:pt idx="1097">
                  <c:v>173.19990279846098</c:v>
                </c:pt>
                <c:pt idx="1098">
                  <c:v>174.16551899526044</c:v>
                </c:pt>
                <c:pt idx="1099">
                  <c:v>173.35370409854539</c:v>
                </c:pt>
                <c:pt idx="1100">
                  <c:v>172.73858164639657</c:v>
                </c:pt>
                <c:pt idx="1101">
                  <c:v>173.0118713309798</c:v>
                </c:pt>
                <c:pt idx="1102">
                  <c:v>174.16607064985189</c:v>
                </c:pt>
                <c:pt idx="1103">
                  <c:v>174.40148924673497</c:v>
                </c:pt>
                <c:pt idx="1104">
                  <c:v>173.54399734985134</c:v>
                </c:pt>
                <c:pt idx="1105">
                  <c:v>174.83197290713971</c:v>
                </c:pt>
                <c:pt idx="1106">
                  <c:v>174.23541363199178</c:v>
                </c:pt>
                <c:pt idx="1107">
                  <c:v>174.67508234134343</c:v>
                </c:pt>
                <c:pt idx="1108">
                  <c:v>175.2141867907963</c:v>
                </c:pt>
                <c:pt idx="1109">
                  <c:v>174.43012012002902</c:v>
                </c:pt>
                <c:pt idx="1110">
                  <c:v>173.71429312221881</c:v>
                </c:pt>
                <c:pt idx="1111">
                  <c:v>173.68844810461138</c:v>
                </c:pt>
                <c:pt idx="1112">
                  <c:v>174.9187205916385</c:v>
                </c:pt>
                <c:pt idx="1113">
                  <c:v>176.29617452365315</c:v>
                </c:pt>
                <c:pt idx="1114">
                  <c:v>178.51145386636773</c:v>
                </c:pt>
                <c:pt idx="1115">
                  <c:v>179.8533260772366</c:v>
                </c:pt>
                <c:pt idx="1116">
                  <c:v>180.60909286746471</c:v>
                </c:pt>
                <c:pt idx="1117">
                  <c:v>180.51804227715294</c:v>
                </c:pt>
                <c:pt idx="1118">
                  <c:v>181.45475177336263</c:v>
                </c:pt>
                <c:pt idx="1119">
                  <c:v>180.06129985819717</c:v>
                </c:pt>
                <c:pt idx="1120">
                  <c:v>180.23705701101957</c:v>
                </c:pt>
                <c:pt idx="1121">
                  <c:v>180.99191357117184</c:v>
                </c:pt>
                <c:pt idx="1122">
                  <c:v>180.37422592517302</c:v>
                </c:pt>
                <c:pt idx="1123">
                  <c:v>180.82931338035453</c:v>
                </c:pt>
                <c:pt idx="1124">
                  <c:v>182.21399398751657</c:v>
                </c:pt>
                <c:pt idx="1125">
                  <c:v>183.67320312997782</c:v>
                </c:pt>
                <c:pt idx="1126">
                  <c:v>184.23922832349135</c:v>
                </c:pt>
                <c:pt idx="1127">
                  <c:v>185.07305423840361</c:v>
                </c:pt>
                <c:pt idx="1128">
                  <c:v>186.38174442559929</c:v>
                </c:pt>
                <c:pt idx="1129">
                  <c:v>183.9333910180151</c:v>
                </c:pt>
                <c:pt idx="1130">
                  <c:v>183.1073434328417</c:v>
                </c:pt>
                <c:pt idx="1131">
                  <c:v>183.02716043798065</c:v>
                </c:pt>
                <c:pt idx="1132">
                  <c:v>183.99666579964952</c:v>
                </c:pt>
                <c:pt idx="1133">
                  <c:v>182.78197755482967</c:v>
                </c:pt>
                <c:pt idx="1134">
                  <c:v>182.48789049215037</c:v>
                </c:pt>
                <c:pt idx="1135">
                  <c:v>183.5014730556727</c:v>
                </c:pt>
                <c:pt idx="1136">
                  <c:v>183.31291751632966</c:v>
                </c:pt>
                <c:pt idx="1137">
                  <c:v>181.4468631127055</c:v>
                </c:pt>
                <c:pt idx="1138">
                  <c:v>179.95160334269585</c:v>
                </c:pt>
                <c:pt idx="1139">
                  <c:v>181.27714657765904</c:v>
                </c:pt>
                <c:pt idx="1140">
                  <c:v>181.27714657765904</c:v>
                </c:pt>
                <c:pt idx="1141">
                  <c:v>181.6226202655279</c:v>
                </c:pt>
                <c:pt idx="1142">
                  <c:v>182.03445800074306</c:v>
                </c:pt>
                <c:pt idx="1143">
                  <c:v>181.18593049096981</c:v>
                </c:pt>
                <c:pt idx="1144">
                  <c:v>180.17769897698415</c:v>
                </c:pt>
                <c:pt idx="1145">
                  <c:v>180.39634727428847</c:v>
                </c:pt>
                <c:pt idx="1146">
                  <c:v>180.775609805881</c:v>
                </c:pt>
                <c:pt idx="1147">
                  <c:v>179.70429658936791</c:v>
                </c:pt>
                <c:pt idx="1148">
                  <c:v>179.14613247378193</c:v>
                </c:pt>
                <c:pt idx="1149">
                  <c:v>179.88377741068228</c:v>
                </c:pt>
                <c:pt idx="1150">
                  <c:v>179.894645006133</c:v>
                </c:pt>
                <c:pt idx="1151">
                  <c:v>180.48290187968027</c:v>
                </c:pt>
                <c:pt idx="1152">
                  <c:v>179.98376480537488</c:v>
                </c:pt>
                <c:pt idx="1153">
                  <c:v>178.9747058095021</c:v>
                </c:pt>
                <c:pt idx="1154">
                  <c:v>179.27836407934228</c:v>
                </c:pt>
                <c:pt idx="1155">
                  <c:v>179.49687446299873</c:v>
                </c:pt>
                <c:pt idx="1156">
                  <c:v>179.52840152289767</c:v>
                </c:pt>
                <c:pt idx="1157">
                  <c:v>178.82272496956938</c:v>
                </c:pt>
                <c:pt idx="1158">
                  <c:v>180.35563516544261</c:v>
                </c:pt>
                <c:pt idx="1159">
                  <c:v>181.02032378262933</c:v>
                </c:pt>
                <c:pt idx="1160">
                  <c:v>181.43991226485377</c:v>
                </c:pt>
                <c:pt idx="1161">
                  <c:v>181.71645671152632</c:v>
                </c:pt>
                <c:pt idx="1162">
                  <c:v>182.77850213090377</c:v>
                </c:pt>
                <c:pt idx="1163">
                  <c:v>183.69797242113202</c:v>
                </c:pt>
                <c:pt idx="1164">
                  <c:v>185.15480944885019</c:v>
                </c:pt>
                <c:pt idx="1165">
                  <c:v>185.4142250204595</c:v>
                </c:pt>
                <c:pt idx="1166">
                  <c:v>186.0923740096766</c:v>
                </c:pt>
                <c:pt idx="1167">
                  <c:v>186.23583178617207</c:v>
                </c:pt>
                <c:pt idx="1168">
                  <c:v>187.11745857142975</c:v>
                </c:pt>
                <c:pt idx="1169">
                  <c:v>186.45053575314782</c:v>
                </c:pt>
                <c:pt idx="1170">
                  <c:v>184.25495047934646</c:v>
                </c:pt>
                <c:pt idx="1171">
                  <c:v>182.68107993006123</c:v>
                </c:pt>
                <c:pt idx="1172">
                  <c:v>182.07125336198993</c:v>
                </c:pt>
                <c:pt idx="1173">
                  <c:v>182.11135865078526</c:v>
                </c:pt>
                <c:pt idx="1174">
                  <c:v>181.89560654008585</c:v>
                </c:pt>
                <c:pt idx="1175">
                  <c:v>182.37339458170379</c:v>
                </c:pt>
                <c:pt idx="1176">
                  <c:v>180.68982751691718</c:v>
                </c:pt>
                <c:pt idx="1177">
                  <c:v>181.5727231077351</c:v>
                </c:pt>
                <c:pt idx="1178">
                  <c:v>180.70025378869477</c:v>
                </c:pt>
                <c:pt idx="1179">
                  <c:v>179.91122222660479</c:v>
                </c:pt>
                <c:pt idx="1180">
                  <c:v>181.02978465887199</c:v>
                </c:pt>
                <c:pt idx="1181">
                  <c:v>182.03396151161081</c:v>
                </c:pt>
                <c:pt idx="1182">
                  <c:v>180.70105368785232</c:v>
                </c:pt>
                <c:pt idx="1183">
                  <c:v>182.26491170630354</c:v>
                </c:pt>
                <c:pt idx="1184">
                  <c:v>183.35081618675937</c:v>
                </c:pt>
                <c:pt idx="1185">
                  <c:v>183.17246625735734</c:v>
                </c:pt>
                <c:pt idx="1186">
                  <c:v>182.82588926030567</c:v>
                </c:pt>
                <c:pt idx="1187">
                  <c:v>182.50645366915123</c:v>
                </c:pt>
                <c:pt idx="1188">
                  <c:v>183.22680423461097</c:v>
                </c:pt>
                <c:pt idx="1189">
                  <c:v>181.70680275617667</c:v>
                </c:pt>
                <c:pt idx="1190">
                  <c:v>181.0233578828821</c:v>
                </c:pt>
                <c:pt idx="1191">
                  <c:v>180.38448670057321</c:v>
                </c:pt>
                <c:pt idx="1192">
                  <c:v>178.10687038902958</c:v>
                </c:pt>
                <c:pt idx="1193">
                  <c:v>176.66479012163157</c:v>
                </c:pt>
                <c:pt idx="1194">
                  <c:v>174.17983443190747</c:v>
                </c:pt>
                <c:pt idx="1195">
                  <c:v>175.93037236409091</c:v>
                </c:pt>
                <c:pt idx="1196">
                  <c:v>176.84018869896954</c:v>
                </c:pt>
                <c:pt idx="1197">
                  <c:v>176.18449205162275</c:v>
                </c:pt>
                <c:pt idx="1198">
                  <c:v>175.40224584100707</c:v>
                </c:pt>
                <c:pt idx="1199">
                  <c:v>176.75261353258364</c:v>
                </c:pt>
                <c:pt idx="1200">
                  <c:v>177.53287378667019</c:v>
                </c:pt>
                <c:pt idx="1201">
                  <c:v>179.17379795154099</c:v>
                </c:pt>
                <c:pt idx="1202">
                  <c:v>179.12886568507088</c:v>
                </c:pt>
                <c:pt idx="1203">
                  <c:v>179.22046792997409</c:v>
                </c:pt>
                <c:pt idx="1204">
                  <c:v>178.82490400520541</c:v>
                </c:pt>
                <c:pt idx="1205">
                  <c:v>179.02482362913145</c:v>
                </c:pt>
                <c:pt idx="1206">
                  <c:v>180.0033761260994</c:v>
                </c:pt>
                <c:pt idx="1207">
                  <c:v>179.10533761674736</c:v>
                </c:pt>
                <c:pt idx="1208">
                  <c:v>181.15214164724611</c:v>
                </c:pt>
                <c:pt idx="1209">
                  <c:v>181.99769022222577</c:v>
                </c:pt>
                <c:pt idx="1210">
                  <c:v>181.47982447454208</c:v>
                </c:pt>
                <c:pt idx="1211">
                  <c:v>181.0948247351989</c:v>
                </c:pt>
                <c:pt idx="1212">
                  <c:v>181.85505992761742</c:v>
                </c:pt>
                <c:pt idx="1213">
                  <c:v>182.11011742795463</c:v>
                </c:pt>
                <c:pt idx="1214">
                  <c:v>182.0951400057979</c:v>
                </c:pt>
                <c:pt idx="1215">
                  <c:v>181.96337730664024</c:v>
                </c:pt>
                <c:pt idx="1216">
                  <c:v>182.52650631354888</c:v>
                </c:pt>
                <c:pt idx="1217">
                  <c:v>184.53372912711419</c:v>
                </c:pt>
                <c:pt idx="1218">
                  <c:v>184.77240248608661</c:v>
                </c:pt>
                <c:pt idx="1219">
                  <c:v>186.1315414856665</c:v>
                </c:pt>
                <c:pt idx="1220">
                  <c:v>189.9487981790985</c:v>
                </c:pt>
                <c:pt idx="1221">
                  <c:v>191.13766898904055</c:v>
                </c:pt>
                <c:pt idx="1222">
                  <c:v>192.12399981574734</c:v>
                </c:pt>
                <c:pt idx="1223">
                  <c:v>191.75979745450022</c:v>
                </c:pt>
                <c:pt idx="1224">
                  <c:v>192.59806418887331</c:v>
                </c:pt>
                <c:pt idx="1225">
                  <c:v>192.8819732243411</c:v>
                </c:pt>
                <c:pt idx="1226">
                  <c:v>191.84072518305967</c:v>
                </c:pt>
                <c:pt idx="1227">
                  <c:v>191.93332040622741</c:v>
                </c:pt>
                <c:pt idx="1228">
                  <c:v>194.49741094708887</c:v>
                </c:pt>
                <c:pt idx="1229">
                  <c:v>197.17169449258398</c:v>
                </c:pt>
                <c:pt idx="1230">
                  <c:v>196.70648417565013</c:v>
                </c:pt>
                <c:pt idx="1231">
                  <c:v>197.04326930370434</c:v>
                </c:pt>
                <c:pt idx="1232">
                  <c:v>194.47564817345787</c:v>
                </c:pt>
                <c:pt idx="1233">
                  <c:v>195.46528892771312</c:v>
                </c:pt>
                <c:pt idx="1234">
                  <c:v>196.13240482510207</c:v>
                </c:pt>
                <c:pt idx="1235">
                  <c:v>196.76636628154742</c:v>
                </c:pt>
                <c:pt idx="1236">
                  <c:v>198.70165333639315</c:v>
                </c:pt>
                <c:pt idx="1237">
                  <c:v>199.72759296276305</c:v>
                </c:pt>
                <c:pt idx="1238">
                  <c:v>199.2583555673119</c:v>
                </c:pt>
                <c:pt idx="1239">
                  <c:v>199.34573765459086</c:v>
                </c:pt>
                <c:pt idx="1240">
                  <c:v>198.29908339831363</c:v>
                </c:pt>
                <c:pt idx="1241">
                  <c:v>196.82098008609674</c:v>
                </c:pt>
                <c:pt idx="1242">
                  <c:v>198.17520935981315</c:v>
                </c:pt>
                <c:pt idx="1243">
                  <c:v>198.66778174448075</c:v>
                </c:pt>
                <c:pt idx="1244">
                  <c:v>196.81717366941604</c:v>
                </c:pt>
                <c:pt idx="1245">
                  <c:v>196.90265254835461</c:v>
                </c:pt>
                <c:pt idx="1246">
                  <c:v>197.65152365619011</c:v>
                </c:pt>
                <c:pt idx="1247">
                  <c:v>197.82659124077321</c:v>
                </c:pt>
                <c:pt idx="1248">
                  <c:v>200.16359316908185</c:v>
                </c:pt>
                <c:pt idx="1249">
                  <c:v>202.25847389722179</c:v>
                </c:pt>
                <c:pt idx="1250">
                  <c:v>201.70910867236876</c:v>
                </c:pt>
                <c:pt idx="1251">
                  <c:v>197.21861271558316</c:v>
                </c:pt>
                <c:pt idx="1252">
                  <c:v>196.3527908343693</c:v>
                </c:pt>
                <c:pt idx="1253">
                  <c:v>197.72191478205369</c:v>
                </c:pt>
                <c:pt idx="1254">
                  <c:v>197.00592228786604</c:v>
                </c:pt>
                <c:pt idx="1255">
                  <c:v>194.10118503681053</c:v>
                </c:pt>
                <c:pt idx="1256">
                  <c:v>196.00373139165629</c:v>
                </c:pt>
                <c:pt idx="1257">
                  <c:v>195.01174610538754</c:v>
                </c:pt>
                <c:pt idx="1258">
                  <c:v>198.43448701777459</c:v>
                </c:pt>
                <c:pt idx="1259">
                  <c:v>196.22326233630682</c:v>
                </c:pt>
                <c:pt idx="1260">
                  <c:v>197.91190462333438</c:v>
                </c:pt>
                <c:pt idx="1261">
                  <c:v>197.61729348879328</c:v>
                </c:pt>
                <c:pt idx="1262">
                  <c:v>198.83184381996531</c:v>
                </c:pt>
                <c:pt idx="1263">
                  <c:v>197.8548359558533</c:v>
                </c:pt>
                <c:pt idx="1264">
                  <c:v>199.10893992122922</c:v>
                </c:pt>
                <c:pt idx="1265">
                  <c:v>199.01491039612384</c:v>
                </c:pt>
                <c:pt idx="1266">
                  <c:v>197.01910683260067</c:v>
                </c:pt>
                <c:pt idx="1267">
                  <c:v>197.47990391280328</c:v>
                </c:pt>
                <c:pt idx="1268">
                  <c:v>196.03732715627299</c:v>
                </c:pt>
                <c:pt idx="1269">
                  <c:v>197.36874551263469</c:v>
                </c:pt>
                <c:pt idx="1270">
                  <c:v>198.10696968685605</c:v>
                </c:pt>
                <c:pt idx="1271">
                  <c:v>198.73461469822976</c:v>
                </c:pt>
                <c:pt idx="1272">
                  <c:v>199.64178309106964</c:v>
                </c:pt>
                <c:pt idx="1273">
                  <c:v>200.54895148390949</c:v>
                </c:pt>
                <c:pt idx="1274">
                  <c:v>201.51225073142501</c:v>
                </c:pt>
                <c:pt idx="1275">
                  <c:v>200.31430520345435</c:v>
                </c:pt>
                <c:pt idx="1276">
                  <c:v>201.79039497641264</c:v>
                </c:pt>
                <c:pt idx="1277">
                  <c:v>201.74780724195597</c:v>
                </c:pt>
                <c:pt idx="1278">
                  <c:v>200.77504711819779</c:v>
                </c:pt>
                <c:pt idx="1279">
                  <c:v>201.61656861466017</c:v>
                </c:pt>
                <c:pt idx="1280">
                  <c:v>199.43659516579567</c:v>
                </c:pt>
                <c:pt idx="1281">
                  <c:v>199.97561686705981</c:v>
                </c:pt>
                <c:pt idx="1282">
                  <c:v>203.40980461221858</c:v>
                </c:pt>
                <c:pt idx="1283">
                  <c:v>203.57750760800636</c:v>
                </c:pt>
                <c:pt idx="1284">
                  <c:v>203.75993978138479</c:v>
                </c:pt>
                <c:pt idx="1285">
                  <c:v>203.22163523108952</c:v>
                </c:pt>
                <c:pt idx="1286">
                  <c:v>204.34938271230359</c:v>
                </c:pt>
                <c:pt idx="1287">
                  <c:v>204.44150902906858</c:v>
                </c:pt>
                <c:pt idx="1288">
                  <c:v>202.74034418281613</c:v>
                </c:pt>
                <c:pt idx="1289">
                  <c:v>203.19634186807346</c:v>
                </c:pt>
                <c:pt idx="1290">
                  <c:v>200.69715348989106</c:v>
                </c:pt>
                <c:pt idx="1291">
                  <c:v>201.62225065695165</c:v>
                </c:pt>
                <c:pt idx="1292">
                  <c:v>200.37040847540047</c:v>
                </c:pt>
                <c:pt idx="1293">
                  <c:v>200.65999955315976</c:v>
                </c:pt>
                <c:pt idx="1294">
                  <c:v>198.62889009578655</c:v>
                </c:pt>
                <c:pt idx="1295">
                  <c:v>198.87614168365533</c:v>
                </c:pt>
                <c:pt idx="1296">
                  <c:v>200.36422994397674</c:v>
                </c:pt>
                <c:pt idx="1297">
                  <c:v>200.12854931116269</c:v>
                </c:pt>
                <c:pt idx="1298">
                  <c:v>199.89286867834869</c:v>
                </c:pt>
                <c:pt idx="1299">
                  <c:v>201.34374783647962</c:v>
                </c:pt>
                <c:pt idx="1300">
                  <c:v>203.15052695425712</c:v>
                </c:pt>
                <c:pt idx="1301">
                  <c:v>204.15233169225289</c:v>
                </c:pt>
                <c:pt idx="1302">
                  <c:v>203.84715637228629</c:v>
                </c:pt>
                <c:pt idx="1303">
                  <c:v>203.77243475788021</c:v>
                </c:pt>
                <c:pt idx="1304">
                  <c:v>204.74006449393829</c:v>
                </c:pt>
                <c:pt idx="1305">
                  <c:v>204.79685733412367</c:v>
                </c:pt>
                <c:pt idx="1306">
                  <c:v>206.16021649132787</c:v>
                </c:pt>
                <c:pt idx="1307">
                  <c:v>205.99803004145406</c:v>
                </c:pt>
                <c:pt idx="1308">
                  <c:v>206.97569989107581</c:v>
                </c:pt>
                <c:pt idx="1309">
                  <c:v>204.7876998679063</c:v>
                </c:pt>
                <c:pt idx="1310">
                  <c:v>202.45662822645531</c:v>
                </c:pt>
                <c:pt idx="1311">
                  <c:v>201.19857993075078</c:v>
                </c:pt>
                <c:pt idx="1312">
                  <c:v>199.94442079991572</c:v>
                </c:pt>
                <c:pt idx="1313">
                  <c:v>201.59756411398618</c:v>
                </c:pt>
                <c:pt idx="1314">
                  <c:v>203.14299686908436</c:v>
                </c:pt>
                <c:pt idx="1315">
                  <c:v>203.39077252881498</c:v>
                </c:pt>
                <c:pt idx="1316">
                  <c:v>203.70656719966615</c:v>
                </c:pt>
                <c:pt idx="1317">
                  <c:v>205.04846699326458</c:v>
                </c:pt>
                <c:pt idx="1318">
                  <c:v>203.36790644600117</c:v>
                </c:pt>
                <c:pt idx="1319">
                  <c:v>205.96377229132767</c:v>
                </c:pt>
                <c:pt idx="1320">
                  <c:v>205.44383783892624</c:v>
                </c:pt>
                <c:pt idx="1321">
                  <c:v>205.7978070075028</c:v>
                </c:pt>
                <c:pt idx="1322">
                  <c:v>203.77610326091303</c:v>
                </c:pt>
                <c:pt idx="1323">
                  <c:v>203.82406962763588</c:v>
                </c:pt>
                <c:pt idx="1324">
                  <c:v>202.76574787675042</c:v>
                </c:pt>
                <c:pt idx="1325">
                  <c:v>202.64035678812354</c:v>
                </c:pt>
                <c:pt idx="1326">
                  <c:v>199.71046408769985</c:v>
                </c:pt>
                <c:pt idx="1327">
                  <c:v>200.42844253841653</c:v>
                </c:pt>
                <c:pt idx="1328">
                  <c:v>200.73643129679928</c:v>
                </c:pt>
                <c:pt idx="1329">
                  <c:v>201.64246879772674</c:v>
                </c:pt>
                <c:pt idx="1330">
                  <c:v>201.31815106343836</c:v>
                </c:pt>
                <c:pt idx="1331">
                  <c:v>203.18464679073563</c:v>
                </c:pt>
                <c:pt idx="1332">
                  <c:v>203.8833449134826</c:v>
                </c:pt>
                <c:pt idx="1333">
                  <c:v>204.12858296209276</c:v>
                </c:pt>
                <c:pt idx="1334">
                  <c:v>203.98341505636392</c:v>
                </c:pt>
                <c:pt idx="1335">
                  <c:v>204.72194264061056</c:v>
                </c:pt>
                <c:pt idx="1336">
                  <c:v>208.02354020472453</c:v>
                </c:pt>
                <c:pt idx="1337">
                  <c:v>208.00243941660321</c:v>
                </c:pt>
                <c:pt idx="1338">
                  <c:v>207.94757736748775</c:v>
                </c:pt>
                <c:pt idx="1339">
                  <c:v>207.34061940329175</c:v>
                </c:pt>
                <c:pt idx="1340">
                  <c:v>205.49933429082179</c:v>
                </c:pt>
                <c:pt idx="1341">
                  <c:v>203.79665239444302</c:v>
                </c:pt>
                <c:pt idx="1342">
                  <c:v>204.00548124002023</c:v>
                </c:pt>
                <c:pt idx="1343">
                  <c:v>210.92176793160147</c:v>
                </c:pt>
                <c:pt idx="1344">
                  <c:v>198.81369438390803</c:v>
                </c:pt>
                <c:pt idx="1345">
                  <c:v>205.16652107582578</c:v>
                </c:pt>
                <c:pt idx="1346">
                  <c:v>207.07599069579365</c:v>
                </c:pt>
                <c:pt idx="1347">
                  <c:v>211.5412208722928</c:v>
                </c:pt>
                <c:pt idx="1348">
                  <c:v>210.98051914558633</c:v>
                </c:pt>
                <c:pt idx="1349">
                  <c:v>210.88814458425514</c:v>
                </c:pt>
                <c:pt idx="1350">
                  <c:v>211.30183036235161</c:v>
                </c:pt>
                <c:pt idx="1351">
                  <c:v>211.86542827566291</c:v>
                </c:pt>
                <c:pt idx="1352">
                  <c:v>212.3670753783592</c:v>
                </c:pt>
                <c:pt idx="1353">
                  <c:v>213.21764401012064</c:v>
                </c:pt>
                <c:pt idx="1354">
                  <c:v>213.31818305940465</c:v>
                </c:pt>
                <c:pt idx="1355">
                  <c:v>213.70803735915223</c:v>
                </c:pt>
                <c:pt idx="1356">
                  <c:v>212.96597918552061</c:v>
                </c:pt>
                <c:pt idx="1357">
                  <c:v>213.32780943202471</c:v>
                </c:pt>
                <c:pt idx="1358">
                  <c:v>215.29291341753606</c:v>
                </c:pt>
                <c:pt idx="1359">
                  <c:v>217.00505619015752</c:v>
                </c:pt>
                <c:pt idx="1360">
                  <c:v>218.57432042360449</c:v>
                </c:pt>
                <c:pt idx="1361">
                  <c:v>217.99384187979612</c:v>
                </c:pt>
                <c:pt idx="1362">
                  <c:v>219.21702560532367</c:v>
                </c:pt>
                <c:pt idx="1363">
                  <c:v>219.12120320279621</c:v>
                </c:pt>
                <c:pt idx="1364">
                  <c:v>220.62542735991627</c:v>
                </c:pt>
                <c:pt idx="1365">
                  <c:v>220.79883998072521</c:v>
                </c:pt>
                <c:pt idx="1366">
                  <c:v>220.65245843489527</c:v>
                </c:pt>
                <c:pt idx="1367">
                  <c:v>220.55255378839141</c:v>
                </c:pt>
                <c:pt idx="1368">
                  <c:v>221.6317556655616</c:v>
                </c:pt>
                <c:pt idx="1369">
                  <c:v>220.45433168839131</c:v>
                </c:pt>
                <c:pt idx="1370">
                  <c:v>220.37867226117976</c:v>
                </c:pt>
                <c:pt idx="1371">
                  <c:v>222.0943180404567</c:v>
                </c:pt>
                <c:pt idx="1372">
                  <c:v>222.49570192116468</c:v>
                </c:pt>
                <c:pt idx="1373">
                  <c:v>222.63827705031395</c:v>
                </c:pt>
                <c:pt idx="1374">
                  <c:v>224.36746594980991</c:v>
                </c:pt>
                <c:pt idx="1375">
                  <c:v>222.32962630642149</c:v>
                </c:pt>
                <c:pt idx="1376">
                  <c:v>222.04671024921825</c:v>
                </c:pt>
                <c:pt idx="1377">
                  <c:v>221.84524599243628</c:v>
                </c:pt>
                <c:pt idx="1378">
                  <c:v>221.07248824079284</c:v>
                </c:pt>
                <c:pt idx="1379">
                  <c:v>220.77161582663925</c:v>
                </c:pt>
                <c:pt idx="1380">
                  <c:v>224.33784209825137</c:v>
                </c:pt>
                <c:pt idx="1381">
                  <c:v>224.40161336901801</c:v>
                </c:pt>
                <c:pt idx="1382">
                  <c:v>224.67622702462063</c:v>
                </c:pt>
                <c:pt idx="1383">
                  <c:v>225.46492759395576</c:v>
                </c:pt>
                <c:pt idx="1384">
                  <c:v>225.81304922386337</c:v>
                </c:pt>
                <c:pt idx="1385">
                  <c:v>223.37032269311149</c:v>
                </c:pt>
                <c:pt idx="1386">
                  <c:v>217.23992313244921</c:v>
                </c:pt>
                <c:pt idx="1387">
                  <c:v>216.78113959150531</c:v>
                </c:pt>
                <c:pt idx="1388">
                  <c:v>219.19446293253512</c:v>
                </c:pt>
                <c:pt idx="1389">
                  <c:v>217.58972730886063</c:v>
                </c:pt>
                <c:pt idx="1390">
                  <c:v>219.85065606901421</c:v>
                </c:pt>
                <c:pt idx="1391">
                  <c:v>219.69346209319264</c:v>
                </c:pt>
                <c:pt idx="1392">
                  <c:v>217.7822823439914</c:v>
                </c:pt>
                <c:pt idx="1393">
                  <c:v>218.19560954660338</c:v>
                </c:pt>
                <c:pt idx="1394">
                  <c:v>221.86676052150113</c:v>
                </c:pt>
                <c:pt idx="1395">
                  <c:v>221.83321992234357</c:v>
                </c:pt>
                <c:pt idx="1396">
                  <c:v>222.8763435892358</c:v>
                </c:pt>
                <c:pt idx="1397">
                  <c:v>223.15890107095467</c:v>
                </c:pt>
                <c:pt idx="1398">
                  <c:v>223.56682205857084</c:v>
                </c:pt>
                <c:pt idx="1399">
                  <c:v>223.65790023161219</c:v>
                </c:pt>
                <c:pt idx="1400">
                  <c:v>225.34568745402305</c:v>
                </c:pt>
                <c:pt idx="1401">
                  <c:v>225.38333787988657</c:v>
                </c:pt>
                <c:pt idx="1402">
                  <c:v>225.58689842411593</c:v>
                </c:pt>
                <c:pt idx="1403">
                  <c:v>226.54967359976962</c:v>
                </c:pt>
                <c:pt idx="1404">
                  <c:v>227.18727597651829</c:v>
                </c:pt>
                <c:pt idx="1405">
                  <c:v>227.72257400929038</c:v>
                </c:pt>
                <c:pt idx="1406">
                  <c:v>227.71043760827948</c:v>
                </c:pt>
                <c:pt idx="1407">
                  <c:v>227.15105985259237</c:v>
                </c:pt>
                <c:pt idx="1408">
                  <c:v>226.73323666506042</c:v>
                </c:pt>
                <c:pt idx="1409">
                  <c:v>223.92743866497381</c:v>
                </c:pt>
                <c:pt idx="1410">
                  <c:v>224.9634735703664</c:v>
                </c:pt>
                <c:pt idx="1411">
                  <c:v>225.96127881257453</c:v>
                </c:pt>
                <c:pt idx="1412">
                  <c:v>224.86312760018942</c:v>
                </c:pt>
                <c:pt idx="1413">
                  <c:v>228.83379943549187</c:v>
                </c:pt>
                <c:pt idx="1414">
                  <c:v>228.63583818536534</c:v>
                </c:pt>
                <c:pt idx="1415">
                  <c:v>228.9057076114818</c:v>
                </c:pt>
                <c:pt idx="1416">
                  <c:v>229.15637945781734</c:v>
                </c:pt>
                <c:pt idx="1417">
                  <c:v>228.79385964307394</c:v>
                </c:pt>
                <c:pt idx="1418">
                  <c:v>229.44638427652021</c:v>
                </c:pt>
                <c:pt idx="1419">
                  <c:v>233.19628394434139</c:v>
                </c:pt>
                <c:pt idx="1420">
                  <c:v>234.25628824173063</c:v>
                </c:pt>
                <c:pt idx="1421">
                  <c:v>234.21610020474657</c:v>
                </c:pt>
                <c:pt idx="1422">
                  <c:v>234.92174917534533</c:v>
                </c:pt>
                <c:pt idx="1423">
                  <c:v>236.75944853297116</c:v>
                </c:pt>
                <c:pt idx="1424">
                  <c:v>236.03051973861506</c:v>
                </c:pt>
                <c:pt idx="1425">
                  <c:v>232.52180345815714</c:v>
                </c:pt>
                <c:pt idx="1426">
                  <c:v>232.42942889682595</c:v>
                </c:pt>
                <c:pt idx="1427">
                  <c:v>227.54951996396593</c:v>
                </c:pt>
                <c:pt idx="1428">
                  <c:v>225.31904253725807</c:v>
                </c:pt>
                <c:pt idx="1429">
                  <c:v>223.55802316783789</c:v>
                </c:pt>
                <c:pt idx="1430">
                  <c:v>225.17108877584261</c:v>
                </c:pt>
                <c:pt idx="1431">
                  <c:v>224.70849881821798</c:v>
                </c:pt>
                <c:pt idx="1432">
                  <c:v>225.10654518864794</c:v>
                </c:pt>
                <c:pt idx="1433">
                  <c:v>224.47200449488162</c:v>
                </c:pt>
                <c:pt idx="1434">
                  <c:v>226.10404702083079</c:v>
                </c:pt>
                <c:pt idx="1435">
                  <c:v>225.68222433751109</c:v>
                </c:pt>
                <c:pt idx="1436">
                  <c:v>224.80299724972605</c:v>
                </c:pt>
                <c:pt idx="1437">
                  <c:v>223.43834170423204</c:v>
                </c:pt>
                <c:pt idx="1438">
                  <c:v>224.04003136708008</c:v>
                </c:pt>
                <c:pt idx="1439">
                  <c:v>223.837353470197</c:v>
                </c:pt>
                <c:pt idx="1440">
                  <c:v>221.27064257002633</c:v>
                </c:pt>
                <c:pt idx="1441">
                  <c:v>220.88795977996702</c:v>
                </c:pt>
                <c:pt idx="1442">
                  <c:v>220.8415656288297</c:v>
                </c:pt>
                <c:pt idx="1443">
                  <c:v>219.01318923379867</c:v>
                </c:pt>
                <c:pt idx="1444">
                  <c:v>220.67573825865261</c:v>
                </c:pt>
                <c:pt idx="1445">
                  <c:v>221.6797220322845</c:v>
                </c:pt>
                <c:pt idx="1446">
                  <c:v>220.5023532205733</c:v>
                </c:pt>
                <c:pt idx="1447">
                  <c:v>218.97669728257708</c:v>
                </c:pt>
                <c:pt idx="1448">
                  <c:v>219.90088421956182</c:v>
                </c:pt>
                <c:pt idx="1449">
                  <c:v>217.30292208678796</c:v>
                </c:pt>
                <c:pt idx="1450">
                  <c:v>219.2182392454248</c:v>
                </c:pt>
                <c:pt idx="1451">
                  <c:v>221.70482231619354</c:v>
                </c:pt>
                <c:pt idx="1452">
                  <c:v>219.39796831130531</c:v>
                </c:pt>
                <c:pt idx="1453">
                  <c:v>219.24496691037851</c:v>
                </c:pt>
                <c:pt idx="1454">
                  <c:v>219.27208073354612</c:v>
                </c:pt>
                <c:pt idx="1455">
                  <c:v>217.00762138400756</c:v>
                </c:pt>
                <c:pt idx="1456">
                  <c:v>214.29284639150322</c:v>
                </c:pt>
                <c:pt idx="1457">
                  <c:v>213.98767107153662</c:v>
                </c:pt>
                <c:pt idx="1458">
                  <c:v>213.32209980700361</c:v>
                </c:pt>
                <c:pt idx="1459">
                  <c:v>213.98234760472957</c:v>
                </c:pt>
                <c:pt idx="1460">
                  <c:v>212.81672903581534</c:v>
                </c:pt>
                <c:pt idx="1461">
                  <c:v>218.22658495191089</c:v>
                </c:pt>
                <c:pt idx="1462">
                  <c:v>220.96483284727969</c:v>
                </c:pt>
                <c:pt idx="1463">
                  <c:v>220.67303515115472</c:v>
                </c:pt>
                <c:pt idx="1464">
                  <c:v>221.30749309673234</c:v>
                </c:pt>
                <c:pt idx="1465">
                  <c:v>218.0242104650531</c:v>
                </c:pt>
                <c:pt idx="1466">
                  <c:v>220.11787755309192</c:v>
                </c:pt>
                <c:pt idx="1467">
                  <c:v>221.34610891813088</c:v>
                </c:pt>
                <c:pt idx="1468">
                  <c:v>222.99464591636311</c:v>
                </c:pt>
                <c:pt idx="1469">
                  <c:v>223.29965573995224</c:v>
                </c:pt>
                <c:pt idx="1470">
                  <c:v>225.53256044686228</c:v>
                </c:pt>
                <c:pt idx="1471">
                  <c:v>225.37605603928</c:v>
                </c:pt>
                <c:pt idx="1472">
                  <c:v>224.82258098772104</c:v>
                </c:pt>
                <c:pt idx="1473">
                  <c:v>224.82696664172269</c:v>
                </c:pt>
                <c:pt idx="1474">
                  <c:v>224.87134725360141</c:v>
                </c:pt>
                <c:pt idx="1475">
                  <c:v>224.21989834660846</c:v>
                </c:pt>
                <c:pt idx="1476">
                  <c:v>226.54556377306366</c:v>
                </c:pt>
                <c:pt idx="1477">
                  <c:v>225.48486990743513</c:v>
                </c:pt>
                <c:pt idx="1478">
                  <c:v>222.54973648839305</c:v>
                </c:pt>
                <c:pt idx="1479">
                  <c:v>221.16439389572128</c:v>
                </c:pt>
                <c:pt idx="1480">
                  <c:v>218.50500502419422</c:v>
                </c:pt>
                <c:pt idx="1481">
                  <c:v>215.26000722115862</c:v>
                </c:pt>
                <c:pt idx="1482">
                  <c:v>216.63522695207803</c:v>
                </c:pt>
                <c:pt idx="1483">
                  <c:v>216.44959518206943</c:v>
                </c:pt>
                <c:pt idx="1484">
                  <c:v>216.44851945561624</c:v>
                </c:pt>
                <c:pt idx="1485">
                  <c:v>217.07351652495123</c:v>
                </c:pt>
                <c:pt idx="1486">
                  <c:v>215.829700917705</c:v>
                </c:pt>
                <c:pt idx="1487">
                  <c:v>215.52871817263312</c:v>
                </c:pt>
                <c:pt idx="1488">
                  <c:v>216.5448659300055</c:v>
                </c:pt>
                <c:pt idx="1489">
                  <c:v>220.5065733781976</c:v>
                </c:pt>
                <c:pt idx="1490">
                  <c:v>218.51896188535682</c:v>
                </c:pt>
                <c:pt idx="1491">
                  <c:v>215.04872351264962</c:v>
                </c:pt>
                <c:pt idx="1492">
                  <c:v>215.69449037735103</c:v>
                </c:pt>
                <c:pt idx="1493">
                  <c:v>215.55486660026583</c:v>
                </c:pt>
                <c:pt idx="1494">
                  <c:v>214.09772616252241</c:v>
                </c:pt>
                <c:pt idx="1495">
                  <c:v>213.43215489798945</c:v>
                </c:pt>
                <c:pt idx="1496">
                  <c:v>210.53900239335343</c:v>
                </c:pt>
                <c:pt idx="1497">
                  <c:v>211.00686065232605</c:v>
                </c:pt>
                <c:pt idx="1498">
                  <c:v>211.62595501753296</c:v>
                </c:pt>
                <c:pt idx="1499">
                  <c:v>212.50512693985891</c:v>
                </c:pt>
                <c:pt idx="1500">
                  <c:v>211.33702592528337</c:v>
                </c:pt>
                <c:pt idx="1501">
                  <c:v>212.58958525780338</c:v>
                </c:pt>
                <c:pt idx="1502">
                  <c:v>209.18289749402626</c:v>
                </c:pt>
                <c:pt idx="1503">
                  <c:v>210.74581769967207</c:v>
                </c:pt>
                <c:pt idx="1504">
                  <c:v>211.06409481618456</c:v>
                </c:pt>
                <c:pt idx="1505">
                  <c:v>210.15408540219894</c:v>
                </c:pt>
                <c:pt idx="1506">
                  <c:v>207.88046858644304</c:v>
                </c:pt>
                <c:pt idx="1507">
                  <c:v>209.35680660396744</c:v>
                </c:pt>
                <c:pt idx="1508">
                  <c:v>211.09879388998411</c:v>
                </c:pt>
                <c:pt idx="1509">
                  <c:v>211.72450811028787</c:v>
                </c:pt>
                <c:pt idx="1510">
                  <c:v>213.76772638594255</c:v>
                </c:pt>
                <c:pt idx="1511">
                  <c:v>213.78259347718097</c:v>
                </c:pt>
                <c:pt idx="1512">
                  <c:v>212.90209758383565</c:v>
                </c:pt>
                <c:pt idx="1513">
                  <c:v>216.75559798392311</c:v>
                </c:pt>
                <c:pt idx="1514">
                  <c:v>215.89355493666039</c:v>
                </c:pt>
                <c:pt idx="1515">
                  <c:v>215.3057118040567</c:v>
                </c:pt>
                <c:pt idx="1516">
                  <c:v>214.75965650675212</c:v>
                </c:pt>
                <c:pt idx="1517">
                  <c:v>213.24704719984265</c:v>
                </c:pt>
                <c:pt idx="1518">
                  <c:v>210.43857367498777</c:v>
                </c:pt>
                <c:pt idx="1519">
                  <c:v>210.10063007229158</c:v>
                </c:pt>
                <c:pt idx="1520">
                  <c:v>210.01206192764116</c:v>
                </c:pt>
                <c:pt idx="1521">
                  <c:v>209.46106932174345</c:v>
                </c:pt>
                <c:pt idx="1522">
                  <c:v>209.62008375771663</c:v>
                </c:pt>
                <c:pt idx="1523">
                  <c:v>209.53879745367274</c:v>
                </c:pt>
                <c:pt idx="1524">
                  <c:v>209.46098657355469</c:v>
                </c:pt>
                <c:pt idx="1525">
                  <c:v>208.90045034322574</c:v>
                </c:pt>
                <c:pt idx="1526">
                  <c:v>207.72846016378074</c:v>
                </c:pt>
                <c:pt idx="1527">
                  <c:v>205.36558563513512</c:v>
                </c:pt>
                <c:pt idx="1528">
                  <c:v>205.77301013361898</c:v>
                </c:pt>
                <c:pt idx="1529">
                  <c:v>205.80144792780604</c:v>
                </c:pt>
                <c:pt idx="1530">
                  <c:v>201.90033973648011</c:v>
                </c:pt>
                <c:pt idx="1531">
                  <c:v>201.59097184161888</c:v>
                </c:pt>
                <c:pt idx="1532">
                  <c:v>201.32615005501373</c:v>
                </c:pt>
                <c:pt idx="1533">
                  <c:v>203.36809952510814</c:v>
                </c:pt>
                <c:pt idx="1534">
                  <c:v>205.05025987068666</c:v>
                </c:pt>
                <c:pt idx="1535">
                  <c:v>205.02954524077933</c:v>
                </c:pt>
                <c:pt idx="1536">
                  <c:v>204.42986911718992</c:v>
                </c:pt>
                <c:pt idx="1537">
                  <c:v>204.394425309692</c:v>
                </c:pt>
                <c:pt idx="1538">
                  <c:v>204.19428502392938</c:v>
                </c:pt>
                <c:pt idx="1539">
                  <c:v>203.64028590050856</c:v>
                </c:pt>
                <c:pt idx="1540">
                  <c:v>204.58096730977638</c:v>
                </c:pt>
                <c:pt idx="1541">
                  <c:v>207.70142908880175</c:v>
                </c:pt>
                <c:pt idx="1542">
                  <c:v>208.10907424912224</c:v>
                </c:pt>
                <c:pt idx="1543">
                  <c:v>210.58878922022797</c:v>
                </c:pt>
                <c:pt idx="1544">
                  <c:v>212.12638848012816</c:v>
                </c:pt>
                <c:pt idx="1545">
                  <c:v>215.10220642528654</c:v>
                </c:pt>
                <c:pt idx="1546">
                  <c:v>215.19270536100689</c:v>
                </c:pt>
                <c:pt idx="1547">
                  <c:v>213.18277943994372</c:v>
                </c:pt>
                <c:pt idx="1548">
                  <c:v>214.0597171611744</c:v>
                </c:pt>
                <c:pt idx="1549">
                  <c:v>213.5314803071723</c:v>
                </c:pt>
              </c:numCache>
            </c:numRef>
          </c:val>
          <c:smooth val="0"/>
          <c:extLst>
            <c:ext xmlns:c16="http://schemas.microsoft.com/office/drawing/2014/chart" uri="{C3380CC4-5D6E-409C-BE32-E72D297353CC}">
              <c16:uniqueId val="{00000003-C9F5-7A4A-B402-9C2ABB2F5BCB}"/>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350"/>
          <c:min val="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'Capital Markets Data'!$BD$6</c:f>
              <c:strCache>
                <c:ptCount val="1"/>
                <c:pt idx="0">
                  <c:v>2015</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Data'!$BE$6:$BH$6</c:f>
              <c:numCache>
                <c:formatCode>0%</c:formatCode>
                <c:ptCount val="4"/>
                <c:pt idx="0">
                  <c:v>-4.0759295026557174E-2</c:v>
                </c:pt>
                <c:pt idx="1">
                  <c:v>6.1688183035749855E-2</c:v>
                </c:pt>
                <c:pt idx="2">
                  <c:v>5.8848869659680503E-2</c:v>
                </c:pt>
                <c:pt idx="3">
                  <c:v>-5.0531599699573326E-2</c:v>
                </c:pt>
              </c:numCache>
            </c:numRef>
          </c:val>
          <c:extLst>
            <c:ext xmlns:c16="http://schemas.microsoft.com/office/drawing/2014/chart" uri="{C3380CC4-5D6E-409C-BE32-E72D297353CC}">
              <c16:uniqueId val="{00000000-E7D5-4445-BFD2-55486DB721AE}"/>
            </c:ext>
          </c:extLst>
        </c:ser>
        <c:ser>
          <c:idx val="1"/>
          <c:order val="1"/>
          <c:tx>
            <c:strRef>
              <c:f>'Capital Markets Data'!$BD$7</c:f>
              <c:strCache>
                <c:ptCount val="1"/>
                <c:pt idx="0">
                  <c:v>2016</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Data'!$BE$7:$BH$7</c:f>
              <c:numCache>
                <c:formatCode>0%</c:formatCode>
                <c:ptCount val="4"/>
                <c:pt idx="0">
                  <c:v>2.795358649789037E-2</c:v>
                </c:pt>
                <c:pt idx="1">
                  <c:v>5.9894612069761433E-2</c:v>
                </c:pt>
                <c:pt idx="2">
                  <c:v>1.124804296297599E-2</c:v>
                </c:pt>
                <c:pt idx="3">
                  <c:v>1.7796023837100217E-2</c:v>
                </c:pt>
              </c:numCache>
            </c:numRef>
          </c:val>
          <c:extLst>
            <c:ext xmlns:c16="http://schemas.microsoft.com/office/drawing/2014/chart" uri="{C3380CC4-5D6E-409C-BE32-E72D297353CC}">
              <c16:uniqueId val="{0000000A-6D13-524C-AB1F-1B0A96B83629}"/>
            </c:ext>
          </c:extLst>
        </c:ser>
        <c:ser>
          <c:idx val="2"/>
          <c:order val="2"/>
          <c:tx>
            <c:strRef>
              <c:f>'Capital Markets Data'!$BD$8</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Data'!$BE$8:$BH$8</c:f>
              <c:numCache>
                <c:formatCode>0%</c:formatCode>
                <c:ptCount val="4"/>
                <c:pt idx="0">
                  <c:v>0.27120956059874457</c:v>
                </c:pt>
                <c:pt idx="1">
                  <c:v>0.67486923442700908</c:v>
                </c:pt>
                <c:pt idx="2">
                  <c:v>0.70317475182618461</c:v>
                </c:pt>
                <c:pt idx="3">
                  <c:v>0.23807001599534683</c:v>
                </c:pt>
              </c:numCache>
            </c:numRef>
          </c:val>
          <c:extLst>
            <c:ext xmlns:c16="http://schemas.microsoft.com/office/drawing/2014/chart" uri="{C3380CC4-5D6E-409C-BE32-E72D297353CC}">
              <c16:uniqueId val="{0000000B-6D13-524C-AB1F-1B0A96B83629}"/>
            </c:ext>
          </c:extLst>
        </c:ser>
        <c:ser>
          <c:idx val="3"/>
          <c:order val="3"/>
          <c:tx>
            <c:strRef>
              <c:f>'Capital Markets Data'!$BD$9</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Data'!$BE$9:$BH$9</c:f>
              <c:numCache>
                <c:formatCode>0%</c:formatCode>
                <c:ptCount val="4"/>
                <c:pt idx="0">
                  <c:v>4.0917824168347661E-2</c:v>
                </c:pt>
                <c:pt idx="1">
                  <c:v>-0.15321319955660406</c:v>
                </c:pt>
                <c:pt idx="2">
                  <c:v>-0.29735574827856703</c:v>
                </c:pt>
                <c:pt idx="3">
                  <c:v>6.6707972584306274E-2</c:v>
                </c:pt>
              </c:numCache>
            </c:numRef>
          </c:val>
          <c:extLst>
            <c:ext xmlns:c16="http://schemas.microsoft.com/office/drawing/2014/chart" uri="{C3380CC4-5D6E-409C-BE32-E72D297353CC}">
              <c16:uniqueId val="{0000000C-6D13-524C-AB1F-1B0A96B83629}"/>
            </c:ext>
          </c:extLst>
        </c:ser>
        <c:ser>
          <c:idx val="4"/>
          <c:order val="4"/>
          <c:tx>
            <c:strRef>
              <c:f>'Capital Markets Data'!$BD$10</c:f>
              <c:strCache>
                <c:ptCount val="1"/>
                <c:pt idx="0">
                  <c:v>2019</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Data'!$BE$10:$BH$10</c:f>
              <c:numCache>
                <c:formatCode>0%</c:formatCode>
                <c:ptCount val="4"/>
                <c:pt idx="0">
                  <c:v>0.11533808122748646</c:v>
                </c:pt>
                <c:pt idx="1">
                  <c:v>-4.4205996590940821E-2</c:v>
                </c:pt>
                <c:pt idx="2">
                  <c:v>-9.9095969304645259E-2</c:v>
                </c:pt>
                <c:pt idx="3">
                  <c:v>0.1378907541862997</c:v>
                </c:pt>
              </c:numCache>
            </c:numRef>
          </c:val>
          <c:extLst>
            <c:ext xmlns:c16="http://schemas.microsoft.com/office/drawing/2014/chart" uri="{C3380CC4-5D6E-409C-BE32-E72D297353CC}">
              <c16:uniqueId val="{0000000D-6D13-524C-AB1F-1B0A96B83629}"/>
            </c:ext>
          </c:extLst>
        </c:ser>
        <c:ser>
          <c:idx val="5"/>
          <c:order val="5"/>
          <c:tx>
            <c:strRef>
              <c:f>'Capital Markets Data'!$BD$11</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Data'!$BE$11:$BH$11</c:f>
              <c:numCache>
                <c:formatCode>0%</c:formatCode>
                <c:ptCount val="4"/>
                <c:pt idx="0">
                  <c:v>0.14769136055817778</c:v>
                </c:pt>
                <c:pt idx="1">
                  <c:v>0.21578463826870631</c:v>
                </c:pt>
                <c:pt idx="2">
                  <c:v>0.20615363670399245</c:v>
                </c:pt>
                <c:pt idx="3">
                  <c:v>0.15603803029195262</c:v>
                </c:pt>
              </c:numCache>
            </c:numRef>
          </c:val>
          <c:extLst>
            <c:ext xmlns:c16="http://schemas.microsoft.com/office/drawing/2014/chart" uri="{C3380CC4-5D6E-409C-BE32-E72D297353CC}">
              <c16:uniqueId val="{0000000E-6D13-524C-AB1F-1B0A96B83629}"/>
            </c:ext>
          </c:extLst>
        </c:ser>
        <c:ser>
          <c:idx val="6"/>
          <c:order val="6"/>
          <c:tx>
            <c:strRef>
              <c:f>'Capital Markets Data'!$BD$12</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Data'!$BE$12:$BH$12</c:f>
              <c:numCache>
                <c:formatCode>0%</c:formatCode>
                <c:ptCount val="4"/>
                <c:pt idx="0">
                  <c:v>0.23793915183507508</c:v>
                </c:pt>
                <c:pt idx="1">
                  <c:v>0.44341056235020226</c:v>
                </c:pt>
                <c:pt idx="2">
                  <c:v>0.57453188744377415</c:v>
                </c:pt>
                <c:pt idx="3">
                  <c:v>0.21694299732310984</c:v>
                </c:pt>
              </c:numCache>
            </c:numRef>
          </c:val>
          <c:extLst>
            <c:ext xmlns:c16="http://schemas.microsoft.com/office/drawing/2014/chart" uri="{C3380CC4-5D6E-409C-BE32-E72D297353CC}">
              <c16:uniqueId val="{0000000F-6D13-524C-AB1F-1B0A96B83629}"/>
            </c:ext>
          </c:extLst>
        </c:ser>
        <c:ser>
          <c:idx val="7"/>
          <c:order val="7"/>
          <c:tx>
            <c:strRef>
              <c:f>'Capital Markets Data'!$BD$13</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Data'!$BE$13:$BH$13</c:f>
              <c:numCache>
                <c:formatCode>0%</c:formatCode>
                <c:ptCount val="4"/>
                <c:pt idx="0">
                  <c:v>2.7210266826281915E-2</c:v>
                </c:pt>
                <c:pt idx="1">
                  <c:v>2.3421462907626367E-2</c:v>
                </c:pt>
                <c:pt idx="2">
                  <c:v>-0.14775648183422452</c:v>
                </c:pt>
                <c:pt idx="3">
                  <c:v>2.8006587002194161E-2</c:v>
                </c:pt>
              </c:numCache>
            </c:numRef>
          </c:val>
          <c:extLst>
            <c:ext xmlns:c16="http://schemas.microsoft.com/office/drawing/2014/chart" uri="{C3380CC4-5D6E-409C-BE32-E72D297353CC}">
              <c16:uniqueId val="{00000010-6D13-524C-AB1F-1B0A96B83629}"/>
            </c:ext>
          </c:extLst>
        </c:ser>
        <c:ser>
          <c:idx val="8"/>
          <c:order val="8"/>
          <c:tx>
            <c:strRef>
              <c:f>'Capital Markets Data'!$BD$14</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Data'!$BE$14:$BH$14</c:f>
              <c:numCache>
                <c:formatCode>0%</c:formatCode>
                <c:ptCount val="4"/>
                <c:pt idx="0">
                  <c:v>0.19420028630385033</c:v>
                </c:pt>
                <c:pt idx="1">
                  <c:v>0.45287221441840786</c:v>
                </c:pt>
                <c:pt idx="2">
                  <c:v>0.54549119261935375</c:v>
                </c:pt>
                <c:pt idx="3">
                  <c:v>0.18101798348444498</c:v>
                </c:pt>
              </c:numCache>
            </c:numRef>
          </c:val>
          <c:extLst>
            <c:ext xmlns:c16="http://schemas.microsoft.com/office/drawing/2014/chart" uri="{C3380CC4-5D6E-409C-BE32-E72D297353CC}">
              <c16:uniqueId val="{00000011-6D13-524C-AB1F-1B0A96B83629}"/>
            </c:ext>
          </c:extLst>
        </c:ser>
        <c:ser>
          <c:idx val="9"/>
          <c:order val="9"/>
          <c:tx>
            <c:strRef>
              <c:f>'Capital Markets Data'!$BD$15</c:f>
              <c:strCache>
                <c:ptCount val="1"/>
                <c:pt idx="0">
                  <c:v>2024</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Data'!$BE$15:$BH$15</c:f>
              <c:numCache>
                <c:formatCode>0%</c:formatCode>
                <c:ptCount val="4"/>
                <c:pt idx="0">
                  <c:v>8.752224966539246E-2</c:v>
                </c:pt>
                <c:pt idx="1">
                  <c:v>0.23082492960883272</c:v>
                </c:pt>
                <c:pt idx="2">
                  <c:v>0.23269911533485277</c:v>
                </c:pt>
                <c:pt idx="3">
                  <c:v>8.1180469211148854E-2</c:v>
                </c:pt>
              </c:numCache>
            </c:numRef>
          </c:val>
          <c:extLst>
            <c:ext xmlns:c16="http://schemas.microsoft.com/office/drawing/2014/chart" uri="{C3380CC4-5D6E-409C-BE32-E72D297353CC}">
              <c16:uniqueId val="{00000012-6D13-524C-AB1F-1B0A96B83629}"/>
            </c:ext>
          </c:extLst>
        </c:ser>
        <c:ser>
          <c:idx val="10"/>
          <c:order val="10"/>
          <c:tx>
            <c:strRef>
              <c:f>'Capital Markets Data'!$BD$16</c:f>
              <c:strCache>
                <c:ptCount val="1"/>
                <c:pt idx="0">
                  <c:v>2025-YTD</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'Capital Markets Data'!$BE$3:$BH$5</c:f>
              <c:strCache>
                <c:ptCount val="4"/>
                <c:pt idx="0">
                  <c:v>Nifty 50</c:v>
                </c:pt>
                <c:pt idx="1">
                  <c:v>NIFTY MIDCAP 100</c:v>
                </c:pt>
                <c:pt idx="2">
                  <c:v>NIFTY SMALLCAP 100</c:v>
                </c:pt>
                <c:pt idx="3">
                  <c:v>BSE SENSEX</c:v>
                </c:pt>
              </c:strCache>
            </c:strRef>
          </c:cat>
          <c:val>
            <c:numRef>
              <c:f>'Capital Markets Data'!$BE$16:$BH$16</c:f>
              <c:numCache>
                <c:formatCode>0%</c:formatCode>
                <c:ptCount val="4"/>
                <c:pt idx="0">
                  <c:v>-9.4154463018419898E-3</c:v>
                </c:pt>
                <c:pt idx="1">
                  <c:v>-0.10058415098806117</c:v>
                </c:pt>
                <c:pt idx="2">
                  <c:v>-0.15106172006033813</c:v>
                </c:pt>
                <c:pt idx="3">
                  <c:v>-1.3915756487190234E-2</c:v>
                </c:pt>
              </c:numCache>
            </c:numRef>
          </c:val>
          <c:extLst>
            <c:ext xmlns:c16="http://schemas.microsoft.com/office/drawing/2014/chart" uri="{C3380CC4-5D6E-409C-BE32-E72D297353CC}">
              <c16:uniqueId val="{00000013-6D13-524C-AB1F-1B0A96B83629}"/>
            </c:ext>
          </c:extLst>
        </c:ser>
        <c:ser>
          <c:idx val="11"/>
          <c:order val="11"/>
          <c:tx>
            <c:strRef>
              <c:f>'Capital Markets Data'!$BD$17</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dLbl>
              <c:idx val="1"/>
              <c:layout>
                <c:manualLayout>
                  <c:x val="7.3272838047411561E-3"/>
                  <c:y val="-1.07172317474784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6D13-524C-AB1F-1B0A96B83629}"/>
                </c:ext>
              </c:extLst>
            </c:dLbl>
            <c:dLbl>
              <c:idx val="2"/>
              <c:layout>
                <c:manualLayout>
                  <c:x val="0"/>
                  <c:y val="-4.82275428636527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6D13-524C-AB1F-1B0A96B83629}"/>
                </c:ext>
              </c:extLst>
            </c:dLbl>
            <c:dLbl>
              <c:idx val="3"/>
              <c:layout>
                <c:manualLayout>
                  <c:x val="-1.4654567609482312E-2"/>
                  <c:y val="-3.86631677007287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253-CA4C-BA0B-9EB345F20E5A}"/>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'Capital Markets Data'!$BE$3:$BH$5</c:f>
              <c:strCache>
                <c:ptCount val="4"/>
                <c:pt idx="0">
                  <c:v>Nifty 50</c:v>
                </c:pt>
                <c:pt idx="1">
                  <c:v>NIFTY MIDCAP 100</c:v>
                </c:pt>
                <c:pt idx="2">
                  <c:v>NIFTY SMALLCAP 100</c:v>
                </c:pt>
                <c:pt idx="3">
                  <c:v>BSE SENSEX</c:v>
                </c:pt>
              </c:strCache>
            </c:strRef>
          </c:cat>
          <c:val>
            <c:numRef>
              <c:f>'Capital Markets Data'!$BE$17:$BH$17</c:f>
              <c:numCache>
                <c:formatCode>0%</c:formatCode>
                <c:ptCount val="4"/>
                <c:pt idx="0">
                  <c:v>9.9982511486622502E-2</c:v>
                </c:pt>
                <c:pt idx="1">
                  <c:v>0.16952386272278999</c:v>
                </c:pt>
                <c:pt idx="2">
                  <c:v>0.14880705246118539</c:v>
                </c:pt>
                <c:pt idx="3">
                  <c:v>9.6291225248103629E-2</c:v>
                </c:pt>
              </c:numCache>
            </c:numRef>
          </c:val>
          <c:extLst>
            <c:ext xmlns:c16="http://schemas.microsoft.com/office/drawing/2014/chart" uri="{C3380CC4-5D6E-409C-BE32-E72D297353CC}">
              <c16:uniqueId val="{00000014-6D13-524C-AB1F-1B0A96B83629}"/>
            </c:ext>
          </c:extLst>
        </c:ser>
        <c:dLbls>
          <c:showLegendKey val="0"/>
          <c:showVal val="0"/>
          <c:showCatName val="0"/>
          <c:showSerName val="0"/>
          <c:showPercent val="0"/>
          <c:showBubbleSize val="0"/>
        </c:dLbls>
        <c:gapWidth val="182"/>
        <c:axId val="1980692576"/>
        <c:axId val="589890960"/>
      </c:barChart>
      <c:catAx>
        <c:axId val="1980692576"/>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0"/>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589890960"/>
        <c:crosses val="autoZero"/>
        <c:auto val="1"/>
        <c:lblAlgn val="ctr"/>
        <c:lblOffset val="100"/>
        <c:noMultiLvlLbl val="0"/>
      </c:catAx>
      <c:valAx>
        <c:axId val="589890960"/>
        <c:scaling>
          <c:orientation val="minMax"/>
          <c:max val="0.7"/>
          <c:min val="-0.3"/>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80692576"/>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'Capital Markets Data'!$CB$6</c:f>
              <c:strCache>
                <c:ptCount val="1"/>
                <c:pt idx="0">
                  <c:v>2019</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Data'!$CC$6:$CF$6</c:f>
              <c:numCache>
                <c:formatCode>0%</c:formatCode>
                <c:ptCount val="4"/>
                <c:pt idx="0">
                  <c:v>0.11533808122748646</c:v>
                </c:pt>
                <c:pt idx="1">
                  <c:v>-4.4205996590940821E-2</c:v>
                </c:pt>
                <c:pt idx="2">
                  <c:v>-9.9095969304645259E-2</c:v>
                </c:pt>
                <c:pt idx="3">
                  <c:v>0.1378907541862997</c:v>
                </c:pt>
              </c:numCache>
            </c:numRef>
          </c:val>
          <c:extLst>
            <c:ext xmlns:c16="http://schemas.microsoft.com/office/drawing/2014/chart" uri="{C3380CC4-5D6E-409C-BE32-E72D297353CC}">
              <c16:uniqueId val="{00000000-2209-9E4D-A5BB-CF09257BB6CC}"/>
            </c:ext>
          </c:extLst>
        </c:ser>
        <c:ser>
          <c:idx val="1"/>
          <c:order val="1"/>
          <c:tx>
            <c:strRef>
              <c:f>'Capital Markets Data'!$CB$7</c:f>
              <c:strCache>
                <c:ptCount val="1"/>
                <c:pt idx="0">
                  <c:v>2020</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Data'!$CC$7:$CF$7</c:f>
              <c:numCache>
                <c:formatCode>0%</c:formatCode>
                <c:ptCount val="4"/>
                <c:pt idx="0">
                  <c:v>0.14769136055817778</c:v>
                </c:pt>
                <c:pt idx="1">
                  <c:v>0.21578463826870631</c:v>
                </c:pt>
                <c:pt idx="2">
                  <c:v>0.20615363670399245</c:v>
                </c:pt>
                <c:pt idx="3">
                  <c:v>0.15603803029195262</c:v>
                </c:pt>
              </c:numCache>
            </c:numRef>
          </c:val>
          <c:extLst>
            <c:ext xmlns:c16="http://schemas.microsoft.com/office/drawing/2014/chart" uri="{C3380CC4-5D6E-409C-BE32-E72D297353CC}">
              <c16:uniqueId val="{00000001-2209-9E4D-A5BB-CF09257BB6CC}"/>
            </c:ext>
          </c:extLst>
        </c:ser>
        <c:ser>
          <c:idx val="2"/>
          <c:order val="2"/>
          <c:tx>
            <c:strRef>
              <c:f>'Capital Markets Data'!$CB$8</c:f>
              <c:strCache>
                <c:ptCount val="1"/>
                <c:pt idx="0">
                  <c:v>2021</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Data'!$CC$8:$CF$8</c:f>
              <c:numCache>
                <c:formatCode>0%</c:formatCode>
                <c:ptCount val="4"/>
                <c:pt idx="0">
                  <c:v>0.23793915183507508</c:v>
                </c:pt>
                <c:pt idx="1">
                  <c:v>0.44341056235020226</c:v>
                </c:pt>
                <c:pt idx="2">
                  <c:v>0.57453188744377415</c:v>
                </c:pt>
                <c:pt idx="3">
                  <c:v>0.21694299732310984</c:v>
                </c:pt>
              </c:numCache>
            </c:numRef>
          </c:val>
          <c:extLst>
            <c:ext xmlns:c16="http://schemas.microsoft.com/office/drawing/2014/chart" uri="{C3380CC4-5D6E-409C-BE32-E72D297353CC}">
              <c16:uniqueId val="{00000002-2209-9E4D-A5BB-CF09257BB6CC}"/>
            </c:ext>
          </c:extLst>
        </c:ser>
        <c:ser>
          <c:idx val="3"/>
          <c:order val="3"/>
          <c:tx>
            <c:strRef>
              <c:f>'Capital Markets Data'!$CB$9</c:f>
              <c:strCache>
                <c:ptCount val="1"/>
                <c:pt idx="0">
                  <c:v>2022</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Data'!$CC$9:$CF$9</c:f>
              <c:numCache>
                <c:formatCode>0%</c:formatCode>
                <c:ptCount val="4"/>
                <c:pt idx="0">
                  <c:v>2.7210266826281915E-2</c:v>
                </c:pt>
                <c:pt idx="1">
                  <c:v>2.3421462907626367E-2</c:v>
                </c:pt>
                <c:pt idx="2">
                  <c:v>-0.14775648183422452</c:v>
                </c:pt>
                <c:pt idx="3">
                  <c:v>2.8006587002194161E-2</c:v>
                </c:pt>
              </c:numCache>
            </c:numRef>
          </c:val>
          <c:extLst>
            <c:ext xmlns:c16="http://schemas.microsoft.com/office/drawing/2014/chart" uri="{C3380CC4-5D6E-409C-BE32-E72D297353CC}">
              <c16:uniqueId val="{00000003-2209-9E4D-A5BB-CF09257BB6CC}"/>
            </c:ext>
          </c:extLst>
        </c:ser>
        <c:ser>
          <c:idx val="4"/>
          <c:order val="4"/>
          <c:tx>
            <c:strRef>
              <c:f>'Capital Markets Data'!$CB$10</c:f>
              <c:strCache>
                <c:ptCount val="1"/>
                <c:pt idx="0">
                  <c:v>2023</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Data'!$CC$10:$CF$10</c:f>
              <c:numCache>
                <c:formatCode>0%</c:formatCode>
                <c:ptCount val="4"/>
                <c:pt idx="0">
                  <c:v>0.19420028630385033</c:v>
                </c:pt>
                <c:pt idx="1">
                  <c:v>0.45287221441840786</c:v>
                </c:pt>
                <c:pt idx="2">
                  <c:v>0.54549119261935375</c:v>
                </c:pt>
                <c:pt idx="3">
                  <c:v>0.18101798348444498</c:v>
                </c:pt>
              </c:numCache>
            </c:numRef>
          </c:val>
          <c:extLst>
            <c:ext xmlns:c16="http://schemas.microsoft.com/office/drawing/2014/chart" uri="{C3380CC4-5D6E-409C-BE32-E72D297353CC}">
              <c16:uniqueId val="{00000004-2209-9E4D-A5BB-CF09257BB6CC}"/>
            </c:ext>
          </c:extLst>
        </c:ser>
        <c:ser>
          <c:idx val="5"/>
          <c:order val="5"/>
          <c:tx>
            <c:strRef>
              <c:f>'Capital Markets Data'!$CB$11</c:f>
              <c:strCache>
                <c:ptCount val="1"/>
                <c:pt idx="0">
                  <c:v>2024</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Data'!$CC$11:$CF$11</c:f>
              <c:numCache>
                <c:formatCode>0%</c:formatCode>
                <c:ptCount val="4"/>
                <c:pt idx="0">
                  <c:v>8.752224966539246E-2</c:v>
                </c:pt>
                <c:pt idx="1">
                  <c:v>0.23082492960883272</c:v>
                </c:pt>
                <c:pt idx="2">
                  <c:v>0.23269911533485277</c:v>
                </c:pt>
                <c:pt idx="3">
                  <c:v>8.1180469211148854E-2</c:v>
                </c:pt>
              </c:numCache>
            </c:numRef>
          </c:val>
          <c:extLst>
            <c:ext xmlns:c16="http://schemas.microsoft.com/office/drawing/2014/chart" uri="{C3380CC4-5D6E-409C-BE32-E72D297353CC}">
              <c16:uniqueId val="{00000005-2209-9E4D-A5BB-CF09257BB6CC}"/>
            </c:ext>
          </c:extLst>
        </c:ser>
        <c:ser>
          <c:idx val="6"/>
          <c:order val="6"/>
          <c:tx>
            <c:strRef>
              <c:f>'Capital Markets Data'!$CB$12</c:f>
              <c:strCache>
                <c:ptCount val="1"/>
                <c:pt idx="0">
                  <c:v>2025-YTD</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'Capital Markets Data'!$CC$3:$CF$5</c:f>
              <c:strCache>
                <c:ptCount val="4"/>
                <c:pt idx="0">
                  <c:v>Nifty 50</c:v>
                </c:pt>
                <c:pt idx="1">
                  <c:v>NIFTY MIDCAP 100</c:v>
                </c:pt>
                <c:pt idx="2">
                  <c:v>NIFTY SMALLCAP 100</c:v>
                </c:pt>
                <c:pt idx="3">
                  <c:v>BSE SENSEX</c:v>
                </c:pt>
              </c:strCache>
            </c:strRef>
          </c:cat>
          <c:val>
            <c:numRef>
              <c:f>'Capital Markets Data'!$CC$12:$CF$12</c:f>
              <c:numCache>
                <c:formatCode>0%</c:formatCode>
                <c:ptCount val="4"/>
                <c:pt idx="0">
                  <c:v>-9.4154463018419898E-3</c:v>
                </c:pt>
                <c:pt idx="1">
                  <c:v>-0.10058415098806117</c:v>
                </c:pt>
                <c:pt idx="2">
                  <c:v>-0.15106172006033813</c:v>
                </c:pt>
                <c:pt idx="3">
                  <c:v>-1.3915756487190234E-2</c:v>
                </c:pt>
              </c:numCache>
            </c:numRef>
          </c:val>
          <c:extLst>
            <c:ext xmlns:c16="http://schemas.microsoft.com/office/drawing/2014/chart" uri="{C3380CC4-5D6E-409C-BE32-E72D297353CC}">
              <c16:uniqueId val="{00000006-2209-9E4D-A5BB-CF09257BB6CC}"/>
            </c:ext>
          </c:extLst>
        </c:ser>
        <c:ser>
          <c:idx val="7"/>
          <c:order val="7"/>
          <c:tx>
            <c:strRef>
              <c:f>'Capital Markets Data'!$CB$13</c:f>
              <c:strCache>
                <c:ptCount val="1"/>
                <c:pt idx="0">
                  <c:v>Average</c:v>
                </c:pt>
              </c:strCache>
            </c:strRef>
          </c:tx>
          <c:spPr>
            <a:solidFill>
              <a:srgbClr val="00B0F0"/>
            </a:solidFill>
            <a:ln>
              <a:noFill/>
            </a:ln>
            <a:effectLst>
              <a:outerShdw blurRad="50800" dist="38100" dir="2700000" algn="tl" rotWithShape="0">
                <a:prstClr val="black">
                  <a:alpha val="40000"/>
                </a:prstClr>
              </a:outerShdw>
            </a:effectLst>
          </c:spPr>
          <c:invertIfNegative val="0"/>
          <c:dLbls>
            <c:dLbl>
              <c:idx val="0"/>
              <c:layout>
                <c:manualLayout>
                  <c:x val="-2.6587074913345277E-2"/>
                  <c:y val="-0.1018137016010447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209-9E4D-A5BB-CF09257BB6CC}"/>
                </c:ext>
              </c:extLst>
            </c:dLbl>
            <c:dLbl>
              <c:idx val="1"/>
              <c:layout>
                <c:manualLayout>
                  <c:x val="-5.3174149826690553E-2"/>
                  <c:y val="-0.225061866697046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209-9E4D-A5BB-CF09257BB6CC}"/>
                </c:ext>
              </c:extLst>
            </c:dLbl>
            <c:dLbl>
              <c:idx val="2"/>
              <c:layout>
                <c:manualLayout>
                  <c:x val="3.7981535590493254E-3"/>
                  <c:y val="-8.5737853979827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209-9E4D-A5BB-CF09257BB6CC}"/>
                </c:ext>
              </c:extLst>
            </c:dLbl>
            <c:dLbl>
              <c:idx val="3"/>
              <c:layout>
                <c:manualLayout>
                  <c:x val="-3.0385228472394603E-2"/>
                  <c:y val="-6.0756406386859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4C-D046-B1BC-FEED422054E0}"/>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F0"/>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'Capital Markets Data'!$CC$3:$CF$5</c:f>
              <c:strCache>
                <c:ptCount val="4"/>
                <c:pt idx="0">
                  <c:v>Nifty 50</c:v>
                </c:pt>
                <c:pt idx="1">
                  <c:v>NIFTY MIDCAP 100</c:v>
                </c:pt>
                <c:pt idx="2">
                  <c:v>NIFTY SMALLCAP 100</c:v>
                </c:pt>
                <c:pt idx="3">
                  <c:v>BSE SENSEX</c:v>
                </c:pt>
              </c:strCache>
            </c:strRef>
          </c:cat>
          <c:val>
            <c:numRef>
              <c:f>'Capital Markets Data'!$CC$13:$CF$13</c:f>
              <c:numCache>
                <c:formatCode>0.0%</c:formatCode>
                <c:ptCount val="4"/>
                <c:pt idx="0">
                  <c:v>0.11435513573063172</c:v>
                </c:pt>
                <c:pt idx="1">
                  <c:v>0.1745033799963962</c:v>
                </c:pt>
                <c:pt idx="2">
                  <c:v>0.1658516658432522</c:v>
                </c:pt>
                <c:pt idx="3">
                  <c:v>0.11245158071599427</c:v>
                </c:pt>
              </c:numCache>
            </c:numRef>
          </c:val>
          <c:extLst>
            <c:ext xmlns:c16="http://schemas.microsoft.com/office/drawing/2014/chart" uri="{C3380CC4-5D6E-409C-BE32-E72D297353CC}">
              <c16:uniqueId val="{00000007-2209-9E4D-A5BB-CF09257BB6CC}"/>
            </c:ext>
          </c:extLst>
        </c:ser>
        <c:dLbls>
          <c:showLegendKey val="0"/>
          <c:showVal val="0"/>
          <c:showCatName val="0"/>
          <c:showSerName val="0"/>
          <c:showPercent val="0"/>
          <c:showBubbleSize val="0"/>
        </c:dLbls>
        <c:gapWidth val="219"/>
        <c:overlap val="-27"/>
        <c:axId val="871993647"/>
        <c:axId val="871995359"/>
      </c:barChart>
      <c:catAx>
        <c:axId val="871993647"/>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71995359"/>
        <c:crosses val="autoZero"/>
        <c:auto val="1"/>
        <c:lblAlgn val="ctr"/>
        <c:lblOffset val="100"/>
        <c:noMultiLvlLbl val="0"/>
      </c:catAx>
      <c:valAx>
        <c:axId val="87199535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719936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'Sectoral Data'!$BC$4</c:f>
              <c:strCache>
                <c:ptCount val="1"/>
                <c:pt idx="0">
                  <c:v>NIFTY IT</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'Sectoral Data'!$BB$5:$BB$2543</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'Sectoral Data'!$BC$5:$BC$2543</c:f>
              <c:numCache>
                <c:formatCode>_(* #,##0_);_(* \(#,##0\);_(* "-"??_);_(@_)</c:formatCode>
                <c:ptCount val="2539"/>
                <c:pt idx="0">
                  <c:v>100</c:v>
                </c:pt>
                <c:pt idx="1">
                  <c:v>101.39447381795162</c:v>
                </c:pt>
                <c:pt idx="2">
                  <c:v>100.29289299820785</c:v>
                </c:pt>
                <c:pt idx="3">
                  <c:v>97.719268525370666</c:v>
                </c:pt>
                <c:pt idx="4">
                  <c:v>97.327852920459705</c:v>
                </c:pt>
                <c:pt idx="5">
                  <c:v>98.238629777900613</c:v>
                </c:pt>
                <c:pt idx="6">
                  <c:v>101.64011162923401</c:v>
                </c:pt>
                <c:pt idx="7">
                  <c:v>102.92402614192603</c:v>
                </c:pt>
                <c:pt idx="8">
                  <c:v>102.55980455967972</c:v>
                </c:pt>
                <c:pt idx="9">
                  <c:v>103.55394669971557</c:v>
                </c:pt>
                <c:pt idx="10">
                  <c:v>104.04923455513253</c:v>
                </c:pt>
                <c:pt idx="11">
                  <c:v>103.95784480683328</c:v>
                </c:pt>
                <c:pt idx="12">
                  <c:v>103.8076089767023</c:v>
                </c:pt>
                <c:pt idx="13">
                  <c:v>104.2734737912034</c:v>
                </c:pt>
                <c:pt idx="14">
                  <c:v>105.33181165687384</c:v>
                </c:pt>
                <c:pt idx="15">
                  <c:v>105.66304376900237</c:v>
                </c:pt>
                <c:pt idx="16">
                  <c:v>105.96886507306719</c:v>
                </c:pt>
                <c:pt idx="17">
                  <c:v>104.25965387804594</c:v>
                </c:pt>
                <c:pt idx="18">
                  <c:v>105.29480995390388</c:v>
                </c:pt>
                <c:pt idx="19">
                  <c:v>105.42498461977405</c:v>
                </c:pt>
                <c:pt idx="20">
                  <c:v>105.43033426357695</c:v>
                </c:pt>
                <c:pt idx="21">
                  <c:v>106.49313016574979</c:v>
                </c:pt>
                <c:pt idx="22">
                  <c:v>106.67100582219567</c:v>
                </c:pt>
                <c:pt idx="23">
                  <c:v>106.44810399707552</c:v>
                </c:pt>
                <c:pt idx="24">
                  <c:v>108.46536551441281</c:v>
                </c:pt>
                <c:pt idx="25">
                  <c:v>109.38193781930687</c:v>
                </c:pt>
                <c:pt idx="26">
                  <c:v>109.21565305776721</c:v>
                </c:pt>
                <c:pt idx="27">
                  <c:v>108.44485854650176</c:v>
                </c:pt>
                <c:pt idx="28">
                  <c:v>109.16304822703889</c:v>
                </c:pt>
                <c:pt idx="29">
                  <c:v>110.3096552154569</c:v>
                </c:pt>
                <c:pt idx="30">
                  <c:v>111.13840420125361</c:v>
                </c:pt>
                <c:pt idx="31">
                  <c:v>111.33678682561052</c:v>
                </c:pt>
                <c:pt idx="32">
                  <c:v>112.63452125146</c:v>
                </c:pt>
                <c:pt idx="33">
                  <c:v>113.44632969854756</c:v>
                </c:pt>
                <c:pt idx="34">
                  <c:v>112.09242401276782</c:v>
                </c:pt>
                <c:pt idx="35">
                  <c:v>111.72998564512244</c:v>
                </c:pt>
                <c:pt idx="36">
                  <c:v>112.04115659299019</c:v>
                </c:pt>
                <c:pt idx="37">
                  <c:v>112.63987089526289</c:v>
                </c:pt>
                <c:pt idx="38">
                  <c:v>111.08089553037259</c:v>
                </c:pt>
                <c:pt idx="39">
                  <c:v>111.94085077168612</c:v>
                </c:pt>
                <c:pt idx="40">
                  <c:v>112.87570102623998</c:v>
                </c:pt>
                <c:pt idx="41">
                  <c:v>112.91047371095874</c:v>
                </c:pt>
                <c:pt idx="42">
                  <c:v>114.62414294248239</c:v>
                </c:pt>
                <c:pt idx="43">
                  <c:v>113.50695899498024</c:v>
                </c:pt>
                <c:pt idx="44">
                  <c:v>112.92652264236737</c:v>
                </c:pt>
                <c:pt idx="45">
                  <c:v>110.75768788394839</c:v>
                </c:pt>
                <c:pt idx="46">
                  <c:v>110.60433142826571</c:v>
                </c:pt>
                <c:pt idx="47">
                  <c:v>110.13445438091247</c:v>
                </c:pt>
                <c:pt idx="48">
                  <c:v>110.77017038615512</c:v>
                </c:pt>
                <c:pt idx="49">
                  <c:v>109.77602824611927</c:v>
                </c:pt>
                <c:pt idx="50">
                  <c:v>110.72915645033301</c:v>
                </c:pt>
                <c:pt idx="51">
                  <c:v>110.40906942946047</c:v>
                </c:pt>
                <c:pt idx="52">
                  <c:v>109.45460381429604</c:v>
                </c:pt>
                <c:pt idx="53">
                  <c:v>109.4465793485917</c:v>
                </c:pt>
                <c:pt idx="54">
                  <c:v>110.23386859491605</c:v>
                </c:pt>
                <c:pt idx="55">
                  <c:v>109.17241010369392</c:v>
                </c:pt>
                <c:pt idx="56">
                  <c:v>108.59776919853419</c:v>
                </c:pt>
                <c:pt idx="57">
                  <c:v>109.00434212755334</c:v>
                </c:pt>
                <c:pt idx="58">
                  <c:v>106.11999251049866</c:v>
                </c:pt>
                <c:pt idx="59">
                  <c:v>106.71201975801776</c:v>
                </c:pt>
                <c:pt idx="60">
                  <c:v>107.89206202020382</c:v>
                </c:pt>
                <c:pt idx="61">
                  <c:v>107.73291011706803</c:v>
                </c:pt>
                <c:pt idx="62">
                  <c:v>106.56668776803943</c:v>
                </c:pt>
                <c:pt idx="63">
                  <c:v>106.71870681277139</c:v>
                </c:pt>
                <c:pt idx="64">
                  <c:v>106.89791988016796</c:v>
                </c:pt>
                <c:pt idx="65">
                  <c:v>108.90359050259902</c:v>
                </c:pt>
                <c:pt idx="66">
                  <c:v>109.48402685521188</c:v>
                </c:pt>
                <c:pt idx="67">
                  <c:v>109.62088857583565</c:v>
                </c:pt>
                <c:pt idx="68">
                  <c:v>109.96906122667332</c:v>
                </c:pt>
                <c:pt idx="69">
                  <c:v>108.37085514056189</c:v>
                </c:pt>
                <c:pt idx="70">
                  <c:v>107.5189243649527</c:v>
                </c:pt>
                <c:pt idx="71">
                  <c:v>105.23685547937265</c:v>
                </c:pt>
                <c:pt idx="72">
                  <c:v>103.0894192961652</c:v>
                </c:pt>
                <c:pt idx="73">
                  <c:v>103.05553821874693</c:v>
                </c:pt>
                <c:pt idx="74">
                  <c:v>102.46351097122783</c:v>
                </c:pt>
                <c:pt idx="75">
                  <c:v>102.10285581818343</c:v>
                </c:pt>
                <c:pt idx="76">
                  <c:v>99.255953707748958</c:v>
                </c:pt>
                <c:pt idx="77">
                  <c:v>98.949686600033871</c:v>
                </c:pt>
                <c:pt idx="78">
                  <c:v>98.548909118467861</c:v>
                </c:pt>
                <c:pt idx="79">
                  <c:v>98.91848034451705</c:v>
                </c:pt>
                <c:pt idx="80">
                  <c:v>98.086164929518432</c:v>
                </c:pt>
                <c:pt idx="81">
                  <c:v>99.783785229633466</c:v>
                </c:pt>
                <c:pt idx="82">
                  <c:v>99.594764481931577</c:v>
                </c:pt>
                <c:pt idx="83">
                  <c:v>97.531585188619516</c:v>
                </c:pt>
                <c:pt idx="84">
                  <c:v>99.215831379227325</c:v>
                </c:pt>
                <c:pt idx="85">
                  <c:v>99.61081341334021</c:v>
                </c:pt>
                <c:pt idx="86">
                  <c:v>100.97051454657309</c:v>
                </c:pt>
                <c:pt idx="87">
                  <c:v>99.132911900282636</c:v>
                </c:pt>
                <c:pt idx="88">
                  <c:v>99.596993500182776</c:v>
                </c:pt>
                <c:pt idx="89">
                  <c:v>98.911347486113215</c:v>
                </c:pt>
                <c:pt idx="90">
                  <c:v>99.609476002389499</c:v>
                </c:pt>
                <c:pt idx="91">
                  <c:v>100.56839965405638</c:v>
                </c:pt>
                <c:pt idx="92">
                  <c:v>101.39536542525209</c:v>
                </c:pt>
                <c:pt idx="93">
                  <c:v>103.17412198971086</c:v>
                </c:pt>
                <c:pt idx="94">
                  <c:v>103.59228581363624</c:v>
                </c:pt>
                <c:pt idx="95">
                  <c:v>104.57127062956391</c:v>
                </c:pt>
                <c:pt idx="96">
                  <c:v>103.63463716040906</c:v>
                </c:pt>
                <c:pt idx="97">
                  <c:v>103.26506593435987</c:v>
                </c:pt>
                <c:pt idx="98">
                  <c:v>101.35345988212951</c:v>
                </c:pt>
                <c:pt idx="99">
                  <c:v>102.09661456708008</c:v>
                </c:pt>
                <c:pt idx="100">
                  <c:v>103.20399083427694</c:v>
                </c:pt>
                <c:pt idx="101">
                  <c:v>102.76353682783954</c:v>
                </c:pt>
                <c:pt idx="102">
                  <c:v>101.1787048512353</c:v>
                </c:pt>
                <c:pt idx="103">
                  <c:v>101.29639701489876</c:v>
                </c:pt>
                <c:pt idx="104">
                  <c:v>101.45777793628574</c:v>
                </c:pt>
                <c:pt idx="105">
                  <c:v>100.6762841374145</c:v>
                </c:pt>
                <c:pt idx="106">
                  <c:v>100.20417807181006</c:v>
                </c:pt>
                <c:pt idx="107">
                  <c:v>99.351355688900384</c:v>
                </c:pt>
                <c:pt idx="108">
                  <c:v>101.65838957889389</c:v>
                </c:pt>
                <c:pt idx="109">
                  <c:v>100.10208903590501</c:v>
                </c:pt>
                <c:pt idx="110">
                  <c:v>98.516811255650566</c:v>
                </c:pt>
                <c:pt idx="111">
                  <c:v>98.913576504364414</c:v>
                </c:pt>
                <c:pt idx="112">
                  <c:v>99.139598955036249</c:v>
                </c:pt>
                <c:pt idx="113">
                  <c:v>99.35625952905302</c:v>
                </c:pt>
                <c:pt idx="114">
                  <c:v>99.996879374448312</c:v>
                </c:pt>
                <c:pt idx="115">
                  <c:v>100.24920424048432</c:v>
                </c:pt>
                <c:pt idx="116">
                  <c:v>101.90893123032889</c:v>
                </c:pt>
                <c:pt idx="117">
                  <c:v>101.11852135845287</c:v>
                </c:pt>
                <c:pt idx="118">
                  <c:v>101.23086387831344</c:v>
                </c:pt>
                <c:pt idx="119">
                  <c:v>99.952744813074517</c:v>
                </c:pt>
                <c:pt idx="120">
                  <c:v>101.30932532075572</c:v>
                </c:pt>
                <c:pt idx="121">
                  <c:v>99.268436209955681</c:v>
                </c:pt>
                <c:pt idx="122">
                  <c:v>98.410264183243129</c:v>
                </c:pt>
                <c:pt idx="123">
                  <c:v>99.981276246689916</c:v>
                </c:pt>
                <c:pt idx="124">
                  <c:v>99.746337723013269</c:v>
                </c:pt>
                <c:pt idx="125">
                  <c:v>99.847980955268056</c:v>
                </c:pt>
                <c:pt idx="126">
                  <c:v>99.945611954670682</c:v>
                </c:pt>
                <c:pt idx="127">
                  <c:v>99.359380154604708</c:v>
                </c:pt>
                <c:pt idx="128">
                  <c:v>98.271173444368159</c:v>
                </c:pt>
                <c:pt idx="129">
                  <c:v>96.549479747140168</c:v>
                </c:pt>
                <c:pt idx="130">
                  <c:v>96.277985324143827</c:v>
                </c:pt>
                <c:pt idx="131">
                  <c:v>98.066549568907874</c:v>
                </c:pt>
                <c:pt idx="132">
                  <c:v>98.467772854124121</c:v>
                </c:pt>
                <c:pt idx="133">
                  <c:v>99.416443021835448</c:v>
                </c:pt>
                <c:pt idx="134">
                  <c:v>99.785122640584177</c:v>
                </c:pt>
                <c:pt idx="135">
                  <c:v>100.4770099057571</c:v>
                </c:pt>
                <c:pt idx="136">
                  <c:v>100.45694874149629</c:v>
                </c:pt>
                <c:pt idx="137">
                  <c:v>103.92084310386333</c:v>
                </c:pt>
                <c:pt idx="138">
                  <c:v>103.81652504970711</c:v>
                </c:pt>
                <c:pt idx="139">
                  <c:v>103.05821304064837</c:v>
                </c:pt>
                <c:pt idx="140">
                  <c:v>102.21519833804398</c:v>
                </c:pt>
                <c:pt idx="141">
                  <c:v>101.30843371345523</c:v>
                </c:pt>
                <c:pt idx="142">
                  <c:v>100.80735041058514</c:v>
                </c:pt>
                <c:pt idx="143">
                  <c:v>102.27359861622547</c:v>
                </c:pt>
                <c:pt idx="144">
                  <c:v>101.59463965690949</c:v>
                </c:pt>
                <c:pt idx="145">
                  <c:v>103.37428782866873</c:v>
                </c:pt>
                <c:pt idx="146">
                  <c:v>102.23525950230479</c:v>
                </c:pt>
                <c:pt idx="147">
                  <c:v>101.78187719001042</c:v>
                </c:pt>
                <c:pt idx="148">
                  <c:v>103.58693616983334</c:v>
                </c:pt>
                <c:pt idx="149">
                  <c:v>103.57356206032615</c:v>
                </c:pt>
                <c:pt idx="150">
                  <c:v>103.40014444038266</c:v>
                </c:pt>
                <c:pt idx="151">
                  <c:v>103.19373735032143</c:v>
                </c:pt>
                <c:pt idx="152">
                  <c:v>104.41746837023101</c:v>
                </c:pt>
                <c:pt idx="153">
                  <c:v>107.05350535410183</c:v>
                </c:pt>
                <c:pt idx="154">
                  <c:v>106.60146045275818</c:v>
                </c:pt>
                <c:pt idx="155">
                  <c:v>107.42485979475201</c:v>
                </c:pt>
                <c:pt idx="156">
                  <c:v>107.00847918542757</c:v>
                </c:pt>
                <c:pt idx="157">
                  <c:v>108.41409809463518</c:v>
                </c:pt>
                <c:pt idx="158">
                  <c:v>109.21386984316628</c:v>
                </c:pt>
                <c:pt idx="159">
                  <c:v>106.86136398084827</c:v>
                </c:pt>
                <c:pt idx="160">
                  <c:v>107.28086521572438</c:v>
                </c:pt>
                <c:pt idx="161">
                  <c:v>102.13495368100074</c:v>
                </c:pt>
                <c:pt idx="162">
                  <c:v>101.43593355742395</c:v>
                </c:pt>
                <c:pt idx="163">
                  <c:v>100.60985939352871</c:v>
                </c:pt>
                <c:pt idx="164">
                  <c:v>101.6155924284708</c:v>
                </c:pt>
                <c:pt idx="165">
                  <c:v>103.32168299794037</c:v>
                </c:pt>
                <c:pt idx="166">
                  <c:v>103.47726847187424</c:v>
                </c:pt>
                <c:pt idx="167">
                  <c:v>102.3248660360031</c:v>
                </c:pt>
                <c:pt idx="168">
                  <c:v>103.46835239886944</c:v>
                </c:pt>
                <c:pt idx="169">
                  <c:v>104.07598277414695</c:v>
                </c:pt>
                <c:pt idx="170">
                  <c:v>101.76449084765108</c:v>
                </c:pt>
                <c:pt idx="171">
                  <c:v>100.91478909029306</c:v>
                </c:pt>
                <c:pt idx="172">
                  <c:v>101.55496313203811</c:v>
                </c:pt>
                <c:pt idx="173">
                  <c:v>102.57852831298982</c:v>
                </c:pt>
                <c:pt idx="174">
                  <c:v>101.61603823212104</c:v>
                </c:pt>
                <c:pt idx="175">
                  <c:v>101.93077560919068</c:v>
                </c:pt>
                <c:pt idx="176">
                  <c:v>102.71583583726382</c:v>
                </c:pt>
                <c:pt idx="177">
                  <c:v>102.85893880899097</c:v>
                </c:pt>
                <c:pt idx="178">
                  <c:v>103.4857387412288</c:v>
                </c:pt>
                <c:pt idx="179">
                  <c:v>104.55611330545575</c:v>
                </c:pt>
                <c:pt idx="180">
                  <c:v>104.532485711993</c:v>
                </c:pt>
                <c:pt idx="181">
                  <c:v>104.36753836140409</c:v>
                </c:pt>
                <c:pt idx="182">
                  <c:v>104.26455771819857</c:v>
                </c:pt>
                <c:pt idx="183">
                  <c:v>106.58362830674857</c:v>
                </c:pt>
                <c:pt idx="184">
                  <c:v>105.57566625355528</c:v>
                </c:pt>
                <c:pt idx="185">
                  <c:v>105.77984432536533</c:v>
                </c:pt>
                <c:pt idx="186">
                  <c:v>107.27908200112341</c:v>
                </c:pt>
                <c:pt idx="187">
                  <c:v>105.81461701008408</c:v>
                </c:pt>
                <c:pt idx="188">
                  <c:v>107.01159981097925</c:v>
                </c:pt>
                <c:pt idx="189">
                  <c:v>106.01121641984004</c:v>
                </c:pt>
                <c:pt idx="190">
                  <c:v>104.17049314799789</c:v>
                </c:pt>
                <c:pt idx="191">
                  <c:v>104.04789714418182</c:v>
                </c:pt>
                <c:pt idx="192">
                  <c:v>105.27697780789427</c:v>
                </c:pt>
                <c:pt idx="193">
                  <c:v>103.69972449334415</c:v>
                </c:pt>
                <c:pt idx="194">
                  <c:v>102.7363428051749</c:v>
                </c:pt>
                <c:pt idx="195">
                  <c:v>101.31244594630739</c:v>
                </c:pt>
                <c:pt idx="196">
                  <c:v>101.09355635403942</c:v>
                </c:pt>
                <c:pt idx="197">
                  <c:v>101.08865251388677</c:v>
                </c:pt>
                <c:pt idx="198">
                  <c:v>101.9298840018902</c:v>
                </c:pt>
                <c:pt idx="199">
                  <c:v>102.79875531620853</c:v>
                </c:pt>
                <c:pt idx="200">
                  <c:v>102.97217293615199</c:v>
                </c:pt>
                <c:pt idx="201">
                  <c:v>102.99847535151616</c:v>
                </c:pt>
                <c:pt idx="202">
                  <c:v>103.21558172918319</c:v>
                </c:pt>
                <c:pt idx="203">
                  <c:v>103.27977745481778</c:v>
                </c:pt>
                <c:pt idx="204">
                  <c:v>103.81251281685493</c:v>
                </c:pt>
                <c:pt idx="205">
                  <c:v>102.96414847044765</c:v>
                </c:pt>
                <c:pt idx="206">
                  <c:v>102.41803899890331</c:v>
                </c:pt>
                <c:pt idx="207">
                  <c:v>102.94720793173855</c:v>
                </c:pt>
                <c:pt idx="208">
                  <c:v>103.59050259903526</c:v>
                </c:pt>
                <c:pt idx="209">
                  <c:v>102.99490892231424</c:v>
                </c:pt>
                <c:pt idx="210">
                  <c:v>101.77206950970515</c:v>
                </c:pt>
                <c:pt idx="211">
                  <c:v>102.40511069304637</c:v>
                </c:pt>
                <c:pt idx="212">
                  <c:v>101.75156254179407</c:v>
                </c:pt>
                <c:pt idx="213">
                  <c:v>99.986625890492789</c:v>
                </c:pt>
                <c:pt idx="214">
                  <c:v>99.986625890492789</c:v>
                </c:pt>
                <c:pt idx="215">
                  <c:v>98.990254732205756</c:v>
                </c:pt>
                <c:pt idx="216">
                  <c:v>98.110684130281641</c:v>
                </c:pt>
                <c:pt idx="217">
                  <c:v>98.389757215332068</c:v>
                </c:pt>
                <c:pt idx="218">
                  <c:v>96.620808331178623</c:v>
                </c:pt>
                <c:pt idx="219">
                  <c:v>98.370141854721496</c:v>
                </c:pt>
                <c:pt idx="220">
                  <c:v>99.136478329484561</c:v>
                </c:pt>
                <c:pt idx="221">
                  <c:v>99.157431101045859</c:v>
                </c:pt>
                <c:pt idx="222">
                  <c:v>98.588139839689006</c:v>
                </c:pt>
                <c:pt idx="223">
                  <c:v>98.459748388419811</c:v>
                </c:pt>
                <c:pt idx="224">
                  <c:v>99.172588425154018</c:v>
                </c:pt>
                <c:pt idx="225">
                  <c:v>99.913514091853372</c:v>
                </c:pt>
                <c:pt idx="226">
                  <c:v>100.3619925639951</c:v>
                </c:pt>
                <c:pt idx="227">
                  <c:v>99.410647574382338</c:v>
                </c:pt>
                <c:pt idx="228">
                  <c:v>98.807029431956977</c:v>
                </c:pt>
                <c:pt idx="229">
                  <c:v>97.800850593364643</c:v>
                </c:pt>
                <c:pt idx="230">
                  <c:v>98.064766354306897</c:v>
                </c:pt>
                <c:pt idx="231">
                  <c:v>97.914976327826167</c:v>
                </c:pt>
                <c:pt idx="232">
                  <c:v>97.453123746177212</c:v>
                </c:pt>
                <c:pt idx="233">
                  <c:v>98.571645104630107</c:v>
                </c:pt>
                <c:pt idx="234">
                  <c:v>98.460639995720271</c:v>
                </c:pt>
                <c:pt idx="235">
                  <c:v>98.965735531442533</c:v>
                </c:pt>
                <c:pt idx="236">
                  <c:v>98.59616430539333</c:v>
                </c:pt>
                <c:pt idx="237">
                  <c:v>99.368742031259742</c:v>
                </c:pt>
                <c:pt idx="238">
                  <c:v>100.53006054013569</c:v>
                </c:pt>
                <c:pt idx="239">
                  <c:v>99.169021995952107</c:v>
                </c:pt>
                <c:pt idx="240">
                  <c:v>100.08069046069348</c:v>
                </c:pt>
                <c:pt idx="241">
                  <c:v>98.927842221172099</c:v>
                </c:pt>
                <c:pt idx="242">
                  <c:v>99.821232736253634</c:v>
                </c:pt>
                <c:pt idx="243">
                  <c:v>99.725384951451971</c:v>
                </c:pt>
                <c:pt idx="244">
                  <c:v>100.50019169556958</c:v>
                </c:pt>
                <c:pt idx="245">
                  <c:v>100.33658175593141</c:v>
                </c:pt>
                <c:pt idx="246">
                  <c:v>99.125333238228549</c:v>
                </c:pt>
                <c:pt idx="247">
                  <c:v>99.971914370034852</c:v>
                </c:pt>
                <c:pt idx="248">
                  <c:v>99.635778417753684</c:v>
                </c:pt>
                <c:pt idx="249">
                  <c:v>98.337598188253963</c:v>
                </c:pt>
                <c:pt idx="250">
                  <c:v>98.0513922447997</c:v>
                </c:pt>
                <c:pt idx="251">
                  <c:v>98.238629777900613</c:v>
                </c:pt>
                <c:pt idx="252">
                  <c:v>96.857084265805966</c:v>
                </c:pt>
                <c:pt idx="253">
                  <c:v>97.983630089963157</c:v>
                </c:pt>
                <c:pt idx="254">
                  <c:v>96.506682596717098</c:v>
                </c:pt>
                <c:pt idx="255">
                  <c:v>96.207548347405876</c:v>
                </c:pt>
                <c:pt idx="256">
                  <c:v>96.648893961143756</c:v>
                </c:pt>
                <c:pt idx="257">
                  <c:v>97.902493825619445</c:v>
                </c:pt>
                <c:pt idx="258">
                  <c:v>98.031776884189128</c:v>
                </c:pt>
                <c:pt idx="259">
                  <c:v>97.934145884786489</c:v>
                </c:pt>
                <c:pt idx="260">
                  <c:v>97.747799958986064</c:v>
                </c:pt>
                <c:pt idx="261">
                  <c:v>97.278814518933274</c:v>
                </c:pt>
                <c:pt idx="262">
                  <c:v>97.494583485649571</c:v>
                </c:pt>
                <c:pt idx="263">
                  <c:v>98.136540741995589</c:v>
                </c:pt>
                <c:pt idx="264">
                  <c:v>98.302825503535217</c:v>
                </c:pt>
                <c:pt idx="265">
                  <c:v>98.336260777303238</c:v>
                </c:pt>
                <c:pt idx="266">
                  <c:v>98.100876449976369</c:v>
                </c:pt>
                <c:pt idx="267">
                  <c:v>100.18233369294826</c:v>
                </c:pt>
                <c:pt idx="268">
                  <c:v>100.79843433758036</c:v>
                </c:pt>
                <c:pt idx="269">
                  <c:v>100.23538432732686</c:v>
                </c:pt>
                <c:pt idx="270">
                  <c:v>99.166792977700894</c:v>
                </c:pt>
                <c:pt idx="271">
                  <c:v>99.981722050340139</c:v>
                </c:pt>
                <c:pt idx="272">
                  <c:v>100.10565546510695</c:v>
                </c:pt>
                <c:pt idx="273">
                  <c:v>98.089731358720371</c:v>
                </c:pt>
                <c:pt idx="274">
                  <c:v>94.637427891259563</c:v>
                </c:pt>
                <c:pt idx="275">
                  <c:v>94.514386083793255</c:v>
                </c:pt>
                <c:pt idx="276">
                  <c:v>91.951015094911597</c:v>
                </c:pt>
                <c:pt idx="277">
                  <c:v>92.053549934466858</c:v>
                </c:pt>
                <c:pt idx="278">
                  <c:v>93.563041094180477</c:v>
                </c:pt>
                <c:pt idx="279">
                  <c:v>92.893444011519549</c:v>
                </c:pt>
                <c:pt idx="280">
                  <c:v>93.640610929322293</c:v>
                </c:pt>
                <c:pt idx="281">
                  <c:v>95.422042315682475</c:v>
                </c:pt>
                <c:pt idx="282">
                  <c:v>96.016298581452773</c:v>
                </c:pt>
                <c:pt idx="283">
                  <c:v>95.585652255320667</c:v>
                </c:pt>
                <c:pt idx="284">
                  <c:v>94.523302156798067</c:v>
                </c:pt>
                <c:pt idx="285">
                  <c:v>93.333898017956969</c:v>
                </c:pt>
                <c:pt idx="286">
                  <c:v>92.758365505496755</c:v>
                </c:pt>
                <c:pt idx="287">
                  <c:v>93.291992474834387</c:v>
                </c:pt>
                <c:pt idx="288">
                  <c:v>91.642964772595548</c:v>
                </c:pt>
                <c:pt idx="289">
                  <c:v>94.843389177670574</c:v>
                </c:pt>
                <c:pt idx="290">
                  <c:v>97.159339140668877</c:v>
                </c:pt>
                <c:pt idx="291">
                  <c:v>98.566741264477471</c:v>
                </c:pt>
                <c:pt idx="292">
                  <c:v>97.906060254821355</c:v>
                </c:pt>
                <c:pt idx="293">
                  <c:v>97.311803989051057</c:v>
                </c:pt>
                <c:pt idx="294">
                  <c:v>97.415230435906793</c:v>
                </c:pt>
                <c:pt idx="295">
                  <c:v>96.533430815731521</c:v>
                </c:pt>
                <c:pt idx="296">
                  <c:v>96.609663239922611</c:v>
                </c:pt>
                <c:pt idx="297">
                  <c:v>96.889627932273498</c:v>
                </c:pt>
                <c:pt idx="298">
                  <c:v>95.673475574417992</c:v>
                </c:pt>
                <c:pt idx="299">
                  <c:v>96.322119885517623</c:v>
                </c:pt>
                <c:pt idx="300">
                  <c:v>97.394723467995746</c:v>
                </c:pt>
                <c:pt idx="301">
                  <c:v>99.500699911730877</c:v>
                </c:pt>
                <c:pt idx="302">
                  <c:v>99.805183804844987</c:v>
                </c:pt>
                <c:pt idx="303">
                  <c:v>99.918863735656259</c:v>
                </c:pt>
                <c:pt idx="304">
                  <c:v>100.11100510890982</c:v>
                </c:pt>
                <c:pt idx="305">
                  <c:v>99.580944568774129</c:v>
                </c:pt>
                <c:pt idx="306">
                  <c:v>99.099476626514615</c:v>
                </c:pt>
                <c:pt idx="307">
                  <c:v>100.34638943623668</c:v>
                </c:pt>
                <c:pt idx="308">
                  <c:v>100.83454443324979</c:v>
                </c:pt>
                <c:pt idx="309">
                  <c:v>99.812316663248822</c:v>
                </c:pt>
                <c:pt idx="310">
                  <c:v>101.53356455682658</c:v>
                </c:pt>
                <c:pt idx="311">
                  <c:v>100.52827732553473</c:v>
                </c:pt>
                <c:pt idx="312">
                  <c:v>100.08247367529447</c:v>
                </c:pt>
                <c:pt idx="313">
                  <c:v>98.991592143156467</c:v>
                </c:pt>
                <c:pt idx="314">
                  <c:v>98.62202091710725</c:v>
                </c:pt>
                <c:pt idx="315">
                  <c:v>100.67450092281356</c:v>
                </c:pt>
                <c:pt idx="316">
                  <c:v>100.79130147917652</c:v>
                </c:pt>
                <c:pt idx="317">
                  <c:v>101.21392333960431</c:v>
                </c:pt>
                <c:pt idx="318">
                  <c:v>103.40192765498364</c:v>
                </c:pt>
                <c:pt idx="319">
                  <c:v>103.00516240626978</c:v>
                </c:pt>
                <c:pt idx="320">
                  <c:v>101.24557539877135</c:v>
                </c:pt>
                <c:pt idx="321">
                  <c:v>100.78773504997459</c:v>
                </c:pt>
                <c:pt idx="322">
                  <c:v>100.88937828222937</c:v>
                </c:pt>
                <c:pt idx="323">
                  <c:v>101.79792612141907</c:v>
                </c:pt>
                <c:pt idx="324">
                  <c:v>102.1157841240404</c:v>
                </c:pt>
                <c:pt idx="325">
                  <c:v>100.63705341619335</c:v>
                </c:pt>
                <c:pt idx="326">
                  <c:v>99.826582380056522</c:v>
                </c:pt>
                <c:pt idx="327">
                  <c:v>99.126224845529038</c:v>
                </c:pt>
                <c:pt idx="328">
                  <c:v>97.414338828606333</c:v>
                </c:pt>
                <c:pt idx="329">
                  <c:v>97.618516900416381</c:v>
                </c:pt>
                <c:pt idx="330">
                  <c:v>97.843647743787727</c:v>
                </c:pt>
                <c:pt idx="331">
                  <c:v>97.069286803320338</c:v>
                </c:pt>
                <c:pt idx="332">
                  <c:v>98.001016432322544</c:v>
                </c:pt>
                <c:pt idx="333">
                  <c:v>98.383515964228707</c:v>
                </c:pt>
                <c:pt idx="334">
                  <c:v>97.723726561873079</c:v>
                </c:pt>
                <c:pt idx="335">
                  <c:v>98.799896573553141</c:v>
                </c:pt>
                <c:pt idx="336">
                  <c:v>98.350526494110937</c:v>
                </c:pt>
                <c:pt idx="337">
                  <c:v>98.859188459035096</c:v>
                </c:pt>
                <c:pt idx="338">
                  <c:v>99.192203785764605</c:v>
                </c:pt>
                <c:pt idx="339">
                  <c:v>99.147177617090321</c:v>
                </c:pt>
                <c:pt idx="340">
                  <c:v>98.920263559118013</c:v>
                </c:pt>
                <c:pt idx="341">
                  <c:v>98.399119091987117</c:v>
                </c:pt>
                <c:pt idx="342">
                  <c:v>97.540947065274565</c:v>
                </c:pt>
                <c:pt idx="343">
                  <c:v>97.406314362901995</c:v>
                </c:pt>
                <c:pt idx="344">
                  <c:v>99.998216785399023</c:v>
                </c:pt>
                <c:pt idx="345">
                  <c:v>101.08285706643365</c:v>
                </c:pt>
                <c:pt idx="346">
                  <c:v>101.82913237693589</c:v>
                </c:pt>
                <c:pt idx="347">
                  <c:v>102.95835302299454</c:v>
                </c:pt>
                <c:pt idx="348">
                  <c:v>101.60623055181574</c:v>
                </c:pt>
                <c:pt idx="349">
                  <c:v>102.48936758294175</c:v>
                </c:pt>
                <c:pt idx="350">
                  <c:v>102.16214770366541</c:v>
                </c:pt>
                <c:pt idx="351">
                  <c:v>102.19602878108364</c:v>
                </c:pt>
                <c:pt idx="352">
                  <c:v>101.6057847481655</c:v>
                </c:pt>
                <c:pt idx="353">
                  <c:v>101.76226182939985</c:v>
                </c:pt>
                <c:pt idx="354">
                  <c:v>101.68335458330733</c:v>
                </c:pt>
                <c:pt idx="355">
                  <c:v>100.43822498818619</c:v>
                </c:pt>
                <c:pt idx="356">
                  <c:v>100.11902957461413</c:v>
                </c:pt>
                <c:pt idx="357">
                  <c:v>99.784676836933926</c:v>
                </c:pt>
                <c:pt idx="358">
                  <c:v>99.587631623527727</c:v>
                </c:pt>
                <c:pt idx="359">
                  <c:v>100.59158144386886</c:v>
                </c:pt>
                <c:pt idx="360">
                  <c:v>100.25455388428719</c:v>
                </c:pt>
                <c:pt idx="361">
                  <c:v>100.6695970826609</c:v>
                </c:pt>
                <c:pt idx="362">
                  <c:v>102.59368563709799</c:v>
                </c:pt>
                <c:pt idx="363">
                  <c:v>102.43185891206078</c:v>
                </c:pt>
                <c:pt idx="364">
                  <c:v>102.45281168362206</c:v>
                </c:pt>
                <c:pt idx="365">
                  <c:v>102.41937640985404</c:v>
                </c:pt>
                <c:pt idx="366">
                  <c:v>99.888103283789675</c:v>
                </c:pt>
                <c:pt idx="367">
                  <c:v>98.14857744055206</c:v>
                </c:pt>
                <c:pt idx="368">
                  <c:v>97.04833403175904</c:v>
                </c:pt>
                <c:pt idx="369">
                  <c:v>98.588585643339229</c:v>
                </c:pt>
                <c:pt idx="370">
                  <c:v>99.148069224390795</c:v>
                </c:pt>
                <c:pt idx="371">
                  <c:v>98.954144636536284</c:v>
                </c:pt>
                <c:pt idx="372">
                  <c:v>99.724939147801734</c:v>
                </c:pt>
                <c:pt idx="373">
                  <c:v>99.333969346541011</c:v>
                </c:pt>
                <c:pt idx="374">
                  <c:v>97.55967081858465</c:v>
                </c:pt>
                <c:pt idx="375">
                  <c:v>97.601576361707259</c:v>
                </c:pt>
                <c:pt idx="376">
                  <c:v>98.486496607434219</c:v>
                </c:pt>
                <c:pt idx="377">
                  <c:v>98.583235999536356</c:v>
                </c:pt>
                <c:pt idx="378">
                  <c:v>99.219843612079501</c:v>
                </c:pt>
                <c:pt idx="379">
                  <c:v>99.484205176671978</c:v>
                </c:pt>
                <c:pt idx="380">
                  <c:v>95.548650552350722</c:v>
                </c:pt>
                <c:pt idx="381">
                  <c:v>95.714935313890351</c:v>
                </c:pt>
                <c:pt idx="382">
                  <c:v>95.993116791640276</c:v>
                </c:pt>
                <c:pt idx="383">
                  <c:v>95.978851074832605</c:v>
                </c:pt>
                <c:pt idx="384">
                  <c:v>96.046167426018883</c:v>
                </c:pt>
                <c:pt idx="385">
                  <c:v>95.901281239690789</c:v>
                </c:pt>
                <c:pt idx="386">
                  <c:v>96.92573802794297</c:v>
                </c:pt>
                <c:pt idx="387">
                  <c:v>96.985921520725398</c:v>
                </c:pt>
                <c:pt idx="388">
                  <c:v>97.438858029369541</c:v>
                </c:pt>
                <c:pt idx="389">
                  <c:v>97.503053755004132</c:v>
                </c:pt>
                <c:pt idx="390">
                  <c:v>97.303779523346719</c:v>
                </c:pt>
                <c:pt idx="391">
                  <c:v>99.316583004181624</c:v>
                </c:pt>
                <c:pt idx="392">
                  <c:v>99.67278012072363</c:v>
                </c:pt>
                <c:pt idx="393">
                  <c:v>99.69417869593515</c:v>
                </c:pt>
                <c:pt idx="394">
                  <c:v>99.400394090426815</c:v>
                </c:pt>
                <c:pt idx="395">
                  <c:v>99.298750858172014</c:v>
                </c:pt>
                <c:pt idx="396">
                  <c:v>99.835052649411097</c:v>
                </c:pt>
                <c:pt idx="397">
                  <c:v>99.842185507814932</c:v>
                </c:pt>
                <c:pt idx="398">
                  <c:v>99.645140294408719</c:v>
                </c:pt>
                <c:pt idx="399">
                  <c:v>100.05795447453123</c:v>
                </c:pt>
                <c:pt idx="400">
                  <c:v>99.62285011189671</c:v>
                </c:pt>
                <c:pt idx="401">
                  <c:v>98.019294381982391</c:v>
                </c:pt>
                <c:pt idx="402">
                  <c:v>96.371604090694291</c:v>
                </c:pt>
                <c:pt idx="403">
                  <c:v>96.146473247322945</c:v>
                </c:pt>
                <c:pt idx="404">
                  <c:v>95.648064766354295</c:v>
                </c:pt>
                <c:pt idx="405">
                  <c:v>94.449744554508413</c:v>
                </c:pt>
                <c:pt idx="406">
                  <c:v>96.00024965004414</c:v>
                </c:pt>
                <c:pt idx="407">
                  <c:v>96.171884055386641</c:v>
                </c:pt>
                <c:pt idx="408">
                  <c:v>95.095714043706579</c:v>
                </c:pt>
                <c:pt idx="409">
                  <c:v>93.82428203322128</c:v>
                </c:pt>
                <c:pt idx="410">
                  <c:v>92.596538780459539</c:v>
                </c:pt>
                <c:pt idx="411">
                  <c:v>94.263398628707961</c:v>
                </c:pt>
                <c:pt idx="412">
                  <c:v>94.029797515982068</c:v>
                </c:pt>
                <c:pt idx="413">
                  <c:v>93.915225977870293</c:v>
                </c:pt>
                <c:pt idx="414">
                  <c:v>93.871537220146749</c:v>
                </c:pt>
                <c:pt idx="415">
                  <c:v>94.022664657578204</c:v>
                </c:pt>
                <c:pt idx="416">
                  <c:v>93.617874943160032</c:v>
                </c:pt>
                <c:pt idx="417">
                  <c:v>91.305045605713403</c:v>
                </c:pt>
                <c:pt idx="418">
                  <c:v>91.763331758160433</c:v>
                </c:pt>
                <c:pt idx="419">
                  <c:v>92.50381162120955</c:v>
                </c:pt>
                <c:pt idx="420">
                  <c:v>91.860962757563058</c:v>
                </c:pt>
                <c:pt idx="421">
                  <c:v>91.741933182948898</c:v>
                </c:pt>
                <c:pt idx="422">
                  <c:v>92.720472195226336</c:v>
                </c:pt>
                <c:pt idx="423">
                  <c:v>93.29243827848461</c:v>
                </c:pt>
                <c:pt idx="424">
                  <c:v>92.965218399208254</c:v>
                </c:pt>
                <c:pt idx="425">
                  <c:v>93.230917374751456</c:v>
                </c:pt>
                <c:pt idx="426">
                  <c:v>92.701748441916237</c:v>
                </c:pt>
                <c:pt idx="427">
                  <c:v>92.647360396586919</c:v>
                </c:pt>
                <c:pt idx="428">
                  <c:v>92.103034139643526</c:v>
                </c:pt>
                <c:pt idx="429">
                  <c:v>92.700411030965512</c:v>
                </c:pt>
                <c:pt idx="430">
                  <c:v>92.374974366290104</c:v>
                </c:pt>
                <c:pt idx="431">
                  <c:v>91.459293668696546</c:v>
                </c:pt>
                <c:pt idx="432">
                  <c:v>91.766898187362344</c:v>
                </c:pt>
                <c:pt idx="433">
                  <c:v>91.9233752685967</c:v>
                </c:pt>
                <c:pt idx="434">
                  <c:v>92.67633763385254</c:v>
                </c:pt>
                <c:pt idx="435">
                  <c:v>92.133348787859873</c:v>
                </c:pt>
                <c:pt idx="436">
                  <c:v>91.322877751723027</c:v>
                </c:pt>
                <c:pt idx="437">
                  <c:v>90.803516499193094</c:v>
                </c:pt>
                <c:pt idx="438">
                  <c:v>91.576540028709758</c:v>
                </c:pt>
                <c:pt idx="439">
                  <c:v>91.334022842979039</c:v>
                </c:pt>
                <c:pt idx="440">
                  <c:v>91.199390140606468</c:v>
                </c:pt>
                <c:pt idx="441">
                  <c:v>90.576156637570534</c:v>
                </c:pt>
                <c:pt idx="442">
                  <c:v>92.523426981820123</c:v>
                </c:pt>
                <c:pt idx="443">
                  <c:v>92.826127660333285</c:v>
                </c:pt>
                <c:pt idx="444">
                  <c:v>92.48597947519994</c:v>
                </c:pt>
                <c:pt idx="445">
                  <c:v>93.414588478650458</c:v>
                </c:pt>
                <c:pt idx="446">
                  <c:v>92.082527171732494</c:v>
                </c:pt>
                <c:pt idx="447">
                  <c:v>91.491391531513855</c:v>
                </c:pt>
                <c:pt idx="448">
                  <c:v>90.563674135363812</c:v>
                </c:pt>
                <c:pt idx="449">
                  <c:v>89.632390310011843</c:v>
                </c:pt>
                <c:pt idx="450">
                  <c:v>89.592267981490224</c:v>
                </c:pt>
                <c:pt idx="451">
                  <c:v>89.898089285555074</c:v>
                </c:pt>
                <c:pt idx="452">
                  <c:v>89.076918961812453</c:v>
                </c:pt>
                <c:pt idx="453">
                  <c:v>88.01278564868889</c:v>
                </c:pt>
                <c:pt idx="454">
                  <c:v>87.464447158893336</c:v>
                </c:pt>
                <c:pt idx="455">
                  <c:v>88.483554303342629</c:v>
                </c:pt>
                <c:pt idx="456">
                  <c:v>88.893247857913465</c:v>
                </c:pt>
                <c:pt idx="457">
                  <c:v>89.235625061297995</c:v>
                </c:pt>
                <c:pt idx="458">
                  <c:v>86.336563923785405</c:v>
                </c:pt>
                <c:pt idx="459">
                  <c:v>86.082455843148438</c:v>
                </c:pt>
                <c:pt idx="460">
                  <c:v>84.119582371140453</c:v>
                </c:pt>
                <c:pt idx="461">
                  <c:v>84.586784596592267</c:v>
                </c:pt>
                <c:pt idx="462">
                  <c:v>85.959859839332367</c:v>
                </c:pt>
                <c:pt idx="463">
                  <c:v>84.668812468236482</c:v>
                </c:pt>
                <c:pt idx="464">
                  <c:v>84.492720026391581</c:v>
                </c:pt>
                <c:pt idx="465">
                  <c:v>84.290325169182481</c:v>
                </c:pt>
                <c:pt idx="466">
                  <c:v>84.786950435550168</c:v>
                </c:pt>
                <c:pt idx="467">
                  <c:v>85.147159784944321</c:v>
                </c:pt>
                <c:pt idx="468">
                  <c:v>86.095829952655649</c:v>
                </c:pt>
                <c:pt idx="469">
                  <c:v>90.185186836309811</c:v>
                </c:pt>
                <c:pt idx="470">
                  <c:v>90.107617001168009</c:v>
                </c:pt>
                <c:pt idx="471">
                  <c:v>89.692127999144049</c:v>
                </c:pt>
                <c:pt idx="472">
                  <c:v>89.942669650579106</c:v>
                </c:pt>
                <c:pt idx="473">
                  <c:v>89.60430468004671</c:v>
                </c:pt>
                <c:pt idx="474">
                  <c:v>88.472409212086617</c:v>
                </c:pt>
                <c:pt idx="475">
                  <c:v>87.69849407526948</c:v>
                </c:pt>
                <c:pt idx="476">
                  <c:v>87.689132198614445</c:v>
                </c:pt>
                <c:pt idx="477">
                  <c:v>87.180470233690272</c:v>
                </c:pt>
                <c:pt idx="478">
                  <c:v>88.589209768449578</c:v>
                </c:pt>
                <c:pt idx="479">
                  <c:v>89.138439865545621</c:v>
                </c:pt>
                <c:pt idx="480">
                  <c:v>88.749699082536083</c:v>
                </c:pt>
                <c:pt idx="481">
                  <c:v>89.683657729789473</c:v>
                </c:pt>
                <c:pt idx="482">
                  <c:v>90.310457662027332</c:v>
                </c:pt>
                <c:pt idx="483">
                  <c:v>90.906051338748355</c:v>
                </c:pt>
                <c:pt idx="484">
                  <c:v>91.148568524479074</c:v>
                </c:pt>
                <c:pt idx="485">
                  <c:v>91.154809775582436</c:v>
                </c:pt>
                <c:pt idx="486">
                  <c:v>92.039284217659173</c:v>
                </c:pt>
                <c:pt idx="487">
                  <c:v>91.195823711404543</c:v>
                </c:pt>
                <c:pt idx="488">
                  <c:v>90.614049947840968</c:v>
                </c:pt>
                <c:pt idx="489">
                  <c:v>89.794217035049073</c:v>
                </c:pt>
                <c:pt idx="490">
                  <c:v>89.368474549069603</c:v>
                </c:pt>
                <c:pt idx="491">
                  <c:v>90.682703709977972</c:v>
                </c:pt>
                <c:pt idx="492">
                  <c:v>90.931462146812052</c:v>
                </c:pt>
                <c:pt idx="493">
                  <c:v>91.762885954510196</c:v>
                </c:pt>
                <c:pt idx="494">
                  <c:v>92.720472195226336</c:v>
                </c:pt>
                <c:pt idx="495">
                  <c:v>92.433374644471584</c:v>
                </c:pt>
                <c:pt idx="496">
                  <c:v>92.390577494048514</c:v>
                </c:pt>
                <c:pt idx="497">
                  <c:v>93.59112672414561</c:v>
                </c:pt>
                <c:pt idx="498">
                  <c:v>92.727605053630171</c:v>
                </c:pt>
                <c:pt idx="499">
                  <c:v>90.145510311438429</c:v>
                </c:pt>
                <c:pt idx="500">
                  <c:v>90.930124735861341</c:v>
                </c:pt>
                <c:pt idx="501">
                  <c:v>91.1356402186221</c:v>
                </c:pt>
                <c:pt idx="502">
                  <c:v>91.127169949267525</c:v>
                </c:pt>
                <c:pt idx="503">
                  <c:v>92.716459962374159</c:v>
                </c:pt>
                <c:pt idx="504">
                  <c:v>91.510561088474191</c:v>
                </c:pt>
                <c:pt idx="505">
                  <c:v>90.704102285189521</c:v>
                </c:pt>
                <c:pt idx="506">
                  <c:v>91.004573945451455</c:v>
                </c:pt>
                <c:pt idx="507">
                  <c:v>91.225692555970653</c:v>
                </c:pt>
                <c:pt idx="508">
                  <c:v>91.141435666075225</c:v>
                </c:pt>
                <c:pt idx="509">
                  <c:v>90.343447132145101</c:v>
                </c:pt>
                <c:pt idx="510">
                  <c:v>91.116916465312002</c:v>
                </c:pt>
                <c:pt idx="511">
                  <c:v>90.958210365826474</c:v>
                </c:pt>
                <c:pt idx="512">
                  <c:v>90.626978253697942</c:v>
                </c:pt>
                <c:pt idx="513">
                  <c:v>90.782117923981559</c:v>
                </c:pt>
                <c:pt idx="514">
                  <c:v>90.68225790632772</c:v>
                </c:pt>
                <c:pt idx="515">
                  <c:v>87.809944987829553</c:v>
                </c:pt>
                <c:pt idx="516">
                  <c:v>86.931711796856192</c:v>
                </c:pt>
                <c:pt idx="517">
                  <c:v>88.500940645702002</c:v>
                </c:pt>
                <c:pt idx="518">
                  <c:v>89.390764731581612</c:v>
                </c:pt>
                <c:pt idx="519">
                  <c:v>89.419741968847234</c:v>
                </c:pt>
                <c:pt idx="520">
                  <c:v>89.142452098397783</c:v>
                </c:pt>
                <c:pt idx="521">
                  <c:v>89.223588362741495</c:v>
                </c:pt>
                <c:pt idx="522">
                  <c:v>90.657738705564512</c:v>
                </c:pt>
                <c:pt idx="523">
                  <c:v>92.618828962971548</c:v>
                </c:pt>
                <c:pt idx="524">
                  <c:v>93.198819511934147</c:v>
                </c:pt>
                <c:pt idx="525">
                  <c:v>93.38784025963605</c:v>
                </c:pt>
                <c:pt idx="526">
                  <c:v>92.973688668562801</c:v>
                </c:pt>
                <c:pt idx="527">
                  <c:v>94.760469698725885</c:v>
                </c:pt>
                <c:pt idx="528">
                  <c:v>93.86128373619124</c:v>
                </c:pt>
                <c:pt idx="529">
                  <c:v>95.145644052533498</c:v>
                </c:pt>
                <c:pt idx="530">
                  <c:v>95.23034674607915</c:v>
                </c:pt>
                <c:pt idx="531">
                  <c:v>93.750724430931626</c:v>
                </c:pt>
                <c:pt idx="532">
                  <c:v>95.309699795821928</c:v>
                </c:pt>
                <c:pt idx="533">
                  <c:v>95.461718840553871</c:v>
                </c:pt>
                <c:pt idx="534">
                  <c:v>95.232129960680126</c:v>
                </c:pt>
                <c:pt idx="535">
                  <c:v>95.830398459302572</c:v>
                </c:pt>
                <c:pt idx="536">
                  <c:v>95.772889788421594</c:v>
                </c:pt>
                <c:pt idx="537">
                  <c:v>96.349313908182282</c:v>
                </c:pt>
                <c:pt idx="538">
                  <c:v>96.106796722451548</c:v>
                </c:pt>
                <c:pt idx="539">
                  <c:v>96.285563986197914</c:v>
                </c:pt>
                <c:pt idx="540">
                  <c:v>95.753720231461259</c:v>
                </c:pt>
                <c:pt idx="541">
                  <c:v>95.622653958290599</c:v>
                </c:pt>
                <c:pt idx="542">
                  <c:v>95.846447390711234</c:v>
                </c:pt>
                <c:pt idx="543">
                  <c:v>97.000187237533098</c:v>
                </c:pt>
                <c:pt idx="544">
                  <c:v>95.371220699555067</c:v>
                </c:pt>
                <c:pt idx="545">
                  <c:v>96.490633665308451</c:v>
                </c:pt>
                <c:pt idx="546">
                  <c:v>97.191882807136423</c:v>
                </c:pt>
                <c:pt idx="547">
                  <c:v>96.086289754540502</c:v>
                </c:pt>
                <c:pt idx="548">
                  <c:v>96.179462717440728</c:v>
                </c:pt>
                <c:pt idx="549">
                  <c:v>96.144690032721982</c:v>
                </c:pt>
                <c:pt idx="550">
                  <c:v>96.746524960546367</c:v>
                </c:pt>
                <c:pt idx="551">
                  <c:v>96.016744385103024</c:v>
                </c:pt>
                <c:pt idx="552">
                  <c:v>94.942803391674175</c:v>
                </c:pt>
                <c:pt idx="553">
                  <c:v>95.233021567980586</c:v>
                </c:pt>
                <c:pt idx="554">
                  <c:v>95.769769162869906</c:v>
                </c:pt>
                <c:pt idx="555">
                  <c:v>95.676150396319443</c:v>
                </c:pt>
                <c:pt idx="556">
                  <c:v>95.430958388687287</c:v>
                </c:pt>
                <c:pt idx="557">
                  <c:v>94.439045266902639</c:v>
                </c:pt>
                <c:pt idx="558">
                  <c:v>93.710602102410007</c:v>
                </c:pt>
                <c:pt idx="559">
                  <c:v>93.958914735593851</c:v>
                </c:pt>
                <c:pt idx="560">
                  <c:v>93.491712510142023</c:v>
                </c:pt>
                <c:pt idx="561">
                  <c:v>92.175700134632692</c:v>
                </c:pt>
                <c:pt idx="562">
                  <c:v>92.716905766024411</c:v>
                </c:pt>
                <c:pt idx="563">
                  <c:v>92.04463386146206</c:v>
                </c:pt>
                <c:pt idx="564">
                  <c:v>89.73314193496617</c:v>
                </c:pt>
                <c:pt idx="565">
                  <c:v>89.168754513761954</c:v>
                </c:pt>
                <c:pt idx="566">
                  <c:v>88.996228501118964</c:v>
                </c:pt>
                <c:pt idx="567">
                  <c:v>88.668562818192342</c:v>
                </c:pt>
                <c:pt idx="568">
                  <c:v>89.508902698895284</c:v>
                </c:pt>
                <c:pt idx="569">
                  <c:v>89.233396043046781</c:v>
                </c:pt>
                <c:pt idx="570">
                  <c:v>89.680982907888051</c:v>
                </c:pt>
                <c:pt idx="571">
                  <c:v>89.97432170974615</c:v>
                </c:pt>
                <c:pt idx="572">
                  <c:v>88.864270620647829</c:v>
                </c:pt>
                <c:pt idx="573">
                  <c:v>89.270843549666978</c:v>
                </c:pt>
                <c:pt idx="574">
                  <c:v>88.65875513788707</c:v>
                </c:pt>
                <c:pt idx="575">
                  <c:v>89.217347111638148</c:v>
                </c:pt>
                <c:pt idx="576">
                  <c:v>90.329181415337416</c:v>
                </c:pt>
                <c:pt idx="577">
                  <c:v>90.110291823069446</c:v>
                </c:pt>
                <c:pt idx="578">
                  <c:v>89.930632952022606</c:v>
                </c:pt>
                <c:pt idx="579">
                  <c:v>91.025526717012752</c:v>
                </c:pt>
                <c:pt idx="580">
                  <c:v>91.653664060201322</c:v>
                </c:pt>
                <c:pt idx="581">
                  <c:v>91.118253876262727</c:v>
                </c:pt>
                <c:pt idx="582">
                  <c:v>91.444136344588387</c:v>
                </c:pt>
                <c:pt idx="583">
                  <c:v>92.43560366272277</c:v>
                </c:pt>
                <c:pt idx="584">
                  <c:v>92.189965851440377</c:v>
                </c:pt>
                <c:pt idx="585">
                  <c:v>93.273714525174526</c:v>
                </c:pt>
                <c:pt idx="586">
                  <c:v>93.059728773059177</c:v>
                </c:pt>
                <c:pt idx="587">
                  <c:v>94.025339479479655</c:v>
                </c:pt>
                <c:pt idx="588">
                  <c:v>93.229579963800745</c:v>
                </c:pt>
                <c:pt idx="589">
                  <c:v>93.662009504533813</c:v>
                </c:pt>
                <c:pt idx="590">
                  <c:v>93.709710495109533</c:v>
                </c:pt>
                <c:pt idx="591">
                  <c:v>93.700794422104721</c:v>
                </c:pt>
                <c:pt idx="592">
                  <c:v>95.743912551155958</c:v>
                </c:pt>
                <c:pt idx="593">
                  <c:v>95.717610135791787</c:v>
                </c:pt>
                <c:pt idx="594">
                  <c:v>94.228180140338992</c:v>
                </c:pt>
                <c:pt idx="595">
                  <c:v>94.590618507984331</c:v>
                </c:pt>
                <c:pt idx="596">
                  <c:v>94.056545734996476</c:v>
                </c:pt>
                <c:pt idx="597">
                  <c:v>94.284797203919496</c:v>
                </c:pt>
                <c:pt idx="598">
                  <c:v>94.590172704334108</c:v>
                </c:pt>
                <c:pt idx="599">
                  <c:v>95.046229838529911</c:v>
                </c:pt>
                <c:pt idx="600">
                  <c:v>97.249837281667666</c:v>
                </c:pt>
                <c:pt idx="601">
                  <c:v>95.413126242677677</c:v>
                </c:pt>
                <c:pt idx="602">
                  <c:v>94.064570200700786</c:v>
                </c:pt>
                <c:pt idx="603">
                  <c:v>93.107429763634897</c:v>
                </c:pt>
                <c:pt idx="604">
                  <c:v>93.35797141506994</c:v>
                </c:pt>
                <c:pt idx="605">
                  <c:v>92.183278796686778</c:v>
                </c:pt>
                <c:pt idx="606">
                  <c:v>92.424904375117023</c:v>
                </c:pt>
                <c:pt idx="607">
                  <c:v>91.63984414704386</c:v>
                </c:pt>
                <c:pt idx="608">
                  <c:v>90.850325882468326</c:v>
                </c:pt>
                <c:pt idx="609">
                  <c:v>90.925220895708676</c:v>
                </c:pt>
                <c:pt idx="610">
                  <c:v>91.74594541580106</c:v>
                </c:pt>
                <c:pt idx="611">
                  <c:v>91.152580757331236</c:v>
                </c:pt>
                <c:pt idx="612">
                  <c:v>90.939932416166613</c:v>
                </c:pt>
                <c:pt idx="613">
                  <c:v>90.681812102677497</c:v>
                </c:pt>
                <c:pt idx="614">
                  <c:v>89.7746016744385</c:v>
                </c:pt>
                <c:pt idx="615">
                  <c:v>90.351471597849425</c:v>
                </c:pt>
                <c:pt idx="616">
                  <c:v>90.269889529855462</c:v>
                </c:pt>
                <c:pt idx="617">
                  <c:v>90.543167167452751</c:v>
                </c:pt>
                <c:pt idx="618">
                  <c:v>90.853446508020014</c:v>
                </c:pt>
                <c:pt idx="619">
                  <c:v>91.063420027283172</c:v>
                </c:pt>
                <c:pt idx="620">
                  <c:v>90.59309717627967</c:v>
                </c:pt>
                <c:pt idx="621">
                  <c:v>90.488333318473195</c:v>
                </c:pt>
                <c:pt idx="622">
                  <c:v>89.943561257879566</c:v>
                </c:pt>
                <c:pt idx="623">
                  <c:v>92.371407937088193</c:v>
                </c:pt>
                <c:pt idx="624">
                  <c:v>92.994641440124099</c:v>
                </c:pt>
                <c:pt idx="625">
                  <c:v>92.740533359487145</c:v>
                </c:pt>
                <c:pt idx="626">
                  <c:v>93.088706010324799</c:v>
                </c:pt>
                <c:pt idx="627">
                  <c:v>92.10882958709665</c:v>
                </c:pt>
                <c:pt idx="628">
                  <c:v>93.135961197250282</c:v>
                </c:pt>
                <c:pt idx="629">
                  <c:v>93.558137254027841</c:v>
                </c:pt>
                <c:pt idx="630">
                  <c:v>94.365933468263236</c:v>
                </c:pt>
                <c:pt idx="631">
                  <c:v>93.53985930436798</c:v>
                </c:pt>
                <c:pt idx="632">
                  <c:v>95.504961794627164</c:v>
                </c:pt>
                <c:pt idx="633">
                  <c:v>96.503561971165411</c:v>
                </c:pt>
                <c:pt idx="634">
                  <c:v>96.385869807501976</c:v>
                </c:pt>
                <c:pt idx="635">
                  <c:v>96.141569407170309</c:v>
                </c:pt>
                <c:pt idx="636">
                  <c:v>94.62004154890019</c:v>
                </c:pt>
                <c:pt idx="637">
                  <c:v>95.39707731126903</c:v>
                </c:pt>
                <c:pt idx="638">
                  <c:v>95.89905222143959</c:v>
                </c:pt>
                <c:pt idx="639">
                  <c:v>96.310083186961137</c:v>
                </c:pt>
                <c:pt idx="640">
                  <c:v>95.64583574810311</c:v>
                </c:pt>
                <c:pt idx="641">
                  <c:v>95.24594987383756</c:v>
                </c:pt>
                <c:pt idx="642">
                  <c:v>95.918667582050162</c:v>
                </c:pt>
                <c:pt idx="643">
                  <c:v>95.212960403719777</c:v>
                </c:pt>
                <c:pt idx="644">
                  <c:v>94.721684781154991</c:v>
                </c:pt>
                <c:pt idx="645">
                  <c:v>94.631186640156201</c:v>
                </c:pt>
                <c:pt idx="646">
                  <c:v>95.06629100279072</c:v>
                </c:pt>
                <c:pt idx="647">
                  <c:v>94.929875085817201</c:v>
                </c:pt>
                <c:pt idx="648">
                  <c:v>94.397139723780043</c:v>
                </c:pt>
                <c:pt idx="649">
                  <c:v>95.042663409328</c:v>
                </c:pt>
                <c:pt idx="650">
                  <c:v>96.273973091291651</c:v>
                </c:pt>
                <c:pt idx="651">
                  <c:v>94.242891660796914</c:v>
                </c:pt>
                <c:pt idx="652">
                  <c:v>93.0842479738224</c:v>
                </c:pt>
                <c:pt idx="653">
                  <c:v>93.139527626452207</c:v>
                </c:pt>
                <c:pt idx="654">
                  <c:v>93.424841962605981</c:v>
                </c:pt>
                <c:pt idx="655">
                  <c:v>93.653539235179252</c:v>
                </c:pt>
                <c:pt idx="656">
                  <c:v>94.441720088804075</c:v>
                </c:pt>
                <c:pt idx="657">
                  <c:v>93.672262988489337</c:v>
                </c:pt>
                <c:pt idx="658">
                  <c:v>93.558583057678064</c:v>
                </c:pt>
                <c:pt idx="659">
                  <c:v>94.138127802990439</c:v>
                </c:pt>
                <c:pt idx="660">
                  <c:v>93.747158001729716</c:v>
                </c:pt>
                <c:pt idx="661">
                  <c:v>93.099405297930574</c:v>
                </c:pt>
                <c:pt idx="662">
                  <c:v>93.600934404450896</c:v>
                </c:pt>
                <c:pt idx="663">
                  <c:v>92.920192230533971</c:v>
                </c:pt>
                <c:pt idx="664">
                  <c:v>93.270593899622853</c:v>
                </c:pt>
                <c:pt idx="665">
                  <c:v>93.232254785702168</c:v>
                </c:pt>
                <c:pt idx="666">
                  <c:v>93.257665593765864</c:v>
                </c:pt>
                <c:pt idx="667">
                  <c:v>93.628574230765807</c:v>
                </c:pt>
                <c:pt idx="668">
                  <c:v>93.666021737385975</c:v>
                </c:pt>
                <c:pt idx="669">
                  <c:v>93.583548062091509</c:v>
                </c:pt>
                <c:pt idx="670">
                  <c:v>94.508144832689894</c:v>
                </c:pt>
                <c:pt idx="671">
                  <c:v>94.951719464678973</c:v>
                </c:pt>
                <c:pt idx="672">
                  <c:v>94.999420455254679</c:v>
                </c:pt>
                <c:pt idx="673">
                  <c:v>94.968214199737872</c:v>
                </c:pt>
                <c:pt idx="674">
                  <c:v>94.990504382249867</c:v>
                </c:pt>
                <c:pt idx="675">
                  <c:v>94.796579794395356</c:v>
                </c:pt>
                <c:pt idx="676">
                  <c:v>94.235312998742828</c:v>
                </c:pt>
                <c:pt idx="677">
                  <c:v>94.051196091193589</c:v>
                </c:pt>
                <c:pt idx="678">
                  <c:v>94.012856977272932</c:v>
                </c:pt>
                <c:pt idx="679">
                  <c:v>93.814028549265743</c:v>
                </c:pt>
                <c:pt idx="680">
                  <c:v>93.398985350892048</c:v>
                </c:pt>
                <c:pt idx="681">
                  <c:v>94.029797515982068</c:v>
                </c:pt>
                <c:pt idx="682">
                  <c:v>93.974072059702024</c:v>
                </c:pt>
                <c:pt idx="683">
                  <c:v>93.838547750028965</c:v>
                </c:pt>
                <c:pt idx="684">
                  <c:v>95.003878491757092</c:v>
                </c:pt>
                <c:pt idx="685">
                  <c:v>95.225442905926514</c:v>
                </c:pt>
                <c:pt idx="686">
                  <c:v>95.635582264147573</c:v>
                </c:pt>
                <c:pt idx="687">
                  <c:v>96.162076375081355</c:v>
                </c:pt>
                <c:pt idx="688">
                  <c:v>97.01846518719293</c:v>
                </c:pt>
                <c:pt idx="689">
                  <c:v>97.400964719099122</c:v>
                </c:pt>
                <c:pt idx="690">
                  <c:v>97.734425849478853</c:v>
                </c:pt>
                <c:pt idx="691">
                  <c:v>97.565912069688039</c:v>
                </c:pt>
                <c:pt idx="692">
                  <c:v>97.275693893381586</c:v>
                </c:pt>
                <c:pt idx="693">
                  <c:v>97.102722077088373</c:v>
                </c:pt>
                <c:pt idx="694">
                  <c:v>98.057633495903062</c:v>
                </c:pt>
                <c:pt idx="695">
                  <c:v>97.049671442709766</c:v>
                </c:pt>
                <c:pt idx="696">
                  <c:v>97.412109810355133</c:v>
                </c:pt>
                <c:pt idx="697">
                  <c:v>97.034068314951355</c:v>
                </c:pt>
                <c:pt idx="698">
                  <c:v>96.846830781850429</c:v>
                </c:pt>
                <c:pt idx="699">
                  <c:v>96.777731216063188</c:v>
                </c:pt>
                <c:pt idx="700">
                  <c:v>96.631507618784369</c:v>
                </c:pt>
                <c:pt idx="701">
                  <c:v>96.447836514885381</c:v>
                </c:pt>
                <c:pt idx="702">
                  <c:v>96.702390399172586</c:v>
                </c:pt>
                <c:pt idx="703">
                  <c:v>96.641761102739892</c:v>
                </c:pt>
                <c:pt idx="704">
                  <c:v>97.451786335226501</c:v>
                </c:pt>
                <c:pt idx="705">
                  <c:v>99.611259216990462</c:v>
                </c:pt>
                <c:pt idx="706">
                  <c:v>100.26926540474513</c:v>
                </c:pt>
                <c:pt idx="707">
                  <c:v>100.29200139090739</c:v>
                </c:pt>
                <c:pt idx="708">
                  <c:v>100.0610751000829</c:v>
                </c:pt>
                <c:pt idx="709">
                  <c:v>100.18277949659853</c:v>
                </c:pt>
                <c:pt idx="710">
                  <c:v>99.581390372424366</c:v>
                </c:pt>
                <c:pt idx="711">
                  <c:v>99.172588425154018</c:v>
                </c:pt>
                <c:pt idx="712">
                  <c:v>100.90542721363802</c:v>
                </c:pt>
                <c:pt idx="713">
                  <c:v>99.414214003584249</c:v>
                </c:pt>
                <c:pt idx="714">
                  <c:v>98.969301960644458</c:v>
                </c:pt>
                <c:pt idx="715">
                  <c:v>99.141827973287448</c:v>
                </c:pt>
                <c:pt idx="716">
                  <c:v>99.124441630928075</c:v>
                </c:pt>
                <c:pt idx="717">
                  <c:v>100.13284948777161</c:v>
                </c:pt>
                <c:pt idx="718">
                  <c:v>100.80868782153587</c:v>
                </c:pt>
                <c:pt idx="719">
                  <c:v>100.8786789946236</c:v>
                </c:pt>
                <c:pt idx="720">
                  <c:v>100.48949240796384</c:v>
                </c:pt>
                <c:pt idx="721">
                  <c:v>100.15380225933291</c:v>
                </c:pt>
                <c:pt idx="722">
                  <c:v>99.10527207396774</c:v>
                </c:pt>
                <c:pt idx="723">
                  <c:v>97.617625293115893</c:v>
                </c:pt>
                <c:pt idx="724">
                  <c:v>98.804800413705777</c:v>
                </c:pt>
                <c:pt idx="725">
                  <c:v>98.303271307185454</c:v>
                </c:pt>
                <c:pt idx="726">
                  <c:v>98.744616920923335</c:v>
                </c:pt>
                <c:pt idx="727">
                  <c:v>99.534580989149134</c:v>
                </c:pt>
                <c:pt idx="728">
                  <c:v>99.62285011189671</c:v>
                </c:pt>
                <c:pt idx="729">
                  <c:v>100.96561070642045</c:v>
                </c:pt>
                <c:pt idx="730">
                  <c:v>100.50598714302272</c:v>
                </c:pt>
                <c:pt idx="731">
                  <c:v>100.32097862817299</c:v>
                </c:pt>
                <c:pt idx="732">
                  <c:v>100.53228955838689</c:v>
                </c:pt>
                <c:pt idx="733">
                  <c:v>100.64730690014889</c:v>
                </c:pt>
                <c:pt idx="734">
                  <c:v>100.88714926397817</c:v>
                </c:pt>
                <c:pt idx="735">
                  <c:v>100.22245602146988</c:v>
                </c:pt>
                <c:pt idx="736">
                  <c:v>100.7890724609253</c:v>
                </c:pt>
                <c:pt idx="737">
                  <c:v>101.41408917856218</c:v>
                </c:pt>
                <c:pt idx="738">
                  <c:v>102.55178009397541</c:v>
                </c:pt>
                <c:pt idx="739">
                  <c:v>102.60081849550183</c:v>
                </c:pt>
                <c:pt idx="740">
                  <c:v>102.61731323056074</c:v>
                </c:pt>
                <c:pt idx="741">
                  <c:v>102.50274169244898</c:v>
                </c:pt>
                <c:pt idx="742">
                  <c:v>104.01267865581283</c:v>
                </c:pt>
                <c:pt idx="743">
                  <c:v>103.12107135533226</c:v>
                </c:pt>
                <c:pt idx="744">
                  <c:v>103.44739962730813</c:v>
                </c:pt>
                <c:pt idx="745">
                  <c:v>103.30786308478295</c:v>
                </c:pt>
                <c:pt idx="746">
                  <c:v>103.34441898410263</c:v>
                </c:pt>
                <c:pt idx="747">
                  <c:v>103.72558110505807</c:v>
                </c:pt>
                <c:pt idx="748">
                  <c:v>105.00325436664674</c:v>
                </c:pt>
                <c:pt idx="749">
                  <c:v>105.12807938871403</c:v>
                </c:pt>
                <c:pt idx="750">
                  <c:v>107.48058525103204</c:v>
                </c:pt>
                <c:pt idx="751">
                  <c:v>107.91212318446463</c:v>
                </c:pt>
                <c:pt idx="752">
                  <c:v>107.87735049974589</c:v>
                </c:pt>
                <c:pt idx="753">
                  <c:v>106.92868033203456</c:v>
                </c:pt>
                <c:pt idx="754">
                  <c:v>110.83525771909019</c:v>
                </c:pt>
                <c:pt idx="755">
                  <c:v>111.73087725242293</c:v>
                </c:pt>
                <c:pt idx="756">
                  <c:v>112.08127892151181</c:v>
                </c:pt>
                <c:pt idx="757">
                  <c:v>112.64432893176529</c:v>
                </c:pt>
                <c:pt idx="758">
                  <c:v>114.97231559332009</c:v>
                </c:pt>
                <c:pt idx="759">
                  <c:v>116.34494503240991</c:v>
                </c:pt>
                <c:pt idx="760">
                  <c:v>118.13395508082418</c:v>
                </c:pt>
                <c:pt idx="761">
                  <c:v>116.95970826609128</c:v>
                </c:pt>
                <c:pt idx="762">
                  <c:v>118.07109676614031</c:v>
                </c:pt>
                <c:pt idx="763">
                  <c:v>116.87143914334371</c:v>
                </c:pt>
                <c:pt idx="764">
                  <c:v>115.78769046960954</c:v>
                </c:pt>
                <c:pt idx="765">
                  <c:v>115.5933200781048</c:v>
                </c:pt>
                <c:pt idx="766">
                  <c:v>115.7627254651961</c:v>
                </c:pt>
                <c:pt idx="767">
                  <c:v>115.34634485587168</c:v>
                </c:pt>
                <c:pt idx="768">
                  <c:v>112.00682971192168</c:v>
                </c:pt>
                <c:pt idx="769">
                  <c:v>111.00555471348198</c:v>
                </c:pt>
                <c:pt idx="770">
                  <c:v>112.23864761004663</c:v>
                </c:pt>
                <c:pt idx="771">
                  <c:v>111.38582522713696</c:v>
                </c:pt>
                <c:pt idx="772">
                  <c:v>110.76125431315032</c:v>
                </c:pt>
                <c:pt idx="773">
                  <c:v>110.73762671968757</c:v>
                </c:pt>
                <c:pt idx="774">
                  <c:v>111.06306338436298</c:v>
                </c:pt>
                <c:pt idx="775">
                  <c:v>110.89767023012385</c:v>
                </c:pt>
                <c:pt idx="776">
                  <c:v>109.94766265146178</c:v>
                </c:pt>
                <c:pt idx="777">
                  <c:v>110.3096552154569</c:v>
                </c:pt>
                <c:pt idx="778">
                  <c:v>112.87793004449118</c:v>
                </c:pt>
                <c:pt idx="779">
                  <c:v>113.50383836942856</c:v>
                </c:pt>
                <c:pt idx="780">
                  <c:v>114.76011305580569</c:v>
                </c:pt>
                <c:pt idx="781">
                  <c:v>113.35137352104638</c:v>
                </c:pt>
                <c:pt idx="782">
                  <c:v>113.65139937765809</c:v>
                </c:pt>
                <c:pt idx="783">
                  <c:v>114.20597911855701</c:v>
                </c:pt>
                <c:pt idx="784">
                  <c:v>113.85334843121694</c:v>
                </c:pt>
                <c:pt idx="785">
                  <c:v>114.63974607024082</c:v>
                </c:pt>
                <c:pt idx="786">
                  <c:v>113.28851520636249</c:v>
                </c:pt>
                <c:pt idx="787">
                  <c:v>113.03039489287336</c:v>
                </c:pt>
                <c:pt idx="788">
                  <c:v>113.07720427614861</c:v>
                </c:pt>
                <c:pt idx="789">
                  <c:v>113.65541161051024</c:v>
                </c:pt>
                <c:pt idx="790">
                  <c:v>115.22597787030679</c:v>
                </c:pt>
                <c:pt idx="791">
                  <c:v>113.53905685779755</c:v>
                </c:pt>
                <c:pt idx="792">
                  <c:v>114.00937970880105</c:v>
                </c:pt>
                <c:pt idx="793">
                  <c:v>113.78959850923258</c:v>
                </c:pt>
                <c:pt idx="794">
                  <c:v>113.21986144422549</c:v>
                </c:pt>
                <c:pt idx="795">
                  <c:v>110.74921761459382</c:v>
                </c:pt>
                <c:pt idx="796">
                  <c:v>112.42365612489635</c:v>
                </c:pt>
                <c:pt idx="797">
                  <c:v>112.42142710664515</c:v>
                </c:pt>
                <c:pt idx="798">
                  <c:v>111.35818540082205</c:v>
                </c:pt>
                <c:pt idx="799">
                  <c:v>111.81736316056956</c:v>
                </c:pt>
                <c:pt idx="800">
                  <c:v>111.11566821509133</c:v>
                </c:pt>
                <c:pt idx="801">
                  <c:v>111.61318508875951</c:v>
                </c:pt>
                <c:pt idx="802">
                  <c:v>111.55389320327754</c:v>
                </c:pt>
                <c:pt idx="803">
                  <c:v>113.29743127936732</c:v>
                </c:pt>
                <c:pt idx="804">
                  <c:v>112.48027318847687</c:v>
                </c:pt>
                <c:pt idx="805">
                  <c:v>111.36933049207806</c:v>
                </c:pt>
                <c:pt idx="806">
                  <c:v>113.07854168709932</c:v>
                </c:pt>
                <c:pt idx="807">
                  <c:v>112.37238870511872</c:v>
                </c:pt>
                <c:pt idx="808">
                  <c:v>111.72909403782198</c:v>
                </c:pt>
                <c:pt idx="809">
                  <c:v>112.13343794858991</c:v>
                </c:pt>
                <c:pt idx="810">
                  <c:v>113.76106707561722</c:v>
                </c:pt>
                <c:pt idx="811">
                  <c:v>117.40863254188325</c:v>
                </c:pt>
                <c:pt idx="812">
                  <c:v>118.23114027657657</c:v>
                </c:pt>
                <c:pt idx="813">
                  <c:v>117.71980348975097</c:v>
                </c:pt>
                <c:pt idx="814">
                  <c:v>117.35602771115488</c:v>
                </c:pt>
                <c:pt idx="815">
                  <c:v>117.01454211507082</c:v>
                </c:pt>
                <c:pt idx="816">
                  <c:v>118.34704922563905</c:v>
                </c:pt>
                <c:pt idx="817">
                  <c:v>124.02569612239984</c:v>
                </c:pt>
                <c:pt idx="818">
                  <c:v>124.94940128569773</c:v>
                </c:pt>
                <c:pt idx="819">
                  <c:v>122.46047950640619</c:v>
                </c:pt>
                <c:pt idx="820">
                  <c:v>123.86565261196358</c:v>
                </c:pt>
                <c:pt idx="821">
                  <c:v>125.06263541285875</c:v>
                </c:pt>
                <c:pt idx="822">
                  <c:v>122.99633549399502</c:v>
                </c:pt>
                <c:pt idx="823">
                  <c:v>124.7024260634646</c:v>
                </c:pt>
                <c:pt idx="824">
                  <c:v>122.6343429299999</c:v>
                </c:pt>
                <c:pt idx="825">
                  <c:v>120.13472186310261</c:v>
                </c:pt>
                <c:pt idx="826">
                  <c:v>119.95060495555336</c:v>
                </c:pt>
                <c:pt idx="827">
                  <c:v>119.69738848221687</c:v>
                </c:pt>
                <c:pt idx="828">
                  <c:v>119.29393617874942</c:v>
                </c:pt>
                <c:pt idx="829">
                  <c:v>119.95149656285385</c:v>
                </c:pt>
                <c:pt idx="830">
                  <c:v>119.71878705742841</c:v>
                </c:pt>
                <c:pt idx="831">
                  <c:v>120.17618160257496</c:v>
                </c:pt>
                <c:pt idx="832">
                  <c:v>119.88685503356899</c:v>
                </c:pt>
                <c:pt idx="833">
                  <c:v>120.41112012625159</c:v>
                </c:pt>
                <c:pt idx="834">
                  <c:v>120.59523703380081</c:v>
                </c:pt>
                <c:pt idx="835">
                  <c:v>120.40933691165063</c:v>
                </c:pt>
                <c:pt idx="836">
                  <c:v>120.00276398263148</c:v>
                </c:pt>
                <c:pt idx="837">
                  <c:v>120.22299098585019</c:v>
                </c:pt>
                <c:pt idx="838">
                  <c:v>120.22923223695355</c:v>
                </c:pt>
                <c:pt idx="839">
                  <c:v>120.04912756225647</c:v>
                </c:pt>
                <c:pt idx="840">
                  <c:v>122.82514689230275</c:v>
                </c:pt>
                <c:pt idx="841">
                  <c:v>122.70611731768859</c:v>
                </c:pt>
                <c:pt idx="842">
                  <c:v>120.34647859696675</c:v>
                </c:pt>
                <c:pt idx="843">
                  <c:v>120.91131182182117</c:v>
                </c:pt>
                <c:pt idx="844">
                  <c:v>120.88144297725509</c:v>
                </c:pt>
                <c:pt idx="845">
                  <c:v>121.84705368367554</c:v>
                </c:pt>
                <c:pt idx="846">
                  <c:v>120.88902163930916</c:v>
                </c:pt>
                <c:pt idx="847">
                  <c:v>121.21490410763482</c:v>
                </c:pt>
                <c:pt idx="848">
                  <c:v>119.55473131413999</c:v>
                </c:pt>
                <c:pt idx="849">
                  <c:v>120.6237684674162</c:v>
                </c:pt>
                <c:pt idx="850">
                  <c:v>122.00531397951086</c:v>
                </c:pt>
                <c:pt idx="851">
                  <c:v>122.7725420615744</c:v>
                </c:pt>
                <c:pt idx="852">
                  <c:v>122.81979724849987</c:v>
                </c:pt>
                <c:pt idx="853">
                  <c:v>123.57543443565714</c:v>
                </c:pt>
                <c:pt idx="854">
                  <c:v>125.12950596039478</c:v>
                </c:pt>
                <c:pt idx="855">
                  <c:v>123.26827572064158</c:v>
                </c:pt>
                <c:pt idx="856">
                  <c:v>125.90832493736457</c:v>
                </c:pt>
                <c:pt idx="857">
                  <c:v>125.040791033997</c:v>
                </c:pt>
                <c:pt idx="858">
                  <c:v>123.48270727640718</c:v>
                </c:pt>
                <c:pt idx="859">
                  <c:v>123.13899266207191</c:v>
                </c:pt>
                <c:pt idx="860">
                  <c:v>122.78948260028353</c:v>
                </c:pt>
                <c:pt idx="861">
                  <c:v>122.83762939450949</c:v>
                </c:pt>
                <c:pt idx="862">
                  <c:v>123.62313542623286</c:v>
                </c:pt>
                <c:pt idx="863">
                  <c:v>124.32126394250915</c:v>
                </c:pt>
                <c:pt idx="864">
                  <c:v>124.9890778105691</c:v>
                </c:pt>
                <c:pt idx="865">
                  <c:v>123.69981365407419</c:v>
                </c:pt>
                <c:pt idx="866">
                  <c:v>124.73140330073022</c:v>
                </c:pt>
                <c:pt idx="867">
                  <c:v>125.46965414552812</c:v>
                </c:pt>
                <c:pt idx="868">
                  <c:v>126.80929411450019</c:v>
                </c:pt>
                <c:pt idx="869">
                  <c:v>125.94978467683693</c:v>
                </c:pt>
                <c:pt idx="870">
                  <c:v>124.5619979136389</c:v>
                </c:pt>
                <c:pt idx="871">
                  <c:v>124.96723343170734</c:v>
                </c:pt>
                <c:pt idx="872">
                  <c:v>125.79553661385378</c:v>
                </c:pt>
                <c:pt idx="873">
                  <c:v>126.81107732910115</c:v>
                </c:pt>
                <c:pt idx="874">
                  <c:v>129.60804943070875</c:v>
                </c:pt>
                <c:pt idx="875">
                  <c:v>129.42259511220877</c:v>
                </c:pt>
                <c:pt idx="876">
                  <c:v>129.5942295175513</c:v>
                </c:pt>
                <c:pt idx="877">
                  <c:v>130.32668491489608</c:v>
                </c:pt>
                <c:pt idx="878">
                  <c:v>130.33738420250185</c:v>
                </c:pt>
                <c:pt idx="879">
                  <c:v>130.45730538441649</c:v>
                </c:pt>
                <c:pt idx="880">
                  <c:v>129.1925604286848</c:v>
                </c:pt>
                <c:pt idx="881">
                  <c:v>131.07875567285143</c:v>
                </c:pt>
                <c:pt idx="882">
                  <c:v>130.91648314416398</c:v>
                </c:pt>
                <c:pt idx="883">
                  <c:v>130.74440293517122</c:v>
                </c:pt>
                <c:pt idx="884">
                  <c:v>129.95488467059567</c:v>
                </c:pt>
                <c:pt idx="885">
                  <c:v>128.99863584083027</c:v>
                </c:pt>
                <c:pt idx="886">
                  <c:v>129.44265627646959</c:v>
                </c:pt>
                <c:pt idx="887">
                  <c:v>128.57467656945175</c:v>
                </c:pt>
                <c:pt idx="888">
                  <c:v>130.06588977950551</c:v>
                </c:pt>
                <c:pt idx="889">
                  <c:v>130.88215626309548</c:v>
                </c:pt>
                <c:pt idx="890">
                  <c:v>129.75204400973635</c:v>
                </c:pt>
                <c:pt idx="891">
                  <c:v>130.61244505470012</c:v>
                </c:pt>
                <c:pt idx="892">
                  <c:v>130.22415007534082</c:v>
                </c:pt>
                <c:pt idx="893">
                  <c:v>130.2972618739802</c:v>
                </c:pt>
                <c:pt idx="894">
                  <c:v>130.24777766880356</c:v>
                </c:pt>
                <c:pt idx="895">
                  <c:v>130.20453471473024</c:v>
                </c:pt>
                <c:pt idx="896">
                  <c:v>130.88171045944523</c:v>
                </c:pt>
                <c:pt idx="897">
                  <c:v>132.67339532976095</c:v>
                </c:pt>
                <c:pt idx="898">
                  <c:v>133.8235687473809</c:v>
                </c:pt>
                <c:pt idx="899">
                  <c:v>134.13652290984959</c:v>
                </c:pt>
                <c:pt idx="900">
                  <c:v>134.86808669989389</c:v>
                </c:pt>
                <c:pt idx="901">
                  <c:v>133.70632238736769</c:v>
                </c:pt>
                <c:pt idx="902">
                  <c:v>134.94164430218353</c:v>
                </c:pt>
                <c:pt idx="903">
                  <c:v>136.61162477598364</c:v>
                </c:pt>
                <c:pt idx="904">
                  <c:v>136.05971985698616</c:v>
                </c:pt>
                <c:pt idx="905">
                  <c:v>138.33242686591117</c:v>
                </c:pt>
                <c:pt idx="906">
                  <c:v>138.93961143753845</c:v>
                </c:pt>
                <c:pt idx="907">
                  <c:v>138.42158759595924</c:v>
                </c:pt>
                <c:pt idx="908">
                  <c:v>138.46527635368278</c:v>
                </c:pt>
                <c:pt idx="909">
                  <c:v>140.97559670818583</c:v>
                </c:pt>
                <c:pt idx="910">
                  <c:v>140.20257317866918</c:v>
                </c:pt>
                <c:pt idx="911">
                  <c:v>143.09138083222626</c:v>
                </c:pt>
                <c:pt idx="912">
                  <c:v>143.01291938978395</c:v>
                </c:pt>
                <c:pt idx="913">
                  <c:v>143.3851654377346</c:v>
                </c:pt>
                <c:pt idx="914">
                  <c:v>143.59157252779585</c:v>
                </c:pt>
                <c:pt idx="915">
                  <c:v>143.59603056429825</c:v>
                </c:pt>
                <c:pt idx="916">
                  <c:v>142.59653878045953</c:v>
                </c:pt>
                <c:pt idx="917">
                  <c:v>143.13908182280196</c:v>
                </c:pt>
                <c:pt idx="918">
                  <c:v>143.30358336974064</c:v>
                </c:pt>
                <c:pt idx="919">
                  <c:v>143.72531362286793</c:v>
                </c:pt>
                <c:pt idx="920">
                  <c:v>142.93356634004118</c:v>
                </c:pt>
                <c:pt idx="921">
                  <c:v>143.22735094554955</c:v>
                </c:pt>
                <c:pt idx="922">
                  <c:v>141.17264192159206</c:v>
                </c:pt>
                <c:pt idx="923">
                  <c:v>144.22015567463464</c:v>
                </c:pt>
                <c:pt idx="924">
                  <c:v>144.75155362572107</c:v>
                </c:pt>
                <c:pt idx="925">
                  <c:v>142.05488734541757</c:v>
                </c:pt>
                <c:pt idx="926">
                  <c:v>142.81765739097872</c:v>
                </c:pt>
                <c:pt idx="927">
                  <c:v>141.2132100537639</c:v>
                </c:pt>
                <c:pt idx="928">
                  <c:v>144.56164127071872</c:v>
                </c:pt>
                <c:pt idx="929">
                  <c:v>141.85293829185872</c:v>
                </c:pt>
                <c:pt idx="930">
                  <c:v>137.67397487450629</c:v>
                </c:pt>
                <c:pt idx="931">
                  <c:v>139.01628966537979</c:v>
                </c:pt>
                <c:pt idx="932">
                  <c:v>136.46228055315316</c:v>
                </c:pt>
                <c:pt idx="933">
                  <c:v>137.03825886926359</c:v>
                </c:pt>
                <c:pt idx="934">
                  <c:v>135.01787672637465</c:v>
                </c:pt>
                <c:pt idx="935">
                  <c:v>130.91469992956303</c:v>
                </c:pt>
                <c:pt idx="936">
                  <c:v>129.63256863147194</c:v>
                </c:pt>
                <c:pt idx="937">
                  <c:v>131.93291546671185</c:v>
                </c:pt>
                <c:pt idx="938">
                  <c:v>132.73669944809507</c:v>
                </c:pt>
                <c:pt idx="939">
                  <c:v>133.29172499264422</c:v>
                </c:pt>
                <c:pt idx="940">
                  <c:v>129.07665147962231</c:v>
                </c:pt>
                <c:pt idx="941">
                  <c:v>128.58270103515608</c:v>
                </c:pt>
                <c:pt idx="942">
                  <c:v>124.95608834045133</c:v>
                </c:pt>
                <c:pt idx="943">
                  <c:v>125.26324705546688</c:v>
                </c:pt>
                <c:pt idx="944">
                  <c:v>125.45628003602091</c:v>
                </c:pt>
                <c:pt idx="945">
                  <c:v>123.0293249641128</c:v>
                </c:pt>
                <c:pt idx="946">
                  <c:v>126.00773915136816</c:v>
                </c:pt>
                <c:pt idx="947">
                  <c:v>127.99780664604081</c:v>
                </c:pt>
                <c:pt idx="948">
                  <c:v>133.20702229909858</c:v>
                </c:pt>
                <c:pt idx="949">
                  <c:v>130.37081947626987</c:v>
                </c:pt>
                <c:pt idx="950">
                  <c:v>128.36202822828713</c:v>
                </c:pt>
                <c:pt idx="951">
                  <c:v>129.03117950729779</c:v>
                </c:pt>
                <c:pt idx="952">
                  <c:v>129.97227101295502</c:v>
                </c:pt>
                <c:pt idx="953">
                  <c:v>130.9155915368635</c:v>
                </c:pt>
                <c:pt idx="954">
                  <c:v>129.75783945718945</c:v>
                </c:pt>
                <c:pt idx="955">
                  <c:v>130.62492755690681</c:v>
                </c:pt>
                <c:pt idx="956">
                  <c:v>131.05022423923606</c:v>
                </c:pt>
                <c:pt idx="957">
                  <c:v>127.84311277940743</c:v>
                </c:pt>
                <c:pt idx="958">
                  <c:v>127.98264932193264</c:v>
                </c:pt>
                <c:pt idx="959">
                  <c:v>129.04366200950452</c:v>
                </c:pt>
                <c:pt idx="960">
                  <c:v>130.17288265556317</c:v>
                </c:pt>
                <c:pt idx="961">
                  <c:v>127.36699448095081</c:v>
                </c:pt>
                <c:pt idx="962">
                  <c:v>123.7475146446499</c:v>
                </c:pt>
                <c:pt idx="963">
                  <c:v>123.3601112725911</c:v>
                </c:pt>
                <c:pt idx="964">
                  <c:v>125.05149032160274</c:v>
                </c:pt>
                <c:pt idx="965">
                  <c:v>126.83425911891366</c:v>
                </c:pt>
                <c:pt idx="966">
                  <c:v>130.46800467202223</c:v>
                </c:pt>
                <c:pt idx="967">
                  <c:v>128.9736708364168</c:v>
                </c:pt>
                <c:pt idx="968">
                  <c:v>130.513922447997</c:v>
                </c:pt>
                <c:pt idx="969">
                  <c:v>131.42648252003886</c:v>
                </c:pt>
                <c:pt idx="970">
                  <c:v>133.74020346478596</c:v>
                </c:pt>
                <c:pt idx="971">
                  <c:v>133.8565582174987</c:v>
                </c:pt>
                <c:pt idx="972">
                  <c:v>131.01054771436466</c:v>
                </c:pt>
                <c:pt idx="973">
                  <c:v>130.7354868621664</c:v>
                </c:pt>
                <c:pt idx="974">
                  <c:v>128.56263987089528</c:v>
                </c:pt>
                <c:pt idx="975">
                  <c:v>129.99277798086609</c:v>
                </c:pt>
                <c:pt idx="976">
                  <c:v>131.40998778497996</c:v>
                </c:pt>
                <c:pt idx="977">
                  <c:v>132.32343946432232</c:v>
                </c:pt>
                <c:pt idx="978">
                  <c:v>132.41616662357231</c:v>
                </c:pt>
                <c:pt idx="979">
                  <c:v>132.60919960412633</c:v>
                </c:pt>
                <c:pt idx="980">
                  <c:v>131.34177982649319</c:v>
                </c:pt>
                <c:pt idx="981">
                  <c:v>130.10155407152473</c:v>
                </c:pt>
                <c:pt idx="982">
                  <c:v>129.65887104683611</c:v>
                </c:pt>
                <c:pt idx="983">
                  <c:v>126.67822784132956</c:v>
                </c:pt>
                <c:pt idx="984">
                  <c:v>127.0339791542213</c:v>
                </c:pt>
                <c:pt idx="985">
                  <c:v>126.24178606774433</c:v>
                </c:pt>
                <c:pt idx="986">
                  <c:v>127.98576994748431</c:v>
                </c:pt>
                <c:pt idx="987">
                  <c:v>128.26484303253474</c:v>
                </c:pt>
                <c:pt idx="988">
                  <c:v>128.75076901129665</c:v>
                </c:pt>
                <c:pt idx="989">
                  <c:v>128.84527938514759</c:v>
                </c:pt>
                <c:pt idx="990">
                  <c:v>128.81139830772935</c:v>
                </c:pt>
                <c:pt idx="991">
                  <c:v>127.69733498577884</c:v>
                </c:pt>
                <c:pt idx="992">
                  <c:v>126.12810613693304</c:v>
                </c:pt>
                <c:pt idx="993">
                  <c:v>127.42405734818156</c:v>
                </c:pt>
                <c:pt idx="994">
                  <c:v>127.3723441247537</c:v>
                </c:pt>
                <c:pt idx="995">
                  <c:v>127.73255347414785</c:v>
                </c:pt>
                <c:pt idx="996">
                  <c:v>127.70714266608414</c:v>
                </c:pt>
                <c:pt idx="997">
                  <c:v>127.56314808705653</c:v>
                </c:pt>
                <c:pt idx="998">
                  <c:v>126.81865599115525</c:v>
                </c:pt>
                <c:pt idx="999">
                  <c:v>130.69625614094525</c:v>
                </c:pt>
                <c:pt idx="1000">
                  <c:v>131.13581854008217</c:v>
                </c:pt>
                <c:pt idx="1001">
                  <c:v>131.96010948937649</c:v>
                </c:pt>
                <c:pt idx="1002">
                  <c:v>132.78707526057224</c:v>
                </c:pt>
                <c:pt idx="1003">
                  <c:v>133.44151501912495</c:v>
                </c:pt>
                <c:pt idx="1004">
                  <c:v>133.40763394170671</c:v>
                </c:pt>
                <c:pt idx="1005">
                  <c:v>132.74918195030182</c:v>
                </c:pt>
                <c:pt idx="1006">
                  <c:v>133.49055342065139</c:v>
                </c:pt>
                <c:pt idx="1007">
                  <c:v>134.09149674117532</c:v>
                </c:pt>
                <c:pt idx="1008">
                  <c:v>134.81236124361385</c:v>
                </c:pt>
                <c:pt idx="1009">
                  <c:v>135.803382758098</c:v>
                </c:pt>
                <c:pt idx="1010">
                  <c:v>136.01647690291287</c:v>
                </c:pt>
                <c:pt idx="1011">
                  <c:v>138.19289032338594</c:v>
                </c:pt>
                <c:pt idx="1012">
                  <c:v>140.19900674946726</c:v>
                </c:pt>
                <c:pt idx="1013">
                  <c:v>140.47094697611382</c:v>
                </c:pt>
                <c:pt idx="1014">
                  <c:v>140.32739820073647</c:v>
                </c:pt>
                <c:pt idx="1015">
                  <c:v>143.1529017359594</c:v>
                </c:pt>
                <c:pt idx="1016">
                  <c:v>143.4226129443548</c:v>
                </c:pt>
                <c:pt idx="1017">
                  <c:v>142.83370632238734</c:v>
                </c:pt>
                <c:pt idx="1018">
                  <c:v>143.5403051080182</c:v>
                </c:pt>
                <c:pt idx="1019">
                  <c:v>142.11016699804736</c:v>
                </c:pt>
                <c:pt idx="1020">
                  <c:v>143.02852251754237</c:v>
                </c:pt>
                <c:pt idx="1021">
                  <c:v>141.42362937667733</c:v>
                </c:pt>
                <c:pt idx="1022">
                  <c:v>141.01304421480603</c:v>
                </c:pt>
                <c:pt idx="1023">
                  <c:v>139.61678718225343</c:v>
                </c:pt>
                <c:pt idx="1024">
                  <c:v>136.71460541918916</c:v>
                </c:pt>
                <c:pt idx="1025">
                  <c:v>139.17499576486532</c:v>
                </c:pt>
                <c:pt idx="1026">
                  <c:v>138.99177046461654</c:v>
                </c:pt>
                <c:pt idx="1027">
                  <c:v>139.84593025847695</c:v>
                </c:pt>
                <c:pt idx="1028">
                  <c:v>142.69015754700999</c:v>
                </c:pt>
                <c:pt idx="1029">
                  <c:v>142.56444091764223</c:v>
                </c:pt>
                <c:pt idx="1030">
                  <c:v>141.7842845297217</c:v>
                </c:pt>
                <c:pt idx="1031">
                  <c:v>140.26766051160428</c:v>
                </c:pt>
                <c:pt idx="1032">
                  <c:v>141.30459980206317</c:v>
                </c:pt>
                <c:pt idx="1033">
                  <c:v>139.66225915457795</c:v>
                </c:pt>
                <c:pt idx="1034">
                  <c:v>140.29485453426892</c:v>
                </c:pt>
                <c:pt idx="1035">
                  <c:v>138.93114116818387</c:v>
                </c:pt>
                <c:pt idx="1036">
                  <c:v>137.38509410915057</c:v>
                </c:pt>
                <c:pt idx="1037">
                  <c:v>137.20498943445347</c:v>
                </c:pt>
                <c:pt idx="1038">
                  <c:v>137.1697709460845</c:v>
                </c:pt>
                <c:pt idx="1039">
                  <c:v>136.79841650543435</c:v>
                </c:pt>
                <c:pt idx="1040">
                  <c:v>136.06328628618812</c:v>
                </c:pt>
                <c:pt idx="1041">
                  <c:v>138.61462057651329</c:v>
                </c:pt>
                <c:pt idx="1042">
                  <c:v>136.94597751366388</c:v>
                </c:pt>
                <c:pt idx="1043">
                  <c:v>138.15945504961792</c:v>
                </c:pt>
                <c:pt idx="1044">
                  <c:v>139.0840518202163</c:v>
                </c:pt>
                <c:pt idx="1045">
                  <c:v>138.65474290503491</c:v>
                </c:pt>
                <c:pt idx="1046">
                  <c:v>137.45776010413974</c:v>
                </c:pt>
                <c:pt idx="1047">
                  <c:v>136.92056670560018</c:v>
                </c:pt>
                <c:pt idx="1048">
                  <c:v>136.76721024991753</c:v>
                </c:pt>
                <c:pt idx="1049">
                  <c:v>138.79427944756011</c:v>
                </c:pt>
                <c:pt idx="1050">
                  <c:v>139.34217213370545</c:v>
                </c:pt>
                <c:pt idx="1051">
                  <c:v>141.2363918435764</c:v>
                </c:pt>
                <c:pt idx="1052">
                  <c:v>142.55374163003646</c:v>
                </c:pt>
                <c:pt idx="1053">
                  <c:v>142.32682757206416</c:v>
                </c:pt>
                <c:pt idx="1054">
                  <c:v>140.38178624606576</c:v>
                </c:pt>
                <c:pt idx="1055">
                  <c:v>141.97107625917241</c:v>
                </c:pt>
                <c:pt idx="1056">
                  <c:v>142.90904713927796</c:v>
                </c:pt>
                <c:pt idx="1057">
                  <c:v>143.74136255427658</c:v>
                </c:pt>
                <c:pt idx="1058">
                  <c:v>142.64958941483812</c:v>
                </c:pt>
                <c:pt idx="1059">
                  <c:v>141.54042993304029</c:v>
                </c:pt>
                <c:pt idx="1060">
                  <c:v>141.86452918676497</c:v>
                </c:pt>
                <c:pt idx="1061">
                  <c:v>143.67092557753861</c:v>
                </c:pt>
                <c:pt idx="1062">
                  <c:v>143.41414267500022</c:v>
                </c:pt>
                <c:pt idx="1063">
                  <c:v>143.3642126661733</c:v>
                </c:pt>
                <c:pt idx="1064">
                  <c:v>143.99992867141594</c:v>
                </c:pt>
                <c:pt idx="1065">
                  <c:v>144.1399110175914</c:v>
                </c:pt>
                <c:pt idx="1066">
                  <c:v>145.95923571422202</c:v>
                </c:pt>
                <c:pt idx="1067">
                  <c:v>145.80275863298766</c:v>
                </c:pt>
                <c:pt idx="1068">
                  <c:v>147.15488110416649</c:v>
                </c:pt>
                <c:pt idx="1069">
                  <c:v>148.94656597448218</c:v>
                </c:pt>
                <c:pt idx="1070">
                  <c:v>146.25658674893231</c:v>
                </c:pt>
                <c:pt idx="1071">
                  <c:v>143.48591706268891</c:v>
                </c:pt>
                <c:pt idx="1072">
                  <c:v>143.64997280597734</c:v>
                </c:pt>
                <c:pt idx="1073">
                  <c:v>143.86752498729459</c:v>
                </c:pt>
                <c:pt idx="1074">
                  <c:v>143.20639817398825</c:v>
                </c:pt>
                <c:pt idx="1075">
                  <c:v>143.84166837558067</c:v>
                </c:pt>
                <c:pt idx="1076">
                  <c:v>142.20779799745</c:v>
                </c:pt>
                <c:pt idx="1077">
                  <c:v>142.25861961357737</c:v>
                </c:pt>
                <c:pt idx="1078">
                  <c:v>140.54182975650204</c:v>
                </c:pt>
                <c:pt idx="1079">
                  <c:v>140.66710058221958</c:v>
                </c:pt>
                <c:pt idx="1080">
                  <c:v>142.06870725857505</c:v>
                </c:pt>
                <c:pt idx="1081">
                  <c:v>141.26091104433962</c:v>
                </c:pt>
                <c:pt idx="1082">
                  <c:v>142.37363695533938</c:v>
                </c:pt>
                <c:pt idx="1083">
                  <c:v>140.57927726312224</c:v>
                </c:pt>
                <c:pt idx="1084">
                  <c:v>139.6805371042378</c:v>
                </c:pt>
                <c:pt idx="1085">
                  <c:v>138.54552101072605</c:v>
                </c:pt>
                <c:pt idx="1086">
                  <c:v>138.82191927387501</c:v>
                </c:pt>
                <c:pt idx="1087">
                  <c:v>138.70422711021158</c:v>
                </c:pt>
                <c:pt idx="1088">
                  <c:v>140.53558850539866</c:v>
                </c:pt>
                <c:pt idx="1089">
                  <c:v>141.45884786504632</c:v>
                </c:pt>
                <c:pt idx="1090">
                  <c:v>142.63354048342947</c:v>
                </c:pt>
                <c:pt idx="1091">
                  <c:v>144.08953520511426</c:v>
                </c:pt>
                <c:pt idx="1092">
                  <c:v>145.8718581987749</c:v>
                </c:pt>
                <c:pt idx="1093">
                  <c:v>143.59513895699777</c:v>
                </c:pt>
                <c:pt idx="1094">
                  <c:v>142.76505256025035</c:v>
                </c:pt>
                <c:pt idx="1095">
                  <c:v>143.63659869647012</c:v>
                </c:pt>
                <c:pt idx="1096">
                  <c:v>145.88835293383383</c:v>
                </c:pt>
                <c:pt idx="1097">
                  <c:v>146.65246039034565</c:v>
                </c:pt>
                <c:pt idx="1098">
                  <c:v>146.45496937328923</c:v>
                </c:pt>
                <c:pt idx="1099">
                  <c:v>145.4799967902137</c:v>
                </c:pt>
                <c:pt idx="1100">
                  <c:v>145.04845885678114</c:v>
                </c:pt>
                <c:pt idx="1101">
                  <c:v>144.69181593658888</c:v>
                </c:pt>
                <c:pt idx="1102">
                  <c:v>145.53260162094205</c:v>
                </c:pt>
                <c:pt idx="1103">
                  <c:v>145.17774191535079</c:v>
                </c:pt>
                <c:pt idx="1104">
                  <c:v>145.48311741576541</c:v>
                </c:pt>
                <c:pt idx="1105">
                  <c:v>144.34587230400243</c:v>
                </c:pt>
                <c:pt idx="1106">
                  <c:v>144.3280401579928</c:v>
                </c:pt>
                <c:pt idx="1107">
                  <c:v>144.5692199327728</c:v>
                </c:pt>
                <c:pt idx="1108">
                  <c:v>143.5643785051312</c:v>
                </c:pt>
                <c:pt idx="1109">
                  <c:v>142.5840562782528</c:v>
                </c:pt>
                <c:pt idx="1110">
                  <c:v>142.09055163743679</c:v>
                </c:pt>
                <c:pt idx="1111">
                  <c:v>141.91445919559189</c:v>
                </c:pt>
                <c:pt idx="1112">
                  <c:v>143.31784908654834</c:v>
                </c:pt>
                <c:pt idx="1113">
                  <c:v>142.0120901949945</c:v>
                </c:pt>
                <c:pt idx="1114">
                  <c:v>142.14360227181538</c:v>
                </c:pt>
                <c:pt idx="1115">
                  <c:v>138.64538102837983</c:v>
                </c:pt>
                <c:pt idx="1116">
                  <c:v>137.09353852189341</c:v>
                </c:pt>
                <c:pt idx="1117">
                  <c:v>136.01023565180952</c:v>
                </c:pt>
                <c:pt idx="1118">
                  <c:v>135.2443449806967</c:v>
                </c:pt>
                <c:pt idx="1119">
                  <c:v>135.65180951701632</c:v>
                </c:pt>
                <c:pt idx="1120">
                  <c:v>135.76861007337925</c:v>
                </c:pt>
                <c:pt idx="1121">
                  <c:v>139.64398120491811</c:v>
                </c:pt>
                <c:pt idx="1122">
                  <c:v>138.91642964772595</c:v>
                </c:pt>
                <c:pt idx="1123">
                  <c:v>139.76836042333514</c:v>
                </c:pt>
                <c:pt idx="1124">
                  <c:v>138.18575746498212</c:v>
                </c:pt>
                <c:pt idx="1125">
                  <c:v>137.16174648038017</c:v>
                </c:pt>
                <c:pt idx="1126">
                  <c:v>137.73772479649062</c:v>
                </c:pt>
                <c:pt idx="1127">
                  <c:v>138.1402854926576</c:v>
                </c:pt>
                <c:pt idx="1128">
                  <c:v>137.13588986866623</c:v>
                </c:pt>
                <c:pt idx="1129">
                  <c:v>137.97310912381749</c:v>
                </c:pt>
                <c:pt idx="1130">
                  <c:v>136.84433428140906</c:v>
                </c:pt>
                <c:pt idx="1131">
                  <c:v>137.31510293606283</c:v>
                </c:pt>
                <c:pt idx="1132">
                  <c:v>138.21384309494724</c:v>
                </c:pt>
                <c:pt idx="1133">
                  <c:v>139.27084354966698</c:v>
                </c:pt>
                <c:pt idx="1134">
                  <c:v>136.70212291698246</c:v>
                </c:pt>
                <c:pt idx="1135">
                  <c:v>137.50456948741495</c:v>
                </c:pt>
                <c:pt idx="1136">
                  <c:v>138.36452472872847</c:v>
                </c:pt>
                <c:pt idx="1137">
                  <c:v>138.33108945496045</c:v>
                </c:pt>
                <c:pt idx="1138">
                  <c:v>138.9422862594399</c:v>
                </c:pt>
                <c:pt idx="1139">
                  <c:v>141.47980063660762</c:v>
                </c:pt>
                <c:pt idx="1140">
                  <c:v>141.06431163458367</c:v>
                </c:pt>
                <c:pt idx="1141">
                  <c:v>137.525076455326</c:v>
                </c:pt>
                <c:pt idx="1142">
                  <c:v>137.89821411057713</c:v>
                </c:pt>
                <c:pt idx="1143">
                  <c:v>136.99858234439225</c:v>
                </c:pt>
                <c:pt idx="1144">
                  <c:v>137.44260278003156</c:v>
                </c:pt>
                <c:pt idx="1145">
                  <c:v>139.07067771070908</c:v>
                </c:pt>
                <c:pt idx="1146">
                  <c:v>138.8959226798149</c:v>
                </c:pt>
                <c:pt idx="1147">
                  <c:v>139.37605321112366</c:v>
                </c:pt>
                <c:pt idx="1148">
                  <c:v>141.02196028781083</c:v>
                </c:pt>
                <c:pt idx="1149">
                  <c:v>141.67818326096452</c:v>
                </c:pt>
                <c:pt idx="1150">
                  <c:v>139.76211917223176</c:v>
                </c:pt>
                <c:pt idx="1151">
                  <c:v>141.58634770901503</c:v>
                </c:pt>
                <c:pt idx="1152">
                  <c:v>141.62780744848737</c:v>
                </c:pt>
                <c:pt idx="1153">
                  <c:v>142.74989523614218</c:v>
                </c:pt>
                <c:pt idx="1154">
                  <c:v>142.52253537451963</c:v>
                </c:pt>
                <c:pt idx="1155">
                  <c:v>142.94694044954838</c:v>
                </c:pt>
                <c:pt idx="1156">
                  <c:v>142.93312053639096</c:v>
                </c:pt>
                <c:pt idx="1157">
                  <c:v>142.96521839920823</c:v>
                </c:pt>
                <c:pt idx="1158">
                  <c:v>141.93853259270486</c:v>
                </c:pt>
                <c:pt idx="1159">
                  <c:v>139.99839510685911</c:v>
                </c:pt>
                <c:pt idx="1160">
                  <c:v>138.94139465213939</c:v>
                </c:pt>
                <c:pt idx="1161">
                  <c:v>140.18652424726054</c:v>
                </c:pt>
                <c:pt idx="1162">
                  <c:v>140.36707472560784</c:v>
                </c:pt>
                <c:pt idx="1163">
                  <c:v>139.31943614754317</c:v>
                </c:pt>
                <c:pt idx="1164">
                  <c:v>140.00285314336151</c:v>
                </c:pt>
                <c:pt idx="1165">
                  <c:v>138.39929741344721</c:v>
                </c:pt>
                <c:pt idx="1166">
                  <c:v>138.11977852474655</c:v>
                </c:pt>
                <c:pt idx="1167">
                  <c:v>134.10353343973179</c:v>
                </c:pt>
                <c:pt idx="1168">
                  <c:v>136.76052319516393</c:v>
                </c:pt>
                <c:pt idx="1169">
                  <c:v>137.12831120661215</c:v>
                </c:pt>
                <c:pt idx="1170">
                  <c:v>136.53093431529015</c:v>
                </c:pt>
                <c:pt idx="1171">
                  <c:v>135.84885473042252</c:v>
                </c:pt>
                <c:pt idx="1172">
                  <c:v>138.55711190563227</c:v>
                </c:pt>
                <c:pt idx="1173">
                  <c:v>136.41814599177937</c:v>
                </c:pt>
                <c:pt idx="1174">
                  <c:v>136.21931756377222</c:v>
                </c:pt>
                <c:pt idx="1175">
                  <c:v>136.77523471562182</c:v>
                </c:pt>
                <c:pt idx="1176">
                  <c:v>135.94113608602228</c:v>
                </c:pt>
                <c:pt idx="1177">
                  <c:v>134.88903947145519</c:v>
                </c:pt>
                <c:pt idx="1178">
                  <c:v>134.57742271993723</c:v>
                </c:pt>
                <c:pt idx="1179">
                  <c:v>136.61117897233342</c:v>
                </c:pt>
                <c:pt idx="1180">
                  <c:v>136.21753434917125</c:v>
                </c:pt>
                <c:pt idx="1181">
                  <c:v>135.59920468628798</c:v>
                </c:pt>
                <c:pt idx="1182">
                  <c:v>136.81669445509419</c:v>
                </c:pt>
                <c:pt idx="1183">
                  <c:v>136.25453605214116</c:v>
                </c:pt>
                <c:pt idx="1184">
                  <c:v>137.39757661135729</c:v>
                </c:pt>
                <c:pt idx="1185">
                  <c:v>130.96507574204017</c:v>
                </c:pt>
                <c:pt idx="1186">
                  <c:v>132.25523150583555</c:v>
                </c:pt>
                <c:pt idx="1187">
                  <c:v>131.79293312053639</c:v>
                </c:pt>
                <c:pt idx="1188">
                  <c:v>132.83923428765036</c:v>
                </c:pt>
                <c:pt idx="1189">
                  <c:v>134.09885250140428</c:v>
                </c:pt>
                <c:pt idx="1190">
                  <c:v>135.35847071515821</c:v>
                </c:pt>
                <c:pt idx="1191">
                  <c:v>137.26873935643783</c:v>
                </c:pt>
                <c:pt idx="1192">
                  <c:v>138.72874631097477</c:v>
                </c:pt>
                <c:pt idx="1193">
                  <c:v>137.94234867195092</c:v>
                </c:pt>
                <c:pt idx="1194">
                  <c:v>139.01316903982809</c:v>
                </c:pt>
                <c:pt idx="1195">
                  <c:v>138.49737421650008</c:v>
                </c:pt>
                <c:pt idx="1196">
                  <c:v>138.74568684968392</c:v>
                </c:pt>
                <c:pt idx="1197">
                  <c:v>139.30829105628715</c:v>
                </c:pt>
                <c:pt idx="1198">
                  <c:v>137.15862585482847</c:v>
                </c:pt>
                <c:pt idx="1199">
                  <c:v>136.49214939771926</c:v>
                </c:pt>
                <c:pt idx="1200">
                  <c:v>135.88942286259439</c:v>
                </c:pt>
                <c:pt idx="1201">
                  <c:v>137.20721845270467</c:v>
                </c:pt>
                <c:pt idx="1202">
                  <c:v>136.51087315102933</c:v>
                </c:pt>
                <c:pt idx="1203">
                  <c:v>136.37356562675532</c:v>
                </c:pt>
                <c:pt idx="1204">
                  <c:v>136.45915992760149</c:v>
                </c:pt>
                <c:pt idx="1205">
                  <c:v>136.58086432411707</c:v>
                </c:pt>
                <c:pt idx="1206">
                  <c:v>136.3619747318491</c:v>
                </c:pt>
                <c:pt idx="1207">
                  <c:v>133.70453917276674</c:v>
                </c:pt>
                <c:pt idx="1208">
                  <c:v>134.63805201636993</c:v>
                </c:pt>
                <c:pt idx="1209">
                  <c:v>133.04697878866233</c:v>
                </c:pt>
                <c:pt idx="1210">
                  <c:v>133.93858608914289</c:v>
                </c:pt>
                <c:pt idx="1211">
                  <c:v>134.82707276407177</c:v>
                </c:pt>
                <c:pt idx="1212">
                  <c:v>133.72370872972706</c:v>
                </c:pt>
                <c:pt idx="1213">
                  <c:v>132.42151626737518</c:v>
                </c:pt>
                <c:pt idx="1214">
                  <c:v>133.03449628645558</c:v>
                </c:pt>
                <c:pt idx="1215">
                  <c:v>135.30274525887819</c:v>
                </c:pt>
                <c:pt idx="1216">
                  <c:v>137.01775190135257</c:v>
                </c:pt>
                <c:pt idx="1217">
                  <c:v>136.32318981427821</c:v>
                </c:pt>
                <c:pt idx="1218">
                  <c:v>135.14225594479166</c:v>
                </c:pt>
                <c:pt idx="1219">
                  <c:v>133.26453096997957</c:v>
                </c:pt>
                <c:pt idx="1220">
                  <c:v>134.90285938461261</c:v>
                </c:pt>
                <c:pt idx="1221">
                  <c:v>133.49724047540502</c:v>
                </c:pt>
                <c:pt idx="1222">
                  <c:v>135.52921351320023</c:v>
                </c:pt>
                <c:pt idx="1223">
                  <c:v>136.85057553251247</c:v>
                </c:pt>
                <c:pt idx="1224">
                  <c:v>139.42197098709843</c:v>
                </c:pt>
                <c:pt idx="1225">
                  <c:v>140.07730235295165</c:v>
                </c:pt>
                <c:pt idx="1226">
                  <c:v>140.98941662134331</c:v>
                </c:pt>
                <c:pt idx="1227">
                  <c:v>141.27116452829515</c:v>
                </c:pt>
                <c:pt idx="1228">
                  <c:v>141.45795625774582</c:v>
                </c:pt>
                <c:pt idx="1229">
                  <c:v>140.6795830844263</c:v>
                </c:pt>
                <c:pt idx="1230">
                  <c:v>140.03985484633148</c:v>
                </c:pt>
                <c:pt idx="1231">
                  <c:v>140.70187326693829</c:v>
                </c:pt>
                <c:pt idx="1232">
                  <c:v>140.6510516508109</c:v>
                </c:pt>
                <c:pt idx="1233">
                  <c:v>139.55794110042171</c:v>
                </c:pt>
                <c:pt idx="1234">
                  <c:v>140.17983719250694</c:v>
                </c:pt>
                <c:pt idx="1235">
                  <c:v>140.06838627994685</c:v>
                </c:pt>
                <c:pt idx="1236">
                  <c:v>142.09188904838751</c:v>
                </c:pt>
                <c:pt idx="1237">
                  <c:v>141.58545610171453</c:v>
                </c:pt>
                <c:pt idx="1238">
                  <c:v>141.72276362598856</c:v>
                </c:pt>
                <c:pt idx="1239">
                  <c:v>142.2421248785185</c:v>
                </c:pt>
                <c:pt idx="1240">
                  <c:v>141.9898000124825</c:v>
                </c:pt>
                <c:pt idx="1241">
                  <c:v>142.29963354939949</c:v>
                </c:pt>
                <c:pt idx="1242">
                  <c:v>144.67130896867781</c:v>
                </c:pt>
                <c:pt idx="1243">
                  <c:v>145.88790713018358</c:v>
                </c:pt>
                <c:pt idx="1244">
                  <c:v>145.7497079986091</c:v>
                </c:pt>
                <c:pt idx="1245">
                  <c:v>146.0599873391763</c:v>
                </c:pt>
                <c:pt idx="1246">
                  <c:v>145.83663971040593</c:v>
                </c:pt>
                <c:pt idx="1247">
                  <c:v>144.50413259983773</c:v>
                </c:pt>
                <c:pt idx="1248">
                  <c:v>144.21926406733419</c:v>
                </c:pt>
                <c:pt idx="1249">
                  <c:v>145.64004030064996</c:v>
                </c:pt>
                <c:pt idx="1250">
                  <c:v>146.88695311037208</c:v>
                </c:pt>
                <c:pt idx="1251">
                  <c:v>146.87224158991413</c:v>
                </c:pt>
                <c:pt idx="1252">
                  <c:v>146.16608860793349</c:v>
                </c:pt>
                <c:pt idx="1253">
                  <c:v>146.48885045070747</c:v>
                </c:pt>
                <c:pt idx="1254">
                  <c:v>146.93064186809559</c:v>
                </c:pt>
                <c:pt idx="1255">
                  <c:v>145.58074841516802</c:v>
                </c:pt>
                <c:pt idx="1256">
                  <c:v>143.94242000053495</c:v>
                </c:pt>
                <c:pt idx="1257">
                  <c:v>145.17729611170057</c:v>
                </c:pt>
                <c:pt idx="1258">
                  <c:v>143.19124084988007</c:v>
                </c:pt>
                <c:pt idx="1259">
                  <c:v>145.78537229062832</c:v>
                </c:pt>
                <c:pt idx="1260">
                  <c:v>146.65647262319783</c:v>
                </c:pt>
                <c:pt idx="1261">
                  <c:v>145.96636857262587</c:v>
                </c:pt>
                <c:pt idx="1262">
                  <c:v>146.84905980010166</c:v>
                </c:pt>
                <c:pt idx="1263">
                  <c:v>146.50846581131808</c:v>
                </c:pt>
                <c:pt idx="1264">
                  <c:v>146.68990789696585</c:v>
                </c:pt>
                <c:pt idx="1265">
                  <c:v>147.45490696077817</c:v>
                </c:pt>
                <c:pt idx="1266">
                  <c:v>148.65813101277672</c:v>
                </c:pt>
                <c:pt idx="1267">
                  <c:v>148.38797400073111</c:v>
                </c:pt>
                <c:pt idx="1268">
                  <c:v>148.4321085621049</c:v>
                </c:pt>
                <c:pt idx="1269">
                  <c:v>149.33307773924051</c:v>
                </c:pt>
                <c:pt idx="1270">
                  <c:v>149.54483447310466</c:v>
                </c:pt>
                <c:pt idx="1271">
                  <c:v>148.44726588621307</c:v>
                </c:pt>
                <c:pt idx="1272">
                  <c:v>146.77461059051149</c:v>
                </c:pt>
                <c:pt idx="1273">
                  <c:v>147.67245914209545</c:v>
                </c:pt>
                <c:pt idx="1274">
                  <c:v>145.61953333273891</c:v>
                </c:pt>
                <c:pt idx="1275">
                  <c:v>143.76097791488715</c:v>
                </c:pt>
                <c:pt idx="1276">
                  <c:v>135.63977281845982</c:v>
                </c:pt>
                <c:pt idx="1277">
                  <c:v>137.55405369259162</c:v>
                </c:pt>
                <c:pt idx="1278">
                  <c:v>140.18919906916199</c:v>
                </c:pt>
                <c:pt idx="1279">
                  <c:v>141.44725697014005</c:v>
                </c:pt>
                <c:pt idx="1280">
                  <c:v>141.51011528482397</c:v>
                </c:pt>
                <c:pt idx="1281">
                  <c:v>139.65690951077508</c:v>
                </c:pt>
                <c:pt idx="1282">
                  <c:v>132.44737287908913</c:v>
                </c:pt>
                <c:pt idx="1283">
                  <c:v>130.90043421275533</c:v>
                </c:pt>
                <c:pt idx="1284">
                  <c:v>119.34029975837441</c:v>
                </c:pt>
                <c:pt idx="1285">
                  <c:v>120.7156040193657</c:v>
                </c:pt>
                <c:pt idx="1286">
                  <c:v>111.01714560838825</c:v>
                </c:pt>
                <c:pt idx="1287">
                  <c:v>107.87779630339614</c:v>
                </c:pt>
                <c:pt idx="1288">
                  <c:v>104.79060602548213</c:v>
                </c:pt>
                <c:pt idx="1289">
                  <c:v>101.10826787449736</c:v>
                </c:pt>
                <c:pt idx="1290">
                  <c:v>110.23342279126582</c:v>
                </c:pt>
                <c:pt idx="1291">
                  <c:v>99.678129764526517</c:v>
                </c:pt>
                <c:pt idx="1292">
                  <c:v>105.7896520056706</c:v>
                </c:pt>
                <c:pt idx="1293">
                  <c:v>109.07344169334058</c:v>
                </c:pt>
                <c:pt idx="1294">
                  <c:v>111.76832475904313</c:v>
                </c:pt>
                <c:pt idx="1295">
                  <c:v>112.06701320470411</c:v>
                </c:pt>
                <c:pt idx="1296">
                  <c:v>109.83532013160122</c:v>
                </c:pt>
                <c:pt idx="1297">
                  <c:v>113.80163520778908</c:v>
                </c:pt>
                <c:pt idx="1298">
                  <c:v>107.4016780049395</c:v>
                </c:pt>
                <c:pt idx="1299">
                  <c:v>104.14017849978154</c:v>
                </c:pt>
                <c:pt idx="1300">
                  <c:v>112.2439972538495</c:v>
                </c:pt>
                <c:pt idx="1301">
                  <c:v>111.37557174318142</c:v>
                </c:pt>
                <c:pt idx="1302">
                  <c:v>113.48868104532039</c:v>
                </c:pt>
                <c:pt idx="1303">
                  <c:v>112.37015968686752</c:v>
                </c:pt>
                <c:pt idx="1304">
                  <c:v>113.2573089508457</c:v>
                </c:pt>
                <c:pt idx="1305">
                  <c:v>111.12636750269711</c:v>
                </c:pt>
                <c:pt idx="1306">
                  <c:v>112.78163645603929</c:v>
                </c:pt>
                <c:pt idx="1307">
                  <c:v>114.55058534019275</c:v>
                </c:pt>
                <c:pt idx="1308">
                  <c:v>110.638212505684</c:v>
                </c:pt>
                <c:pt idx="1309">
                  <c:v>112.08662856531468</c:v>
                </c:pt>
                <c:pt idx="1310">
                  <c:v>117.05198962169101</c:v>
                </c:pt>
                <c:pt idx="1311">
                  <c:v>114.27017484419162</c:v>
                </c:pt>
                <c:pt idx="1312">
                  <c:v>116.98913130700713</c:v>
                </c:pt>
                <c:pt idx="1313">
                  <c:v>117.1005822195672</c:v>
                </c:pt>
                <c:pt idx="1314">
                  <c:v>119.69783428586713</c:v>
                </c:pt>
                <c:pt idx="1315">
                  <c:v>125.79152438100164</c:v>
                </c:pt>
                <c:pt idx="1316">
                  <c:v>119.95907522490793</c:v>
                </c:pt>
                <c:pt idx="1317">
                  <c:v>119.36883119198978</c:v>
                </c:pt>
                <c:pt idx="1318">
                  <c:v>119.42812307747175</c:v>
                </c:pt>
                <c:pt idx="1319">
                  <c:v>118.51868363098157</c:v>
                </c:pt>
                <c:pt idx="1320">
                  <c:v>119.50747612721453</c:v>
                </c:pt>
                <c:pt idx="1321">
                  <c:v>121.20108419447737</c:v>
                </c:pt>
                <c:pt idx="1322">
                  <c:v>122.04097827153009</c:v>
                </c:pt>
                <c:pt idx="1323">
                  <c:v>122.83629198355877</c:v>
                </c:pt>
                <c:pt idx="1324">
                  <c:v>118.52804550763661</c:v>
                </c:pt>
                <c:pt idx="1325">
                  <c:v>117.65961999696853</c:v>
                </c:pt>
                <c:pt idx="1326">
                  <c:v>118.71216241518584</c:v>
                </c:pt>
                <c:pt idx="1327">
                  <c:v>119.89086726642117</c:v>
                </c:pt>
                <c:pt idx="1328">
                  <c:v>120.52212523516141</c:v>
                </c:pt>
                <c:pt idx="1329">
                  <c:v>121.68567276228856</c:v>
                </c:pt>
                <c:pt idx="1330">
                  <c:v>123.42207797997449</c:v>
                </c:pt>
                <c:pt idx="1331">
                  <c:v>121.035245236588</c:v>
                </c:pt>
                <c:pt idx="1332">
                  <c:v>124.40507502875433</c:v>
                </c:pt>
                <c:pt idx="1333">
                  <c:v>125.08002175521813</c:v>
                </c:pt>
                <c:pt idx="1334">
                  <c:v>124.91864083383113</c:v>
                </c:pt>
                <c:pt idx="1335">
                  <c:v>127.56314808705653</c:v>
                </c:pt>
                <c:pt idx="1336">
                  <c:v>128.59117130451062</c:v>
                </c:pt>
                <c:pt idx="1337">
                  <c:v>128.04996567311892</c:v>
                </c:pt>
                <c:pt idx="1338">
                  <c:v>130.41941207414607</c:v>
                </c:pt>
                <c:pt idx="1339">
                  <c:v>130.41941207414607</c:v>
                </c:pt>
                <c:pt idx="1340">
                  <c:v>132.80134097737994</c:v>
                </c:pt>
                <c:pt idx="1341">
                  <c:v>131.40374653387661</c:v>
                </c:pt>
                <c:pt idx="1342">
                  <c:v>132.33280134097737</c:v>
                </c:pt>
                <c:pt idx="1343">
                  <c:v>130.34808349010763</c:v>
                </c:pt>
                <c:pt idx="1344">
                  <c:v>128.4159704699662</c:v>
                </c:pt>
                <c:pt idx="1345">
                  <c:v>128.36202822828713</c:v>
                </c:pt>
                <c:pt idx="1346">
                  <c:v>128.84438777784709</c:v>
                </c:pt>
                <c:pt idx="1347">
                  <c:v>129.09091719643001</c:v>
                </c:pt>
                <c:pt idx="1348">
                  <c:v>129.74000731117985</c:v>
                </c:pt>
                <c:pt idx="1349">
                  <c:v>129.28127535508261</c:v>
                </c:pt>
                <c:pt idx="1350">
                  <c:v>128.95940511960913</c:v>
                </c:pt>
                <c:pt idx="1351">
                  <c:v>130.8915181397505</c:v>
                </c:pt>
                <c:pt idx="1352">
                  <c:v>130.00927271592499</c:v>
                </c:pt>
                <c:pt idx="1353">
                  <c:v>128.49131128685681</c:v>
                </c:pt>
                <c:pt idx="1354">
                  <c:v>133.69339408151072</c:v>
                </c:pt>
                <c:pt idx="1355">
                  <c:v>131.6725661349715</c:v>
                </c:pt>
                <c:pt idx="1356">
                  <c:v>131.55041593480564</c:v>
                </c:pt>
                <c:pt idx="1357">
                  <c:v>131.35292491774922</c:v>
                </c:pt>
                <c:pt idx="1358">
                  <c:v>134.83375981882537</c:v>
                </c:pt>
                <c:pt idx="1359">
                  <c:v>136.29020034416038</c:v>
                </c:pt>
                <c:pt idx="1360">
                  <c:v>137.88662321567088</c:v>
                </c:pt>
                <c:pt idx="1361">
                  <c:v>140.73976657720871</c:v>
                </c:pt>
                <c:pt idx="1362">
                  <c:v>138.3208359710049</c:v>
                </c:pt>
                <c:pt idx="1363">
                  <c:v>138.5196643990121</c:v>
                </c:pt>
                <c:pt idx="1364">
                  <c:v>138.78045953440267</c:v>
                </c:pt>
                <c:pt idx="1365">
                  <c:v>141.04514207762332</c:v>
                </c:pt>
                <c:pt idx="1366">
                  <c:v>139.45228563531478</c:v>
                </c:pt>
                <c:pt idx="1367">
                  <c:v>146.75722424815211</c:v>
                </c:pt>
                <c:pt idx="1368">
                  <c:v>150.91389748299258</c:v>
                </c:pt>
                <c:pt idx="1369">
                  <c:v>149.9803846393894</c:v>
                </c:pt>
                <c:pt idx="1370">
                  <c:v>153.8762627388393</c:v>
                </c:pt>
                <c:pt idx="1371">
                  <c:v>154.00911222661091</c:v>
                </c:pt>
                <c:pt idx="1372">
                  <c:v>152.25130843371343</c:v>
                </c:pt>
                <c:pt idx="1373">
                  <c:v>151.9762475815152</c:v>
                </c:pt>
                <c:pt idx="1374">
                  <c:v>154.12323796107242</c:v>
                </c:pt>
                <c:pt idx="1375">
                  <c:v>157.16138983745998</c:v>
                </c:pt>
                <c:pt idx="1376">
                  <c:v>160.87047620745918</c:v>
                </c:pt>
                <c:pt idx="1377">
                  <c:v>159.42384336242947</c:v>
                </c:pt>
                <c:pt idx="1378">
                  <c:v>160.52096614567077</c:v>
                </c:pt>
                <c:pt idx="1379">
                  <c:v>161.12993393189902</c:v>
                </c:pt>
                <c:pt idx="1380">
                  <c:v>160.18438438973936</c:v>
                </c:pt>
                <c:pt idx="1381">
                  <c:v>158.77742806958102</c:v>
                </c:pt>
                <c:pt idx="1382">
                  <c:v>159.32844138127803</c:v>
                </c:pt>
                <c:pt idx="1383">
                  <c:v>162.17222286616081</c:v>
                </c:pt>
                <c:pt idx="1384">
                  <c:v>160.5263157894737</c:v>
                </c:pt>
                <c:pt idx="1385">
                  <c:v>161.91187353442049</c:v>
                </c:pt>
                <c:pt idx="1386">
                  <c:v>160.99842185507813</c:v>
                </c:pt>
                <c:pt idx="1387">
                  <c:v>161.07777490482093</c:v>
                </c:pt>
                <c:pt idx="1388">
                  <c:v>161.4451171126189</c:v>
                </c:pt>
                <c:pt idx="1389">
                  <c:v>160.6912631400626</c:v>
                </c:pt>
                <c:pt idx="1390">
                  <c:v>162.48294801037829</c:v>
                </c:pt>
                <c:pt idx="1391">
                  <c:v>162.89977442335294</c:v>
                </c:pt>
                <c:pt idx="1392">
                  <c:v>162.36926807956701</c:v>
                </c:pt>
                <c:pt idx="1393">
                  <c:v>161.61363089240973</c:v>
                </c:pt>
                <c:pt idx="1394">
                  <c:v>161.07153365371752</c:v>
                </c:pt>
                <c:pt idx="1395">
                  <c:v>160.58694508590636</c:v>
                </c:pt>
                <c:pt idx="1396">
                  <c:v>160.25482136647736</c:v>
                </c:pt>
                <c:pt idx="1397">
                  <c:v>161.63057143111888</c:v>
                </c:pt>
                <c:pt idx="1398">
                  <c:v>161.40454898044706</c:v>
                </c:pt>
                <c:pt idx="1399">
                  <c:v>161.57707499309004</c:v>
                </c:pt>
                <c:pt idx="1400">
                  <c:v>159.85493549221178</c:v>
                </c:pt>
                <c:pt idx="1401">
                  <c:v>158.83137031126009</c:v>
                </c:pt>
                <c:pt idx="1402">
                  <c:v>161.17585170787376</c:v>
                </c:pt>
                <c:pt idx="1403">
                  <c:v>163.59701133232878</c:v>
                </c:pt>
                <c:pt idx="1404">
                  <c:v>161.14865768520912</c:v>
                </c:pt>
                <c:pt idx="1405">
                  <c:v>162.06567579375337</c:v>
                </c:pt>
                <c:pt idx="1406">
                  <c:v>164.0178499781556</c:v>
                </c:pt>
                <c:pt idx="1407">
                  <c:v>162.82086717726042</c:v>
                </c:pt>
                <c:pt idx="1408">
                  <c:v>164.0187415854561</c:v>
                </c:pt>
                <c:pt idx="1409">
                  <c:v>166.13541731679697</c:v>
                </c:pt>
                <c:pt idx="1410">
                  <c:v>173.90889556603688</c:v>
                </c:pt>
                <c:pt idx="1411">
                  <c:v>174.99843968722416</c:v>
                </c:pt>
                <c:pt idx="1412">
                  <c:v>176.2738839305616</c:v>
                </c:pt>
                <c:pt idx="1413">
                  <c:v>176.69605998733917</c:v>
                </c:pt>
                <c:pt idx="1414">
                  <c:v>176.77987107358433</c:v>
                </c:pt>
                <c:pt idx="1415">
                  <c:v>175.90520431181289</c:v>
                </c:pt>
                <c:pt idx="1416">
                  <c:v>177.12759792077176</c:v>
                </c:pt>
                <c:pt idx="1417">
                  <c:v>176.58862130763126</c:v>
                </c:pt>
                <c:pt idx="1418">
                  <c:v>169.16509892382999</c:v>
                </c:pt>
                <c:pt idx="1419">
                  <c:v>175.01671763688398</c:v>
                </c:pt>
                <c:pt idx="1420">
                  <c:v>176.38711805772266</c:v>
                </c:pt>
                <c:pt idx="1421">
                  <c:v>176.82177661670693</c:v>
                </c:pt>
                <c:pt idx="1422">
                  <c:v>177.88769314443144</c:v>
                </c:pt>
                <c:pt idx="1423">
                  <c:v>179.30579455584584</c:v>
                </c:pt>
                <c:pt idx="1424">
                  <c:v>185.53456315700311</c:v>
                </c:pt>
                <c:pt idx="1425">
                  <c:v>186.31694856317483</c:v>
                </c:pt>
                <c:pt idx="1426">
                  <c:v>187.39267277120467</c:v>
                </c:pt>
                <c:pt idx="1427">
                  <c:v>193.45426500352184</c:v>
                </c:pt>
                <c:pt idx="1428">
                  <c:v>194.70608165339658</c:v>
                </c:pt>
                <c:pt idx="1429">
                  <c:v>197.95554445999801</c:v>
                </c:pt>
                <c:pt idx="1430">
                  <c:v>200.54566366789408</c:v>
                </c:pt>
                <c:pt idx="1431">
                  <c:v>197.97293080235738</c:v>
                </c:pt>
                <c:pt idx="1432">
                  <c:v>192.29562131654731</c:v>
                </c:pt>
                <c:pt idx="1433">
                  <c:v>192.03571778845725</c:v>
                </c:pt>
                <c:pt idx="1434">
                  <c:v>190.73174211150442</c:v>
                </c:pt>
                <c:pt idx="1435">
                  <c:v>193.42840839180789</c:v>
                </c:pt>
                <c:pt idx="1436">
                  <c:v>192.38790267214708</c:v>
                </c:pt>
                <c:pt idx="1437">
                  <c:v>190.92432928840822</c:v>
                </c:pt>
                <c:pt idx="1438">
                  <c:v>191.90598892623728</c:v>
                </c:pt>
                <c:pt idx="1439">
                  <c:v>189.60653369829791</c:v>
                </c:pt>
                <c:pt idx="1440">
                  <c:v>187.44616920923349</c:v>
                </c:pt>
                <c:pt idx="1441">
                  <c:v>185.54615405190935</c:v>
                </c:pt>
                <c:pt idx="1442">
                  <c:v>186.14041031767968</c:v>
                </c:pt>
                <c:pt idx="1443">
                  <c:v>186.49616163057141</c:v>
                </c:pt>
                <c:pt idx="1444">
                  <c:v>184.85070035753449</c:v>
                </c:pt>
                <c:pt idx="1445">
                  <c:v>184.88368982765229</c:v>
                </c:pt>
                <c:pt idx="1446">
                  <c:v>188.16970853357344</c:v>
                </c:pt>
                <c:pt idx="1447">
                  <c:v>190.67601665522437</c:v>
                </c:pt>
                <c:pt idx="1448">
                  <c:v>191.6269158411869</c:v>
                </c:pt>
                <c:pt idx="1449">
                  <c:v>194.55005037581248</c:v>
                </c:pt>
                <c:pt idx="1450">
                  <c:v>187.04583753131769</c:v>
                </c:pt>
                <c:pt idx="1451">
                  <c:v>190.18429522900934</c:v>
                </c:pt>
                <c:pt idx="1452">
                  <c:v>190.47718822721717</c:v>
                </c:pt>
                <c:pt idx="1453">
                  <c:v>191.13251959307041</c:v>
                </c:pt>
                <c:pt idx="1454">
                  <c:v>191.36300008024463</c:v>
                </c:pt>
                <c:pt idx="1455">
                  <c:v>191.59348056741888</c:v>
                </c:pt>
                <c:pt idx="1456">
                  <c:v>190.0447586864841</c:v>
                </c:pt>
                <c:pt idx="1457">
                  <c:v>188.25797765632103</c:v>
                </c:pt>
                <c:pt idx="1458">
                  <c:v>190.88643597813777</c:v>
                </c:pt>
                <c:pt idx="1459">
                  <c:v>196.21646442041066</c:v>
                </c:pt>
                <c:pt idx="1460">
                  <c:v>196.72690959993579</c:v>
                </c:pt>
                <c:pt idx="1461">
                  <c:v>193.5313890350134</c:v>
                </c:pt>
                <c:pt idx="1462">
                  <c:v>194.9044642777535</c:v>
                </c:pt>
                <c:pt idx="1463">
                  <c:v>194.05743734229696</c:v>
                </c:pt>
                <c:pt idx="1464">
                  <c:v>197.6773629822481</c:v>
                </c:pt>
                <c:pt idx="1465">
                  <c:v>198.99783339425983</c:v>
                </c:pt>
                <c:pt idx="1466">
                  <c:v>197.95643606729851</c:v>
                </c:pt>
                <c:pt idx="1467">
                  <c:v>198.91580552261561</c:v>
                </c:pt>
                <c:pt idx="1468">
                  <c:v>200.08470269354564</c:v>
                </c:pt>
                <c:pt idx="1469">
                  <c:v>201.65838957889389</c:v>
                </c:pt>
                <c:pt idx="1470">
                  <c:v>203.31722496143797</c:v>
                </c:pt>
                <c:pt idx="1471">
                  <c:v>202.89192827910875</c:v>
                </c:pt>
                <c:pt idx="1472">
                  <c:v>202.07387858091778</c:v>
                </c:pt>
                <c:pt idx="1473">
                  <c:v>202.81123781841526</c:v>
                </c:pt>
                <c:pt idx="1474">
                  <c:v>202.52948991146334</c:v>
                </c:pt>
                <c:pt idx="1475">
                  <c:v>204.233797266332</c:v>
                </c:pt>
                <c:pt idx="1476">
                  <c:v>204.10897224426475</c:v>
                </c:pt>
                <c:pt idx="1477">
                  <c:v>207.35754344356567</c:v>
                </c:pt>
                <c:pt idx="1478">
                  <c:v>203.68412136558572</c:v>
                </c:pt>
                <c:pt idx="1479">
                  <c:v>210.52274936027175</c:v>
                </c:pt>
                <c:pt idx="1480">
                  <c:v>215.48142336189446</c:v>
                </c:pt>
                <c:pt idx="1481">
                  <c:v>214.06822579063274</c:v>
                </c:pt>
                <c:pt idx="1482">
                  <c:v>214.88003423772031</c:v>
                </c:pt>
                <c:pt idx="1483">
                  <c:v>216.42920192230531</c:v>
                </c:pt>
                <c:pt idx="1484">
                  <c:v>216.92850201057445</c:v>
                </c:pt>
                <c:pt idx="1485">
                  <c:v>216.22680706509621</c:v>
                </c:pt>
                <c:pt idx="1486">
                  <c:v>218.05237301283017</c:v>
                </c:pt>
                <c:pt idx="1487">
                  <c:v>223.88303895432293</c:v>
                </c:pt>
                <c:pt idx="1488">
                  <c:v>229.75962267179045</c:v>
                </c:pt>
                <c:pt idx="1489">
                  <c:v>226.63899712010843</c:v>
                </c:pt>
                <c:pt idx="1490">
                  <c:v>225.14154265895127</c:v>
                </c:pt>
                <c:pt idx="1491">
                  <c:v>233.26586838093027</c:v>
                </c:pt>
                <c:pt idx="1492">
                  <c:v>240.98139215563896</c:v>
                </c:pt>
                <c:pt idx="1493">
                  <c:v>240.57437342296956</c:v>
                </c:pt>
                <c:pt idx="1494">
                  <c:v>240.77231024367626</c:v>
                </c:pt>
                <c:pt idx="1495">
                  <c:v>240.42681241474006</c:v>
                </c:pt>
                <c:pt idx="1496">
                  <c:v>235.05264941109334</c:v>
                </c:pt>
                <c:pt idx="1497">
                  <c:v>231.07117701079733</c:v>
                </c:pt>
                <c:pt idx="1498">
                  <c:v>232.20574730065891</c:v>
                </c:pt>
                <c:pt idx="1499">
                  <c:v>237.34318856602798</c:v>
                </c:pt>
                <c:pt idx="1500">
                  <c:v>235.83146838806317</c:v>
                </c:pt>
                <c:pt idx="1501">
                  <c:v>236.18454487905348</c:v>
                </c:pt>
                <c:pt idx="1502">
                  <c:v>232.02564262596178</c:v>
                </c:pt>
                <c:pt idx="1503">
                  <c:v>230.61690309120252</c:v>
                </c:pt>
                <c:pt idx="1504">
                  <c:v>225.58779211284178</c:v>
                </c:pt>
                <c:pt idx="1505">
                  <c:v>219.74330625819164</c:v>
                </c:pt>
                <c:pt idx="1506">
                  <c:v>222.2126126768726</c:v>
                </c:pt>
                <c:pt idx="1507">
                  <c:v>226.89444261169606</c:v>
                </c:pt>
                <c:pt idx="1508">
                  <c:v>228.97277922911633</c:v>
                </c:pt>
                <c:pt idx="1509">
                  <c:v>227.98443253653357</c:v>
                </c:pt>
                <c:pt idx="1510">
                  <c:v>225.85839492853762</c:v>
                </c:pt>
                <c:pt idx="1511">
                  <c:v>231.0653815633442</c:v>
                </c:pt>
                <c:pt idx="1512">
                  <c:v>229.84878340183849</c:v>
                </c:pt>
                <c:pt idx="1513">
                  <c:v>230.79522455129862</c:v>
                </c:pt>
                <c:pt idx="1514">
                  <c:v>232.20530149700863</c:v>
                </c:pt>
                <c:pt idx="1515">
                  <c:v>232.6542257728006</c:v>
                </c:pt>
                <c:pt idx="1516">
                  <c:v>231.82770580525508</c:v>
                </c:pt>
                <c:pt idx="1517">
                  <c:v>228.37584814144458</c:v>
                </c:pt>
                <c:pt idx="1518">
                  <c:v>225.42462797685388</c:v>
                </c:pt>
                <c:pt idx="1519">
                  <c:v>228.41686207726667</c:v>
                </c:pt>
                <c:pt idx="1520">
                  <c:v>227.38839305616233</c:v>
                </c:pt>
                <c:pt idx="1521">
                  <c:v>220.81947626987167</c:v>
                </c:pt>
                <c:pt idx="1522">
                  <c:v>221.1881558886204</c:v>
                </c:pt>
                <c:pt idx="1523">
                  <c:v>220.93493941528394</c:v>
                </c:pt>
                <c:pt idx="1524">
                  <c:v>221.76458000838107</c:v>
                </c:pt>
                <c:pt idx="1525">
                  <c:v>216.67350232263703</c:v>
                </c:pt>
                <c:pt idx="1526">
                  <c:v>218.94576352791174</c:v>
                </c:pt>
                <c:pt idx="1527">
                  <c:v>225.59314175664466</c:v>
                </c:pt>
                <c:pt idx="1528">
                  <c:v>229.79082892730727</c:v>
                </c:pt>
                <c:pt idx="1529">
                  <c:v>228.53544584823058</c:v>
                </c:pt>
                <c:pt idx="1530">
                  <c:v>224.94895548204744</c:v>
                </c:pt>
                <c:pt idx="1531">
                  <c:v>226.00417272216623</c:v>
                </c:pt>
                <c:pt idx="1532">
                  <c:v>228.09410023449269</c:v>
                </c:pt>
                <c:pt idx="1533">
                  <c:v>231.90795046229837</c:v>
                </c:pt>
                <c:pt idx="1534">
                  <c:v>230.82152696666279</c:v>
                </c:pt>
                <c:pt idx="1535">
                  <c:v>232.10365826475385</c:v>
                </c:pt>
                <c:pt idx="1536">
                  <c:v>235.06201128774839</c:v>
                </c:pt>
                <c:pt idx="1537">
                  <c:v>233.45399752133167</c:v>
                </c:pt>
                <c:pt idx="1538">
                  <c:v>226.2306409764883</c:v>
                </c:pt>
                <c:pt idx="1539">
                  <c:v>227.91934520359854</c:v>
                </c:pt>
                <c:pt idx="1540">
                  <c:v>232.13308130566972</c:v>
                </c:pt>
                <c:pt idx="1541">
                  <c:v>232.76032704155782</c:v>
                </c:pt>
                <c:pt idx="1542">
                  <c:v>230.06098593935286</c:v>
                </c:pt>
                <c:pt idx="1543">
                  <c:v>225.01582602958351</c:v>
                </c:pt>
                <c:pt idx="1544">
                  <c:v>226.33540483429476</c:v>
                </c:pt>
                <c:pt idx="1545">
                  <c:v>232.89763456583179</c:v>
                </c:pt>
                <c:pt idx="1546">
                  <c:v>230.525067539253</c:v>
                </c:pt>
                <c:pt idx="1547">
                  <c:v>231.64314309405566</c:v>
                </c:pt>
                <c:pt idx="1548">
                  <c:v>236.1992563995114</c:v>
                </c:pt>
                <c:pt idx="1549">
                  <c:v>236.56303217810745</c:v>
                </c:pt>
                <c:pt idx="1550">
                  <c:v>239.22715479194343</c:v>
                </c:pt>
                <c:pt idx="1551">
                  <c:v>242.0571163636688</c:v>
                </c:pt>
                <c:pt idx="1552">
                  <c:v>244.00661572616954</c:v>
                </c:pt>
                <c:pt idx="1553">
                  <c:v>238.30701605784745</c:v>
                </c:pt>
                <c:pt idx="1554">
                  <c:v>230.4920780691352</c:v>
                </c:pt>
                <c:pt idx="1555">
                  <c:v>231.91463751705194</c:v>
                </c:pt>
                <c:pt idx="1556">
                  <c:v>234.71473024421124</c:v>
                </c:pt>
                <c:pt idx="1557">
                  <c:v>233.93011581978831</c:v>
                </c:pt>
                <c:pt idx="1558">
                  <c:v>230.7265707891616</c:v>
                </c:pt>
                <c:pt idx="1559">
                  <c:v>230.27274267321701</c:v>
                </c:pt>
                <c:pt idx="1560">
                  <c:v>228.33260518737126</c:v>
                </c:pt>
                <c:pt idx="1561">
                  <c:v>228.96742958531343</c:v>
                </c:pt>
                <c:pt idx="1562">
                  <c:v>230.1751116738144</c:v>
                </c:pt>
                <c:pt idx="1563">
                  <c:v>231.47997895806768</c:v>
                </c:pt>
                <c:pt idx="1564">
                  <c:v>230.69714774824575</c:v>
                </c:pt>
                <c:pt idx="1565">
                  <c:v>228.82610982818727</c:v>
                </c:pt>
                <c:pt idx="1566">
                  <c:v>228.92953627504298</c:v>
                </c:pt>
                <c:pt idx="1567">
                  <c:v>227.2617848194941</c:v>
                </c:pt>
                <c:pt idx="1568">
                  <c:v>229.91832877127595</c:v>
                </c:pt>
                <c:pt idx="1569">
                  <c:v>234.12448621129309</c:v>
                </c:pt>
                <c:pt idx="1570">
                  <c:v>234.22033399609475</c:v>
                </c:pt>
                <c:pt idx="1571">
                  <c:v>234.25599828811397</c:v>
                </c:pt>
                <c:pt idx="1572">
                  <c:v>232.76924311456261</c:v>
                </c:pt>
                <c:pt idx="1573">
                  <c:v>230.52907977210518</c:v>
                </c:pt>
                <c:pt idx="1574">
                  <c:v>228.14625926157083</c:v>
                </c:pt>
                <c:pt idx="1575">
                  <c:v>229.17472828267518</c:v>
                </c:pt>
                <c:pt idx="1576">
                  <c:v>231.44565207699918</c:v>
                </c:pt>
                <c:pt idx="1577">
                  <c:v>231.66454166926718</c:v>
                </c:pt>
                <c:pt idx="1578">
                  <c:v>230.8772524229428</c:v>
                </c:pt>
                <c:pt idx="1579">
                  <c:v>232.75676061235586</c:v>
                </c:pt>
                <c:pt idx="1580">
                  <c:v>233.10359585224285</c:v>
                </c:pt>
                <c:pt idx="1581">
                  <c:v>235.32993928154283</c:v>
                </c:pt>
                <c:pt idx="1582">
                  <c:v>239.46209331562005</c:v>
                </c:pt>
                <c:pt idx="1583">
                  <c:v>242.20333996094757</c:v>
                </c:pt>
                <c:pt idx="1584">
                  <c:v>241.82886489474575</c:v>
                </c:pt>
                <c:pt idx="1585">
                  <c:v>241.75976532895848</c:v>
                </c:pt>
                <c:pt idx="1586">
                  <c:v>242.02145207164958</c:v>
                </c:pt>
                <c:pt idx="1587">
                  <c:v>240.19588612391556</c:v>
                </c:pt>
                <c:pt idx="1588">
                  <c:v>240.62608664639745</c:v>
                </c:pt>
                <c:pt idx="1589">
                  <c:v>240.70499389248999</c:v>
                </c:pt>
                <c:pt idx="1590">
                  <c:v>243.37000811362643</c:v>
                </c:pt>
                <c:pt idx="1591">
                  <c:v>246.29581747015342</c:v>
                </c:pt>
                <c:pt idx="1592">
                  <c:v>245.53973447934592</c:v>
                </c:pt>
                <c:pt idx="1593">
                  <c:v>247.8489973875906</c:v>
                </c:pt>
                <c:pt idx="1594">
                  <c:v>251.58929001310662</c:v>
                </c:pt>
                <c:pt idx="1595">
                  <c:v>252.4505826653708</c:v>
                </c:pt>
                <c:pt idx="1596">
                  <c:v>253.01898231942718</c:v>
                </c:pt>
                <c:pt idx="1597">
                  <c:v>253.65202350276843</c:v>
                </c:pt>
                <c:pt idx="1598">
                  <c:v>255.10088536604934</c:v>
                </c:pt>
                <c:pt idx="1599">
                  <c:v>253.62304626550278</c:v>
                </c:pt>
                <c:pt idx="1600">
                  <c:v>252.92224292732504</c:v>
                </c:pt>
                <c:pt idx="1601">
                  <c:v>254.31805415622742</c:v>
                </c:pt>
                <c:pt idx="1602">
                  <c:v>251.95484900630362</c:v>
                </c:pt>
                <c:pt idx="1603">
                  <c:v>258.99408864359776</c:v>
                </c:pt>
                <c:pt idx="1604">
                  <c:v>260.44339631052895</c:v>
                </c:pt>
                <c:pt idx="1605">
                  <c:v>259.17731394384657</c:v>
                </c:pt>
                <c:pt idx="1606">
                  <c:v>258.44352113555107</c:v>
                </c:pt>
                <c:pt idx="1607">
                  <c:v>260.06401740417448</c:v>
                </c:pt>
                <c:pt idx="1608">
                  <c:v>258.59375696568196</c:v>
                </c:pt>
                <c:pt idx="1609">
                  <c:v>258.63699991975534</c:v>
                </c:pt>
                <c:pt idx="1610">
                  <c:v>258.12566313292973</c:v>
                </c:pt>
                <c:pt idx="1611">
                  <c:v>255.44014194388222</c:v>
                </c:pt>
                <c:pt idx="1612">
                  <c:v>256.20023716754196</c:v>
                </c:pt>
                <c:pt idx="1613">
                  <c:v>256.32818281516086</c:v>
                </c:pt>
                <c:pt idx="1614">
                  <c:v>255.55426767834373</c:v>
                </c:pt>
                <c:pt idx="1615">
                  <c:v>254.39651559866968</c:v>
                </c:pt>
                <c:pt idx="1616">
                  <c:v>253.57088723842472</c:v>
                </c:pt>
                <c:pt idx="1617">
                  <c:v>261.5962445500503</c:v>
                </c:pt>
                <c:pt idx="1618">
                  <c:v>264.96830336046793</c:v>
                </c:pt>
                <c:pt idx="1619">
                  <c:v>262.13477535954064</c:v>
                </c:pt>
                <c:pt idx="1620">
                  <c:v>260.91996041263587</c:v>
                </c:pt>
                <c:pt idx="1621">
                  <c:v>260.81742557308058</c:v>
                </c:pt>
                <c:pt idx="1622">
                  <c:v>265.52020827946541</c:v>
                </c:pt>
                <c:pt idx="1623">
                  <c:v>266.5397612275649</c:v>
                </c:pt>
                <c:pt idx="1624">
                  <c:v>266.9507921930865</c:v>
                </c:pt>
                <c:pt idx="1625">
                  <c:v>266.52415809980653</c:v>
                </c:pt>
                <c:pt idx="1626">
                  <c:v>267.07338819690256</c:v>
                </c:pt>
                <c:pt idx="1627">
                  <c:v>270.79361965815775</c:v>
                </c:pt>
                <c:pt idx="1628">
                  <c:v>271.76235099012985</c:v>
                </c:pt>
                <c:pt idx="1629">
                  <c:v>274.64224257068213</c:v>
                </c:pt>
                <c:pt idx="1630">
                  <c:v>277.87699385682566</c:v>
                </c:pt>
                <c:pt idx="1631">
                  <c:v>276.19453088081889</c:v>
                </c:pt>
                <c:pt idx="1632">
                  <c:v>278.28133776759364</c:v>
                </c:pt>
                <c:pt idx="1633">
                  <c:v>279.10250809133623</c:v>
                </c:pt>
                <c:pt idx="1634">
                  <c:v>280.33025134409797</c:v>
                </c:pt>
                <c:pt idx="1635">
                  <c:v>282.75898963060706</c:v>
                </c:pt>
                <c:pt idx="1636">
                  <c:v>282.37203206219851</c:v>
                </c:pt>
                <c:pt idx="1637">
                  <c:v>287.4996656472623</c:v>
                </c:pt>
                <c:pt idx="1638">
                  <c:v>291.36656650944656</c:v>
                </c:pt>
                <c:pt idx="1639">
                  <c:v>290.4673805469119</c:v>
                </c:pt>
                <c:pt idx="1640">
                  <c:v>297.92835043733334</c:v>
                </c:pt>
                <c:pt idx="1641">
                  <c:v>298.23283433044747</c:v>
                </c:pt>
                <c:pt idx="1642">
                  <c:v>297.36307140882866</c:v>
                </c:pt>
                <c:pt idx="1643">
                  <c:v>302.43141310841054</c:v>
                </c:pt>
                <c:pt idx="1644">
                  <c:v>301.70564476581933</c:v>
                </c:pt>
                <c:pt idx="1645">
                  <c:v>303.89498649214937</c:v>
                </c:pt>
                <c:pt idx="1646">
                  <c:v>303.51293276389345</c:v>
                </c:pt>
                <c:pt idx="1647">
                  <c:v>305.90868158028479</c:v>
                </c:pt>
                <c:pt idx="1648">
                  <c:v>304.120563139171</c:v>
                </c:pt>
                <c:pt idx="1649">
                  <c:v>308.23087279438641</c:v>
                </c:pt>
                <c:pt idx="1650">
                  <c:v>304.13170823042697</c:v>
                </c:pt>
                <c:pt idx="1651">
                  <c:v>309.21208662856532</c:v>
                </c:pt>
                <c:pt idx="1652">
                  <c:v>311.09248642527882</c:v>
                </c:pt>
                <c:pt idx="1653">
                  <c:v>315.76361707249652</c:v>
                </c:pt>
                <c:pt idx="1654">
                  <c:v>311.62834241286765</c:v>
                </c:pt>
                <c:pt idx="1655">
                  <c:v>309.19336287525516</c:v>
                </c:pt>
                <c:pt idx="1656">
                  <c:v>310.29984753515163</c:v>
                </c:pt>
                <c:pt idx="1657">
                  <c:v>313.2180782296245</c:v>
                </c:pt>
                <c:pt idx="1658">
                  <c:v>315.90984066977541</c:v>
                </c:pt>
                <c:pt idx="1659">
                  <c:v>321.64911686296887</c:v>
                </c:pt>
                <c:pt idx="1660">
                  <c:v>319.66306160114834</c:v>
                </c:pt>
                <c:pt idx="1661">
                  <c:v>317.8267963658086</c:v>
                </c:pt>
                <c:pt idx="1662">
                  <c:v>315.62943017377427</c:v>
                </c:pt>
                <c:pt idx="1663">
                  <c:v>321.74585625507103</c:v>
                </c:pt>
                <c:pt idx="1664">
                  <c:v>324.74522321388758</c:v>
                </c:pt>
                <c:pt idx="1665">
                  <c:v>328.26216821063332</c:v>
                </c:pt>
                <c:pt idx="1666">
                  <c:v>330.81528571555941</c:v>
                </c:pt>
                <c:pt idx="1667">
                  <c:v>321.28534108437282</c:v>
                </c:pt>
                <c:pt idx="1668">
                  <c:v>314.20196688570485</c:v>
                </c:pt>
                <c:pt idx="1669">
                  <c:v>314.58268320301005</c:v>
                </c:pt>
                <c:pt idx="1670">
                  <c:v>312.31220521233627</c:v>
                </c:pt>
                <c:pt idx="1671">
                  <c:v>310.1063687509473</c:v>
                </c:pt>
                <c:pt idx="1672">
                  <c:v>313.18731777775793</c:v>
                </c:pt>
                <c:pt idx="1673">
                  <c:v>316.91557370471747</c:v>
                </c:pt>
                <c:pt idx="1674">
                  <c:v>312.73839350196602</c:v>
                </c:pt>
                <c:pt idx="1675">
                  <c:v>318.33813315263421</c:v>
                </c:pt>
                <c:pt idx="1676">
                  <c:v>324.56288952093939</c:v>
                </c:pt>
                <c:pt idx="1677">
                  <c:v>313.66700250541646</c:v>
                </c:pt>
                <c:pt idx="1678">
                  <c:v>310.90123665932572</c:v>
                </c:pt>
                <c:pt idx="1679">
                  <c:v>314.60898561837422</c:v>
                </c:pt>
                <c:pt idx="1680">
                  <c:v>318.70369214583127</c:v>
                </c:pt>
                <c:pt idx="1681">
                  <c:v>323.71006713802967</c:v>
                </c:pt>
                <c:pt idx="1682">
                  <c:v>330.84292554187431</c:v>
                </c:pt>
                <c:pt idx="1683">
                  <c:v>328.52875879347698</c:v>
                </c:pt>
                <c:pt idx="1684">
                  <c:v>320.2082794653922</c:v>
                </c:pt>
                <c:pt idx="1685">
                  <c:v>315.58128337954827</c:v>
                </c:pt>
                <c:pt idx="1686">
                  <c:v>312.1107019624277</c:v>
                </c:pt>
                <c:pt idx="1687">
                  <c:v>313.51007962053188</c:v>
                </c:pt>
                <c:pt idx="1688">
                  <c:v>316.55536435532332</c:v>
                </c:pt>
                <c:pt idx="1689">
                  <c:v>311.2922064605865</c:v>
                </c:pt>
                <c:pt idx="1690">
                  <c:v>306.7909270041103</c:v>
                </c:pt>
                <c:pt idx="1691">
                  <c:v>314.64821633959536</c:v>
                </c:pt>
                <c:pt idx="1692">
                  <c:v>313.64382071560397</c:v>
                </c:pt>
                <c:pt idx="1693">
                  <c:v>313.64159169735279</c:v>
                </c:pt>
                <c:pt idx="1694">
                  <c:v>315.04275257005798</c:v>
                </c:pt>
                <c:pt idx="1695">
                  <c:v>319.03804488351147</c:v>
                </c:pt>
                <c:pt idx="1696">
                  <c:v>319.33004627441886</c:v>
                </c:pt>
                <c:pt idx="1697">
                  <c:v>318.50843014702599</c:v>
                </c:pt>
                <c:pt idx="1698">
                  <c:v>317.26642117745661</c:v>
                </c:pt>
                <c:pt idx="1699">
                  <c:v>323.94143923250442</c:v>
                </c:pt>
                <c:pt idx="1700">
                  <c:v>325.12727694214362</c:v>
                </c:pt>
                <c:pt idx="1701">
                  <c:v>326.71968758080192</c:v>
                </c:pt>
                <c:pt idx="1702">
                  <c:v>326.8712608218836</c:v>
                </c:pt>
                <c:pt idx="1703">
                  <c:v>321.04104068404109</c:v>
                </c:pt>
                <c:pt idx="1704">
                  <c:v>316.33290833385337</c:v>
                </c:pt>
                <c:pt idx="1705">
                  <c:v>316.55982239182572</c:v>
                </c:pt>
                <c:pt idx="1706">
                  <c:v>311.76163770428951</c:v>
                </c:pt>
                <c:pt idx="1707">
                  <c:v>314.73960608789463</c:v>
                </c:pt>
                <c:pt idx="1708">
                  <c:v>308.55095981525898</c:v>
                </c:pt>
                <c:pt idx="1709">
                  <c:v>310.91015273233052</c:v>
                </c:pt>
                <c:pt idx="1710">
                  <c:v>312.45263336216198</c:v>
                </c:pt>
                <c:pt idx="1711">
                  <c:v>315.88755048726335</c:v>
                </c:pt>
                <c:pt idx="1712">
                  <c:v>322.38603029681605</c:v>
                </c:pt>
                <c:pt idx="1713">
                  <c:v>319.62383087992725</c:v>
                </c:pt>
                <c:pt idx="1714">
                  <c:v>310.98727676382214</c:v>
                </c:pt>
                <c:pt idx="1715">
                  <c:v>314.49040184741034</c:v>
                </c:pt>
                <c:pt idx="1716">
                  <c:v>320.61351498346068</c:v>
                </c:pt>
                <c:pt idx="1717">
                  <c:v>320.50028085629958</c:v>
                </c:pt>
                <c:pt idx="1718">
                  <c:v>320.44009736351717</c:v>
                </c:pt>
                <c:pt idx="1719">
                  <c:v>321.42933566340042</c:v>
                </c:pt>
                <c:pt idx="1720">
                  <c:v>321.89297145965031</c:v>
                </c:pt>
                <c:pt idx="1721">
                  <c:v>318.6354841873445</c:v>
                </c:pt>
                <c:pt idx="1722">
                  <c:v>322.40787467567787</c:v>
                </c:pt>
                <c:pt idx="1723">
                  <c:v>326.75535187282117</c:v>
                </c:pt>
                <c:pt idx="1724">
                  <c:v>320.23369027345592</c:v>
                </c:pt>
                <c:pt idx="1725">
                  <c:v>326.57034335797141</c:v>
                </c:pt>
                <c:pt idx="1726">
                  <c:v>329.7979617857111</c:v>
                </c:pt>
                <c:pt idx="1727">
                  <c:v>333.12989826760696</c:v>
                </c:pt>
                <c:pt idx="1728">
                  <c:v>336.38381911071087</c:v>
                </c:pt>
                <c:pt idx="1729">
                  <c:v>338.70823934306372</c:v>
                </c:pt>
                <c:pt idx="1730">
                  <c:v>342.0009451037385</c:v>
                </c:pt>
                <c:pt idx="1731">
                  <c:v>341.25957363338892</c:v>
                </c:pt>
                <c:pt idx="1732">
                  <c:v>344.684683078185</c:v>
                </c:pt>
                <c:pt idx="1733">
                  <c:v>345.06138716263808</c:v>
                </c:pt>
                <c:pt idx="1734">
                  <c:v>348.83065702541973</c:v>
                </c:pt>
                <c:pt idx="1735">
                  <c:v>351.03203545030624</c:v>
                </c:pt>
                <c:pt idx="1736">
                  <c:v>344.24200005349644</c:v>
                </c:pt>
                <c:pt idx="1737">
                  <c:v>338.89101883966225</c:v>
                </c:pt>
                <c:pt idx="1738">
                  <c:v>340.05768699234108</c:v>
                </c:pt>
                <c:pt idx="1739">
                  <c:v>340.70276487423877</c:v>
                </c:pt>
                <c:pt idx="1740">
                  <c:v>344.20901058337859</c:v>
                </c:pt>
                <c:pt idx="1741">
                  <c:v>344.20276933227524</c:v>
                </c:pt>
                <c:pt idx="1742">
                  <c:v>344.22283049653612</c:v>
                </c:pt>
                <c:pt idx="1743">
                  <c:v>346.18302914664258</c:v>
                </c:pt>
                <c:pt idx="1744">
                  <c:v>345.98776714783736</c:v>
                </c:pt>
                <c:pt idx="1745">
                  <c:v>339.62882388080993</c:v>
                </c:pt>
                <c:pt idx="1746">
                  <c:v>332.40635894326698</c:v>
                </c:pt>
                <c:pt idx="1747">
                  <c:v>326.88285171678979</c:v>
                </c:pt>
                <c:pt idx="1748">
                  <c:v>321.46544575906984</c:v>
                </c:pt>
                <c:pt idx="1749">
                  <c:v>310.47192774414435</c:v>
                </c:pt>
                <c:pt idx="1750">
                  <c:v>309.45415801064576</c:v>
                </c:pt>
                <c:pt idx="1751">
                  <c:v>298.46598963952317</c:v>
                </c:pt>
                <c:pt idx="1752">
                  <c:v>301.82645755503444</c:v>
                </c:pt>
                <c:pt idx="1753">
                  <c:v>310.49823015950852</c:v>
                </c:pt>
                <c:pt idx="1754">
                  <c:v>315.37621370043775</c:v>
                </c:pt>
                <c:pt idx="1755">
                  <c:v>319.09510775074222</c:v>
                </c:pt>
                <c:pt idx="1756">
                  <c:v>312.56898811487468</c:v>
                </c:pt>
                <c:pt idx="1757">
                  <c:v>312.7767326158866</c:v>
                </c:pt>
                <c:pt idx="1758">
                  <c:v>308.68559251763151</c:v>
                </c:pt>
                <c:pt idx="1759">
                  <c:v>307.79666003905237</c:v>
                </c:pt>
                <c:pt idx="1760">
                  <c:v>311.91365674902147</c:v>
                </c:pt>
                <c:pt idx="1761">
                  <c:v>315.11051472489453</c:v>
                </c:pt>
                <c:pt idx="1762">
                  <c:v>306.52611963586759</c:v>
                </c:pt>
                <c:pt idx="1763">
                  <c:v>302.08234885027235</c:v>
                </c:pt>
                <c:pt idx="1764">
                  <c:v>311.28953163868505</c:v>
                </c:pt>
                <c:pt idx="1765">
                  <c:v>310.2967269095999</c:v>
                </c:pt>
                <c:pt idx="1766">
                  <c:v>308.80016405574327</c:v>
                </c:pt>
                <c:pt idx="1767">
                  <c:v>307.45383703201759</c:v>
                </c:pt>
                <c:pt idx="1768">
                  <c:v>307.35531442531453</c:v>
                </c:pt>
                <c:pt idx="1769">
                  <c:v>304.30155942116858</c:v>
                </c:pt>
                <c:pt idx="1770">
                  <c:v>304.16558930784527</c:v>
                </c:pt>
                <c:pt idx="1771">
                  <c:v>290.19945255311751</c:v>
                </c:pt>
                <c:pt idx="1772">
                  <c:v>298.48293017823227</c:v>
                </c:pt>
                <c:pt idx="1773">
                  <c:v>301.78990165571469</c:v>
                </c:pt>
                <c:pt idx="1774">
                  <c:v>300.64998172205031</c:v>
                </c:pt>
                <c:pt idx="1775">
                  <c:v>304.30824647592215</c:v>
                </c:pt>
                <c:pt idx="1776">
                  <c:v>304.73086833634989</c:v>
                </c:pt>
                <c:pt idx="1777">
                  <c:v>304.35817648474904</c:v>
                </c:pt>
                <c:pt idx="1778">
                  <c:v>312.55784302361866</c:v>
                </c:pt>
                <c:pt idx="1779">
                  <c:v>315.99053113046887</c:v>
                </c:pt>
                <c:pt idx="1780">
                  <c:v>315.62095990441964</c:v>
                </c:pt>
                <c:pt idx="1781">
                  <c:v>315.17158982497745</c:v>
                </c:pt>
                <c:pt idx="1782">
                  <c:v>321.22827821714202</c:v>
                </c:pt>
                <c:pt idx="1783">
                  <c:v>312.93499291172191</c:v>
                </c:pt>
                <c:pt idx="1784">
                  <c:v>318.56816783615824</c:v>
                </c:pt>
                <c:pt idx="1785">
                  <c:v>317.80093975409466</c:v>
                </c:pt>
                <c:pt idx="1786">
                  <c:v>315.43060174576709</c:v>
                </c:pt>
                <c:pt idx="1787">
                  <c:v>321.60676551619599</c:v>
                </c:pt>
                <c:pt idx="1788">
                  <c:v>321.70974615940156</c:v>
                </c:pt>
                <c:pt idx="1789">
                  <c:v>325.58600889824083</c:v>
                </c:pt>
                <c:pt idx="1790">
                  <c:v>322.33654609163943</c:v>
                </c:pt>
                <c:pt idx="1791">
                  <c:v>321.2108918747827</c:v>
                </c:pt>
                <c:pt idx="1792">
                  <c:v>322.28706188646271</c:v>
                </c:pt>
                <c:pt idx="1793">
                  <c:v>325.1116738143852</c:v>
                </c:pt>
                <c:pt idx="1794">
                  <c:v>323.80680653013184</c:v>
                </c:pt>
                <c:pt idx="1795">
                  <c:v>324.04040764285776</c:v>
                </c:pt>
                <c:pt idx="1796">
                  <c:v>324.92755690683595</c:v>
                </c:pt>
                <c:pt idx="1797">
                  <c:v>325.13842203339959</c:v>
                </c:pt>
                <c:pt idx="1798">
                  <c:v>319.8329127918899</c:v>
                </c:pt>
                <c:pt idx="1799">
                  <c:v>315.83628306748574</c:v>
                </c:pt>
                <c:pt idx="1800">
                  <c:v>315.57950016494726</c:v>
                </c:pt>
                <c:pt idx="1801">
                  <c:v>311.13439196840147</c:v>
                </c:pt>
                <c:pt idx="1802">
                  <c:v>306.53013186871976</c:v>
                </c:pt>
                <c:pt idx="1803">
                  <c:v>306.30990486550104</c:v>
                </c:pt>
                <c:pt idx="1804">
                  <c:v>292.26931890118317</c:v>
                </c:pt>
                <c:pt idx="1805">
                  <c:v>283.5685690594434</c:v>
                </c:pt>
                <c:pt idx="1806">
                  <c:v>286.86038321281774</c:v>
                </c:pt>
                <c:pt idx="1807">
                  <c:v>290.76740640352358</c:v>
                </c:pt>
                <c:pt idx="1808">
                  <c:v>289.11882450493505</c:v>
                </c:pt>
                <c:pt idx="1809">
                  <c:v>283.03182146455413</c:v>
                </c:pt>
                <c:pt idx="1810">
                  <c:v>283.88821027666575</c:v>
                </c:pt>
                <c:pt idx="1811">
                  <c:v>281.69753113938498</c:v>
                </c:pt>
                <c:pt idx="1812">
                  <c:v>284.55067450092281</c:v>
                </c:pt>
                <c:pt idx="1813">
                  <c:v>281.94762698716977</c:v>
                </c:pt>
                <c:pt idx="1814">
                  <c:v>277.63581408204567</c:v>
                </c:pt>
                <c:pt idx="1815">
                  <c:v>274.56690175379157</c:v>
                </c:pt>
                <c:pt idx="1816">
                  <c:v>280.25401891990691</c:v>
                </c:pt>
                <c:pt idx="1817">
                  <c:v>273.89685886748038</c:v>
                </c:pt>
                <c:pt idx="1818">
                  <c:v>274.02034647859693</c:v>
                </c:pt>
                <c:pt idx="1819">
                  <c:v>271.29113653182594</c:v>
                </c:pt>
                <c:pt idx="1820">
                  <c:v>267.93022281266434</c:v>
                </c:pt>
                <c:pt idx="1821">
                  <c:v>265.31424699305438</c:v>
                </c:pt>
                <c:pt idx="1822">
                  <c:v>264.13732535641998</c:v>
                </c:pt>
                <c:pt idx="1823">
                  <c:v>262.16375259680626</c:v>
                </c:pt>
                <c:pt idx="1824">
                  <c:v>269.43258111397415</c:v>
                </c:pt>
                <c:pt idx="1825">
                  <c:v>268.17496901664629</c:v>
                </c:pt>
                <c:pt idx="1826">
                  <c:v>252.78983924320372</c:v>
                </c:pt>
                <c:pt idx="1827">
                  <c:v>256.68839216455501</c:v>
                </c:pt>
                <c:pt idx="1828">
                  <c:v>259.27316172864823</c:v>
                </c:pt>
                <c:pt idx="1829">
                  <c:v>254.38893693661564</c:v>
                </c:pt>
                <c:pt idx="1830">
                  <c:v>245.78136005777611</c:v>
                </c:pt>
                <c:pt idx="1831">
                  <c:v>249.04865501038719</c:v>
                </c:pt>
                <c:pt idx="1832">
                  <c:v>255.37059657444473</c:v>
                </c:pt>
                <c:pt idx="1833">
                  <c:v>265.28259493388731</c:v>
                </c:pt>
                <c:pt idx="1834">
                  <c:v>264.62057651328047</c:v>
                </c:pt>
                <c:pt idx="1835">
                  <c:v>260.8909831753702</c:v>
                </c:pt>
                <c:pt idx="1836">
                  <c:v>265.63121338837522</c:v>
                </c:pt>
                <c:pt idx="1837">
                  <c:v>266.62446392111059</c:v>
                </c:pt>
                <c:pt idx="1838">
                  <c:v>265.87551378870688</c:v>
                </c:pt>
                <c:pt idx="1839">
                  <c:v>261.70190001515732</c:v>
                </c:pt>
                <c:pt idx="1840">
                  <c:v>262.77584100858616</c:v>
                </c:pt>
                <c:pt idx="1841">
                  <c:v>265.35615253617692</c:v>
                </c:pt>
                <c:pt idx="1842">
                  <c:v>259.58522428381639</c:v>
                </c:pt>
                <c:pt idx="1843">
                  <c:v>248.88861149995094</c:v>
                </c:pt>
                <c:pt idx="1844">
                  <c:v>249.23410932888714</c:v>
                </c:pt>
                <c:pt idx="1845">
                  <c:v>247.97783464251006</c:v>
                </c:pt>
                <c:pt idx="1846">
                  <c:v>241.95056929126136</c:v>
                </c:pt>
                <c:pt idx="1847">
                  <c:v>238.34847579731982</c:v>
                </c:pt>
                <c:pt idx="1848">
                  <c:v>240.43260786219318</c:v>
                </c:pt>
                <c:pt idx="1849">
                  <c:v>247.96178571110138</c:v>
                </c:pt>
                <c:pt idx="1850">
                  <c:v>245.08858118530276</c:v>
                </c:pt>
                <c:pt idx="1851">
                  <c:v>249.89791096409496</c:v>
                </c:pt>
                <c:pt idx="1852">
                  <c:v>247.66889271289352</c:v>
                </c:pt>
                <c:pt idx="1853">
                  <c:v>252.73455959057395</c:v>
                </c:pt>
                <c:pt idx="1854">
                  <c:v>254.18921690130799</c:v>
                </c:pt>
                <c:pt idx="1855">
                  <c:v>250.89918596253463</c:v>
                </c:pt>
                <c:pt idx="1856">
                  <c:v>248.25334129835852</c:v>
                </c:pt>
                <c:pt idx="1857">
                  <c:v>250.22290182512012</c:v>
                </c:pt>
                <c:pt idx="1858">
                  <c:v>248.67507155148587</c:v>
                </c:pt>
                <c:pt idx="1859">
                  <c:v>246.93197927904635</c:v>
                </c:pt>
                <c:pt idx="1860">
                  <c:v>249.71780628939788</c:v>
                </c:pt>
                <c:pt idx="1861">
                  <c:v>251.40071506905497</c:v>
                </c:pt>
                <c:pt idx="1862">
                  <c:v>251.88173720766423</c:v>
                </c:pt>
                <c:pt idx="1863">
                  <c:v>244.1269827117344</c:v>
                </c:pt>
                <c:pt idx="1864">
                  <c:v>241.30237078381197</c:v>
                </c:pt>
                <c:pt idx="1865">
                  <c:v>240.28593846126412</c:v>
                </c:pt>
                <c:pt idx="1866">
                  <c:v>236.48367912836471</c:v>
                </c:pt>
                <c:pt idx="1867">
                  <c:v>236.1399645140294</c:v>
                </c:pt>
                <c:pt idx="1868">
                  <c:v>243.61341690665762</c:v>
                </c:pt>
                <c:pt idx="1869">
                  <c:v>243.82026980036912</c:v>
                </c:pt>
                <c:pt idx="1870">
                  <c:v>250.95491141881467</c:v>
                </c:pt>
                <c:pt idx="1871">
                  <c:v>252.70736556790925</c:v>
                </c:pt>
                <c:pt idx="1872">
                  <c:v>251.14928181031945</c:v>
                </c:pt>
                <c:pt idx="1873">
                  <c:v>251.57591590359942</c:v>
                </c:pt>
                <c:pt idx="1874">
                  <c:v>244.46846830781848</c:v>
                </c:pt>
                <c:pt idx="1875">
                  <c:v>248.56941608637891</c:v>
                </c:pt>
                <c:pt idx="1876">
                  <c:v>255.56184634039784</c:v>
                </c:pt>
                <c:pt idx="1877">
                  <c:v>259.92403505799905</c:v>
                </c:pt>
                <c:pt idx="1878">
                  <c:v>260.52765320042437</c:v>
                </c:pt>
                <c:pt idx="1879">
                  <c:v>258.78589833893557</c:v>
                </c:pt>
                <c:pt idx="1880">
                  <c:v>262.28367377872092</c:v>
                </c:pt>
                <c:pt idx="1881">
                  <c:v>265.54651069482958</c:v>
                </c:pt>
                <c:pt idx="1882">
                  <c:v>267.24636001319573</c:v>
                </c:pt>
                <c:pt idx="1883">
                  <c:v>267.19420098611766</c:v>
                </c:pt>
                <c:pt idx="1884">
                  <c:v>264.8176217266867</c:v>
                </c:pt>
                <c:pt idx="1885">
                  <c:v>269.56587640539601</c:v>
                </c:pt>
                <c:pt idx="1886">
                  <c:v>266.46486621432456</c:v>
                </c:pt>
                <c:pt idx="1887">
                  <c:v>266.67082750073553</c:v>
                </c:pt>
                <c:pt idx="1888">
                  <c:v>269.77272929910748</c:v>
                </c:pt>
                <c:pt idx="1889">
                  <c:v>267.6507039239637</c:v>
                </c:pt>
                <c:pt idx="1890">
                  <c:v>267.80406037964639</c:v>
                </c:pt>
                <c:pt idx="1891">
                  <c:v>262.83602450136863</c:v>
                </c:pt>
                <c:pt idx="1892">
                  <c:v>258.19030466221454</c:v>
                </c:pt>
                <c:pt idx="1893">
                  <c:v>257.31652950774355</c:v>
                </c:pt>
                <c:pt idx="1894">
                  <c:v>255.0768119689364</c:v>
                </c:pt>
                <c:pt idx="1895">
                  <c:v>255.816400224685</c:v>
                </c:pt>
                <c:pt idx="1896">
                  <c:v>246.78753889636846</c:v>
                </c:pt>
                <c:pt idx="1897">
                  <c:v>253.28691031322163</c:v>
                </c:pt>
                <c:pt idx="1898">
                  <c:v>248.28410175022512</c:v>
                </c:pt>
                <c:pt idx="1899">
                  <c:v>247.38357837673973</c:v>
                </c:pt>
                <c:pt idx="1900">
                  <c:v>248.19315780557611</c:v>
                </c:pt>
                <c:pt idx="1901">
                  <c:v>247.35683015772531</c:v>
                </c:pt>
                <c:pt idx="1902">
                  <c:v>248.15571029895591</c:v>
                </c:pt>
                <c:pt idx="1903">
                  <c:v>250.56305001025351</c:v>
                </c:pt>
                <c:pt idx="1904">
                  <c:v>256.10572679369096</c:v>
                </c:pt>
                <c:pt idx="1905">
                  <c:v>259.73590591759768</c:v>
                </c:pt>
                <c:pt idx="1906">
                  <c:v>259.60796026997866</c:v>
                </c:pt>
                <c:pt idx="1907">
                  <c:v>250.87734158367289</c:v>
                </c:pt>
                <c:pt idx="1908">
                  <c:v>247.2814893408347</c:v>
                </c:pt>
                <c:pt idx="1909">
                  <c:v>238.11665789919485</c:v>
                </c:pt>
                <c:pt idx="1910">
                  <c:v>239.04125466979323</c:v>
                </c:pt>
                <c:pt idx="1911">
                  <c:v>240.91764223365456</c:v>
                </c:pt>
                <c:pt idx="1912">
                  <c:v>239.33637668625227</c:v>
                </c:pt>
                <c:pt idx="1913">
                  <c:v>238.79606266216106</c:v>
                </c:pt>
                <c:pt idx="1914">
                  <c:v>237.09933396934653</c:v>
                </c:pt>
                <c:pt idx="1915">
                  <c:v>238.44833581497363</c:v>
                </c:pt>
                <c:pt idx="1916">
                  <c:v>240.77097283272556</c:v>
                </c:pt>
                <c:pt idx="1917">
                  <c:v>241.33714346853071</c:v>
                </c:pt>
                <c:pt idx="1918">
                  <c:v>239.120607719536</c:v>
                </c:pt>
                <c:pt idx="1919">
                  <c:v>240.56590315361501</c:v>
                </c:pt>
                <c:pt idx="1920">
                  <c:v>238.3186069527537</c:v>
                </c:pt>
                <c:pt idx="1921">
                  <c:v>245.16481360949379</c:v>
                </c:pt>
                <c:pt idx="1922">
                  <c:v>249.01477393296892</c:v>
                </c:pt>
                <c:pt idx="1923">
                  <c:v>247.27480228608107</c:v>
                </c:pt>
                <c:pt idx="1924">
                  <c:v>249.89612774949398</c:v>
                </c:pt>
                <c:pt idx="1925">
                  <c:v>244.9200674055119</c:v>
                </c:pt>
                <c:pt idx="1926">
                  <c:v>246.92752124254392</c:v>
                </c:pt>
                <c:pt idx="1927">
                  <c:v>245.24728728478826</c:v>
                </c:pt>
                <c:pt idx="1928">
                  <c:v>249.24035057999055</c:v>
                </c:pt>
                <c:pt idx="1929">
                  <c:v>249.82078693260343</c:v>
                </c:pt>
                <c:pt idx="1930">
                  <c:v>252.46039034567613</c:v>
                </c:pt>
                <c:pt idx="1931">
                  <c:v>250.18812914040137</c:v>
                </c:pt>
                <c:pt idx="1932">
                  <c:v>253.5035708872384</c:v>
                </c:pt>
                <c:pt idx="1933">
                  <c:v>252.65431493353066</c:v>
                </c:pt>
                <c:pt idx="1934">
                  <c:v>254.41390194102905</c:v>
                </c:pt>
                <c:pt idx="1935">
                  <c:v>256.09502750608522</c:v>
                </c:pt>
                <c:pt idx="1936">
                  <c:v>254.75182110791121</c:v>
                </c:pt>
                <c:pt idx="1937">
                  <c:v>252.48847597564125</c:v>
                </c:pt>
                <c:pt idx="1938">
                  <c:v>256.13737885285803</c:v>
                </c:pt>
                <c:pt idx="1939">
                  <c:v>260.97925229811779</c:v>
                </c:pt>
                <c:pt idx="1940">
                  <c:v>259.80233066148344</c:v>
                </c:pt>
                <c:pt idx="1941">
                  <c:v>256.74500922813553</c:v>
                </c:pt>
                <c:pt idx="1942">
                  <c:v>255.82932853054197</c:v>
                </c:pt>
                <c:pt idx="1943">
                  <c:v>256.25952905302387</c:v>
                </c:pt>
                <c:pt idx="1944">
                  <c:v>255.2386386939736</c:v>
                </c:pt>
                <c:pt idx="1945">
                  <c:v>254.15934805674186</c:v>
                </c:pt>
                <c:pt idx="1946">
                  <c:v>263.84398655456192</c:v>
                </c:pt>
                <c:pt idx="1947">
                  <c:v>266.13853794234865</c:v>
                </c:pt>
                <c:pt idx="1948">
                  <c:v>266.28119511042553</c:v>
                </c:pt>
                <c:pt idx="1949">
                  <c:v>267.04976060343978</c:v>
                </c:pt>
                <c:pt idx="1950">
                  <c:v>264.64152928484179</c:v>
                </c:pt>
                <c:pt idx="1951">
                  <c:v>264.53319899783338</c:v>
                </c:pt>
                <c:pt idx="1952">
                  <c:v>260.43448023752416</c:v>
                </c:pt>
                <c:pt idx="1953">
                  <c:v>262.55071016521481</c:v>
                </c:pt>
                <c:pt idx="1954">
                  <c:v>262.18292215376658</c:v>
                </c:pt>
                <c:pt idx="1955">
                  <c:v>269.07504658648145</c:v>
                </c:pt>
                <c:pt idx="1956">
                  <c:v>270.46550817158084</c:v>
                </c:pt>
                <c:pt idx="1957">
                  <c:v>270.243052150111</c:v>
                </c:pt>
                <c:pt idx="1958">
                  <c:v>270.56403077828401</c:v>
                </c:pt>
                <c:pt idx="1959">
                  <c:v>270.97461594015533</c:v>
                </c:pt>
                <c:pt idx="1960">
                  <c:v>277.47264994605774</c:v>
                </c:pt>
                <c:pt idx="1961">
                  <c:v>276.86279055252902</c:v>
                </c:pt>
                <c:pt idx="1962">
                  <c:v>275.43086922795726</c:v>
                </c:pt>
                <c:pt idx="1963">
                  <c:v>271.43201048530187</c:v>
                </c:pt>
                <c:pt idx="1964">
                  <c:v>269.14994159972179</c:v>
                </c:pt>
                <c:pt idx="1965">
                  <c:v>268.50753853972554</c:v>
                </c:pt>
                <c:pt idx="1966">
                  <c:v>260.06802963702665</c:v>
                </c:pt>
                <c:pt idx="1967">
                  <c:v>259.01637882610981</c:v>
                </c:pt>
                <c:pt idx="1968">
                  <c:v>261.92346442932671</c:v>
                </c:pt>
                <c:pt idx="1969">
                  <c:v>264.93130165749801</c:v>
                </c:pt>
                <c:pt idx="1970">
                  <c:v>259.3502857601398</c:v>
                </c:pt>
                <c:pt idx="1971">
                  <c:v>255.91091059853599</c:v>
                </c:pt>
                <c:pt idx="1972">
                  <c:v>254.61139295808556</c:v>
                </c:pt>
                <c:pt idx="1973">
                  <c:v>255.11113885000486</c:v>
                </c:pt>
                <c:pt idx="1974">
                  <c:v>256.46415292848417</c:v>
                </c:pt>
                <c:pt idx="1975">
                  <c:v>256.46103230293249</c:v>
                </c:pt>
                <c:pt idx="1976">
                  <c:v>251.76359924035054</c:v>
                </c:pt>
                <c:pt idx="1977">
                  <c:v>253.08897349251492</c:v>
                </c:pt>
                <c:pt idx="1978">
                  <c:v>255.32289558386901</c:v>
                </c:pt>
                <c:pt idx="1979">
                  <c:v>254.8521269292153</c:v>
                </c:pt>
                <c:pt idx="1980">
                  <c:v>255.77716950346391</c:v>
                </c:pt>
                <c:pt idx="1981">
                  <c:v>255.19316672164911</c:v>
                </c:pt>
                <c:pt idx="1982">
                  <c:v>256.22386476100462</c:v>
                </c:pt>
                <c:pt idx="1983">
                  <c:v>258.22998118708591</c:v>
                </c:pt>
                <c:pt idx="1984">
                  <c:v>255.69335841721869</c:v>
                </c:pt>
                <c:pt idx="1985">
                  <c:v>254.35550166284759</c:v>
                </c:pt>
                <c:pt idx="1986">
                  <c:v>249.2617491552021</c:v>
                </c:pt>
                <c:pt idx="1987">
                  <c:v>256.32060415310679</c:v>
                </c:pt>
                <c:pt idx="1988">
                  <c:v>254.13215403407722</c:v>
                </c:pt>
                <c:pt idx="1989">
                  <c:v>254.96714427097723</c:v>
                </c:pt>
                <c:pt idx="1990">
                  <c:v>256.07229151992294</c:v>
                </c:pt>
                <c:pt idx="1991">
                  <c:v>257.97542730279872</c:v>
                </c:pt>
                <c:pt idx="1992">
                  <c:v>260.925755860089</c:v>
                </c:pt>
                <c:pt idx="1993">
                  <c:v>263.0063214957604</c:v>
                </c:pt>
                <c:pt idx="1994">
                  <c:v>264.07446704173611</c:v>
                </c:pt>
                <c:pt idx="1995">
                  <c:v>264.20419590395608</c:v>
                </c:pt>
                <c:pt idx="1996">
                  <c:v>263.28851520636249</c:v>
                </c:pt>
                <c:pt idx="1997">
                  <c:v>268.24897242258618</c:v>
                </c:pt>
                <c:pt idx="1998">
                  <c:v>270.30769367939581</c:v>
                </c:pt>
                <c:pt idx="1999">
                  <c:v>267.87360574908388</c:v>
                </c:pt>
                <c:pt idx="2000">
                  <c:v>265.39984129390047</c:v>
                </c:pt>
                <c:pt idx="2001">
                  <c:v>268.32787966867869</c:v>
                </c:pt>
                <c:pt idx="2002">
                  <c:v>265.16713178847505</c:v>
                </c:pt>
                <c:pt idx="2003">
                  <c:v>267.64490847651058</c:v>
                </c:pt>
                <c:pt idx="2004">
                  <c:v>272.53537451964655</c:v>
                </c:pt>
                <c:pt idx="2005">
                  <c:v>272.81088117549507</c:v>
                </c:pt>
                <c:pt idx="2006">
                  <c:v>271.1475877564485</c:v>
                </c:pt>
                <c:pt idx="2007">
                  <c:v>270.25241402676608</c:v>
                </c:pt>
                <c:pt idx="2008">
                  <c:v>274.38367645354276</c:v>
                </c:pt>
                <c:pt idx="2009">
                  <c:v>276.31668108098467</c:v>
                </c:pt>
                <c:pt idx="2010">
                  <c:v>275.24095687295483</c:v>
                </c:pt>
                <c:pt idx="2011">
                  <c:v>270.06473069001487</c:v>
                </c:pt>
                <c:pt idx="2012">
                  <c:v>272.73152812575228</c:v>
                </c:pt>
                <c:pt idx="2013">
                  <c:v>275.81292295621313</c:v>
                </c:pt>
                <c:pt idx="2014">
                  <c:v>280.27541749511846</c:v>
                </c:pt>
                <c:pt idx="2015">
                  <c:v>276.88730975329224</c:v>
                </c:pt>
                <c:pt idx="2016">
                  <c:v>278.3807519815972</c:v>
                </c:pt>
                <c:pt idx="2017">
                  <c:v>275.92794029797517</c:v>
                </c:pt>
                <c:pt idx="2018">
                  <c:v>272.90494574569573</c:v>
                </c:pt>
                <c:pt idx="2019">
                  <c:v>272.8175682302487</c:v>
                </c:pt>
                <c:pt idx="2020">
                  <c:v>272.07307613434739</c:v>
                </c:pt>
                <c:pt idx="2021">
                  <c:v>266.76177144538457</c:v>
                </c:pt>
                <c:pt idx="2022">
                  <c:v>264.48594381090788</c:v>
                </c:pt>
                <c:pt idx="2023">
                  <c:v>268.35373628039264</c:v>
                </c:pt>
                <c:pt idx="2024">
                  <c:v>264.96295371666503</c:v>
                </c:pt>
                <c:pt idx="2025">
                  <c:v>265.85099458794366</c:v>
                </c:pt>
                <c:pt idx="2026">
                  <c:v>269.08485426678669</c:v>
                </c:pt>
                <c:pt idx="2027">
                  <c:v>268.06842194423888</c:v>
                </c:pt>
                <c:pt idx="2028">
                  <c:v>265.1849639344847</c:v>
                </c:pt>
                <c:pt idx="2029">
                  <c:v>263.42983496348864</c:v>
                </c:pt>
                <c:pt idx="2030">
                  <c:v>260.94670863165021</c:v>
                </c:pt>
                <c:pt idx="2031">
                  <c:v>256.64648662143247</c:v>
                </c:pt>
                <c:pt idx="2032">
                  <c:v>256.0384104425047</c:v>
                </c:pt>
                <c:pt idx="2033">
                  <c:v>254.26188289629712</c:v>
                </c:pt>
                <c:pt idx="2034">
                  <c:v>257.26838271351767</c:v>
                </c:pt>
                <c:pt idx="2035">
                  <c:v>253.59941867204006</c:v>
                </c:pt>
                <c:pt idx="2036">
                  <c:v>251.11985876940361</c:v>
                </c:pt>
                <c:pt idx="2037">
                  <c:v>251.59018162040709</c:v>
                </c:pt>
                <c:pt idx="2038">
                  <c:v>249.64335707980774</c:v>
                </c:pt>
                <c:pt idx="2039">
                  <c:v>249.07629483670212</c:v>
                </c:pt>
                <c:pt idx="2040">
                  <c:v>249.19309539306505</c:v>
                </c:pt>
                <c:pt idx="2041">
                  <c:v>247.00018723753311</c:v>
                </c:pt>
                <c:pt idx="2042">
                  <c:v>249.75079575951565</c:v>
                </c:pt>
                <c:pt idx="2043">
                  <c:v>255.87881273571864</c:v>
                </c:pt>
                <c:pt idx="2044">
                  <c:v>255.29391834660342</c:v>
                </c:pt>
                <c:pt idx="2045">
                  <c:v>258.36283067485755</c:v>
                </c:pt>
                <c:pt idx="2046">
                  <c:v>256.46682775038562</c:v>
                </c:pt>
                <c:pt idx="2047">
                  <c:v>258.93702577636702</c:v>
                </c:pt>
                <c:pt idx="2048">
                  <c:v>255.67508046755884</c:v>
                </c:pt>
                <c:pt idx="2049">
                  <c:v>258.39091630482267</c:v>
                </c:pt>
                <c:pt idx="2050">
                  <c:v>252.70647396060878</c:v>
                </c:pt>
                <c:pt idx="2051">
                  <c:v>240.80708292839498</c:v>
                </c:pt>
                <c:pt idx="2052">
                  <c:v>242.22250951790792</c:v>
                </c:pt>
                <c:pt idx="2053">
                  <c:v>237.94725251210357</c:v>
                </c:pt>
                <c:pt idx="2054">
                  <c:v>237.49877403996186</c:v>
                </c:pt>
                <c:pt idx="2055">
                  <c:v>239.14780174220061</c:v>
                </c:pt>
                <c:pt idx="2056">
                  <c:v>240.85567552627117</c:v>
                </c:pt>
                <c:pt idx="2057">
                  <c:v>240.60736289308733</c:v>
                </c:pt>
                <c:pt idx="2058">
                  <c:v>241.31351587506796</c:v>
                </c:pt>
                <c:pt idx="2059">
                  <c:v>243.90140606471283</c:v>
                </c:pt>
                <c:pt idx="2060">
                  <c:v>247.04833403175903</c:v>
                </c:pt>
                <c:pt idx="2061">
                  <c:v>249.87294595968149</c:v>
                </c:pt>
                <c:pt idx="2062">
                  <c:v>247.36530042707989</c:v>
                </c:pt>
                <c:pt idx="2063">
                  <c:v>248.60864680760005</c:v>
                </c:pt>
                <c:pt idx="2064">
                  <c:v>247.15309788956552</c:v>
                </c:pt>
                <c:pt idx="2065">
                  <c:v>248.94522856353146</c:v>
                </c:pt>
                <c:pt idx="2066">
                  <c:v>250.76901129666447</c:v>
                </c:pt>
                <c:pt idx="2067">
                  <c:v>250.46809383275229</c:v>
                </c:pt>
                <c:pt idx="2068">
                  <c:v>250.55948358105152</c:v>
                </c:pt>
                <c:pt idx="2069">
                  <c:v>249.90326060789786</c:v>
                </c:pt>
                <c:pt idx="2070">
                  <c:v>251.12476260955626</c:v>
                </c:pt>
                <c:pt idx="2071">
                  <c:v>251.57591590359942</c:v>
                </c:pt>
                <c:pt idx="2072">
                  <c:v>249.14138216963718</c:v>
                </c:pt>
                <c:pt idx="2073">
                  <c:v>248.69201209019499</c:v>
                </c:pt>
                <c:pt idx="2074">
                  <c:v>252.35740970247065</c:v>
                </c:pt>
                <c:pt idx="2075">
                  <c:v>258.63120447230222</c:v>
                </c:pt>
                <c:pt idx="2076">
                  <c:v>257.44001711886017</c:v>
                </c:pt>
                <c:pt idx="2077">
                  <c:v>257.59248196724235</c:v>
                </c:pt>
                <c:pt idx="2078">
                  <c:v>257.93084693777473</c:v>
                </c:pt>
                <c:pt idx="2079">
                  <c:v>261.73934752177752</c:v>
                </c:pt>
                <c:pt idx="2080">
                  <c:v>260.7077578751215</c:v>
                </c:pt>
                <c:pt idx="2081">
                  <c:v>261.21998626924756</c:v>
                </c:pt>
                <c:pt idx="2082">
                  <c:v>261.41703148265378</c:v>
                </c:pt>
                <c:pt idx="2083">
                  <c:v>262.54491471776169</c:v>
                </c:pt>
                <c:pt idx="2084">
                  <c:v>261.49192649589412</c:v>
                </c:pt>
                <c:pt idx="2085">
                  <c:v>260.69482956926453</c:v>
                </c:pt>
                <c:pt idx="2086">
                  <c:v>255.79366423852275</c:v>
                </c:pt>
                <c:pt idx="2087">
                  <c:v>257.79666003905237</c:v>
                </c:pt>
                <c:pt idx="2088">
                  <c:v>254.92033488770204</c:v>
                </c:pt>
                <c:pt idx="2089">
                  <c:v>252.81837067681909</c:v>
                </c:pt>
                <c:pt idx="2090">
                  <c:v>256.64024537032907</c:v>
                </c:pt>
                <c:pt idx="2091">
                  <c:v>257.66826858778319</c:v>
                </c:pt>
                <c:pt idx="2092">
                  <c:v>257.27373235732051</c:v>
                </c:pt>
                <c:pt idx="2093">
                  <c:v>255.88237916492059</c:v>
                </c:pt>
                <c:pt idx="2094">
                  <c:v>254.89982791979097</c:v>
                </c:pt>
                <c:pt idx="2095">
                  <c:v>255.96529864386528</c:v>
                </c:pt>
                <c:pt idx="2096">
                  <c:v>257.94912488743455</c:v>
                </c:pt>
                <c:pt idx="2097">
                  <c:v>258.79526021559064</c:v>
                </c:pt>
                <c:pt idx="2098">
                  <c:v>256.88231675240957</c:v>
                </c:pt>
                <c:pt idx="2099">
                  <c:v>254.59222340112518</c:v>
                </c:pt>
                <c:pt idx="2100">
                  <c:v>254.91141881469721</c:v>
                </c:pt>
                <c:pt idx="2101">
                  <c:v>256.78423994935667</c:v>
                </c:pt>
                <c:pt idx="2102">
                  <c:v>257.16629367761266</c:v>
                </c:pt>
                <c:pt idx="2103">
                  <c:v>263.58586624107278</c:v>
                </c:pt>
                <c:pt idx="2104">
                  <c:v>262.35366495180858</c:v>
                </c:pt>
                <c:pt idx="2105">
                  <c:v>265.07351302192461</c:v>
                </c:pt>
                <c:pt idx="2106">
                  <c:v>266.07211319846283</c:v>
                </c:pt>
                <c:pt idx="2107">
                  <c:v>265.74533912283675</c:v>
                </c:pt>
                <c:pt idx="2108">
                  <c:v>263.56313025491056</c:v>
                </c:pt>
                <c:pt idx="2109">
                  <c:v>260.30252235705302</c:v>
                </c:pt>
                <c:pt idx="2110">
                  <c:v>261.462057651328</c:v>
                </c:pt>
                <c:pt idx="2111">
                  <c:v>259.61865955758446</c:v>
                </c:pt>
                <c:pt idx="2112">
                  <c:v>264.1671942009861</c:v>
                </c:pt>
                <c:pt idx="2113">
                  <c:v>275.91233717021674</c:v>
                </c:pt>
                <c:pt idx="2114">
                  <c:v>276.76917178597853</c:v>
                </c:pt>
                <c:pt idx="2115">
                  <c:v>279.70746364471233</c:v>
                </c:pt>
                <c:pt idx="2116">
                  <c:v>279.55054075982775</c:v>
                </c:pt>
                <c:pt idx="2117">
                  <c:v>277.69956400403004</c:v>
                </c:pt>
                <c:pt idx="2118">
                  <c:v>266.3324625302032</c:v>
                </c:pt>
                <c:pt idx="2119">
                  <c:v>266.08637891527053</c:v>
                </c:pt>
                <c:pt idx="2120">
                  <c:v>265.35258610697502</c:v>
                </c:pt>
                <c:pt idx="2121">
                  <c:v>265.70254197241366</c:v>
                </c:pt>
                <c:pt idx="2122">
                  <c:v>265.20859152794742</c:v>
                </c:pt>
                <c:pt idx="2123">
                  <c:v>262.93722192997313</c:v>
                </c:pt>
                <c:pt idx="2124">
                  <c:v>266.84424512067903</c:v>
                </c:pt>
                <c:pt idx="2125">
                  <c:v>270.05581461701007</c:v>
                </c:pt>
                <c:pt idx="2126">
                  <c:v>267.87093092718243</c:v>
                </c:pt>
                <c:pt idx="2127">
                  <c:v>267.22496143798423</c:v>
                </c:pt>
                <c:pt idx="2128">
                  <c:v>271.37048958156862</c:v>
                </c:pt>
                <c:pt idx="2129">
                  <c:v>274.43004003316776</c:v>
                </c:pt>
                <c:pt idx="2130">
                  <c:v>274.83750456948741</c:v>
                </c:pt>
                <c:pt idx="2131">
                  <c:v>275.86374457234058</c:v>
                </c:pt>
                <c:pt idx="2132">
                  <c:v>275.21242543933948</c:v>
                </c:pt>
                <c:pt idx="2133">
                  <c:v>274.78579134605951</c:v>
                </c:pt>
                <c:pt idx="2134">
                  <c:v>276.65593765881755</c:v>
                </c:pt>
                <c:pt idx="2135">
                  <c:v>278.28936223329794</c:v>
                </c:pt>
                <c:pt idx="2136">
                  <c:v>276.93501074386796</c:v>
                </c:pt>
                <c:pt idx="2137">
                  <c:v>272.86794404272581</c:v>
                </c:pt>
                <c:pt idx="2138">
                  <c:v>275.84190019347875</c:v>
                </c:pt>
                <c:pt idx="2139">
                  <c:v>275.52805442370965</c:v>
                </c:pt>
                <c:pt idx="2140">
                  <c:v>275.72153320791386</c:v>
                </c:pt>
                <c:pt idx="2141">
                  <c:v>277.39820073646763</c:v>
                </c:pt>
                <c:pt idx="2142">
                  <c:v>275.636384710718</c:v>
                </c:pt>
                <c:pt idx="2143">
                  <c:v>274.37966422069059</c:v>
                </c:pt>
                <c:pt idx="2144">
                  <c:v>275.20395516998491</c:v>
                </c:pt>
                <c:pt idx="2145">
                  <c:v>277.32464313417802</c:v>
                </c:pt>
                <c:pt idx="2146">
                  <c:v>277.86852358747115</c:v>
                </c:pt>
                <c:pt idx="2147">
                  <c:v>280.98424529900046</c:v>
                </c:pt>
                <c:pt idx="2148">
                  <c:v>286.77612632292232</c:v>
                </c:pt>
                <c:pt idx="2149">
                  <c:v>288.57137762243997</c:v>
                </c:pt>
                <c:pt idx="2150">
                  <c:v>288.09882575318528</c:v>
                </c:pt>
                <c:pt idx="2151">
                  <c:v>289.31185748548904</c:v>
                </c:pt>
                <c:pt idx="2152">
                  <c:v>289.02030189823193</c:v>
                </c:pt>
                <c:pt idx="2153">
                  <c:v>291.04558788127355</c:v>
                </c:pt>
                <c:pt idx="2154">
                  <c:v>294.03336394518396</c:v>
                </c:pt>
                <c:pt idx="2155">
                  <c:v>293.22021808714567</c:v>
                </c:pt>
                <c:pt idx="2156">
                  <c:v>294.63519887300833</c:v>
                </c:pt>
                <c:pt idx="2157">
                  <c:v>297.39606087894651</c:v>
                </c:pt>
                <c:pt idx="2158">
                  <c:v>295.38504061271254</c:v>
                </c:pt>
                <c:pt idx="2159">
                  <c:v>293.77747264994605</c:v>
                </c:pt>
                <c:pt idx="2160">
                  <c:v>293.51667751455545</c:v>
                </c:pt>
                <c:pt idx="2161">
                  <c:v>293.3949731180399</c:v>
                </c:pt>
                <c:pt idx="2162">
                  <c:v>291.09730110470144</c:v>
                </c:pt>
                <c:pt idx="2163">
                  <c:v>289.51380653904789</c:v>
                </c:pt>
                <c:pt idx="2164">
                  <c:v>290.61627896609218</c:v>
                </c:pt>
                <c:pt idx="2165">
                  <c:v>284.24084096400577</c:v>
                </c:pt>
                <c:pt idx="2166">
                  <c:v>283.39203081394828</c:v>
                </c:pt>
                <c:pt idx="2167">
                  <c:v>282.79331651167558</c:v>
                </c:pt>
                <c:pt idx="2168">
                  <c:v>283.6336563923785</c:v>
                </c:pt>
                <c:pt idx="2169">
                  <c:v>286.43241170858704</c:v>
                </c:pt>
                <c:pt idx="2170">
                  <c:v>288.36095829952654</c:v>
                </c:pt>
                <c:pt idx="2171">
                  <c:v>288.0653904794172</c:v>
                </c:pt>
                <c:pt idx="2172">
                  <c:v>290.39159392637106</c:v>
                </c:pt>
                <c:pt idx="2173">
                  <c:v>290.20078996406824</c:v>
                </c:pt>
                <c:pt idx="2174">
                  <c:v>285.34687982025196</c:v>
                </c:pt>
                <c:pt idx="2175">
                  <c:v>283.60200433321148</c:v>
                </c:pt>
                <c:pt idx="2176">
                  <c:v>283.08888433178493</c:v>
                </c:pt>
                <c:pt idx="2177">
                  <c:v>283.48564958049877</c:v>
                </c:pt>
                <c:pt idx="2178">
                  <c:v>281.80719883734406</c:v>
                </c:pt>
                <c:pt idx="2179">
                  <c:v>281.21338837522399</c:v>
                </c:pt>
                <c:pt idx="2180">
                  <c:v>280.58302201378422</c:v>
                </c:pt>
                <c:pt idx="2181">
                  <c:v>275.04658648145011</c:v>
                </c:pt>
                <c:pt idx="2182">
                  <c:v>272.21216687322232</c:v>
                </c:pt>
                <c:pt idx="2183">
                  <c:v>269.49410201770735</c:v>
                </c:pt>
                <c:pt idx="2184">
                  <c:v>272.82915912515489</c:v>
                </c:pt>
                <c:pt idx="2185">
                  <c:v>273.19739294025334</c:v>
                </c:pt>
                <c:pt idx="2186">
                  <c:v>272.67357365122103</c:v>
                </c:pt>
                <c:pt idx="2187">
                  <c:v>270.55689791988016</c:v>
                </c:pt>
                <c:pt idx="2188">
                  <c:v>272.67803168772343</c:v>
                </c:pt>
                <c:pt idx="2189">
                  <c:v>274.43628128427116</c:v>
                </c:pt>
                <c:pt idx="2190">
                  <c:v>276.15708337419863</c:v>
                </c:pt>
                <c:pt idx="2191">
                  <c:v>276.2342074056902</c:v>
                </c:pt>
                <c:pt idx="2192">
                  <c:v>275.66001230418078</c:v>
                </c:pt>
                <c:pt idx="2193">
                  <c:v>273.88125573972195</c:v>
                </c:pt>
                <c:pt idx="2194">
                  <c:v>273.18000659789396</c:v>
                </c:pt>
                <c:pt idx="2195">
                  <c:v>275.15892900131064</c:v>
                </c:pt>
                <c:pt idx="2196">
                  <c:v>273.15147516427862</c:v>
                </c:pt>
                <c:pt idx="2197">
                  <c:v>280.22637909359196</c:v>
                </c:pt>
                <c:pt idx="2198">
                  <c:v>287.75154470964804</c:v>
                </c:pt>
                <c:pt idx="2199">
                  <c:v>287.02042672325399</c:v>
                </c:pt>
                <c:pt idx="2200">
                  <c:v>288.730975329226</c:v>
                </c:pt>
                <c:pt idx="2201">
                  <c:v>288.21830113144966</c:v>
                </c:pt>
                <c:pt idx="2202">
                  <c:v>290.34656775769679</c:v>
                </c:pt>
                <c:pt idx="2203">
                  <c:v>288.61907861301563</c:v>
                </c:pt>
                <c:pt idx="2204">
                  <c:v>285.80605757999945</c:v>
                </c:pt>
                <c:pt idx="2205">
                  <c:v>286.3708908048539</c:v>
                </c:pt>
                <c:pt idx="2206">
                  <c:v>290.73887496990824</c:v>
                </c:pt>
                <c:pt idx="2207">
                  <c:v>290.50527385718232</c:v>
                </c:pt>
                <c:pt idx="2208">
                  <c:v>290.6523890617616</c:v>
                </c:pt>
                <c:pt idx="2209">
                  <c:v>291.2484285421329</c:v>
                </c:pt>
                <c:pt idx="2210">
                  <c:v>289.58647253403711</c:v>
                </c:pt>
                <c:pt idx="2211">
                  <c:v>294.43191240849876</c:v>
                </c:pt>
                <c:pt idx="2212">
                  <c:v>293.88803195520563</c:v>
                </c:pt>
                <c:pt idx="2213">
                  <c:v>297.73353424217839</c:v>
                </c:pt>
                <c:pt idx="2214">
                  <c:v>298.81549970131152</c:v>
                </c:pt>
                <c:pt idx="2215">
                  <c:v>298.63405761566378</c:v>
                </c:pt>
                <c:pt idx="2216">
                  <c:v>294.82466542436049</c:v>
                </c:pt>
                <c:pt idx="2217">
                  <c:v>305.13788706901931</c:v>
                </c:pt>
                <c:pt idx="2218">
                  <c:v>319.03893649081192</c:v>
                </c:pt>
                <c:pt idx="2219">
                  <c:v>318.17496901664629</c:v>
                </c:pt>
                <c:pt idx="2220">
                  <c:v>315.1386003548597</c:v>
                </c:pt>
                <c:pt idx="2221">
                  <c:v>309.75373806360727</c:v>
                </c:pt>
                <c:pt idx="2222">
                  <c:v>310.68992572911191</c:v>
                </c:pt>
                <c:pt idx="2223">
                  <c:v>317.74922653066682</c:v>
                </c:pt>
                <c:pt idx="2224">
                  <c:v>316.46219139242311</c:v>
                </c:pt>
                <c:pt idx="2225">
                  <c:v>318.66936526476275</c:v>
                </c:pt>
                <c:pt idx="2226">
                  <c:v>318.22935706197563</c:v>
                </c:pt>
                <c:pt idx="2227">
                  <c:v>316.65433276567666</c:v>
                </c:pt>
                <c:pt idx="2228">
                  <c:v>318.26725037224605</c:v>
                </c:pt>
                <c:pt idx="2229">
                  <c:v>314.58669543586217</c:v>
                </c:pt>
                <c:pt idx="2230">
                  <c:v>306.67234323314636</c:v>
                </c:pt>
                <c:pt idx="2231">
                  <c:v>306.79672245156343</c:v>
                </c:pt>
                <c:pt idx="2232">
                  <c:v>310.74074734523924</c:v>
                </c:pt>
                <c:pt idx="2233">
                  <c:v>307.73513913531923</c:v>
                </c:pt>
                <c:pt idx="2234">
                  <c:v>309.05293472542945</c:v>
                </c:pt>
                <c:pt idx="2235">
                  <c:v>310.58560767495561</c:v>
                </c:pt>
                <c:pt idx="2236">
                  <c:v>309.70202484017938</c:v>
                </c:pt>
                <c:pt idx="2237">
                  <c:v>325.6301434596146</c:v>
                </c:pt>
                <c:pt idx="2238">
                  <c:v>331.69530212113375</c:v>
                </c:pt>
                <c:pt idx="2239">
                  <c:v>327.46150485480172</c:v>
                </c:pt>
                <c:pt idx="2240">
                  <c:v>329.54162468682296</c:v>
                </c:pt>
                <c:pt idx="2241">
                  <c:v>327.49181950301806</c:v>
                </c:pt>
                <c:pt idx="2242">
                  <c:v>330.512139233396</c:v>
                </c:pt>
                <c:pt idx="2243">
                  <c:v>327.27961696550369</c:v>
                </c:pt>
                <c:pt idx="2244">
                  <c:v>325.62702283406293</c:v>
                </c:pt>
                <c:pt idx="2245">
                  <c:v>330.69848515919648</c:v>
                </c:pt>
                <c:pt idx="2246">
                  <c:v>325.40278359799208</c:v>
                </c:pt>
                <c:pt idx="2247">
                  <c:v>325.72108740426364</c:v>
                </c:pt>
                <c:pt idx="2248">
                  <c:v>324.38412225719298</c:v>
                </c:pt>
                <c:pt idx="2249">
                  <c:v>326.67064917927547</c:v>
                </c:pt>
                <c:pt idx="2250">
                  <c:v>325.74471499772642</c:v>
                </c:pt>
                <c:pt idx="2251">
                  <c:v>332.77682177661666</c:v>
                </c:pt>
                <c:pt idx="2252">
                  <c:v>331.3404424155425</c:v>
                </c:pt>
                <c:pt idx="2253">
                  <c:v>341.00680296370263</c:v>
                </c:pt>
                <c:pt idx="2254">
                  <c:v>336.74001622725285</c:v>
                </c:pt>
                <c:pt idx="2255">
                  <c:v>337.48762894870578</c:v>
                </c:pt>
                <c:pt idx="2256">
                  <c:v>336.12926522642368</c:v>
                </c:pt>
                <c:pt idx="2257">
                  <c:v>338.79294203660936</c:v>
                </c:pt>
                <c:pt idx="2258">
                  <c:v>340.62965307559938</c:v>
                </c:pt>
                <c:pt idx="2259">
                  <c:v>336.80822418573962</c:v>
                </c:pt>
                <c:pt idx="2260">
                  <c:v>338.80676194976684</c:v>
                </c:pt>
                <c:pt idx="2261">
                  <c:v>343.06418680956159</c:v>
                </c:pt>
                <c:pt idx="2262">
                  <c:v>342.04909189796439</c:v>
                </c:pt>
                <c:pt idx="2263">
                  <c:v>339.07558155086173</c:v>
                </c:pt>
                <c:pt idx="2264">
                  <c:v>333.51373521046389</c:v>
                </c:pt>
                <c:pt idx="2265">
                  <c:v>339.97120108419449</c:v>
                </c:pt>
                <c:pt idx="2266">
                  <c:v>339.21779291528838</c:v>
                </c:pt>
                <c:pt idx="2267">
                  <c:v>335.2323082821402</c:v>
                </c:pt>
                <c:pt idx="2268">
                  <c:v>337.65391371024543</c:v>
                </c:pt>
                <c:pt idx="2269">
                  <c:v>336.50819832912788</c:v>
                </c:pt>
                <c:pt idx="2270">
                  <c:v>336.31784017047528</c:v>
                </c:pt>
                <c:pt idx="2271">
                  <c:v>334.49584065194324</c:v>
                </c:pt>
                <c:pt idx="2272">
                  <c:v>335.29605820412456</c:v>
                </c:pt>
                <c:pt idx="2273">
                  <c:v>332.7014809597261</c:v>
                </c:pt>
                <c:pt idx="2274">
                  <c:v>327.40488779122126</c:v>
                </c:pt>
                <c:pt idx="2275">
                  <c:v>329.91075010922191</c:v>
                </c:pt>
                <c:pt idx="2276">
                  <c:v>330.78541687099334</c:v>
                </c:pt>
                <c:pt idx="2277">
                  <c:v>329.79038312365702</c:v>
                </c:pt>
                <c:pt idx="2278">
                  <c:v>331.89413054914093</c:v>
                </c:pt>
                <c:pt idx="2279">
                  <c:v>329.41724546840584</c:v>
                </c:pt>
                <c:pt idx="2280">
                  <c:v>335.95406439187923</c:v>
                </c:pt>
                <c:pt idx="2281">
                  <c:v>334.35897893131943</c:v>
                </c:pt>
                <c:pt idx="2282">
                  <c:v>328.87871465891567</c:v>
                </c:pt>
                <c:pt idx="2283">
                  <c:v>319.32603404156674</c:v>
                </c:pt>
                <c:pt idx="2284">
                  <c:v>318.73980224150074</c:v>
                </c:pt>
                <c:pt idx="2285">
                  <c:v>321.21757892953627</c:v>
                </c:pt>
                <c:pt idx="2286">
                  <c:v>313.74234332230714</c:v>
                </c:pt>
                <c:pt idx="2287">
                  <c:v>311.78704851235318</c:v>
                </c:pt>
                <c:pt idx="2288">
                  <c:v>309.78316110452312</c:v>
                </c:pt>
                <c:pt idx="2289">
                  <c:v>311.15445313266224</c:v>
                </c:pt>
                <c:pt idx="2290">
                  <c:v>312.4441630928074</c:v>
                </c:pt>
                <c:pt idx="2291">
                  <c:v>310.22539832556146</c:v>
                </c:pt>
                <c:pt idx="2292">
                  <c:v>312.48517702862955</c:v>
                </c:pt>
                <c:pt idx="2293">
                  <c:v>315.86704351935231</c:v>
                </c:pt>
                <c:pt idx="2294">
                  <c:v>314.27284966609307</c:v>
                </c:pt>
                <c:pt idx="2295">
                  <c:v>312.63452125146</c:v>
                </c:pt>
                <c:pt idx="2296">
                  <c:v>312.77004556113303</c:v>
                </c:pt>
                <c:pt idx="2297">
                  <c:v>314.67630196956054</c:v>
                </c:pt>
                <c:pt idx="2298">
                  <c:v>312.22393608958868</c:v>
                </c:pt>
                <c:pt idx="2299">
                  <c:v>307.27997360842386</c:v>
                </c:pt>
                <c:pt idx="2300">
                  <c:v>299.3567053327032</c:v>
                </c:pt>
                <c:pt idx="2301">
                  <c:v>298.67640896243654</c:v>
                </c:pt>
                <c:pt idx="2302">
                  <c:v>297.51419884626017</c:v>
                </c:pt>
                <c:pt idx="2303">
                  <c:v>299.03438929357952</c:v>
                </c:pt>
                <c:pt idx="2304">
                  <c:v>300.60138912417415</c:v>
                </c:pt>
                <c:pt idx="2305">
                  <c:v>298.17621726686696</c:v>
                </c:pt>
                <c:pt idx="2306">
                  <c:v>299.17392583610473</c:v>
                </c:pt>
                <c:pt idx="2307">
                  <c:v>300.170742798042</c:v>
                </c:pt>
                <c:pt idx="2308">
                  <c:v>299.39638185757462</c:v>
                </c:pt>
                <c:pt idx="2309">
                  <c:v>296.02209402890588</c:v>
                </c:pt>
                <c:pt idx="2310">
                  <c:v>296.04349260411743</c:v>
                </c:pt>
                <c:pt idx="2311">
                  <c:v>293.41369687135</c:v>
                </c:pt>
                <c:pt idx="2312">
                  <c:v>296.16653441158377</c:v>
                </c:pt>
                <c:pt idx="2313">
                  <c:v>298.4477116898633</c:v>
                </c:pt>
                <c:pt idx="2314">
                  <c:v>297.21863102615083</c:v>
                </c:pt>
                <c:pt idx="2315">
                  <c:v>296.06578278662943</c:v>
                </c:pt>
                <c:pt idx="2316">
                  <c:v>293.65220182422848</c:v>
                </c:pt>
                <c:pt idx="2317">
                  <c:v>294.89554820474865</c:v>
                </c:pt>
                <c:pt idx="2318">
                  <c:v>295.32574872723052</c:v>
                </c:pt>
                <c:pt idx="2319">
                  <c:v>295.27715612935441</c:v>
                </c:pt>
                <c:pt idx="2320">
                  <c:v>300.19035815865254</c:v>
                </c:pt>
                <c:pt idx="2321">
                  <c:v>297.63501163547528</c:v>
                </c:pt>
                <c:pt idx="2322">
                  <c:v>298.14233618944871</c:v>
                </c:pt>
                <c:pt idx="2323">
                  <c:v>297.61628788216512</c:v>
                </c:pt>
                <c:pt idx="2324">
                  <c:v>299.69685351783659</c:v>
                </c:pt>
                <c:pt idx="2325">
                  <c:v>303.52853589165181</c:v>
                </c:pt>
                <c:pt idx="2326">
                  <c:v>301.5799281364516</c:v>
                </c:pt>
                <c:pt idx="2327">
                  <c:v>303.10413081662307</c:v>
                </c:pt>
                <c:pt idx="2328">
                  <c:v>302.0841320648733</c:v>
                </c:pt>
                <c:pt idx="2329">
                  <c:v>299.06916197829821</c:v>
                </c:pt>
                <c:pt idx="2330">
                  <c:v>292.50737805041143</c:v>
                </c:pt>
                <c:pt idx="2331">
                  <c:v>288.75683194093989</c:v>
                </c:pt>
                <c:pt idx="2332">
                  <c:v>289.8740158884421</c:v>
                </c:pt>
                <c:pt idx="2333">
                  <c:v>288.12780299045085</c:v>
                </c:pt>
                <c:pt idx="2334">
                  <c:v>295.01457777936281</c:v>
                </c:pt>
                <c:pt idx="2335">
                  <c:v>303.35868470091032</c:v>
                </c:pt>
                <c:pt idx="2336">
                  <c:v>313.5773959717182</c:v>
                </c:pt>
                <c:pt idx="2337">
                  <c:v>307.83856558217497</c:v>
                </c:pt>
                <c:pt idx="2338">
                  <c:v>307.88492916179996</c:v>
                </c:pt>
                <c:pt idx="2339">
                  <c:v>308.02758632987684</c:v>
                </c:pt>
                <c:pt idx="2340">
                  <c:v>311.18922581738099</c:v>
                </c:pt>
                <c:pt idx="2341">
                  <c:v>308.48319766042243</c:v>
                </c:pt>
                <c:pt idx="2342">
                  <c:v>310.3056429826047</c:v>
                </c:pt>
                <c:pt idx="2343">
                  <c:v>311.41257344615133</c:v>
                </c:pt>
                <c:pt idx="2344">
                  <c:v>311.4959387287463</c:v>
                </c:pt>
                <c:pt idx="2345">
                  <c:v>313.84844459106432</c:v>
                </c:pt>
                <c:pt idx="2346">
                  <c:v>313.34468646629279</c:v>
                </c:pt>
                <c:pt idx="2347">
                  <c:v>315.86882673395331</c:v>
                </c:pt>
                <c:pt idx="2348">
                  <c:v>315.68783045195568</c:v>
                </c:pt>
                <c:pt idx="2349">
                  <c:v>322.08154640370191</c:v>
                </c:pt>
                <c:pt idx="2350">
                  <c:v>322.38290967126437</c:v>
                </c:pt>
                <c:pt idx="2351">
                  <c:v>328.7284788287846</c:v>
                </c:pt>
                <c:pt idx="2352">
                  <c:v>332.56194441720083</c:v>
                </c:pt>
                <c:pt idx="2353">
                  <c:v>332.69746872687392</c:v>
                </c:pt>
                <c:pt idx="2354">
                  <c:v>336.36687857200178</c:v>
                </c:pt>
                <c:pt idx="2355">
                  <c:v>336.32096079602695</c:v>
                </c:pt>
                <c:pt idx="2356">
                  <c:v>336.51265636563028</c:v>
                </c:pt>
                <c:pt idx="2357">
                  <c:v>335.85643339247662</c:v>
                </c:pt>
                <c:pt idx="2358">
                  <c:v>332.39788867391241</c:v>
                </c:pt>
                <c:pt idx="2359">
                  <c:v>332.86018705921163</c:v>
                </c:pt>
                <c:pt idx="2360">
                  <c:v>347.93191686653529</c:v>
                </c:pt>
                <c:pt idx="2361">
                  <c:v>346.93643731554869</c:v>
                </c:pt>
                <c:pt idx="2362">
                  <c:v>348.98847151760475</c:v>
                </c:pt>
                <c:pt idx="2363">
                  <c:v>356.73564735148051</c:v>
                </c:pt>
                <c:pt idx="2364">
                  <c:v>355.95905739276191</c:v>
                </c:pt>
                <c:pt idx="2365">
                  <c:v>354.62030903109036</c:v>
                </c:pt>
                <c:pt idx="2366">
                  <c:v>357.04146865554532</c:v>
                </c:pt>
                <c:pt idx="2367">
                  <c:v>357.66871439143347</c:v>
                </c:pt>
                <c:pt idx="2368">
                  <c:v>357.13776224399726</c:v>
                </c:pt>
                <c:pt idx="2369">
                  <c:v>365.35704414347742</c:v>
                </c:pt>
                <c:pt idx="2370">
                  <c:v>363.95499166347173</c:v>
                </c:pt>
                <c:pt idx="2371">
                  <c:v>363.56491346951145</c:v>
                </c:pt>
                <c:pt idx="2372">
                  <c:v>364.23138992662069</c:v>
                </c:pt>
                <c:pt idx="2373">
                  <c:v>362.96798238183976</c:v>
                </c:pt>
                <c:pt idx="2374">
                  <c:v>354.23825530283443</c:v>
                </c:pt>
                <c:pt idx="2375">
                  <c:v>342.69773620906403</c:v>
                </c:pt>
                <c:pt idx="2376">
                  <c:v>344.37618695221869</c:v>
                </c:pt>
                <c:pt idx="2377">
                  <c:v>349.46369820876095</c:v>
                </c:pt>
                <c:pt idx="2378">
                  <c:v>342.80784971067339</c:v>
                </c:pt>
                <c:pt idx="2379">
                  <c:v>348.11291314853287</c:v>
                </c:pt>
                <c:pt idx="2380">
                  <c:v>348.70360298510127</c:v>
                </c:pt>
                <c:pt idx="2381">
                  <c:v>348.75085817202665</c:v>
                </c:pt>
                <c:pt idx="2382">
                  <c:v>354.24672557218895</c:v>
                </c:pt>
                <c:pt idx="2383">
                  <c:v>364.47346130870113</c:v>
                </c:pt>
                <c:pt idx="2384">
                  <c:v>367.67076508822447</c:v>
                </c:pt>
                <c:pt idx="2385">
                  <c:v>370.66611981418902</c:v>
                </c:pt>
                <c:pt idx="2386">
                  <c:v>370.64873347182964</c:v>
                </c:pt>
                <c:pt idx="2387">
                  <c:v>370.07230935206894</c:v>
                </c:pt>
                <c:pt idx="2388">
                  <c:v>366.3601023565181</c:v>
                </c:pt>
                <c:pt idx="2389">
                  <c:v>371.46232513351816</c:v>
                </c:pt>
                <c:pt idx="2390">
                  <c:v>371.88271797569479</c:v>
                </c:pt>
                <c:pt idx="2391">
                  <c:v>377.99156539493748</c:v>
                </c:pt>
                <c:pt idx="2392">
                  <c:v>379.75026079513538</c:v>
                </c:pt>
                <c:pt idx="2393">
                  <c:v>381.49914851502803</c:v>
                </c:pt>
                <c:pt idx="2394">
                  <c:v>383.17358702533051</c:v>
                </c:pt>
                <c:pt idx="2395">
                  <c:v>382.0653191508332</c:v>
                </c:pt>
                <c:pt idx="2396">
                  <c:v>378.49175709050706</c:v>
                </c:pt>
                <c:pt idx="2397">
                  <c:v>380.22281266439006</c:v>
                </c:pt>
                <c:pt idx="2398">
                  <c:v>376.51595531264206</c:v>
                </c:pt>
                <c:pt idx="2399">
                  <c:v>373.75331009210299</c:v>
                </c:pt>
                <c:pt idx="2400">
                  <c:v>380.21880043153789</c:v>
                </c:pt>
                <c:pt idx="2401">
                  <c:v>378.69504355501664</c:v>
                </c:pt>
                <c:pt idx="2402">
                  <c:v>384.74727391067876</c:v>
                </c:pt>
                <c:pt idx="2403">
                  <c:v>386.9071925960929</c:v>
                </c:pt>
                <c:pt idx="2404">
                  <c:v>386.53539235179255</c:v>
                </c:pt>
                <c:pt idx="2405">
                  <c:v>387.09130950364221</c:v>
                </c:pt>
                <c:pt idx="2406">
                  <c:v>375.27127152117123</c:v>
                </c:pt>
                <c:pt idx="2407">
                  <c:v>373.99003183038059</c:v>
                </c:pt>
                <c:pt idx="2408">
                  <c:v>376.29751152402434</c:v>
                </c:pt>
                <c:pt idx="2409">
                  <c:v>374.36316948563172</c:v>
                </c:pt>
                <c:pt idx="2410">
                  <c:v>376.65014221136437</c:v>
                </c:pt>
                <c:pt idx="2411">
                  <c:v>374.12689355100434</c:v>
                </c:pt>
                <c:pt idx="2412">
                  <c:v>375.90966234831529</c:v>
                </c:pt>
                <c:pt idx="2413">
                  <c:v>377.26223062314432</c:v>
                </c:pt>
                <c:pt idx="2414">
                  <c:v>373.99448986688299</c:v>
                </c:pt>
                <c:pt idx="2415">
                  <c:v>378.35177474433158</c:v>
                </c:pt>
                <c:pt idx="2416">
                  <c:v>372.35839047050115</c:v>
                </c:pt>
                <c:pt idx="2417">
                  <c:v>373.69490981392153</c:v>
                </c:pt>
                <c:pt idx="2418">
                  <c:v>376.17446971655801</c:v>
                </c:pt>
                <c:pt idx="2419">
                  <c:v>377.93049029485456</c:v>
                </c:pt>
                <c:pt idx="2420">
                  <c:v>380.02755066558484</c:v>
                </c:pt>
                <c:pt idx="2421">
                  <c:v>375.26681348466877</c:v>
                </c:pt>
                <c:pt idx="2422">
                  <c:v>377.46819190955534</c:v>
                </c:pt>
                <c:pt idx="2423">
                  <c:v>382.25656891678625</c:v>
                </c:pt>
                <c:pt idx="2424">
                  <c:v>380.99539039025655</c:v>
                </c:pt>
                <c:pt idx="2425">
                  <c:v>376.53200424405071</c:v>
                </c:pt>
                <c:pt idx="2426">
                  <c:v>381.02258441292116</c:v>
                </c:pt>
                <c:pt idx="2427">
                  <c:v>375.42462797685386</c:v>
                </c:pt>
                <c:pt idx="2428">
                  <c:v>370.57606747684042</c:v>
                </c:pt>
                <c:pt idx="2429">
                  <c:v>367.6881514305839</c:v>
                </c:pt>
                <c:pt idx="2430">
                  <c:v>376.45532601620937</c:v>
                </c:pt>
                <c:pt idx="2431">
                  <c:v>375.72197901156409</c:v>
                </c:pt>
                <c:pt idx="2432">
                  <c:v>374.8214556380787</c:v>
                </c:pt>
                <c:pt idx="2433">
                  <c:v>376.30642759702914</c:v>
                </c:pt>
                <c:pt idx="2434">
                  <c:v>374.75547669784316</c:v>
                </c:pt>
                <c:pt idx="2435">
                  <c:v>371.52027960804941</c:v>
                </c:pt>
                <c:pt idx="2436">
                  <c:v>360.27666574533913</c:v>
                </c:pt>
                <c:pt idx="2437">
                  <c:v>360.50937525076455</c:v>
                </c:pt>
                <c:pt idx="2438">
                  <c:v>360.40371978565759</c:v>
                </c:pt>
                <c:pt idx="2439">
                  <c:v>360.42868479007103</c:v>
                </c:pt>
                <c:pt idx="2440">
                  <c:v>374.82725108553183</c:v>
                </c:pt>
                <c:pt idx="2441">
                  <c:v>372.26744652585216</c:v>
                </c:pt>
                <c:pt idx="2442">
                  <c:v>374.92220726303304</c:v>
                </c:pt>
                <c:pt idx="2443">
                  <c:v>379.7382240965789</c:v>
                </c:pt>
                <c:pt idx="2444">
                  <c:v>379.90985850192141</c:v>
                </c:pt>
                <c:pt idx="2445">
                  <c:v>377.76955517711775</c:v>
                </c:pt>
                <c:pt idx="2446">
                  <c:v>377.95991333577035</c:v>
                </c:pt>
                <c:pt idx="2447">
                  <c:v>369.18382267714009</c:v>
                </c:pt>
                <c:pt idx="2448">
                  <c:v>372.23133643018269</c:v>
                </c:pt>
                <c:pt idx="2449">
                  <c:v>374.05422755601523</c:v>
                </c:pt>
                <c:pt idx="2450">
                  <c:v>386.3521670515438</c:v>
                </c:pt>
                <c:pt idx="2451">
                  <c:v>388.9026097345685</c:v>
                </c:pt>
                <c:pt idx="2452">
                  <c:v>393.07354868621661</c:v>
                </c:pt>
                <c:pt idx="2453">
                  <c:v>392.47394277664341</c:v>
                </c:pt>
                <c:pt idx="2454">
                  <c:v>383.11251192524759</c:v>
                </c:pt>
                <c:pt idx="2455">
                  <c:v>384.69511488360064</c:v>
                </c:pt>
                <c:pt idx="2456">
                  <c:v>388.26823114027655</c:v>
                </c:pt>
                <c:pt idx="2457">
                  <c:v>390.12232852162589</c:v>
                </c:pt>
                <c:pt idx="2458">
                  <c:v>391.85472150645967</c:v>
                </c:pt>
                <c:pt idx="2459">
                  <c:v>399.49713348252891</c:v>
                </c:pt>
                <c:pt idx="2460">
                  <c:v>398.69156628654474</c:v>
                </c:pt>
                <c:pt idx="2461">
                  <c:v>399.72538495145199</c:v>
                </c:pt>
                <c:pt idx="2462">
                  <c:v>403.00427079896923</c:v>
                </c:pt>
                <c:pt idx="2463">
                  <c:v>404.34703139349295</c:v>
                </c:pt>
                <c:pt idx="2464">
                  <c:v>407.47924784008126</c:v>
                </c:pt>
                <c:pt idx="2465">
                  <c:v>410.10191071444495</c:v>
                </c:pt>
                <c:pt idx="2466">
                  <c:v>407.05083053220034</c:v>
                </c:pt>
                <c:pt idx="2467">
                  <c:v>404.91231042199774</c:v>
                </c:pt>
                <c:pt idx="2468">
                  <c:v>405.92071827884126</c:v>
                </c:pt>
                <c:pt idx="2469">
                  <c:v>400.81492907263919</c:v>
                </c:pt>
                <c:pt idx="2470">
                  <c:v>390.26587729700333</c:v>
                </c:pt>
                <c:pt idx="2471">
                  <c:v>390.77676828017866</c:v>
                </c:pt>
                <c:pt idx="2472">
                  <c:v>389.35510043956236</c:v>
                </c:pt>
                <c:pt idx="2473">
                  <c:v>389.31364070009005</c:v>
                </c:pt>
                <c:pt idx="2474">
                  <c:v>389.82319427231471</c:v>
                </c:pt>
                <c:pt idx="2475">
                  <c:v>392.05265832716634</c:v>
                </c:pt>
                <c:pt idx="2476">
                  <c:v>386.4029886676712</c:v>
                </c:pt>
                <c:pt idx="2477">
                  <c:v>386.7177260447408</c:v>
                </c:pt>
                <c:pt idx="2478">
                  <c:v>395.44344089089401</c:v>
                </c:pt>
                <c:pt idx="2479">
                  <c:v>389.86911204828948</c:v>
                </c:pt>
                <c:pt idx="2480">
                  <c:v>389.40815107394093</c:v>
                </c:pt>
                <c:pt idx="2481">
                  <c:v>386.74224524550402</c:v>
                </c:pt>
                <c:pt idx="2482">
                  <c:v>389.04615850994583</c:v>
                </c:pt>
                <c:pt idx="2483">
                  <c:v>384.51857663810546</c:v>
                </c:pt>
                <c:pt idx="2484">
                  <c:v>397.74155870788263</c:v>
                </c:pt>
                <c:pt idx="2485">
                  <c:v>392.29918774574924</c:v>
                </c:pt>
                <c:pt idx="2486">
                  <c:v>383.93680287454185</c:v>
                </c:pt>
                <c:pt idx="2487">
                  <c:v>386.96871349982615</c:v>
                </c:pt>
                <c:pt idx="2488">
                  <c:v>385.07493959360539</c:v>
                </c:pt>
                <c:pt idx="2489">
                  <c:v>374.76216375259679</c:v>
                </c:pt>
                <c:pt idx="2490">
                  <c:v>376.19408507716861</c:v>
                </c:pt>
                <c:pt idx="2491">
                  <c:v>371.78196635074039</c:v>
                </c:pt>
                <c:pt idx="2492">
                  <c:v>379.74179052578074</c:v>
                </c:pt>
                <c:pt idx="2493">
                  <c:v>386.52736788608826</c:v>
                </c:pt>
                <c:pt idx="2494">
                  <c:v>388.06405306846648</c:v>
                </c:pt>
                <c:pt idx="2495">
                  <c:v>375.0162718332337</c:v>
                </c:pt>
                <c:pt idx="2496">
                  <c:v>372.87596850843016</c:v>
                </c:pt>
                <c:pt idx="2497">
                  <c:v>382.62881496473693</c:v>
                </c:pt>
                <c:pt idx="2498">
                  <c:v>378.27910874934241</c:v>
                </c:pt>
                <c:pt idx="2499">
                  <c:v>380.38419358577704</c:v>
                </c:pt>
                <c:pt idx="2500">
                  <c:v>374.74566901753786</c:v>
                </c:pt>
                <c:pt idx="2501">
                  <c:v>377.27694214360224</c:v>
                </c:pt>
                <c:pt idx="2502">
                  <c:v>382.14467220057588</c:v>
                </c:pt>
                <c:pt idx="2503">
                  <c:v>382.39521385201101</c:v>
                </c:pt>
                <c:pt idx="2504">
                  <c:v>383.57793093609843</c:v>
                </c:pt>
                <c:pt idx="2505">
                  <c:v>382.6925648867213</c:v>
                </c:pt>
                <c:pt idx="2506">
                  <c:v>379.79394955285892</c:v>
                </c:pt>
                <c:pt idx="2507">
                  <c:v>374.19242668758972</c:v>
                </c:pt>
                <c:pt idx="2508">
                  <c:v>372.09447470955888</c:v>
                </c:pt>
                <c:pt idx="2509">
                  <c:v>368.37246003370274</c:v>
                </c:pt>
                <c:pt idx="2510">
                  <c:v>368.33322931248159</c:v>
                </c:pt>
                <c:pt idx="2511">
                  <c:v>366.21164974098804</c:v>
                </c:pt>
                <c:pt idx="2512">
                  <c:v>369.69917169681781</c:v>
                </c:pt>
                <c:pt idx="2513">
                  <c:v>364.88360066692223</c:v>
                </c:pt>
                <c:pt idx="2514">
                  <c:v>364.36379361074205</c:v>
                </c:pt>
                <c:pt idx="2515">
                  <c:v>361.49816774699752</c:v>
                </c:pt>
                <c:pt idx="2516">
                  <c:v>351.708765391371</c:v>
                </c:pt>
                <c:pt idx="2517">
                  <c:v>348.89752757295577</c:v>
                </c:pt>
                <c:pt idx="2518">
                  <c:v>347.25117469261841</c:v>
                </c:pt>
                <c:pt idx="2519">
                  <c:v>332.73268721524289</c:v>
                </c:pt>
                <c:pt idx="2520">
                  <c:v>335.37318223561613</c:v>
                </c:pt>
                <c:pt idx="2521">
                  <c:v>332.36400759649416</c:v>
                </c:pt>
                <c:pt idx="2522">
                  <c:v>339.45540626086648</c:v>
                </c:pt>
                <c:pt idx="2523">
                  <c:v>340.1062795902173</c:v>
                </c:pt>
                <c:pt idx="2524">
                  <c:v>337.20989327460609</c:v>
                </c:pt>
                <c:pt idx="2525">
                  <c:v>335.64021862211007</c:v>
                </c:pt>
                <c:pt idx="2526">
                  <c:v>333.462021987036</c:v>
                </c:pt>
                <c:pt idx="2527">
                  <c:v>323.74840625195043</c:v>
                </c:pt>
                <c:pt idx="2528">
                  <c:v>322.07084711609616</c:v>
                </c:pt>
                <c:pt idx="2529">
                  <c:v>322.20191338926679</c:v>
                </c:pt>
                <c:pt idx="2530">
                  <c:v>326.50079798853386</c:v>
                </c:pt>
                <c:pt idx="2531">
                  <c:v>322.97137048958155</c:v>
                </c:pt>
                <c:pt idx="2532">
                  <c:v>327.0116889717093</c:v>
                </c:pt>
                <c:pt idx="2533">
                  <c:v>327.24484428078495</c:v>
                </c:pt>
                <c:pt idx="2534">
                  <c:v>331.82993482350633</c:v>
                </c:pt>
                <c:pt idx="2535">
                  <c:v>336.19747318491045</c:v>
                </c:pt>
                <c:pt idx="2536">
                  <c:v>332.89674295853132</c:v>
                </c:pt>
                <c:pt idx="2537">
                  <c:v>334.78338400634823</c:v>
                </c:pt>
                <c:pt idx="2538">
                  <c:v>328.87960626621606</c:v>
                </c:pt>
              </c:numCache>
            </c:numRef>
          </c:val>
          <c:smooth val="0"/>
          <c:extLst>
            <c:ext xmlns:c16="http://schemas.microsoft.com/office/drawing/2014/chart" uri="{C3380CC4-5D6E-409C-BE32-E72D297353CC}">
              <c16:uniqueId val="{00000000-CEAE-3D48-BF84-BC827ABA04DE}"/>
            </c:ext>
          </c:extLst>
        </c:ser>
        <c:ser>
          <c:idx val="1"/>
          <c:order val="1"/>
          <c:tx>
            <c:strRef>
              <c:f>'Sectoral Data'!$BD$4</c:f>
              <c:strCache>
                <c:ptCount val="1"/>
                <c:pt idx="0">
                  <c:v>NIFTY Bank</c:v>
                </c:pt>
              </c:strCache>
            </c:strRef>
          </c:tx>
          <c:spPr>
            <a:ln w="12700" cap="rnd">
              <a:solidFill>
                <a:schemeClr val="dk1">
                  <a:tint val="55000"/>
                </a:schemeClr>
              </a:solidFill>
              <a:round/>
            </a:ln>
            <a:effectLst>
              <a:outerShdw blurRad="50800" dist="38100" dir="2700000" algn="tl" rotWithShape="0">
                <a:prstClr val="black">
                  <a:alpha val="40000"/>
                </a:prstClr>
              </a:outerShdw>
            </a:effectLst>
          </c:spPr>
          <c:marker>
            <c:symbol val="none"/>
          </c:marker>
          <c:cat>
            <c:numRef>
              <c:f>'Sectoral Data'!$BB$5:$BB$2543</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'Sectoral Data'!$BD$5:$BD$2543</c:f>
              <c:numCache>
                <c:formatCode>_(* #,##0_);_(* \(#,##0\);_(* "-"??_);_(@_)</c:formatCode>
                <c:ptCount val="2539"/>
                <c:pt idx="0">
                  <c:v>100</c:v>
                </c:pt>
                <c:pt idx="1">
                  <c:v>101.63916066014416</c:v>
                </c:pt>
                <c:pt idx="2">
                  <c:v>101.42369916455338</c:v>
                </c:pt>
                <c:pt idx="3">
                  <c:v>98.294974253951239</c:v>
                </c:pt>
                <c:pt idx="4">
                  <c:v>97.620323778895965</c:v>
                </c:pt>
                <c:pt idx="5">
                  <c:v>99.738406278249329</c:v>
                </c:pt>
                <c:pt idx="6">
                  <c:v>99.396281155918913</c:v>
                </c:pt>
                <c:pt idx="7">
                  <c:v>100.2421275222728</c:v>
                </c:pt>
                <c:pt idx="8">
                  <c:v>99.769338869200482</c:v>
                </c:pt>
                <c:pt idx="9">
                  <c:v>99.217885437416157</c:v>
                </c:pt>
                <c:pt idx="10">
                  <c:v>102.58767122922383</c:v>
                </c:pt>
                <c:pt idx="11">
                  <c:v>102.52100616251877</c:v>
                </c:pt>
                <c:pt idx="12">
                  <c:v>103.49644941854727</c:v>
                </c:pt>
                <c:pt idx="13">
                  <c:v>105.42173654498959</c:v>
                </c:pt>
                <c:pt idx="14">
                  <c:v>105.82812679162366</c:v>
                </c:pt>
                <c:pt idx="15">
                  <c:v>106.22491726865222</c:v>
                </c:pt>
                <c:pt idx="16">
                  <c:v>107.05183075606186</c:v>
                </c:pt>
                <c:pt idx="17">
                  <c:v>109.62536899114421</c:v>
                </c:pt>
                <c:pt idx="18">
                  <c:v>109.28671045228246</c:v>
                </c:pt>
                <c:pt idx="19">
                  <c:v>109.48323906892901</c:v>
                </c:pt>
                <c:pt idx="20">
                  <c:v>105.83079339429187</c:v>
                </c:pt>
                <c:pt idx="21">
                  <c:v>105.94892389249324</c:v>
                </c:pt>
                <c:pt idx="22">
                  <c:v>103.37325237527632</c:v>
                </c:pt>
                <c:pt idx="23">
                  <c:v>102.25887912023444</c:v>
                </c:pt>
                <c:pt idx="24">
                  <c:v>101.60769474865936</c:v>
                </c:pt>
                <c:pt idx="25">
                  <c:v>100.19332869344468</c:v>
                </c:pt>
                <c:pt idx="26">
                  <c:v>98.151511030401934</c:v>
                </c:pt>
                <c:pt idx="27">
                  <c:v>100.01093307093963</c:v>
                </c:pt>
                <c:pt idx="28">
                  <c:v>101.01517563578473</c:v>
                </c:pt>
                <c:pt idx="29">
                  <c:v>102.01675159796164</c:v>
                </c:pt>
                <c:pt idx="30">
                  <c:v>103.30258740456895</c:v>
                </c:pt>
                <c:pt idx="31">
                  <c:v>102.34394374535012</c:v>
                </c:pt>
                <c:pt idx="32">
                  <c:v>102.9121967739441</c:v>
                </c:pt>
                <c:pt idx="33">
                  <c:v>102.33514395654504</c:v>
                </c:pt>
                <c:pt idx="34">
                  <c:v>101.72315864419252</c:v>
                </c:pt>
                <c:pt idx="35">
                  <c:v>100.86904580956724</c:v>
                </c:pt>
                <c:pt idx="36">
                  <c:v>100.71118293160963</c:v>
                </c:pt>
                <c:pt idx="37">
                  <c:v>99.907202227146541</c:v>
                </c:pt>
                <c:pt idx="38">
                  <c:v>98.867493846814341</c:v>
                </c:pt>
                <c:pt idx="39">
                  <c:v>101.72849184952895</c:v>
                </c:pt>
                <c:pt idx="40">
                  <c:v>105.01721292022326</c:v>
                </c:pt>
                <c:pt idx="41">
                  <c:v>106.70730569133006</c:v>
                </c:pt>
                <c:pt idx="42">
                  <c:v>106.45717836105266</c:v>
                </c:pt>
                <c:pt idx="43">
                  <c:v>104.76495230781128</c:v>
                </c:pt>
                <c:pt idx="44">
                  <c:v>105.32013898333106</c:v>
                </c:pt>
                <c:pt idx="45">
                  <c:v>102.10714942841371</c:v>
                </c:pt>
                <c:pt idx="46">
                  <c:v>101.6210277620004</c:v>
                </c:pt>
                <c:pt idx="47">
                  <c:v>101.56556242650177</c:v>
                </c:pt>
                <c:pt idx="48">
                  <c:v>102.087416568669</c:v>
                </c:pt>
                <c:pt idx="49">
                  <c:v>100.15652957662348</c:v>
                </c:pt>
                <c:pt idx="50">
                  <c:v>100.46345554373362</c:v>
                </c:pt>
                <c:pt idx="51">
                  <c:v>101.64156060254554</c:v>
                </c:pt>
                <c:pt idx="52">
                  <c:v>102.1162158774856</c:v>
                </c:pt>
                <c:pt idx="53">
                  <c:v>100.32372556391979</c:v>
                </c:pt>
                <c:pt idx="54">
                  <c:v>99.231485111023986</c:v>
                </c:pt>
                <c:pt idx="55">
                  <c:v>98.39230525134063</c:v>
                </c:pt>
                <c:pt idx="56">
                  <c:v>97.765386964046201</c:v>
                </c:pt>
                <c:pt idx="57">
                  <c:v>97.651523030113935</c:v>
                </c:pt>
                <c:pt idx="58">
                  <c:v>95.099850936910855</c:v>
                </c:pt>
                <c:pt idx="59">
                  <c:v>96.236623654365616</c:v>
                </c:pt>
                <c:pt idx="60">
                  <c:v>97.927249746006083</c:v>
                </c:pt>
                <c:pt idx="61">
                  <c:v>97.099802938062822</c:v>
                </c:pt>
                <c:pt idx="62">
                  <c:v>99.292816972392643</c:v>
                </c:pt>
                <c:pt idx="63">
                  <c:v>99.226685226221235</c:v>
                </c:pt>
                <c:pt idx="64">
                  <c:v>98.500569319669651</c:v>
                </c:pt>
                <c:pt idx="65">
                  <c:v>98.21950939844109</c:v>
                </c:pt>
                <c:pt idx="66">
                  <c:v>100.66878394918521</c:v>
                </c:pt>
                <c:pt idx="67">
                  <c:v>100.26879354895482</c:v>
                </c:pt>
                <c:pt idx="68">
                  <c:v>100.25492721508016</c:v>
                </c:pt>
                <c:pt idx="69">
                  <c:v>99.817871037761748</c:v>
                </c:pt>
                <c:pt idx="70">
                  <c:v>99.395214514851631</c:v>
                </c:pt>
                <c:pt idx="71">
                  <c:v>97.840585159289503</c:v>
                </c:pt>
                <c:pt idx="72">
                  <c:v>96.599014956974358</c:v>
                </c:pt>
                <c:pt idx="73">
                  <c:v>96.561682519619524</c:v>
                </c:pt>
                <c:pt idx="74">
                  <c:v>97.297398195776623</c:v>
                </c:pt>
                <c:pt idx="75">
                  <c:v>97.3075312859158</c:v>
                </c:pt>
                <c:pt idx="76">
                  <c:v>96.007829145433845</c:v>
                </c:pt>
                <c:pt idx="77">
                  <c:v>94.758259135114074</c:v>
                </c:pt>
                <c:pt idx="78">
                  <c:v>97.310997869384465</c:v>
                </c:pt>
                <c:pt idx="79">
                  <c:v>97.611790650357733</c:v>
                </c:pt>
                <c:pt idx="80">
                  <c:v>97.800852779533272</c:v>
                </c:pt>
                <c:pt idx="81">
                  <c:v>98.671231890434612</c:v>
                </c:pt>
                <c:pt idx="82">
                  <c:v>98.512035711142929</c:v>
                </c:pt>
                <c:pt idx="83">
                  <c:v>94.928655045612231</c:v>
                </c:pt>
                <c:pt idx="84">
                  <c:v>92.674575810180556</c:v>
                </c:pt>
                <c:pt idx="85">
                  <c:v>94.912922089869838</c:v>
                </c:pt>
                <c:pt idx="86">
                  <c:v>97.063003821241622</c:v>
                </c:pt>
                <c:pt idx="87">
                  <c:v>94.01721025362059</c:v>
                </c:pt>
                <c:pt idx="88">
                  <c:v>96.517416915327374</c:v>
                </c:pt>
                <c:pt idx="89">
                  <c:v>96.617414515384965</c:v>
                </c:pt>
                <c:pt idx="90">
                  <c:v>96.974472612657308</c:v>
                </c:pt>
                <c:pt idx="91">
                  <c:v>98.253375252327274</c:v>
                </c:pt>
                <c:pt idx="92">
                  <c:v>98.026447365263238</c:v>
                </c:pt>
                <c:pt idx="93">
                  <c:v>98.958424997800051</c:v>
                </c:pt>
                <c:pt idx="94">
                  <c:v>98.734430373671032</c:v>
                </c:pt>
                <c:pt idx="95">
                  <c:v>98.308573927559067</c:v>
                </c:pt>
                <c:pt idx="96">
                  <c:v>97.730187808825903</c:v>
                </c:pt>
                <c:pt idx="97">
                  <c:v>97.753920572572923</c:v>
                </c:pt>
                <c:pt idx="98">
                  <c:v>98.871493750816626</c:v>
                </c:pt>
                <c:pt idx="99">
                  <c:v>98.393371892407913</c:v>
                </c:pt>
                <c:pt idx="100">
                  <c:v>99.844803724710602</c:v>
                </c:pt>
                <c:pt idx="101">
                  <c:v>99.28828374785671</c:v>
                </c:pt>
                <c:pt idx="102">
                  <c:v>95.87663229415827</c:v>
                </c:pt>
                <c:pt idx="103">
                  <c:v>94.511865048572176</c:v>
                </c:pt>
                <c:pt idx="104">
                  <c:v>94.500131996832067</c:v>
                </c:pt>
                <c:pt idx="105">
                  <c:v>93.593753749910007</c:v>
                </c:pt>
                <c:pt idx="106">
                  <c:v>92.971635347418314</c:v>
                </c:pt>
                <c:pt idx="107">
                  <c:v>93.27722801319436</c:v>
                </c:pt>
                <c:pt idx="108">
                  <c:v>94.436400193062028</c:v>
                </c:pt>
                <c:pt idx="109">
                  <c:v>92.287918423291188</c:v>
                </c:pt>
                <c:pt idx="110">
                  <c:v>93.456690372764385</c:v>
                </c:pt>
                <c:pt idx="111">
                  <c:v>93.110832006698502</c:v>
                </c:pt>
                <c:pt idx="112">
                  <c:v>93.877480273806754</c:v>
                </c:pt>
                <c:pt idx="113">
                  <c:v>93.779349295616896</c:v>
                </c:pt>
                <c:pt idx="114">
                  <c:v>94.576663493409484</c:v>
                </c:pt>
                <c:pt idx="115">
                  <c:v>95.362244639461977</c:v>
                </c:pt>
                <c:pt idx="116">
                  <c:v>97.781653240322228</c:v>
                </c:pt>
                <c:pt idx="117">
                  <c:v>98.084845963696864</c:v>
                </c:pt>
                <c:pt idx="118">
                  <c:v>97.947249266017607</c:v>
                </c:pt>
                <c:pt idx="119">
                  <c:v>98.626432965608828</c:v>
                </c:pt>
                <c:pt idx="120">
                  <c:v>97.978981837769226</c:v>
                </c:pt>
                <c:pt idx="121">
                  <c:v>97.284331842702443</c:v>
                </c:pt>
                <c:pt idx="122">
                  <c:v>97.576858155404253</c:v>
                </c:pt>
                <c:pt idx="123">
                  <c:v>99.099488278947959</c:v>
                </c:pt>
                <c:pt idx="124">
                  <c:v>99.120554440026766</c:v>
                </c:pt>
                <c:pt idx="125">
                  <c:v>99.88906932900278</c:v>
                </c:pt>
                <c:pt idx="126">
                  <c:v>100.39839043862948</c:v>
                </c:pt>
                <c:pt idx="127">
                  <c:v>100.25626051641427</c:v>
                </c:pt>
                <c:pt idx="128">
                  <c:v>98.467770106850764</c:v>
                </c:pt>
                <c:pt idx="129">
                  <c:v>98.710697609924026</c:v>
                </c:pt>
                <c:pt idx="130">
                  <c:v>99.836537256439172</c:v>
                </c:pt>
                <c:pt idx="131">
                  <c:v>100.76318168363957</c:v>
                </c:pt>
                <c:pt idx="132">
                  <c:v>100.15866285875805</c:v>
                </c:pt>
                <c:pt idx="133">
                  <c:v>100.35092491113546</c:v>
                </c:pt>
                <c:pt idx="134">
                  <c:v>102.22714654848284</c:v>
                </c:pt>
                <c:pt idx="135">
                  <c:v>101.83595593705752</c:v>
                </c:pt>
                <c:pt idx="136">
                  <c:v>101.50529720620038</c:v>
                </c:pt>
                <c:pt idx="137">
                  <c:v>99.855736795650245</c:v>
                </c:pt>
                <c:pt idx="138">
                  <c:v>101.31490177569071</c:v>
                </c:pt>
                <c:pt idx="139">
                  <c:v>100.61091867128522</c:v>
                </c:pt>
                <c:pt idx="140">
                  <c:v>99.388814668447949</c:v>
                </c:pt>
                <c:pt idx="141">
                  <c:v>97.133935452215809</c:v>
                </c:pt>
                <c:pt idx="142">
                  <c:v>97.50592652443008</c:v>
                </c:pt>
                <c:pt idx="143">
                  <c:v>97.722454661088136</c:v>
                </c:pt>
                <c:pt idx="144">
                  <c:v>98.34643968544755</c:v>
                </c:pt>
                <c:pt idx="145">
                  <c:v>99.890135970070034</c:v>
                </c:pt>
                <c:pt idx="146">
                  <c:v>100.87597897650456</c:v>
                </c:pt>
                <c:pt idx="147">
                  <c:v>101.18477156548242</c:v>
                </c:pt>
                <c:pt idx="148">
                  <c:v>100.94984387041377</c:v>
                </c:pt>
                <c:pt idx="149">
                  <c:v>101.48743096832342</c:v>
                </c:pt>
                <c:pt idx="150">
                  <c:v>100.76318168363957</c:v>
                </c:pt>
                <c:pt idx="151">
                  <c:v>100.66425072464926</c:v>
                </c:pt>
                <c:pt idx="152">
                  <c:v>99.28775042732309</c:v>
                </c:pt>
                <c:pt idx="153">
                  <c:v>96.316355074144894</c:v>
                </c:pt>
                <c:pt idx="154">
                  <c:v>96.933140271300161</c:v>
                </c:pt>
                <c:pt idx="155">
                  <c:v>99.856803436717513</c:v>
                </c:pt>
                <c:pt idx="156">
                  <c:v>100.38185750208662</c:v>
                </c:pt>
                <c:pt idx="157">
                  <c:v>100.16212944222671</c:v>
                </c:pt>
                <c:pt idx="158">
                  <c:v>99.748272708121661</c:v>
                </c:pt>
                <c:pt idx="159">
                  <c:v>97.507526486030997</c:v>
                </c:pt>
                <c:pt idx="160">
                  <c:v>96.302755400537052</c:v>
                </c:pt>
                <c:pt idx="161">
                  <c:v>89.660781474577931</c:v>
                </c:pt>
                <c:pt idx="162">
                  <c:v>91.692466047481531</c:v>
                </c:pt>
                <c:pt idx="163">
                  <c:v>90.225301259436435</c:v>
                </c:pt>
                <c:pt idx="164">
                  <c:v>91.807929943014713</c:v>
                </c:pt>
                <c:pt idx="165">
                  <c:v>91.794863589940519</c:v>
                </c:pt>
                <c:pt idx="166">
                  <c:v>91.446071960939605</c:v>
                </c:pt>
                <c:pt idx="167">
                  <c:v>88.159484172379848</c:v>
                </c:pt>
                <c:pt idx="168">
                  <c:v>86.678986370993755</c:v>
                </c:pt>
                <c:pt idx="169">
                  <c:v>88.293347626323637</c:v>
                </c:pt>
                <c:pt idx="170">
                  <c:v>86.019802191414072</c:v>
                </c:pt>
                <c:pt idx="171">
                  <c:v>84.211845582372689</c:v>
                </c:pt>
                <c:pt idx="172">
                  <c:v>87.202973795295577</c:v>
                </c:pt>
                <c:pt idx="173">
                  <c:v>88.699204552424078</c:v>
                </c:pt>
                <c:pt idx="174">
                  <c:v>88.518675551786757</c:v>
                </c:pt>
                <c:pt idx="175">
                  <c:v>88.598406971566007</c:v>
                </c:pt>
                <c:pt idx="176">
                  <c:v>90.194102008218451</c:v>
                </c:pt>
                <c:pt idx="177">
                  <c:v>89.275457389022662</c:v>
                </c:pt>
                <c:pt idx="178">
                  <c:v>90.47702855131476</c:v>
                </c:pt>
                <c:pt idx="179">
                  <c:v>92.846571682279631</c:v>
                </c:pt>
                <c:pt idx="180">
                  <c:v>93.559887896023824</c:v>
                </c:pt>
                <c:pt idx="181">
                  <c:v>90.830620065118438</c:v>
                </c:pt>
                <c:pt idx="182">
                  <c:v>92.026058041273672</c:v>
                </c:pt>
                <c:pt idx="183">
                  <c:v>91.713265548293506</c:v>
                </c:pt>
                <c:pt idx="184">
                  <c:v>91.199411214130848</c:v>
                </c:pt>
                <c:pt idx="185">
                  <c:v>92.164188059486577</c:v>
                </c:pt>
                <c:pt idx="186">
                  <c:v>91.818063033153862</c:v>
                </c:pt>
                <c:pt idx="187">
                  <c:v>91.465538160417481</c:v>
                </c:pt>
                <c:pt idx="188">
                  <c:v>94.259337775893371</c:v>
                </c:pt>
                <c:pt idx="189">
                  <c:v>93.892946569282316</c:v>
                </c:pt>
                <c:pt idx="190">
                  <c:v>93.95401177038417</c:v>
                </c:pt>
                <c:pt idx="191">
                  <c:v>93.194030009946417</c:v>
                </c:pt>
                <c:pt idx="192">
                  <c:v>93.812415168702614</c:v>
                </c:pt>
                <c:pt idx="193">
                  <c:v>93.774549410814146</c:v>
                </c:pt>
                <c:pt idx="194">
                  <c:v>93.623619699793863</c:v>
                </c:pt>
                <c:pt idx="195">
                  <c:v>93.561754517891572</c:v>
                </c:pt>
                <c:pt idx="196">
                  <c:v>94.323602900197045</c:v>
                </c:pt>
                <c:pt idx="197">
                  <c:v>95.532907210226952</c:v>
                </c:pt>
                <c:pt idx="198">
                  <c:v>95.22464794178272</c:v>
                </c:pt>
                <c:pt idx="199">
                  <c:v>95.092384449439876</c:v>
                </c:pt>
                <c:pt idx="200">
                  <c:v>94.453999770672155</c:v>
                </c:pt>
                <c:pt idx="201">
                  <c:v>95.645971163358737</c:v>
                </c:pt>
                <c:pt idx="202">
                  <c:v>95.011319728326512</c:v>
                </c:pt>
                <c:pt idx="203">
                  <c:v>94.964654181632966</c:v>
                </c:pt>
                <c:pt idx="204">
                  <c:v>92.654576290169047</c:v>
                </c:pt>
                <c:pt idx="205">
                  <c:v>91.796196891274604</c:v>
                </c:pt>
                <c:pt idx="206">
                  <c:v>92.555112010645075</c:v>
                </c:pt>
                <c:pt idx="207">
                  <c:v>92.480980456469027</c:v>
                </c:pt>
                <c:pt idx="208">
                  <c:v>92.400982376422959</c:v>
                </c:pt>
                <c:pt idx="209">
                  <c:v>91.843395758501785</c:v>
                </c:pt>
                <c:pt idx="210">
                  <c:v>90.638358012741023</c:v>
                </c:pt>
                <c:pt idx="211">
                  <c:v>91.125812980488462</c:v>
                </c:pt>
                <c:pt idx="212">
                  <c:v>90.680490334898622</c:v>
                </c:pt>
                <c:pt idx="213">
                  <c:v>89.789845043718955</c:v>
                </c:pt>
                <c:pt idx="214">
                  <c:v>89.789845043718955</c:v>
                </c:pt>
                <c:pt idx="215">
                  <c:v>90.306365980549785</c:v>
                </c:pt>
                <c:pt idx="216">
                  <c:v>91.650600385590749</c:v>
                </c:pt>
                <c:pt idx="217">
                  <c:v>91.413539408387535</c:v>
                </c:pt>
                <c:pt idx="218">
                  <c:v>89.662381436178848</c:v>
                </c:pt>
                <c:pt idx="219">
                  <c:v>91.04794818257696</c:v>
                </c:pt>
                <c:pt idx="220">
                  <c:v>90.961016935593534</c:v>
                </c:pt>
                <c:pt idx="221">
                  <c:v>90.985816340407823</c:v>
                </c:pt>
                <c:pt idx="222">
                  <c:v>90.603958838321219</c:v>
                </c:pt>
                <c:pt idx="223">
                  <c:v>90.859419373935012</c:v>
                </c:pt>
                <c:pt idx="224">
                  <c:v>92.642843238428938</c:v>
                </c:pt>
                <c:pt idx="225">
                  <c:v>92.959902295678248</c:v>
                </c:pt>
                <c:pt idx="226">
                  <c:v>92.790039705713724</c:v>
                </c:pt>
                <c:pt idx="227">
                  <c:v>91.829796084893957</c:v>
                </c:pt>
                <c:pt idx="228">
                  <c:v>91.251676626427624</c:v>
                </c:pt>
                <c:pt idx="229">
                  <c:v>90.116770530840583</c:v>
                </c:pt>
                <c:pt idx="230">
                  <c:v>90.381830836059933</c:v>
                </c:pt>
                <c:pt idx="231">
                  <c:v>89.603982837745235</c:v>
                </c:pt>
                <c:pt idx="232">
                  <c:v>88.855200808513928</c:v>
                </c:pt>
                <c:pt idx="233">
                  <c:v>89.123461036935097</c:v>
                </c:pt>
                <c:pt idx="234">
                  <c:v>87.157908210202947</c:v>
                </c:pt>
                <c:pt idx="235">
                  <c:v>87.201373833694646</c:v>
                </c:pt>
                <c:pt idx="236">
                  <c:v>87.457367689842116</c:v>
                </c:pt>
                <c:pt idx="237">
                  <c:v>88.421344554397365</c:v>
                </c:pt>
                <c:pt idx="238">
                  <c:v>89.285857139428643</c:v>
                </c:pt>
                <c:pt idx="239">
                  <c:v>88.500809313909784</c:v>
                </c:pt>
                <c:pt idx="240">
                  <c:v>89.731979765818963</c:v>
                </c:pt>
                <c:pt idx="241">
                  <c:v>89.326922820518973</c:v>
                </c:pt>
                <c:pt idx="242">
                  <c:v>90.037839091861798</c:v>
                </c:pt>
                <c:pt idx="243">
                  <c:v>89.656514910308815</c:v>
                </c:pt>
                <c:pt idx="244">
                  <c:v>90.553293387625359</c:v>
                </c:pt>
                <c:pt idx="245">
                  <c:v>90.618891813263147</c:v>
                </c:pt>
                <c:pt idx="246">
                  <c:v>90.226634560770549</c:v>
                </c:pt>
                <c:pt idx="247">
                  <c:v>90.249567343717089</c:v>
                </c:pt>
                <c:pt idx="248">
                  <c:v>90.87381902834332</c:v>
                </c:pt>
                <c:pt idx="249">
                  <c:v>88.526675359791369</c:v>
                </c:pt>
                <c:pt idx="250">
                  <c:v>88.224549277484002</c:v>
                </c:pt>
                <c:pt idx="251">
                  <c:v>87.641363273948087</c:v>
                </c:pt>
                <c:pt idx="252">
                  <c:v>85.725142596577683</c:v>
                </c:pt>
                <c:pt idx="253">
                  <c:v>86.092067123722359</c:v>
                </c:pt>
                <c:pt idx="254">
                  <c:v>85.417949969200734</c:v>
                </c:pt>
                <c:pt idx="255">
                  <c:v>83.916919327269468</c:v>
                </c:pt>
                <c:pt idx="256">
                  <c:v>84.647835118623817</c:v>
                </c:pt>
                <c:pt idx="257">
                  <c:v>83.250268660218822</c:v>
                </c:pt>
                <c:pt idx="258">
                  <c:v>81.098320306979289</c:v>
                </c:pt>
                <c:pt idx="259">
                  <c:v>80.109010717076117</c:v>
                </c:pt>
                <c:pt idx="260">
                  <c:v>81.43617886504056</c:v>
                </c:pt>
                <c:pt idx="261">
                  <c:v>79.654088301880748</c:v>
                </c:pt>
                <c:pt idx="262">
                  <c:v>80.537800426123113</c:v>
                </c:pt>
                <c:pt idx="263">
                  <c:v>82.651616361207331</c:v>
                </c:pt>
                <c:pt idx="264">
                  <c:v>82.990808220602702</c:v>
                </c:pt>
                <c:pt idx="265">
                  <c:v>82.849211618921146</c:v>
                </c:pt>
                <c:pt idx="266">
                  <c:v>82.032431221650683</c:v>
                </c:pt>
                <c:pt idx="267">
                  <c:v>82.784146513816992</c:v>
                </c:pt>
                <c:pt idx="268">
                  <c:v>81.675106464111522</c:v>
                </c:pt>
                <c:pt idx="269">
                  <c:v>80.360738008954442</c:v>
                </c:pt>
                <c:pt idx="270">
                  <c:v>79.113034620502432</c:v>
                </c:pt>
                <c:pt idx="271">
                  <c:v>79.300230127810252</c:v>
                </c:pt>
                <c:pt idx="272">
                  <c:v>80.862325970843358</c:v>
                </c:pt>
                <c:pt idx="273">
                  <c:v>80.247674055822642</c:v>
                </c:pt>
                <c:pt idx="274">
                  <c:v>79.331962699561871</c:v>
                </c:pt>
                <c:pt idx="275">
                  <c:v>77.8031993898813</c:v>
                </c:pt>
                <c:pt idx="276">
                  <c:v>74.817137722027994</c:v>
                </c:pt>
                <c:pt idx="277">
                  <c:v>74.512878357586075</c:v>
                </c:pt>
                <c:pt idx="278">
                  <c:v>77.038151084373979</c:v>
                </c:pt>
                <c:pt idx="279">
                  <c:v>75.55258673791829</c:v>
                </c:pt>
                <c:pt idx="280">
                  <c:v>75.304059369241799</c:v>
                </c:pt>
                <c:pt idx="281">
                  <c:v>76.254969880722854</c:v>
                </c:pt>
                <c:pt idx="282">
                  <c:v>76.500563986464314</c:v>
                </c:pt>
                <c:pt idx="283">
                  <c:v>76.71709212312237</c:v>
                </c:pt>
                <c:pt idx="284">
                  <c:v>74.709406974232621</c:v>
                </c:pt>
                <c:pt idx="285">
                  <c:v>73.566501070640967</c:v>
                </c:pt>
                <c:pt idx="286">
                  <c:v>72.295331578708783</c:v>
                </c:pt>
                <c:pt idx="287">
                  <c:v>73.552634736766322</c:v>
                </c:pt>
                <c:pt idx="288">
                  <c:v>74.3790149036423</c:v>
                </c:pt>
                <c:pt idx="289">
                  <c:v>76.866955193075356</c:v>
                </c:pt>
                <c:pt idx="290">
                  <c:v>80.491134879429566</c:v>
                </c:pt>
                <c:pt idx="291">
                  <c:v>80.946057294624936</c:v>
                </c:pt>
                <c:pt idx="292">
                  <c:v>81.807103296187549</c:v>
                </c:pt>
                <c:pt idx="293">
                  <c:v>80.77939462786226</c:v>
                </c:pt>
                <c:pt idx="294">
                  <c:v>81.486310995202771</c:v>
                </c:pt>
                <c:pt idx="295">
                  <c:v>80.961523590100498</c:v>
                </c:pt>
                <c:pt idx="296">
                  <c:v>80.895125183662259</c:v>
                </c:pt>
                <c:pt idx="297">
                  <c:v>81.479644488532273</c:v>
                </c:pt>
                <c:pt idx="298">
                  <c:v>81.740971550016127</c:v>
                </c:pt>
                <c:pt idx="299">
                  <c:v>82.460420949897212</c:v>
                </c:pt>
                <c:pt idx="300">
                  <c:v>82.366023215442823</c:v>
                </c:pt>
                <c:pt idx="301">
                  <c:v>83.49052956062387</c:v>
                </c:pt>
                <c:pt idx="302">
                  <c:v>84.937161508123808</c:v>
                </c:pt>
                <c:pt idx="303">
                  <c:v>84.989960240954204</c:v>
                </c:pt>
                <c:pt idx="304">
                  <c:v>84.732633083472663</c:v>
                </c:pt>
                <c:pt idx="305">
                  <c:v>83.224135954070434</c:v>
                </c:pt>
                <c:pt idx="306">
                  <c:v>83.551328101458893</c:v>
                </c:pt>
                <c:pt idx="307">
                  <c:v>86.050468122098394</c:v>
                </c:pt>
                <c:pt idx="308">
                  <c:v>86.086733918385946</c:v>
                </c:pt>
                <c:pt idx="309">
                  <c:v>86.264062995821433</c:v>
                </c:pt>
                <c:pt idx="310">
                  <c:v>86.347794319602997</c:v>
                </c:pt>
                <c:pt idx="311">
                  <c:v>83.704657754880557</c:v>
                </c:pt>
                <c:pt idx="312">
                  <c:v>83.395065185102226</c:v>
                </c:pt>
                <c:pt idx="313">
                  <c:v>82.828678778375988</c:v>
                </c:pt>
                <c:pt idx="314">
                  <c:v>83.029207299024819</c:v>
                </c:pt>
                <c:pt idx="315">
                  <c:v>84.363308613926591</c:v>
                </c:pt>
                <c:pt idx="316">
                  <c:v>84.692367383182813</c:v>
                </c:pt>
                <c:pt idx="317">
                  <c:v>86.816849728939829</c:v>
                </c:pt>
                <c:pt idx="318">
                  <c:v>86.518990210901606</c:v>
                </c:pt>
                <c:pt idx="319">
                  <c:v>87.196307288625079</c:v>
                </c:pt>
                <c:pt idx="320">
                  <c:v>88.72933716257478</c:v>
                </c:pt>
                <c:pt idx="321">
                  <c:v>89.082662016111613</c:v>
                </c:pt>
                <c:pt idx="322">
                  <c:v>88.950665184035586</c:v>
                </c:pt>
                <c:pt idx="323">
                  <c:v>90.678090392497239</c:v>
                </c:pt>
                <c:pt idx="324">
                  <c:v>89.986906980899136</c:v>
                </c:pt>
                <c:pt idx="325">
                  <c:v>89.154660288153082</c:v>
                </c:pt>
                <c:pt idx="326">
                  <c:v>89.571183624926334</c:v>
                </c:pt>
                <c:pt idx="327">
                  <c:v>88.227215880152215</c:v>
                </c:pt>
                <c:pt idx="328">
                  <c:v>87.404302296744874</c:v>
                </c:pt>
                <c:pt idx="329">
                  <c:v>86.793916945993288</c:v>
                </c:pt>
                <c:pt idx="330">
                  <c:v>86.829916082014023</c:v>
                </c:pt>
                <c:pt idx="331">
                  <c:v>86.913114085261952</c:v>
                </c:pt>
                <c:pt idx="332">
                  <c:v>88.990397563791788</c:v>
                </c:pt>
                <c:pt idx="333">
                  <c:v>89.517584911295472</c:v>
                </c:pt>
                <c:pt idx="334">
                  <c:v>89.354922148535096</c:v>
                </c:pt>
                <c:pt idx="335">
                  <c:v>90.257567151721702</c:v>
                </c:pt>
                <c:pt idx="336">
                  <c:v>89.154660288153082</c:v>
                </c:pt>
                <c:pt idx="337">
                  <c:v>89.264790978349851</c:v>
                </c:pt>
                <c:pt idx="338">
                  <c:v>89.39918775282726</c:v>
                </c:pt>
                <c:pt idx="339">
                  <c:v>89.21892541245677</c:v>
                </c:pt>
                <c:pt idx="340">
                  <c:v>88.345879698887217</c:v>
                </c:pt>
                <c:pt idx="341">
                  <c:v>87.89895709169646</c:v>
                </c:pt>
                <c:pt idx="342">
                  <c:v>87.504833217336113</c:v>
                </c:pt>
                <c:pt idx="343">
                  <c:v>87.766693599353616</c:v>
                </c:pt>
                <c:pt idx="344">
                  <c:v>90.650891045281583</c:v>
                </c:pt>
                <c:pt idx="345">
                  <c:v>92.580711396259815</c:v>
                </c:pt>
                <c:pt idx="346">
                  <c:v>93.394025210061614</c:v>
                </c:pt>
                <c:pt idx="347">
                  <c:v>93.441224077288823</c:v>
                </c:pt>
                <c:pt idx="348">
                  <c:v>93.975877912263442</c:v>
                </c:pt>
                <c:pt idx="349">
                  <c:v>92.922836518590231</c:v>
                </c:pt>
                <c:pt idx="350">
                  <c:v>93.692684708900316</c:v>
                </c:pt>
                <c:pt idx="351">
                  <c:v>94.295336911914106</c:v>
                </c:pt>
                <c:pt idx="352">
                  <c:v>94.245204781751909</c:v>
                </c:pt>
                <c:pt idx="353">
                  <c:v>95.721169358602069</c:v>
                </c:pt>
                <c:pt idx="354">
                  <c:v>95.713969531397908</c:v>
                </c:pt>
                <c:pt idx="355">
                  <c:v>95.39877709601636</c:v>
                </c:pt>
                <c:pt idx="356">
                  <c:v>95.083584660634799</c:v>
                </c:pt>
                <c:pt idx="357">
                  <c:v>93.832148028447321</c:v>
                </c:pt>
                <c:pt idx="358">
                  <c:v>94.250537987088308</c:v>
                </c:pt>
                <c:pt idx="359">
                  <c:v>95.559839897175806</c:v>
                </c:pt>
                <c:pt idx="360">
                  <c:v>94.24467146121826</c:v>
                </c:pt>
                <c:pt idx="361">
                  <c:v>94.376668293294287</c:v>
                </c:pt>
                <c:pt idx="362">
                  <c:v>94.496932073630219</c:v>
                </c:pt>
                <c:pt idx="363">
                  <c:v>93.966278142657899</c:v>
                </c:pt>
                <c:pt idx="364">
                  <c:v>94.003343919745916</c:v>
                </c:pt>
                <c:pt idx="365">
                  <c:v>95.424109821364283</c:v>
                </c:pt>
                <c:pt idx="366">
                  <c:v>92.936702852464876</c:v>
                </c:pt>
                <c:pt idx="367">
                  <c:v>93.410824806871304</c:v>
                </c:pt>
                <c:pt idx="368">
                  <c:v>93.659352175547781</c:v>
                </c:pt>
                <c:pt idx="369">
                  <c:v>94.3438690804754</c:v>
                </c:pt>
                <c:pt idx="370">
                  <c:v>95.653170990562899</c:v>
                </c:pt>
                <c:pt idx="371">
                  <c:v>95.921164558717265</c:v>
                </c:pt>
                <c:pt idx="372">
                  <c:v>96.518483556394656</c:v>
                </c:pt>
                <c:pt idx="373">
                  <c:v>96.020362177974391</c:v>
                </c:pt>
                <c:pt idx="374">
                  <c:v>96.450485188355486</c:v>
                </c:pt>
                <c:pt idx="375">
                  <c:v>96.084360642011262</c:v>
                </c:pt>
                <c:pt idx="376">
                  <c:v>98.082712681562313</c:v>
                </c:pt>
                <c:pt idx="377">
                  <c:v>99.558143937878825</c:v>
                </c:pt>
                <c:pt idx="378">
                  <c:v>99.298683498262704</c:v>
                </c:pt>
                <c:pt idx="379">
                  <c:v>100.60425216461471</c:v>
                </c:pt>
                <c:pt idx="380">
                  <c:v>101.08370732435756</c:v>
                </c:pt>
                <c:pt idx="381">
                  <c:v>100.9223778629313</c:v>
                </c:pt>
                <c:pt idx="382">
                  <c:v>100.82504686554191</c:v>
                </c:pt>
                <c:pt idx="383">
                  <c:v>101.16130546200223</c:v>
                </c:pt>
                <c:pt idx="384">
                  <c:v>99.593876413632728</c:v>
                </c:pt>
                <c:pt idx="385">
                  <c:v>99.679741019548871</c:v>
                </c:pt>
                <c:pt idx="386">
                  <c:v>101.2754360562013</c:v>
                </c:pt>
                <c:pt idx="387">
                  <c:v>100.58878586913913</c:v>
                </c:pt>
                <c:pt idx="388">
                  <c:v>101.44796524883404</c:v>
                </c:pt>
                <c:pt idx="389">
                  <c:v>101.73915826020175</c:v>
                </c:pt>
                <c:pt idx="390">
                  <c:v>101.08104072168935</c:v>
                </c:pt>
                <c:pt idx="391">
                  <c:v>99.947467927436392</c:v>
                </c:pt>
                <c:pt idx="392">
                  <c:v>99.774938734803698</c:v>
                </c:pt>
                <c:pt idx="393">
                  <c:v>99.208285667810642</c:v>
                </c:pt>
                <c:pt idx="394">
                  <c:v>99.046689546117562</c:v>
                </c:pt>
                <c:pt idx="395">
                  <c:v>100.93597753653911</c:v>
                </c:pt>
                <c:pt idx="396">
                  <c:v>101.00797580858058</c:v>
                </c:pt>
                <c:pt idx="397">
                  <c:v>100.9751765957617</c:v>
                </c:pt>
                <c:pt idx="398">
                  <c:v>99.452546472217989</c:v>
                </c:pt>
                <c:pt idx="399">
                  <c:v>99.413080752728604</c:v>
                </c:pt>
                <c:pt idx="400">
                  <c:v>101.13730603798842</c:v>
                </c:pt>
                <c:pt idx="401">
                  <c:v>101.3423677831732</c:v>
                </c:pt>
                <c:pt idx="402">
                  <c:v>101.55089611182663</c:v>
                </c:pt>
                <c:pt idx="403">
                  <c:v>103.21245623438371</c:v>
                </c:pt>
                <c:pt idx="404">
                  <c:v>103.5425816447072</c:v>
                </c:pt>
                <c:pt idx="405">
                  <c:v>103.09219245404778</c:v>
                </c:pt>
                <c:pt idx="406">
                  <c:v>103.1529909948828</c:v>
                </c:pt>
                <c:pt idx="407">
                  <c:v>103.22738920932564</c:v>
                </c:pt>
                <c:pt idx="408">
                  <c:v>102.95352911530122</c:v>
                </c:pt>
                <c:pt idx="409">
                  <c:v>102.37487633630127</c:v>
                </c:pt>
                <c:pt idx="410">
                  <c:v>102.48820694969987</c:v>
                </c:pt>
                <c:pt idx="411">
                  <c:v>104.16576668826613</c:v>
                </c:pt>
                <c:pt idx="412">
                  <c:v>105.53133391465271</c:v>
                </c:pt>
                <c:pt idx="413">
                  <c:v>105.53800042132322</c:v>
                </c:pt>
                <c:pt idx="414">
                  <c:v>106.04118834481307</c:v>
                </c:pt>
                <c:pt idx="415">
                  <c:v>108.93711884248111</c:v>
                </c:pt>
                <c:pt idx="416">
                  <c:v>108.83418797948849</c:v>
                </c:pt>
                <c:pt idx="417">
                  <c:v>108.88938665472028</c:v>
                </c:pt>
                <c:pt idx="418">
                  <c:v>107.9723419971254</c:v>
                </c:pt>
                <c:pt idx="419">
                  <c:v>105.54733353066193</c:v>
                </c:pt>
                <c:pt idx="420">
                  <c:v>106.17958502329279</c:v>
                </c:pt>
                <c:pt idx="421">
                  <c:v>105.79772752120616</c:v>
                </c:pt>
                <c:pt idx="422">
                  <c:v>105.89319189672781</c:v>
                </c:pt>
                <c:pt idx="423">
                  <c:v>106.16731865101903</c:v>
                </c:pt>
                <c:pt idx="424">
                  <c:v>105.87639229991812</c:v>
                </c:pt>
                <c:pt idx="425">
                  <c:v>105.74919535264486</c:v>
                </c:pt>
                <c:pt idx="426">
                  <c:v>107.24862603297521</c:v>
                </c:pt>
                <c:pt idx="427">
                  <c:v>106.14038596407018</c:v>
                </c:pt>
                <c:pt idx="428">
                  <c:v>104.48682564951774</c:v>
                </c:pt>
                <c:pt idx="429">
                  <c:v>104.09723499969334</c:v>
                </c:pt>
                <c:pt idx="430">
                  <c:v>104.81641773930758</c:v>
                </c:pt>
                <c:pt idx="431">
                  <c:v>102.31034455173076</c:v>
                </c:pt>
                <c:pt idx="432">
                  <c:v>102.8545981563109</c:v>
                </c:pt>
                <c:pt idx="433">
                  <c:v>104.47242599510945</c:v>
                </c:pt>
                <c:pt idx="434">
                  <c:v>104.91854862149974</c:v>
                </c:pt>
                <c:pt idx="435">
                  <c:v>104.19403267654907</c:v>
                </c:pt>
                <c:pt idx="436">
                  <c:v>103.43778415984681</c:v>
                </c:pt>
                <c:pt idx="437">
                  <c:v>103.46471684679565</c:v>
                </c:pt>
                <c:pt idx="438">
                  <c:v>103.34978627179613</c:v>
                </c:pt>
                <c:pt idx="439">
                  <c:v>101.0869072475594</c:v>
                </c:pt>
                <c:pt idx="440">
                  <c:v>101.43836547922851</c:v>
                </c:pt>
                <c:pt idx="441">
                  <c:v>101.70635904738288</c:v>
                </c:pt>
                <c:pt idx="442">
                  <c:v>103.97110469348733</c:v>
                </c:pt>
                <c:pt idx="443">
                  <c:v>103.52871531083252</c:v>
                </c:pt>
                <c:pt idx="444">
                  <c:v>104.84388374679008</c:v>
                </c:pt>
                <c:pt idx="445">
                  <c:v>105.12227706535045</c:v>
                </c:pt>
                <c:pt idx="446">
                  <c:v>105.63959798298174</c:v>
                </c:pt>
                <c:pt idx="447">
                  <c:v>105.78359452706469</c:v>
                </c:pt>
                <c:pt idx="448">
                  <c:v>103.91003949238551</c:v>
                </c:pt>
                <c:pt idx="449">
                  <c:v>104.07536885781408</c:v>
                </c:pt>
                <c:pt idx="450">
                  <c:v>104.29589689847442</c:v>
                </c:pt>
                <c:pt idx="451">
                  <c:v>104.1231010455749</c:v>
                </c:pt>
                <c:pt idx="452">
                  <c:v>103.77670935897538</c:v>
                </c:pt>
                <c:pt idx="453">
                  <c:v>102.54633888786671</c:v>
                </c:pt>
                <c:pt idx="454">
                  <c:v>102.28394518531556</c:v>
                </c:pt>
                <c:pt idx="455">
                  <c:v>101.64076062174507</c:v>
                </c:pt>
                <c:pt idx="456">
                  <c:v>103.2295224914602</c:v>
                </c:pt>
                <c:pt idx="457">
                  <c:v>104.00177062417168</c:v>
                </c:pt>
                <c:pt idx="458">
                  <c:v>104.09483505729196</c:v>
                </c:pt>
                <c:pt idx="459">
                  <c:v>107.73208109672035</c:v>
                </c:pt>
                <c:pt idx="460">
                  <c:v>105.27107349423612</c:v>
                </c:pt>
                <c:pt idx="461">
                  <c:v>102.87619763792335</c:v>
                </c:pt>
                <c:pt idx="462">
                  <c:v>101.90742088856533</c:v>
                </c:pt>
                <c:pt idx="463">
                  <c:v>101.79942348050312</c:v>
                </c:pt>
                <c:pt idx="464">
                  <c:v>101.11250663317412</c:v>
                </c:pt>
                <c:pt idx="465">
                  <c:v>98.378438917465985</c:v>
                </c:pt>
                <c:pt idx="466">
                  <c:v>98.923759163113417</c:v>
                </c:pt>
                <c:pt idx="467">
                  <c:v>98.882426821756283</c:v>
                </c:pt>
                <c:pt idx="468">
                  <c:v>97.363529941948045</c:v>
                </c:pt>
                <c:pt idx="469">
                  <c:v>98.703231122453047</c:v>
                </c:pt>
                <c:pt idx="470">
                  <c:v>97.605390803954037</c:v>
                </c:pt>
                <c:pt idx="471">
                  <c:v>97.19100074931535</c:v>
                </c:pt>
                <c:pt idx="472">
                  <c:v>99.345882365489885</c:v>
                </c:pt>
                <c:pt idx="473">
                  <c:v>98.28270788167751</c:v>
                </c:pt>
                <c:pt idx="474">
                  <c:v>97.318464356855443</c:v>
                </c:pt>
                <c:pt idx="475">
                  <c:v>98.178443717350788</c:v>
                </c:pt>
                <c:pt idx="476">
                  <c:v>98.242442181387645</c:v>
                </c:pt>
                <c:pt idx="477">
                  <c:v>97.24646608481396</c:v>
                </c:pt>
                <c:pt idx="478">
                  <c:v>98.74669674594476</c:v>
                </c:pt>
                <c:pt idx="479">
                  <c:v>99.708540328365444</c:v>
                </c:pt>
                <c:pt idx="480">
                  <c:v>98.093379092235125</c:v>
                </c:pt>
                <c:pt idx="481">
                  <c:v>98.483236402326341</c:v>
                </c:pt>
                <c:pt idx="482">
                  <c:v>97.818985677677063</c:v>
                </c:pt>
                <c:pt idx="483">
                  <c:v>98.137111375993641</c:v>
                </c:pt>
                <c:pt idx="484">
                  <c:v>97.665922684522229</c:v>
                </c:pt>
                <c:pt idx="485">
                  <c:v>97.368596487017641</c:v>
                </c:pt>
                <c:pt idx="486">
                  <c:v>96.367820505641205</c:v>
                </c:pt>
                <c:pt idx="487">
                  <c:v>96.448351906220907</c:v>
                </c:pt>
                <c:pt idx="488">
                  <c:v>95.418776616027884</c:v>
                </c:pt>
                <c:pt idx="489">
                  <c:v>95.379044236271653</c:v>
                </c:pt>
                <c:pt idx="490">
                  <c:v>94.16067347716988</c:v>
                </c:pt>
                <c:pt idx="491">
                  <c:v>95.355311472524647</c:v>
                </c:pt>
                <c:pt idx="492">
                  <c:v>95.340111837315902</c:v>
                </c:pt>
                <c:pt idx="493">
                  <c:v>96.174491812196521</c:v>
                </c:pt>
                <c:pt idx="494">
                  <c:v>96.94274004090569</c:v>
                </c:pt>
                <c:pt idx="495">
                  <c:v>95.83556661306794</c:v>
                </c:pt>
                <c:pt idx="496">
                  <c:v>96.187558165270687</c:v>
                </c:pt>
                <c:pt idx="497">
                  <c:v>95.416376673626488</c:v>
                </c:pt>
                <c:pt idx="498">
                  <c:v>96.616081214050865</c:v>
                </c:pt>
                <c:pt idx="499">
                  <c:v>97.405662264105658</c:v>
                </c:pt>
                <c:pt idx="500">
                  <c:v>97.526459364975253</c:v>
                </c:pt>
                <c:pt idx="501">
                  <c:v>98.182176961086256</c:v>
                </c:pt>
                <c:pt idx="502">
                  <c:v>100.42425648451103</c:v>
                </c:pt>
                <c:pt idx="503">
                  <c:v>100.65865085904603</c:v>
                </c:pt>
                <c:pt idx="504">
                  <c:v>100.8621126426299</c:v>
                </c:pt>
                <c:pt idx="505">
                  <c:v>101.84528904639623</c:v>
                </c:pt>
                <c:pt idx="506">
                  <c:v>101.68849280950589</c:v>
                </c:pt>
                <c:pt idx="507">
                  <c:v>102.20821366953858</c:v>
                </c:pt>
                <c:pt idx="508">
                  <c:v>101.99355215474827</c:v>
                </c:pt>
                <c:pt idx="509">
                  <c:v>100.37519099541609</c:v>
                </c:pt>
                <c:pt idx="510">
                  <c:v>100.49198819228337</c:v>
                </c:pt>
                <c:pt idx="511">
                  <c:v>101.45623171710545</c:v>
                </c:pt>
                <c:pt idx="512">
                  <c:v>103.8545741568869</c:v>
                </c:pt>
                <c:pt idx="513">
                  <c:v>105.10841073147577</c:v>
                </c:pt>
                <c:pt idx="514">
                  <c:v>104.45215981483112</c:v>
                </c:pt>
                <c:pt idx="515">
                  <c:v>104.07830212074911</c:v>
                </c:pt>
                <c:pt idx="516">
                  <c:v>106.77397075803512</c:v>
                </c:pt>
                <c:pt idx="517">
                  <c:v>107.03903106325447</c:v>
                </c:pt>
                <c:pt idx="518">
                  <c:v>107.71368153830974</c:v>
                </c:pt>
                <c:pt idx="519">
                  <c:v>108.64592583111336</c:v>
                </c:pt>
                <c:pt idx="520">
                  <c:v>108.40939817444382</c:v>
                </c:pt>
                <c:pt idx="521">
                  <c:v>107.97287531765905</c:v>
                </c:pt>
                <c:pt idx="522">
                  <c:v>107.47022071470285</c:v>
                </c:pt>
                <c:pt idx="523">
                  <c:v>107.80487934956228</c:v>
                </c:pt>
                <c:pt idx="524">
                  <c:v>108.00700783181203</c:v>
                </c:pt>
                <c:pt idx="525">
                  <c:v>108.04060702543137</c:v>
                </c:pt>
                <c:pt idx="526">
                  <c:v>107.53715244167475</c:v>
                </c:pt>
                <c:pt idx="527">
                  <c:v>107.96380886858717</c:v>
                </c:pt>
                <c:pt idx="528">
                  <c:v>109.60456949033221</c:v>
                </c:pt>
                <c:pt idx="529">
                  <c:v>110.27522006138517</c:v>
                </c:pt>
                <c:pt idx="530">
                  <c:v>111.25572986248331</c:v>
                </c:pt>
                <c:pt idx="531">
                  <c:v>111.29572890250634</c:v>
                </c:pt>
                <c:pt idx="532">
                  <c:v>111.33946118626487</c:v>
                </c:pt>
                <c:pt idx="533">
                  <c:v>109.93362825958843</c:v>
                </c:pt>
                <c:pt idx="534">
                  <c:v>109.90269566863728</c:v>
                </c:pt>
                <c:pt idx="535">
                  <c:v>110.84400641051282</c:v>
                </c:pt>
                <c:pt idx="536">
                  <c:v>109.65096837675894</c:v>
                </c:pt>
                <c:pt idx="537">
                  <c:v>109.30724329282762</c:v>
                </c:pt>
                <c:pt idx="538">
                  <c:v>110.20348844961055</c:v>
                </c:pt>
                <c:pt idx="539">
                  <c:v>110.01069307669948</c:v>
                </c:pt>
                <c:pt idx="540">
                  <c:v>110.27228679845015</c:v>
                </c:pt>
                <c:pt idx="541">
                  <c:v>110.51121439752112</c:v>
                </c:pt>
                <c:pt idx="542">
                  <c:v>110.54428027060683</c:v>
                </c:pt>
                <c:pt idx="543">
                  <c:v>112.54503225255928</c:v>
                </c:pt>
                <c:pt idx="544">
                  <c:v>112.83942518712884</c:v>
                </c:pt>
                <c:pt idx="545">
                  <c:v>113.33008007807813</c:v>
                </c:pt>
                <c:pt idx="546">
                  <c:v>112.9308896586482</c:v>
                </c:pt>
                <c:pt idx="547">
                  <c:v>112.58529795284913</c:v>
                </c:pt>
                <c:pt idx="548">
                  <c:v>112.09864296590214</c:v>
                </c:pt>
                <c:pt idx="549">
                  <c:v>110.83120671770543</c:v>
                </c:pt>
                <c:pt idx="550">
                  <c:v>111.4399921068561</c:v>
                </c:pt>
                <c:pt idx="551">
                  <c:v>112.65089637848691</c:v>
                </c:pt>
                <c:pt idx="552">
                  <c:v>112.30077144815192</c:v>
                </c:pt>
                <c:pt idx="553">
                  <c:v>113.19941654733621</c:v>
                </c:pt>
                <c:pt idx="554">
                  <c:v>114.08339533184537</c:v>
                </c:pt>
                <c:pt idx="555">
                  <c:v>115.3076326168172</c:v>
                </c:pt>
                <c:pt idx="556">
                  <c:v>114.36605521467484</c:v>
                </c:pt>
                <c:pt idx="557">
                  <c:v>114.91857528752642</c:v>
                </c:pt>
                <c:pt idx="558">
                  <c:v>115.47829518758218</c:v>
                </c:pt>
                <c:pt idx="559">
                  <c:v>115.31963232882411</c:v>
                </c:pt>
                <c:pt idx="560">
                  <c:v>114.29672354530157</c:v>
                </c:pt>
                <c:pt idx="561">
                  <c:v>114.77137882024164</c:v>
                </c:pt>
                <c:pt idx="562">
                  <c:v>115.9233511729052</c:v>
                </c:pt>
                <c:pt idx="563">
                  <c:v>115.55349338282548</c:v>
                </c:pt>
                <c:pt idx="564">
                  <c:v>115.65909084848629</c:v>
                </c:pt>
                <c:pt idx="565">
                  <c:v>115.45109584036648</c:v>
                </c:pt>
                <c:pt idx="566">
                  <c:v>115.58042606977432</c:v>
                </c:pt>
                <c:pt idx="567">
                  <c:v>114.9644408534195</c:v>
                </c:pt>
                <c:pt idx="568">
                  <c:v>114.61804916681999</c:v>
                </c:pt>
                <c:pt idx="569">
                  <c:v>114.93830814727113</c:v>
                </c:pt>
                <c:pt idx="570">
                  <c:v>116.57000231994432</c:v>
                </c:pt>
                <c:pt idx="571">
                  <c:v>117.62224373281708</c:v>
                </c:pt>
                <c:pt idx="572">
                  <c:v>118.62568631686172</c:v>
                </c:pt>
                <c:pt idx="573">
                  <c:v>119.07074230218473</c:v>
                </c:pt>
                <c:pt idx="574">
                  <c:v>119.2411382126829</c:v>
                </c:pt>
                <c:pt idx="575">
                  <c:v>119.15100704249764</c:v>
                </c:pt>
                <c:pt idx="576">
                  <c:v>118.96941140079305</c:v>
                </c:pt>
                <c:pt idx="577">
                  <c:v>121.17095856366113</c:v>
                </c:pt>
                <c:pt idx="578">
                  <c:v>120.55683996917408</c:v>
                </c:pt>
                <c:pt idx="579">
                  <c:v>121.42295251580629</c:v>
                </c:pt>
                <c:pt idx="580">
                  <c:v>121.10269353535514</c:v>
                </c:pt>
                <c:pt idx="581">
                  <c:v>121.7589444519998</c:v>
                </c:pt>
                <c:pt idx="582">
                  <c:v>121.6954793084966</c:v>
                </c:pt>
                <c:pt idx="583">
                  <c:v>120.91283142537912</c:v>
                </c:pt>
                <c:pt idx="584">
                  <c:v>121.71174558477263</c:v>
                </c:pt>
                <c:pt idx="585">
                  <c:v>122.28293187630162</c:v>
                </c:pt>
                <c:pt idx="586">
                  <c:v>122.32213093552421</c:v>
                </c:pt>
                <c:pt idx="587">
                  <c:v>121.05629464892841</c:v>
                </c:pt>
                <c:pt idx="588">
                  <c:v>121.43601886888047</c:v>
                </c:pt>
                <c:pt idx="589">
                  <c:v>120.81230050478786</c:v>
                </c:pt>
                <c:pt idx="590">
                  <c:v>120.43870947097268</c:v>
                </c:pt>
                <c:pt idx="591">
                  <c:v>120.19071542282984</c:v>
                </c:pt>
                <c:pt idx="592">
                  <c:v>123.68129831550709</c:v>
                </c:pt>
                <c:pt idx="593">
                  <c:v>124.59540971016696</c:v>
                </c:pt>
                <c:pt idx="594">
                  <c:v>123.63836601254903</c:v>
                </c:pt>
                <c:pt idx="595">
                  <c:v>124.30235007693149</c:v>
                </c:pt>
                <c:pt idx="596">
                  <c:v>124.9292683642259</c:v>
                </c:pt>
                <c:pt idx="597">
                  <c:v>124.31781637240707</c:v>
                </c:pt>
                <c:pt idx="598">
                  <c:v>124.6684746232757</c:v>
                </c:pt>
                <c:pt idx="599">
                  <c:v>125.11513057019965</c:v>
                </c:pt>
                <c:pt idx="600">
                  <c:v>124.88393611886647</c:v>
                </c:pt>
                <c:pt idx="601">
                  <c:v>125.69111674653142</c:v>
                </c:pt>
                <c:pt idx="602">
                  <c:v>125.52285411816781</c:v>
                </c:pt>
                <c:pt idx="603">
                  <c:v>126.34843430424337</c:v>
                </c:pt>
                <c:pt idx="604">
                  <c:v>125.17272918783281</c:v>
                </c:pt>
                <c:pt idx="605">
                  <c:v>125.2121949073222</c:v>
                </c:pt>
                <c:pt idx="606">
                  <c:v>125.32339223858627</c:v>
                </c:pt>
                <c:pt idx="607">
                  <c:v>124.75300592785771</c:v>
                </c:pt>
                <c:pt idx="608">
                  <c:v>125.34499172019871</c:v>
                </c:pt>
                <c:pt idx="609">
                  <c:v>126.62176107773413</c:v>
                </c:pt>
                <c:pt idx="610">
                  <c:v>126.38603340186503</c:v>
                </c:pt>
                <c:pt idx="611">
                  <c:v>126.4436320194982</c:v>
                </c:pt>
                <c:pt idx="612">
                  <c:v>126.58949518544887</c:v>
                </c:pt>
                <c:pt idx="613">
                  <c:v>125.55831993365491</c:v>
                </c:pt>
                <c:pt idx="614">
                  <c:v>123.8170283913186</c:v>
                </c:pt>
                <c:pt idx="615">
                  <c:v>123.92155921591214</c:v>
                </c:pt>
                <c:pt idx="616">
                  <c:v>123.87596031028588</c:v>
                </c:pt>
                <c:pt idx="617">
                  <c:v>123.79009570436976</c:v>
                </c:pt>
                <c:pt idx="618">
                  <c:v>124.11862115309231</c:v>
                </c:pt>
                <c:pt idx="619">
                  <c:v>123.80609532037899</c:v>
                </c:pt>
                <c:pt idx="620">
                  <c:v>124.54421093893745</c:v>
                </c:pt>
                <c:pt idx="621">
                  <c:v>125.15246300755449</c:v>
                </c:pt>
                <c:pt idx="622">
                  <c:v>125.05913191416739</c:v>
                </c:pt>
                <c:pt idx="623">
                  <c:v>126.26390299966133</c:v>
                </c:pt>
                <c:pt idx="624">
                  <c:v>125.78151457698348</c:v>
                </c:pt>
                <c:pt idx="625">
                  <c:v>126.37270038852402</c:v>
                </c:pt>
                <c:pt idx="626">
                  <c:v>127.40307565951751</c:v>
                </c:pt>
                <c:pt idx="627">
                  <c:v>127.6646693812682</c:v>
                </c:pt>
                <c:pt idx="628">
                  <c:v>128.07719281403914</c:v>
                </c:pt>
                <c:pt idx="629">
                  <c:v>128.11452525139396</c:v>
                </c:pt>
                <c:pt idx="630">
                  <c:v>128.81104186832852</c:v>
                </c:pt>
                <c:pt idx="631">
                  <c:v>129.13476743224828</c:v>
                </c:pt>
                <c:pt idx="632">
                  <c:v>129.36782850544918</c:v>
                </c:pt>
                <c:pt idx="633">
                  <c:v>130.24140753955237</c:v>
                </c:pt>
                <c:pt idx="634">
                  <c:v>130.77392809239245</c:v>
                </c:pt>
                <c:pt idx="635">
                  <c:v>131.57390889285324</c:v>
                </c:pt>
                <c:pt idx="636">
                  <c:v>132.91627667602643</c:v>
                </c:pt>
                <c:pt idx="637">
                  <c:v>132.32375756315179</c:v>
                </c:pt>
                <c:pt idx="638">
                  <c:v>133.88292014324989</c:v>
                </c:pt>
                <c:pt idx="639">
                  <c:v>133.98505102544206</c:v>
                </c:pt>
                <c:pt idx="640">
                  <c:v>133.62452634470105</c:v>
                </c:pt>
                <c:pt idx="641">
                  <c:v>131.59710833606658</c:v>
                </c:pt>
                <c:pt idx="642">
                  <c:v>132.40988882933476</c:v>
                </c:pt>
                <c:pt idx="643">
                  <c:v>132.83067873037712</c:v>
                </c:pt>
                <c:pt idx="644">
                  <c:v>131.19418467290117</c:v>
                </c:pt>
                <c:pt idx="645">
                  <c:v>129.99474679274363</c:v>
                </c:pt>
                <c:pt idx="646">
                  <c:v>129.15610025359391</c:v>
                </c:pt>
                <c:pt idx="647">
                  <c:v>127.92092989768244</c:v>
                </c:pt>
                <c:pt idx="648">
                  <c:v>128.61424659141514</c:v>
                </c:pt>
                <c:pt idx="649">
                  <c:v>130.33127204947081</c:v>
                </c:pt>
                <c:pt idx="650">
                  <c:v>129.26223103978839</c:v>
                </c:pt>
                <c:pt idx="651">
                  <c:v>128.3939852110216</c:v>
                </c:pt>
                <c:pt idx="652">
                  <c:v>127.6582695348645</c:v>
                </c:pt>
                <c:pt idx="653">
                  <c:v>127.86066467738108</c:v>
                </c:pt>
                <c:pt idx="654">
                  <c:v>129.68648752429942</c:v>
                </c:pt>
                <c:pt idx="655">
                  <c:v>129.45929297696856</c:v>
                </c:pt>
                <c:pt idx="656">
                  <c:v>130.00807980608465</c:v>
                </c:pt>
                <c:pt idx="657">
                  <c:v>128.68464490185571</c:v>
                </c:pt>
                <c:pt idx="658">
                  <c:v>129.64328856107454</c:v>
                </c:pt>
                <c:pt idx="659">
                  <c:v>129.69502065283766</c:v>
                </c:pt>
                <c:pt idx="660">
                  <c:v>130.31153918972612</c:v>
                </c:pt>
                <c:pt idx="661">
                  <c:v>129.26009775765382</c:v>
                </c:pt>
                <c:pt idx="662">
                  <c:v>129.74781938566807</c:v>
                </c:pt>
                <c:pt idx="663">
                  <c:v>129.48569234338376</c:v>
                </c:pt>
                <c:pt idx="664">
                  <c:v>129.62302238079619</c:v>
                </c:pt>
                <c:pt idx="665">
                  <c:v>129.97448061246527</c:v>
                </c:pt>
                <c:pt idx="666">
                  <c:v>131.58217536112465</c:v>
                </c:pt>
                <c:pt idx="667">
                  <c:v>132.18189430120344</c:v>
                </c:pt>
                <c:pt idx="668">
                  <c:v>132.4330882725481</c:v>
                </c:pt>
                <c:pt idx="669">
                  <c:v>132.86214464186193</c:v>
                </c:pt>
                <c:pt idx="670">
                  <c:v>132.4997533392532</c:v>
                </c:pt>
                <c:pt idx="671">
                  <c:v>133.5802607404089</c:v>
                </c:pt>
                <c:pt idx="672">
                  <c:v>133.5517280918591</c:v>
                </c:pt>
                <c:pt idx="673">
                  <c:v>133.14373788362411</c:v>
                </c:pt>
                <c:pt idx="674">
                  <c:v>132.25949243884813</c:v>
                </c:pt>
                <c:pt idx="675">
                  <c:v>129.96408086205932</c:v>
                </c:pt>
                <c:pt idx="676">
                  <c:v>128.8771736144999</c:v>
                </c:pt>
                <c:pt idx="677">
                  <c:v>129.05903591647134</c:v>
                </c:pt>
                <c:pt idx="678">
                  <c:v>126.99935201555164</c:v>
                </c:pt>
                <c:pt idx="679">
                  <c:v>128.04039369721792</c:v>
                </c:pt>
                <c:pt idx="680">
                  <c:v>128.2795879565557</c:v>
                </c:pt>
                <c:pt idx="681">
                  <c:v>128.54838150551052</c:v>
                </c:pt>
                <c:pt idx="682">
                  <c:v>128.60118023834093</c:v>
                </c:pt>
                <c:pt idx="683">
                  <c:v>128.30652064350454</c:v>
                </c:pt>
                <c:pt idx="684">
                  <c:v>129.01023708764322</c:v>
                </c:pt>
                <c:pt idx="685">
                  <c:v>129.34036249796671</c:v>
                </c:pt>
                <c:pt idx="686">
                  <c:v>129.84995026786024</c:v>
                </c:pt>
                <c:pt idx="687">
                  <c:v>128.56998098712299</c:v>
                </c:pt>
                <c:pt idx="688">
                  <c:v>129.92354850150264</c:v>
                </c:pt>
                <c:pt idx="689">
                  <c:v>131.67230653130991</c:v>
                </c:pt>
                <c:pt idx="690">
                  <c:v>131.74643808548595</c:v>
                </c:pt>
                <c:pt idx="691">
                  <c:v>131.44004543890946</c:v>
                </c:pt>
                <c:pt idx="692">
                  <c:v>129.67022124802335</c:v>
                </c:pt>
                <c:pt idx="693">
                  <c:v>128.04892682575618</c:v>
                </c:pt>
                <c:pt idx="694">
                  <c:v>128.47105002813265</c:v>
                </c:pt>
                <c:pt idx="695">
                  <c:v>129.18169963920866</c:v>
                </c:pt>
                <c:pt idx="696">
                  <c:v>133.52159548170843</c:v>
                </c:pt>
                <c:pt idx="697">
                  <c:v>133.44853056859969</c:v>
                </c:pt>
                <c:pt idx="698">
                  <c:v>132.47442061390527</c:v>
                </c:pt>
                <c:pt idx="699">
                  <c:v>133.26906820902963</c:v>
                </c:pt>
                <c:pt idx="700">
                  <c:v>133.43333093339092</c:v>
                </c:pt>
                <c:pt idx="701">
                  <c:v>135.94580396737146</c:v>
                </c:pt>
                <c:pt idx="702">
                  <c:v>135.60901205037746</c:v>
                </c:pt>
                <c:pt idx="703">
                  <c:v>136.80045012253038</c:v>
                </c:pt>
                <c:pt idx="704">
                  <c:v>136.37619363801937</c:v>
                </c:pt>
                <c:pt idx="705">
                  <c:v>134.93436157532219</c:v>
                </c:pt>
                <c:pt idx="706">
                  <c:v>134.3133098138978</c:v>
                </c:pt>
                <c:pt idx="707">
                  <c:v>134.88396278489313</c:v>
                </c:pt>
                <c:pt idx="708">
                  <c:v>135.99113621273088</c:v>
                </c:pt>
                <c:pt idx="709">
                  <c:v>135.24102088216549</c:v>
                </c:pt>
                <c:pt idx="710">
                  <c:v>134.84796364887242</c:v>
                </c:pt>
                <c:pt idx="711">
                  <c:v>134.49757205827061</c:v>
                </c:pt>
                <c:pt idx="712">
                  <c:v>135.71194291337008</c:v>
                </c:pt>
                <c:pt idx="713">
                  <c:v>137.21484017716907</c:v>
                </c:pt>
                <c:pt idx="714">
                  <c:v>137.42923503169254</c:v>
                </c:pt>
                <c:pt idx="715">
                  <c:v>137.37003645245846</c:v>
                </c:pt>
                <c:pt idx="716">
                  <c:v>137.41883528128659</c:v>
                </c:pt>
                <c:pt idx="717">
                  <c:v>137.25670583905986</c:v>
                </c:pt>
                <c:pt idx="718">
                  <c:v>137.48816695065986</c:v>
                </c:pt>
                <c:pt idx="719">
                  <c:v>138.08708590993817</c:v>
                </c:pt>
                <c:pt idx="720">
                  <c:v>137.84415840686489</c:v>
                </c:pt>
                <c:pt idx="721">
                  <c:v>137.57376489630914</c:v>
                </c:pt>
                <c:pt idx="722">
                  <c:v>135.10289086395261</c:v>
                </c:pt>
                <c:pt idx="723">
                  <c:v>134.35384217445448</c:v>
                </c:pt>
                <c:pt idx="724">
                  <c:v>133.73065713089551</c:v>
                </c:pt>
                <c:pt idx="725">
                  <c:v>133.99598409638168</c:v>
                </c:pt>
                <c:pt idx="726">
                  <c:v>132.53975237927622</c:v>
                </c:pt>
                <c:pt idx="727">
                  <c:v>133.63545941564067</c:v>
                </c:pt>
                <c:pt idx="728">
                  <c:v>135.04289230391805</c:v>
                </c:pt>
                <c:pt idx="729">
                  <c:v>135.48928159057513</c:v>
                </c:pt>
                <c:pt idx="730">
                  <c:v>133.99918401958354</c:v>
                </c:pt>
                <c:pt idx="731">
                  <c:v>133.3320000319992</c:v>
                </c:pt>
                <c:pt idx="732">
                  <c:v>134.22717854771486</c:v>
                </c:pt>
                <c:pt idx="733">
                  <c:v>135.67834371975073</c:v>
                </c:pt>
                <c:pt idx="734">
                  <c:v>136.50099064289122</c:v>
                </c:pt>
                <c:pt idx="735">
                  <c:v>137.14977507206493</c:v>
                </c:pt>
                <c:pt idx="736">
                  <c:v>136.48579100768248</c:v>
                </c:pt>
                <c:pt idx="737">
                  <c:v>136.28632912810093</c:v>
                </c:pt>
                <c:pt idx="738">
                  <c:v>136.7889837310571</c:v>
                </c:pt>
                <c:pt idx="739">
                  <c:v>136.93138031353914</c:v>
                </c:pt>
                <c:pt idx="740">
                  <c:v>135.97566991725532</c:v>
                </c:pt>
                <c:pt idx="741">
                  <c:v>135.94340402497008</c:v>
                </c:pt>
                <c:pt idx="742">
                  <c:v>136.20713102885531</c:v>
                </c:pt>
                <c:pt idx="743">
                  <c:v>135.02662602764198</c:v>
                </c:pt>
                <c:pt idx="744">
                  <c:v>135.13409011517058</c:v>
                </c:pt>
                <c:pt idx="745">
                  <c:v>135.02929263031018</c:v>
                </c:pt>
                <c:pt idx="746">
                  <c:v>135.79727419875255</c:v>
                </c:pt>
                <c:pt idx="747">
                  <c:v>136.53992304184698</c:v>
                </c:pt>
                <c:pt idx="748">
                  <c:v>136.93591353807508</c:v>
                </c:pt>
                <c:pt idx="749">
                  <c:v>137.08364332589352</c:v>
                </c:pt>
                <c:pt idx="750">
                  <c:v>136.62232106429443</c:v>
                </c:pt>
                <c:pt idx="751">
                  <c:v>136.85484881696172</c:v>
                </c:pt>
                <c:pt idx="752">
                  <c:v>137.32497086736583</c:v>
                </c:pt>
                <c:pt idx="753">
                  <c:v>139.03239655581598</c:v>
                </c:pt>
                <c:pt idx="754">
                  <c:v>138.52947529259299</c:v>
                </c:pt>
                <c:pt idx="755">
                  <c:v>140.2051684092915</c:v>
                </c:pt>
                <c:pt idx="756">
                  <c:v>141.52940329432093</c:v>
                </c:pt>
                <c:pt idx="757">
                  <c:v>143.51388899999733</c:v>
                </c:pt>
                <c:pt idx="758">
                  <c:v>144.2162721428019</c:v>
                </c:pt>
                <c:pt idx="759">
                  <c:v>146.07969408734189</c:v>
                </c:pt>
                <c:pt idx="760">
                  <c:v>146.12209306976632</c:v>
                </c:pt>
                <c:pt idx="761">
                  <c:v>146.37328704111101</c:v>
                </c:pt>
                <c:pt idx="762">
                  <c:v>146.65488028287322</c:v>
                </c:pt>
                <c:pt idx="763">
                  <c:v>145.43144297870182</c:v>
                </c:pt>
                <c:pt idx="764">
                  <c:v>146.020228847841</c:v>
                </c:pt>
                <c:pt idx="765">
                  <c:v>145.17358250068665</c:v>
                </c:pt>
                <c:pt idx="766">
                  <c:v>141.06941433405598</c:v>
                </c:pt>
                <c:pt idx="767">
                  <c:v>139.18999277350676</c:v>
                </c:pt>
                <c:pt idx="768">
                  <c:v>137.65696289955707</c:v>
                </c:pt>
                <c:pt idx="769">
                  <c:v>136.90338098552303</c:v>
                </c:pt>
                <c:pt idx="770">
                  <c:v>138.240148903093</c:v>
                </c:pt>
                <c:pt idx="771">
                  <c:v>135.80287406435579</c:v>
                </c:pt>
                <c:pt idx="772">
                  <c:v>137.0719102741534</c:v>
                </c:pt>
                <c:pt idx="773">
                  <c:v>135.15008973117978</c:v>
                </c:pt>
                <c:pt idx="774">
                  <c:v>135.59327909463505</c:v>
                </c:pt>
                <c:pt idx="775">
                  <c:v>134.2042457647683</c:v>
                </c:pt>
                <c:pt idx="776">
                  <c:v>133.64239258257803</c:v>
                </c:pt>
                <c:pt idx="777">
                  <c:v>132.66028281987897</c:v>
                </c:pt>
                <c:pt idx="778">
                  <c:v>132.99254151233703</c:v>
                </c:pt>
                <c:pt idx="779">
                  <c:v>133.09120581106052</c:v>
                </c:pt>
                <c:pt idx="780">
                  <c:v>134.94342802439408</c:v>
                </c:pt>
                <c:pt idx="781">
                  <c:v>136.99884536104469</c:v>
                </c:pt>
                <c:pt idx="782">
                  <c:v>135.37595097717653</c:v>
                </c:pt>
                <c:pt idx="783">
                  <c:v>133.90291966326143</c:v>
                </c:pt>
                <c:pt idx="784">
                  <c:v>132.81041255009879</c:v>
                </c:pt>
                <c:pt idx="785">
                  <c:v>132.3632232826412</c:v>
                </c:pt>
                <c:pt idx="786">
                  <c:v>130.38860400683717</c:v>
                </c:pt>
                <c:pt idx="787">
                  <c:v>128.71211090933815</c:v>
                </c:pt>
                <c:pt idx="788">
                  <c:v>130.5443336026602</c:v>
                </c:pt>
                <c:pt idx="789">
                  <c:v>129.57795679570356</c:v>
                </c:pt>
                <c:pt idx="790">
                  <c:v>131.53924305816659</c:v>
                </c:pt>
                <c:pt idx="791">
                  <c:v>131.936300195462</c:v>
                </c:pt>
                <c:pt idx="792">
                  <c:v>132.53895239847577</c:v>
                </c:pt>
                <c:pt idx="793">
                  <c:v>132.22002671935874</c:v>
                </c:pt>
                <c:pt idx="794">
                  <c:v>130.60779874616341</c:v>
                </c:pt>
                <c:pt idx="795">
                  <c:v>129.30409670167916</c:v>
                </c:pt>
                <c:pt idx="796">
                  <c:v>128.8939732113096</c:v>
                </c:pt>
                <c:pt idx="797">
                  <c:v>129.3600953577114</c:v>
                </c:pt>
                <c:pt idx="798">
                  <c:v>128.75157662882756</c:v>
                </c:pt>
                <c:pt idx="799">
                  <c:v>126.23910359484707</c:v>
                </c:pt>
                <c:pt idx="800">
                  <c:v>129.30009679767684</c:v>
                </c:pt>
                <c:pt idx="801">
                  <c:v>130.31233917052657</c:v>
                </c:pt>
                <c:pt idx="802">
                  <c:v>129.40142769906856</c:v>
                </c:pt>
                <c:pt idx="803">
                  <c:v>129.74888602673536</c:v>
                </c:pt>
                <c:pt idx="804">
                  <c:v>130.72006271849475</c:v>
                </c:pt>
                <c:pt idx="805">
                  <c:v>128.68757816479069</c:v>
                </c:pt>
                <c:pt idx="806">
                  <c:v>132.04909748832694</c:v>
                </c:pt>
                <c:pt idx="807">
                  <c:v>132.65361631320849</c:v>
                </c:pt>
                <c:pt idx="808">
                  <c:v>133.8303880706863</c:v>
                </c:pt>
                <c:pt idx="809">
                  <c:v>134.53970438042819</c:v>
                </c:pt>
                <c:pt idx="810">
                  <c:v>133.8541208344333</c:v>
                </c:pt>
                <c:pt idx="811">
                  <c:v>134.37064177126413</c:v>
                </c:pt>
                <c:pt idx="812">
                  <c:v>134.39997440061438</c:v>
                </c:pt>
                <c:pt idx="813">
                  <c:v>135.04129234231709</c:v>
                </c:pt>
                <c:pt idx="814">
                  <c:v>135.11382393489222</c:v>
                </c:pt>
                <c:pt idx="815">
                  <c:v>133.87572031604574</c:v>
                </c:pt>
                <c:pt idx="816">
                  <c:v>134.00291726331901</c:v>
                </c:pt>
                <c:pt idx="817">
                  <c:v>133.03067393049233</c:v>
                </c:pt>
                <c:pt idx="818">
                  <c:v>133.12027178014395</c:v>
                </c:pt>
                <c:pt idx="819">
                  <c:v>133.55466135479415</c:v>
                </c:pt>
                <c:pt idx="820">
                  <c:v>132.34029049969467</c:v>
                </c:pt>
                <c:pt idx="821">
                  <c:v>133.38826534829832</c:v>
                </c:pt>
                <c:pt idx="822">
                  <c:v>135.434616235877</c:v>
                </c:pt>
                <c:pt idx="823">
                  <c:v>136.16526536696452</c:v>
                </c:pt>
                <c:pt idx="824">
                  <c:v>136.3609940028106</c:v>
                </c:pt>
                <c:pt idx="825">
                  <c:v>136.55805593999077</c:v>
                </c:pt>
                <c:pt idx="826">
                  <c:v>136.77218413424745</c:v>
                </c:pt>
                <c:pt idx="827">
                  <c:v>137.87429101701559</c:v>
                </c:pt>
                <c:pt idx="828">
                  <c:v>139.14599382948143</c:v>
                </c:pt>
                <c:pt idx="829">
                  <c:v>139.48705231074453</c:v>
                </c:pt>
                <c:pt idx="830">
                  <c:v>139.36198864560583</c:v>
                </c:pt>
                <c:pt idx="831">
                  <c:v>140.8667525312726</c:v>
                </c:pt>
                <c:pt idx="832">
                  <c:v>141.19741126212969</c:v>
                </c:pt>
                <c:pt idx="833">
                  <c:v>141.19127807599284</c:v>
                </c:pt>
                <c:pt idx="834">
                  <c:v>139.63478209856297</c:v>
                </c:pt>
                <c:pt idx="835">
                  <c:v>139.05692930036344</c:v>
                </c:pt>
                <c:pt idx="836">
                  <c:v>137.99988800268792</c:v>
                </c:pt>
                <c:pt idx="837">
                  <c:v>137.33430397670455</c:v>
                </c:pt>
                <c:pt idx="838">
                  <c:v>137.47776720025385</c:v>
                </c:pt>
                <c:pt idx="839">
                  <c:v>136.98311240530228</c:v>
                </c:pt>
                <c:pt idx="840">
                  <c:v>138.75293659618833</c:v>
                </c:pt>
                <c:pt idx="841">
                  <c:v>140.12223706631039</c:v>
                </c:pt>
                <c:pt idx="842">
                  <c:v>141.9392601244237</c:v>
                </c:pt>
                <c:pt idx="843">
                  <c:v>140.02223946625281</c:v>
                </c:pt>
                <c:pt idx="844">
                  <c:v>140.41156345581038</c:v>
                </c:pt>
                <c:pt idx="845">
                  <c:v>143.76294968920746</c:v>
                </c:pt>
                <c:pt idx="846">
                  <c:v>142.3581834035983</c:v>
                </c:pt>
                <c:pt idx="847">
                  <c:v>140.03690578092792</c:v>
                </c:pt>
                <c:pt idx="848">
                  <c:v>140.00197328597446</c:v>
                </c:pt>
                <c:pt idx="849">
                  <c:v>140.62382502819929</c:v>
                </c:pt>
                <c:pt idx="850">
                  <c:v>141.4248724697274</c:v>
                </c:pt>
                <c:pt idx="851">
                  <c:v>141.07048097512325</c:v>
                </c:pt>
                <c:pt idx="852">
                  <c:v>141.08221402686334</c:v>
                </c:pt>
                <c:pt idx="853">
                  <c:v>141.90112770626837</c:v>
                </c:pt>
                <c:pt idx="854">
                  <c:v>142.09152313677805</c:v>
                </c:pt>
                <c:pt idx="855">
                  <c:v>141.66193344693062</c:v>
                </c:pt>
                <c:pt idx="856">
                  <c:v>140.8894186539523</c:v>
                </c:pt>
                <c:pt idx="857">
                  <c:v>140.84621969072742</c:v>
                </c:pt>
                <c:pt idx="858">
                  <c:v>140.08063806468644</c:v>
                </c:pt>
                <c:pt idx="859">
                  <c:v>141.63766736264995</c:v>
                </c:pt>
                <c:pt idx="860">
                  <c:v>141.31367513846334</c:v>
                </c:pt>
                <c:pt idx="861">
                  <c:v>142.75310725875912</c:v>
                </c:pt>
                <c:pt idx="862">
                  <c:v>141.91499404014303</c:v>
                </c:pt>
                <c:pt idx="863">
                  <c:v>141.87232839745178</c:v>
                </c:pt>
                <c:pt idx="864">
                  <c:v>140.92141788597075</c:v>
                </c:pt>
                <c:pt idx="865">
                  <c:v>140.39449719873389</c:v>
                </c:pt>
                <c:pt idx="866">
                  <c:v>140.60569213005553</c:v>
                </c:pt>
                <c:pt idx="867">
                  <c:v>139.89157593551087</c:v>
                </c:pt>
                <c:pt idx="868">
                  <c:v>139.75184595569706</c:v>
                </c:pt>
                <c:pt idx="869">
                  <c:v>140.97768320226982</c:v>
                </c:pt>
                <c:pt idx="870">
                  <c:v>141.34754099234951</c:v>
                </c:pt>
                <c:pt idx="871">
                  <c:v>141.29714220192048</c:v>
                </c:pt>
                <c:pt idx="872">
                  <c:v>142.68084232645083</c:v>
                </c:pt>
                <c:pt idx="873">
                  <c:v>143.43415758021806</c:v>
                </c:pt>
                <c:pt idx="874">
                  <c:v>143.01630094211072</c:v>
                </c:pt>
                <c:pt idx="875">
                  <c:v>144.13814068462355</c:v>
                </c:pt>
                <c:pt idx="876">
                  <c:v>143.65495228114526</c:v>
                </c:pt>
                <c:pt idx="877">
                  <c:v>142.28885173422503</c:v>
                </c:pt>
                <c:pt idx="878">
                  <c:v>144.03974304616688</c:v>
                </c:pt>
                <c:pt idx="879">
                  <c:v>143.36135932737614</c:v>
                </c:pt>
                <c:pt idx="880">
                  <c:v>142.87470434042916</c:v>
                </c:pt>
                <c:pt idx="881">
                  <c:v>143.32029364628582</c:v>
                </c:pt>
                <c:pt idx="882">
                  <c:v>144.04000970643372</c:v>
                </c:pt>
                <c:pt idx="883">
                  <c:v>143.86001402633005</c:v>
                </c:pt>
                <c:pt idx="884">
                  <c:v>144.16347340997149</c:v>
                </c:pt>
                <c:pt idx="885">
                  <c:v>146.16395873165712</c:v>
                </c:pt>
                <c:pt idx="886">
                  <c:v>147.3799295483575</c:v>
                </c:pt>
                <c:pt idx="887">
                  <c:v>148.49030289939705</c:v>
                </c:pt>
                <c:pt idx="888">
                  <c:v>148.07191294075611</c:v>
                </c:pt>
                <c:pt idx="889">
                  <c:v>147.17833438664135</c:v>
                </c:pt>
                <c:pt idx="890">
                  <c:v>145.89489852243545</c:v>
                </c:pt>
                <c:pt idx="891">
                  <c:v>147.70578839441185</c:v>
                </c:pt>
                <c:pt idx="892">
                  <c:v>148.78842907770212</c:v>
                </c:pt>
                <c:pt idx="893">
                  <c:v>148.66789863709937</c:v>
                </c:pt>
                <c:pt idx="894">
                  <c:v>149.66280809260576</c:v>
                </c:pt>
                <c:pt idx="895">
                  <c:v>151.03637512699694</c:v>
                </c:pt>
                <c:pt idx="896">
                  <c:v>149.99240018239561</c:v>
                </c:pt>
                <c:pt idx="897">
                  <c:v>148.23324240218233</c:v>
                </c:pt>
                <c:pt idx="898">
                  <c:v>149.44547997514726</c:v>
                </c:pt>
                <c:pt idx="899">
                  <c:v>148.40470495374777</c:v>
                </c:pt>
                <c:pt idx="900">
                  <c:v>150.01533296534214</c:v>
                </c:pt>
                <c:pt idx="901">
                  <c:v>150.7923809828564</c:v>
                </c:pt>
                <c:pt idx="902">
                  <c:v>150.70518307560619</c:v>
                </c:pt>
                <c:pt idx="903">
                  <c:v>149.47854584823295</c:v>
                </c:pt>
                <c:pt idx="904">
                  <c:v>148.44817057723947</c:v>
                </c:pt>
                <c:pt idx="905">
                  <c:v>150.73878226922554</c:v>
                </c:pt>
                <c:pt idx="906">
                  <c:v>150.76784823830894</c:v>
                </c:pt>
                <c:pt idx="907">
                  <c:v>150.52492073523567</c:v>
                </c:pt>
                <c:pt idx="908">
                  <c:v>149.8804028703311</c:v>
                </c:pt>
                <c:pt idx="909">
                  <c:v>149.65907484887029</c:v>
                </c:pt>
                <c:pt idx="910">
                  <c:v>148.3671058561261</c:v>
                </c:pt>
                <c:pt idx="911">
                  <c:v>146.29382228159858</c:v>
                </c:pt>
                <c:pt idx="912">
                  <c:v>146.00209594969721</c:v>
                </c:pt>
                <c:pt idx="913">
                  <c:v>146.49621742411517</c:v>
                </c:pt>
                <c:pt idx="914">
                  <c:v>146.56421579215433</c:v>
                </c:pt>
                <c:pt idx="915">
                  <c:v>145.07251825956175</c:v>
                </c:pt>
                <c:pt idx="916">
                  <c:v>142.96990205568397</c:v>
                </c:pt>
                <c:pt idx="917">
                  <c:v>143.03230055811994</c:v>
                </c:pt>
                <c:pt idx="918">
                  <c:v>144.870389777312</c:v>
                </c:pt>
                <c:pt idx="919">
                  <c:v>143.03816708398998</c:v>
                </c:pt>
                <c:pt idx="920">
                  <c:v>141.01768224229286</c:v>
                </c:pt>
                <c:pt idx="921">
                  <c:v>140.14250324658875</c:v>
                </c:pt>
                <c:pt idx="922">
                  <c:v>136.5135236754318</c:v>
                </c:pt>
                <c:pt idx="923">
                  <c:v>133.17200387190707</c:v>
                </c:pt>
                <c:pt idx="924">
                  <c:v>135.09195779301294</c:v>
                </c:pt>
                <c:pt idx="925">
                  <c:v>135.33701857822078</c:v>
                </c:pt>
                <c:pt idx="926">
                  <c:v>133.55492801506097</c:v>
                </c:pt>
                <c:pt idx="927">
                  <c:v>133.96931806969965</c:v>
                </c:pt>
                <c:pt idx="928">
                  <c:v>135.28741976859223</c:v>
                </c:pt>
                <c:pt idx="929">
                  <c:v>133.70292446314622</c:v>
                </c:pt>
                <c:pt idx="930">
                  <c:v>132.36642320584303</c:v>
                </c:pt>
                <c:pt idx="931">
                  <c:v>130.36193798015515</c:v>
                </c:pt>
                <c:pt idx="932">
                  <c:v>131.29471559349241</c:v>
                </c:pt>
                <c:pt idx="933">
                  <c:v>130.81099386948048</c:v>
                </c:pt>
                <c:pt idx="934">
                  <c:v>135.04582556685304</c:v>
                </c:pt>
                <c:pt idx="935">
                  <c:v>132.17789439720113</c:v>
                </c:pt>
                <c:pt idx="936">
                  <c:v>135.44128274254749</c:v>
                </c:pt>
                <c:pt idx="937">
                  <c:v>135.39968374092354</c:v>
                </c:pt>
                <c:pt idx="938">
                  <c:v>136.47485793674286</c:v>
                </c:pt>
                <c:pt idx="939">
                  <c:v>134.33597593657751</c:v>
                </c:pt>
                <c:pt idx="940">
                  <c:v>133.78772242799505</c:v>
                </c:pt>
                <c:pt idx="941">
                  <c:v>133.74932334957293</c:v>
                </c:pt>
                <c:pt idx="942">
                  <c:v>133.18320360311353</c:v>
                </c:pt>
                <c:pt idx="943">
                  <c:v>133.6725251927287</c:v>
                </c:pt>
                <c:pt idx="944">
                  <c:v>132.35655677597072</c:v>
                </c:pt>
                <c:pt idx="945">
                  <c:v>130.24247418061964</c:v>
                </c:pt>
                <c:pt idx="946">
                  <c:v>133.11520523507437</c:v>
                </c:pt>
                <c:pt idx="947">
                  <c:v>132.30482468420757</c:v>
                </c:pt>
                <c:pt idx="948">
                  <c:v>134.14744712793558</c:v>
                </c:pt>
                <c:pt idx="949">
                  <c:v>135.05622531725905</c:v>
                </c:pt>
                <c:pt idx="950">
                  <c:v>137.07217693442024</c:v>
                </c:pt>
                <c:pt idx="951">
                  <c:v>137.23510635744742</c:v>
                </c:pt>
                <c:pt idx="952">
                  <c:v>136.51939020130183</c:v>
                </c:pt>
                <c:pt idx="953">
                  <c:v>137.43510155756263</c:v>
                </c:pt>
                <c:pt idx="954">
                  <c:v>137.44203472449993</c:v>
                </c:pt>
                <c:pt idx="955">
                  <c:v>136.20873099045622</c:v>
                </c:pt>
                <c:pt idx="956">
                  <c:v>137.42923503169254</c:v>
                </c:pt>
                <c:pt idx="957">
                  <c:v>138.29081435378885</c:v>
                </c:pt>
                <c:pt idx="958">
                  <c:v>139.48865227234546</c:v>
                </c:pt>
                <c:pt idx="959">
                  <c:v>139.97290731689105</c:v>
                </c:pt>
                <c:pt idx="960">
                  <c:v>140.26703359119381</c:v>
                </c:pt>
                <c:pt idx="961">
                  <c:v>139.26785757141826</c:v>
                </c:pt>
                <c:pt idx="962">
                  <c:v>140.06090520494175</c:v>
                </c:pt>
                <c:pt idx="963">
                  <c:v>138.66040548360172</c:v>
                </c:pt>
                <c:pt idx="964">
                  <c:v>140.61315861752649</c:v>
                </c:pt>
                <c:pt idx="965">
                  <c:v>141.02648203109791</c:v>
                </c:pt>
                <c:pt idx="966">
                  <c:v>141.10568013034356</c:v>
                </c:pt>
                <c:pt idx="967">
                  <c:v>143.67441848062313</c:v>
                </c:pt>
                <c:pt idx="968">
                  <c:v>143.26562829158766</c:v>
                </c:pt>
                <c:pt idx="969">
                  <c:v>143.23682898277107</c:v>
                </c:pt>
                <c:pt idx="970">
                  <c:v>142.3635166089347</c:v>
                </c:pt>
                <c:pt idx="971">
                  <c:v>141.43447223933293</c:v>
                </c:pt>
                <c:pt idx="972">
                  <c:v>139.72091336474591</c:v>
                </c:pt>
                <c:pt idx="973">
                  <c:v>141.83286267796237</c:v>
                </c:pt>
                <c:pt idx="974">
                  <c:v>139.21079227431875</c:v>
                </c:pt>
                <c:pt idx="975">
                  <c:v>139.53478449850539</c:v>
                </c:pt>
                <c:pt idx="976">
                  <c:v>142.09712300238127</c:v>
                </c:pt>
                <c:pt idx="977">
                  <c:v>143.01710092291117</c:v>
                </c:pt>
                <c:pt idx="978">
                  <c:v>143.06856635440747</c:v>
                </c:pt>
                <c:pt idx="979">
                  <c:v>144.08080872725719</c:v>
                </c:pt>
                <c:pt idx="980">
                  <c:v>144.92825505521202</c:v>
                </c:pt>
                <c:pt idx="981">
                  <c:v>145.58797255532534</c:v>
                </c:pt>
                <c:pt idx="982">
                  <c:v>145.46370887098706</c:v>
                </c:pt>
                <c:pt idx="983">
                  <c:v>143.30136076734158</c:v>
                </c:pt>
                <c:pt idx="984">
                  <c:v>142.4752472607324</c:v>
                </c:pt>
                <c:pt idx="985">
                  <c:v>143.92614577250146</c:v>
                </c:pt>
                <c:pt idx="986">
                  <c:v>143.34882629483559</c:v>
                </c:pt>
                <c:pt idx="987">
                  <c:v>144.66452805132676</c:v>
                </c:pt>
                <c:pt idx="988">
                  <c:v>144.85092357783412</c:v>
                </c:pt>
                <c:pt idx="989">
                  <c:v>146.08929385694745</c:v>
                </c:pt>
                <c:pt idx="990">
                  <c:v>144.92825505521202</c:v>
                </c:pt>
                <c:pt idx="991">
                  <c:v>143.78241588868534</c:v>
                </c:pt>
                <c:pt idx="992">
                  <c:v>145.03651912354104</c:v>
                </c:pt>
                <c:pt idx="993">
                  <c:v>145.62077176814424</c:v>
                </c:pt>
                <c:pt idx="994">
                  <c:v>146.71381220184048</c:v>
                </c:pt>
                <c:pt idx="995">
                  <c:v>147.83858520728836</c:v>
                </c:pt>
                <c:pt idx="996">
                  <c:v>146.81540976349902</c:v>
                </c:pt>
                <c:pt idx="997">
                  <c:v>146.41728598513637</c:v>
                </c:pt>
                <c:pt idx="998">
                  <c:v>145.32051230770463</c:v>
                </c:pt>
                <c:pt idx="999">
                  <c:v>146.13382612150642</c:v>
                </c:pt>
                <c:pt idx="1000">
                  <c:v>146.57621550416121</c:v>
                </c:pt>
                <c:pt idx="1001">
                  <c:v>146.81647640456629</c:v>
                </c:pt>
                <c:pt idx="1002">
                  <c:v>146.4322189600783</c:v>
                </c:pt>
                <c:pt idx="1003">
                  <c:v>146.84234245044786</c:v>
                </c:pt>
                <c:pt idx="1004">
                  <c:v>146.56848235642343</c:v>
                </c:pt>
                <c:pt idx="1005">
                  <c:v>145.33384532104563</c:v>
                </c:pt>
                <c:pt idx="1006">
                  <c:v>145.41730998456038</c:v>
                </c:pt>
                <c:pt idx="1007">
                  <c:v>144.61146265822953</c:v>
                </c:pt>
                <c:pt idx="1008">
                  <c:v>142.14618849147621</c:v>
                </c:pt>
                <c:pt idx="1009">
                  <c:v>141.72139868643151</c:v>
                </c:pt>
                <c:pt idx="1010">
                  <c:v>143.06589975173929</c:v>
                </c:pt>
                <c:pt idx="1011">
                  <c:v>145.57223959958293</c:v>
                </c:pt>
                <c:pt idx="1012">
                  <c:v>144.45493308160604</c:v>
                </c:pt>
                <c:pt idx="1013">
                  <c:v>144.99172019871523</c:v>
                </c:pt>
                <c:pt idx="1014">
                  <c:v>145.4455759728433</c:v>
                </c:pt>
                <c:pt idx="1015">
                  <c:v>146.14235925004465</c:v>
                </c:pt>
                <c:pt idx="1016">
                  <c:v>146.06129452893131</c:v>
                </c:pt>
                <c:pt idx="1017">
                  <c:v>145.56663973397971</c:v>
                </c:pt>
                <c:pt idx="1018">
                  <c:v>145.21144825857513</c:v>
                </c:pt>
                <c:pt idx="1019">
                  <c:v>144.05387604030838</c:v>
                </c:pt>
                <c:pt idx="1020">
                  <c:v>143.38535875138999</c:v>
                </c:pt>
                <c:pt idx="1021">
                  <c:v>143.83974784605169</c:v>
                </c:pt>
                <c:pt idx="1022">
                  <c:v>142.89923708497662</c:v>
                </c:pt>
                <c:pt idx="1023">
                  <c:v>142.15258833787991</c:v>
                </c:pt>
                <c:pt idx="1024">
                  <c:v>142.31578442117387</c:v>
                </c:pt>
                <c:pt idx="1025">
                  <c:v>143.75921644547196</c:v>
                </c:pt>
                <c:pt idx="1026">
                  <c:v>144.27600404256964</c:v>
                </c:pt>
                <c:pt idx="1027">
                  <c:v>143.29016103613512</c:v>
                </c:pt>
                <c:pt idx="1028">
                  <c:v>144.84585703276454</c:v>
                </c:pt>
                <c:pt idx="1029">
                  <c:v>143.74561677186415</c:v>
                </c:pt>
                <c:pt idx="1030">
                  <c:v>142.92616977192546</c:v>
                </c:pt>
                <c:pt idx="1031">
                  <c:v>142.87603764176328</c:v>
                </c:pt>
                <c:pt idx="1032">
                  <c:v>144.23067179721022</c:v>
                </c:pt>
                <c:pt idx="1033">
                  <c:v>146.95140649957733</c:v>
                </c:pt>
                <c:pt idx="1034">
                  <c:v>147.33326400166396</c:v>
                </c:pt>
                <c:pt idx="1035">
                  <c:v>148.07431288315746</c:v>
                </c:pt>
                <c:pt idx="1036">
                  <c:v>148.0593799082155</c:v>
                </c:pt>
                <c:pt idx="1037">
                  <c:v>149.15188702137817</c:v>
                </c:pt>
                <c:pt idx="1038">
                  <c:v>151.69609262711029</c:v>
                </c:pt>
                <c:pt idx="1039">
                  <c:v>154.04590289833041</c:v>
                </c:pt>
                <c:pt idx="1040">
                  <c:v>154.25283126538295</c:v>
                </c:pt>
                <c:pt idx="1041">
                  <c:v>156.69730593132431</c:v>
                </c:pt>
                <c:pt idx="1042">
                  <c:v>157.8420784567837</c:v>
                </c:pt>
                <c:pt idx="1043">
                  <c:v>158.75805647331129</c:v>
                </c:pt>
                <c:pt idx="1044">
                  <c:v>159.10124823670898</c:v>
                </c:pt>
                <c:pt idx="1045">
                  <c:v>157.76954686420859</c:v>
                </c:pt>
                <c:pt idx="1046">
                  <c:v>156.16265209634969</c:v>
                </c:pt>
                <c:pt idx="1047">
                  <c:v>159.36764184326242</c:v>
                </c:pt>
                <c:pt idx="1048">
                  <c:v>160.10175755781859</c:v>
                </c:pt>
                <c:pt idx="1049">
                  <c:v>162.23903959638301</c:v>
                </c:pt>
                <c:pt idx="1050">
                  <c:v>162.27237212973554</c:v>
                </c:pt>
                <c:pt idx="1051">
                  <c:v>161.73745163449408</c:v>
                </c:pt>
                <c:pt idx="1052">
                  <c:v>161.88544808257933</c:v>
                </c:pt>
                <c:pt idx="1053">
                  <c:v>160.49374815004438</c:v>
                </c:pt>
                <c:pt idx="1054">
                  <c:v>159.48897226466565</c:v>
                </c:pt>
                <c:pt idx="1055">
                  <c:v>160.44761592388451</c:v>
                </c:pt>
                <c:pt idx="1056">
                  <c:v>159.17111322661589</c:v>
                </c:pt>
                <c:pt idx="1057">
                  <c:v>160.60334551970752</c:v>
                </c:pt>
                <c:pt idx="1058">
                  <c:v>158.94818524355415</c:v>
                </c:pt>
                <c:pt idx="1059">
                  <c:v>158.85538747070069</c:v>
                </c:pt>
                <c:pt idx="1060">
                  <c:v>159.66843462423569</c:v>
                </c:pt>
                <c:pt idx="1061">
                  <c:v>160.55214674847801</c:v>
                </c:pt>
                <c:pt idx="1062">
                  <c:v>162.82995874765672</c:v>
                </c:pt>
                <c:pt idx="1063">
                  <c:v>161.18759816431071</c:v>
                </c:pt>
                <c:pt idx="1064">
                  <c:v>158.33193336693253</c:v>
                </c:pt>
                <c:pt idx="1065">
                  <c:v>157.22129335562613</c:v>
                </c:pt>
                <c:pt idx="1066">
                  <c:v>159.25377790933018</c:v>
                </c:pt>
                <c:pt idx="1067">
                  <c:v>157.65674957134362</c:v>
                </c:pt>
                <c:pt idx="1068">
                  <c:v>160.06815836419926</c:v>
                </c:pt>
                <c:pt idx="1069">
                  <c:v>158.74179019703527</c:v>
                </c:pt>
                <c:pt idx="1070">
                  <c:v>158.44206405712927</c:v>
                </c:pt>
                <c:pt idx="1071">
                  <c:v>159.75163262748362</c:v>
                </c:pt>
                <c:pt idx="1072">
                  <c:v>157.96127559605236</c:v>
                </c:pt>
                <c:pt idx="1073">
                  <c:v>156.19998453370451</c:v>
                </c:pt>
                <c:pt idx="1074">
                  <c:v>154.63308880586865</c:v>
                </c:pt>
                <c:pt idx="1075">
                  <c:v>154.04750285993134</c:v>
                </c:pt>
                <c:pt idx="1076">
                  <c:v>154.87894957187694</c:v>
                </c:pt>
                <c:pt idx="1077">
                  <c:v>152.84939828110794</c:v>
                </c:pt>
                <c:pt idx="1078">
                  <c:v>153.7520432842945</c:v>
                </c:pt>
                <c:pt idx="1079">
                  <c:v>152.61740384897428</c:v>
                </c:pt>
                <c:pt idx="1080">
                  <c:v>153.89123994357467</c:v>
                </c:pt>
                <c:pt idx="1081">
                  <c:v>157.06369713793535</c:v>
                </c:pt>
                <c:pt idx="1082">
                  <c:v>164.04779618622487</c:v>
                </c:pt>
                <c:pt idx="1083">
                  <c:v>161.64092061790518</c:v>
                </c:pt>
                <c:pt idx="1084">
                  <c:v>162.80569266337608</c:v>
                </c:pt>
                <c:pt idx="1085">
                  <c:v>162.17797439528115</c:v>
                </c:pt>
                <c:pt idx="1086">
                  <c:v>166.46293822281598</c:v>
                </c:pt>
                <c:pt idx="1087">
                  <c:v>168.78341586468594</c:v>
                </c:pt>
                <c:pt idx="1088">
                  <c:v>168.51808889919974</c:v>
                </c:pt>
                <c:pt idx="1089">
                  <c:v>166.90559426573762</c:v>
                </c:pt>
                <c:pt idx="1090">
                  <c:v>168.19383001474631</c:v>
                </c:pt>
                <c:pt idx="1091">
                  <c:v>167.33145071184958</c:v>
                </c:pt>
                <c:pt idx="1092">
                  <c:v>168.81541509670436</c:v>
                </c:pt>
                <c:pt idx="1093">
                  <c:v>168.47089003197254</c:v>
                </c:pt>
                <c:pt idx="1094">
                  <c:v>164.56885034759165</c:v>
                </c:pt>
                <c:pt idx="1095">
                  <c:v>165.68429024370081</c:v>
                </c:pt>
                <c:pt idx="1096">
                  <c:v>165.51069441000081</c:v>
                </c:pt>
                <c:pt idx="1097">
                  <c:v>166.74506478511182</c:v>
                </c:pt>
                <c:pt idx="1098">
                  <c:v>165.14643648552433</c:v>
                </c:pt>
                <c:pt idx="1099">
                  <c:v>165.20190182102294</c:v>
                </c:pt>
                <c:pt idx="1100">
                  <c:v>163.27261479057836</c:v>
                </c:pt>
                <c:pt idx="1101">
                  <c:v>161.45345845033052</c:v>
                </c:pt>
                <c:pt idx="1102">
                  <c:v>161.86811516523602</c:v>
                </c:pt>
                <c:pt idx="1103">
                  <c:v>161.92731374447013</c:v>
                </c:pt>
                <c:pt idx="1104">
                  <c:v>164.16192678042393</c:v>
                </c:pt>
                <c:pt idx="1105">
                  <c:v>163.34727966528803</c:v>
                </c:pt>
                <c:pt idx="1106">
                  <c:v>163.20701636494056</c:v>
                </c:pt>
                <c:pt idx="1107">
                  <c:v>164.51365167235986</c:v>
                </c:pt>
                <c:pt idx="1108">
                  <c:v>166.19521131492843</c:v>
                </c:pt>
                <c:pt idx="1109">
                  <c:v>166.76666426672426</c:v>
                </c:pt>
                <c:pt idx="1110">
                  <c:v>165.89041862995288</c:v>
                </c:pt>
                <c:pt idx="1111">
                  <c:v>167.31438445477309</c:v>
                </c:pt>
                <c:pt idx="1112">
                  <c:v>166.84026250036666</c:v>
                </c:pt>
                <c:pt idx="1113">
                  <c:v>167.36824982867077</c:v>
                </c:pt>
                <c:pt idx="1114">
                  <c:v>167.84583836654585</c:v>
                </c:pt>
                <c:pt idx="1115">
                  <c:v>167.86690452762465</c:v>
                </c:pt>
                <c:pt idx="1116">
                  <c:v>163.21661613454609</c:v>
                </c:pt>
                <c:pt idx="1117">
                  <c:v>163.03155390937286</c:v>
                </c:pt>
                <c:pt idx="1118">
                  <c:v>162.78062659829496</c:v>
                </c:pt>
                <c:pt idx="1119">
                  <c:v>163.81766837595896</c:v>
                </c:pt>
                <c:pt idx="1120">
                  <c:v>163.20381644173872</c:v>
                </c:pt>
                <c:pt idx="1121">
                  <c:v>162.37450301192771</c:v>
                </c:pt>
                <c:pt idx="1122">
                  <c:v>163.04035369817791</c:v>
                </c:pt>
                <c:pt idx="1123">
                  <c:v>163.91873261708386</c:v>
                </c:pt>
                <c:pt idx="1124">
                  <c:v>162.29263831001387</c:v>
                </c:pt>
                <c:pt idx="1125">
                  <c:v>158.77138948665231</c:v>
                </c:pt>
                <c:pt idx="1126">
                  <c:v>156.1826516163612</c:v>
                </c:pt>
                <c:pt idx="1127">
                  <c:v>155.34613835934604</c:v>
                </c:pt>
                <c:pt idx="1128">
                  <c:v>154.40829420093917</c:v>
                </c:pt>
                <c:pt idx="1129">
                  <c:v>154.89254924548476</c:v>
                </c:pt>
                <c:pt idx="1130">
                  <c:v>156.39784645168515</c:v>
                </c:pt>
                <c:pt idx="1131">
                  <c:v>156.24105021479485</c:v>
                </c:pt>
                <c:pt idx="1132">
                  <c:v>153.55151476364566</c:v>
                </c:pt>
                <c:pt idx="1133">
                  <c:v>154.00163729403826</c:v>
                </c:pt>
                <c:pt idx="1134">
                  <c:v>151.28836907914209</c:v>
                </c:pt>
                <c:pt idx="1135">
                  <c:v>150.42278985304353</c:v>
                </c:pt>
                <c:pt idx="1136">
                  <c:v>147.45272780119942</c:v>
                </c:pt>
                <c:pt idx="1137">
                  <c:v>149.44761325728183</c:v>
                </c:pt>
                <c:pt idx="1138">
                  <c:v>147.74072088936532</c:v>
                </c:pt>
                <c:pt idx="1139">
                  <c:v>149.91880194875321</c:v>
                </c:pt>
                <c:pt idx="1140">
                  <c:v>151.63316080414072</c:v>
                </c:pt>
                <c:pt idx="1141">
                  <c:v>147.88498409371508</c:v>
                </c:pt>
                <c:pt idx="1142">
                  <c:v>149.43214696180624</c:v>
                </c:pt>
                <c:pt idx="1143">
                  <c:v>150.48705497734721</c:v>
                </c:pt>
                <c:pt idx="1144">
                  <c:v>150.32225893245229</c:v>
                </c:pt>
                <c:pt idx="1145">
                  <c:v>149.23615166569334</c:v>
                </c:pt>
                <c:pt idx="1146">
                  <c:v>147.83138538008421</c:v>
                </c:pt>
                <c:pt idx="1147">
                  <c:v>144.17893970544705</c:v>
                </c:pt>
                <c:pt idx="1148">
                  <c:v>143.77601604228164</c:v>
                </c:pt>
                <c:pt idx="1149">
                  <c:v>149.07028897973115</c:v>
                </c:pt>
                <c:pt idx="1150">
                  <c:v>150.00253327253478</c:v>
                </c:pt>
                <c:pt idx="1151">
                  <c:v>148.28604113501277</c:v>
                </c:pt>
                <c:pt idx="1152">
                  <c:v>145.62423835161289</c:v>
                </c:pt>
                <c:pt idx="1153">
                  <c:v>146.27835598612299</c:v>
                </c:pt>
                <c:pt idx="1154">
                  <c:v>143.05869992453515</c:v>
                </c:pt>
                <c:pt idx="1155">
                  <c:v>144.65706156385579</c:v>
                </c:pt>
                <c:pt idx="1156">
                  <c:v>143.56828769442868</c:v>
                </c:pt>
                <c:pt idx="1157">
                  <c:v>145.31864568583688</c:v>
                </c:pt>
                <c:pt idx="1158">
                  <c:v>146.68794615595891</c:v>
                </c:pt>
                <c:pt idx="1159">
                  <c:v>148.13617806505977</c:v>
                </c:pt>
                <c:pt idx="1160">
                  <c:v>148.3617726507897</c:v>
                </c:pt>
                <c:pt idx="1161">
                  <c:v>149.85640344631727</c:v>
                </c:pt>
                <c:pt idx="1162">
                  <c:v>148.55643464556849</c:v>
                </c:pt>
                <c:pt idx="1163">
                  <c:v>144.6991938860134</c:v>
                </c:pt>
                <c:pt idx="1164">
                  <c:v>144.91732198427238</c:v>
                </c:pt>
                <c:pt idx="1165">
                  <c:v>142.7040417696642</c:v>
                </c:pt>
                <c:pt idx="1166">
                  <c:v>154.56455711729583</c:v>
                </c:pt>
                <c:pt idx="1167">
                  <c:v>163.01582095363045</c:v>
                </c:pt>
                <c:pt idx="1168">
                  <c:v>160.97266998925357</c:v>
                </c:pt>
                <c:pt idx="1169">
                  <c:v>157.78847974315283</c:v>
                </c:pt>
                <c:pt idx="1170">
                  <c:v>160.01002642603243</c:v>
                </c:pt>
                <c:pt idx="1171">
                  <c:v>159.3383092139122</c:v>
                </c:pt>
                <c:pt idx="1172">
                  <c:v>155.21307488620272</c:v>
                </c:pt>
                <c:pt idx="1173">
                  <c:v>153.19898989090927</c:v>
                </c:pt>
                <c:pt idx="1174">
                  <c:v>151.53822974915266</c:v>
                </c:pt>
                <c:pt idx="1175">
                  <c:v>147.89965040839019</c:v>
                </c:pt>
                <c:pt idx="1176">
                  <c:v>148.09004583889987</c:v>
                </c:pt>
                <c:pt idx="1177">
                  <c:v>153.52084883296132</c:v>
                </c:pt>
                <c:pt idx="1178">
                  <c:v>149.40148103112193</c:v>
                </c:pt>
                <c:pt idx="1179">
                  <c:v>149.55641064614449</c:v>
                </c:pt>
                <c:pt idx="1180">
                  <c:v>150.30012613030621</c:v>
                </c:pt>
                <c:pt idx="1181">
                  <c:v>152.2902117015858</c:v>
                </c:pt>
                <c:pt idx="1182">
                  <c:v>152.20328045460241</c:v>
                </c:pt>
                <c:pt idx="1183">
                  <c:v>154.60668943945345</c:v>
                </c:pt>
                <c:pt idx="1184">
                  <c:v>155.30427269745525</c:v>
                </c:pt>
                <c:pt idx="1185">
                  <c:v>156.85570212981554</c:v>
                </c:pt>
                <c:pt idx="1186">
                  <c:v>157.11409592836435</c:v>
                </c:pt>
                <c:pt idx="1187">
                  <c:v>155.23867427181747</c:v>
                </c:pt>
                <c:pt idx="1188">
                  <c:v>156.77463740870218</c:v>
                </c:pt>
                <c:pt idx="1189">
                  <c:v>157.41648867093855</c:v>
                </c:pt>
                <c:pt idx="1190">
                  <c:v>159.31910967470114</c:v>
                </c:pt>
                <c:pt idx="1191">
                  <c:v>159.9294950254527</c:v>
                </c:pt>
                <c:pt idx="1192">
                  <c:v>160.34948494569463</c:v>
                </c:pt>
                <c:pt idx="1193">
                  <c:v>161.75905111610655</c:v>
                </c:pt>
                <c:pt idx="1194">
                  <c:v>161.77265078971436</c:v>
                </c:pt>
                <c:pt idx="1195">
                  <c:v>161.16866528536647</c:v>
                </c:pt>
                <c:pt idx="1196">
                  <c:v>163.24728206523042</c:v>
                </c:pt>
                <c:pt idx="1197">
                  <c:v>163.37287905090278</c:v>
                </c:pt>
                <c:pt idx="1198">
                  <c:v>163.9928641712599</c:v>
                </c:pt>
                <c:pt idx="1199">
                  <c:v>165.94561730518467</c:v>
                </c:pt>
                <c:pt idx="1200">
                  <c:v>162.88435744208806</c:v>
                </c:pt>
                <c:pt idx="1201">
                  <c:v>163.99579743419491</c:v>
                </c:pt>
                <c:pt idx="1202">
                  <c:v>165.37416435338886</c:v>
                </c:pt>
                <c:pt idx="1203">
                  <c:v>165.28723310640544</c:v>
                </c:pt>
                <c:pt idx="1204">
                  <c:v>166.58933518928879</c:v>
                </c:pt>
                <c:pt idx="1205">
                  <c:v>167.21652013685005</c:v>
                </c:pt>
                <c:pt idx="1206">
                  <c:v>167.19572063603806</c:v>
                </c:pt>
                <c:pt idx="1207">
                  <c:v>165.92455114410586</c:v>
                </c:pt>
                <c:pt idx="1208">
                  <c:v>168.29409427507073</c:v>
                </c:pt>
                <c:pt idx="1209">
                  <c:v>169.16047348196975</c:v>
                </c:pt>
                <c:pt idx="1210">
                  <c:v>170.00098664298724</c:v>
                </c:pt>
                <c:pt idx="1211">
                  <c:v>171.31828836107934</c:v>
                </c:pt>
                <c:pt idx="1212">
                  <c:v>170.37511099733604</c:v>
                </c:pt>
                <c:pt idx="1213">
                  <c:v>169.97698721897342</c:v>
                </c:pt>
                <c:pt idx="1214">
                  <c:v>168.60048692164719</c:v>
                </c:pt>
                <c:pt idx="1215">
                  <c:v>170.55217341450469</c:v>
                </c:pt>
                <c:pt idx="1216">
                  <c:v>169.13167417315319</c:v>
                </c:pt>
                <c:pt idx="1217">
                  <c:v>167.15092171121228</c:v>
                </c:pt>
                <c:pt idx="1218">
                  <c:v>167.01812489833577</c:v>
                </c:pt>
                <c:pt idx="1219">
                  <c:v>166.18454490425563</c:v>
                </c:pt>
                <c:pt idx="1220">
                  <c:v>166.69866589868511</c:v>
                </c:pt>
                <c:pt idx="1221">
                  <c:v>168.8783469196739</c:v>
                </c:pt>
                <c:pt idx="1222">
                  <c:v>170.73856894101206</c:v>
                </c:pt>
                <c:pt idx="1223">
                  <c:v>170.52497406728907</c:v>
                </c:pt>
                <c:pt idx="1224">
                  <c:v>171.41055281339914</c:v>
                </c:pt>
                <c:pt idx="1225">
                  <c:v>171.96520616838529</c:v>
                </c:pt>
                <c:pt idx="1226">
                  <c:v>171.95027319344337</c:v>
                </c:pt>
                <c:pt idx="1227">
                  <c:v>172.7155881592175</c:v>
                </c:pt>
                <c:pt idx="1228">
                  <c:v>172.47292731641107</c:v>
                </c:pt>
                <c:pt idx="1229">
                  <c:v>172.15986816316408</c:v>
                </c:pt>
                <c:pt idx="1230">
                  <c:v>170.65030439269458</c:v>
                </c:pt>
                <c:pt idx="1231">
                  <c:v>172.86171798543501</c:v>
                </c:pt>
                <c:pt idx="1232">
                  <c:v>172.55532533885852</c:v>
                </c:pt>
                <c:pt idx="1233">
                  <c:v>171.52468340759822</c:v>
                </c:pt>
                <c:pt idx="1234">
                  <c:v>171.2113575940844</c:v>
                </c:pt>
                <c:pt idx="1235">
                  <c:v>173.02971395353177</c:v>
                </c:pt>
                <c:pt idx="1236">
                  <c:v>171.03189523451437</c:v>
                </c:pt>
                <c:pt idx="1237">
                  <c:v>166.59413507409155</c:v>
                </c:pt>
                <c:pt idx="1238">
                  <c:v>167.4594476399233</c:v>
                </c:pt>
                <c:pt idx="1239">
                  <c:v>167.32211760251087</c:v>
                </c:pt>
                <c:pt idx="1240">
                  <c:v>171.15535893805216</c:v>
                </c:pt>
                <c:pt idx="1241">
                  <c:v>171.18202496473418</c:v>
                </c:pt>
                <c:pt idx="1242">
                  <c:v>171.61001469298068</c:v>
                </c:pt>
                <c:pt idx="1243">
                  <c:v>171.04469492732176</c:v>
                </c:pt>
                <c:pt idx="1244">
                  <c:v>169.72872651056375</c:v>
                </c:pt>
                <c:pt idx="1245">
                  <c:v>169.88338946531948</c:v>
                </c:pt>
                <c:pt idx="1246">
                  <c:v>168.47942316051081</c:v>
                </c:pt>
                <c:pt idx="1247">
                  <c:v>165.75948843894412</c:v>
                </c:pt>
                <c:pt idx="1248">
                  <c:v>165.04963880866859</c:v>
                </c:pt>
                <c:pt idx="1249">
                  <c:v>163.73713697537926</c:v>
                </c:pt>
                <c:pt idx="1250">
                  <c:v>165.35096491017546</c:v>
                </c:pt>
                <c:pt idx="1251">
                  <c:v>166.61866781863901</c:v>
                </c:pt>
                <c:pt idx="1252">
                  <c:v>164.46218624086356</c:v>
                </c:pt>
                <c:pt idx="1253">
                  <c:v>164.05686263529674</c:v>
                </c:pt>
                <c:pt idx="1254">
                  <c:v>164.6733811721852</c:v>
                </c:pt>
                <c:pt idx="1255">
                  <c:v>163.44887722694656</c:v>
                </c:pt>
                <c:pt idx="1256">
                  <c:v>164.4419200605852</c:v>
                </c:pt>
                <c:pt idx="1257">
                  <c:v>159.04098301640761</c:v>
                </c:pt>
                <c:pt idx="1258">
                  <c:v>160.12015711622919</c:v>
                </c:pt>
                <c:pt idx="1259">
                  <c:v>163.65847219666728</c:v>
                </c:pt>
                <c:pt idx="1260">
                  <c:v>165.33976517896903</c:v>
                </c:pt>
                <c:pt idx="1261">
                  <c:v>166.95092651109707</c:v>
                </c:pt>
                <c:pt idx="1262">
                  <c:v>166.4064062462501</c:v>
                </c:pt>
                <c:pt idx="1263">
                  <c:v>165.639491318875</c:v>
                </c:pt>
                <c:pt idx="1264">
                  <c:v>166.93252695268646</c:v>
                </c:pt>
                <c:pt idx="1265">
                  <c:v>167.95810233887721</c:v>
                </c:pt>
                <c:pt idx="1266">
                  <c:v>166.55733595727037</c:v>
                </c:pt>
                <c:pt idx="1267">
                  <c:v>164.4483199069889</c:v>
                </c:pt>
                <c:pt idx="1268">
                  <c:v>163.62647296464885</c:v>
                </c:pt>
                <c:pt idx="1269">
                  <c:v>162.99608809388576</c:v>
                </c:pt>
                <c:pt idx="1270">
                  <c:v>164.46645280513269</c:v>
                </c:pt>
                <c:pt idx="1271">
                  <c:v>165.02457274358747</c:v>
                </c:pt>
                <c:pt idx="1272">
                  <c:v>162.42330184075581</c:v>
                </c:pt>
                <c:pt idx="1273">
                  <c:v>162.30383804122036</c:v>
                </c:pt>
                <c:pt idx="1274">
                  <c:v>161.63265414963374</c:v>
                </c:pt>
                <c:pt idx="1275">
                  <c:v>160.99346949006556</c:v>
                </c:pt>
                <c:pt idx="1276">
                  <c:v>155.44773592100455</c:v>
                </c:pt>
                <c:pt idx="1277">
                  <c:v>153.96110493348161</c:v>
                </c:pt>
                <c:pt idx="1278">
                  <c:v>155.60719876056305</c:v>
                </c:pt>
                <c:pt idx="1279">
                  <c:v>152.8160657477554</c:v>
                </c:pt>
                <c:pt idx="1280">
                  <c:v>153.67817839038528</c:v>
                </c:pt>
                <c:pt idx="1281">
                  <c:v>148.27084149980402</c:v>
                </c:pt>
                <c:pt idx="1282">
                  <c:v>141.1304795351578</c:v>
                </c:pt>
                <c:pt idx="1283">
                  <c:v>141.26487630963521</c:v>
                </c:pt>
                <c:pt idx="1284">
                  <c:v>127.84306509977095</c:v>
                </c:pt>
                <c:pt idx="1285">
                  <c:v>134.21784543837614</c:v>
                </c:pt>
                <c:pt idx="1286">
                  <c:v>123.20317645709838</c:v>
                </c:pt>
                <c:pt idx="1287">
                  <c:v>118.157964208859</c:v>
                </c:pt>
                <c:pt idx="1288">
                  <c:v>109.75843246428751</c:v>
                </c:pt>
                <c:pt idx="1289">
                  <c:v>107.10942937369504</c:v>
                </c:pt>
                <c:pt idx="1290">
                  <c:v>108.3579327429475</c:v>
                </c:pt>
                <c:pt idx="1291">
                  <c:v>90.225301259436435</c:v>
                </c:pt>
                <c:pt idx="1292">
                  <c:v>91.236743651485682</c:v>
                </c:pt>
                <c:pt idx="1293">
                  <c:v>98.563234482372422</c:v>
                </c:pt>
                <c:pt idx="1294">
                  <c:v>104.60495614771912</c:v>
                </c:pt>
                <c:pt idx="1295">
                  <c:v>106.49877736267663</c:v>
                </c:pt>
                <c:pt idx="1296">
                  <c:v>100.17039591049814</c:v>
                </c:pt>
                <c:pt idx="1297">
                  <c:v>102.09888296014229</c:v>
                </c:pt>
                <c:pt idx="1298">
                  <c:v>97.108869387134703</c:v>
                </c:pt>
                <c:pt idx="1299">
                  <c:v>91.994058809255236</c:v>
                </c:pt>
                <c:pt idx="1300">
                  <c:v>101.66422672522526</c:v>
                </c:pt>
                <c:pt idx="1301">
                  <c:v>101.04530824593543</c:v>
                </c:pt>
                <c:pt idx="1302">
                  <c:v>106.20331778703978</c:v>
                </c:pt>
                <c:pt idx="1303">
                  <c:v>103.9335055958657</c:v>
                </c:pt>
                <c:pt idx="1304">
                  <c:v>101.63516075614186</c:v>
                </c:pt>
                <c:pt idx="1305">
                  <c:v>103.46418352626203</c:v>
                </c:pt>
                <c:pt idx="1306">
                  <c:v>110.29841950459856</c:v>
                </c:pt>
                <c:pt idx="1307">
                  <c:v>109.45150649717741</c:v>
                </c:pt>
                <c:pt idx="1308">
                  <c:v>103.51404899615741</c:v>
                </c:pt>
                <c:pt idx="1309">
                  <c:v>105.07401155705595</c:v>
                </c:pt>
                <c:pt idx="1310">
                  <c:v>108.09313909799498</c:v>
                </c:pt>
                <c:pt idx="1311">
                  <c:v>104.45962630230208</c:v>
                </c:pt>
                <c:pt idx="1312">
                  <c:v>107.09689634115449</c:v>
                </c:pt>
                <c:pt idx="1313">
                  <c:v>110.24322082936675</c:v>
                </c:pt>
                <c:pt idx="1314">
                  <c:v>112.4783671858542</c:v>
                </c:pt>
                <c:pt idx="1315">
                  <c:v>114.84791031681907</c:v>
                </c:pt>
                <c:pt idx="1316">
                  <c:v>105.29747286065134</c:v>
                </c:pt>
                <c:pt idx="1317">
                  <c:v>102.78019994186806</c:v>
                </c:pt>
                <c:pt idx="1318">
                  <c:v>105.0350791581002</c:v>
                </c:pt>
                <c:pt idx="1319">
                  <c:v>103.95377177614402</c:v>
                </c:pt>
                <c:pt idx="1320">
                  <c:v>103.21298955491736</c:v>
                </c:pt>
                <c:pt idx="1321">
                  <c:v>101.06690772754787</c:v>
                </c:pt>
                <c:pt idx="1322">
                  <c:v>100.59945227981193</c:v>
                </c:pt>
                <c:pt idx="1323">
                  <c:v>104.71722012005044</c:v>
                </c:pt>
                <c:pt idx="1324">
                  <c:v>101.69622595724368</c:v>
                </c:pt>
                <c:pt idx="1325">
                  <c:v>100.44532264558983</c:v>
                </c:pt>
                <c:pt idx="1326">
                  <c:v>93.721484017716904</c:v>
                </c:pt>
                <c:pt idx="1327">
                  <c:v>93.257761813716471</c:v>
                </c:pt>
                <c:pt idx="1328">
                  <c:v>95.145449842537104</c:v>
                </c:pt>
                <c:pt idx="1329">
                  <c:v>94.584929961680913</c:v>
                </c:pt>
                <c:pt idx="1330">
                  <c:v>92.151921687212848</c:v>
                </c:pt>
                <c:pt idx="1331">
                  <c:v>93.012967688775461</c:v>
                </c:pt>
                <c:pt idx="1332">
                  <c:v>99.787205107077426</c:v>
                </c:pt>
                <c:pt idx="1333">
                  <c:v>102.23647965782155</c:v>
                </c:pt>
                <c:pt idx="1334">
                  <c:v>102.91619667794637</c:v>
                </c:pt>
                <c:pt idx="1335">
                  <c:v>106.45024519411534</c:v>
                </c:pt>
                <c:pt idx="1336">
                  <c:v>109.49177219746727</c:v>
                </c:pt>
                <c:pt idx="1337">
                  <c:v>111.68105298806161</c:v>
                </c:pt>
                <c:pt idx="1338">
                  <c:v>108.74645675170463</c:v>
                </c:pt>
                <c:pt idx="1339">
                  <c:v>112.18130764861642</c:v>
                </c:pt>
                <c:pt idx="1340">
                  <c:v>112.99648808428597</c:v>
                </c:pt>
                <c:pt idx="1341">
                  <c:v>110.53014727646537</c:v>
                </c:pt>
                <c:pt idx="1342">
                  <c:v>112.53116591868462</c:v>
                </c:pt>
                <c:pt idx="1343">
                  <c:v>109.46483951051842</c:v>
                </c:pt>
                <c:pt idx="1344">
                  <c:v>110.15495628104925</c:v>
                </c:pt>
                <c:pt idx="1345">
                  <c:v>106.1995845433043</c:v>
                </c:pt>
                <c:pt idx="1346">
                  <c:v>108.24646875141664</c:v>
                </c:pt>
                <c:pt idx="1347">
                  <c:v>107.74008090472495</c:v>
                </c:pt>
                <c:pt idx="1348">
                  <c:v>111.76425099130954</c:v>
                </c:pt>
                <c:pt idx="1349">
                  <c:v>113.80046878874906</c:v>
                </c:pt>
                <c:pt idx="1350">
                  <c:v>115.7750880645531</c:v>
                </c:pt>
                <c:pt idx="1351">
                  <c:v>118.74328349452948</c:v>
                </c:pt>
                <c:pt idx="1352">
                  <c:v>114.2735241020882</c:v>
                </c:pt>
                <c:pt idx="1353">
                  <c:v>114.69671394553198</c:v>
                </c:pt>
                <c:pt idx="1354">
                  <c:v>115.15483628392917</c:v>
                </c:pt>
                <c:pt idx="1355">
                  <c:v>113.91193278027994</c:v>
                </c:pt>
                <c:pt idx="1356">
                  <c:v>113.97139801978086</c:v>
                </c:pt>
                <c:pt idx="1357">
                  <c:v>117.21105360138023</c:v>
                </c:pt>
                <c:pt idx="1358">
                  <c:v>117.08092339117195</c:v>
                </c:pt>
                <c:pt idx="1359">
                  <c:v>116.5433362932623</c:v>
                </c:pt>
                <c:pt idx="1360">
                  <c:v>118.39155860259353</c:v>
                </c:pt>
                <c:pt idx="1361">
                  <c:v>120.67977035217821</c:v>
                </c:pt>
                <c:pt idx="1362">
                  <c:v>120.44857590084506</c:v>
                </c:pt>
                <c:pt idx="1363">
                  <c:v>122.16880128210256</c:v>
                </c:pt>
                <c:pt idx="1364">
                  <c:v>119.45553306720637</c:v>
                </c:pt>
                <c:pt idx="1365">
                  <c:v>117.80650597718987</c:v>
                </c:pt>
                <c:pt idx="1366">
                  <c:v>114.0889951974486</c:v>
                </c:pt>
                <c:pt idx="1367">
                  <c:v>113.81460178289053</c:v>
                </c:pt>
                <c:pt idx="1368">
                  <c:v>115.18203563114486</c:v>
                </c:pt>
                <c:pt idx="1369">
                  <c:v>117.15345498374705</c:v>
                </c:pt>
                <c:pt idx="1370">
                  <c:v>119.04700953843775</c:v>
                </c:pt>
                <c:pt idx="1371">
                  <c:v>121.50108397398462</c:v>
                </c:pt>
                <c:pt idx="1372">
                  <c:v>122.03760443082699</c:v>
                </c:pt>
                <c:pt idx="1373">
                  <c:v>123.11117866504537</c:v>
                </c:pt>
                <c:pt idx="1374">
                  <c:v>120.8613659938828</c:v>
                </c:pt>
                <c:pt idx="1375">
                  <c:v>116.52387009378442</c:v>
                </c:pt>
                <c:pt idx="1376">
                  <c:v>117.89157060230555</c:v>
                </c:pt>
                <c:pt idx="1377">
                  <c:v>117.73904092968435</c:v>
                </c:pt>
                <c:pt idx="1378">
                  <c:v>115.44709593636418</c:v>
                </c:pt>
                <c:pt idx="1379">
                  <c:v>115.41083014007663</c:v>
                </c:pt>
                <c:pt idx="1380">
                  <c:v>112.38183616926524</c:v>
                </c:pt>
                <c:pt idx="1381">
                  <c:v>114.61324928201724</c:v>
                </c:pt>
                <c:pt idx="1382">
                  <c:v>114.71698012581031</c:v>
                </c:pt>
                <c:pt idx="1383">
                  <c:v>115.42442981368445</c:v>
                </c:pt>
                <c:pt idx="1384">
                  <c:v>116.01854888816001</c:v>
                </c:pt>
                <c:pt idx="1385">
                  <c:v>116.79853016860929</c:v>
                </c:pt>
                <c:pt idx="1386">
                  <c:v>118.54222165334699</c:v>
                </c:pt>
                <c:pt idx="1387">
                  <c:v>118.7384836097267</c:v>
                </c:pt>
                <c:pt idx="1388">
                  <c:v>118.37769226871887</c:v>
                </c:pt>
                <c:pt idx="1389">
                  <c:v>115.6206917700642</c:v>
                </c:pt>
                <c:pt idx="1390">
                  <c:v>115.73508902453007</c:v>
                </c:pt>
                <c:pt idx="1391">
                  <c:v>118.24036223130643</c:v>
                </c:pt>
                <c:pt idx="1392">
                  <c:v>118.85528080659398</c:v>
                </c:pt>
                <c:pt idx="1393">
                  <c:v>117.32758413798068</c:v>
                </c:pt>
                <c:pt idx="1394">
                  <c:v>118.92834571970272</c:v>
                </c:pt>
                <c:pt idx="1395">
                  <c:v>121.7730774461413</c:v>
                </c:pt>
                <c:pt idx="1396">
                  <c:v>123.15517760907071</c:v>
                </c:pt>
                <c:pt idx="1397">
                  <c:v>124.87273638766003</c:v>
                </c:pt>
                <c:pt idx="1398">
                  <c:v>125.86551256103186</c:v>
                </c:pt>
                <c:pt idx="1399">
                  <c:v>130.79046102893531</c:v>
                </c:pt>
                <c:pt idx="1400">
                  <c:v>126.68682618283826</c:v>
                </c:pt>
                <c:pt idx="1401">
                  <c:v>126.99428547048204</c:v>
                </c:pt>
                <c:pt idx="1402">
                  <c:v>127.32787746427418</c:v>
                </c:pt>
                <c:pt idx="1403">
                  <c:v>125.49485479015171</c:v>
                </c:pt>
                <c:pt idx="1404">
                  <c:v>122.72505459868964</c:v>
                </c:pt>
                <c:pt idx="1405">
                  <c:v>122.37066310408548</c:v>
                </c:pt>
                <c:pt idx="1406">
                  <c:v>121.30055545333578</c:v>
                </c:pt>
                <c:pt idx="1407">
                  <c:v>118.75448322573592</c:v>
                </c:pt>
                <c:pt idx="1408">
                  <c:v>119.81685772874783</c:v>
                </c:pt>
                <c:pt idx="1409">
                  <c:v>119.8901893021234</c:v>
                </c:pt>
                <c:pt idx="1410">
                  <c:v>117.87050444122673</c:v>
                </c:pt>
                <c:pt idx="1411">
                  <c:v>119.81392446581283</c:v>
                </c:pt>
                <c:pt idx="1412">
                  <c:v>120.38937732161095</c:v>
                </c:pt>
                <c:pt idx="1413">
                  <c:v>119.03900973043314</c:v>
                </c:pt>
                <c:pt idx="1414">
                  <c:v>117.49611342661109</c:v>
                </c:pt>
                <c:pt idx="1415">
                  <c:v>113.95353178190388</c:v>
                </c:pt>
                <c:pt idx="1416">
                  <c:v>112.7391609268044</c:v>
                </c:pt>
                <c:pt idx="1417">
                  <c:v>112.94928921705878</c:v>
                </c:pt>
                <c:pt idx="1418">
                  <c:v>109.10058158604193</c:v>
                </c:pt>
                <c:pt idx="1419">
                  <c:v>111.90318099032288</c:v>
                </c:pt>
                <c:pt idx="1420">
                  <c:v>115.54656021588814</c:v>
                </c:pt>
                <c:pt idx="1421">
                  <c:v>114.19085941937392</c:v>
                </c:pt>
                <c:pt idx="1422">
                  <c:v>114.40685423549834</c:v>
                </c:pt>
                <c:pt idx="1423">
                  <c:v>118.64248591367139</c:v>
                </c:pt>
                <c:pt idx="1424">
                  <c:v>119.30886992045524</c:v>
                </c:pt>
                <c:pt idx="1425">
                  <c:v>121.88347479660489</c:v>
                </c:pt>
                <c:pt idx="1426">
                  <c:v>122.4759939094795</c:v>
                </c:pt>
                <c:pt idx="1427">
                  <c:v>123.68423157844211</c:v>
                </c:pt>
                <c:pt idx="1428">
                  <c:v>127.17988101618893</c:v>
                </c:pt>
                <c:pt idx="1429">
                  <c:v>126.46523150111064</c:v>
                </c:pt>
                <c:pt idx="1430">
                  <c:v>125.28872640389963</c:v>
                </c:pt>
                <c:pt idx="1431">
                  <c:v>127.32841078480783</c:v>
                </c:pt>
                <c:pt idx="1432">
                  <c:v>123.04984680367672</c:v>
                </c:pt>
                <c:pt idx="1433">
                  <c:v>125.50765448295907</c:v>
                </c:pt>
                <c:pt idx="1434">
                  <c:v>129.41956059721232</c:v>
                </c:pt>
                <c:pt idx="1435">
                  <c:v>129.6598214976174</c:v>
                </c:pt>
                <c:pt idx="1436">
                  <c:v>131.38378012261037</c:v>
                </c:pt>
                <c:pt idx="1437">
                  <c:v>130.57899943734682</c:v>
                </c:pt>
                <c:pt idx="1438">
                  <c:v>130.54780018612885</c:v>
                </c:pt>
                <c:pt idx="1439">
                  <c:v>128.399318416358</c:v>
                </c:pt>
                <c:pt idx="1440">
                  <c:v>132.10082958009005</c:v>
                </c:pt>
                <c:pt idx="1441">
                  <c:v>129.23689831444045</c:v>
                </c:pt>
                <c:pt idx="1442">
                  <c:v>128.48758296467551</c:v>
                </c:pt>
                <c:pt idx="1443">
                  <c:v>127.46840742488847</c:v>
                </c:pt>
                <c:pt idx="1444">
                  <c:v>132.75681383646793</c:v>
                </c:pt>
                <c:pt idx="1445">
                  <c:v>136.97164601382897</c:v>
                </c:pt>
                <c:pt idx="1446">
                  <c:v>137.44523464770177</c:v>
                </c:pt>
                <c:pt idx="1447">
                  <c:v>140.33316533736522</c:v>
                </c:pt>
                <c:pt idx="1448">
                  <c:v>142.92430315005774</c:v>
                </c:pt>
                <c:pt idx="1449">
                  <c:v>146.84500905311603</c:v>
                </c:pt>
                <c:pt idx="1450">
                  <c:v>152.56167185320885</c:v>
                </c:pt>
                <c:pt idx="1451">
                  <c:v>153.83630792860973</c:v>
                </c:pt>
                <c:pt idx="1452">
                  <c:v>150.81664706713704</c:v>
                </c:pt>
                <c:pt idx="1453">
                  <c:v>151.81342314451121</c:v>
                </c:pt>
                <c:pt idx="1454">
                  <c:v>152.49927335077291</c:v>
                </c:pt>
                <c:pt idx="1455">
                  <c:v>155.62986488324279</c:v>
                </c:pt>
                <c:pt idx="1456">
                  <c:v>158.66205877725599</c:v>
                </c:pt>
                <c:pt idx="1457">
                  <c:v>154.14590049838804</c:v>
                </c:pt>
                <c:pt idx="1458">
                  <c:v>155.92159121514416</c:v>
                </c:pt>
                <c:pt idx="1459">
                  <c:v>154.79201832489352</c:v>
                </c:pt>
                <c:pt idx="1460">
                  <c:v>158.59486039001729</c:v>
                </c:pt>
                <c:pt idx="1461">
                  <c:v>155.71039628382252</c:v>
                </c:pt>
                <c:pt idx="1462">
                  <c:v>157.59488438944132</c:v>
                </c:pt>
                <c:pt idx="1463">
                  <c:v>157.91114346589015</c:v>
                </c:pt>
                <c:pt idx="1464">
                  <c:v>159.02471674013157</c:v>
                </c:pt>
                <c:pt idx="1465">
                  <c:v>157.13302880730862</c:v>
                </c:pt>
                <c:pt idx="1466">
                  <c:v>157.05623065046439</c:v>
                </c:pt>
                <c:pt idx="1467">
                  <c:v>160.27562005178541</c:v>
                </c:pt>
                <c:pt idx="1468">
                  <c:v>161.12439968107429</c:v>
                </c:pt>
                <c:pt idx="1469">
                  <c:v>161.39292656976232</c:v>
                </c:pt>
                <c:pt idx="1470">
                  <c:v>163.77953595780369</c:v>
                </c:pt>
                <c:pt idx="1471">
                  <c:v>162.7179614355922</c:v>
                </c:pt>
                <c:pt idx="1472">
                  <c:v>163.22194933988249</c:v>
                </c:pt>
                <c:pt idx="1473">
                  <c:v>163.97419795258247</c:v>
                </c:pt>
                <c:pt idx="1474">
                  <c:v>163.68167163988062</c:v>
                </c:pt>
                <c:pt idx="1475">
                  <c:v>163.72087069910322</c:v>
                </c:pt>
                <c:pt idx="1476">
                  <c:v>164.51365167235986</c:v>
                </c:pt>
                <c:pt idx="1477">
                  <c:v>163.80753528581982</c:v>
                </c:pt>
                <c:pt idx="1478">
                  <c:v>157.0972963315547</c:v>
                </c:pt>
                <c:pt idx="1479">
                  <c:v>158.00127463607541</c:v>
                </c:pt>
                <c:pt idx="1480">
                  <c:v>159.3737750293993</c:v>
                </c:pt>
                <c:pt idx="1481">
                  <c:v>162.14117527845997</c:v>
                </c:pt>
                <c:pt idx="1482">
                  <c:v>164.69444733326398</c:v>
                </c:pt>
                <c:pt idx="1483">
                  <c:v>167.04932414955374</c:v>
                </c:pt>
                <c:pt idx="1484">
                  <c:v>166.94559330576064</c:v>
                </c:pt>
                <c:pt idx="1485">
                  <c:v>166.73759829764086</c:v>
                </c:pt>
                <c:pt idx="1486">
                  <c:v>166.53386985379015</c:v>
                </c:pt>
                <c:pt idx="1487">
                  <c:v>166.46240490228234</c:v>
                </c:pt>
                <c:pt idx="1488">
                  <c:v>169.18127298278173</c:v>
                </c:pt>
                <c:pt idx="1489">
                  <c:v>169.58472996648081</c:v>
                </c:pt>
                <c:pt idx="1490">
                  <c:v>170.42790973016645</c:v>
                </c:pt>
                <c:pt idx="1491">
                  <c:v>171.11162665429362</c:v>
                </c:pt>
                <c:pt idx="1492">
                  <c:v>170.65670423909827</c:v>
                </c:pt>
                <c:pt idx="1493">
                  <c:v>172.47052737400966</c:v>
                </c:pt>
                <c:pt idx="1494">
                  <c:v>173.7272972115336</c:v>
                </c:pt>
                <c:pt idx="1495">
                  <c:v>173.43450423856493</c:v>
                </c:pt>
                <c:pt idx="1496">
                  <c:v>171.97880584199311</c:v>
                </c:pt>
                <c:pt idx="1497">
                  <c:v>169.65859486039</c:v>
                </c:pt>
                <c:pt idx="1498">
                  <c:v>172.92838305214008</c:v>
                </c:pt>
                <c:pt idx="1499">
                  <c:v>173.56223450637185</c:v>
                </c:pt>
                <c:pt idx="1500">
                  <c:v>171.65934684234244</c:v>
                </c:pt>
                <c:pt idx="1501">
                  <c:v>166.22134402107682</c:v>
                </c:pt>
                <c:pt idx="1502">
                  <c:v>166.38747336730586</c:v>
                </c:pt>
                <c:pt idx="1503">
                  <c:v>161.51372367063189</c:v>
                </c:pt>
                <c:pt idx="1504">
                  <c:v>161.9070475641918</c:v>
                </c:pt>
                <c:pt idx="1505">
                  <c:v>163.01208770989496</c:v>
                </c:pt>
                <c:pt idx="1506">
                  <c:v>176.47069803658047</c:v>
                </c:pt>
                <c:pt idx="1507">
                  <c:v>182.7577471474018</c:v>
                </c:pt>
                <c:pt idx="1508">
                  <c:v>185.37395102517539</c:v>
                </c:pt>
                <c:pt idx="1509">
                  <c:v>188.50107597417662</c:v>
                </c:pt>
                <c:pt idx="1510">
                  <c:v>190.15276966686133</c:v>
                </c:pt>
                <c:pt idx="1511">
                  <c:v>191.90819420333912</c:v>
                </c:pt>
                <c:pt idx="1512">
                  <c:v>192.29671821209624</c:v>
                </c:pt>
                <c:pt idx="1513">
                  <c:v>190.83861987312304</c:v>
                </c:pt>
                <c:pt idx="1514">
                  <c:v>190.67329050769445</c:v>
                </c:pt>
                <c:pt idx="1515">
                  <c:v>192.57617817172388</c:v>
                </c:pt>
                <c:pt idx="1516">
                  <c:v>198.9618915812687</c:v>
                </c:pt>
                <c:pt idx="1517">
                  <c:v>197.85338485209689</c:v>
                </c:pt>
                <c:pt idx="1518">
                  <c:v>196.85367551178769</c:v>
                </c:pt>
                <c:pt idx="1519">
                  <c:v>195.12598364305921</c:v>
                </c:pt>
                <c:pt idx="1520">
                  <c:v>191.15061238530274</c:v>
                </c:pt>
                <c:pt idx="1521">
                  <c:v>188.03388718670752</c:v>
                </c:pt>
                <c:pt idx="1522">
                  <c:v>187.28590513827666</c:v>
                </c:pt>
                <c:pt idx="1523">
                  <c:v>194.40760088424545</c:v>
                </c:pt>
                <c:pt idx="1524">
                  <c:v>194.92332184027583</c:v>
                </c:pt>
                <c:pt idx="1525">
                  <c:v>185.61474524611407</c:v>
                </c:pt>
                <c:pt idx="1526">
                  <c:v>188.24081555376006</c:v>
                </c:pt>
                <c:pt idx="1527">
                  <c:v>188.90053305387335</c:v>
                </c:pt>
                <c:pt idx="1528">
                  <c:v>193.9582783346533</c:v>
                </c:pt>
                <c:pt idx="1529">
                  <c:v>190.94208405664929</c:v>
                </c:pt>
                <c:pt idx="1530">
                  <c:v>187.87895757168496</c:v>
                </c:pt>
                <c:pt idx="1531">
                  <c:v>188.13281814569783</c:v>
                </c:pt>
                <c:pt idx="1532">
                  <c:v>191.2788759736433</c:v>
                </c:pt>
                <c:pt idx="1533">
                  <c:v>191.66633334133314</c:v>
                </c:pt>
                <c:pt idx="1534">
                  <c:v>189.31092320450975</c:v>
                </c:pt>
                <c:pt idx="1535">
                  <c:v>187.63576340834487</c:v>
                </c:pt>
                <c:pt idx="1536">
                  <c:v>185.62007845145047</c:v>
                </c:pt>
                <c:pt idx="1537">
                  <c:v>182.55161876114971</c:v>
                </c:pt>
                <c:pt idx="1538">
                  <c:v>180.56526643360559</c:v>
                </c:pt>
                <c:pt idx="1539">
                  <c:v>182.19082742014189</c:v>
                </c:pt>
                <c:pt idx="1540">
                  <c:v>179.21409886162729</c:v>
                </c:pt>
                <c:pt idx="1541">
                  <c:v>182.31242450181196</c:v>
                </c:pt>
                <c:pt idx="1542">
                  <c:v>177.5597385662744</c:v>
                </c:pt>
                <c:pt idx="1543">
                  <c:v>176.03017527579337</c:v>
                </c:pt>
                <c:pt idx="1544">
                  <c:v>177.6928020394177</c:v>
                </c:pt>
                <c:pt idx="1545">
                  <c:v>180.66286409126181</c:v>
                </c:pt>
                <c:pt idx="1546">
                  <c:v>177.61653720310713</c:v>
                </c:pt>
                <c:pt idx="1547">
                  <c:v>180.57166628000928</c:v>
                </c:pt>
                <c:pt idx="1548">
                  <c:v>174.28301720758702</c:v>
                </c:pt>
                <c:pt idx="1549">
                  <c:v>173.33637326037507</c:v>
                </c:pt>
                <c:pt idx="1550">
                  <c:v>175.94884389441319</c:v>
                </c:pt>
                <c:pt idx="1551">
                  <c:v>174.83767056257315</c:v>
                </c:pt>
                <c:pt idx="1552">
                  <c:v>173.05211341594466</c:v>
                </c:pt>
                <c:pt idx="1553">
                  <c:v>164.22005871859076</c:v>
                </c:pt>
                <c:pt idx="1554">
                  <c:v>169.44446666613334</c:v>
                </c:pt>
                <c:pt idx="1555">
                  <c:v>171.26442298718163</c:v>
                </c:pt>
                <c:pt idx="1556">
                  <c:v>170.54230698463238</c:v>
                </c:pt>
                <c:pt idx="1557">
                  <c:v>166.4408054206699</c:v>
                </c:pt>
                <c:pt idx="1558">
                  <c:v>165.93041766997592</c:v>
                </c:pt>
                <c:pt idx="1559">
                  <c:v>169.50313192483378</c:v>
                </c:pt>
                <c:pt idx="1560">
                  <c:v>169.18153964304855</c:v>
                </c:pt>
                <c:pt idx="1561">
                  <c:v>172.13000221328022</c:v>
                </c:pt>
                <c:pt idx="1562">
                  <c:v>174.5843433090939</c:v>
                </c:pt>
                <c:pt idx="1563">
                  <c:v>179.85061691852729</c:v>
                </c:pt>
                <c:pt idx="1564">
                  <c:v>179.80635131423512</c:v>
                </c:pt>
                <c:pt idx="1565">
                  <c:v>174.83207069696996</c:v>
                </c:pt>
                <c:pt idx="1566">
                  <c:v>173.14651115039905</c:v>
                </c:pt>
                <c:pt idx="1567">
                  <c:v>172.10440282766547</c:v>
                </c:pt>
                <c:pt idx="1568">
                  <c:v>174.8422037871091</c:v>
                </c:pt>
                <c:pt idx="1569">
                  <c:v>175.07739814244459</c:v>
                </c:pt>
                <c:pt idx="1570">
                  <c:v>175.48645499174685</c:v>
                </c:pt>
                <c:pt idx="1571">
                  <c:v>176.75522454127767</c:v>
                </c:pt>
                <c:pt idx="1572">
                  <c:v>175.31419245938096</c:v>
                </c:pt>
                <c:pt idx="1573">
                  <c:v>173.0747795386244</c:v>
                </c:pt>
                <c:pt idx="1574">
                  <c:v>171.5668157297558</c:v>
                </c:pt>
                <c:pt idx="1575">
                  <c:v>178.44505065211766</c:v>
                </c:pt>
                <c:pt idx="1576">
                  <c:v>180.91512470367377</c:v>
                </c:pt>
                <c:pt idx="1577">
                  <c:v>179.65008839787845</c:v>
                </c:pt>
                <c:pt idx="1578">
                  <c:v>177.77999994666794</c:v>
                </c:pt>
                <c:pt idx="1579">
                  <c:v>184.56570375644318</c:v>
                </c:pt>
                <c:pt idx="1580">
                  <c:v>186.36139399321081</c:v>
                </c:pt>
                <c:pt idx="1581">
                  <c:v>184.85956337047909</c:v>
                </c:pt>
                <c:pt idx="1582">
                  <c:v>184.97796052894728</c:v>
                </c:pt>
                <c:pt idx="1583">
                  <c:v>187.16910794140941</c:v>
                </c:pt>
                <c:pt idx="1584">
                  <c:v>187.4165686690186</c:v>
                </c:pt>
                <c:pt idx="1585">
                  <c:v>189.47091936460191</c:v>
                </c:pt>
                <c:pt idx="1586">
                  <c:v>188.46054361361993</c:v>
                </c:pt>
                <c:pt idx="1587">
                  <c:v>188.65547226866553</c:v>
                </c:pt>
                <c:pt idx="1588">
                  <c:v>190.12343703751108</c:v>
                </c:pt>
                <c:pt idx="1589">
                  <c:v>188.21761611054669</c:v>
                </c:pt>
                <c:pt idx="1590">
                  <c:v>189.02826332168027</c:v>
                </c:pt>
                <c:pt idx="1591">
                  <c:v>187.11710918937948</c:v>
                </c:pt>
                <c:pt idx="1592">
                  <c:v>185.59821230957124</c:v>
                </c:pt>
                <c:pt idx="1593">
                  <c:v>187.36190331432044</c:v>
                </c:pt>
                <c:pt idx="1594">
                  <c:v>186.91498070712967</c:v>
                </c:pt>
                <c:pt idx="1595">
                  <c:v>186.39872643056566</c:v>
                </c:pt>
                <c:pt idx="1596">
                  <c:v>187.98348839627849</c:v>
                </c:pt>
                <c:pt idx="1597">
                  <c:v>186.6808529928615</c:v>
                </c:pt>
                <c:pt idx="1598">
                  <c:v>184.55770394843859</c:v>
                </c:pt>
                <c:pt idx="1599">
                  <c:v>184.30491001549296</c:v>
                </c:pt>
                <c:pt idx="1600">
                  <c:v>185.97580324738874</c:v>
                </c:pt>
                <c:pt idx="1601">
                  <c:v>185.30221941340073</c:v>
                </c:pt>
                <c:pt idx="1602">
                  <c:v>184.39024130087546</c:v>
                </c:pt>
                <c:pt idx="1603">
                  <c:v>185.73954225098598</c:v>
                </c:pt>
                <c:pt idx="1604">
                  <c:v>188.60694010010425</c:v>
                </c:pt>
                <c:pt idx="1605">
                  <c:v>188.57920743235493</c:v>
                </c:pt>
                <c:pt idx="1606">
                  <c:v>186.71711878914908</c:v>
                </c:pt>
                <c:pt idx="1607">
                  <c:v>185.44728259855094</c:v>
                </c:pt>
                <c:pt idx="1608">
                  <c:v>184.97689388788001</c:v>
                </c:pt>
                <c:pt idx="1609">
                  <c:v>185.64834443973345</c:v>
                </c:pt>
                <c:pt idx="1610">
                  <c:v>187.79282630550199</c:v>
                </c:pt>
                <c:pt idx="1611">
                  <c:v>189.75091264476319</c:v>
                </c:pt>
                <c:pt idx="1612">
                  <c:v>190.77568805015349</c:v>
                </c:pt>
                <c:pt idx="1613">
                  <c:v>188.12401835689278</c:v>
                </c:pt>
                <c:pt idx="1614">
                  <c:v>187.04591089813843</c:v>
                </c:pt>
                <c:pt idx="1615">
                  <c:v>187.72296131559509</c:v>
                </c:pt>
                <c:pt idx="1616">
                  <c:v>190.25356724771939</c:v>
                </c:pt>
                <c:pt idx="1617">
                  <c:v>190.22610124023689</c:v>
                </c:pt>
                <c:pt idx="1618">
                  <c:v>191.5028705977723</c:v>
                </c:pt>
                <c:pt idx="1619">
                  <c:v>190.67169054609357</c:v>
                </c:pt>
                <c:pt idx="1620">
                  <c:v>187.08457663682736</c:v>
                </c:pt>
                <c:pt idx="1621">
                  <c:v>183.54466159478838</c:v>
                </c:pt>
                <c:pt idx="1622">
                  <c:v>184.94116141212612</c:v>
                </c:pt>
                <c:pt idx="1623">
                  <c:v>186.84564903775643</c:v>
                </c:pt>
                <c:pt idx="1624">
                  <c:v>186.39392654576287</c:v>
                </c:pt>
                <c:pt idx="1625">
                  <c:v>185.5819460332952</c:v>
                </c:pt>
                <c:pt idx="1626">
                  <c:v>184.17104656154919</c:v>
                </c:pt>
                <c:pt idx="1627">
                  <c:v>185.01689292790306</c:v>
                </c:pt>
                <c:pt idx="1628">
                  <c:v>184.44543997610722</c:v>
                </c:pt>
                <c:pt idx="1629">
                  <c:v>185.11555722662655</c:v>
                </c:pt>
                <c:pt idx="1630">
                  <c:v>187.76856022122132</c:v>
                </c:pt>
                <c:pt idx="1631">
                  <c:v>192.14498852027552</c:v>
                </c:pt>
                <c:pt idx="1632">
                  <c:v>191.11407992874837</c:v>
                </c:pt>
                <c:pt idx="1633">
                  <c:v>190.97808319267006</c:v>
                </c:pt>
                <c:pt idx="1634">
                  <c:v>192.14978840507825</c:v>
                </c:pt>
                <c:pt idx="1635">
                  <c:v>192.17725441256076</c:v>
                </c:pt>
                <c:pt idx="1636">
                  <c:v>190.96288355746128</c:v>
                </c:pt>
                <c:pt idx="1637">
                  <c:v>191.65966683466266</c:v>
                </c:pt>
                <c:pt idx="1638">
                  <c:v>192.89857043430956</c:v>
                </c:pt>
                <c:pt idx="1639">
                  <c:v>192.49938001487962</c:v>
                </c:pt>
                <c:pt idx="1640">
                  <c:v>191.2884757432488</c:v>
                </c:pt>
                <c:pt idx="1641">
                  <c:v>189.6194491332208</c:v>
                </c:pt>
                <c:pt idx="1642">
                  <c:v>186.84271577482139</c:v>
                </c:pt>
                <c:pt idx="1643">
                  <c:v>187.32563751803292</c:v>
                </c:pt>
                <c:pt idx="1644">
                  <c:v>190.45996229423824</c:v>
                </c:pt>
                <c:pt idx="1645">
                  <c:v>189.78877840265167</c:v>
                </c:pt>
                <c:pt idx="1646">
                  <c:v>189.95570772968117</c:v>
                </c:pt>
                <c:pt idx="1647">
                  <c:v>190.01037308437932</c:v>
                </c:pt>
                <c:pt idx="1648">
                  <c:v>193.84948094579065</c:v>
                </c:pt>
                <c:pt idx="1649">
                  <c:v>194.25987109642699</c:v>
                </c:pt>
                <c:pt idx="1650">
                  <c:v>195.0582519352869</c:v>
                </c:pt>
                <c:pt idx="1651">
                  <c:v>196.42888570674305</c:v>
                </c:pt>
                <c:pt idx="1652">
                  <c:v>196.05476135239422</c:v>
                </c:pt>
                <c:pt idx="1653">
                  <c:v>195.15451629160899</c:v>
                </c:pt>
                <c:pt idx="1654">
                  <c:v>194.49559877229615</c:v>
                </c:pt>
                <c:pt idx="1655">
                  <c:v>196.09236045001583</c:v>
                </c:pt>
                <c:pt idx="1656">
                  <c:v>195.63903799642139</c:v>
                </c:pt>
                <c:pt idx="1657">
                  <c:v>194.51159838830537</c:v>
                </c:pt>
                <c:pt idx="1658">
                  <c:v>195.2649136420726</c:v>
                </c:pt>
                <c:pt idx="1659">
                  <c:v>196.54061635854072</c:v>
                </c:pt>
                <c:pt idx="1660">
                  <c:v>200.89437853491515</c:v>
                </c:pt>
                <c:pt idx="1661">
                  <c:v>201.65889351988881</c:v>
                </c:pt>
                <c:pt idx="1662">
                  <c:v>198.10564546450883</c:v>
                </c:pt>
                <c:pt idx="1663">
                  <c:v>198.58643392558577</c:v>
                </c:pt>
                <c:pt idx="1664">
                  <c:v>197.03340453162457</c:v>
                </c:pt>
                <c:pt idx="1665">
                  <c:v>201.44423200509851</c:v>
                </c:pt>
                <c:pt idx="1666">
                  <c:v>201.75675783781188</c:v>
                </c:pt>
                <c:pt idx="1667">
                  <c:v>203.57511419725927</c:v>
                </c:pt>
                <c:pt idx="1668">
                  <c:v>202.36847648989755</c:v>
                </c:pt>
                <c:pt idx="1669">
                  <c:v>201.29116901194371</c:v>
                </c:pt>
                <c:pt idx="1670">
                  <c:v>199.59574303550048</c:v>
                </c:pt>
                <c:pt idx="1671">
                  <c:v>198.53336853248857</c:v>
                </c:pt>
                <c:pt idx="1672">
                  <c:v>200.4199899202419</c:v>
                </c:pt>
                <c:pt idx="1673">
                  <c:v>201.28050260127091</c:v>
                </c:pt>
                <c:pt idx="1674">
                  <c:v>200.11013069019677</c:v>
                </c:pt>
                <c:pt idx="1675">
                  <c:v>201.34556770637505</c:v>
                </c:pt>
                <c:pt idx="1676">
                  <c:v>201.46316488404275</c:v>
                </c:pt>
                <c:pt idx="1677">
                  <c:v>204.22869851123573</c:v>
                </c:pt>
                <c:pt idx="1678">
                  <c:v>205.44306936633521</c:v>
                </c:pt>
                <c:pt idx="1679">
                  <c:v>206.0523880760195</c:v>
                </c:pt>
                <c:pt idx="1680">
                  <c:v>209.81309781898568</c:v>
                </c:pt>
                <c:pt idx="1681">
                  <c:v>211.64718713417545</c:v>
                </c:pt>
                <c:pt idx="1682">
                  <c:v>210.87760560413216</c:v>
                </c:pt>
                <c:pt idx="1683">
                  <c:v>210.75867512513028</c:v>
                </c:pt>
                <c:pt idx="1684">
                  <c:v>213.48927625736982</c:v>
                </c:pt>
                <c:pt idx="1685">
                  <c:v>215.05430536333793</c:v>
                </c:pt>
                <c:pt idx="1686">
                  <c:v>219.68752749934001</c:v>
                </c:pt>
                <c:pt idx="1687">
                  <c:v>219.93232162428106</c:v>
                </c:pt>
                <c:pt idx="1688">
                  <c:v>217.99130154209632</c:v>
                </c:pt>
                <c:pt idx="1689">
                  <c:v>210.70934297576858</c:v>
                </c:pt>
                <c:pt idx="1690">
                  <c:v>208.61152665669357</c:v>
                </c:pt>
                <c:pt idx="1691">
                  <c:v>212.06824369548465</c:v>
                </c:pt>
                <c:pt idx="1692">
                  <c:v>212.99995466775462</c:v>
                </c:pt>
                <c:pt idx="1693">
                  <c:v>210.13922332530686</c:v>
                </c:pt>
                <c:pt idx="1694">
                  <c:v>211.05466802130078</c:v>
                </c:pt>
                <c:pt idx="1695">
                  <c:v>210.33228535848471</c:v>
                </c:pt>
                <c:pt idx="1696">
                  <c:v>209.96189424787138</c:v>
                </c:pt>
                <c:pt idx="1697">
                  <c:v>208.11900514387656</c:v>
                </c:pt>
                <c:pt idx="1698">
                  <c:v>205.64946441285406</c:v>
                </c:pt>
                <c:pt idx="1699">
                  <c:v>206.57290891685264</c:v>
                </c:pt>
                <c:pt idx="1700">
                  <c:v>206.40757955142411</c:v>
                </c:pt>
                <c:pt idx="1701">
                  <c:v>204.29963014220988</c:v>
                </c:pt>
                <c:pt idx="1702">
                  <c:v>202.8833974651275</c:v>
                </c:pt>
                <c:pt idx="1703">
                  <c:v>202.53513915666025</c:v>
                </c:pt>
                <c:pt idx="1704">
                  <c:v>198.01551429432359</c:v>
                </c:pt>
                <c:pt idx="1705">
                  <c:v>198.78349586276596</c:v>
                </c:pt>
                <c:pt idx="1706">
                  <c:v>199.68560754541889</c:v>
                </c:pt>
                <c:pt idx="1707">
                  <c:v>199.27388409344843</c:v>
                </c:pt>
                <c:pt idx="1708">
                  <c:v>192.13138884666768</c:v>
                </c:pt>
                <c:pt idx="1709">
                  <c:v>191.86979512491698</c:v>
                </c:pt>
                <c:pt idx="1710">
                  <c:v>190.37036444458667</c:v>
                </c:pt>
                <c:pt idx="1711">
                  <c:v>193.94147873784362</c:v>
                </c:pt>
                <c:pt idx="1712">
                  <c:v>194.70599372281731</c:v>
                </c:pt>
                <c:pt idx="1713">
                  <c:v>193.04683354266163</c:v>
                </c:pt>
                <c:pt idx="1714">
                  <c:v>190.58689258124474</c:v>
                </c:pt>
                <c:pt idx="1715">
                  <c:v>195.29344629062234</c:v>
                </c:pt>
                <c:pt idx="1716">
                  <c:v>198.84696100626914</c:v>
                </c:pt>
                <c:pt idx="1717">
                  <c:v>197.76832022698119</c:v>
                </c:pt>
                <c:pt idx="1718">
                  <c:v>197.89205059078583</c:v>
                </c:pt>
                <c:pt idx="1719">
                  <c:v>196.92994034809828</c:v>
                </c:pt>
                <c:pt idx="1720">
                  <c:v>196.76301102106882</c:v>
                </c:pt>
                <c:pt idx="1721">
                  <c:v>196.20622438394813</c:v>
                </c:pt>
                <c:pt idx="1722">
                  <c:v>194.92145521840808</c:v>
                </c:pt>
                <c:pt idx="1723">
                  <c:v>189.9615742555512</c:v>
                </c:pt>
                <c:pt idx="1724">
                  <c:v>183.67479180499666</c:v>
                </c:pt>
                <c:pt idx="1725">
                  <c:v>184.57077030151274</c:v>
                </c:pt>
                <c:pt idx="1726">
                  <c:v>186.81951633160801</c:v>
                </c:pt>
                <c:pt idx="1727">
                  <c:v>187.68162897423795</c:v>
                </c:pt>
                <c:pt idx="1728">
                  <c:v>185.89980507134496</c:v>
                </c:pt>
                <c:pt idx="1729">
                  <c:v>186.97097936316197</c:v>
                </c:pt>
                <c:pt idx="1730">
                  <c:v>187.64242991501538</c:v>
                </c:pt>
                <c:pt idx="1731">
                  <c:v>186.90431429645687</c:v>
                </c:pt>
                <c:pt idx="1732">
                  <c:v>187.00137863357944</c:v>
                </c:pt>
                <c:pt idx="1733">
                  <c:v>189.23119178473047</c:v>
                </c:pt>
                <c:pt idx="1734">
                  <c:v>194.24547144201873</c:v>
                </c:pt>
                <c:pt idx="1735">
                  <c:v>196.47608457397024</c:v>
                </c:pt>
                <c:pt idx="1736">
                  <c:v>201.03997504059902</c:v>
                </c:pt>
                <c:pt idx="1737">
                  <c:v>199.94320136316728</c:v>
                </c:pt>
                <c:pt idx="1738">
                  <c:v>201.27303611379995</c:v>
                </c:pt>
                <c:pt idx="1739">
                  <c:v>204.51722491993527</c:v>
                </c:pt>
                <c:pt idx="1740">
                  <c:v>205.02014618315826</c:v>
                </c:pt>
                <c:pt idx="1741">
                  <c:v>206.54197632590149</c:v>
                </c:pt>
                <c:pt idx="1742">
                  <c:v>205.16814263124351</c:v>
                </c:pt>
                <c:pt idx="1743">
                  <c:v>204.63722204000439</c:v>
                </c:pt>
                <c:pt idx="1744">
                  <c:v>203.81457511686386</c:v>
                </c:pt>
                <c:pt idx="1745">
                  <c:v>203.78337586564589</c:v>
                </c:pt>
                <c:pt idx="1746">
                  <c:v>202.8823308240602</c:v>
                </c:pt>
                <c:pt idx="1747">
                  <c:v>201.86635520747501</c:v>
                </c:pt>
                <c:pt idx="1748">
                  <c:v>200.39145727169213</c:v>
                </c:pt>
                <c:pt idx="1749">
                  <c:v>197.04887082710016</c:v>
                </c:pt>
                <c:pt idx="1750">
                  <c:v>201.09784031849901</c:v>
                </c:pt>
                <c:pt idx="1751">
                  <c:v>202.56633840787819</c:v>
                </c:pt>
                <c:pt idx="1752">
                  <c:v>201.0053092059124</c:v>
                </c:pt>
                <c:pt idx="1753">
                  <c:v>202.53033927185746</c:v>
                </c:pt>
                <c:pt idx="1754">
                  <c:v>205.35773808095271</c:v>
                </c:pt>
                <c:pt idx="1755">
                  <c:v>209.75763248348707</c:v>
                </c:pt>
                <c:pt idx="1756">
                  <c:v>208.04834017316915</c:v>
                </c:pt>
                <c:pt idx="1757">
                  <c:v>206.87156841569134</c:v>
                </c:pt>
                <c:pt idx="1758">
                  <c:v>202.63753669911918</c:v>
                </c:pt>
                <c:pt idx="1759">
                  <c:v>202.81353247522057</c:v>
                </c:pt>
                <c:pt idx="1760">
                  <c:v>205.91639133994116</c:v>
                </c:pt>
                <c:pt idx="1761">
                  <c:v>208.05340671823873</c:v>
                </c:pt>
                <c:pt idx="1762">
                  <c:v>205.42040324365547</c:v>
                </c:pt>
                <c:pt idx="1763">
                  <c:v>196.84087581898035</c:v>
                </c:pt>
                <c:pt idx="1764">
                  <c:v>203.56898101112239</c:v>
                </c:pt>
                <c:pt idx="1765">
                  <c:v>202.41540869685798</c:v>
                </c:pt>
                <c:pt idx="1766">
                  <c:v>200.16399606409445</c:v>
                </c:pt>
                <c:pt idx="1767">
                  <c:v>200.52398742430179</c:v>
                </c:pt>
                <c:pt idx="1768">
                  <c:v>200.98504302563404</c:v>
                </c:pt>
                <c:pt idx="1769">
                  <c:v>199.31068321026962</c:v>
                </c:pt>
                <c:pt idx="1770">
                  <c:v>199.4194805991323</c:v>
                </c:pt>
                <c:pt idx="1771">
                  <c:v>187.87869091141812</c:v>
                </c:pt>
                <c:pt idx="1772">
                  <c:v>194.29267030924592</c:v>
                </c:pt>
                <c:pt idx="1773">
                  <c:v>193.09029916615336</c:v>
                </c:pt>
                <c:pt idx="1774">
                  <c:v>188.65040572359598</c:v>
                </c:pt>
                <c:pt idx="1775">
                  <c:v>186.36512723694631</c:v>
                </c:pt>
                <c:pt idx="1776">
                  <c:v>183.50386257396488</c:v>
                </c:pt>
                <c:pt idx="1777">
                  <c:v>175.30912591431138</c:v>
                </c:pt>
                <c:pt idx="1778">
                  <c:v>176.83895586505923</c:v>
                </c:pt>
                <c:pt idx="1779">
                  <c:v>180.3447383929452</c:v>
                </c:pt>
                <c:pt idx="1780">
                  <c:v>183.86545389577316</c:v>
                </c:pt>
                <c:pt idx="1781">
                  <c:v>184.24224485279018</c:v>
                </c:pt>
                <c:pt idx="1782">
                  <c:v>188.326946819943</c:v>
                </c:pt>
                <c:pt idx="1783">
                  <c:v>186.78298387505367</c:v>
                </c:pt>
                <c:pt idx="1784">
                  <c:v>190.6527576671493</c:v>
                </c:pt>
                <c:pt idx="1785">
                  <c:v>194.28093725750583</c:v>
                </c:pt>
                <c:pt idx="1786">
                  <c:v>192.09405640931283</c:v>
                </c:pt>
                <c:pt idx="1787">
                  <c:v>193.85428083059341</c:v>
                </c:pt>
                <c:pt idx="1788">
                  <c:v>192.78123991690865</c:v>
                </c:pt>
                <c:pt idx="1789">
                  <c:v>189.47331930700329</c:v>
                </c:pt>
                <c:pt idx="1790">
                  <c:v>188.84933428264387</c:v>
                </c:pt>
                <c:pt idx="1791">
                  <c:v>190.45142916570001</c:v>
                </c:pt>
                <c:pt idx="1792">
                  <c:v>191.18154497625392</c:v>
                </c:pt>
                <c:pt idx="1793">
                  <c:v>193.77828265454963</c:v>
                </c:pt>
                <c:pt idx="1794">
                  <c:v>193.98787762427034</c:v>
                </c:pt>
                <c:pt idx="1795">
                  <c:v>198.12057843945078</c:v>
                </c:pt>
                <c:pt idx="1796">
                  <c:v>206.04945481308445</c:v>
                </c:pt>
                <c:pt idx="1797">
                  <c:v>203.02392742574179</c:v>
                </c:pt>
                <c:pt idx="1798">
                  <c:v>200.70344978387186</c:v>
                </c:pt>
                <c:pt idx="1799">
                  <c:v>200.30105944124008</c:v>
                </c:pt>
                <c:pt idx="1800">
                  <c:v>201.33943452023817</c:v>
                </c:pt>
                <c:pt idx="1801">
                  <c:v>200.60211888248017</c:v>
                </c:pt>
                <c:pt idx="1802">
                  <c:v>201.3146351154239</c:v>
                </c:pt>
                <c:pt idx="1803">
                  <c:v>199.80000479988479</c:v>
                </c:pt>
                <c:pt idx="1804">
                  <c:v>195.88329880082878</c:v>
                </c:pt>
                <c:pt idx="1805">
                  <c:v>193.81721505350538</c:v>
                </c:pt>
                <c:pt idx="1806">
                  <c:v>193.67481847102337</c:v>
                </c:pt>
                <c:pt idx="1807">
                  <c:v>196.34782098562965</c:v>
                </c:pt>
                <c:pt idx="1808">
                  <c:v>192.23405304939348</c:v>
                </c:pt>
                <c:pt idx="1809">
                  <c:v>192.4345815700423</c:v>
                </c:pt>
                <c:pt idx="1810">
                  <c:v>194.1542736307662</c:v>
                </c:pt>
                <c:pt idx="1811">
                  <c:v>192.14925508454462</c:v>
                </c:pt>
                <c:pt idx="1812">
                  <c:v>194.24707140361963</c:v>
                </c:pt>
                <c:pt idx="1813">
                  <c:v>192.46551416099348</c:v>
                </c:pt>
                <c:pt idx="1814">
                  <c:v>192.86870448442571</c:v>
                </c:pt>
                <c:pt idx="1815">
                  <c:v>188.07308624593011</c:v>
                </c:pt>
                <c:pt idx="1816">
                  <c:v>187.90402363676603</c:v>
                </c:pt>
                <c:pt idx="1817">
                  <c:v>184.48197243266159</c:v>
                </c:pt>
                <c:pt idx="1818">
                  <c:v>182.79774618742485</c:v>
                </c:pt>
                <c:pt idx="1819">
                  <c:v>183.90305299339482</c:v>
                </c:pt>
                <c:pt idx="1820">
                  <c:v>185.02569271670814</c:v>
                </c:pt>
                <c:pt idx="1821">
                  <c:v>178.83384132114162</c:v>
                </c:pt>
                <c:pt idx="1822">
                  <c:v>176.64296056894634</c:v>
                </c:pt>
                <c:pt idx="1823">
                  <c:v>179.18289961040935</c:v>
                </c:pt>
                <c:pt idx="1824">
                  <c:v>182.93907612883956</c:v>
                </c:pt>
                <c:pt idx="1825">
                  <c:v>182.20202715134835</c:v>
                </c:pt>
                <c:pt idx="1826">
                  <c:v>177.67920236580989</c:v>
                </c:pt>
                <c:pt idx="1827">
                  <c:v>182.80307939276125</c:v>
                </c:pt>
                <c:pt idx="1828">
                  <c:v>182.64948307907275</c:v>
                </c:pt>
                <c:pt idx="1829">
                  <c:v>182.8764109661368</c:v>
                </c:pt>
                <c:pt idx="1830">
                  <c:v>183.1396046494884</c:v>
                </c:pt>
                <c:pt idx="1831">
                  <c:v>187.16830796060896</c:v>
                </c:pt>
                <c:pt idx="1832">
                  <c:v>189.93304160700143</c:v>
                </c:pt>
                <c:pt idx="1833">
                  <c:v>191.07248092712439</c:v>
                </c:pt>
                <c:pt idx="1834">
                  <c:v>189.26159105514802</c:v>
                </c:pt>
                <c:pt idx="1835">
                  <c:v>189.97304064702448</c:v>
                </c:pt>
                <c:pt idx="1836">
                  <c:v>189.93490822886918</c:v>
                </c:pt>
                <c:pt idx="1837">
                  <c:v>188.12908490196236</c:v>
                </c:pt>
                <c:pt idx="1838">
                  <c:v>188.31654706953697</c:v>
                </c:pt>
                <c:pt idx="1839">
                  <c:v>186.64085395283846</c:v>
                </c:pt>
                <c:pt idx="1840">
                  <c:v>186.37499366681865</c:v>
                </c:pt>
                <c:pt idx="1841">
                  <c:v>187.1179091701799</c:v>
                </c:pt>
                <c:pt idx="1842">
                  <c:v>183.9091861795317</c:v>
                </c:pt>
                <c:pt idx="1843">
                  <c:v>178.16025748715361</c:v>
                </c:pt>
                <c:pt idx="1844">
                  <c:v>177.65626958286333</c:v>
                </c:pt>
                <c:pt idx="1845">
                  <c:v>177.80373271041495</c:v>
                </c:pt>
                <c:pt idx="1846">
                  <c:v>173.95369177806396</c:v>
                </c:pt>
                <c:pt idx="1847">
                  <c:v>174.62540899018421</c:v>
                </c:pt>
                <c:pt idx="1848">
                  <c:v>174.31474977933863</c:v>
                </c:pt>
                <c:pt idx="1849">
                  <c:v>177.01841822462927</c:v>
                </c:pt>
                <c:pt idx="1850">
                  <c:v>175.17072923583169</c:v>
                </c:pt>
                <c:pt idx="1851">
                  <c:v>176.71575882178828</c:v>
                </c:pt>
                <c:pt idx="1852">
                  <c:v>179.34209578970101</c:v>
                </c:pt>
                <c:pt idx="1853">
                  <c:v>180.32233893053234</c:v>
                </c:pt>
                <c:pt idx="1854">
                  <c:v>179.4220938697471</c:v>
                </c:pt>
                <c:pt idx="1855">
                  <c:v>177.43520822166934</c:v>
                </c:pt>
                <c:pt idx="1856">
                  <c:v>178.26292168987942</c:v>
                </c:pt>
                <c:pt idx="1857">
                  <c:v>178.87277372009734</c:v>
                </c:pt>
                <c:pt idx="1858">
                  <c:v>181.01378900239729</c:v>
                </c:pt>
                <c:pt idx="1859">
                  <c:v>180.34713833534661</c:v>
                </c:pt>
                <c:pt idx="1860">
                  <c:v>183.05827326810822</c:v>
                </c:pt>
                <c:pt idx="1861">
                  <c:v>186.23713030887259</c:v>
                </c:pt>
                <c:pt idx="1862">
                  <c:v>187.32377089616517</c:v>
                </c:pt>
                <c:pt idx="1863">
                  <c:v>189.16692666042684</c:v>
                </c:pt>
                <c:pt idx="1864">
                  <c:v>187.36750317992369</c:v>
                </c:pt>
                <c:pt idx="1865">
                  <c:v>185.74380881525511</c:v>
                </c:pt>
                <c:pt idx="1866">
                  <c:v>184.80196475284592</c:v>
                </c:pt>
                <c:pt idx="1867">
                  <c:v>184.96969406067586</c:v>
                </c:pt>
                <c:pt idx="1868">
                  <c:v>188.57520752835265</c:v>
                </c:pt>
                <c:pt idx="1869">
                  <c:v>190.5039612382636</c:v>
                </c:pt>
                <c:pt idx="1870">
                  <c:v>191.8465956817036</c:v>
                </c:pt>
                <c:pt idx="1871">
                  <c:v>193.0673663832068</c:v>
                </c:pt>
                <c:pt idx="1872">
                  <c:v>195.93636419392598</c:v>
                </c:pt>
                <c:pt idx="1873">
                  <c:v>195.86943246695412</c:v>
                </c:pt>
                <c:pt idx="1874">
                  <c:v>194.17400649051089</c:v>
                </c:pt>
                <c:pt idx="1875">
                  <c:v>196.17529179299694</c:v>
                </c:pt>
                <c:pt idx="1876">
                  <c:v>199.34534904495624</c:v>
                </c:pt>
                <c:pt idx="1877">
                  <c:v>199.94933454930415</c:v>
                </c:pt>
                <c:pt idx="1878">
                  <c:v>202.14554850683578</c:v>
                </c:pt>
                <c:pt idx="1879">
                  <c:v>202.78979971147359</c:v>
                </c:pt>
                <c:pt idx="1880">
                  <c:v>202.60447082603349</c:v>
                </c:pt>
                <c:pt idx="1881">
                  <c:v>201.35810073891562</c:v>
                </c:pt>
                <c:pt idx="1882">
                  <c:v>202.2383462796893</c:v>
                </c:pt>
                <c:pt idx="1883">
                  <c:v>203.92790573026249</c:v>
                </c:pt>
                <c:pt idx="1884">
                  <c:v>204.19696593948407</c:v>
                </c:pt>
                <c:pt idx="1885">
                  <c:v>207.35422349863603</c:v>
                </c:pt>
                <c:pt idx="1886">
                  <c:v>208.22060270553507</c:v>
                </c:pt>
                <c:pt idx="1887">
                  <c:v>209.27311077867463</c:v>
                </c:pt>
                <c:pt idx="1888">
                  <c:v>210.45734902362341</c:v>
                </c:pt>
                <c:pt idx="1889">
                  <c:v>211.49439080128744</c:v>
                </c:pt>
                <c:pt idx="1890">
                  <c:v>207.92007658482862</c:v>
                </c:pt>
                <c:pt idx="1891">
                  <c:v>204.24976467231454</c:v>
                </c:pt>
                <c:pt idx="1892">
                  <c:v>206.38251348634299</c:v>
                </c:pt>
                <c:pt idx="1893">
                  <c:v>208.20033652525672</c:v>
                </c:pt>
                <c:pt idx="1894">
                  <c:v>207.73234775698714</c:v>
                </c:pt>
                <c:pt idx="1895">
                  <c:v>207.92647643123229</c:v>
                </c:pt>
                <c:pt idx="1896">
                  <c:v>204.13750069998318</c:v>
                </c:pt>
                <c:pt idx="1897">
                  <c:v>210.85760608412065</c:v>
                </c:pt>
                <c:pt idx="1898">
                  <c:v>209.60163622739719</c:v>
                </c:pt>
                <c:pt idx="1899">
                  <c:v>210.2402875664317</c:v>
                </c:pt>
                <c:pt idx="1900">
                  <c:v>212.29223831961366</c:v>
                </c:pt>
                <c:pt idx="1901">
                  <c:v>211.54958947651923</c:v>
                </c:pt>
                <c:pt idx="1902">
                  <c:v>210.42641643267231</c:v>
                </c:pt>
                <c:pt idx="1903">
                  <c:v>214.44258671125223</c:v>
                </c:pt>
                <c:pt idx="1904">
                  <c:v>215.54522691455404</c:v>
                </c:pt>
                <c:pt idx="1905">
                  <c:v>216.38947331930697</c:v>
                </c:pt>
                <c:pt idx="1906">
                  <c:v>217.98463503542581</c:v>
                </c:pt>
                <c:pt idx="1907">
                  <c:v>220.82350023599435</c:v>
                </c:pt>
                <c:pt idx="1908">
                  <c:v>219.7771253489916</c:v>
                </c:pt>
                <c:pt idx="1909">
                  <c:v>217.47104736153</c:v>
                </c:pt>
                <c:pt idx="1910">
                  <c:v>218.15156436245528</c:v>
                </c:pt>
                <c:pt idx="1911">
                  <c:v>221.15895885165423</c:v>
                </c:pt>
                <c:pt idx="1912">
                  <c:v>219.74645941830727</c:v>
                </c:pt>
                <c:pt idx="1913">
                  <c:v>216.69133274134751</c:v>
                </c:pt>
                <c:pt idx="1914">
                  <c:v>210.90827153481649</c:v>
                </c:pt>
                <c:pt idx="1915">
                  <c:v>205.94839057195961</c:v>
                </c:pt>
                <c:pt idx="1916">
                  <c:v>204.57722347996983</c:v>
                </c:pt>
                <c:pt idx="1917">
                  <c:v>201.38103352186212</c:v>
                </c:pt>
                <c:pt idx="1918">
                  <c:v>200.78318120365108</c:v>
                </c:pt>
                <c:pt idx="1919">
                  <c:v>206.03212189574114</c:v>
                </c:pt>
                <c:pt idx="1920">
                  <c:v>202.81993232162429</c:v>
                </c:pt>
                <c:pt idx="1921">
                  <c:v>208.58192736707656</c:v>
                </c:pt>
                <c:pt idx="1922">
                  <c:v>209.50350524920736</c:v>
                </c:pt>
                <c:pt idx="1923">
                  <c:v>208.94458532995208</c:v>
                </c:pt>
                <c:pt idx="1924">
                  <c:v>208.49152953662445</c:v>
                </c:pt>
                <c:pt idx="1925">
                  <c:v>206.46144492532179</c:v>
                </c:pt>
                <c:pt idx="1926">
                  <c:v>208.62725961243598</c:v>
                </c:pt>
                <c:pt idx="1927">
                  <c:v>205.98972291331674</c:v>
                </c:pt>
                <c:pt idx="1928">
                  <c:v>209.62483567061057</c:v>
                </c:pt>
                <c:pt idx="1929">
                  <c:v>212.90395697169933</c:v>
                </c:pt>
                <c:pt idx="1930">
                  <c:v>215.02817265718957</c:v>
                </c:pt>
                <c:pt idx="1931">
                  <c:v>215.3185656877568</c:v>
                </c:pt>
                <c:pt idx="1932">
                  <c:v>213.85913404744952</c:v>
                </c:pt>
                <c:pt idx="1933">
                  <c:v>217.5097131002189</c:v>
                </c:pt>
                <c:pt idx="1934">
                  <c:v>220.28751309968561</c:v>
                </c:pt>
                <c:pt idx="1935">
                  <c:v>219.31606974765936</c:v>
                </c:pt>
                <c:pt idx="1936">
                  <c:v>220.25764714980176</c:v>
                </c:pt>
                <c:pt idx="1937">
                  <c:v>218.61261996378752</c:v>
                </c:pt>
                <c:pt idx="1938">
                  <c:v>220.30351271569484</c:v>
                </c:pt>
                <c:pt idx="1939">
                  <c:v>220.20564839777182</c:v>
                </c:pt>
                <c:pt idx="1940">
                  <c:v>219.44353335519949</c:v>
                </c:pt>
                <c:pt idx="1941">
                  <c:v>220.25258060473215</c:v>
                </c:pt>
                <c:pt idx="1942">
                  <c:v>220.03978571180957</c:v>
                </c:pt>
                <c:pt idx="1943">
                  <c:v>222.3237308971251</c:v>
                </c:pt>
                <c:pt idx="1944">
                  <c:v>222.83838521208824</c:v>
                </c:pt>
                <c:pt idx="1945">
                  <c:v>221.88134151447031</c:v>
                </c:pt>
                <c:pt idx="1946">
                  <c:v>224.72553992037527</c:v>
                </c:pt>
                <c:pt idx="1947">
                  <c:v>224.40394763858998</c:v>
                </c:pt>
                <c:pt idx="1948">
                  <c:v>225.98230975789909</c:v>
                </c:pt>
                <c:pt idx="1949">
                  <c:v>226.84948894559867</c:v>
                </c:pt>
                <c:pt idx="1950">
                  <c:v>226.43749883336133</c:v>
                </c:pt>
                <c:pt idx="1951">
                  <c:v>226.32763480343135</c:v>
                </c:pt>
                <c:pt idx="1952">
                  <c:v>225.84284643835218</c:v>
                </c:pt>
                <c:pt idx="1953">
                  <c:v>226.43216562802496</c:v>
                </c:pt>
                <c:pt idx="1954">
                  <c:v>227.88306413979399</c:v>
                </c:pt>
                <c:pt idx="1955">
                  <c:v>229.72995314779112</c:v>
                </c:pt>
                <c:pt idx="1956">
                  <c:v>229.24223151977685</c:v>
                </c:pt>
                <c:pt idx="1957">
                  <c:v>229.43689351455561</c:v>
                </c:pt>
                <c:pt idx="1958">
                  <c:v>229.61288929065699</c:v>
                </c:pt>
                <c:pt idx="1959">
                  <c:v>230.55979989813576</c:v>
                </c:pt>
                <c:pt idx="1960">
                  <c:v>230.71792943636021</c:v>
                </c:pt>
                <c:pt idx="1961">
                  <c:v>229.88114951907818</c:v>
                </c:pt>
                <c:pt idx="1962">
                  <c:v>231.10352018218228</c:v>
                </c:pt>
                <c:pt idx="1963">
                  <c:v>230.06674506478512</c:v>
                </c:pt>
                <c:pt idx="1964">
                  <c:v>229.85421683212931</c:v>
                </c:pt>
                <c:pt idx="1965">
                  <c:v>232.51095307045961</c:v>
                </c:pt>
                <c:pt idx="1966">
                  <c:v>232.70614838577205</c:v>
                </c:pt>
                <c:pt idx="1967">
                  <c:v>233.10773874760341</c:v>
                </c:pt>
                <c:pt idx="1968">
                  <c:v>234.37597497660056</c:v>
                </c:pt>
                <c:pt idx="1969">
                  <c:v>234.92289518384891</c:v>
                </c:pt>
                <c:pt idx="1970">
                  <c:v>231.98483236402322</c:v>
                </c:pt>
                <c:pt idx="1971">
                  <c:v>230.49846803676712</c:v>
                </c:pt>
                <c:pt idx="1972">
                  <c:v>231.53444317336383</c:v>
                </c:pt>
                <c:pt idx="1973">
                  <c:v>231.24511678386384</c:v>
                </c:pt>
                <c:pt idx="1974">
                  <c:v>227.29027836665253</c:v>
                </c:pt>
                <c:pt idx="1975">
                  <c:v>226.17483847054336</c:v>
                </c:pt>
                <c:pt idx="1976">
                  <c:v>222.22426661760119</c:v>
                </c:pt>
                <c:pt idx="1977">
                  <c:v>227.35534347175667</c:v>
                </c:pt>
                <c:pt idx="1978">
                  <c:v>228.57851411566122</c:v>
                </c:pt>
                <c:pt idx="1979">
                  <c:v>228.40891818596353</c:v>
                </c:pt>
                <c:pt idx="1980">
                  <c:v>230.67366383206803</c:v>
                </c:pt>
                <c:pt idx="1981">
                  <c:v>229.25556453311785</c:v>
                </c:pt>
                <c:pt idx="1982">
                  <c:v>230.41100346925006</c:v>
                </c:pt>
                <c:pt idx="1983">
                  <c:v>231.59577503473247</c:v>
                </c:pt>
                <c:pt idx="1984">
                  <c:v>229.10810140556626</c:v>
                </c:pt>
                <c:pt idx="1985">
                  <c:v>227.24094621729077</c:v>
                </c:pt>
                <c:pt idx="1986">
                  <c:v>225.00153329653423</c:v>
                </c:pt>
                <c:pt idx="1987">
                  <c:v>227.10254953881105</c:v>
                </c:pt>
                <c:pt idx="1988">
                  <c:v>224.07328890773286</c:v>
                </c:pt>
                <c:pt idx="1989">
                  <c:v>225.2356610108024</c:v>
                </c:pt>
                <c:pt idx="1990">
                  <c:v>224.43328026794026</c:v>
                </c:pt>
                <c:pt idx="1991">
                  <c:v>225.97457661016134</c:v>
                </c:pt>
                <c:pt idx="1992">
                  <c:v>224.88820268313563</c:v>
                </c:pt>
                <c:pt idx="1993">
                  <c:v>225.24819404334298</c:v>
                </c:pt>
                <c:pt idx="1994">
                  <c:v>226.43723217309449</c:v>
                </c:pt>
                <c:pt idx="1995">
                  <c:v>225.74844870389774</c:v>
                </c:pt>
                <c:pt idx="1996">
                  <c:v>226.6974925935111</c:v>
                </c:pt>
                <c:pt idx="1997">
                  <c:v>228.37451901154373</c:v>
                </c:pt>
                <c:pt idx="1998">
                  <c:v>227.90626358300733</c:v>
                </c:pt>
                <c:pt idx="1999">
                  <c:v>222.1154692287385</c:v>
                </c:pt>
                <c:pt idx="2000">
                  <c:v>215.16976925887113</c:v>
                </c:pt>
                <c:pt idx="2001">
                  <c:v>215.39456386380058</c:v>
                </c:pt>
                <c:pt idx="2002">
                  <c:v>216.82172961182266</c:v>
                </c:pt>
                <c:pt idx="2003">
                  <c:v>216.06414779378628</c:v>
                </c:pt>
                <c:pt idx="2004">
                  <c:v>216.89772778786644</c:v>
                </c:pt>
                <c:pt idx="2005">
                  <c:v>221.3264214992173</c:v>
                </c:pt>
                <c:pt idx="2006">
                  <c:v>220.65950417189987</c:v>
                </c:pt>
                <c:pt idx="2007">
                  <c:v>221.27975595252377</c:v>
                </c:pt>
                <c:pt idx="2008">
                  <c:v>221.52881664173393</c:v>
                </c:pt>
                <c:pt idx="2009">
                  <c:v>221.61761451058507</c:v>
                </c:pt>
                <c:pt idx="2010">
                  <c:v>221.64481385780076</c:v>
                </c:pt>
                <c:pt idx="2011">
                  <c:v>220.16644933854917</c:v>
                </c:pt>
                <c:pt idx="2012">
                  <c:v>222.119202472474</c:v>
                </c:pt>
                <c:pt idx="2013">
                  <c:v>222.56025855379474</c:v>
                </c:pt>
                <c:pt idx="2014">
                  <c:v>222.02853798175508</c:v>
                </c:pt>
                <c:pt idx="2015">
                  <c:v>219.36406859568703</c:v>
                </c:pt>
                <c:pt idx="2016">
                  <c:v>217.07052364076591</c:v>
                </c:pt>
                <c:pt idx="2017">
                  <c:v>216.92066057081294</c:v>
                </c:pt>
                <c:pt idx="2018">
                  <c:v>213.30634731433111</c:v>
                </c:pt>
                <c:pt idx="2019">
                  <c:v>213.33647992448181</c:v>
                </c:pt>
                <c:pt idx="2020">
                  <c:v>212.84502505273207</c:v>
                </c:pt>
                <c:pt idx="2021">
                  <c:v>214.96604081502042</c:v>
                </c:pt>
                <c:pt idx="2022">
                  <c:v>214.76311235197022</c:v>
                </c:pt>
                <c:pt idx="2023">
                  <c:v>217.0515907618217</c:v>
                </c:pt>
                <c:pt idx="2024">
                  <c:v>215.40709689634116</c:v>
                </c:pt>
                <c:pt idx="2025">
                  <c:v>220.00191995392112</c:v>
                </c:pt>
                <c:pt idx="2026">
                  <c:v>220.53017394249204</c:v>
                </c:pt>
                <c:pt idx="2027">
                  <c:v>221.73921159225509</c:v>
                </c:pt>
                <c:pt idx="2028">
                  <c:v>220.03071926273768</c:v>
                </c:pt>
                <c:pt idx="2029">
                  <c:v>215.91721798676829</c:v>
                </c:pt>
                <c:pt idx="2030">
                  <c:v>211.00666917327314</c:v>
                </c:pt>
                <c:pt idx="2031">
                  <c:v>210.18908879520225</c:v>
                </c:pt>
                <c:pt idx="2032">
                  <c:v>208.26966819462999</c:v>
                </c:pt>
                <c:pt idx="2033">
                  <c:v>208.70219114741246</c:v>
                </c:pt>
                <c:pt idx="2034">
                  <c:v>211.18479823150912</c:v>
                </c:pt>
                <c:pt idx="2035">
                  <c:v>209.92536179131699</c:v>
                </c:pt>
                <c:pt idx="2036">
                  <c:v>212.7666269342869</c:v>
                </c:pt>
                <c:pt idx="2037">
                  <c:v>213.32314691114084</c:v>
                </c:pt>
                <c:pt idx="2038">
                  <c:v>211.28506249183351</c:v>
                </c:pt>
                <c:pt idx="2039">
                  <c:v>210.10349084955294</c:v>
                </c:pt>
                <c:pt idx="2040">
                  <c:v>210.29521958139674</c:v>
                </c:pt>
                <c:pt idx="2041">
                  <c:v>211.02373543034969</c:v>
                </c:pt>
                <c:pt idx="2042">
                  <c:v>212.84902495673438</c:v>
                </c:pt>
                <c:pt idx="2043">
                  <c:v>216.57426888421344</c:v>
                </c:pt>
                <c:pt idx="2044">
                  <c:v>217.6643760549747</c:v>
                </c:pt>
                <c:pt idx="2045">
                  <c:v>218.65688556807973</c:v>
                </c:pt>
                <c:pt idx="2046">
                  <c:v>218.88008021140823</c:v>
                </c:pt>
                <c:pt idx="2047">
                  <c:v>217.77957329024105</c:v>
                </c:pt>
                <c:pt idx="2048">
                  <c:v>220.61603854840817</c:v>
                </c:pt>
                <c:pt idx="2049">
                  <c:v>221.63708071006295</c:v>
                </c:pt>
                <c:pt idx="2050">
                  <c:v>224.70154049636145</c:v>
                </c:pt>
                <c:pt idx="2051">
                  <c:v>225.39485719009411</c:v>
                </c:pt>
                <c:pt idx="2052">
                  <c:v>225.40899018423553</c:v>
                </c:pt>
                <c:pt idx="2053">
                  <c:v>224.81593775082729</c:v>
                </c:pt>
                <c:pt idx="2054">
                  <c:v>225.43192296718212</c:v>
                </c:pt>
                <c:pt idx="2055">
                  <c:v>224.62394235871673</c:v>
                </c:pt>
                <c:pt idx="2056">
                  <c:v>227.38520942164055</c:v>
                </c:pt>
                <c:pt idx="2057">
                  <c:v>227.61320394977184</c:v>
                </c:pt>
                <c:pt idx="2058">
                  <c:v>228.42065123770362</c:v>
                </c:pt>
                <c:pt idx="2059">
                  <c:v>229.33236268996211</c:v>
                </c:pt>
                <c:pt idx="2060">
                  <c:v>230.57526619361136</c:v>
                </c:pt>
                <c:pt idx="2061">
                  <c:v>231.20565106437442</c:v>
                </c:pt>
                <c:pt idx="2062">
                  <c:v>230.99552277412005</c:v>
                </c:pt>
                <c:pt idx="2063">
                  <c:v>232.9834750632651</c:v>
                </c:pt>
                <c:pt idx="2064">
                  <c:v>227.52093949745205</c:v>
                </c:pt>
                <c:pt idx="2065">
                  <c:v>230.84245978096524</c:v>
                </c:pt>
                <c:pt idx="2066">
                  <c:v>230.38460410283488</c:v>
                </c:pt>
                <c:pt idx="2067">
                  <c:v>231.09338709204312</c:v>
                </c:pt>
                <c:pt idx="2068">
                  <c:v>231.86270196181957</c:v>
                </c:pt>
                <c:pt idx="2069">
                  <c:v>233.55999456013055</c:v>
                </c:pt>
                <c:pt idx="2070">
                  <c:v>235.04555890658619</c:v>
                </c:pt>
                <c:pt idx="2071">
                  <c:v>234.14744712793558</c:v>
                </c:pt>
                <c:pt idx="2072">
                  <c:v>233.05414003397252</c:v>
                </c:pt>
                <c:pt idx="2073">
                  <c:v>233.33999984000386</c:v>
                </c:pt>
                <c:pt idx="2074">
                  <c:v>234.49783871853742</c:v>
                </c:pt>
                <c:pt idx="2075">
                  <c:v>234.04824950867845</c:v>
                </c:pt>
                <c:pt idx="2076">
                  <c:v>234.41810729875817</c:v>
                </c:pt>
                <c:pt idx="2077">
                  <c:v>232.94294270270845</c:v>
                </c:pt>
                <c:pt idx="2078">
                  <c:v>232.96187558165272</c:v>
                </c:pt>
                <c:pt idx="2079">
                  <c:v>234.75703249788671</c:v>
                </c:pt>
                <c:pt idx="2080">
                  <c:v>236.3244615462562</c:v>
                </c:pt>
                <c:pt idx="2081">
                  <c:v>236.98817895037183</c:v>
                </c:pt>
                <c:pt idx="2082">
                  <c:v>235.34448506569174</c:v>
                </c:pt>
                <c:pt idx="2083">
                  <c:v>233.54212832225357</c:v>
                </c:pt>
                <c:pt idx="2084">
                  <c:v>234.32957609017384</c:v>
                </c:pt>
                <c:pt idx="2085">
                  <c:v>235.20315512427703</c:v>
                </c:pt>
                <c:pt idx="2086">
                  <c:v>235.53861373993689</c:v>
                </c:pt>
                <c:pt idx="2087">
                  <c:v>236.12926623094381</c:v>
                </c:pt>
                <c:pt idx="2088">
                  <c:v>234.63570207648351</c:v>
                </c:pt>
                <c:pt idx="2089">
                  <c:v>234.60236954313098</c:v>
                </c:pt>
                <c:pt idx="2090">
                  <c:v>234.36344194405999</c:v>
                </c:pt>
                <c:pt idx="2091">
                  <c:v>235.08689124794336</c:v>
                </c:pt>
                <c:pt idx="2092">
                  <c:v>234.59703633779455</c:v>
                </c:pt>
                <c:pt idx="2093">
                  <c:v>231.69363935265551</c:v>
                </c:pt>
                <c:pt idx="2094">
                  <c:v>234.33117605177475</c:v>
                </c:pt>
                <c:pt idx="2095">
                  <c:v>232.70774834737301</c:v>
                </c:pt>
                <c:pt idx="2096">
                  <c:v>233.41573135578079</c:v>
                </c:pt>
                <c:pt idx="2097">
                  <c:v>233.91011949046555</c:v>
                </c:pt>
                <c:pt idx="2098">
                  <c:v>233.19360335351948</c:v>
                </c:pt>
                <c:pt idx="2099">
                  <c:v>232.64988306947299</c:v>
                </c:pt>
                <c:pt idx="2100">
                  <c:v>232.74668074632876</c:v>
                </c:pt>
                <c:pt idx="2101">
                  <c:v>235.30901925020467</c:v>
                </c:pt>
                <c:pt idx="2102">
                  <c:v>236.40925951110506</c:v>
                </c:pt>
                <c:pt idx="2103">
                  <c:v>238.64680580999388</c:v>
                </c:pt>
                <c:pt idx="2104">
                  <c:v>240.83741990192235</c:v>
                </c:pt>
                <c:pt idx="2105">
                  <c:v>241.60193488689603</c:v>
                </c:pt>
                <c:pt idx="2106">
                  <c:v>240.80382070830302</c:v>
                </c:pt>
                <c:pt idx="2107">
                  <c:v>241.80699663208082</c:v>
                </c:pt>
                <c:pt idx="2108">
                  <c:v>239.59424973800628</c:v>
                </c:pt>
                <c:pt idx="2109">
                  <c:v>239.25212461567588</c:v>
                </c:pt>
                <c:pt idx="2110">
                  <c:v>238.63453943772015</c:v>
                </c:pt>
                <c:pt idx="2111">
                  <c:v>238.07135295419576</c:v>
                </c:pt>
                <c:pt idx="2112">
                  <c:v>238.20788301080773</c:v>
                </c:pt>
                <c:pt idx="2113">
                  <c:v>239.03052993394826</c:v>
                </c:pt>
                <c:pt idx="2114">
                  <c:v>242.39284923828492</c:v>
                </c:pt>
                <c:pt idx="2115">
                  <c:v>242.18538755069878</c:v>
                </c:pt>
                <c:pt idx="2116">
                  <c:v>243.5637544698927</c:v>
                </c:pt>
                <c:pt idx="2117">
                  <c:v>246.3242215520161</c:v>
                </c:pt>
                <c:pt idx="2118">
                  <c:v>245.7285025159396</c:v>
                </c:pt>
                <c:pt idx="2119">
                  <c:v>244.91705532400556</c:v>
                </c:pt>
                <c:pt idx="2120">
                  <c:v>244.5007986474991</c:v>
                </c:pt>
                <c:pt idx="2121">
                  <c:v>245.65997082736681</c:v>
                </c:pt>
                <c:pt idx="2122">
                  <c:v>243.6170865232568</c:v>
                </c:pt>
                <c:pt idx="2123">
                  <c:v>242.49071355620794</c:v>
                </c:pt>
                <c:pt idx="2124">
                  <c:v>243.46669013277014</c:v>
                </c:pt>
                <c:pt idx="2125">
                  <c:v>243.15416430005681</c:v>
                </c:pt>
                <c:pt idx="2126">
                  <c:v>239.97130735529012</c:v>
                </c:pt>
                <c:pt idx="2127">
                  <c:v>237.39936908180869</c:v>
                </c:pt>
                <c:pt idx="2128">
                  <c:v>239.35158889519985</c:v>
                </c:pt>
                <c:pt idx="2129">
                  <c:v>239.12759427107079</c:v>
                </c:pt>
                <c:pt idx="2130">
                  <c:v>239.80464468852745</c:v>
                </c:pt>
                <c:pt idx="2131">
                  <c:v>239.35798874160352</c:v>
                </c:pt>
                <c:pt idx="2132">
                  <c:v>237.55056545309577</c:v>
                </c:pt>
                <c:pt idx="2133">
                  <c:v>235.7228759843097</c:v>
                </c:pt>
                <c:pt idx="2134">
                  <c:v>235.14608982717746</c:v>
                </c:pt>
                <c:pt idx="2135">
                  <c:v>234.37517499580011</c:v>
                </c:pt>
                <c:pt idx="2136">
                  <c:v>234.08158204203096</c:v>
                </c:pt>
                <c:pt idx="2137">
                  <c:v>233.86665386697385</c:v>
                </c:pt>
                <c:pt idx="2138">
                  <c:v>234.67170121250422</c:v>
                </c:pt>
                <c:pt idx="2139">
                  <c:v>234.62503566581069</c:v>
                </c:pt>
                <c:pt idx="2140">
                  <c:v>237.21590681823636</c:v>
                </c:pt>
                <c:pt idx="2141">
                  <c:v>237.30737128975568</c:v>
                </c:pt>
                <c:pt idx="2142">
                  <c:v>235.8954051769424</c:v>
                </c:pt>
                <c:pt idx="2143">
                  <c:v>237.29910482148426</c:v>
                </c:pt>
                <c:pt idx="2144">
                  <c:v>237.3023047446861</c:v>
                </c:pt>
                <c:pt idx="2145">
                  <c:v>235.90153836307928</c:v>
                </c:pt>
                <c:pt idx="2146">
                  <c:v>234.6031695239314</c:v>
                </c:pt>
                <c:pt idx="2147">
                  <c:v>236.98684564903775</c:v>
                </c:pt>
                <c:pt idx="2148">
                  <c:v>237.74522744787458</c:v>
                </c:pt>
                <c:pt idx="2149">
                  <c:v>237.49910002159947</c:v>
                </c:pt>
                <c:pt idx="2150">
                  <c:v>236.84284910495478</c:v>
                </c:pt>
                <c:pt idx="2151">
                  <c:v>239.34545570906297</c:v>
                </c:pt>
                <c:pt idx="2152">
                  <c:v>240.82835345285045</c:v>
                </c:pt>
                <c:pt idx="2153">
                  <c:v>243.03790042372313</c:v>
                </c:pt>
                <c:pt idx="2154">
                  <c:v>242.72137468700748</c:v>
                </c:pt>
                <c:pt idx="2155">
                  <c:v>244.84452373143043</c:v>
                </c:pt>
                <c:pt idx="2156">
                  <c:v>245.33197869917788</c:v>
                </c:pt>
                <c:pt idx="2157">
                  <c:v>246.56208251001974</c:v>
                </c:pt>
                <c:pt idx="2158">
                  <c:v>245.21998138711334</c:v>
                </c:pt>
                <c:pt idx="2159">
                  <c:v>242.04539091061812</c:v>
                </c:pt>
                <c:pt idx="2160">
                  <c:v>237.9881549509478</c:v>
                </c:pt>
                <c:pt idx="2161">
                  <c:v>237.92522312797826</c:v>
                </c:pt>
                <c:pt idx="2162">
                  <c:v>238.74680341005146</c:v>
                </c:pt>
                <c:pt idx="2163">
                  <c:v>237.99002157281555</c:v>
                </c:pt>
                <c:pt idx="2164">
                  <c:v>237.79855950123863</c:v>
                </c:pt>
                <c:pt idx="2165">
                  <c:v>236.26606294782255</c:v>
                </c:pt>
                <c:pt idx="2166">
                  <c:v>237.77855998122712</c:v>
                </c:pt>
                <c:pt idx="2167">
                  <c:v>236.78925039132395</c:v>
                </c:pt>
                <c:pt idx="2168">
                  <c:v>234.46930606998765</c:v>
                </c:pt>
                <c:pt idx="2169">
                  <c:v>235.79887416035348</c:v>
                </c:pt>
                <c:pt idx="2170">
                  <c:v>236.58418864613915</c:v>
                </c:pt>
                <c:pt idx="2171">
                  <c:v>234.05571599614942</c:v>
                </c:pt>
                <c:pt idx="2172">
                  <c:v>236.58178870373777</c:v>
                </c:pt>
                <c:pt idx="2173">
                  <c:v>237.41776864021929</c:v>
                </c:pt>
                <c:pt idx="2174">
                  <c:v>237.85669143940544</c:v>
                </c:pt>
                <c:pt idx="2175">
                  <c:v>236.19673127844928</c:v>
                </c:pt>
                <c:pt idx="2176">
                  <c:v>235.86580588732537</c:v>
                </c:pt>
                <c:pt idx="2177">
                  <c:v>236.84498238708937</c:v>
                </c:pt>
                <c:pt idx="2178">
                  <c:v>234.06744904788948</c:v>
                </c:pt>
                <c:pt idx="2179">
                  <c:v>233.35173289174392</c:v>
                </c:pt>
                <c:pt idx="2180">
                  <c:v>233.18400358391398</c:v>
                </c:pt>
                <c:pt idx="2181">
                  <c:v>230.13421011229062</c:v>
                </c:pt>
                <c:pt idx="2182">
                  <c:v>228.43185096891006</c:v>
                </c:pt>
                <c:pt idx="2183">
                  <c:v>225.48872160401484</c:v>
                </c:pt>
                <c:pt idx="2184">
                  <c:v>228.1651907020898</c:v>
                </c:pt>
                <c:pt idx="2185">
                  <c:v>229.53662445434642</c:v>
                </c:pt>
                <c:pt idx="2186">
                  <c:v>228.50624918335291</c:v>
                </c:pt>
                <c:pt idx="2187">
                  <c:v>227.73293440957417</c:v>
                </c:pt>
                <c:pt idx="2188">
                  <c:v>229.4195605972123</c:v>
                </c:pt>
                <c:pt idx="2189">
                  <c:v>231.02512206373711</c:v>
                </c:pt>
                <c:pt idx="2190">
                  <c:v>232.63121685079557</c:v>
                </c:pt>
                <c:pt idx="2191">
                  <c:v>233.26320168315959</c:v>
                </c:pt>
                <c:pt idx="2192">
                  <c:v>232.84054516024949</c:v>
                </c:pt>
                <c:pt idx="2193">
                  <c:v>232.97360863339281</c:v>
                </c:pt>
                <c:pt idx="2194">
                  <c:v>233.7015911618121</c:v>
                </c:pt>
                <c:pt idx="2195">
                  <c:v>234.64316856395448</c:v>
                </c:pt>
                <c:pt idx="2196">
                  <c:v>234.08104872149735</c:v>
                </c:pt>
                <c:pt idx="2197">
                  <c:v>235.73674231818433</c:v>
                </c:pt>
                <c:pt idx="2198">
                  <c:v>235.52261412392772</c:v>
                </c:pt>
                <c:pt idx="2199">
                  <c:v>232.44215472162</c:v>
                </c:pt>
                <c:pt idx="2200">
                  <c:v>232.44748792695637</c:v>
                </c:pt>
                <c:pt idx="2201">
                  <c:v>233.00320792300985</c:v>
                </c:pt>
                <c:pt idx="2202">
                  <c:v>231.72563858467393</c:v>
                </c:pt>
                <c:pt idx="2203">
                  <c:v>232.40775554720022</c:v>
                </c:pt>
                <c:pt idx="2204">
                  <c:v>233.42959768965542</c:v>
                </c:pt>
                <c:pt idx="2205">
                  <c:v>234.02611670653238</c:v>
                </c:pt>
                <c:pt idx="2206">
                  <c:v>237.68202896463814</c:v>
                </c:pt>
                <c:pt idx="2207">
                  <c:v>237.23030647264466</c:v>
                </c:pt>
                <c:pt idx="2208">
                  <c:v>239.00333058673255</c:v>
                </c:pt>
                <c:pt idx="2209">
                  <c:v>247.6281902567672</c:v>
                </c:pt>
                <c:pt idx="2210">
                  <c:v>250.72598257641815</c:v>
                </c:pt>
                <c:pt idx="2211">
                  <c:v>249.77827198813895</c:v>
                </c:pt>
                <c:pt idx="2212">
                  <c:v>249.81480444469332</c:v>
                </c:pt>
                <c:pt idx="2213">
                  <c:v>252.05795060918538</c:v>
                </c:pt>
                <c:pt idx="2214">
                  <c:v>252.33661058801255</c:v>
                </c:pt>
                <c:pt idx="2215">
                  <c:v>251.18090499161352</c:v>
                </c:pt>
                <c:pt idx="2216">
                  <c:v>251.15263900333056</c:v>
                </c:pt>
                <c:pt idx="2217">
                  <c:v>254.56615707889677</c:v>
                </c:pt>
                <c:pt idx="2218">
                  <c:v>256.75943777349346</c:v>
                </c:pt>
                <c:pt idx="2219">
                  <c:v>255.28827308144605</c:v>
                </c:pt>
                <c:pt idx="2220">
                  <c:v>255.30533933852254</c:v>
                </c:pt>
                <c:pt idx="2221">
                  <c:v>253.03552714734846</c:v>
                </c:pt>
                <c:pt idx="2222">
                  <c:v>255.14134327442807</c:v>
                </c:pt>
                <c:pt idx="2223">
                  <c:v>253.28378785575811</c:v>
                </c:pt>
                <c:pt idx="2224">
                  <c:v>254.52642469914056</c:v>
                </c:pt>
                <c:pt idx="2225">
                  <c:v>257.498886693386</c:v>
                </c:pt>
                <c:pt idx="2226">
                  <c:v>258.70605772128135</c:v>
                </c:pt>
                <c:pt idx="2227">
                  <c:v>257.55248540701689</c:v>
                </c:pt>
                <c:pt idx="2228">
                  <c:v>257.24342615777221</c:v>
                </c:pt>
                <c:pt idx="2229">
                  <c:v>254.72268665552025</c:v>
                </c:pt>
                <c:pt idx="2230">
                  <c:v>254.42029391294608</c:v>
                </c:pt>
                <c:pt idx="2231">
                  <c:v>257.03836441258738</c:v>
                </c:pt>
                <c:pt idx="2232">
                  <c:v>256.84183579594094</c:v>
                </c:pt>
                <c:pt idx="2233">
                  <c:v>253.06192651376364</c:v>
                </c:pt>
                <c:pt idx="2234">
                  <c:v>251.95475308592594</c:v>
                </c:pt>
                <c:pt idx="2235">
                  <c:v>252.58513795668901</c:v>
                </c:pt>
                <c:pt idx="2236">
                  <c:v>252.9984613702604</c:v>
                </c:pt>
                <c:pt idx="2237">
                  <c:v>254.44615995882765</c:v>
                </c:pt>
                <c:pt idx="2238">
                  <c:v>256.83810255220544</c:v>
                </c:pt>
                <c:pt idx="2239">
                  <c:v>256.66104013503673</c:v>
                </c:pt>
                <c:pt idx="2240">
                  <c:v>245.67117055857324</c:v>
                </c:pt>
                <c:pt idx="2241">
                  <c:v>243.79974880602867</c:v>
                </c:pt>
                <c:pt idx="2242">
                  <c:v>243.73361705985724</c:v>
                </c:pt>
                <c:pt idx="2243">
                  <c:v>245.6378380252207</c:v>
                </c:pt>
                <c:pt idx="2244">
                  <c:v>240.07450487854959</c:v>
                </c:pt>
                <c:pt idx="2245">
                  <c:v>240.43369625795648</c:v>
                </c:pt>
                <c:pt idx="2246">
                  <c:v>239.28039060395884</c:v>
                </c:pt>
                <c:pt idx="2247">
                  <c:v>242.35338351879551</c:v>
                </c:pt>
                <c:pt idx="2248">
                  <c:v>241.95552640069971</c:v>
                </c:pt>
                <c:pt idx="2249">
                  <c:v>245.31037921756544</c:v>
                </c:pt>
                <c:pt idx="2250">
                  <c:v>246.33355466135481</c:v>
                </c:pt>
                <c:pt idx="2251">
                  <c:v>245.17251585961932</c:v>
                </c:pt>
                <c:pt idx="2252">
                  <c:v>244.39706780370605</c:v>
                </c:pt>
                <c:pt idx="2253">
                  <c:v>243.67841838462545</c:v>
                </c:pt>
                <c:pt idx="2254">
                  <c:v>244.35946870608439</c:v>
                </c:pt>
                <c:pt idx="2255">
                  <c:v>240.05823860227355</c:v>
                </c:pt>
                <c:pt idx="2256">
                  <c:v>243.37842558445266</c:v>
                </c:pt>
                <c:pt idx="2257">
                  <c:v>239.36625520987494</c:v>
                </c:pt>
                <c:pt idx="2258">
                  <c:v>242.67364249924671</c:v>
                </c:pt>
                <c:pt idx="2259">
                  <c:v>244.83839054529361</c:v>
                </c:pt>
                <c:pt idx="2260">
                  <c:v>246.49488412278106</c:v>
                </c:pt>
                <c:pt idx="2261">
                  <c:v>247.3799295483575</c:v>
                </c:pt>
                <c:pt idx="2262">
                  <c:v>248.18337693228693</c:v>
                </c:pt>
                <c:pt idx="2263">
                  <c:v>251.16303875373654</c:v>
                </c:pt>
                <c:pt idx="2264">
                  <c:v>250.76571495617435</c:v>
                </c:pt>
                <c:pt idx="2265">
                  <c:v>250.23292774306748</c:v>
                </c:pt>
                <c:pt idx="2266">
                  <c:v>249.65667490646891</c:v>
                </c:pt>
                <c:pt idx="2267">
                  <c:v>248.40203835107957</c:v>
                </c:pt>
                <c:pt idx="2268">
                  <c:v>248.46363687271506</c:v>
                </c:pt>
                <c:pt idx="2269">
                  <c:v>245.13091685799543</c:v>
                </c:pt>
                <c:pt idx="2270">
                  <c:v>245.97222999981332</c:v>
                </c:pt>
                <c:pt idx="2271">
                  <c:v>252.19074742206189</c:v>
                </c:pt>
                <c:pt idx="2272">
                  <c:v>252.24727939862777</c:v>
                </c:pt>
                <c:pt idx="2273">
                  <c:v>253.09312576498164</c:v>
                </c:pt>
                <c:pt idx="2274">
                  <c:v>253.75924311149865</c:v>
                </c:pt>
                <c:pt idx="2275">
                  <c:v>255.80932724281286</c:v>
                </c:pt>
                <c:pt idx="2276">
                  <c:v>255.11814383121472</c:v>
                </c:pt>
                <c:pt idx="2277">
                  <c:v>252.40914218058762</c:v>
                </c:pt>
                <c:pt idx="2278">
                  <c:v>252.16674799804807</c:v>
                </c:pt>
                <c:pt idx="2279">
                  <c:v>250.56091987125643</c:v>
                </c:pt>
                <c:pt idx="2280">
                  <c:v>249.54041103013526</c:v>
                </c:pt>
                <c:pt idx="2281">
                  <c:v>248.49590276500032</c:v>
                </c:pt>
                <c:pt idx="2282">
                  <c:v>248.39883842787773</c:v>
                </c:pt>
                <c:pt idx="2283">
                  <c:v>247.37966288809071</c:v>
                </c:pt>
                <c:pt idx="2284">
                  <c:v>246.98553901373032</c:v>
                </c:pt>
                <c:pt idx="2285">
                  <c:v>248.98015780954589</c:v>
                </c:pt>
                <c:pt idx="2286">
                  <c:v>249.93400158396199</c:v>
                </c:pt>
                <c:pt idx="2287">
                  <c:v>248.52843531755235</c:v>
                </c:pt>
                <c:pt idx="2288">
                  <c:v>249.51907820878964</c:v>
                </c:pt>
                <c:pt idx="2289">
                  <c:v>251.32516819596327</c:v>
                </c:pt>
                <c:pt idx="2290">
                  <c:v>253.74457679682351</c:v>
                </c:pt>
                <c:pt idx="2291">
                  <c:v>253.56964766178942</c:v>
                </c:pt>
                <c:pt idx="2292">
                  <c:v>253.98990424229817</c:v>
                </c:pt>
                <c:pt idx="2293">
                  <c:v>256.3181150319059</c:v>
                </c:pt>
                <c:pt idx="2294">
                  <c:v>258.62339303856709</c:v>
                </c:pt>
                <c:pt idx="2295">
                  <c:v>259.09618169163934</c:v>
                </c:pt>
                <c:pt idx="2296">
                  <c:v>259.89002930596337</c:v>
                </c:pt>
                <c:pt idx="2297">
                  <c:v>261.2555965323499</c:v>
                </c:pt>
                <c:pt idx="2298">
                  <c:v>259.00471722012009</c:v>
                </c:pt>
                <c:pt idx="2299">
                  <c:v>254.78455183742255</c:v>
                </c:pt>
                <c:pt idx="2300">
                  <c:v>253.2461887581365</c:v>
                </c:pt>
                <c:pt idx="2301">
                  <c:v>251.03104192166052</c:v>
                </c:pt>
                <c:pt idx="2302">
                  <c:v>253.72271065494428</c:v>
                </c:pt>
                <c:pt idx="2303">
                  <c:v>255.59333242668839</c:v>
                </c:pt>
                <c:pt idx="2304">
                  <c:v>255.83625992976167</c:v>
                </c:pt>
                <c:pt idx="2305">
                  <c:v>257.00183195603302</c:v>
                </c:pt>
                <c:pt idx="2306">
                  <c:v>258.63352612870625</c:v>
                </c:pt>
                <c:pt idx="2307">
                  <c:v>257.06609708033676</c:v>
                </c:pt>
                <c:pt idx="2308">
                  <c:v>263.58860720676034</c:v>
                </c:pt>
                <c:pt idx="2309">
                  <c:v>263.4430107010765</c:v>
                </c:pt>
                <c:pt idx="2310">
                  <c:v>262.55929857683418</c:v>
                </c:pt>
                <c:pt idx="2311">
                  <c:v>260.91933793588953</c:v>
                </c:pt>
                <c:pt idx="2312">
                  <c:v>260.76867488513614</c:v>
                </c:pt>
                <c:pt idx="2313">
                  <c:v>257.51568629019567</c:v>
                </c:pt>
                <c:pt idx="2314">
                  <c:v>256.10638678005057</c:v>
                </c:pt>
                <c:pt idx="2315">
                  <c:v>253.26272169467933</c:v>
                </c:pt>
                <c:pt idx="2316">
                  <c:v>252.90646357820745</c:v>
                </c:pt>
                <c:pt idx="2317">
                  <c:v>254.68242095523038</c:v>
                </c:pt>
                <c:pt idx="2318">
                  <c:v>255.24427413742066</c:v>
                </c:pt>
                <c:pt idx="2319">
                  <c:v>254.32696281955899</c:v>
                </c:pt>
                <c:pt idx="2320">
                  <c:v>255.87145908498195</c:v>
                </c:pt>
                <c:pt idx="2321">
                  <c:v>256.61064134460776</c:v>
                </c:pt>
                <c:pt idx="2322">
                  <c:v>257.05783061206529</c:v>
                </c:pt>
                <c:pt idx="2323">
                  <c:v>256.25091664466714</c:v>
                </c:pt>
                <c:pt idx="2324">
                  <c:v>254.83095072384927</c:v>
                </c:pt>
                <c:pt idx="2325">
                  <c:v>260.09295776901354</c:v>
                </c:pt>
                <c:pt idx="2326">
                  <c:v>261.17586511257065</c:v>
                </c:pt>
                <c:pt idx="2327">
                  <c:v>262.82995874765669</c:v>
                </c:pt>
                <c:pt idx="2328">
                  <c:v>262.08517662242775</c:v>
                </c:pt>
                <c:pt idx="2329">
                  <c:v>258.66765864285924</c:v>
                </c:pt>
                <c:pt idx="2330">
                  <c:v>259.63296880874856</c:v>
                </c:pt>
                <c:pt idx="2331">
                  <c:v>261.24146353820839</c:v>
                </c:pt>
                <c:pt idx="2332">
                  <c:v>271.88654138967331</c:v>
                </c:pt>
                <c:pt idx="2333">
                  <c:v>250.27985995002786</c:v>
                </c:pt>
                <c:pt idx="2334">
                  <c:v>261.61825449522541</c:v>
                </c:pt>
                <c:pt idx="2335">
                  <c:v>262.88382412155443</c:v>
                </c:pt>
                <c:pt idx="2336">
                  <c:v>265.61069201005841</c:v>
                </c:pt>
                <c:pt idx="2337">
                  <c:v>265.49176153105657</c:v>
                </c:pt>
                <c:pt idx="2338">
                  <c:v>265.09097115002572</c:v>
                </c:pt>
                <c:pt idx="2339">
                  <c:v>266.10081358047404</c:v>
                </c:pt>
                <c:pt idx="2340">
                  <c:v>265.84268644219202</c:v>
                </c:pt>
                <c:pt idx="2341">
                  <c:v>266.67093323093576</c:v>
                </c:pt>
                <c:pt idx="2342">
                  <c:v>269.01167705308404</c:v>
                </c:pt>
                <c:pt idx="2343">
                  <c:v>274.11635454082437</c:v>
                </c:pt>
                <c:pt idx="2344">
                  <c:v>276.17070523640763</c:v>
                </c:pt>
                <c:pt idx="2345">
                  <c:v>275.5211208264335</c:v>
                </c:pt>
                <c:pt idx="2346">
                  <c:v>275.74778205323071</c:v>
                </c:pt>
                <c:pt idx="2347">
                  <c:v>280.55859992693507</c:v>
                </c:pt>
                <c:pt idx="2348">
                  <c:v>281.96923273841429</c:v>
                </c:pt>
                <c:pt idx="2349">
                  <c:v>281.6535069824991</c:v>
                </c:pt>
                <c:pt idx="2350">
                  <c:v>279.1519670194582</c:v>
                </c:pt>
                <c:pt idx="2351">
                  <c:v>280.39193726017243</c:v>
                </c:pt>
                <c:pt idx="2352">
                  <c:v>278.22318931012319</c:v>
                </c:pt>
                <c:pt idx="2353">
                  <c:v>283.13587140575294</c:v>
                </c:pt>
                <c:pt idx="2354">
                  <c:v>283.21293622286396</c:v>
                </c:pt>
                <c:pt idx="2355">
                  <c:v>280.8484596369687</c:v>
                </c:pt>
                <c:pt idx="2356">
                  <c:v>279.59755632531483</c:v>
                </c:pt>
                <c:pt idx="2357">
                  <c:v>280.36020468842082</c:v>
                </c:pt>
                <c:pt idx="2358">
                  <c:v>278.33625326325506</c:v>
                </c:pt>
                <c:pt idx="2359">
                  <c:v>278.77010951737157</c:v>
                </c:pt>
                <c:pt idx="2360">
                  <c:v>278.81410846139693</c:v>
                </c:pt>
                <c:pt idx="2361">
                  <c:v>279.75808580594065</c:v>
                </c:pt>
                <c:pt idx="2362">
                  <c:v>279.44289337055909</c:v>
                </c:pt>
                <c:pt idx="2363">
                  <c:v>280.63699804538021</c:v>
                </c:pt>
                <c:pt idx="2364">
                  <c:v>278.74317683042273</c:v>
                </c:pt>
                <c:pt idx="2365">
                  <c:v>278.8221082694015</c:v>
                </c:pt>
                <c:pt idx="2366">
                  <c:v>276.14430586999248</c:v>
                </c:pt>
                <c:pt idx="2367">
                  <c:v>273.68409824830866</c:v>
                </c:pt>
                <c:pt idx="2368">
                  <c:v>271.40015306299318</c:v>
                </c:pt>
                <c:pt idx="2369">
                  <c:v>273.57183427597732</c:v>
                </c:pt>
                <c:pt idx="2370">
                  <c:v>274.16008682458283</c:v>
                </c:pt>
                <c:pt idx="2371">
                  <c:v>274.65634158113539</c:v>
                </c:pt>
                <c:pt idx="2372">
                  <c:v>274.9448679898349</c:v>
                </c:pt>
                <c:pt idx="2373">
                  <c:v>275.00139996640081</c:v>
                </c:pt>
                <c:pt idx="2374">
                  <c:v>273.86089400521053</c:v>
                </c:pt>
                <c:pt idx="2375">
                  <c:v>267.15145503174591</c:v>
                </c:pt>
                <c:pt idx="2376">
                  <c:v>265.31789903708977</c:v>
                </c:pt>
                <c:pt idx="2377">
                  <c:v>267.29491825529522</c:v>
                </c:pt>
                <c:pt idx="2378">
                  <c:v>267.49598009647764</c:v>
                </c:pt>
                <c:pt idx="2379">
                  <c:v>269.24420480575134</c:v>
                </c:pt>
                <c:pt idx="2380">
                  <c:v>269.74259284443838</c:v>
                </c:pt>
                <c:pt idx="2381">
                  <c:v>265.7634883429464</c:v>
                </c:pt>
                <c:pt idx="2382">
                  <c:v>265.20590172502529</c:v>
                </c:pt>
                <c:pt idx="2383">
                  <c:v>269.41700065865086</c:v>
                </c:pt>
                <c:pt idx="2384">
                  <c:v>268.62475300592786</c:v>
                </c:pt>
                <c:pt idx="2385">
                  <c:v>270.94363068619685</c:v>
                </c:pt>
                <c:pt idx="2386">
                  <c:v>270.31644573863559</c:v>
                </c:pt>
                <c:pt idx="2387">
                  <c:v>271.91720732035759</c:v>
                </c:pt>
                <c:pt idx="2388">
                  <c:v>271.63854734153045</c:v>
                </c:pt>
                <c:pt idx="2389">
                  <c:v>272.78331986698981</c:v>
                </c:pt>
                <c:pt idx="2390">
                  <c:v>273.48010314419116</c:v>
                </c:pt>
                <c:pt idx="2391">
                  <c:v>272.76065374431016</c:v>
                </c:pt>
                <c:pt idx="2392">
                  <c:v>272.80811927180417</c:v>
                </c:pt>
                <c:pt idx="2393">
                  <c:v>273.8654272297465</c:v>
                </c:pt>
                <c:pt idx="2394">
                  <c:v>274.33768256228518</c:v>
                </c:pt>
                <c:pt idx="2395">
                  <c:v>275.66858395398509</c:v>
                </c:pt>
                <c:pt idx="2396">
                  <c:v>274.12808759256444</c:v>
                </c:pt>
                <c:pt idx="2397">
                  <c:v>274.51634494105474</c:v>
                </c:pt>
                <c:pt idx="2398">
                  <c:v>269.73672631856834</c:v>
                </c:pt>
                <c:pt idx="2399">
                  <c:v>272.62172374529678</c:v>
                </c:pt>
                <c:pt idx="2400">
                  <c:v>273.44570396977139</c:v>
                </c:pt>
                <c:pt idx="2401">
                  <c:v>272.04680421003229</c:v>
                </c:pt>
                <c:pt idx="2402">
                  <c:v>276.11283995850766</c:v>
                </c:pt>
                <c:pt idx="2403">
                  <c:v>276.9962854224832</c:v>
                </c:pt>
                <c:pt idx="2404">
                  <c:v>278.143457890344</c:v>
                </c:pt>
                <c:pt idx="2405">
                  <c:v>278.33278667978635</c:v>
                </c:pt>
                <c:pt idx="2406">
                  <c:v>281.328714777512</c:v>
                </c:pt>
                <c:pt idx="2407">
                  <c:v>282.86041135012761</c:v>
                </c:pt>
                <c:pt idx="2408">
                  <c:v>286.8901813023154</c:v>
                </c:pt>
                <c:pt idx="2409">
                  <c:v>288.55734129047568</c:v>
                </c:pt>
                <c:pt idx="2410">
                  <c:v>287.82562551832086</c:v>
                </c:pt>
                <c:pt idx="2411">
                  <c:v>288.5352084883296</c:v>
                </c:pt>
                <c:pt idx="2412">
                  <c:v>289.99490678890368</c:v>
                </c:pt>
                <c:pt idx="2413">
                  <c:v>287.10937604164167</c:v>
                </c:pt>
                <c:pt idx="2414">
                  <c:v>282.54308563261145</c:v>
                </c:pt>
                <c:pt idx="2415">
                  <c:v>282.24709273644095</c:v>
                </c:pt>
                <c:pt idx="2416">
                  <c:v>276.50109730699796</c:v>
                </c:pt>
                <c:pt idx="2417">
                  <c:v>274.4576796823543</c:v>
                </c:pt>
                <c:pt idx="2418">
                  <c:v>269.21433885586748</c:v>
                </c:pt>
                <c:pt idx="2419">
                  <c:v>272.10546946873274</c:v>
                </c:pt>
                <c:pt idx="2420">
                  <c:v>272.03080459402304</c:v>
                </c:pt>
                <c:pt idx="2421">
                  <c:v>274.82487086976579</c:v>
                </c:pt>
                <c:pt idx="2422">
                  <c:v>272.91238343613088</c:v>
                </c:pt>
                <c:pt idx="2423">
                  <c:v>276.35016759597767</c:v>
                </c:pt>
                <c:pt idx="2424">
                  <c:v>276.82535619145142</c:v>
                </c:pt>
                <c:pt idx="2425">
                  <c:v>276.26563629139571</c:v>
                </c:pt>
                <c:pt idx="2426">
                  <c:v>273.53370185782205</c:v>
                </c:pt>
                <c:pt idx="2427">
                  <c:v>277.82906543576286</c:v>
                </c:pt>
                <c:pt idx="2428">
                  <c:v>277.12774893402553</c:v>
                </c:pt>
                <c:pt idx="2429">
                  <c:v>273.36490590892481</c:v>
                </c:pt>
                <c:pt idx="2430">
                  <c:v>273.2681082320691</c:v>
                </c:pt>
                <c:pt idx="2431">
                  <c:v>274.8262041710999</c:v>
                </c:pt>
                <c:pt idx="2432">
                  <c:v>270.85989936241526</c:v>
                </c:pt>
                <c:pt idx="2433">
                  <c:v>273.37637230039815</c:v>
                </c:pt>
                <c:pt idx="2434">
                  <c:v>279.03703644445864</c:v>
                </c:pt>
                <c:pt idx="2435">
                  <c:v>276.30003546581548</c:v>
                </c:pt>
                <c:pt idx="2436">
                  <c:v>274.52861131332844</c:v>
                </c:pt>
                <c:pt idx="2437">
                  <c:v>275.58751923287173</c:v>
                </c:pt>
                <c:pt idx="2438">
                  <c:v>273.14144460532947</c:v>
                </c:pt>
                <c:pt idx="2439">
                  <c:v>278.43198429904351</c:v>
                </c:pt>
                <c:pt idx="2440">
                  <c:v>279.01943686684854</c:v>
                </c:pt>
                <c:pt idx="2441">
                  <c:v>276.88135484748364</c:v>
                </c:pt>
                <c:pt idx="2442">
                  <c:v>274.98646699145883</c:v>
                </c:pt>
                <c:pt idx="2443">
                  <c:v>276.66935993536151</c:v>
                </c:pt>
                <c:pt idx="2444">
                  <c:v>272.83505195875301</c:v>
                </c:pt>
                <c:pt idx="2445">
                  <c:v>267.13145551173437</c:v>
                </c:pt>
                <c:pt idx="2446">
                  <c:v>267.61784383841456</c:v>
                </c:pt>
                <c:pt idx="2447">
                  <c:v>268.60048692164725</c:v>
                </c:pt>
                <c:pt idx="2448">
                  <c:v>270.00151996352088</c:v>
                </c:pt>
                <c:pt idx="2449">
                  <c:v>268.64901909020847</c:v>
                </c:pt>
                <c:pt idx="2450">
                  <c:v>272.71558815921753</c:v>
                </c:pt>
                <c:pt idx="2451">
                  <c:v>278.43331760037756</c:v>
                </c:pt>
                <c:pt idx="2452">
                  <c:v>278.34798631499507</c:v>
                </c:pt>
                <c:pt idx="2453">
                  <c:v>278.93623886360064</c:v>
                </c:pt>
                <c:pt idx="2454">
                  <c:v>276.82988941598734</c:v>
                </c:pt>
                <c:pt idx="2455">
                  <c:v>277.62320370977761</c:v>
                </c:pt>
                <c:pt idx="2456">
                  <c:v>277.90799687474168</c:v>
                </c:pt>
                <c:pt idx="2457">
                  <c:v>281.03725510587742</c:v>
                </c:pt>
                <c:pt idx="2458">
                  <c:v>284.08331533376531</c:v>
                </c:pt>
                <c:pt idx="2459">
                  <c:v>285.87873891026618</c:v>
                </c:pt>
                <c:pt idx="2460">
                  <c:v>285.37715094837722</c:v>
                </c:pt>
                <c:pt idx="2461">
                  <c:v>284.83449730539803</c:v>
                </c:pt>
                <c:pt idx="2462">
                  <c:v>285.74087555232006</c:v>
                </c:pt>
                <c:pt idx="2463">
                  <c:v>284.74703273788094</c:v>
                </c:pt>
                <c:pt idx="2464">
                  <c:v>283.81425512454365</c:v>
                </c:pt>
                <c:pt idx="2465">
                  <c:v>285.77340810487215</c:v>
                </c:pt>
                <c:pt idx="2466">
                  <c:v>285.76034175179797</c:v>
                </c:pt>
                <c:pt idx="2467">
                  <c:v>281.77883730790461</c:v>
                </c:pt>
                <c:pt idx="2468">
                  <c:v>278.07092629776884</c:v>
                </c:pt>
                <c:pt idx="2469">
                  <c:v>275.06379846883669</c:v>
                </c:pt>
                <c:pt idx="2470">
                  <c:v>270.70923631166181</c:v>
                </c:pt>
                <c:pt idx="2471">
                  <c:v>273.68729817151052</c:v>
                </c:pt>
                <c:pt idx="2472">
                  <c:v>273.23610900005065</c:v>
                </c:pt>
                <c:pt idx="2473">
                  <c:v>272.90385030759256</c:v>
                </c:pt>
                <c:pt idx="2474">
                  <c:v>273.65369897789122</c:v>
                </c:pt>
                <c:pt idx="2475">
                  <c:v>271.7414782045231</c:v>
                </c:pt>
                <c:pt idx="2476">
                  <c:v>271.24789005063877</c:v>
                </c:pt>
                <c:pt idx="2477">
                  <c:v>272.31666440005438</c:v>
                </c:pt>
                <c:pt idx="2478">
                  <c:v>275.22299464812846</c:v>
                </c:pt>
                <c:pt idx="2479">
                  <c:v>271.93374025690053</c:v>
                </c:pt>
                <c:pt idx="2480">
                  <c:v>266.24427680402334</c:v>
                </c:pt>
                <c:pt idx="2481">
                  <c:v>267.73837427901731</c:v>
                </c:pt>
                <c:pt idx="2482">
                  <c:v>265.78055460002292</c:v>
                </c:pt>
                <c:pt idx="2483">
                  <c:v>264.01233037073774</c:v>
                </c:pt>
                <c:pt idx="2484">
                  <c:v>259.90922884517443</c:v>
                </c:pt>
                <c:pt idx="2485">
                  <c:v>256.2138508675792</c:v>
                </c:pt>
                <c:pt idx="2486">
                  <c:v>259.88256281849232</c:v>
                </c:pt>
                <c:pt idx="2487">
                  <c:v>260.00282659882828</c:v>
                </c:pt>
                <c:pt idx="2488">
                  <c:v>262.81342581111386</c:v>
                </c:pt>
                <c:pt idx="2489">
                  <c:v>258.87698695231313</c:v>
                </c:pt>
                <c:pt idx="2490">
                  <c:v>263.19794991586872</c:v>
                </c:pt>
                <c:pt idx="2491">
                  <c:v>259.03858307400623</c:v>
                </c:pt>
                <c:pt idx="2492">
                  <c:v>259.85723009314438</c:v>
                </c:pt>
                <c:pt idx="2493">
                  <c:v>259.13511409059515</c:v>
                </c:pt>
                <c:pt idx="2494">
                  <c:v>257.95540907018233</c:v>
                </c:pt>
                <c:pt idx="2495">
                  <c:v>256.33864787245108</c:v>
                </c:pt>
                <c:pt idx="2496">
                  <c:v>260.61694519331536</c:v>
                </c:pt>
                <c:pt idx="2497">
                  <c:v>262.21210690943411</c:v>
                </c:pt>
                <c:pt idx="2498">
                  <c:v>262.9907548885493</c:v>
                </c:pt>
                <c:pt idx="2499">
                  <c:v>264.45871965739485</c:v>
                </c:pt>
                <c:pt idx="2500">
                  <c:v>264.03072992914838</c:v>
                </c:pt>
                <c:pt idx="2501">
                  <c:v>262.44996786743786</c:v>
                </c:pt>
                <c:pt idx="2502">
                  <c:v>267.50264660314815</c:v>
                </c:pt>
                <c:pt idx="2503">
                  <c:v>268.48982291091681</c:v>
                </c:pt>
                <c:pt idx="2504">
                  <c:v>268.69808457930338</c:v>
                </c:pt>
                <c:pt idx="2505">
                  <c:v>267.50744648795097</c:v>
                </c:pt>
                <c:pt idx="2506">
                  <c:v>266.55893591887127</c:v>
                </c:pt>
                <c:pt idx="2507">
                  <c:v>263.4784765165636</c:v>
                </c:pt>
                <c:pt idx="2508">
                  <c:v>263.88406678239716</c:v>
                </c:pt>
                <c:pt idx="2509">
                  <c:v>263.24621542416315</c:v>
                </c:pt>
                <c:pt idx="2510">
                  <c:v>261.85744875456322</c:v>
                </c:pt>
                <c:pt idx="2511">
                  <c:v>262.70782834545304</c:v>
                </c:pt>
                <c:pt idx="2512">
                  <c:v>261.7926503097259</c:v>
                </c:pt>
                <c:pt idx="2513">
                  <c:v>264.36752184614238</c:v>
                </c:pt>
                <c:pt idx="2514">
                  <c:v>263.11128532915211</c:v>
                </c:pt>
                <c:pt idx="2515">
                  <c:v>261.22679722353325</c:v>
                </c:pt>
                <c:pt idx="2516">
                  <c:v>259.47083936652183</c:v>
                </c:pt>
                <c:pt idx="2517">
                  <c:v>259.23831161385459</c:v>
                </c:pt>
                <c:pt idx="2518">
                  <c:v>259.96069427667072</c:v>
                </c:pt>
                <c:pt idx="2519">
                  <c:v>257.83221202691135</c:v>
                </c:pt>
                <c:pt idx="2520">
                  <c:v>256.60344151740355</c:v>
                </c:pt>
                <c:pt idx="2521">
                  <c:v>257.30155809593901</c:v>
                </c:pt>
                <c:pt idx="2522">
                  <c:v>258.6068601020242</c:v>
                </c:pt>
                <c:pt idx="2523">
                  <c:v>259.34150913711403</c:v>
                </c:pt>
                <c:pt idx="2524">
                  <c:v>258.64712580231406</c:v>
                </c:pt>
                <c:pt idx="2525">
                  <c:v>257.15009506438508</c:v>
                </c:pt>
                <c:pt idx="2526">
                  <c:v>255.21494150807044</c:v>
                </c:pt>
                <c:pt idx="2527">
                  <c:v>256.29598222975983</c:v>
                </c:pt>
                <c:pt idx="2528">
                  <c:v>256.31598174977131</c:v>
                </c:pt>
                <c:pt idx="2529">
                  <c:v>257.88261081734038</c:v>
                </c:pt>
                <c:pt idx="2530">
                  <c:v>263.00435456215718</c:v>
                </c:pt>
                <c:pt idx="2531">
                  <c:v>265.07417155321605</c:v>
                </c:pt>
                <c:pt idx="2532">
                  <c:v>266.99545877565606</c:v>
                </c:pt>
                <c:pt idx="2533">
                  <c:v>269.82579084768633</c:v>
                </c:pt>
                <c:pt idx="2534">
                  <c:v>275.75311525856711</c:v>
                </c:pt>
                <c:pt idx="2535">
                  <c:v>275.2357943409358</c:v>
                </c:pt>
                <c:pt idx="2536">
                  <c:v>273.10811207197696</c:v>
                </c:pt>
                <c:pt idx="2537">
                  <c:v>275.06459844963717</c:v>
                </c:pt>
                <c:pt idx="2538">
                  <c:v>275.00593319093673</c:v>
                </c:pt>
              </c:numCache>
            </c:numRef>
          </c:val>
          <c:smooth val="0"/>
          <c:extLst>
            <c:ext xmlns:c16="http://schemas.microsoft.com/office/drawing/2014/chart" uri="{C3380CC4-5D6E-409C-BE32-E72D297353CC}">
              <c16:uniqueId val="{00000001-CEAE-3D48-BF84-BC827ABA04DE}"/>
            </c:ext>
          </c:extLst>
        </c:ser>
        <c:ser>
          <c:idx val="2"/>
          <c:order val="2"/>
          <c:tx>
            <c:strRef>
              <c:f>'Sectoral Data'!$BE$4</c:f>
              <c:strCache>
                <c:ptCount val="1"/>
                <c:pt idx="0">
                  <c:v>NIFTY Pharma</c:v>
                </c:pt>
              </c:strCache>
            </c:strRef>
          </c:tx>
          <c:spPr>
            <a:ln w="12700" cap="rnd">
              <a:solidFill>
                <a:srgbClr val="002060"/>
              </a:solidFill>
              <a:round/>
            </a:ln>
            <a:effectLst>
              <a:outerShdw blurRad="50800" dist="38100" dir="2700000" algn="tl" rotWithShape="0">
                <a:prstClr val="black">
                  <a:alpha val="40000"/>
                </a:prstClr>
              </a:outerShdw>
            </a:effectLst>
          </c:spPr>
          <c:marker>
            <c:symbol val="none"/>
          </c:marker>
          <c:cat>
            <c:numRef>
              <c:f>'Sectoral Data'!$BB$5:$BB$2543</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'Sectoral Data'!$BE$5:$BE$2543</c:f>
              <c:numCache>
                <c:formatCode>_(* #,##0_);_(* \(#,##0\);_(* "-"??_);_(@_)</c:formatCode>
                <c:ptCount val="2539"/>
                <c:pt idx="0">
                  <c:v>100</c:v>
                </c:pt>
                <c:pt idx="1">
                  <c:v>100.29615727919806</c:v>
                </c:pt>
                <c:pt idx="2">
                  <c:v>99.975739821023964</c:v>
                </c:pt>
                <c:pt idx="3">
                  <c:v>97.386766758977402</c:v>
                </c:pt>
                <c:pt idx="4">
                  <c:v>97.08603208751974</c:v>
                </c:pt>
                <c:pt idx="5">
                  <c:v>98.300414253999506</c:v>
                </c:pt>
                <c:pt idx="6">
                  <c:v>100.10344906506762</c:v>
                </c:pt>
                <c:pt idx="7">
                  <c:v>100.48474584029479</c:v>
                </c:pt>
                <c:pt idx="8">
                  <c:v>100.55889959490078</c:v>
                </c:pt>
                <c:pt idx="9">
                  <c:v>99.618245485546879</c:v>
                </c:pt>
                <c:pt idx="10">
                  <c:v>100.11946993797633</c:v>
                </c:pt>
                <c:pt idx="11">
                  <c:v>101.62863616597623</c:v>
                </c:pt>
                <c:pt idx="12">
                  <c:v>102.98491749250451</c:v>
                </c:pt>
                <c:pt idx="13">
                  <c:v>103.36346783237589</c:v>
                </c:pt>
                <c:pt idx="14">
                  <c:v>103.63994232485754</c:v>
                </c:pt>
                <c:pt idx="15">
                  <c:v>105.36699242441581</c:v>
                </c:pt>
                <c:pt idx="16">
                  <c:v>106.02247499599477</c:v>
                </c:pt>
                <c:pt idx="17">
                  <c:v>106.0421577827112</c:v>
                </c:pt>
                <c:pt idx="18">
                  <c:v>105.99180646785527</c:v>
                </c:pt>
                <c:pt idx="19">
                  <c:v>107.58748540956216</c:v>
                </c:pt>
                <c:pt idx="20">
                  <c:v>107.05193051518549</c:v>
                </c:pt>
                <c:pt idx="21">
                  <c:v>106.44863021536631</c:v>
                </c:pt>
                <c:pt idx="22">
                  <c:v>105.46311766186804</c:v>
                </c:pt>
                <c:pt idx="23">
                  <c:v>106.43077838555375</c:v>
                </c:pt>
                <c:pt idx="24">
                  <c:v>105.48234270935848</c:v>
                </c:pt>
                <c:pt idx="25">
                  <c:v>103.65916737234797</c:v>
                </c:pt>
                <c:pt idx="26">
                  <c:v>103.35202435172681</c:v>
                </c:pt>
                <c:pt idx="27">
                  <c:v>103.29801112306318</c:v>
                </c:pt>
                <c:pt idx="28">
                  <c:v>104.28855880804706</c:v>
                </c:pt>
                <c:pt idx="29">
                  <c:v>106.17947955050009</c:v>
                </c:pt>
                <c:pt idx="30">
                  <c:v>107.93399400361614</c:v>
                </c:pt>
                <c:pt idx="31">
                  <c:v>106.93017188107933</c:v>
                </c:pt>
                <c:pt idx="32">
                  <c:v>107.48861373675417</c:v>
                </c:pt>
                <c:pt idx="33">
                  <c:v>107.42681894124917</c:v>
                </c:pt>
                <c:pt idx="34">
                  <c:v>107.53667635548028</c:v>
                </c:pt>
                <c:pt idx="35">
                  <c:v>106.56901563179456</c:v>
                </c:pt>
                <c:pt idx="36">
                  <c:v>106.7800334149635</c:v>
                </c:pt>
                <c:pt idx="37">
                  <c:v>105.58670725287804</c:v>
                </c:pt>
                <c:pt idx="38">
                  <c:v>104.47714736914379</c:v>
                </c:pt>
                <c:pt idx="39">
                  <c:v>105.78170416313826</c:v>
                </c:pt>
                <c:pt idx="40">
                  <c:v>108.01409836815965</c:v>
                </c:pt>
                <c:pt idx="41">
                  <c:v>110.07758679880071</c:v>
                </c:pt>
                <c:pt idx="42">
                  <c:v>111.37893941821343</c:v>
                </c:pt>
                <c:pt idx="43">
                  <c:v>112.84919781200648</c:v>
                </c:pt>
                <c:pt idx="44">
                  <c:v>115.6478154395441</c:v>
                </c:pt>
                <c:pt idx="45">
                  <c:v>116.0542878721992</c:v>
                </c:pt>
                <c:pt idx="46">
                  <c:v>115.64278030805851</c:v>
                </c:pt>
                <c:pt idx="47">
                  <c:v>114.57899434692055</c:v>
                </c:pt>
                <c:pt idx="48">
                  <c:v>115.93344471654498</c:v>
                </c:pt>
                <c:pt idx="49">
                  <c:v>114.3162520312178</c:v>
                </c:pt>
                <c:pt idx="50">
                  <c:v>114.25811914952052</c:v>
                </c:pt>
                <c:pt idx="51">
                  <c:v>116.41956377451766</c:v>
                </c:pt>
                <c:pt idx="52">
                  <c:v>116.56237841301811</c:v>
                </c:pt>
                <c:pt idx="53">
                  <c:v>117.17941088961619</c:v>
                </c:pt>
                <c:pt idx="54">
                  <c:v>115.55397889822167</c:v>
                </c:pt>
                <c:pt idx="55">
                  <c:v>115.56038724738518</c:v>
                </c:pt>
                <c:pt idx="56">
                  <c:v>117.67056507907445</c:v>
                </c:pt>
                <c:pt idx="57">
                  <c:v>118.27478085734558</c:v>
                </c:pt>
                <c:pt idx="58">
                  <c:v>116.05383013297326</c:v>
                </c:pt>
                <c:pt idx="59">
                  <c:v>115.24546265992264</c:v>
                </c:pt>
                <c:pt idx="60">
                  <c:v>116.30055157576729</c:v>
                </c:pt>
                <c:pt idx="61">
                  <c:v>117.59137619298285</c:v>
                </c:pt>
                <c:pt idx="62">
                  <c:v>120.25908040189506</c:v>
                </c:pt>
                <c:pt idx="63">
                  <c:v>126.40102533586617</c:v>
                </c:pt>
                <c:pt idx="64">
                  <c:v>126.13690980248553</c:v>
                </c:pt>
                <c:pt idx="65">
                  <c:v>126.62119790355435</c:v>
                </c:pt>
                <c:pt idx="66">
                  <c:v>124.00979561943561</c:v>
                </c:pt>
                <c:pt idx="67">
                  <c:v>123.64360423866523</c:v>
                </c:pt>
                <c:pt idx="68">
                  <c:v>125.62973474011856</c:v>
                </c:pt>
                <c:pt idx="69">
                  <c:v>123.41519236490971</c:v>
                </c:pt>
                <c:pt idx="70">
                  <c:v>121.28853592108575</c:v>
                </c:pt>
                <c:pt idx="71">
                  <c:v>117.26500812487126</c:v>
                </c:pt>
                <c:pt idx="72">
                  <c:v>116.75874854095622</c:v>
                </c:pt>
                <c:pt idx="73">
                  <c:v>112.4573730345822</c:v>
                </c:pt>
                <c:pt idx="74">
                  <c:v>113.80633053349507</c:v>
                </c:pt>
                <c:pt idx="75">
                  <c:v>112.54022383448148</c:v>
                </c:pt>
                <c:pt idx="76">
                  <c:v>111.77991898015701</c:v>
                </c:pt>
                <c:pt idx="77">
                  <c:v>109.01700501224454</c:v>
                </c:pt>
                <c:pt idx="78">
                  <c:v>109.71643054951595</c:v>
                </c:pt>
                <c:pt idx="79">
                  <c:v>110.25015448698876</c:v>
                </c:pt>
                <c:pt idx="80">
                  <c:v>110.38656077632571</c:v>
                </c:pt>
                <c:pt idx="81">
                  <c:v>112.91145034673747</c:v>
                </c:pt>
                <c:pt idx="82">
                  <c:v>113.44334332730644</c:v>
                </c:pt>
                <c:pt idx="83">
                  <c:v>110.20209186826264</c:v>
                </c:pt>
                <c:pt idx="84">
                  <c:v>108.69979172865219</c:v>
                </c:pt>
                <c:pt idx="85">
                  <c:v>110.81592017027899</c:v>
                </c:pt>
                <c:pt idx="86">
                  <c:v>112.76405831597738</c:v>
                </c:pt>
                <c:pt idx="87">
                  <c:v>112.15251871009086</c:v>
                </c:pt>
                <c:pt idx="88">
                  <c:v>112.25047490444693</c:v>
                </c:pt>
                <c:pt idx="89">
                  <c:v>112.04357677431167</c:v>
                </c:pt>
                <c:pt idx="90">
                  <c:v>112.5548714897123</c:v>
                </c:pt>
                <c:pt idx="91">
                  <c:v>114.3066395074726</c:v>
                </c:pt>
                <c:pt idx="92">
                  <c:v>114.45632023436249</c:v>
                </c:pt>
                <c:pt idx="93">
                  <c:v>114.77399125718077</c:v>
                </c:pt>
                <c:pt idx="94">
                  <c:v>114.93603094317169</c:v>
                </c:pt>
                <c:pt idx="95">
                  <c:v>116.17513102785344</c:v>
                </c:pt>
                <c:pt idx="96">
                  <c:v>115.51095141098115</c:v>
                </c:pt>
                <c:pt idx="97">
                  <c:v>114.97539651660449</c:v>
                </c:pt>
                <c:pt idx="98">
                  <c:v>114.49019293708373</c:v>
                </c:pt>
                <c:pt idx="99">
                  <c:v>112.71279152266953</c:v>
                </c:pt>
                <c:pt idx="100">
                  <c:v>114.54237520884351</c:v>
                </c:pt>
                <c:pt idx="101">
                  <c:v>110.58796603574943</c:v>
                </c:pt>
                <c:pt idx="102">
                  <c:v>108.96802691506649</c:v>
                </c:pt>
                <c:pt idx="103">
                  <c:v>107.53759183393221</c:v>
                </c:pt>
                <c:pt idx="104">
                  <c:v>106.49898153022224</c:v>
                </c:pt>
                <c:pt idx="105">
                  <c:v>107.25608220996499</c:v>
                </c:pt>
                <c:pt idx="106">
                  <c:v>106.05909413407181</c:v>
                </c:pt>
                <c:pt idx="107">
                  <c:v>104.1805323507198</c:v>
                </c:pt>
                <c:pt idx="108">
                  <c:v>105.07312384134757</c:v>
                </c:pt>
                <c:pt idx="109">
                  <c:v>103.52367656146293</c:v>
                </c:pt>
                <c:pt idx="110">
                  <c:v>103.70951868720391</c:v>
                </c:pt>
                <c:pt idx="111">
                  <c:v>104.83235300849107</c:v>
                </c:pt>
                <c:pt idx="112">
                  <c:v>105.03925113862633</c:v>
                </c:pt>
                <c:pt idx="113">
                  <c:v>106.91827066120432</c:v>
                </c:pt>
                <c:pt idx="114">
                  <c:v>108.35740278763188</c:v>
                </c:pt>
                <c:pt idx="115">
                  <c:v>108.11800517245325</c:v>
                </c:pt>
                <c:pt idx="116">
                  <c:v>108.75288947886391</c:v>
                </c:pt>
                <c:pt idx="117">
                  <c:v>109.03577232050901</c:v>
                </c:pt>
                <c:pt idx="118">
                  <c:v>109.83498500904034</c:v>
                </c:pt>
                <c:pt idx="119">
                  <c:v>109.92378641887717</c:v>
                </c:pt>
                <c:pt idx="120">
                  <c:v>110.46941157622503</c:v>
                </c:pt>
                <c:pt idx="121">
                  <c:v>109.18362209049504</c:v>
                </c:pt>
                <c:pt idx="122">
                  <c:v>111.71171583548852</c:v>
                </c:pt>
                <c:pt idx="123">
                  <c:v>112.21110933101413</c:v>
                </c:pt>
                <c:pt idx="124">
                  <c:v>111.631611470945</c:v>
                </c:pt>
                <c:pt idx="125">
                  <c:v>112.28205891103838</c:v>
                </c:pt>
                <c:pt idx="126">
                  <c:v>114.10431876959694</c:v>
                </c:pt>
                <c:pt idx="127">
                  <c:v>114.34783603780927</c:v>
                </c:pt>
                <c:pt idx="128">
                  <c:v>113.43235758588332</c:v>
                </c:pt>
                <c:pt idx="129">
                  <c:v>113.51337742887877</c:v>
                </c:pt>
                <c:pt idx="130">
                  <c:v>114.77582221408464</c:v>
                </c:pt>
                <c:pt idx="131">
                  <c:v>116.24562286865172</c:v>
                </c:pt>
                <c:pt idx="132">
                  <c:v>117.05856773396197</c:v>
                </c:pt>
                <c:pt idx="133">
                  <c:v>118.20978188725884</c:v>
                </c:pt>
                <c:pt idx="134">
                  <c:v>119.56468999610922</c:v>
                </c:pt>
                <c:pt idx="135">
                  <c:v>120.28471379854896</c:v>
                </c:pt>
                <c:pt idx="136">
                  <c:v>120.62023665117982</c:v>
                </c:pt>
                <c:pt idx="137">
                  <c:v>112.19463071887945</c:v>
                </c:pt>
                <c:pt idx="138">
                  <c:v>113.3151763440368</c:v>
                </c:pt>
                <c:pt idx="139">
                  <c:v>112.37864188771655</c:v>
                </c:pt>
                <c:pt idx="140">
                  <c:v>111.92685327169112</c:v>
                </c:pt>
                <c:pt idx="141">
                  <c:v>110.37832147025838</c:v>
                </c:pt>
                <c:pt idx="142">
                  <c:v>109.0989403336919</c:v>
                </c:pt>
                <c:pt idx="143">
                  <c:v>109.65967088549652</c:v>
                </c:pt>
                <c:pt idx="144">
                  <c:v>110.52662897947042</c:v>
                </c:pt>
                <c:pt idx="145">
                  <c:v>113.0913418625409</c:v>
                </c:pt>
                <c:pt idx="146">
                  <c:v>113.33165495617148</c:v>
                </c:pt>
                <c:pt idx="147">
                  <c:v>113.17098848785847</c:v>
                </c:pt>
                <c:pt idx="148">
                  <c:v>115.09898610761449</c:v>
                </c:pt>
                <c:pt idx="149">
                  <c:v>116.24287643329596</c:v>
                </c:pt>
                <c:pt idx="150">
                  <c:v>115.72608884718376</c:v>
                </c:pt>
                <c:pt idx="151">
                  <c:v>115.70365962511158</c:v>
                </c:pt>
                <c:pt idx="152">
                  <c:v>115.68809649142884</c:v>
                </c:pt>
                <c:pt idx="153">
                  <c:v>116.92261918385097</c:v>
                </c:pt>
                <c:pt idx="154">
                  <c:v>118.22214084635982</c:v>
                </c:pt>
                <c:pt idx="155">
                  <c:v>120.26869292564027</c:v>
                </c:pt>
                <c:pt idx="156">
                  <c:v>119.83200970407157</c:v>
                </c:pt>
                <c:pt idx="157">
                  <c:v>118.83001853843867</c:v>
                </c:pt>
                <c:pt idx="158">
                  <c:v>122.08683313116518</c:v>
                </c:pt>
                <c:pt idx="159">
                  <c:v>123.25773007117844</c:v>
                </c:pt>
                <c:pt idx="160">
                  <c:v>123.31494747442382</c:v>
                </c:pt>
                <c:pt idx="161">
                  <c:v>115.83823495754469</c:v>
                </c:pt>
                <c:pt idx="162">
                  <c:v>116.92856979378847</c:v>
                </c:pt>
                <c:pt idx="163">
                  <c:v>115.56130272583709</c:v>
                </c:pt>
                <c:pt idx="164">
                  <c:v>118.97329091616507</c:v>
                </c:pt>
                <c:pt idx="165">
                  <c:v>118.46977776760579</c:v>
                </c:pt>
                <c:pt idx="166">
                  <c:v>120.96399880987802</c:v>
                </c:pt>
                <c:pt idx="167">
                  <c:v>119.07673998123269</c:v>
                </c:pt>
                <c:pt idx="168">
                  <c:v>117.55063740187215</c:v>
                </c:pt>
                <c:pt idx="169">
                  <c:v>117.34053509715514</c:v>
                </c:pt>
                <c:pt idx="170">
                  <c:v>114.63209209713226</c:v>
                </c:pt>
                <c:pt idx="171">
                  <c:v>112.05456251573477</c:v>
                </c:pt>
                <c:pt idx="172">
                  <c:v>112.87391573020851</c:v>
                </c:pt>
                <c:pt idx="173">
                  <c:v>113.15359439727186</c:v>
                </c:pt>
                <c:pt idx="174">
                  <c:v>112.74117135467925</c:v>
                </c:pt>
                <c:pt idx="175">
                  <c:v>112.98697731902136</c:v>
                </c:pt>
                <c:pt idx="176">
                  <c:v>114.3908635250498</c:v>
                </c:pt>
                <c:pt idx="177">
                  <c:v>114.24072505893392</c:v>
                </c:pt>
                <c:pt idx="178">
                  <c:v>115.56816881422654</c:v>
                </c:pt>
                <c:pt idx="179">
                  <c:v>116.7344883619802</c:v>
                </c:pt>
                <c:pt idx="180">
                  <c:v>116.32343853706544</c:v>
                </c:pt>
                <c:pt idx="181">
                  <c:v>115.92520541047764</c:v>
                </c:pt>
                <c:pt idx="182">
                  <c:v>116.55459684617672</c:v>
                </c:pt>
                <c:pt idx="183">
                  <c:v>117.42338589705446</c:v>
                </c:pt>
                <c:pt idx="184">
                  <c:v>117.58588332227131</c:v>
                </c:pt>
                <c:pt idx="185">
                  <c:v>116.26667887304603</c:v>
                </c:pt>
                <c:pt idx="186">
                  <c:v>118.2683725081821</c:v>
                </c:pt>
                <c:pt idx="187">
                  <c:v>120.30165014990959</c:v>
                </c:pt>
                <c:pt idx="188">
                  <c:v>120.37626164374156</c:v>
                </c:pt>
                <c:pt idx="189">
                  <c:v>121.53663058155769</c:v>
                </c:pt>
                <c:pt idx="190">
                  <c:v>122.05524912457373</c:v>
                </c:pt>
                <c:pt idx="191">
                  <c:v>120.96079463529628</c:v>
                </c:pt>
                <c:pt idx="192">
                  <c:v>121.55448241137026</c:v>
                </c:pt>
                <c:pt idx="193">
                  <c:v>120.03433044194722</c:v>
                </c:pt>
                <c:pt idx="194">
                  <c:v>120.06866088389445</c:v>
                </c:pt>
                <c:pt idx="195">
                  <c:v>120.48291488339093</c:v>
                </c:pt>
                <c:pt idx="196">
                  <c:v>120.55569542031905</c:v>
                </c:pt>
                <c:pt idx="197">
                  <c:v>120.87565513926715</c:v>
                </c:pt>
                <c:pt idx="198">
                  <c:v>122.79907536676356</c:v>
                </c:pt>
                <c:pt idx="199">
                  <c:v>122.13352253221342</c:v>
                </c:pt>
                <c:pt idx="200">
                  <c:v>120.74977685212733</c:v>
                </c:pt>
                <c:pt idx="201">
                  <c:v>121.37871054860045</c:v>
                </c:pt>
                <c:pt idx="202">
                  <c:v>121.16036893781612</c:v>
                </c:pt>
                <c:pt idx="203">
                  <c:v>121.05371569816677</c:v>
                </c:pt>
                <c:pt idx="204">
                  <c:v>120.37763486141944</c:v>
                </c:pt>
                <c:pt idx="205">
                  <c:v>119.4882475453734</c:v>
                </c:pt>
                <c:pt idx="206">
                  <c:v>120.56988533632389</c:v>
                </c:pt>
                <c:pt idx="207">
                  <c:v>119.28409585059391</c:v>
                </c:pt>
                <c:pt idx="208">
                  <c:v>119.51159224589752</c:v>
                </c:pt>
                <c:pt idx="209">
                  <c:v>118.31551964845627</c:v>
                </c:pt>
                <c:pt idx="210">
                  <c:v>115.6478154395441</c:v>
                </c:pt>
                <c:pt idx="211">
                  <c:v>111.93234614240266</c:v>
                </c:pt>
                <c:pt idx="212">
                  <c:v>109.75716934062665</c:v>
                </c:pt>
                <c:pt idx="213">
                  <c:v>106.36303298011123</c:v>
                </c:pt>
                <c:pt idx="214">
                  <c:v>106.36303298011123</c:v>
                </c:pt>
                <c:pt idx="215">
                  <c:v>106.56672693566473</c:v>
                </c:pt>
                <c:pt idx="216">
                  <c:v>107.21168150504658</c:v>
                </c:pt>
                <c:pt idx="217">
                  <c:v>108.03744306868377</c:v>
                </c:pt>
                <c:pt idx="218">
                  <c:v>107.27393403977754</c:v>
                </c:pt>
                <c:pt idx="219">
                  <c:v>106.88165152312727</c:v>
                </c:pt>
                <c:pt idx="220">
                  <c:v>106.97686128212757</c:v>
                </c:pt>
                <c:pt idx="221">
                  <c:v>107.26798342984</c:v>
                </c:pt>
                <c:pt idx="222">
                  <c:v>106.54200901746276</c:v>
                </c:pt>
                <c:pt idx="223">
                  <c:v>105.76797198635937</c:v>
                </c:pt>
                <c:pt idx="224">
                  <c:v>105.89842766575882</c:v>
                </c:pt>
                <c:pt idx="225">
                  <c:v>105.21502300139609</c:v>
                </c:pt>
                <c:pt idx="226">
                  <c:v>106.27514704872634</c:v>
                </c:pt>
                <c:pt idx="227">
                  <c:v>107.32474309385944</c:v>
                </c:pt>
                <c:pt idx="228">
                  <c:v>106.07923466001419</c:v>
                </c:pt>
                <c:pt idx="229">
                  <c:v>106.60792346600141</c:v>
                </c:pt>
                <c:pt idx="230">
                  <c:v>107.68406838624036</c:v>
                </c:pt>
                <c:pt idx="231">
                  <c:v>106.29025244318314</c:v>
                </c:pt>
                <c:pt idx="232">
                  <c:v>104.1086672922436</c:v>
                </c:pt>
                <c:pt idx="233">
                  <c:v>104.07296363261848</c:v>
                </c:pt>
                <c:pt idx="234">
                  <c:v>104.21348957498913</c:v>
                </c:pt>
                <c:pt idx="235">
                  <c:v>105.17016455725174</c:v>
                </c:pt>
                <c:pt idx="236">
                  <c:v>105.78170416313826</c:v>
                </c:pt>
                <c:pt idx="237">
                  <c:v>106.54017806055889</c:v>
                </c:pt>
                <c:pt idx="238">
                  <c:v>107.76829240381754</c:v>
                </c:pt>
                <c:pt idx="239">
                  <c:v>106.77957567573753</c:v>
                </c:pt>
                <c:pt idx="240">
                  <c:v>105.80138694985467</c:v>
                </c:pt>
                <c:pt idx="241">
                  <c:v>106.15796580687982</c:v>
                </c:pt>
                <c:pt idx="242">
                  <c:v>108.08001281669833</c:v>
                </c:pt>
                <c:pt idx="243">
                  <c:v>107.98754949305381</c:v>
                </c:pt>
                <c:pt idx="244">
                  <c:v>109.93980729178587</c:v>
                </c:pt>
                <c:pt idx="245">
                  <c:v>110.06202366511799</c:v>
                </c:pt>
                <c:pt idx="246">
                  <c:v>109.74069072849197</c:v>
                </c:pt>
                <c:pt idx="247">
                  <c:v>109.52326459615958</c:v>
                </c:pt>
                <c:pt idx="248">
                  <c:v>109.67294532304945</c:v>
                </c:pt>
                <c:pt idx="249">
                  <c:v>107.41949511363377</c:v>
                </c:pt>
                <c:pt idx="250">
                  <c:v>107.490902432884</c:v>
                </c:pt>
                <c:pt idx="251">
                  <c:v>106.87112352093011</c:v>
                </c:pt>
                <c:pt idx="252">
                  <c:v>104.83738813997665</c:v>
                </c:pt>
                <c:pt idx="253">
                  <c:v>105.15734785892477</c:v>
                </c:pt>
                <c:pt idx="254">
                  <c:v>103.45821985215022</c:v>
                </c:pt>
                <c:pt idx="255">
                  <c:v>103.82990410363216</c:v>
                </c:pt>
                <c:pt idx="256">
                  <c:v>103.64497745634311</c:v>
                </c:pt>
                <c:pt idx="257">
                  <c:v>104.08440711326756</c:v>
                </c:pt>
                <c:pt idx="258">
                  <c:v>103.08058499073078</c:v>
                </c:pt>
                <c:pt idx="259">
                  <c:v>101.5810312864761</c:v>
                </c:pt>
                <c:pt idx="260">
                  <c:v>102.76428718559039</c:v>
                </c:pt>
                <c:pt idx="261">
                  <c:v>101.92616666285217</c:v>
                </c:pt>
                <c:pt idx="262">
                  <c:v>99.572929302176547</c:v>
                </c:pt>
                <c:pt idx="263">
                  <c:v>101.9962007644245</c:v>
                </c:pt>
                <c:pt idx="264">
                  <c:v>102.89428512576384</c:v>
                </c:pt>
                <c:pt idx="265">
                  <c:v>103.89581855217082</c:v>
                </c:pt>
                <c:pt idx="266">
                  <c:v>104.73714324949077</c:v>
                </c:pt>
                <c:pt idx="267">
                  <c:v>107.62227359073535</c:v>
                </c:pt>
                <c:pt idx="268">
                  <c:v>107.50234591353308</c:v>
                </c:pt>
                <c:pt idx="269">
                  <c:v>104.60027922092783</c:v>
                </c:pt>
                <c:pt idx="270">
                  <c:v>103.85096010802646</c:v>
                </c:pt>
                <c:pt idx="271">
                  <c:v>102.67548577575356</c:v>
                </c:pt>
                <c:pt idx="272">
                  <c:v>106.67521113221797</c:v>
                </c:pt>
                <c:pt idx="273">
                  <c:v>105.26903623005973</c:v>
                </c:pt>
                <c:pt idx="274">
                  <c:v>105.80184468908062</c:v>
                </c:pt>
                <c:pt idx="275">
                  <c:v>103.9319799510219</c:v>
                </c:pt>
                <c:pt idx="276">
                  <c:v>101.61902364223103</c:v>
                </c:pt>
                <c:pt idx="277">
                  <c:v>101.44462499713913</c:v>
                </c:pt>
                <c:pt idx="278">
                  <c:v>102.4576019041952</c:v>
                </c:pt>
                <c:pt idx="279">
                  <c:v>100.1199276772023</c:v>
                </c:pt>
                <c:pt idx="280">
                  <c:v>102.05845329915549</c:v>
                </c:pt>
                <c:pt idx="281">
                  <c:v>104.10225894308014</c:v>
                </c:pt>
                <c:pt idx="282">
                  <c:v>103.83036184285812</c:v>
                </c:pt>
                <c:pt idx="283">
                  <c:v>105.16741812189596</c:v>
                </c:pt>
                <c:pt idx="284">
                  <c:v>103.91870551346898</c:v>
                </c:pt>
                <c:pt idx="285">
                  <c:v>101.89458265626075</c:v>
                </c:pt>
                <c:pt idx="286">
                  <c:v>102.323942050214</c:v>
                </c:pt>
                <c:pt idx="287">
                  <c:v>102.20630306914151</c:v>
                </c:pt>
                <c:pt idx="288">
                  <c:v>102.23788707573296</c:v>
                </c:pt>
                <c:pt idx="289">
                  <c:v>103.39779827432312</c:v>
                </c:pt>
                <c:pt idx="290">
                  <c:v>103.25177946124093</c:v>
                </c:pt>
                <c:pt idx="291">
                  <c:v>105.30107797587713</c:v>
                </c:pt>
                <c:pt idx="292">
                  <c:v>105.62469960863297</c:v>
                </c:pt>
                <c:pt idx="293">
                  <c:v>105.92406106241275</c:v>
                </c:pt>
                <c:pt idx="294">
                  <c:v>106.20465520792803</c:v>
                </c:pt>
                <c:pt idx="295">
                  <c:v>106.40606046735175</c:v>
                </c:pt>
                <c:pt idx="296">
                  <c:v>107.07069782344998</c:v>
                </c:pt>
                <c:pt idx="297">
                  <c:v>107.28675073810452</c:v>
                </c:pt>
                <c:pt idx="298">
                  <c:v>103.683427551324</c:v>
                </c:pt>
                <c:pt idx="299">
                  <c:v>104.19746870208041</c:v>
                </c:pt>
                <c:pt idx="300">
                  <c:v>102.78442771153273</c:v>
                </c:pt>
                <c:pt idx="301">
                  <c:v>101.54715858375482</c:v>
                </c:pt>
                <c:pt idx="302">
                  <c:v>102.8604124230426</c:v>
                </c:pt>
                <c:pt idx="303">
                  <c:v>102.69379534479208</c:v>
                </c:pt>
                <c:pt idx="304">
                  <c:v>102.51802348202229</c:v>
                </c:pt>
                <c:pt idx="305">
                  <c:v>100.33689607030874</c:v>
                </c:pt>
                <c:pt idx="306">
                  <c:v>97.638065594031076</c:v>
                </c:pt>
                <c:pt idx="307">
                  <c:v>99.880530062023681</c:v>
                </c:pt>
                <c:pt idx="308">
                  <c:v>100.60330029981918</c:v>
                </c:pt>
                <c:pt idx="309">
                  <c:v>100.04623166182225</c:v>
                </c:pt>
                <c:pt idx="310">
                  <c:v>100.50122445242945</c:v>
                </c:pt>
                <c:pt idx="311">
                  <c:v>99.575675737532322</c:v>
                </c:pt>
                <c:pt idx="312">
                  <c:v>99.837960314009095</c:v>
                </c:pt>
                <c:pt idx="313">
                  <c:v>100.55935733412676</c:v>
                </c:pt>
                <c:pt idx="314">
                  <c:v>100.8170645183439</c:v>
                </c:pt>
                <c:pt idx="315">
                  <c:v>100.92921062870484</c:v>
                </c:pt>
                <c:pt idx="316">
                  <c:v>101.91701187833291</c:v>
                </c:pt>
                <c:pt idx="317">
                  <c:v>102.76932231707596</c:v>
                </c:pt>
                <c:pt idx="318">
                  <c:v>103.6129357105257</c:v>
                </c:pt>
                <c:pt idx="319">
                  <c:v>103.15153457075503</c:v>
                </c:pt>
                <c:pt idx="320">
                  <c:v>103.63811136795367</c:v>
                </c:pt>
                <c:pt idx="321">
                  <c:v>103.32776417275078</c:v>
                </c:pt>
                <c:pt idx="322">
                  <c:v>102.39855354404597</c:v>
                </c:pt>
                <c:pt idx="323">
                  <c:v>103.40878401574622</c:v>
                </c:pt>
                <c:pt idx="324">
                  <c:v>103.17945666353879</c:v>
                </c:pt>
                <c:pt idx="325">
                  <c:v>102.34499805460828</c:v>
                </c:pt>
                <c:pt idx="326">
                  <c:v>103.38727027212597</c:v>
                </c:pt>
                <c:pt idx="327">
                  <c:v>103.19181562263977</c:v>
                </c:pt>
                <c:pt idx="328">
                  <c:v>102.05891103838142</c:v>
                </c:pt>
                <c:pt idx="329">
                  <c:v>102.36880049435837</c:v>
                </c:pt>
                <c:pt idx="330">
                  <c:v>102.83935641864829</c:v>
                </c:pt>
                <c:pt idx="331">
                  <c:v>101.81402055249124</c:v>
                </c:pt>
                <c:pt idx="332">
                  <c:v>102.38024397500745</c:v>
                </c:pt>
                <c:pt idx="333">
                  <c:v>103.14558396081752</c:v>
                </c:pt>
                <c:pt idx="334">
                  <c:v>102.4090815462431</c:v>
                </c:pt>
                <c:pt idx="335">
                  <c:v>103.12498569564919</c:v>
                </c:pt>
                <c:pt idx="336">
                  <c:v>102.14588149131441</c:v>
                </c:pt>
                <c:pt idx="337">
                  <c:v>102.58302245210903</c:v>
                </c:pt>
                <c:pt idx="338">
                  <c:v>103.00643123612478</c:v>
                </c:pt>
                <c:pt idx="339">
                  <c:v>103.18632275192823</c:v>
                </c:pt>
                <c:pt idx="340">
                  <c:v>102.95470670359097</c:v>
                </c:pt>
                <c:pt idx="341">
                  <c:v>101.34941523813883</c:v>
                </c:pt>
                <c:pt idx="342">
                  <c:v>100.3227061543039</c:v>
                </c:pt>
                <c:pt idx="343">
                  <c:v>99.339940036161394</c:v>
                </c:pt>
                <c:pt idx="344">
                  <c:v>99.865424667566884</c:v>
                </c:pt>
                <c:pt idx="345">
                  <c:v>99.624196095484407</c:v>
                </c:pt>
                <c:pt idx="346">
                  <c:v>102.59583915043599</c:v>
                </c:pt>
                <c:pt idx="347">
                  <c:v>102.30471700272355</c:v>
                </c:pt>
                <c:pt idx="348">
                  <c:v>100.66097544229054</c:v>
                </c:pt>
                <c:pt idx="349">
                  <c:v>100.31080493442886</c:v>
                </c:pt>
                <c:pt idx="350">
                  <c:v>99.806376307417665</c:v>
                </c:pt>
                <c:pt idx="351">
                  <c:v>98.94674204105921</c:v>
                </c:pt>
                <c:pt idx="352">
                  <c:v>97.762570663493008</c:v>
                </c:pt>
                <c:pt idx="353">
                  <c:v>98.316435126908203</c:v>
                </c:pt>
                <c:pt idx="354">
                  <c:v>98.107706039869086</c:v>
                </c:pt>
                <c:pt idx="355">
                  <c:v>97.63943881170897</c:v>
                </c:pt>
                <c:pt idx="356">
                  <c:v>97.568031492458758</c:v>
                </c:pt>
                <c:pt idx="357">
                  <c:v>98.016615933902457</c:v>
                </c:pt>
                <c:pt idx="358">
                  <c:v>98.70139381594305</c:v>
                </c:pt>
                <c:pt idx="359">
                  <c:v>98.78287139816446</c:v>
                </c:pt>
                <c:pt idx="360">
                  <c:v>98.525621953173285</c:v>
                </c:pt>
                <c:pt idx="361">
                  <c:v>97.530039136703834</c:v>
                </c:pt>
                <c:pt idx="362">
                  <c:v>97.826654155127827</c:v>
                </c:pt>
                <c:pt idx="363">
                  <c:v>97.291099260751153</c:v>
                </c:pt>
                <c:pt idx="364">
                  <c:v>97.924152610257934</c:v>
                </c:pt>
                <c:pt idx="365">
                  <c:v>98.80850479481839</c:v>
                </c:pt>
                <c:pt idx="366">
                  <c:v>98.39379305609593</c:v>
                </c:pt>
                <c:pt idx="367">
                  <c:v>100.37351520838578</c:v>
                </c:pt>
                <c:pt idx="368">
                  <c:v>101.02625134460898</c:v>
                </c:pt>
                <c:pt idx="369">
                  <c:v>101.47803996063442</c:v>
                </c:pt>
                <c:pt idx="370">
                  <c:v>102.00260911358798</c:v>
                </c:pt>
                <c:pt idx="371">
                  <c:v>102.99956514773534</c:v>
                </c:pt>
                <c:pt idx="372">
                  <c:v>103.63078754033828</c:v>
                </c:pt>
                <c:pt idx="373">
                  <c:v>104.01299979401735</c:v>
                </c:pt>
                <c:pt idx="374">
                  <c:v>105.52765889272881</c:v>
                </c:pt>
                <c:pt idx="375">
                  <c:v>105.91811045247523</c:v>
                </c:pt>
                <c:pt idx="376">
                  <c:v>107.52935252786489</c:v>
                </c:pt>
                <c:pt idx="377">
                  <c:v>106.93383379488705</c:v>
                </c:pt>
                <c:pt idx="378">
                  <c:v>106.55986084727529</c:v>
                </c:pt>
                <c:pt idx="379">
                  <c:v>106.10990318815369</c:v>
                </c:pt>
                <c:pt idx="380">
                  <c:v>106.2659922642071</c:v>
                </c:pt>
                <c:pt idx="381">
                  <c:v>105.80047147140274</c:v>
                </c:pt>
                <c:pt idx="382">
                  <c:v>106.62577529581398</c:v>
                </c:pt>
                <c:pt idx="383">
                  <c:v>109.17400956674983</c:v>
                </c:pt>
                <c:pt idx="384">
                  <c:v>108.21550362758336</c:v>
                </c:pt>
                <c:pt idx="385">
                  <c:v>108.17064518343899</c:v>
                </c:pt>
                <c:pt idx="386">
                  <c:v>108.66363032980111</c:v>
                </c:pt>
                <c:pt idx="387">
                  <c:v>107.02995903233928</c:v>
                </c:pt>
                <c:pt idx="388">
                  <c:v>105.91994140937908</c:v>
                </c:pt>
                <c:pt idx="389">
                  <c:v>106.33968827958714</c:v>
                </c:pt>
                <c:pt idx="390">
                  <c:v>107.08580321790674</c:v>
                </c:pt>
                <c:pt idx="391">
                  <c:v>106.97731902135352</c:v>
                </c:pt>
                <c:pt idx="392">
                  <c:v>105.90071636188863</c:v>
                </c:pt>
                <c:pt idx="393">
                  <c:v>105.76705650790745</c:v>
                </c:pt>
                <c:pt idx="394">
                  <c:v>106.11310736273545</c:v>
                </c:pt>
                <c:pt idx="395">
                  <c:v>106.91781292197835</c:v>
                </c:pt>
                <c:pt idx="396">
                  <c:v>107.04369120911817</c:v>
                </c:pt>
                <c:pt idx="397">
                  <c:v>106.15109971849037</c:v>
                </c:pt>
                <c:pt idx="398">
                  <c:v>104.01574622937314</c:v>
                </c:pt>
                <c:pt idx="399">
                  <c:v>104.15306799716203</c:v>
                </c:pt>
                <c:pt idx="400">
                  <c:v>104.02032362163276</c:v>
                </c:pt>
                <c:pt idx="401">
                  <c:v>104.5476392099421</c:v>
                </c:pt>
                <c:pt idx="402">
                  <c:v>105.2507266610212</c:v>
                </c:pt>
                <c:pt idx="403">
                  <c:v>105.87782940059047</c:v>
                </c:pt>
                <c:pt idx="404">
                  <c:v>106.08015013846612</c:v>
                </c:pt>
                <c:pt idx="405">
                  <c:v>105.04016661707824</c:v>
                </c:pt>
                <c:pt idx="406">
                  <c:v>104.44739431945619</c:v>
                </c:pt>
                <c:pt idx="407">
                  <c:v>105.61462934566177</c:v>
                </c:pt>
                <c:pt idx="408">
                  <c:v>105.19625569313162</c:v>
                </c:pt>
                <c:pt idx="409">
                  <c:v>104.32288924999429</c:v>
                </c:pt>
                <c:pt idx="410">
                  <c:v>104.20296157279199</c:v>
                </c:pt>
                <c:pt idx="411">
                  <c:v>105.76293685487377</c:v>
                </c:pt>
                <c:pt idx="412">
                  <c:v>105.18069255944889</c:v>
                </c:pt>
                <c:pt idx="413">
                  <c:v>104.94449911885199</c:v>
                </c:pt>
                <c:pt idx="414">
                  <c:v>105.78490833772001</c:v>
                </c:pt>
                <c:pt idx="415">
                  <c:v>106.31176618680338</c:v>
                </c:pt>
                <c:pt idx="416">
                  <c:v>106.49806605177031</c:v>
                </c:pt>
                <c:pt idx="417">
                  <c:v>109.27745863181745</c:v>
                </c:pt>
                <c:pt idx="418">
                  <c:v>108.19856727622272</c:v>
                </c:pt>
                <c:pt idx="419">
                  <c:v>106.40239855354406</c:v>
                </c:pt>
                <c:pt idx="420">
                  <c:v>106.56718467489073</c:v>
                </c:pt>
                <c:pt idx="421">
                  <c:v>107.25425125306111</c:v>
                </c:pt>
                <c:pt idx="422">
                  <c:v>107.34442588057584</c:v>
                </c:pt>
                <c:pt idx="423">
                  <c:v>107.72114526354335</c:v>
                </c:pt>
                <c:pt idx="424">
                  <c:v>107.53576087702837</c:v>
                </c:pt>
                <c:pt idx="425">
                  <c:v>107.39431945620581</c:v>
                </c:pt>
                <c:pt idx="426">
                  <c:v>108.43338749914176</c:v>
                </c:pt>
                <c:pt idx="427">
                  <c:v>108.01409836815965</c:v>
                </c:pt>
                <c:pt idx="428">
                  <c:v>107.19062550065229</c:v>
                </c:pt>
                <c:pt idx="429">
                  <c:v>107.86716407662556</c:v>
                </c:pt>
                <c:pt idx="430">
                  <c:v>107.82276337170713</c:v>
                </c:pt>
                <c:pt idx="431">
                  <c:v>104.65932758107708</c:v>
                </c:pt>
                <c:pt idx="432">
                  <c:v>104.92298537523172</c:v>
                </c:pt>
                <c:pt idx="433">
                  <c:v>106.54567093127045</c:v>
                </c:pt>
                <c:pt idx="434">
                  <c:v>106.94069988327651</c:v>
                </c:pt>
                <c:pt idx="435">
                  <c:v>106.34106149726502</c:v>
                </c:pt>
                <c:pt idx="436">
                  <c:v>105.22921291740097</c:v>
                </c:pt>
                <c:pt idx="437">
                  <c:v>105.0978417595496</c:v>
                </c:pt>
                <c:pt idx="438">
                  <c:v>105.71304327924381</c:v>
                </c:pt>
                <c:pt idx="439">
                  <c:v>103.80472844620421</c:v>
                </c:pt>
                <c:pt idx="440">
                  <c:v>104.18236330762365</c:v>
                </c:pt>
                <c:pt idx="441">
                  <c:v>103.26047650653423</c:v>
                </c:pt>
                <c:pt idx="442">
                  <c:v>105.00034330441947</c:v>
                </c:pt>
                <c:pt idx="443">
                  <c:v>105.53406724189229</c:v>
                </c:pt>
                <c:pt idx="444">
                  <c:v>105.12759480923719</c:v>
                </c:pt>
                <c:pt idx="445">
                  <c:v>105.23012839585289</c:v>
                </c:pt>
                <c:pt idx="446">
                  <c:v>105.16650264344403</c:v>
                </c:pt>
                <c:pt idx="447">
                  <c:v>106.0668757009132</c:v>
                </c:pt>
                <c:pt idx="448">
                  <c:v>104.86714118966425</c:v>
                </c:pt>
                <c:pt idx="449">
                  <c:v>105.59631977662325</c:v>
                </c:pt>
                <c:pt idx="450">
                  <c:v>105.93779323919163</c:v>
                </c:pt>
                <c:pt idx="451">
                  <c:v>106.52507266610212</c:v>
                </c:pt>
                <c:pt idx="452">
                  <c:v>105.55603872473851</c:v>
                </c:pt>
                <c:pt idx="453">
                  <c:v>103.164351269082</c:v>
                </c:pt>
                <c:pt idx="454">
                  <c:v>101.84056942759709</c:v>
                </c:pt>
                <c:pt idx="455">
                  <c:v>97.095644611264959</c:v>
                </c:pt>
                <c:pt idx="456">
                  <c:v>99.043325017737388</c:v>
                </c:pt>
                <c:pt idx="457">
                  <c:v>97.643100725516661</c:v>
                </c:pt>
                <c:pt idx="458">
                  <c:v>99.522577987320631</c:v>
                </c:pt>
                <c:pt idx="459">
                  <c:v>100.61611699814614</c:v>
                </c:pt>
                <c:pt idx="460">
                  <c:v>99.798594740576291</c:v>
                </c:pt>
                <c:pt idx="461">
                  <c:v>98.394708534547874</c:v>
                </c:pt>
                <c:pt idx="462">
                  <c:v>96.66765843498959</c:v>
                </c:pt>
                <c:pt idx="463">
                  <c:v>97.000892591490626</c:v>
                </c:pt>
                <c:pt idx="464">
                  <c:v>98.427208019591248</c:v>
                </c:pt>
                <c:pt idx="465">
                  <c:v>97.426132332410234</c:v>
                </c:pt>
                <c:pt idx="466">
                  <c:v>97.899892431281899</c:v>
                </c:pt>
                <c:pt idx="467">
                  <c:v>100.1002448904859</c:v>
                </c:pt>
                <c:pt idx="468">
                  <c:v>98.527910649303095</c:v>
                </c:pt>
                <c:pt idx="469">
                  <c:v>101.48078639599021</c:v>
                </c:pt>
                <c:pt idx="470">
                  <c:v>101.7119447051015</c:v>
                </c:pt>
                <c:pt idx="471">
                  <c:v>101.26381800288375</c:v>
                </c:pt>
                <c:pt idx="472">
                  <c:v>101.43547021261988</c:v>
                </c:pt>
                <c:pt idx="473">
                  <c:v>101.91151900762134</c:v>
                </c:pt>
                <c:pt idx="474">
                  <c:v>101.05096926281097</c:v>
                </c:pt>
                <c:pt idx="475">
                  <c:v>101.37550637401873</c:v>
                </c:pt>
                <c:pt idx="476">
                  <c:v>101.34209141052344</c:v>
                </c:pt>
                <c:pt idx="477">
                  <c:v>99.170576522555095</c:v>
                </c:pt>
                <c:pt idx="478">
                  <c:v>100.4522463552514</c:v>
                </c:pt>
                <c:pt idx="479">
                  <c:v>100.05675966401941</c:v>
                </c:pt>
                <c:pt idx="480">
                  <c:v>99.749616643398255</c:v>
                </c:pt>
                <c:pt idx="481">
                  <c:v>100.22566543839974</c:v>
                </c:pt>
                <c:pt idx="482">
                  <c:v>99.414093790767396</c:v>
                </c:pt>
                <c:pt idx="483">
                  <c:v>97.548806444968307</c:v>
                </c:pt>
                <c:pt idx="484">
                  <c:v>97.466413384294967</c:v>
                </c:pt>
                <c:pt idx="485">
                  <c:v>96.635158949946216</c:v>
                </c:pt>
                <c:pt idx="486">
                  <c:v>95.546197331380313</c:v>
                </c:pt>
                <c:pt idx="487">
                  <c:v>94.858215274757967</c:v>
                </c:pt>
                <c:pt idx="488">
                  <c:v>93.618199711624285</c:v>
                </c:pt>
                <c:pt idx="489">
                  <c:v>92.981942187535765</c:v>
                </c:pt>
                <c:pt idx="490">
                  <c:v>90.534410546311761</c:v>
                </c:pt>
                <c:pt idx="491">
                  <c:v>92.307692307692307</c:v>
                </c:pt>
                <c:pt idx="492">
                  <c:v>92.915112260545172</c:v>
                </c:pt>
                <c:pt idx="493">
                  <c:v>92.75948092371776</c:v>
                </c:pt>
                <c:pt idx="494">
                  <c:v>93.992172659236033</c:v>
                </c:pt>
                <c:pt idx="495">
                  <c:v>94.387659350468041</c:v>
                </c:pt>
                <c:pt idx="496">
                  <c:v>94.45403153823267</c:v>
                </c:pt>
                <c:pt idx="497">
                  <c:v>94.329068729544773</c:v>
                </c:pt>
                <c:pt idx="498">
                  <c:v>95.738447806284753</c:v>
                </c:pt>
                <c:pt idx="499">
                  <c:v>95.875311834847693</c:v>
                </c:pt>
                <c:pt idx="500">
                  <c:v>94.508960245348234</c:v>
                </c:pt>
                <c:pt idx="501">
                  <c:v>94.904904675806208</c:v>
                </c:pt>
                <c:pt idx="502">
                  <c:v>95.801615819467642</c:v>
                </c:pt>
                <c:pt idx="503">
                  <c:v>95.225779873206235</c:v>
                </c:pt>
                <c:pt idx="504">
                  <c:v>95.622639782116138</c:v>
                </c:pt>
                <c:pt idx="505">
                  <c:v>95.376376078548049</c:v>
                </c:pt>
                <c:pt idx="506">
                  <c:v>95.45373400773579</c:v>
                </c:pt>
                <c:pt idx="507">
                  <c:v>95.689927448332696</c:v>
                </c:pt>
                <c:pt idx="508">
                  <c:v>95.11592245897512</c:v>
                </c:pt>
                <c:pt idx="509">
                  <c:v>94.36614560684778</c:v>
                </c:pt>
                <c:pt idx="510">
                  <c:v>93.50834229739317</c:v>
                </c:pt>
                <c:pt idx="511">
                  <c:v>94.655436797656378</c:v>
                </c:pt>
                <c:pt idx="512">
                  <c:v>94.592726523699454</c:v>
                </c:pt>
                <c:pt idx="513">
                  <c:v>94.909482068065827</c:v>
                </c:pt>
                <c:pt idx="514">
                  <c:v>95.320989632206533</c:v>
                </c:pt>
                <c:pt idx="515">
                  <c:v>93.711578513720738</c:v>
                </c:pt>
                <c:pt idx="516">
                  <c:v>93.282676858993426</c:v>
                </c:pt>
                <c:pt idx="517">
                  <c:v>95.228068569336045</c:v>
                </c:pt>
                <c:pt idx="518">
                  <c:v>96.628750600782737</c:v>
                </c:pt>
                <c:pt idx="519">
                  <c:v>98.055066028883346</c:v>
                </c:pt>
                <c:pt idx="520">
                  <c:v>97.077335042226437</c:v>
                </c:pt>
                <c:pt idx="521">
                  <c:v>96.888746481129701</c:v>
                </c:pt>
                <c:pt idx="522">
                  <c:v>96.515231272743918</c:v>
                </c:pt>
                <c:pt idx="523">
                  <c:v>95.558556290481306</c:v>
                </c:pt>
                <c:pt idx="524">
                  <c:v>95.242716224566877</c:v>
                </c:pt>
                <c:pt idx="525">
                  <c:v>94.497974503925107</c:v>
                </c:pt>
                <c:pt idx="526">
                  <c:v>92.808001281669831</c:v>
                </c:pt>
                <c:pt idx="527">
                  <c:v>95.2807085803218</c:v>
                </c:pt>
                <c:pt idx="528">
                  <c:v>97.264092646419329</c:v>
                </c:pt>
                <c:pt idx="529">
                  <c:v>97.4215549401506</c:v>
                </c:pt>
                <c:pt idx="530">
                  <c:v>97.449019293708375</c:v>
                </c:pt>
                <c:pt idx="531">
                  <c:v>96.878676218158517</c:v>
                </c:pt>
                <c:pt idx="532">
                  <c:v>96.689172178609851</c:v>
                </c:pt>
                <c:pt idx="533">
                  <c:v>96.781635502254375</c:v>
                </c:pt>
                <c:pt idx="534">
                  <c:v>96.904767354038398</c:v>
                </c:pt>
                <c:pt idx="535">
                  <c:v>97.963518183690752</c:v>
                </c:pt>
                <c:pt idx="536">
                  <c:v>96.501499095965031</c:v>
                </c:pt>
                <c:pt idx="537">
                  <c:v>97.169340626644995</c:v>
                </c:pt>
                <c:pt idx="538">
                  <c:v>97.158354885221883</c:v>
                </c:pt>
                <c:pt idx="539">
                  <c:v>96.682763829446358</c:v>
                </c:pt>
                <c:pt idx="540">
                  <c:v>96.897443526423004</c:v>
                </c:pt>
                <c:pt idx="541">
                  <c:v>96.116540406930156</c:v>
                </c:pt>
                <c:pt idx="542">
                  <c:v>95.835488522188911</c:v>
                </c:pt>
                <c:pt idx="543">
                  <c:v>97.480603300299819</c:v>
                </c:pt>
                <c:pt idx="544">
                  <c:v>97.691163344242781</c:v>
                </c:pt>
                <c:pt idx="545">
                  <c:v>98.241823633076237</c:v>
                </c:pt>
                <c:pt idx="546">
                  <c:v>97.726867003867895</c:v>
                </c:pt>
                <c:pt idx="547">
                  <c:v>98.053235071979501</c:v>
                </c:pt>
                <c:pt idx="548">
                  <c:v>96.068020048978099</c:v>
                </c:pt>
                <c:pt idx="549">
                  <c:v>96.221820428901651</c:v>
                </c:pt>
                <c:pt idx="550">
                  <c:v>96.813677248071784</c:v>
                </c:pt>
                <c:pt idx="551">
                  <c:v>96.641109559883745</c:v>
                </c:pt>
                <c:pt idx="552">
                  <c:v>95.59334447165449</c:v>
                </c:pt>
                <c:pt idx="553">
                  <c:v>96.104181447829177</c:v>
                </c:pt>
                <c:pt idx="554">
                  <c:v>95.388277298423091</c:v>
                </c:pt>
                <c:pt idx="555">
                  <c:v>95.276588927288117</c:v>
                </c:pt>
                <c:pt idx="556">
                  <c:v>95.311834847687265</c:v>
                </c:pt>
                <c:pt idx="557">
                  <c:v>96.158652415718763</c:v>
                </c:pt>
                <c:pt idx="558">
                  <c:v>96.501956835190981</c:v>
                </c:pt>
                <c:pt idx="559">
                  <c:v>95.847847481289918</c:v>
                </c:pt>
                <c:pt idx="560">
                  <c:v>94.164282608198107</c:v>
                </c:pt>
                <c:pt idx="561">
                  <c:v>94.438926143775888</c:v>
                </c:pt>
                <c:pt idx="562">
                  <c:v>94.802828828416438</c:v>
                </c:pt>
                <c:pt idx="563">
                  <c:v>95.623555260568054</c:v>
                </c:pt>
                <c:pt idx="564">
                  <c:v>96.41773281761381</c:v>
                </c:pt>
                <c:pt idx="565">
                  <c:v>95.654223788707569</c:v>
                </c:pt>
                <c:pt idx="566">
                  <c:v>94.805117524546262</c:v>
                </c:pt>
                <c:pt idx="567">
                  <c:v>94.486988762501994</c:v>
                </c:pt>
                <c:pt idx="568">
                  <c:v>94.330441947222681</c:v>
                </c:pt>
                <c:pt idx="569">
                  <c:v>93.456617764859359</c:v>
                </c:pt>
                <c:pt idx="570">
                  <c:v>93.175108140892135</c:v>
                </c:pt>
                <c:pt idx="571">
                  <c:v>93.758267914768965</c:v>
                </c:pt>
                <c:pt idx="572">
                  <c:v>93.353168699791738</c:v>
                </c:pt>
                <c:pt idx="573">
                  <c:v>92.463323644519718</c:v>
                </c:pt>
                <c:pt idx="574">
                  <c:v>92.654658640972229</c:v>
                </c:pt>
                <c:pt idx="575">
                  <c:v>91.880621609868868</c:v>
                </c:pt>
                <c:pt idx="576">
                  <c:v>91.381228114343244</c:v>
                </c:pt>
                <c:pt idx="577">
                  <c:v>91.355594717689343</c:v>
                </c:pt>
                <c:pt idx="578">
                  <c:v>90.954157416519806</c:v>
                </c:pt>
                <c:pt idx="579">
                  <c:v>91.740553406724175</c:v>
                </c:pt>
                <c:pt idx="580">
                  <c:v>91.526789188199487</c:v>
                </c:pt>
                <c:pt idx="581">
                  <c:v>92.520083308539142</c:v>
                </c:pt>
                <c:pt idx="582">
                  <c:v>93.185178403863318</c:v>
                </c:pt>
                <c:pt idx="583">
                  <c:v>92.659236033231863</c:v>
                </c:pt>
                <c:pt idx="584">
                  <c:v>93.862632458288516</c:v>
                </c:pt>
                <c:pt idx="585">
                  <c:v>93.810450186528726</c:v>
                </c:pt>
                <c:pt idx="586">
                  <c:v>93.585700226580926</c:v>
                </c:pt>
                <c:pt idx="587">
                  <c:v>93.015357151031054</c:v>
                </c:pt>
                <c:pt idx="588">
                  <c:v>92.97690705605018</c:v>
                </c:pt>
                <c:pt idx="589">
                  <c:v>91.174329984208001</c:v>
                </c:pt>
                <c:pt idx="590">
                  <c:v>88.328107477170249</c:v>
                </c:pt>
                <c:pt idx="591">
                  <c:v>86.484791614217386</c:v>
                </c:pt>
                <c:pt idx="592">
                  <c:v>84.2162360103449</c:v>
                </c:pt>
                <c:pt idx="593">
                  <c:v>82.946467397523634</c:v>
                </c:pt>
                <c:pt idx="594">
                  <c:v>80.175771862769778</c:v>
                </c:pt>
                <c:pt idx="595">
                  <c:v>82.304259263497585</c:v>
                </c:pt>
                <c:pt idx="596">
                  <c:v>82.624218982445697</c:v>
                </c:pt>
                <c:pt idx="597">
                  <c:v>83.353855308630671</c:v>
                </c:pt>
                <c:pt idx="598">
                  <c:v>84.724784290389778</c:v>
                </c:pt>
                <c:pt idx="599">
                  <c:v>84.496372416634244</c:v>
                </c:pt>
                <c:pt idx="600">
                  <c:v>83.991486050397086</c:v>
                </c:pt>
                <c:pt idx="601">
                  <c:v>85.144531160597808</c:v>
                </c:pt>
                <c:pt idx="602">
                  <c:v>86.848236559631971</c:v>
                </c:pt>
                <c:pt idx="603">
                  <c:v>87.037740599180651</c:v>
                </c:pt>
                <c:pt idx="604">
                  <c:v>87.73808161490399</c:v>
                </c:pt>
                <c:pt idx="605">
                  <c:v>87.814066326413837</c:v>
                </c:pt>
                <c:pt idx="606">
                  <c:v>87.666216556427798</c:v>
                </c:pt>
                <c:pt idx="607">
                  <c:v>88.76341748106104</c:v>
                </c:pt>
                <c:pt idx="608">
                  <c:v>87.203899938205211</c:v>
                </c:pt>
                <c:pt idx="609">
                  <c:v>86.871581260156091</c:v>
                </c:pt>
                <c:pt idx="610">
                  <c:v>86.804751333165498</c:v>
                </c:pt>
                <c:pt idx="611">
                  <c:v>86.574966241732071</c:v>
                </c:pt>
                <c:pt idx="612">
                  <c:v>86.71045705261713</c:v>
                </c:pt>
                <c:pt idx="613">
                  <c:v>86.770420891218265</c:v>
                </c:pt>
                <c:pt idx="614">
                  <c:v>86.676584349895862</c:v>
                </c:pt>
                <c:pt idx="615">
                  <c:v>86.808870986199167</c:v>
                </c:pt>
                <c:pt idx="616">
                  <c:v>86.313139404481277</c:v>
                </c:pt>
                <c:pt idx="617">
                  <c:v>87.944522005813283</c:v>
                </c:pt>
                <c:pt idx="618">
                  <c:v>88.035154372553947</c:v>
                </c:pt>
                <c:pt idx="619">
                  <c:v>87.134781315084808</c:v>
                </c:pt>
                <c:pt idx="620">
                  <c:v>87.786601972856062</c:v>
                </c:pt>
                <c:pt idx="621">
                  <c:v>87.871741468885176</c:v>
                </c:pt>
                <c:pt idx="622">
                  <c:v>89.019751447600299</c:v>
                </c:pt>
                <c:pt idx="623">
                  <c:v>90.490009841393359</c:v>
                </c:pt>
                <c:pt idx="624">
                  <c:v>89.731993683198681</c:v>
                </c:pt>
                <c:pt idx="625">
                  <c:v>89.879843453184719</c:v>
                </c:pt>
                <c:pt idx="626">
                  <c:v>90.405785823816174</c:v>
                </c:pt>
                <c:pt idx="627">
                  <c:v>91.165632938914698</c:v>
                </c:pt>
                <c:pt idx="628">
                  <c:v>91.499782573867677</c:v>
                </c:pt>
                <c:pt idx="629">
                  <c:v>91.770306456411774</c:v>
                </c:pt>
                <c:pt idx="630">
                  <c:v>93.695557640812027</c:v>
                </c:pt>
                <c:pt idx="631">
                  <c:v>92.836381113679536</c:v>
                </c:pt>
                <c:pt idx="632">
                  <c:v>92.027555901402962</c:v>
                </c:pt>
                <c:pt idx="633">
                  <c:v>91.369326894468216</c:v>
                </c:pt>
                <c:pt idx="634">
                  <c:v>90.912045407731213</c:v>
                </c:pt>
                <c:pt idx="635">
                  <c:v>91.884741262902509</c:v>
                </c:pt>
                <c:pt idx="636">
                  <c:v>90.451559746412471</c:v>
                </c:pt>
                <c:pt idx="637">
                  <c:v>88.550568740988268</c:v>
                </c:pt>
                <c:pt idx="638">
                  <c:v>86.754400018309568</c:v>
                </c:pt>
                <c:pt idx="639">
                  <c:v>87.12883070514728</c:v>
                </c:pt>
                <c:pt idx="640">
                  <c:v>86.548875105852204</c:v>
                </c:pt>
                <c:pt idx="641">
                  <c:v>85.477307577872892</c:v>
                </c:pt>
                <c:pt idx="642">
                  <c:v>84.744467077106179</c:v>
                </c:pt>
                <c:pt idx="643">
                  <c:v>84.489964067470751</c:v>
                </c:pt>
                <c:pt idx="644">
                  <c:v>83.545190305083196</c:v>
                </c:pt>
                <c:pt idx="645">
                  <c:v>80.25312979195752</c:v>
                </c:pt>
                <c:pt idx="646">
                  <c:v>77.936511569358942</c:v>
                </c:pt>
                <c:pt idx="647">
                  <c:v>78.011123063190908</c:v>
                </c:pt>
                <c:pt idx="648">
                  <c:v>80.178518298125553</c:v>
                </c:pt>
                <c:pt idx="649">
                  <c:v>81.105897969926531</c:v>
                </c:pt>
                <c:pt idx="650">
                  <c:v>80.535554894376688</c:v>
                </c:pt>
                <c:pt idx="651">
                  <c:v>79.091845375689459</c:v>
                </c:pt>
                <c:pt idx="652">
                  <c:v>77.725951525415979</c:v>
                </c:pt>
                <c:pt idx="653">
                  <c:v>78.425834801913339</c:v>
                </c:pt>
                <c:pt idx="654">
                  <c:v>78.876250200260912</c:v>
                </c:pt>
                <c:pt idx="655">
                  <c:v>81.496349529672941</c:v>
                </c:pt>
                <c:pt idx="656">
                  <c:v>82.16464879957887</c:v>
                </c:pt>
                <c:pt idx="657">
                  <c:v>81.157622502460342</c:v>
                </c:pt>
                <c:pt idx="658">
                  <c:v>81.551278236788491</c:v>
                </c:pt>
                <c:pt idx="659">
                  <c:v>81.108186666056355</c:v>
                </c:pt>
                <c:pt idx="660">
                  <c:v>83.049458723365305</c:v>
                </c:pt>
                <c:pt idx="661">
                  <c:v>83.037099764264298</c:v>
                </c:pt>
                <c:pt idx="662">
                  <c:v>82.737280571258552</c:v>
                </c:pt>
                <c:pt idx="663">
                  <c:v>81.452864303206454</c:v>
                </c:pt>
                <c:pt idx="664">
                  <c:v>81.924335705948309</c:v>
                </c:pt>
                <c:pt idx="665">
                  <c:v>80.931041585608682</c:v>
                </c:pt>
                <c:pt idx="666">
                  <c:v>80.602842560593231</c:v>
                </c:pt>
                <c:pt idx="667">
                  <c:v>82.357357013709304</c:v>
                </c:pt>
                <c:pt idx="668">
                  <c:v>83.680223376742262</c:v>
                </c:pt>
                <c:pt idx="669">
                  <c:v>85.87966035749433</c:v>
                </c:pt>
                <c:pt idx="670">
                  <c:v>85.487377840844076</c:v>
                </c:pt>
                <c:pt idx="671">
                  <c:v>85.501567756848914</c:v>
                </c:pt>
                <c:pt idx="672">
                  <c:v>85.084109582770708</c:v>
                </c:pt>
                <c:pt idx="673">
                  <c:v>85.321218501819516</c:v>
                </c:pt>
                <c:pt idx="674">
                  <c:v>88.158286224337985</c:v>
                </c:pt>
                <c:pt idx="675">
                  <c:v>86.654155127823685</c:v>
                </c:pt>
                <c:pt idx="676">
                  <c:v>85.112489414780384</c:v>
                </c:pt>
                <c:pt idx="677">
                  <c:v>85.120270981621772</c:v>
                </c:pt>
                <c:pt idx="678">
                  <c:v>82.726752569061418</c:v>
                </c:pt>
                <c:pt idx="679">
                  <c:v>83.414276886457785</c:v>
                </c:pt>
                <c:pt idx="680">
                  <c:v>83.973176481358564</c:v>
                </c:pt>
                <c:pt idx="681">
                  <c:v>84.360881605749213</c:v>
                </c:pt>
                <c:pt idx="682">
                  <c:v>85.80138694985466</c:v>
                </c:pt>
                <c:pt idx="683">
                  <c:v>86.001418991600488</c:v>
                </c:pt>
                <c:pt idx="684">
                  <c:v>86.766758977410575</c:v>
                </c:pt>
                <c:pt idx="685">
                  <c:v>87.022635204723869</c:v>
                </c:pt>
                <c:pt idx="686">
                  <c:v>87.247842903897649</c:v>
                </c:pt>
                <c:pt idx="687">
                  <c:v>86.43169386400568</c:v>
                </c:pt>
                <c:pt idx="688">
                  <c:v>87.676286819398996</c:v>
                </c:pt>
                <c:pt idx="689">
                  <c:v>87.387911107042328</c:v>
                </c:pt>
                <c:pt idx="690">
                  <c:v>88.733206692147476</c:v>
                </c:pt>
                <c:pt idx="691">
                  <c:v>89.172636349071936</c:v>
                </c:pt>
                <c:pt idx="692">
                  <c:v>88.092829515025301</c:v>
                </c:pt>
                <c:pt idx="693">
                  <c:v>87.826425285514844</c:v>
                </c:pt>
                <c:pt idx="694">
                  <c:v>87.356784839676834</c:v>
                </c:pt>
                <c:pt idx="695">
                  <c:v>86.8789050877715</c:v>
                </c:pt>
                <c:pt idx="696">
                  <c:v>85.567482205387591</c:v>
                </c:pt>
                <c:pt idx="697">
                  <c:v>86.314512622159157</c:v>
                </c:pt>
                <c:pt idx="698">
                  <c:v>88.344586089304926</c:v>
                </c:pt>
                <c:pt idx="699">
                  <c:v>89.303549767697348</c:v>
                </c:pt>
                <c:pt idx="700">
                  <c:v>89.314077769894496</c:v>
                </c:pt>
                <c:pt idx="701">
                  <c:v>88.90714759801341</c:v>
                </c:pt>
                <c:pt idx="702">
                  <c:v>91.589041722930446</c:v>
                </c:pt>
                <c:pt idx="703">
                  <c:v>90.606733344013918</c:v>
                </c:pt>
                <c:pt idx="704">
                  <c:v>90.578353512004213</c:v>
                </c:pt>
                <c:pt idx="705">
                  <c:v>86.693520701256503</c:v>
                </c:pt>
                <c:pt idx="706">
                  <c:v>86.924221271141832</c:v>
                </c:pt>
                <c:pt idx="707">
                  <c:v>86.383173506053595</c:v>
                </c:pt>
                <c:pt idx="708">
                  <c:v>85.24477605108369</c:v>
                </c:pt>
                <c:pt idx="709">
                  <c:v>84.5796809557595</c:v>
                </c:pt>
                <c:pt idx="710">
                  <c:v>84.301375506374015</c:v>
                </c:pt>
                <c:pt idx="711">
                  <c:v>82.623761243219747</c:v>
                </c:pt>
                <c:pt idx="712">
                  <c:v>83.149703613851187</c:v>
                </c:pt>
                <c:pt idx="713">
                  <c:v>83.874304808550562</c:v>
                </c:pt>
                <c:pt idx="714">
                  <c:v>83.705399034170242</c:v>
                </c:pt>
                <c:pt idx="715">
                  <c:v>85.565651248483732</c:v>
                </c:pt>
                <c:pt idx="716">
                  <c:v>84.938090769688515</c:v>
                </c:pt>
                <c:pt idx="717">
                  <c:v>85.077243494381264</c:v>
                </c:pt>
                <c:pt idx="718">
                  <c:v>85.728148673700588</c:v>
                </c:pt>
                <c:pt idx="719">
                  <c:v>85.768429725585335</c:v>
                </c:pt>
                <c:pt idx="720">
                  <c:v>85.308859542718523</c:v>
                </c:pt>
                <c:pt idx="721">
                  <c:v>85.614171606435818</c:v>
                </c:pt>
                <c:pt idx="722">
                  <c:v>84.578765477307584</c:v>
                </c:pt>
                <c:pt idx="723">
                  <c:v>83.160689355274314</c:v>
                </c:pt>
                <c:pt idx="724">
                  <c:v>82.869109468335893</c:v>
                </c:pt>
                <c:pt idx="725">
                  <c:v>82.788089625340447</c:v>
                </c:pt>
                <c:pt idx="726">
                  <c:v>81.82729499004418</c:v>
                </c:pt>
                <c:pt idx="727">
                  <c:v>82.03053120637172</c:v>
                </c:pt>
                <c:pt idx="728">
                  <c:v>83.294349209255486</c:v>
                </c:pt>
                <c:pt idx="729">
                  <c:v>84.096766072368581</c:v>
                </c:pt>
                <c:pt idx="730">
                  <c:v>83.483395509578202</c:v>
                </c:pt>
                <c:pt idx="731">
                  <c:v>82.418694069988319</c:v>
                </c:pt>
                <c:pt idx="732">
                  <c:v>83.041677156523932</c:v>
                </c:pt>
                <c:pt idx="733">
                  <c:v>83.311285560616113</c:v>
                </c:pt>
                <c:pt idx="734">
                  <c:v>84.502780765797738</c:v>
                </c:pt>
                <c:pt idx="735">
                  <c:v>85.136291854530469</c:v>
                </c:pt>
                <c:pt idx="736">
                  <c:v>85.006293914357002</c:v>
                </c:pt>
                <c:pt idx="737">
                  <c:v>85.337239374728227</c:v>
                </c:pt>
                <c:pt idx="738">
                  <c:v>85.38301329732451</c:v>
                </c:pt>
                <c:pt idx="739">
                  <c:v>86.201451033346302</c:v>
                </c:pt>
                <c:pt idx="740">
                  <c:v>88.250749547982522</c:v>
                </c:pt>
                <c:pt idx="741">
                  <c:v>87.74128578948573</c:v>
                </c:pt>
                <c:pt idx="742">
                  <c:v>88.069942553727145</c:v>
                </c:pt>
                <c:pt idx="743">
                  <c:v>88.052090723914574</c:v>
                </c:pt>
                <c:pt idx="744">
                  <c:v>87.57283775433136</c:v>
                </c:pt>
                <c:pt idx="745">
                  <c:v>87.149428970315597</c:v>
                </c:pt>
                <c:pt idx="746">
                  <c:v>88.193532144737148</c:v>
                </c:pt>
                <c:pt idx="747">
                  <c:v>88.811022360561182</c:v>
                </c:pt>
                <c:pt idx="748">
                  <c:v>90.067058796603575</c:v>
                </c:pt>
                <c:pt idx="749">
                  <c:v>89.444075710067978</c:v>
                </c:pt>
                <c:pt idx="750">
                  <c:v>89.246332364451973</c:v>
                </c:pt>
                <c:pt idx="751">
                  <c:v>89.468335889044013</c:v>
                </c:pt>
                <c:pt idx="752">
                  <c:v>89.184537568946979</c:v>
                </c:pt>
                <c:pt idx="753">
                  <c:v>88.43292975991578</c:v>
                </c:pt>
                <c:pt idx="754">
                  <c:v>88.10061108186666</c:v>
                </c:pt>
                <c:pt idx="755">
                  <c:v>89.206966791019155</c:v>
                </c:pt>
                <c:pt idx="756">
                  <c:v>88.128075435424449</c:v>
                </c:pt>
                <c:pt idx="757">
                  <c:v>88.231982239718022</c:v>
                </c:pt>
                <c:pt idx="758">
                  <c:v>88.387613576545434</c:v>
                </c:pt>
                <c:pt idx="759">
                  <c:v>89.417526834962118</c:v>
                </c:pt>
                <c:pt idx="760">
                  <c:v>89.958574600050341</c:v>
                </c:pt>
                <c:pt idx="761">
                  <c:v>89.068271805552371</c:v>
                </c:pt>
                <c:pt idx="762">
                  <c:v>88.090540818895477</c:v>
                </c:pt>
                <c:pt idx="763">
                  <c:v>87.552239489163014</c:v>
                </c:pt>
                <c:pt idx="764">
                  <c:v>85.915364017119444</c:v>
                </c:pt>
                <c:pt idx="765">
                  <c:v>83.845924976540871</c:v>
                </c:pt>
                <c:pt idx="766">
                  <c:v>82.784427711532743</c:v>
                </c:pt>
                <c:pt idx="767">
                  <c:v>83.029318197422924</c:v>
                </c:pt>
                <c:pt idx="768">
                  <c:v>81.214382166479766</c:v>
                </c:pt>
                <c:pt idx="769">
                  <c:v>81.80532350719794</c:v>
                </c:pt>
                <c:pt idx="770">
                  <c:v>84.79573387041404</c:v>
                </c:pt>
                <c:pt idx="771">
                  <c:v>84.430457968095567</c:v>
                </c:pt>
                <c:pt idx="772">
                  <c:v>85.505229670656632</c:v>
                </c:pt>
                <c:pt idx="773">
                  <c:v>84.674432975533847</c:v>
                </c:pt>
                <c:pt idx="774">
                  <c:v>84.292678461080726</c:v>
                </c:pt>
                <c:pt idx="775">
                  <c:v>84.049161192868411</c:v>
                </c:pt>
                <c:pt idx="776">
                  <c:v>82.648479161421733</c:v>
                </c:pt>
                <c:pt idx="777">
                  <c:v>82.583022452109034</c:v>
                </c:pt>
                <c:pt idx="778">
                  <c:v>80.959421417618387</c:v>
                </c:pt>
                <c:pt idx="779">
                  <c:v>81.127411713546792</c:v>
                </c:pt>
                <c:pt idx="780">
                  <c:v>83.266427116471746</c:v>
                </c:pt>
                <c:pt idx="781">
                  <c:v>82.989037145538191</c:v>
                </c:pt>
                <c:pt idx="782">
                  <c:v>82.607740370311049</c:v>
                </c:pt>
                <c:pt idx="783">
                  <c:v>82.029157988693839</c:v>
                </c:pt>
                <c:pt idx="784">
                  <c:v>81.640079646625324</c:v>
                </c:pt>
                <c:pt idx="785">
                  <c:v>81.072940745657192</c:v>
                </c:pt>
                <c:pt idx="786">
                  <c:v>80.100244890485882</c:v>
                </c:pt>
                <c:pt idx="787">
                  <c:v>78.868468633419539</c:v>
                </c:pt>
                <c:pt idx="788">
                  <c:v>78.606184056942766</c:v>
                </c:pt>
                <c:pt idx="789">
                  <c:v>77.959398530657083</c:v>
                </c:pt>
                <c:pt idx="790">
                  <c:v>78.737555214794142</c:v>
                </c:pt>
                <c:pt idx="791">
                  <c:v>79.757398210239629</c:v>
                </c:pt>
                <c:pt idx="792">
                  <c:v>79.660815233561436</c:v>
                </c:pt>
                <c:pt idx="793">
                  <c:v>79.377016913464388</c:v>
                </c:pt>
                <c:pt idx="794">
                  <c:v>78.244112329206033</c:v>
                </c:pt>
                <c:pt idx="795">
                  <c:v>77.933765134003153</c:v>
                </c:pt>
                <c:pt idx="796">
                  <c:v>78.536149955370433</c:v>
                </c:pt>
                <c:pt idx="797">
                  <c:v>78.048657679719867</c:v>
                </c:pt>
                <c:pt idx="798">
                  <c:v>77.577644016203976</c:v>
                </c:pt>
                <c:pt idx="799">
                  <c:v>76.235552605680539</c:v>
                </c:pt>
                <c:pt idx="800">
                  <c:v>76.813219508845805</c:v>
                </c:pt>
                <c:pt idx="801">
                  <c:v>77.380816149039887</c:v>
                </c:pt>
                <c:pt idx="802">
                  <c:v>76.516146751195834</c:v>
                </c:pt>
                <c:pt idx="803">
                  <c:v>78.922024122857209</c:v>
                </c:pt>
                <c:pt idx="804">
                  <c:v>79.323461424026746</c:v>
                </c:pt>
                <c:pt idx="805">
                  <c:v>78.451925937793249</c:v>
                </c:pt>
                <c:pt idx="806">
                  <c:v>79.240610624127427</c:v>
                </c:pt>
                <c:pt idx="807">
                  <c:v>80.309431716750964</c:v>
                </c:pt>
                <c:pt idx="808">
                  <c:v>79.995880346966331</c:v>
                </c:pt>
                <c:pt idx="809">
                  <c:v>79.826059094134067</c:v>
                </c:pt>
                <c:pt idx="810">
                  <c:v>80.212391000846807</c:v>
                </c:pt>
                <c:pt idx="811">
                  <c:v>79.509761288993658</c:v>
                </c:pt>
                <c:pt idx="812">
                  <c:v>79.926761723845928</c:v>
                </c:pt>
                <c:pt idx="813">
                  <c:v>81.177305289176758</c:v>
                </c:pt>
                <c:pt idx="814">
                  <c:v>80.816149039891968</c:v>
                </c:pt>
                <c:pt idx="815">
                  <c:v>80.470555924289926</c:v>
                </c:pt>
                <c:pt idx="816">
                  <c:v>80.83445860893049</c:v>
                </c:pt>
                <c:pt idx="817">
                  <c:v>80.743368502963847</c:v>
                </c:pt>
                <c:pt idx="818">
                  <c:v>81.934405968919492</c:v>
                </c:pt>
                <c:pt idx="819">
                  <c:v>82.24795733870414</c:v>
                </c:pt>
                <c:pt idx="820">
                  <c:v>81.488110223605602</c:v>
                </c:pt>
                <c:pt idx="821">
                  <c:v>81.446455954042989</c:v>
                </c:pt>
                <c:pt idx="822">
                  <c:v>82.277710388391739</c:v>
                </c:pt>
                <c:pt idx="823">
                  <c:v>82.948756093653458</c:v>
                </c:pt>
                <c:pt idx="824">
                  <c:v>82.036481816309234</c:v>
                </c:pt>
                <c:pt idx="825">
                  <c:v>82.084544435035355</c:v>
                </c:pt>
                <c:pt idx="826">
                  <c:v>80.7218547593436</c:v>
                </c:pt>
                <c:pt idx="827">
                  <c:v>80.327741285789472</c:v>
                </c:pt>
                <c:pt idx="828">
                  <c:v>80.134117593207151</c:v>
                </c:pt>
                <c:pt idx="829">
                  <c:v>79.684159934085557</c:v>
                </c:pt>
                <c:pt idx="830">
                  <c:v>78.227175977845434</c:v>
                </c:pt>
                <c:pt idx="831">
                  <c:v>77.318563614308928</c:v>
                </c:pt>
                <c:pt idx="832">
                  <c:v>77.468244341198812</c:v>
                </c:pt>
                <c:pt idx="833">
                  <c:v>76.910717963975912</c:v>
                </c:pt>
                <c:pt idx="834">
                  <c:v>76.891950655711454</c:v>
                </c:pt>
                <c:pt idx="835">
                  <c:v>76.927654315336554</c:v>
                </c:pt>
                <c:pt idx="836">
                  <c:v>75.177717254480129</c:v>
                </c:pt>
                <c:pt idx="837">
                  <c:v>73.084475774151471</c:v>
                </c:pt>
                <c:pt idx="838">
                  <c:v>74.326780033414963</c:v>
                </c:pt>
                <c:pt idx="839">
                  <c:v>73.876364635067404</c:v>
                </c:pt>
                <c:pt idx="840">
                  <c:v>75.133316549561712</c:v>
                </c:pt>
                <c:pt idx="841">
                  <c:v>75.959535852424878</c:v>
                </c:pt>
                <c:pt idx="842">
                  <c:v>77.799189801570051</c:v>
                </c:pt>
                <c:pt idx="843">
                  <c:v>76.995857460005041</c:v>
                </c:pt>
                <c:pt idx="844">
                  <c:v>76.177877463209214</c:v>
                </c:pt>
                <c:pt idx="845">
                  <c:v>75.254617444441905</c:v>
                </c:pt>
                <c:pt idx="846">
                  <c:v>75.190076213581122</c:v>
                </c:pt>
                <c:pt idx="847">
                  <c:v>75.122330808138599</c:v>
                </c:pt>
                <c:pt idx="848">
                  <c:v>74.316252031217815</c:v>
                </c:pt>
                <c:pt idx="849">
                  <c:v>75.377291556999964</c:v>
                </c:pt>
                <c:pt idx="850">
                  <c:v>75.546655070606278</c:v>
                </c:pt>
                <c:pt idx="851">
                  <c:v>78.767308264481727</c:v>
                </c:pt>
                <c:pt idx="852">
                  <c:v>79.162794955713721</c:v>
                </c:pt>
                <c:pt idx="853">
                  <c:v>81.207058338864357</c:v>
                </c:pt>
                <c:pt idx="854">
                  <c:v>81.925708923626217</c:v>
                </c:pt>
                <c:pt idx="855">
                  <c:v>83.422516192525123</c:v>
                </c:pt>
                <c:pt idx="856">
                  <c:v>85.288261277550177</c:v>
                </c:pt>
                <c:pt idx="857">
                  <c:v>85.316183370333903</c:v>
                </c:pt>
                <c:pt idx="858">
                  <c:v>84.717918202000334</c:v>
                </c:pt>
                <c:pt idx="859">
                  <c:v>85.060307143020623</c:v>
                </c:pt>
                <c:pt idx="860">
                  <c:v>84.213031835763161</c:v>
                </c:pt>
                <c:pt idx="861">
                  <c:v>85.697022406335108</c:v>
                </c:pt>
                <c:pt idx="862">
                  <c:v>85.018652873457995</c:v>
                </c:pt>
                <c:pt idx="863">
                  <c:v>84.66115853798091</c:v>
                </c:pt>
                <c:pt idx="864">
                  <c:v>84.804888654933279</c:v>
                </c:pt>
                <c:pt idx="865">
                  <c:v>83.760785480511743</c:v>
                </c:pt>
                <c:pt idx="866">
                  <c:v>83.978211612844149</c:v>
                </c:pt>
                <c:pt idx="867">
                  <c:v>83.618886320463233</c:v>
                </c:pt>
                <c:pt idx="868">
                  <c:v>85.371112077449467</c:v>
                </c:pt>
                <c:pt idx="869">
                  <c:v>86.051312567230454</c:v>
                </c:pt>
                <c:pt idx="870">
                  <c:v>84.903760327741281</c:v>
                </c:pt>
                <c:pt idx="871">
                  <c:v>84.131554253541751</c:v>
                </c:pt>
                <c:pt idx="872">
                  <c:v>85.209072391458591</c:v>
                </c:pt>
                <c:pt idx="873">
                  <c:v>84.920696679101908</c:v>
                </c:pt>
                <c:pt idx="874">
                  <c:v>84.486759892889026</c:v>
                </c:pt>
                <c:pt idx="875">
                  <c:v>84.627743574485621</c:v>
                </c:pt>
                <c:pt idx="876">
                  <c:v>83.894445334492943</c:v>
                </c:pt>
                <c:pt idx="877">
                  <c:v>80.437598700020601</c:v>
                </c:pt>
                <c:pt idx="878">
                  <c:v>81.716522097361135</c:v>
                </c:pt>
                <c:pt idx="879">
                  <c:v>81.346211063557078</c:v>
                </c:pt>
                <c:pt idx="880">
                  <c:v>80.103449065067622</c:v>
                </c:pt>
                <c:pt idx="881">
                  <c:v>81.434096994941982</c:v>
                </c:pt>
                <c:pt idx="882">
                  <c:v>81.819971162428757</c:v>
                </c:pt>
                <c:pt idx="883">
                  <c:v>82.842102854004068</c:v>
                </c:pt>
                <c:pt idx="884">
                  <c:v>82.111551049367165</c:v>
                </c:pt>
                <c:pt idx="885">
                  <c:v>82.344082576156367</c:v>
                </c:pt>
                <c:pt idx="886">
                  <c:v>82.750097269585524</c:v>
                </c:pt>
                <c:pt idx="887">
                  <c:v>83.450896024534813</c:v>
                </c:pt>
                <c:pt idx="888">
                  <c:v>84.035429016089537</c:v>
                </c:pt>
                <c:pt idx="889">
                  <c:v>85.15505916279497</c:v>
                </c:pt>
                <c:pt idx="890">
                  <c:v>86.280639919437903</c:v>
                </c:pt>
                <c:pt idx="891">
                  <c:v>86.977319021353537</c:v>
                </c:pt>
                <c:pt idx="892">
                  <c:v>86.133705627903794</c:v>
                </c:pt>
                <c:pt idx="893">
                  <c:v>85.789943469205582</c:v>
                </c:pt>
                <c:pt idx="894">
                  <c:v>85.205868216876851</c:v>
                </c:pt>
                <c:pt idx="895">
                  <c:v>84.681299063923291</c:v>
                </c:pt>
                <c:pt idx="896">
                  <c:v>83.658709633122015</c:v>
                </c:pt>
                <c:pt idx="897">
                  <c:v>84.101343464628215</c:v>
                </c:pt>
                <c:pt idx="898">
                  <c:v>86.797885244776054</c:v>
                </c:pt>
                <c:pt idx="899">
                  <c:v>87.843361636875471</c:v>
                </c:pt>
                <c:pt idx="900">
                  <c:v>88.745107912022519</c:v>
                </c:pt>
                <c:pt idx="901">
                  <c:v>89.70910672190054</c:v>
                </c:pt>
                <c:pt idx="902">
                  <c:v>91.094683358890435</c:v>
                </c:pt>
                <c:pt idx="903">
                  <c:v>92.250932643672883</c:v>
                </c:pt>
                <c:pt idx="904">
                  <c:v>92.107202526720528</c:v>
                </c:pt>
                <c:pt idx="905">
                  <c:v>92.410225894308013</c:v>
                </c:pt>
                <c:pt idx="906">
                  <c:v>92.00649989700868</c:v>
                </c:pt>
                <c:pt idx="907">
                  <c:v>91.629322774815179</c:v>
                </c:pt>
                <c:pt idx="908">
                  <c:v>92.65145446639049</c:v>
                </c:pt>
                <c:pt idx="909">
                  <c:v>95.126908200398248</c:v>
                </c:pt>
                <c:pt idx="910">
                  <c:v>94.84265214107522</c:v>
                </c:pt>
                <c:pt idx="911">
                  <c:v>93.429611150527535</c:v>
                </c:pt>
                <c:pt idx="912">
                  <c:v>94.325406815737068</c:v>
                </c:pt>
                <c:pt idx="913">
                  <c:v>96.886457784999877</c:v>
                </c:pt>
                <c:pt idx="914">
                  <c:v>97.601446455954047</c:v>
                </c:pt>
                <c:pt idx="915">
                  <c:v>95.635456480443096</c:v>
                </c:pt>
                <c:pt idx="916">
                  <c:v>94.102487812693099</c:v>
                </c:pt>
                <c:pt idx="917">
                  <c:v>95.132858810335748</c:v>
                </c:pt>
                <c:pt idx="918">
                  <c:v>97.524546265992257</c:v>
                </c:pt>
                <c:pt idx="919">
                  <c:v>96.163229807978396</c:v>
                </c:pt>
                <c:pt idx="920">
                  <c:v>95.808481907857086</c:v>
                </c:pt>
                <c:pt idx="921">
                  <c:v>95.731123978669359</c:v>
                </c:pt>
                <c:pt idx="922">
                  <c:v>93.858055066028896</c:v>
                </c:pt>
                <c:pt idx="923">
                  <c:v>91.499782573867677</c:v>
                </c:pt>
                <c:pt idx="924">
                  <c:v>93.792140617490219</c:v>
                </c:pt>
                <c:pt idx="925">
                  <c:v>94.196324354015516</c:v>
                </c:pt>
                <c:pt idx="926">
                  <c:v>92.394205021399316</c:v>
                </c:pt>
                <c:pt idx="927">
                  <c:v>91.295630879088179</c:v>
                </c:pt>
                <c:pt idx="928">
                  <c:v>91.862769780056297</c:v>
                </c:pt>
                <c:pt idx="929">
                  <c:v>91.09834527269814</c:v>
                </c:pt>
                <c:pt idx="930">
                  <c:v>88.167441008857253</c:v>
                </c:pt>
                <c:pt idx="931">
                  <c:v>87.403931979951025</c:v>
                </c:pt>
                <c:pt idx="932">
                  <c:v>87.023550683175785</c:v>
                </c:pt>
                <c:pt idx="933">
                  <c:v>88.240679285011325</c:v>
                </c:pt>
                <c:pt idx="934">
                  <c:v>89.454603712265126</c:v>
                </c:pt>
                <c:pt idx="935">
                  <c:v>86.866546128670493</c:v>
                </c:pt>
                <c:pt idx="936">
                  <c:v>87.204815416657127</c:v>
                </c:pt>
                <c:pt idx="937">
                  <c:v>89.479779369693091</c:v>
                </c:pt>
                <c:pt idx="938">
                  <c:v>90.053326619824674</c:v>
                </c:pt>
                <c:pt idx="939">
                  <c:v>88.676904767354031</c:v>
                </c:pt>
                <c:pt idx="940">
                  <c:v>88.346417046208771</c:v>
                </c:pt>
                <c:pt idx="941">
                  <c:v>88.313002082713481</c:v>
                </c:pt>
                <c:pt idx="942">
                  <c:v>85.764310072551666</c:v>
                </c:pt>
                <c:pt idx="943">
                  <c:v>85.454420616574737</c:v>
                </c:pt>
                <c:pt idx="944">
                  <c:v>83.699448424232727</c:v>
                </c:pt>
                <c:pt idx="945">
                  <c:v>83.446776371501159</c:v>
                </c:pt>
                <c:pt idx="946">
                  <c:v>87.798045453505139</c:v>
                </c:pt>
                <c:pt idx="947">
                  <c:v>87.293616826493931</c:v>
                </c:pt>
                <c:pt idx="948">
                  <c:v>89.327809946673369</c:v>
                </c:pt>
                <c:pt idx="949">
                  <c:v>87.969697663241249</c:v>
                </c:pt>
                <c:pt idx="950">
                  <c:v>87.408509372210659</c:v>
                </c:pt>
                <c:pt idx="951">
                  <c:v>86.608838944453353</c:v>
                </c:pt>
                <c:pt idx="952">
                  <c:v>86.558029890371458</c:v>
                </c:pt>
                <c:pt idx="953">
                  <c:v>86.989677980454545</c:v>
                </c:pt>
                <c:pt idx="954">
                  <c:v>88.287826425285516</c:v>
                </c:pt>
                <c:pt idx="955">
                  <c:v>87.496853042821513</c:v>
                </c:pt>
                <c:pt idx="956">
                  <c:v>86.261414871947437</c:v>
                </c:pt>
                <c:pt idx="957">
                  <c:v>84.371867347172312</c:v>
                </c:pt>
                <c:pt idx="958">
                  <c:v>84.393838830018524</c:v>
                </c:pt>
                <c:pt idx="959">
                  <c:v>85.151854988213216</c:v>
                </c:pt>
                <c:pt idx="960">
                  <c:v>86.0481083926487</c:v>
                </c:pt>
                <c:pt idx="961">
                  <c:v>84.395212047696432</c:v>
                </c:pt>
                <c:pt idx="962">
                  <c:v>85.827020346508604</c:v>
                </c:pt>
                <c:pt idx="963">
                  <c:v>85.160552033506505</c:v>
                </c:pt>
                <c:pt idx="964">
                  <c:v>84.045499279060721</c:v>
                </c:pt>
                <c:pt idx="965">
                  <c:v>82.928157828485112</c:v>
                </c:pt>
                <c:pt idx="966">
                  <c:v>82.528551484219435</c:v>
                </c:pt>
                <c:pt idx="967">
                  <c:v>83.222941890005259</c:v>
                </c:pt>
                <c:pt idx="968">
                  <c:v>84.917034765294218</c:v>
                </c:pt>
                <c:pt idx="969">
                  <c:v>82.881926166662851</c:v>
                </c:pt>
                <c:pt idx="970">
                  <c:v>82.982628796374698</c:v>
                </c:pt>
                <c:pt idx="971">
                  <c:v>80.673792140617493</c:v>
                </c:pt>
                <c:pt idx="972">
                  <c:v>79.523035726546581</c:v>
                </c:pt>
                <c:pt idx="973">
                  <c:v>79.487332066921482</c:v>
                </c:pt>
                <c:pt idx="974">
                  <c:v>78.138832307234566</c:v>
                </c:pt>
                <c:pt idx="975">
                  <c:v>80.073238276154086</c:v>
                </c:pt>
                <c:pt idx="976">
                  <c:v>80.575835946261407</c:v>
                </c:pt>
                <c:pt idx="977">
                  <c:v>80.660975442290521</c:v>
                </c:pt>
                <c:pt idx="978">
                  <c:v>79.888311628865026</c:v>
                </c:pt>
                <c:pt idx="979">
                  <c:v>80.299361453779767</c:v>
                </c:pt>
                <c:pt idx="980">
                  <c:v>80.931957064060597</c:v>
                </c:pt>
                <c:pt idx="981">
                  <c:v>80.776783466459165</c:v>
                </c:pt>
                <c:pt idx="982">
                  <c:v>81.05463117661867</c:v>
                </c:pt>
                <c:pt idx="983">
                  <c:v>80.324537111207732</c:v>
                </c:pt>
                <c:pt idx="984">
                  <c:v>79.887853889639075</c:v>
                </c:pt>
                <c:pt idx="985">
                  <c:v>79.507930332089813</c:v>
                </c:pt>
                <c:pt idx="986">
                  <c:v>79.333073947771965</c:v>
                </c:pt>
                <c:pt idx="987">
                  <c:v>80.692101709656015</c:v>
                </c:pt>
                <c:pt idx="988">
                  <c:v>81.191037465955645</c:v>
                </c:pt>
                <c:pt idx="989">
                  <c:v>81.312338360835838</c:v>
                </c:pt>
                <c:pt idx="990">
                  <c:v>80.927837411026943</c:v>
                </c:pt>
                <c:pt idx="991">
                  <c:v>79.850777012336067</c:v>
                </c:pt>
                <c:pt idx="992">
                  <c:v>80.452704094477369</c:v>
                </c:pt>
                <c:pt idx="993">
                  <c:v>79.945529032110414</c:v>
                </c:pt>
                <c:pt idx="994">
                  <c:v>81.154876067104581</c:v>
                </c:pt>
                <c:pt idx="995">
                  <c:v>81.538919277687512</c:v>
                </c:pt>
                <c:pt idx="996">
                  <c:v>81.796168722678686</c:v>
                </c:pt>
                <c:pt idx="997">
                  <c:v>81.500011443480659</c:v>
                </c:pt>
                <c:pt idx="998">
                  <c:v>81.928913098207943</c:v>
                </c:pt>
                <c:pt idx="999">
                  <c:v>82.644817247614029</c:v>
                </c:pt>
                <c:pt idx="1000">
                  <c:v>82.889249994278273</c:v>
                </c:pt>
                <c:pt idx="1001">
                  <c:v>81.756803149245869</c:v>
                </c:pt>
                <c:pt idx="1002">
                  <c:v>79.5514155585563</c:v>
                </c:pt>
                <c:pt idx="1003">
                  <c:v>79.964296340374901</c:v>
                </c:pt>
                <c:pt idx="1004">
                  <c:v>81.409836815965946</c:v>
                </c:pt>
                <c:pt idx="1005">
                  <c:v>81.900533266198252</c:v>
                </c:pt>
                <c:pt idx="1006">
                  <c:v>81.427230906552538</c:v>
                </c:pt>
                <c:pt idx="1007">
                  <c:v>81.395189160735129</c:v>
                </c:pt>
                <c:pt idx="1008">
                  <c:v>79.316137596411323</c:v>
                </c:pt>
                <c:pt idx="1009">
                  <c:v>80.167532556702454</c:v>
                </c:pt>
                <c:pt idx="1010">
                  <c:v>79.963380861922957</c:v>
                </c:pt>
                <c:pt idx="1011">
                  <c:v>80.794177557045757</c:v>
                </c:pt>
                <c:pt idx="1012">
                  <c:v>82.11429748472294</c:v>
                </c:pt>
                <c:pt idx="1013">
                  <c:v>80.671045705261719</c:v>
                </c:pt>
                <c:pt idx="1014">
                  <c:v>80.567596640194083</c:v>
                </c:pt>
                <c:pt idx="1015">
                  <c:v>81.540750234591357</c:v>
                </c:pt>
                <c:pt idx="1016">
                  <c:v>82.907101824090816</c:v>
                </c:pt>
                <c:pt idx="1017">
                  <c:v>82.254365687867619</c:v>
                </c:pt>
                <c:pt idx="1018">
                  <c:v>80.909985581214386</c:v>
                </c:pt>
                <c:pt idx="1019">
                  <c:v>81.522898404778815</c:v>
                </c:pt>
                <c:pt idx="1020">
                  <c:v>80.926006454123083</c:v>
                </c:pt>
                <c:pt idx="1021">
                  <c:v>81.668917217860979</c:v>
                </c:pt>
                <c:pt idx="1022">
                  <c:v>79.127549035314573</c:v>
                </c:pt>
                <c:pt idx="1023">
                  <c:v>78.492664728903947</c:v>
                </c:pt>
                <c:pt idx="1024">
                  <c:v>78.298125557869696</c:v>
                </c:pt>
                <c:pt idx="1025">
                  <c:v>78.789279747327953</c:v>
                </c:pt>
                <c:pt idx="1026">
                  <c:v>79.704758199253888</c:v>
                </c:pt>
                <c:pt idx="1027">
                  <c:v>80.311262673654824</c:v>
                </c:pt>
                <c:pt idx="1028">
                  <c:v>80.710411278694536</c:v>
                </c:pt>
                <c:pt idx="1029">
                  <c:v>80.831712173574715</c:v>
                </c:pt>
                <c:pt idx="1030">
                  <c:v>81.168150504657504</c:v>
                </c:pt>
                <c:pt idx="1031">
                  <c:v>81.338887235941698</c:v>
                </c:pt>
                <c:pt idx="1032">
                  <c:v>82.142677316732659</c:v>
                </c:pt>
                <c:pt idx="1033">
                  <c:v>82.893369647311914</c:v>
                </c:pt>
                <c:pt idx="1034">
                  <c:v>83.812052273819603</c:v>
                </c:pt>
                <c:pt idx="1035">
                  <c:v>82.810976586638589</c:v>
                </c:pt>
                <c:pt idx="1036">
                  <c:v>82.593092715080218</c:v>
                </c:pt>
                <c:pt idx="1037">
                  <c:v>83.812510013045554</c:v>
                </c:pt>
                <c:pt idx="1038">
                  <c:v>84.908795459226866</c:v>
                </c:pt>
                <c:pt idx="1039">
                  <c:v>83.310827821390149</c:v>
                </c:pt>
                <c:pt idx="1040">
                  <c:v>84.085780330945454</c:v>
                </c:pt>
                <c:pt idx="1041">
                  <c:v>84.423134140480173</c:v>
                </c:pt>
                <c:pt idx="1042">
                  <c:v>84.26933376055662</c:v>
                </c:pt>
                <c:pt idx="1043">
                  <c:v>84.63232096674524</c:v>
                </c:pt>
                <c:pt idx="1044">
                  <c:v>84.814501178678498</c:v>
                </c:pt>
                <c:pt idx="1045">
                  <c:v>84.21806696724876</c:v>
                </c:pt>
                <c:pt idx="1046">
                  <c:v>83.950747259286388</c:v>
                </c:pt>
                <c:pt idx="1047">
                  <c:v>84.635982880552945</c:v>
                </c:pt>
                <c:pt idx="1048">
                  <c:v>83.755292609800193</c:v>
                </c:pt>
                <c:pt idx="1049">
                  <c:v>84.218524706474724</c:v>
                </c:pt>
                <c:pt idx="1050">
                  <c:v>85.565651248483732</c:v>
                </c:pt>
                <c:pt idx="1051">
                  <c:v>85.829766781864365</c:v>
                </c:pt>
                <c:pt idx="1052">
                  <c:v>85.111573936328483</c:v>
                </c:pt>
                <c:pt idx="1053">
                  <c:v>84.043668322156861</c:v>
                </c:pt>
                <c:pt idx="1054">
                  <c:v>84.804430915707314</c:v>
                </c:pt>
                <c:pt idx="1055">
                  <c:v>84.879042409539267</c:v>
                </c:pt>
                <c:pt idx="1056">
                  <c:v>84.625912617581761</c:v>
                </c:pt>
                <c:pt idx="1057">
                  <c:v>85.444350353603554</c:v>
                </c:pt>
                <c:pt idx="1058">
                  <c:v>86.127297278740301</c:v>
                </c:pt>
                <c:pt idx="1059">
                  <c:v>85.973954638042699</c:v>
                </c:pt>
                <c:pt idx="1060">
                  <c:v>86.297118531572565</c:v>
                </c:pt>
                <c:pt idx="1061">
                  <c:v>86.217471906255</c:v>
                </c:pt>
                <c:pt idx="1062">
                  <c:v>86.217929645480964</c:v>
                </c:pt>
                <c:pt idx="1063">
                  <c:v>86.145606847778822</c:v>
                </c:pt>
                <c:pt idx="1064">
                  <c:v>85.006293914357002</c:v>
                </c:pt>
                <c:pt idx="1065">
                  <c:v>85.952440894422438</c:v>
                </c:pt>
                <c:pt idx="1066">
                  <c:v>86.595106767674451</c:v>
                </c:pt>
                <c:pt idx="1067">
                  <c:v>86.444510562332638</c:v>
                </c:pt>
                <c:pt idx="1068">
                  <c:v>86.619824685876466</c:v>
                </c:pt>
                <c:pt idx="1069">
                  <c:v>86.0778614423363</c:v>
                </c:pt>
                <c:pt idx="1070">
                  <c:v>85.059849403794658</c:v>
                </c:pt>
                <c:pt idx="1071">
                  <c:v>84.411232920605144</c:v>
                </c:pt>
                <c:pt idx="1072">
                  <c:v>84.13018103586387</c:v>
                </c:pt>
                <c:pt idx="1073">
                  <c:v>83.749799739088644</c:v>
                </c:pt>
                <c:pt idx="1074">
                  <c:v>82.423729201473932</c:v>
                </c:pt>
                <c:pt idx="1075">
                  <c:v>82.181585150939512</c:v>
                </c:pt>
                <c:pt idx="1076">
                  <c:v>81.885885610967435</c:v>
                </c:pt>
                <c:pt idx="1077">
                  <c:v>78.30544938548509</c:v>
                </c:pt>
                <c:pt idx="1078">
                  <c:v>79.49923328679651</c:v>
                </c:pt>
                <c:pt idx="1079">
                  <c:v>78.692239031423796</c:v>
                </c:pt>
                <c:pt idx="1080">
                  <c:v>78.523790996269426</c:v>
                </c:pt>
                <c:pt idx="1081">
                  <c:v>77.348316663996528</c:v>
                </c:pt>
                <c:pt idx="1082">
                  <c:v>77.870139381594313</c:v>
                </c:pt>
                <c:pt idx="1083">
                  <c:v>77.708099695603423</c:v>
                </c:pt>
                <c:pt idx="1084">
                  <c:v>77.914997825738681</c:v>
                </c:pt>
                <c:pt idx="1085">
                  <c:v>77.793696930858488</c:v>
                </c:pt>
                <c:pt idx="1086">
                  <c:v>78.808504794818404</c:v>
                </c:pt>
                <c:pt idx="1087">
                  <c:v>78.044538026686197</c:v>
                </c:pt>
                <c:pt idx="1088">
                  <c:v>77.942462179296456</c:v>
                </c:pt>
                <c:pt idx="1089">
                  <c:v>77.675142471334084</c:v>
                </c:pt>
                <c:pt idx="1090">
                  <c:v>77.584052365367455</c:v>
                </c:pt>
                <c:pt idx="1091">
                  <c:v>77.404618588789972</c:v>
                </c:pt>
                <c:pt idx="1092">
                  <c:v>78.150733527109608</c:v>
                </c:pt>
                <c:pt idx="1093">
                  <c:v>77.201840111688384</c:v>
                </c:pt>
                <c:pt idx="1094">
                  <c:v>75.793376513400318</c:v>
                </c:pt>
                <c:pt idx="1095">
                  <c:v>74.882475453734003</c:v>
                </c:pt>
                <c:pt idx="1096">
                  <c:v>75.496761494976312</c:v>
                </c:pt>
                <c:pt idx="1097">
                  <c:v>75.467466184514691</c:v>
                </c:pt>
                <c:pt idx="1098">
                  <c:v>74.878355800700334</c:v>
                </c:pt>
                <c:pt idx="1099">
                  <c:v>74.598219394411004</c:v>
                </c:pt>
                <c:pt idx="1100">
                  <c:v>74.003158400659146</c:v>
                </c:pt>
                <c:pt idx="1101">
                  <c:v>73.01169523722335</c:v>
                </c:pt>
                <c:pt idx="1102">
                  <c:v>72.477971299750536</c:v>
                </c:pt>
                <c:pt idx="1103">
                  <c:v>71.32034879729018</c:v>
                </c:pt>
                <c:pt idx="1104">
                  <c:v>73.503764905133551</c:v>
                </c:pt>
                <c:pt idx="1105">
                  <c:v>72.428535463346535</c:v>
                </c:pt>
                <c:pt idx="1106">
                  <c:v>72.341107271187596</c:v>
                </c:pt>
                <c:pt idx="1107">
                  <c:v>72.754903531458126</c:v>
                </c:pt>
                <c:pt idx="1108">
                  <c:v>74.028334058087111</c:v>
                </c:pt>
                <c:pt idx="1109">
                  <c:v>74.043897191769844</c:v>
                </c:pt>
                <c:pt idx="1110">
                  <c:v>73.834710365504762</c:v>
                </c:pt>
                <c:pt idx="1111">
                  <c:v>74.875151626118594</c:v>
                </c:pt>
                <c:pt idx="1112">
                  <c:v>74.168860000457741</c:v>
                </c:pt>
                <c:pt idx="1113">
                  <c:v>74.082347286750732</c:v>
                </c:pt>
                <c:pt idx="1114">
                  <c:v>73.666720069576357</c:v>
                </c:pt>
                <c:pt idx="1115">
                  <c:v>72.56539949190946</c:v>
                </c:pt>
                <c:pt idx="1116">
                  <c:v>71.423340123131851</c:v>
                </c:pt>
                <c:pt idx="1117">
                  <c:v>73.348591307532089</c:v>
                </c:pt>
                <c:pt idx="1118">
                  <c:v>73.325246607007983</c:v>
                </c:pt>
                <c:pt idx="1119">
                  <c:v>74.245760190419517</c:v>
                </c:pt>
                <c:pt idx="1120">
                  <c:v>74.559311560204151</c:v>
                </c:pt>
                <c:pt idx="1121">
                  <c:v>75.360812944865316</c:v>
                </c:pt>
                <c:pt idx="1122">
                  <c:v>76.423683427551325</c:v>
                </c:pt>
                <c:pt idx="1123">
                  <c:v>76.266221133820068</c:v>
                </c:pt>
                <c:pt idx="1124">
                  <c:v>75.281166319547751</c:v>
                </c:pt>
                <c:pt idx="1125">
                  <c:v>73.605383013297327</c:v>
                </c:pt>
                <c:pt idx="1126">
                  <c:v>74.344631863227519</c:v>
                </c:pt>
                <c:pt idx="1127">
                  <c:v>73.820978188725888</c:v>
                </c:pt>
                <c:pt idx="1128">
                  <c:v>72.51184400247179</c:v>
                </c:pt>
                <c:pt idx="1129">
                  <c:v>74.102030073467148</c:v>
                </c:pt>
                <c:pt idx="1130">
                  <c:v>74.876067104570524</c:v>
                </c:pt>
                <c:pt idx="1131">
                  <c:v>73.602636577941553</c:v>
                </c:pt>
                <c:pt idx="1132">
                  <c:v>72.11910374659557</c:v>
                </c:pt>
                <c:pt idx="1133">
                  <c:v>73.123841347584289</c:v>
                </c:pt>
                <c:pt idx="1134">
                  <c:v>72.128258531114824</c:v>
                </c:pt>
                <c:pt idx="1135">
                  <c:v>72.031675554436632</c:v>
                </c:pt>
                <c:pt idx="1136">
                  <c:v>71.480099787151261</c:v>
                </c:pt>
                <c:pt idx="1137">
                  <c:v>71.576682763829453</c:v>
                </c:pt>
                <c:pt idx="1138">
                  <c:v>72.137413315634078</c:v>
                </c:pt>
                <c:pt idx="1139">
                  <c:v>72.916027738997087</c:v>
                </c:pt>
                <c:pt idx="1140">
                  <c:v>72.542970269837269</c:v>
                </c:pt>
                <c:pt idx="1141">
                  <c:v>71.882910305998678</c:v>
                </c:pt>
                <c:pt idx="1142">
                  <c:v>70.897397752500396</c:v>
                </c:pt>
                <c:pt idx="1143">
                  <c:v>70.348110681344849</c:v>
                </c:pt>
                <c:pt idx="1144">
                  <c:v>70.870391138168586</c:v>
                </c:pt>
                <c:pt idx="1145">
                  <c:v>70.946833588904397</c:v>
                </c:pt>
                <c:pt idx="1146">
                  <c:v>70.283569450484066</c:v>
                </c:pt>
                <c:pt idx="1147">
                  <c:v>70.224978829560797</c:v>
                </c:pt>
                <c:pt idx="1148">
                  <c:v>71.229258691323551</c:v>
                </c:pt>
                <c:pt idx="1149">
                  <c:v>71.629780514041158</c:v>
                </c:pt>
                <c:pt idx="1150">
                  <c:v>71.518092142906184</c:v>
                </c:pt>
                <c:pt idx="1151">
                  <c:v>70.845673219966571</c:v>
                </c:pt>
                <c:pt idx="1152">
                  <c:v>72.437232508639823</c:v>
                </c:pt>
                <c:pt idx="1153">
                  <c:v>73.897878378687665</c:v>
                </c:pt>
                <c:pt idx="1154">
                  <c:v>73.022680978646463</c:v>
                </c:pt>
                <c:pt idx="1155">
                  <c:v>72.942118874876982</c:v>
                </c:pt>
                <c:pt idx="1156">
                  <c:v>73.895131943331876</c:v>
                </c:pt>
                <c:pt idx="1157">
                  <c:v>73.867667589774115</c:v>
                </c:pt>
                <c:pt idx="1158">
                  <c:v>73.951433868125321</c:v>
                </c:pt>
                <c:pt idx="1159">
                  <c:v>73.997207790721617</c:v>
                </c:pt>
                <c:pt idx="1160">
                  <c:v>74.173437392717361</c:v>
                </c:pt>
                <c:pt idx="1161">
                  <c:v>73.540841782436544</c:v>
                </c:pt>
                <c:pt idx="1162">
                  <c:v>73.885061680360693</c:v>
                </c:pt>
                <c:pt idx="1163">
                  <c:v>72.632687158126018</c:v>
                </c:pt>
                <c:pt idx="1164">
                  <c:v>72.53747739912572</c:v>
                </c:pt>
                <c:pt idx="1165">
                  <c:v>71.403657336415449</c:v>
                </c:pt>
                <c:pt idx="1166">
                  <c:v>73.087679948733211</c:v>
                </c:pt>
                <c:pt idx="1167">
                  <c:v>71.931430663950749</c:v>
                </c:pt>
                <c:pt idx="1168">
                  <c:v>72.249101686769052</c:v>
                </c:pt>
                <c:pt idx="1169">
                  <c:v>71.313024969674771</c:v>
                </c:pt>
                <c:pt idx="1170">
                  <c:v>71.931888403176714</c:v>
                </c:pt>
                <c:pt idx="1171">
                  <c:v>70.448813311056696</c:v>
                </c:pt>
                <c:pt idx="1172">
                  <c:v>69.09802485523997</c:v>
                </c:pt>
                <c:pt idx="1173">
                  <c:v>68.353740873824179</c:v>
                </c:pt>
                <c:pt idx="1174">
                  <c:v>68.310713386583672</c:v>
                </c:pt>
                <c:pt idx="1175">
                  <c:v>67.71702561050968</c:v>
                </c:pt>
                <c:pt idx="1176">
                  <c:v>65.447096788959328</c:v>
                </c:pt>
                <c:pt idx="1177">
                  <c:v>66.240358867553155</c:v>
                </c:pt>
                <c:pt idx="1178">
                  <c:v>66.240358867553155</c:v>
                </c:pt>
                <c:pt idx="1179">
                  <c:v>66.632641384203424</c:v>
                </c:pt>
                <c:pt idx="1180">
                  <c:v>67.394777195431772</c:v>
                </c:pt>
                <c:pt idx="1181">
                  <c:v>67.9344517428421</c:v>
                </c:pt>
                <c:pt idx="1182">
                  <c:v>68.435218456045604</c:v>
                </c:pt>
                <c:pt idx="1183">
                  <c:v>68.967111436614559</c:v>
                </c:pt>
                <c:pt idx="1184">
                  <c:v>69.650973840203235</c:v>
                </c:pt>
                <c:pt idx="1185">
                  <c:v>70.914334103861037</c:v>
                </c:pt>
                <c:pt idx="1186">
                  <c:v>71.058064220813407</c:v>
                </c:pt>
                <c:pt idx="1187">
                  <c:v>70.749547982514358</c:v>
                </c:pt>
                <c:pt idx="1188">
                  <c:v>70.826448172476148</c:v>
                </c:pt>
                <c:pt idx="1189">
                  <c:v>71.229487560936548</c:v>
                </c:pt>
                <c:pt idx="1190">
                  <c:v>71.632526949396933</c:v>
                </c:pt>
                <c:pt idx="1191">
                  <c:v>71.584464330670812</c:v>
                </c:pt>
                <c:pt idx="1192">
                  <c:v>72.12276566040326</c:v>
                </c:pt>
                <c:pt idx="1193">
                  <c:v>72.775501796626457</c:v>
                </c:pt>
                <c:pt idx="1194">
                  <c:v>72.934795047261574</c:v>
                </c:pt>
                <c:pt idx="1195">
                  <c:v>72.135582358730232</c:v>
                </c:pt>
                <c:pt idx="1196">
                  <c:v>72.56402627423158</c:v>
                </c:pt>
                <c:pt idx="1197">
                  <c:v>72.9270134804202</c:v>
                </c:pt>
                <c:pt idx="1198">
                  <c:v>71.291968965280475</c:v>
                </c:pt>
                <c:pt idx="1199">
                  <c:v>71.269082003982334</c:v>
                </c:pt>
                <c:pt idx="1200">
                  <c:v>70.129769070560499</c:v>
                </c:pt>
                <c:pt idx="1201">
                  <c:v>69.498088938731613</c:v>
                </c:pt>
                <c:pt idx="1202">
                  <c:v>70.680429359393955</c:v>
                </c:pt>
                <c:pt idx="1203">
                  <c:v>71.558830934016896</c:v>
                </c:pt>
                <c:pt idx="1204">
                  <c:v>71.878332913739044</c:v>
                </c:pt>
                <c:pt idx="1205">
                  <c:v>74.223330968347341</c:v>
                </c:pt>
                <c:pt idx="1206">
                  <c:v>73.86949854667796</c:v>
                </c:pt>
                <c:pt idx="1207">
                  <c:v>73.853477673769248</c:v>
                </c:pt>
                <c:pt idx="1208">
                  <c:v>75.17497081912434</c:v>
                </c:pt>
                <c:pt idx="1209">
                  <c:v>74.866454580825305</c:v>
                </c:pt>
                <c:pt idx="1210">
                  <c:v>75.491268624264762</c:v>
                </c:pt>
                <c:pt idx="1211">
                  <c:v>75.743482937770352</c:v>
                </c:pt>
                <c:pt idx="1212">
                  <c:v>74.97722747350835</c:v>
                </c:pt>
                <c:pt idx="1213">
                  <c:v>74.418785617833521</c:v>
                </c:pt>
                <c:pt idx="1214">
                  <c:v>73.648868239763814</c:v>
                </c:pt>
                <c:pt idx="1215">
                  <c:v>74.350582473165034</c:v>
                </c:pt>
                <c:pt idx="1216">
                  <c:v>73.712951731398618</c:v>
                </c:pt>
                <c:pt idx="1217">
                  <c:v>72.849655551232459</c:v>
                </c:pt>
                <c:pt idx="1218">
                  <c:v>72.875288947886389</c:v>
                </c:pt>
                <c:pt idx="1219">
                  <c:v>72.693566475179097</c:v>
                </c:pt>
                <c:pt idx="1220">
                  <c:v>72.943949831780841</c:v>
                </c:pt>
                <c:pt idx="1221">
                  <c:v>73.653445632023434</c:v>
                </c:pt>
                <c:pt idx="1222">
                  <c:v>73.650699196667659</c:v>
                </c:pt>
                <c:pt idx="1223">
                  <c:v>73.474927333897881</c:v>
                </c:pt>
                <c:pt idx="1224">
                  <c:v>73.234614240267319</c:v>
                </c:pt>
                <c:pt idx="1225">
                  <c:v>74.072277023779549</c:v>
                </c:pt>
                <c:pt idx="1226">
                  <c:v>73.907033163206933</c:v>
                </c:pt>
                <c:pt idx="1227">
                  <c:v>73.690980248552393</c:v>
                </c:pt>
                <c:pt idx="1228">
                  <c:v>73.709747556816879</c:v>
                </c:pt>
                <c:pt idx="1229">
                  <c:v>73.913899251596376</c:v>
                </c:pt>
                <c:pt idx="1230">
                  <c:v>73.216304671228798</c:v>
                </c:pt>
                <c:pt idx="1231">
                  <c:v>73.861259240610622</c:v>
                </c:pt>
                <c:pt idx="1232">
                  <c:v>73.999038747625477</c:v>
                </c:pt>
                <c:pt idx="1233">
                  <c:v>73.605840752523292</c:v>
                </c:pt>
                <c:pt idx="1234">
                  <c:v>73.669466504932146</c:v>
                </c:pt>
                <c:pt idx="1235">
                  <c:v>73.73217677888907</c:v>
                </c:pt>
                <c:pt idx="1236">
                  <c:v>74.263154281006109</c:v>
                </c:pt>
                <c:pt idx="1237">
                  <c:v>73.122468129906395</c:v>
                </c:pt>
                <c:pt idx="1238">
                  <c:v>73.572425789027989</c:v>
                </c:pt>
                <c:pt idx="1239">
                  <c:v>73.203030233675875</c:v>
                </c:pt>
                <c:pt idx="1240">
                  <c:v>73.541757260888474</c:v>
                </c:pt>
                <c:pt idx="1241">
                  <c:v>73.773831048451697</c:v>
                </c:pt>
                <c:pt idx="1242">
                  <c:v>73.956468999610919</c:v>
                </c:pt>
                <c:pt idx="1243">
                  <c:v>74.309385942828371</c:v>
                </c:pt>
                <c:pt idx="1244">
                  <c:v>74.75980134117593</c:v>
                </c:pt>
                <c:pt idx="1245">
                  <c:v>75.097612889936599</c:v>
                </c:pt>
                <c:pt idx="1246">
                  <c:v>76.399423248575289</c:v>
                </c:pt>
                <c:pt idx="1247">
                  <c:v>75.704117364337549</c:v>
                </c:pt>
                <c:pt idx="1248">
                  <c:v>75.748518069255951</c:v>
                </c:pt>
                <c:pt idx="1249">
                  <c:v>75.58785160094294</c:v>
                </c:pt>
                <c:pt idx="1250">
                  <c:v>75.986542466756688</c:v>
                </c:pt>
                <c:pt idx="1251">
                  <c:v>75.930240541963229</c:v>
                </c:pt>
                <c:pt idx="1252">
                  <c:v>77.049870688668662</c:v>
                </c:pt>
                <c:pt idx="1253">
                  <c:v>77.085574348293775</c:v>
                </c:pt>
                <c:pt idx="1254">
                  <c:v>77.017371203625288</c:v>
                </c:pt>
                <c:pt idx="1255">
                  <c:v>75.408417824365443</c:v>
                </c:pt>
                <c:pt idx="1256">
                  <c:v>74.507129288444375</c:v>
                </c:pt>
                <c:pt idx="1257">
                  <c:v>73.364154441214836</c:v>
                </c:pt>
                <c:pt idx="1258">
                  <c:v>72.941203396425053</c:v>
                </c:pt>
                <c:pt idx="1259">
                  <c:v>74.358821779232358</c:v>
                </c:pt>
                <c:pt idx="1260">
                  <c:v>74.388117089694006</c:v>
                </c:pt>
                <c:pt idx="1261">
                  <c:v>75.324651546014238</c:v>
                </c:pt>
                <c:pt idx="1262">
                  <c:v>76.367839241983845</c:v>
                </c:pt>
                <c:pt idx="1263">
                  <c:v>75.629963609731533</c:v>
                </c:pt>
                <c:pt idx="1264">
                  <c:v>76.210376948252573</c:v>
                </c:pt>
                <c:pt idx="1265">
                  <c:v>75.664751790904717</c:v>
                </c:pt>
                <c:pt idx="1266">
                  <c:v>76.3115373171904</c:v>
                </c:pt>
                <c:pt idx="1267">
                  <c:v>76.274918179113371</c:v>
                </c:pt>
                <c:pt idx="1268">
                  <c:v>75.113633762845311</c:v>
                </c:pt>
                <c:pt idx="1269">
                  <c:v>75.053669924244147</c:v>
                </c:pt>
                <c:pt idx="1270">
                  <c:v>76.704735312292584</c:v>
                </c:pt>
                <c:pt idx="1271">
                  <c:v>76.573821893667187</c:v>
                </c:pt>
                <c:pt idx="1272">
                  <c:v>74.296111505275448</c:v>
                </c:pt>
                <c:pt idx="1273">
                  <c:v>72.67479916691461</c:v>
                </c:pt>
                <c:pt idx="1274">
                  <c:v>71.766186803378119</c:v>
                </c:pt>
                <c:pt idx="1275">
                  <c:v>72.186849152038079</c:v>
                </c:pt>
                <c:pt idx="1276">
                  <c:v>69.363513606298483</c:v>
                </c:pt>
                <c:pt idx="1277">
                  <c:v>68.982216831071341</c:v>
                </c:pt>
                <c:pt idx="1278">
                  <c:v>72.511386263245839</c:v>
                </c:pt>
                <c:pt idx="1279">
                  <c:v>74.030622754216921</c:v>
                </c:pt>
                <c:pt idx="1280">
                  <c:v>74.574874693886898</c:v>
                </c:pt>
                <c:pt idx="1281">
                  <c:v>73.405808710777478</c:v>
                </c:pt>
                <c:pt idx="1282">
                  <c:v>71.008628384409405</c:v>
                </c:pt>
                <c:pt idx="1283">
                  <c:v>69.787380129540196</c:v>
                </c:pt>
                <c:pt idx="1284">
                  <c:v>63.557549264184196</c:v>
                </c:pt>
                <c:pt idx="1285">
                  <c:v>66.536973885977162</c:v>
                </c:pt>
                <c:pt idx="1286">
                  <c:v>63.711349644107749</c:v>
                </c:pt>
                <c:pt idx="1287">
                  <c:v>63.892156638363126</c:v>
                </c:pt>
                <c:pt idx="1288">
                  <c:v>61.389696290023579</c:v>
                </c:pt>
                <c:pt idx="1289">
                  <c:v>60.929668367930788</c:v>
                </c:pt>
                <c:pt idx="1290">
                  <c:v>63.643146499439261</c:v>
                </c:pt>
                <c:pt idx="1291">
                  <c:v>58.886320463232103</c:v>
                </c:pt>
                <c:pt idx="1292">
                  <c:v>60.522738196049708</c:v>
                </c:pt>
                <c:pt idx="1293">
                  <c:v>61.296317487927134</c:v>
                </c:pt>
                <c:pt idx="1294">
                  <c:v>62.023665117982283</c:v>
                </c:pt>
                <c:pt idx="1295">
                  <c:v>62.372004668940107</c:v>
                </c:pt>
                <c:pt idx="1296">
                  <c:v>63.131394044812673</c:v>
                </c:pt>
                <c:pt idx="1297">
                  <c:v>65.699311102464932</c:v>
                </c:pt>
                <c:pt idx="1298">
                  <c:v>64.327924381479875</c:v>
                </c:pt>
                <c:pt idx="1299">
                  <c:v>67.393861716979842</c:v>
                </c:pt>
                <c:pt idx="1300">
                  <c:v>74.381251001304562</c:v>
                </c:pt>
                <c:pt idx="1301">
                  <c:v>77.011878332913739</c:v>
                </c:pt>
                <c:pt idx="1302">
                  <c:v>80.566223422516202</c:v>
                </c:pt>
                <c:pt idx="1303">
                  <c:v>82.799075366763546</c:v>
                </c:pt>
                <c:pt idx="1304">
                  <c:v>82.748266312681665</c:v>
                </c:pt>
                <c:pt idx="1305">
                  <c:v>84.217609228022795</c:v>
                </c:pt>
                <c:pt idx="1306">
                  <c:v>83.837227931247568</c:v>
                </c:pt>
                <c:pt idx="1307">
                  <c:v>83.758954523607912</c:v>
                </c:pt>
                <c:pt idx="1308">
                  <c:v>85.886984185109739</c:v>
                </c:pt>
                <c:pt idx="1309">
                  <c:v>85.844414437095182</c:v>
                </c:pt>
                <c:pt idx="1310">
                  <c:v>85.953356372874367</c:v>
                </c:pt>
                <c:pt idx="1311">
                  <c:v>87.139358707344428</c:v>
                </c:pt>
                <c:pt idx="1312">
                  <c:v>87.904698693154501</c:v>
                </c:pt>
                <c:pt idx="1313">
                  <c:v>85.928638454672381</c:v>
                </c:pt>
                <c:pt idx="1314">
                  <c:v>85.921772366282937</c:v>
                </c:pt>
                <c:pt idx="1315">
                  <c:v>85.387590689584144</c:v>
                </c:pt>
                <c:pt idx="1316">
                  <c:v>85.730895109056377</c:v>
                </c:pt>
                <c:pt idx="1317">
                  <c:v>84.054654063579974</c:v>
                </c:pt>
                <c:pt idx="1318">
                  <c:v>84.472569976884174</c:v>
                </c:pt>
                <c:pt idx="1319">
                  <c:v>83.748884260636714</c:v>
                </c:pt>
                <c:pt idx="1320">
                  <c:v>85.536355938022112</c:v>
                </c:pt>
                <c:pt idx="1321">
                  <c:v>85.206325956102802</c:v>
                </c:pt>
                <c:pt idx="1322">
                  <c:v>84.651088275009727</c:v>
                </c:pt>
                <c:pt idx="1323">
                  <c:v>83.745680086054975</c:v>
                </c:pt>
                <c:pt idx="1324">
                  <c:v>83.969514567550874</c:v>
                </c:pt>
                <c:pt idx="1325">
                  <c:v>83.24445563362552</c:v>
                </c:pt>
                <c:pt idx="1326">
                  <c:v>83.241251459043781</c:v>
                </c:pt>
                <c:pt idx="1327">
                  <c:v>83.167555443663744</c:v>
                </c:pt>
                <c:pt idx="1328">
                  <c:v>86.574966241732071</c:v>
                </c:pt>
                <c:pt idx="1329">
                  <c:v>87.158583754834865</c:v>
                </c:pt>
                <c:pt idx="1330">
                  <c:v>87.891881994827543</c:v>
                </c:pt>
                <c:pt idx="1331">
                  <c:v>86.819398988396316</c:v>
                </c:pt>
                <c:pt idx="1332">
                  <c:v>86.638134254914974</c:v>
                </c:pt>
                <c:pt idx="1333">
                  <c:v>86.645458082530382</c:v>
                </c:pt>
                <c:pt idx="1334">
                  <c:v>89.429428054837174</c:v>
                </c:pt>
                <c:pt idx="1335">
                  <c:v>89.73611333623235</c:v>
                </c:pt>
                <c:pt idx="1336">
                  <c:v>90.024489048589018</c:v>
                </c:pt>
                <c:pt idx="1337">
                  <c:v>90.303252237200454</c:v>
                </c:pt>
                <c:pt idx="1338">
                  <c:v>92.26054516741813</c:v>
                </c:pt>
                <c:pt idx="1339">
                  <c:v>92.29212917400956</c:v>
                </c:pt>
                <c:pt idx="1340">
                  <c:v>90.990318815370884</c:v>
                </c:pt>
                <c:pt idx="1341">
                  <c:v>92.665186643169378</c:v>
                </c:pt>
                <c:pt idx="1342">
                  <c:v>92.914196782093242</c:v>
                </c:pt>
                <c:pt idx="1343">
                  <c:v>90.938136543611108</c:v>
                </c:pt>
                <c:pt idx="1344">
                  <c:v>91.390382898862512</c:v>
                </c:pt>
                <c:pt idx="1345">
                  <c:v>91.447600302107872</c:v>
                </c:pt>
                <c:pt idx="1346">
                  <c:v>90.87405305197629</c:v>
                </c:pt>
                <c:pt idx="1347">
                  <c:v>91.33911610555468</c:v>
                </c:pt>
                <c:pt idx="1348">
                  <c:v>91.32172201496806</c:v>
                </c:pt>
                <c:pt idx="1349">
                  <c:v>91.567527979310185</c:v>
                </c:pt>
                <c:pt idx="1350">
                  <c:v>93.546792392374073</c:v>
                </c:pt>
                <c:pt idx="1351">
                  <c:v>94.850891447142558</c:v>
                </c:pt>
                <c:pt idx="1352">
                  <c:v>92.559448881971946</c:v>
                </c:pt>
                <c:pt idx="1353">
                  <c:v>93.316091822488715</c:v>
                </c:pt>
                <c:pt idx="1354">
                  <c:v>92.809832238573691</c:v>
                </c:pt>
                <c:pt idx="1355">
                  <c:v>92.79198040876112</c:v>
                </c:pt>
                <c:pt idx="1356">
                  <c:v>91.411896642482773</c:v>
                </c:pt>
                <c:pt idx="1357">
                  <c:v>90.475362186162542</c:v>
                </c:pt>
                <c:pt idx="1358">
                  <c:v>91.031973084933512</c:v>
                </c:pt>
                <c:pt idx="1359">
                  <c:v>91.212780079188889</c:v>
                </c:pt>
                <c:pt idx="1360">
                  <c:v>90.643810221316912</c:v>
                </c:pt>
                <c:pt idx="1361">
                  <c:v>90.430961481244125</c:v>
                </c:pt>
                <c:pt idx="1362">
                  <c:v>91.076373789851914</c:v>
                </c:pt>
                <c:pt idx="1363">
                  <c:v>91.433868125328999</c:v>
                </c:pt>
                <c:pt idx="1364">
                  <c:v>92.209278374110269</c:v>
                </c:pt>
                <c:pt idx="1365">
                  <c:v>92.523745222346832</c:v>
                </c:pt>
                <c:pt idx="1366">
                  <c:v>92.967294532304933</c:v>
                </c:pt>
                <c:pt idx="1367">
                  <c:v>93.477216030027691</c:v>
                </c:pt>
                <c:pt idx="1368">
                  <c:v>95.047719314306633</c:v>
                </c:pt>
                <c:pt idx="1369">
                  <c:v>95.870276703362094</c:v>
                </c:pt>
                <c:pt idx="1370">
                  <c:v>94.336392557160181</c:v>
                </c:pt>
                <c:pt idx="1371">
                  <c:v>92.95585105165587</c:v>
                </c:pt>
                <c:pt idx="1372">
                  <c:v>93.151763440368029</c:v>
                </c:pt>
                <c:pt idx="1373">
                  <c:v>94.497059025473192</c:v>
                </c:pt>
                <c:pt idx="1374">
                  <c:v>93.726226168951555</c:v>
                </c:pt>
                <c:pt idx="1375">
                  <c:v>92.115899572013817</c:v>
                </c:pt>
                <c:pt idx="1376">
                  <c:v>92.720115350284942</c:v>
                </c:pt>
                <c:pt idx="1377">
                  <c:v>95.586478383265046</c:v>
                </c:pt>
                <c:pt idx="1378">
                  <c:v>98.56086787357242</c:v>
                </c:pt>
                <c:pt idx="1379">
                  <c:v>102.06577712677087</c:v>
                </c:pt>
                <c:pt idx="1380">
                  <c:v>101.87810404412605</c:v>
                </c:pt>
                <c:pt idx="1381">
                  <c:v>103.60423866523243</c:v>
                </c:pt>
                <c:pt idx="1382">
                  <c:v>103.11720412880783</c:v>
                </c:pt>
                <c:pt idx="1383">
                  <c:v>104.39795848305221</c:v>
                </c:pt>
                <c:pt idx="1384">
                  <c:v>103.75117295676652</c:v>
                </c:pt>
                <c:pt idx="1385">
                  <c:v>109.32094385828393</c:v>
                </c:pt>
                <c:pt idx="1386">
                  <c:v>107.77241205685122</c:v>
                </c:pt>
                <c:pt idx="1387">
                  <c:v>106.106241274346</c:v>
                </c:pt>
                <c:pt idx="1388">
                  <c:v>105.07815897283319</c:v>
                </c:pt>
                <c:pt idx="1389">
                  <c:v>106.56535371798685</c:v>
                </c:pt>
                <c:pt idx="1390">
                  <c:v>106.15293067539424</c:v>
                </c:pt>
                <c:pt idx="1391">
                  <c:v>106.02796786670635</c:v>
                </c:pt>
                <c:pt idx="1392">
                  <c:v>105.62698830476278</c:v>
                </c:pt>
                <c:pt idx="1393">
                  <c:v>105.65445265832054</c:v>
                </c:pt>
                <c:pt idx="1394">
                  <c:v>106.33190671274575</c:v>
                </c:pt>
                <c:pt idx="1395">
                  <c:v>105.94145515299932</c:v>
                </c:pt>
                <c:pt idx="1396">
                  <c:v>105.28002197148285</c:v>
                </c:pt>
                <c:pt idx="1397">
                  <c:v>105.13858055066028</c:v>
                </c:pt>
                <c:pt idx="1398">
                  <c:v>106.08610074840364</c:v>
                </c:pt>
                <c:pt idx="1399">
                  <c:v>106.40514498889982</c:v>
                </c:pt>
                <c:pt idx="1400">
                  <c:v>101.43318151649005</c:v>
                </c:pt>
                <c:pt idx="1401">
                  <c:v>103.81067905614172</c:v>
                </c:pt>
                <c:pt idx="1402">
                  <c:v>104.40345135376377</c:v>
                </c:pt>
                <c:pt idx="1403">
                  <c:v>105.38850616803607</c:v>
                </c:pt>
                <c:pt idx="1404">
                  <c:v>103.27924381479872</c:v>
                </c:pt>
                <c:pt idx="1405">
                  <c:v>103.17304831437531</c:v>
                </c:pt>
                <c:pt idx="1406">
                  <c:v>101.55585562904814</c:v>
                </c:pt>
                <c:pt idx="1407">
                  <c:v>103.48659968415994</c:v>
                </c:pt>
                <c:pt idx="1408">
                  <c:v>103.48019133499645</c:v>
                </c:pt>
                <c:pt idx="1409">
                  <c:v>103.57082370173711</c:v>
                </c:pt>
                <c:pt idx="1410">
                  <c:v>102.83844094019636</c:v>
                </c:pt>
                <c:pt idx="1411">
                  <c:v>104.82686013777951</c:v>
                </c:pt>
                <c:pt idx="1412">
                  <c:v>107.00615659258918</c:v>
                </c:pt>
                <c:pt idx="1413">
                  <c:v>107.44009337880209</c:v>
                </c:pt>
                <c:pt idx="1414">
                  <c:v>112.79518458334286</c:v>
                </c:pt>
                <c:pt idx="1415">
                  <c:v>108.02233767422697</c:v>
                </c:pt>
                <c:pt idx="1416">
                  <c:v>108.73000251756575</c:v>
                </c:pt>
                <c:pt idx="1417">
                  <c:v>106.98189641361316</c:v>
                </c:pt>
                <c:pt idx="1418">
                  <c:v>103.76582061199736</c:v>
                </c:pt>
                <c:pt idx="1419">
                  <c:v>106.15796580687982</c:v>
                </c:pt>
                <c:pt idx="1420">
                  <c:v>107.99533105989518</c:v>
                </c:pt>
                <c:pt idx="1421">
                  <c:v>107.1979493282677</c:v>
                </c:pt>
                <c:pt idx="1422">
                  <c:v>107.77790492756276</c:v>
                </c:pt>
                <c:pt idx="1423">
                  <c:v>108.23610189275171</c:v>
                </c:pt>
                <c:pt idx="1424">
                  <c:v>110.07712905957476</c:v>
                </c:pt>
                <c:pt idx="1425">
                  <c:v>109.94392694481954</c:v>
                </c:pt>
                <c:pt idx="1426">
                  <c:v>109.0792575469755</c:v>
                </c:pt>
                <c:pt idx="1427">
                  <c:v>111.77259515254161</c:v>
                </c:pt>
                <c:pt idx="1428">
                  <c:v>110.259767010734</c:v>
                </c:pt>
                <c:pt idx="1429">
                  <c:v>111.27228617856406</c:v>
                </c:pt>
                <c:pt idx="1430">
                  <c:v>109.28157828485112</c:v>
                </c:pt>
                <c:pt idx="1431">
                  <c:v>108.55056874098825</c:v>
                </c:pt>
                <c:pt idx="1432">
                  <c:v>106.5424667566887</c:v>
                </c:pt>
                <c:pt idx="1433">
                  <c:v>108.15553978898222</c:v>
                </c:pt>
                <c:pt idx="1434">
                  <c:v>106.34792758565446</c:v>
                </c:pt>
                <c:pt idx="1435">
                  <c:v>106.6019728560639</c:v>
                </c:pt>
                <c:pt idx="1436">
                  <c:v>106.61387407593894</c:v>
                </c:pt>
                <c:pt idx="1437">
                  <c:v>105.69473371020528</c:v>
                </c:pt>
                <c:pt idx="1438">
                  <c:v>105.30794406426658</c:v>
                </c:pt>
                <c:pt idx="1439">
                  <c:v>103.76215869818965</c:v>
                </c:pt>
                <c:pt idx="1440">
                  <c:v>105.38530199345433</c:v>
                </c:pt>
                <c:pt idx="1441">
                  <c:v>103.6788501590644</c:v>
                </c:pt>
                <c:pt idx="1442">
                  <c:v>102.77161101320577</c:v>
                </c:pt>
                <c:pt idx="1443">
                  <c:v>102.93410843842264</c:v>
                </c:pt>
                <c:pt idx="1444">
                  <c:v>102.30746343807932</c:v>
                </c:pt>
                <c:pt idx="1445">
                  <c:v>104.0075069233058</c:v>
                </c:pt>
                <c:pt idx="1446">
                  <c:v>106.27468930950037</c:v>
                </c:pt>
                <c:pt idx="1447">
                  <c:v>107.15629505870506</c:v>
                </c:pt>
                <c:pt idx="1448">
                  <c:v>106.4092646419335</c:v>
                </c:pt>
                <c:pt idx="1449">
                  <c:v>106.87615865241573</c:v>
                </c:pt>
                <c:pt idx="1450">
                  <c:v>102.24887281715607</c:v>
                </c:pt>
                <c:pt idx="1451">
                  <c:v>105.92406106241275</c:v>
                </c:pt>
                <c:pt idx="1452">
                  <c:v>106.20282425102418</c:v>
                </c:pt>
                <c:pt idx="1453">
                  <c:v>107.35312292586914</c:v>
                </c:pt>
                <c:pt idx="1454">
                  <c:v>107.18993889181334</c:v>
                </c:pt>
                <c:pt idx="1455">
                  <c:v>107.02675485775752</c:v>
                </c:pt>
                <c:pt idx="1456">
                  <c:v>106.31405488293319</c:v>
                </c:pt>
                <c:pt idx="1457">
                  <c:v>105.88973062046551</c:v>
                </c:pt>
                <c:pt idx="1458">
                  <c:v>105.52491245737303</c:v>
                </c:pt>
                <c:pt idx="1459">
                  <c:v>107.45153685945117</c:v>
                </c:pt>
                <c:pt idx="1460">
                  <c:v>108.7661639164168</c:v>
                </c:pt>
                <c:pt idx="1461">
                  <c:v>106.51774883848672</c:v>
                </c:pt>
                <c:pt idx="1462">
                  <c:v>108.03790080790974</c:v>
                </c:pt>
                <c:pt idx="1463">
                  <c:v>108.38486714118967</c:v>
                </c:pt>
                <c:pt idx="1464">
                  <c:v>110.27075275215709</c:v>
                </c:pt>
                <c:pt idx="1465">
                  <c:v>110.66852813951893</c:v>
                </c:pt>
                <c:pt idx="1466">
                  <c:v>111.75199688737327</c:v>
                </c:pt>
                <c:pt idx="1467">
                  <c:v>113.09454603712265</c:v>
                </c:pt>
                <c:pt idx="1468">
                  <c:v>114.9470166845948</c:v>
                </c:pt>
                <c:pt idx="1469">
                  <c:v>113.58615796580686</c:v>
                </c:pt>
                <c:pt idx="1470">
                  <c:v>113.92122307921177</c:v>
                </c:pt>
                <c:pt idx="1471">
                  <c:v>113.89101229029821</c:v>
                </c:pt>
                <c:pt idx="1472">
                  <c:v>113.20806536516146</c:v>
                </c:pt>
                <c:pt idx="1473">
                  <c:v>114.06769963151993</c:v>
                </c:pt>
                <c:pt idx="1474">
                  <c:v>113.81777401414415</c:v>
                </c:pt>
                <c:pt idx="1475">
                  <c:v>114.86965875540704</c:v>
                </c:pt>
                <c:pt idx="1476">
                  <c:v>115.37225642551438</c:v>
                </c:pt>
                <c:pt idx="1477">
                  <c:v>116.83656420936993</c:v>
                </c:pt>
                <c:pt idx="1478">
                  <c:v>112.40381754514452</c:v>
                </c:pt>
                <c:pt idx="1479">
                  <c:v>114.90124276199849</c:v>
                </c:pt>
                <c:pt idx="1480">
                  <c:v>116.75325567024466</c:v>
                </c:pt>
                <c:pt idx="1481">
                  <c:v>118.17865561989336</c:v>
                </c:pt>
                <c:pt idx="1482">
                  <c:v>117.86190007552698</c:v>
                </c:pt>
                <c:pt idx="1483">
                  <c:v>117.58313688691553</c:v>
                </c:pt>
                <c:pt idx="1484">
                  <c:v>117.40004119653034</c:v>
                </c:pt>
                <c:pt idx="1485">
                  <c:v>118.24228137230219</c:v>
                </c:pt>
                <c:pt idx="1486">
                  <c:v>119.03005058018448</c:v>
                </c:pt>
                <c:pt idx="1487">
                  <c:v>120.38358547135697</c:v>
                </c:pt>
                <c:pt idx="1488">
                  <c:v>120.53509715515072</c:v>
                </c:pt>
                <c:pt idx="1489">
                  <c:v>120.09337880209645</c:v>
                </c:pt>
                <c:pt idx="1490">
                  <c:v>119.56835190991693</c:v>
                </c:pt>
                <c:pt idx="1491">
                  <c:v>121.49818048657679</c:v>
                </c:pt>
                <c:pt idx="1492">
                  <c:v>122.78717414688852</c:v>
                </c:pt>
                <c:pt idx="1493">
                  <c:v>121.2523745222347</c:v>
                </c:pt>
                <c:pt idx="1494">
                  <c:v>120.13411759320714</c:v>
                </c:pt>
                <c:pt idx="1495">
                  <c:v>121.14114389032567</c:v>
                </c:pt>
                <c:pt idx="1496">
                  <c:v>119.14265442977137</c:v>
                </c:pt>
                <c:pt idx="1497">
                  <c:v>115.84006591444853</c:v>
                </c:pt>
                <c:pt idx="1498">
                  <c:v>117.7859153640171</c:v>
                </c:pt>
                <c:pt idx="1499">
                  <c:v>117.92461034948391</c:v>
                </c:pt>
                <c:pt idx="1500">
                  <c:v>116.23967225871421</c:v>
                </c:pt>
                <c:pt idx="1501">
                  <c:v>114.82022291900304</c:v>
                </c:pt>
                <c:pt idx="1502">
                  <c:v>116.78529741606208</c:v>
                </c:pt>
                <c:pt idx="1503">
                  <c:v>114.39727187421325</c:v>
                </c:pt>
                <c:pt idx="1504">
                  <c:v>113.48225116151329</c:v>
                </c:pt>
                <c:pt idx="1505">
                  <c:v>111.41601629551646</c:v>
                </c:pt>
                <c:pt idx="1506">
                  <c:v>110.80539216808182</c:v>
                </c:pt>
                <c:pt idx="1507">
                  <c:v>113.16732657405075</c:v>
                </c:pt>
                <c:pt idx="1508">
                  <c:v>116.32664271164717</c:v>
                </c:pt>
                <c:pt idx="1509">
                  <c:v>116.62325773007116</c:v>
                </c:pt>
                <c:pt idx="1510">
                  <c:v>118.56041013434645</c:v>
                </c:pt>
                <c:pt idx="1511">
                  <c:v>118.74670999931338</c:v>
                </c:pt>
                <c:pt idx="1512">
                  <c:v>117.29842308836655</c:v>
                </c:pt>
                <c:pt idx="1513">
                  <c:v>118.14752935252785</c:v>
                </c:pt>
                <c:pt idx="1514">
                  <c:v>118.36953287711989</c:v>
                </c:pt>
                <c:pt idx="1515">
                  <c:v>117.05078616712059</c:v>
                </c:pt>
                <c:pt idx="1516">
                  <c:v>116.67864417641269</c:v>
                </c:pt>
                <c:pt idx="1517">
                  <c:v>117.21923420227496</c:v>
                </c:pt>
                <c:pt idx="1518">
                  <c:v>115.20701256494175</c:v>
                </c:pt>
                <c:pt idx="1519">
                  <c:v>114.59501521982926</c:v>
                </c:pt>
                <c:pt idx="1520">
                  <c:v>113.03778637310324</c:v>
                </c:pt>
                <c:pt idx="1521">
                  <c:v>110.15311377108461</c:v>
                </c:pt>
                <c:pt idx="1522">
                  <c:v>110.1274803744307</c:v>
                </c:pt>
                <c:pt idx="1523">
                  <c:v>110.18561325612799</c:v>
                </c:pt>
                <c:pt idx="1524">
                  <c:v>111.1546471974916</c:v>
                </c:pt>
                <c:pt idx="1525">
                  <c:v>109.19735426727392</c:v>
                </c:pt>
                <c:pt idx="1526">
                  <c:v>110.70606275604788</c:v>
                </c:pt>
                <c:pt idx="1527">
                  <c:v>112.21294028791797</c:v>
                </c:pt>
                <c:pt idx="1528">
                  <c:v>113.33257043462339</c:v>
                </c:pt>
                <c:pt idx="1529">
                  <c:v>113.07760968576201</c:v>
                </c:pt>
                <c:pt idx="1530">
                  <c:v>111.62199894719977</c:v>
                </c:pt>
                <c:pt idx="1531">
                  <c:v>112.05318929805689</c:v>
                </c:pt>
                <c:pt idx="1532">
                  <c:v>111.08278213901541</c:v>
                </c:pt>
                <c:pt idx="1533">
                  <c:v>112.72515048177054</c:v>
                </c:pt>
                <c:pt idx="1534">
                  <c:v>111.54418327878608</c:v>
                </c:pt>
                <c:pt idx="1535">
                  <c:v>110.08170645183439</c:v>
                </c:pt>
                <c:pt idx="1536">
                  <c:v>109.97642642986291</c:v>
                </c:pt>
                <c:pt idx="1537">
                  <c:v>107.91202252076992</c:v>
                </c:pt>
                <c:pt idx="1538">
                  <c:v>105.41230860778614</c:v>
                </c:pt>
                <c:pt idx="1539">
                  <c:v>106.8097864646511</c:v>
                </c:pt>
                <c:pt idx="1540">
                  <c:v>108.49106264161308</c:v>
                </c:pt>
                <c:pt idx="1541">
                  <c:v>109.00785022772527</c:v>
                </c:pt>
                <c:pt idx="1542">
                  <c:v>109.09115876685051</c:v>
                </c:pt>
                <c:pt idx="1543">
                  <c:v>108.1802577071842</c:v>
                </c:pt>
                <c:pt idx="1544">
                  <c:v>108.78813539926304</c:v>
                </c:pt>
                <c:pt idx="1545">
                  <c:v>111.74879271279153</c:v>
                </c:pt>
                <c:pt idx="1546">
                  <c:v>112.35300849106264</c:v>
                </c:pt>
                <c:pt idx="1547">
                  <c:v>113.30968347332524</c:v>
                </c:pt>
                <c:pt idx="1548">
                  <c:v>112.89222529924703</c:v>
                </c:pt>
                <c:pt idx="1549">
                  <c:v>114.87972901837824</c:v>
                </c:pt>
                <c:pt idx="1550">
                  <c:v>115.49996566955805</c:v>
                </c:pt>
                <c:pt idx="1551">
                  <c:v>115.45739592154349</c:v>
                </c:pt>
                <c:pt idx="1552">
                  <c:v>118.96962900235737</c:v>
                </c:pt>
                <c:pt idx="1553">
                  <c:v>118.66294372096218</c:v>
                </c:pt>
                <c:pt idx="1554">
                  <c:v>117.24990273041449</c:v>
                </c:pt>
                <c:pt idx="1555">
                  <c:v>118.8936442908475</c:v>
                </c:pt>
                <c:pt idx="1556">
                  <c:v>121.15670702400843</c:v>
                </c:pt>
                <c:pt idx="1557">
                  <c:v>121.35811228343212</c:v>
                </c:pt>
                <c:pt idx="1558">
                  <c:v>122.92037626164374</c:v>
                </c:pt>
                <c:pt idx="1559">
                  <c:v>122.48140434394526</c:v>
                </c:pt>
                <c:pt idx="1560">
                  <c:v>121.93944110040509</c:v>
                </c:pt>
                <c:pt idx="1561">
                  <c:v>120.87840157462296</c:v>
                </c:pt>
                <c:pt idx="1562">
                  <c:v>121.72888105646213</c:v>
                </c:pt>
                <c:pt idx="1563">
                  <c:v>121.32790149451857</c:v>
                </c:pt>
                <c:pt idx="1564">
                  <c:v>121.74627514704872</c:v>
                </c:pt>
                <c:pt idx="1565">
                  <c:v>123.30808138603437</c:v>
                </c:pt>
                <c:pt idx="1566">
                  <c:v>123.65779415467009</c:v>
                </c:pt>
                <c:pt idx="1567">
                  <c:v>121.16128441626806</c:v>
                </c:pt>
                <c:pt idx="1568">
                  <c:v>126.15018424003846</c:v>
                </c:pt>
                <c:pt idx="1569">
                  <c:v>125.85768887464812</c:v>
                </c:pt>
                <c:pt idx="1570">
                  <c:v>125.85173826471059</c:v>
                </c:pt>
                <c:pt idx="1571">
                  <c:v>129.37404160849565</c:v>
                </c:pt>
                <c:pt idx="1572">
                  <c:v>128.77714965783994</c:v>
                </c:pt>
                <c:pt idx="1573">
                  <c:v>128.7625020026091</c:v>
                </c:pt>
                <c:pt idx="1574">
                  <c:v>127.1187604421761</c:v>
                </c:pt>
                <c:pt idx="1575">
                  <c:v>126.87341221705995</c:v>
                </c:pt>
                <c:pt idx="1576">
                  <c:v>126.63264138420342</c:v>
                </c:pt>
                <c:pt idx="1577">
                  <c:v>128.17934222873228</c:v>
                </c:pt>
                <c:pt idx="1578">
                  <c:v>127.89417069095737</c:v>
                </c:pt>
                <c:pt idx="1579">
                  <c:v>128.10930812715998</c:v>
                </c:pt>
                <c:pt idx="1580">
                  <c:v>128.48419655322363</c:v>
                </c:pt>
                <c:pt idx="1581">
                  <c:v>128.99182935481656</c:v>
                </c:pt>
                <c:pt idx="1582">
                  <c:v>129.33192959970705</c:v>
                </c:pt>
                <c:pt idx="1583">
                  <c:v>129.08291946078319</c:v>
                </c:pt>
                <c:pt idx="1584">
                  <c:v>127.56368296981211</c:v>
                </c:pt>
                <c:pt idx="1585">
                  <c:v>128.64074336850297</c:v>
                </c:pt>
                <c:pt idx="1586">
                  <c:v>128.69841851097431</c:v>
                </c:pt>
                <c:pt idx="1587">
                  <c:v>129.55713729888083</c:v>
                </c:pt>
                <c:pt idx="1588">
                  <c:v>129.21429061863455</c:v>
                </c:pt>
                <c:pt idx="1589">
                  <c:v>129.09665163756208</c:v>
                </c:pt>
                <c:pt idx="1590">
                  <c:v>128.79866340146017</c:v>
                </c:pt>
                <c:pt idx="1591">
                  <c:v>129.9050191106127</c:v>
                </c:pt>
                <c:pt idx="1592">
                  <c:v>129.25548714897124</c:v>
                </c:pt>
                <c:pt idx="1593">
                  <c:v>131.0406701302268</c:v>
                </c:pt>
                <c:pt idx="1594">
                  <c:v>132.4152610257936</c:v>
                </c:pt>
                <c:pt idx="1595">
                  <c:v>132.28297438949031</c:v>
                </c:pt>
                <c:pt idx="1596">
                  <c:v>131.12077449477033</c:v>
                </c:pt>
                <c:pt idx="1597">
                  <c:v>130.14167029043554</c:v>
                </c:pt>
                <c:pt idx="1598">
                  <c:v>128.91401368640285</c:v>
                </c:pt>
                <c:pt idx="1599">
                  <c:v>128.44711967592065</c:v>
                </c:pt>
                <c:pt idx="1600">
                  <c:v>128.92637264550387</c:v>
                </c:pt>
                <c:pt idx="1601">
                  <c:v>129.03668779896094</c:v>
                </c:pt>
                <c:pt idx="1602">
                  <c:v>128.3322271302039</c:v>
                </c:pt>
                <c:pt idx="1603">
                  <c:v>127.87357242578904</c:v>
                </c:pt>
                <c:pt idx="1604">
                  <c:v>128.80415627217175</c:v>
                </c:pt>
                <c:pt idx="1605">
                  <c:v>130.43370791659993</c:v>
                </c:pt>
                <c:pt idx="1606">
                  <c:v>131.18989311789076</c:v>
                </c:pt>
                <c:pt idx="1607">
                  <c:v>130.99489620763052</c:v>
                </c:pt>
                <c:pt idx="1608">
                  <c:v>132.21751768017759</c:v>
                </c:pt>
                <c:pt idx="1609">
                  <c:v>133.01581489025702</c:v>
                </c:pt>
                <c:pt idx="1610">
                  <c:v>133.00528688805989</c:v>
                </c:pt>
                <c:pt idx="1611">
                  <c:v>131.89252282974391</c:v>
                </c:pt>
                <c:pt idx="1612">
                  <c:v>132.31593161375966</c:v>
                </c:pt>
                <c:pt idx="1613">
                  <c:v>130.63236674066783</c:v>
                </c:pt>
                <c:pt idx="1614">
                  <c:v>131.46453665346854</c:v>
                </c:pt>
                <c:pt idx="1615">
                  <c:v>131.57439406769964</c:v>
                </c:pt>
                <c:pt idx="1616">
                  <c:v>132.37864188771655</c:v>
                </c:pt>
                <c:pt idx="1617">
                  <c:v>132.80845902089581</c:v>
                </c:pt>
                <c:pt idx="1618">
                  <c:v>132.44638729315909</c:v>
                </c:pt>
                <c:pt idx="1619">
                  <c:v>133.98072917858696</c:v>
                </c:pt>
                <c:pt idx="1620">
                  <c:v>134.29977341908315</c:v>
                </c:pt>
                <c:pt idx="1621">
                  <c:v>132.5539560112604</c:v>
                </c:pt>
                <c:pt idx="1622">
                  <c:v>133.43464628201315</c:v>
                </c:pt>
                <c:pt idx="1623">
                  <c:v>133.64017119447053</c:v>
                </c:pt>
                <c:pt idx="1624">
                  <c:v>134.14093790767399</c:v>
                </c:pt>
                <c:pt idx="1625">
                  <c:v>128.33772000091548</c:v>
                </c:pt>
                <c:pt idx="1626">
                  <c:v>127.8442771153274</c:v>
                </c:pt>
                <c:pt idx="1627">
                  <c:v>127.43780468267229</c:v>
                </c:pt>
                <c:pt idx="1628">
                  <c:v>132.06051312567232</c:v>
                </c:pt>
                <c:pt idx="1629">
                  <c:v>132.51504817705353</c:v>
                </c:pt>
                <c:pt idx="1630">
                  <c:v>134.09791042043349</c:v>
                </c:pt>
                <c:pt idx="1631">
                  <c:v>133.6081294486531</c:v>
                </c:pt>
                <c:pt idx="1632">
                  <c:v>133.47538507312385</c:v>
                </c:pt>
                <c:pt idx="1633">
                  <c:v>132.90458425834802</c:v>
                </c:pt>
                <c:pt idx="1634">
                  <c:v>133.05060307143023</c:v>
                </c:pt>
                <c:pt idx="1635">
                  <c:v>132.77092440436681</c:v>
                </c:pt>
                <c:pt idx="1636">
                  <c:v>130.83239878241366</c:v>
                </c:pt>
                <c:pt idx="1637">
                  <c:v>129.38502734991874</c:v>
                </c:pt>
                <c:pt idx="1638">
                  <c:v>128.61602545030095</c:v>
                </c:pt>
                <c:pt idx="1639">
                  <c:v>127.85022772526492</c:v>
                </c:pt>
                <c:pt idx="1640">
                  <c:v>128.54461813105073</c:v>
                </c:pt>
                <c:pt idx="1641">
                  <c:v>128.82017714508044</c:v>
                </c:pt>
                <c:pt idx="1642">
                  <c:v>125.52262376124321</c:v>
                </c:pt>
                <c:pt idx="1643">
                  <c:v>125.42604078456503</c:v>
                </c:pt>
                <c:pt idx="1644">
                  <c:v>127.03224772846909</c:v>
                </c:pt>
                <c:pt idx="1645">
                  <c:v>126.61524729361682</c:v>
                </c:pt>
                <c:pt idx="1646">
                  <c:v>125.95701828668209</c:v>
                </c:pt>
                <c:pt idx="1647">
                  <c:v>127.69734282379328</c:v>
                </c:pt>
                <c:pt idx="1648">
                  <c:v>130.2039228251665</c:v>
                </c:pt>
                <c:pt idx="1649">
                  <c:v>131.32309523264595</c:v>
                </c:pt>
                <c:pt idx="1650">
                  <c:v>131.09514109811639</c:v>
                </c:pt>
                <c:pt idx="1651">
                  <c:v>132.36445197171173</c:v>
                </c:pt>
                <c:pt idx="1652">
                  <c:v>132.6130043714096</c:v>
                </c:pt>
                <c:pt idx="1653">
                  <c:v>132.57546975488063</c:v>
                </c:pt>
                <c:pt idx="1654">
                  <c:v>131.71308905316641</c:v>
                </c:pt>
                <c:pt idx="1655">
                  <c:v>131.36612271988648</c:v>
                </c:pt>
                <c:pt idx="1656">
                  <c:v>131.18668894330901</c:v>
                </c:pt>
                <c:pt idx="1657">
                  <c:v>131.61879477261803</c:v>
                </c:pt>
                <c:pt idx="1658">
                  <c:v>131.92914196782093</c:v>
                </c:pt>
                <c:pt idx="1659">
                  <c:v>132.63360263657793</c:v>
                </c:pt>
                <c:pt idx="1660">
                  <c:v>132.66518664316939</c:v>
                </c:pt>
                <c:pt idx="1661">
                  <c:v>131.41830499164627</c:v>
                </c:pt>
                <c:pt idx="1662">
                  <c:v>129.05728606412927</c:v>
                </c:pt>
                <c:pt idx="1663">
                  <c:v>130.7207104112787</c:v>
                </c:pt>
                <c:pt idx="1664">
                  <c:v>131.22696999519374</c:v>
                </c:pt>
                <c:pt idx="1665">
                  <c:v>131.65037877920949</c:v>
                </c:pt>
                <c:pt idx="1666">
                  <c:v>130.81408921337513</c:v>
                </c:pt>
                <c:pt idx="1667">
                  <c:v>129.60153800379922</c:v>
                </c:pt>
                <c:pt idx="1668">
                  <c:v>129.7379442931362</c:v>
                </c:pt>
                <c:pt idx="1669">
                  <c:v>131.87421326070537</c:v>
                </c:pt>
                <c:pt idx="1670">
                  <c:v>132.43769024786579</c:v>
                </c:pt>
                <c:pt idx="1671">
                  <c:v>133.54679239237407</c:v>
                </c:pt>
                <c:pt idx="1672">
                  <c:v>135.60433021307762</c:v>
                </c:pt>
                <c:pt idx="1673">
                  <c:v>134.92550294097452</c:v>
                </c:pt>
                <c:pt idx="1674">
                  <c:v>132.39603597830316</c:v>
                </c:pt>
                <c:pt idx="1675">
                  <c:v>133.31380312635892</c:v>
                </c:pt>
                <c:pt idx="1676">
                  <c:v>132.87986634014601</c:v>
                </c:pt>
                <c:pt idx="1677">
                  <c:v>133.80037992355756</c:v>
                </c:pt>
                <c:pt idx="1678">
                  <c:v>133.9271736891493</c:v>
                </c:pt>
                <c:pt idx="1679">
                  <c:v>134.3867438720161</c:v>
                </c:pt>
                <c:pt idx="1680">
                  <c:v>134.83761700958962</c:v>
                </c:pt>
                <c:pt idx="1681">
                  <c:v>133.64337536905225</c:v>
                </c:pt>
                <c:pt idx="1682">
                  <c:v>131.68562469960864</c:v>
                </c:pt>
                <c:pt idx="1683">
                  <c:v>129.79058430412195</c:v>
                </c:pt>
                <c:pt idx="1684">
                  <c:v>129.72283889867944</c:v>
                </c:pt>
                <c:pt idx="1685">
                  <c:v>127.70603986908657</c:v>
                </c:pt>
                <c:pt idx="1686">
                  <c:v>127.65294211887488</c:v>
                </c:pt>
                <c:pt idx="1687">
                  <c:v>127.89829034399102</c:v>
                </c:pt>
                <c:pt idx="1688">
                  <c:v>129.0298217105715</c:v>
                </c:pt>
                <c:pt idx="1689">
                  <c:v>126.15842354610578</c:v>
                </c:pt>
                <c:pt idx="1690">
                  <c:v>127.06245851738265</c:v>
                </c:pt>
                <c:pt idx="1691">
                  <c:v>128.61968736410867</c:v>
                </c:pt>
                <c:pt idx="1692">
                  <c:v>128.10473073490033</c:v>
                </c:pt>
                <c:pt idx="1693">
                  <c:v>127.14439383883001</c:v>
                </c:pt>
                <c:pt idx="1694">
                  <c:v>127.69276543153367</c:v>
                </c:pt>
                <c:pt idx="1695">
                  <c:v>126.80520907239145</c:v>
                </c:pt>
                <c:pt idx="1696">
                  <c:v>127.05650790744514</c:v>
                </c:pt>
                <c:pt idx="1697">
                  <c:v>127.35495388277297</c:v>
                </c:pt>
                <c:pt idx="1698">
                  <c:v>125.58350307829629</c:v>
                </c:pt>
                <c:pt idx="1699">
                  <c:v>126.10395257821618</c:v>
                </c:pt>
                <c:pt idx="1700">
                  <c:v>127.93216304671229</c:v>
                </c:pt>
                <c:pt idx="1701">
                  <c:v>126.3250406243563</c:v>
                </c:pt>
                <c:pt idx="1702">
                  <c:v>124.70555924289933</c:v>
                </c:pt>
                <c:pt idx="1703">
                  <c:v>123.41931201794338</c:v>
                </c:pt>
                <c:pt idx="1704">
                  <c:v>121.2583251321722</c:v>
                </c:pt>
                <c:pt idx="1705">
                  <c:v>123.49758542558304</c:v>
                </c:pt>
                <c:pt idx="1706">
                  <c:v>122.74826631268168</c:v>
                </c:pt>
                <c:pt idx="1707">
                  <c:v>124.19838418053234</c:v>
                </c:pt>
                <c:pt idx="1708">
                  <c:v>126.30947749067356</c:v>
                </c:pt>
                <c:pt idx="1709">
                  <c:v>124.95182294646739</c:v>
                </c:pt>
                <c:pt idx="1710">
                  <c:v>125.07998992973701</c:v>
                </c:pt>
                <c:pt idx="1711">
                  <c:v>123.0595289863365</c:v>
                </c:pt>
                <c:pt idx="1712">
                  <c:v>124.1114137275994</c:v>
                </c:pt>
                <c:pt idx="1713">
                  <c:v>123.07554985924519</c:v>
                </c:pt>
                <c:pt idx="1714">
                  <c:v>120.77220607419954</c:v>
                </c:pt>
                <c:pt idx="1715">
                  <c:v>121.15762250246036</c:v>
                </c:pt>
                <c:pt idx="1716">
                  <c:v>122.98400201405259</c:v>
                </c:pt>
                <c:pt idx="1717">
                  <c:v>123.12635891332708</c:v>
                </c:pt>
                <c:pt idx="1718">
                  <c:v>123.09614812441352</c:v>
                </c:pt>
                <c:pt idx="1719">
                  <c:v>122.9753049687593</c:v>
                </c:pt>
                <c:pt idx="1720">
                  <c:v>124.28443915501339</c:v>
                </c:pt>
                <c:pt idx="1721">
                  <c:v>123.69990616345868</c:v>
                </c:pt>
                <c:pt idx="1722">
                  <c:v>122.61597967637836</c:v>
                </c:pt>
                <c:pt idx="1723">
                  <c:v>121.12420753896507</c:v>
                </c:pt>
                <c:pt idx="1724">
                  <c:v>120.7007987549493</c:v>
                </c:pt>
                <c:pt idx="1725">
                  <c:v>121.60162955164444</c:v>
                </c:pt>
                <c:pt idx="1726">
                  <c:v>124.02627423157028</c:v>
                </c:pt>
                <c:pt idx="1727">
                  <c:v>124.91245737303458</c:v>
                </c:pt>
                <c:pt idx="1728">
                  <c:v>123.50948664545808</c:v>
                </c:pt>
                <c:pt idx="1729">
                  <c:v>125.51346897672396</c:v>
                </c:pt>
                <c:pt idx="1730">
                  <c:v>126.66697182615063</c:v>
                </c:pt>
                <c:pt idx="1731">
                  <c:v>128.83436706108529</c:v>
                </c:pt>
                <c:pt idx="1732">
                  <c:v>129.40745657199093</c:v>
                </c:pt>
                <c:pt idx="1733">
                  <c:v>130.20850021742615</c:v>
                </c:pt>
                <c:pt idx="1734">
                  <c:v>129.59879156844346</c:v>
                </c:pt>
                <c:pt idx="1735">
                  <c:v>128.53912526033918</c:v>
                </c:pt>
                <c:pt idx="1736">
                  <c:v>128.16561005195342</c:v>
                </c:pt>
                <c:pt idx="1737">
                  <c:v>127.36365092806628</c:v>
                </c:pt>
                <c:pt idx="1738">
                  <c:v>126.86654612867049</c:v>
                </c:pt>
                <c:pt idx="1739">
                  <c:v>126.87570091318976</c:v>
                </c:pt>
                <c:pt idx="1740">
                  <c:v>126.83267342594924</c:v>
                </c:pt>
                <c:pt idx="1741">
                  <c:v>126.64454260407847</c:v>
                </c:pt>
                <c:pt idx="1742">
                  <c:v>128.63525049779142</c:v>
                </c:pt>
                <c:pt idx="1743">
                  <c:v>127.83878424461584</c:v>
                </c:pt>
                <c:pt idx="1744">
                  <c:v>126.90774265900717</c:v>
                </c:pt>
                <c:pt idx="1745">
                  <c:v>125.39857643100727</c:v>
                </c:pt>
                <c:pt idx="1746">
                  <c:v>125.2621701416703</c:v>
                </c:pt>
                <c:pt idx="1747">
                  <c:v>123.176710228183</c:v>
                </c:pt>
                <c:pt idx="1748">
                  <c:v>121.23726912777791</c:v>
                </c:pt>
                <c:pt idx="1749">
                  <c:v>118.99938205204495</c:v>
                </c:pt>
                <c:pt idx="1750">
                  <c:v>119.85535440459572</c:v>
                </c:pt>
                <c:pt idx="1751">
                  <c:v>117.61975602499255</c:v>
                </c:pt>
                <c:pt idx="1752">
                  <c:v>118.85702515277046</c:v>
                </c:pt>
                <c:pt idx="1753">
                  <c:v>120.65914448538668</c:v>
                </c:pt>
                <c:pt idx="1754">
                  <c:v>123.38360835831827</c:v>
                </c:pt>
                <c:pt idx="1755">
                  <c:v>124.9046758061932</c:v>
                </c:pt>
                <c:pt idx="1756">
                  <c:v>124.66619366946652</c:v>
                </c:pt>
                <c:pt idx="1757">
                  <c:v>124.32472020689814</c:v>
                </c:pt>
                <c:pt idx="1758">
                  <c:v>122.50658000137322</c:v>
                </c:pt>
                <c:pt idx="1759">
                  <c:v>123.08333142608656</c:v>
                </c:pt>
                <c:pt idx="1760">
                  <c:v>124.23317236170553</c:v>
                </c:pt>
                <c:pt idx="1761">
                  <c:v>124.62453939990388</c:v>
                </c:pt>
                <c:pt idx="1762">
                  <c:v>123.68388529054997</c:v>
                </c:pt>
                <c:pt idx="1763">
                  <c:v>121.32057766690316</c:v>
                </c:pt>
                <c:pt idx="1764">
                  <c:v>122.27954134529557</c:v>
                </c:pt>
                <c:pt idx="1765">
                  <c:v>122.90389764950909</c:v>
                </c:pt>
                <c:pt idx="1766">
                  <c:v>121.98201084841965</c:v>
                </c:pt>
                <c:pt idx="1767">
                  <c:v>120.92371775799326</c:v>
                </c:pt>
                <c:pt idx="1768">
                  <c:v>119.28592680749776</c:v>
                </c:pt>
                <c:pt idx="1769">
                  <c:v>118.5956560547456</c:v>
                </c:pt>
                <c:pt idx="1770">
                  <c:v>118.79523035726547</c:v>
                </c:pt>
                <c:pt idx="1771">
                  <c:v>114.43572196919416</c:v>
                </c:pt>
                <c:pt idx="1772">
                  <c:v>118.09534708076809</c:v>
                </c:pt>
                <c:pt idx="1773">
                  <c:v>118.34939235117754</c:v>
                </c:pt>
                <c:pt idx="1774">
                  <c:v>116.17009589636784</c:v>
                </c:pt>
                <c:pt idx="1775">
                  <c:v>115.75080676538576</c:v>
                </c:pt>
                <c:pt idx="1776">
                  <c:v>115.35165816034605</c:v>
                </c:pt>
                <c:pt idx="1777">
                  <c:v>114.86370814546953</c:v>
                </c:pt>
                <c:pt idx="1778">
                  <c:v>117.59183393220883</c:v>
                </c:pt>
                <c:pt idx="1779">
                  <c:v>119.55461973313804</c:v>
                </c:pt>
                <c:pt idx="1780">
                  <c:v>119.71757489758083</c:v>
                </c:pt>
                <c:pt idx="1781">
                  <c:v>122.66495777355641</c:v>
                </c:pt>
                <c:pt idx="1782">
                  <c:v>122.23376742269929</c:v>
                </c:pt>
                <c:pt idx="1783">
                  <c:v>121.93120179433777</c:v>
                </c:pt>
                <c:pt idx="1784">
                  <c:v>122.44066555283455</c:v>
                </c:pt>
                <c:pt idx="1785">
                  <c:v>124.0111688371135</c:v>
                </c:pt>
                <c:pt idx="1786">
                  <c:v>124.04321058293091</c:v>
                </c:pt>
                <c:pt idx="1787">
                  <c:v>123.70997642642988</c:v>
                </c:pt>
                <c:pt idx="1788">
                  <c:v>124.22722175176801</c:v>
                </c:pt>
                <c:pt idx="1789">
                  <c:v>125.64484013457533</c:v>
                </c:pt>
                <c:pt idx="1790">
                  <c:v>124.56961069278832</c:v>
                </c:pt>
                <c:pt idx="1791">
                  <c:v>124.15947634632549</c:v>
                </c:pt>
                <c:pt idx="1792">
                  <c:v>126.07419952852858</c:v>
                </c:pt>
                <c:pt idx="1793">
                  <c:v>125.83800608793172</c:v>
                </c:pt>
                <c:pt idx="1794">
                  <c:v>124.35950838807133</c:v>
                </c:pt>
                <c:pt idx="1795">
                  <c:v>124.32105829309042</c:v>
                </c:pt>
                <c:pt idx="1796">
                  <c:v>126.23761243219738</c:v>
                </c:pt>
                <c:pt idx="1797">
                  <c:v>126.42070812258257</c:v>
                </c:pt>
                <c:pt idx="1798">
                  <c:v>125.95564506900419</c:v>
                </c:pt>
                <c:pt idx="1799">
                  <c:v>126.47334813356829</c:v>
                </c:pt>
                <c:pt idx="1800">
                  <c:v>126.68940104822283</c:v>
                </c:pt>
                <c:pt idx="1801">
                  <c:v>126.68253495983339</c:v>
                </c:pt>
                <c:pt idx="1802">
                  <c:v>125.8293090426384</c:v>
                </c:pt>
                <c:pt idx="1803">
                  <c:v>126.0865584876296</c:v>
                </c:pt>
                <c:pt idx="1804">
                  <c:v>125.57892568603665</c:v>
                </c:pt>
                <c:pt idx="1805">
                  <c:v>123.79511592245898</c:v>
                </c:pt>
                <c:pt idx="1806">
                  <c:v>125.06030714302061</c:v>
                </c:pt>
                <c:pt idx="1807">
                  <c:v>126.53102327603962</c:v>
                </c:pt>
                <c:pt idx="1808">
                  <c:v>124.22905270867189</c:v>
                </c:pt>
                <c:pt idx="1809">
                  <c:v>121.72888105646213</c:v>
                </c:pt>
                <c:pt idx="1810">
                  <c:v>123.077838555375</c:v>
                </c:pt>
                <c:pt idx="1811">
                  <c:v>122.29098482594465</c:v>
                </c:pt>
                <c:pt idx="1812">
                  <c:v>123.40649531961641</c:v>
                </c:pt>
                <c:pt idx="1813">
                  <c:v>123.24949076511112</c:v>
                </c:pt>
                <c:pt idx="1814">
                  <c:v>123.22568832536105</c:v>
                </c:pt>
                <c:pt idx="1815">
                  <c:v>120.00823930606732</c:v>
                </c:pt>
                <c:pt idx="1816">
                  <c:v>119.09001441878561</c:v>
                </c:pt>
                <c:pt idx="1817">
                  <c:v>117.37257684297255</c:v>
                </c:pt>
                <c:pt idx="1818">
                  <c:v>117.04392007873115</c:v>
                </c:pt>
                <c:pt idx="1819">
                  <c:v>115.31641223994689</c:v>
                </c:pt>
                <c:pt idx="1820">
                  <c:v>114.96257981827753</c:v>
                </c:pt>
                <c:pt idx="1821">
                  <c:v>113.74316252031218</c:v>
                </c:pt>
                <c:pt idx="1822">
                  <c:v>115.62035108598631</c:v>
                </c:pt>
                <c:pt idx="1823">
                  <c:v>115.42581191495205</c:v>
                </c:pt>
                <c:pt idx="1824">
                  <c:v>116.68642574325408</c:v>
                </c:pt>
                <c:pt idx="1825">
                  <c:v>117.92781452406564</c:v>
                </c:pt>
                <c:pt idx="1826">
                  <c:v>115.35806650950953</c:v>
                </c:pt>
                <c:pt idx="1827">
                  <c:v>119.61183713638339</c:v>
                </c:pt>
                <c:pt idx="1828">
                  <c:v>117.99784862563799</c:v>
                </c:pt>
                <c:pt idx="1829">
                  <c:v>116.18886320463233</c:v>
                </c:pt>
                <c:pt idx="1830">
                  <c:v>114.83624379191176</c:v>
                </c:pt>
                <c:pt idx="1831">
                  <c:v>114.96120660059962</c:v>
                </c:pt>
                <c:pt idx="1832">
                  <c:v>115.99066211979037</c:v>
                </c:pt>
                <c:pt idx="1833">
                  <c:v>116.00164786121346</c:v>
                </c:pt>
                <c:pt idx="1834">
                  <c:v>115.39102373377888</c:v>
                </c:pt>
                <c:pt idx="1835">
                  <c:v>113.91984986153389</c:v>
                </c:pt>
                <c:pt idx="1836">
                  <c:v>114.43801066532397</c:v>
                </c:pt>
                <c:pt idx="1837">
                  <c:v>113.69143798777837</c:v>
                </c:pt>
                <c:pt idx="1838">
                  <c:v>113.6328473668551</c:v>
                </c:pt>
                <c:pt idx="1839">
                  <c:v>112.41754972192342</c:v>
                </c:pt>
                <c:pt idx="1840">
                  <c:v>112.76680475133315</c:v>
                </c:pt>
                <c:pt idx="1841">
                  <c:v>114.12262833863547</c:v>
                </c:pt>
                <c:pt idx="1842">
                  <c:v>113.69509990158608</c:v>
                </c:pt>
                <c:pt idx="1843">
                  <c:v>111.61375964113245</c:v>
                </c:pt>
                <c:pt idx="1844">
                  <c:v>111.85773464857071</c:v>
                </c:pt>
                <c:pt idx="1845">
                  <c:v>112.25001716522098</c:v>
                </c:pt>
                <c:pt idx="1846">
                  <c:v>110.46758061932115</c:v>
                </c:pt>
                <c:pt idx="1847">
                  <c:v>108.06261872611174</c:v>
                </c:pt>
                <c:pt idx="1848">
                  <c:v>108.46497150573317</c:v>
                </c:pt>
                <c:pt idx="1849">
                  <c:v>110.7577872885817</c:v>
                </c:pt>
                <c:pt idx="1850">
                  <c:v>109.29943011466368</c:v>
                </c:pt>
                <c:pt idx="1851">
                  <c:v>111.02190282196234</c:v>
                </c:pt>
                <c:pt idx="1852">
                  <c:v>111.49062778934839</c:v>
                </c:pt>
                <c:pt idx="1853">
                  <c:v>111.88565674135444</c:v>
                </c:pt>
                <c:pt idx="1854">
                  <c:v>111.82157324971962</c:v>
                </c:pt>
                <c:pt idx="1855">
                  <c:v>111.78861602545031</c:v>
                </c:pt>
                <c:pt idx="1856">
                  <c:v>111.31622914425651</c:v>
                </c:pt>
                <c:pt idx="1857">
                  <c:v>112.2458975121873</c:v>
                </c:pt>
                <c:pt idx="1858">
                  <c:v>111.85498821321494</c:v>
                </c:pt>
                <c:pt idx="1859">
                  <c:v>111.99734511248943</c:v>
                </c:pt>
                <c:pt idx="1860">
                  <c:v>112.88902112466528</c:v>
                </c:pt>
                <c:pt idx="1861">
                  <c:v>113.42503375826792</c:v>
                </c:pt>
                <c:pt idx="1862">
                  <c:v>113.97203213329368</c:v>
                </c:pt>
                <c:pt idx="1863">
                  <c:v>115.02849426681621</c:v>
                </c:pt>
                <c:pt idx="1864">
                  <c:v>113.98301787471677</c:v>
                </c:pt>
                <c:pt idx="1865">
                  <c:v>115.55443663744765</c:v>
                </c:pt>
                <c:pt idx="1866">
                  <c:v>116.45801386949854</c:v>
                </c:pt>
                <c:pt idx="1867">
                  <c:v>116.55871649921039</c:v>
                </c:pt>
                <c:pt idx="1868">
                  <c:v>116.38889524637814</c:v>
                </c:pt>
                <c:pt idx="1869">
                  <c:v>116.10280823015128</c:v>
                </c:pt>
                <c:pt idx="1870">
                  <c:v>116.37104341656558</c:v>
                </c:pt>
                <c:pt idx="1871">
                  <c:v>115.82404504153982</c:v>
                </c:pt>
                <c:pt idx="1872">
                  <c:v>115.51095141098115</c:v>
                </c:pt>
                <c:pt idx="1873">
                  <c:v>114.33227290412651</c:v>
                </c:pt>
                <c:pt idx="1874">
                  <c:v>112.98743505824731</c:v>
                </c:pt>
                <c:pt idx="1875">
                  <c:v>115.61531595450072</c:v>
                </c:pt>
                <c:pt idx="1876">
                  <c:v>115.90552262376124</c:v>
                </c:pt>
                <c:pt idx="1877">
                  <c:v>116.96656214954339</c:v>
                </c:pt>
                <c:pt idx="1878">
                  <c:v>116.87776073970659</c:v>
                </c:pt>
                <c:pt idx="1879">
                  <c:v>117.00180806994256</c:v>
                </c:pt>
                <c:pt idx="1880">
                  <c:v>116.10097727324744</c:v>
                </c:pt>
                <c:pt idx="1881">
                  <c:v>118.85061680360698</c:v>
                </c:pt>
                <c:pt idx="1882">
                  <c:v>118.46062298308652</c:v>
                </c:pt>
                <c:pt idx="1883">
                  <c:v>118.46520037534616</c:v>
                </c:pt>
                <c:pt idx="1884">
                  <c:v>118.56086787357243</c:v>
                </c:pt>
                <c:pt idx="1885">
                  <c:v>119.1421966905454</c:v>
                </c:pt>
                <c:pt idx="1886">
                  <c:v>117.76714805575264</c:v>
                </c:pt>
                <c:pt idx="1887">
                  <c:v>118.4066097544229</c:v>
                </c:pt>
                <c:pt idx="1888">
                  <c:v>118.82223697159728</c:v>
                </c:pt>
                <c:pt idx="1889">
                  <c:v>118.42400384500951</c:v>
                </c:pt>
                <c:pt idx="1890">
                  <c:v>117.18078410729409</c:v>
                </c:pt>
                <c:pt idx="1891">
                  <c:v>115.24271622456685</c:v>
                </c:pt>
                <c:pt idx="1892">
                  <c:v>116.11516718925228</c:v>
                </c:pt>
                <c:pt idx="1893">
                  <c:v>115.75309546151557</c:v>
                </c:pt>
                <c:pt idx="1894">
                  <c:v>115.28849014716316</c:v>
                </c:pt>
                <c:pt idx="1895">
                  <c:v>115.17130890531664</c:v>
                </c:pt>
                <c:pt idx="1896">
                  <c:v>114.85363788249833</c:v>
                </c:pt>
                <c:pt idx="1897">
                  <c:v>116.26027052388255</c:v>
                </c:pt>
                <c:pt idx="1898">
                  <c:v>114.9383196393015</c:v>
                </c:pt>
                <c:pt idx="1899">
                  <c:v>114.49110841553566</c:v>
                </c:pt>
                <c:pt idx="1900">
                  <c:v>115.03490261597966</c:v>
                </c:pt>
                <c:pt idx="1901">
                  <c:v>115.33197537362965</c:v>
                </c:pt>
                <c:pt idx="1902">
                  <c:v>116.23189069187283</c:v>
                </c:pt>
                <c:pt idx="1903">
                  <c:v>116.17375781017556</c:v>
                </c:pt>
                <c:pt idx="1904">
                  <c:v>116.16780720023803</c:v>
                </c:pt>
                <c:pt idx="1905">
                  <c:v>116.40537385851279</c:v>
                </c:pt>
                <c:pt idx="1906">
                  <c:v>116.68322156867232</c:v>
                </c:pt>
                <c:pt idx="1907">
                  <c:v>116.10280823015128</c:v>
                </c:pt>
                <c:pt idx="1908">
                  <c:v>114.60737417893027</c:v>
                </c:pt>
                <c:pt idx="1909">
                  <c:v>113.03275124161765</c:v>
                </c:pt>
                <c:pt idx="1910">
                  <c:v>113.24102258943081</c:v>
                </c:pt>
                <c:pt idx="1911">
                  <c:v>116.72991096972056</c:v>
                </c:pt>
                <c:pt idx="1912">
                  <c:v>115.10814089213375</c:v>
                </c:pt>
                <c:pt idx="1913">
                  <c:v>115.46792392374066</c:v>
                </c:pt>
                <c:pt idx="1914">
                  <c:v>115.44778339779826</c:v>
                </c:pt>
                <c:pt idx="1915">
                  <c:v>114.21051427002038</c:v>
                </c:pt>
                <c:pt idx="1916">
                  <c:v>115.33197537362965</c:v>
                </c:pt>
                <c:pt idx="1917">
                  <c:v>116.31519923099809</c:v>
                </c:pt>
                <c:pt idx="1918">
                  <c:v>117.861442336301</c:v>
                </c:pt>
                <c:pt idx="1919">
                  <c:v>118.75494930538073</c:v>
                </c:pt>
                <c:pt idx="1920">
                  <c:v>120.10116036893783</c:v>
                </c:pt>
                <c:pt idx="1921">
                  <c:v>121.14938319639302</c:v>
                </c:pt>
                <c:pt idx="1922">
                  <c:v>120.73329823999268</c:v>
                </c:pt>
                <c:pt idx="1923">
                  <c:v>120.24534822511616</c:v>
                </c:pt>
                <c:pt idx="1924">
                  <c:v>119.27219463071887</c:v>
                </c:pt>
                <c:pt idx="1925">
                  <c:v>117.42659007163618</c:v>
                </c:pt>
                <c:pt idx="1926">
                  <c:v>117.54148261735288</c:v>
                </c:pt>
                <c:pt idx="1927">
                  <c:v>117.7959856269883</c:v>
                </c:pt>
                <c:pt idx="1928">
                  <c:v>118.55857917744261</c:v>
                </c:pt>
                <c:pt idx="1929">
                  <c:v>118.85107454283295</c:v>
                </c:pt>
                <c:pt idx="1930">
                  <c:v>119.0877257226558</c:v>
                </c:pt>
                <c:pt idx="1931">
                  <c:v>119.21131531366581</c:v>
                </c:pt>
                <c:pt idx="1932">
                  <c:v>119.82880552948984</c:v>
                </c:pt>
                <c:pt idx="1933">
                  <c:v>118.82361018927516</c:v>
                </c:pt>
                <c:pt idx="1934">
                  <c:v>119.57155608449865</c:v>
                </c:pt>
                <c:pt idx="1935">
                  <c:v>120.03936557343282</c:v>
                </c:pt>
                <c:pt idx="1936">
                  <c:v>121.09994735998902</c:v>
                </c:pt>
                <c:pt idx="1937">
                  <c:v>119.45437484265213</c:v>
                </c:pt>
                <c:pt idx="1938">
                  <c:v>120.9553017645847</c:v>
                </c:pt>
                <c:pt idx="1939">
                  <c:v>123.51681047307348</c:v>
                </c:pt>
                <c:pt idx="1940">
                  <c:v>124.11049824914745</c:v>
                </c:pt>
                <c:pt idx="1941">
                  <c:v>124.13842034193121</c:v>
                </c:pt>
                <c:pt idx="1942">
                  <c:v>122.87689103517725</c:v>
                </c:pt>
                <c:pt idx="1943">
                  <c:v>121.11779918980157</c:v>
                </c:pt>
                <c:pt idx="1944">
                  <c:v>119.74000411965304</c:v>
                </c:pt>
                <c:pt idx="1945">
                  <c:v>118.85748289199643</c:v>
                </c:pt>
                <c:pt idx="1946">
                  <c:v>119.15547112809833</c:v>
                </c:pt>
                <c:pt idx="1947">
                  <c:v>119.19392122307922</c:v>
                </c:pt>
                <c:pt idx="1948">
                  <c:v>119.35001029913259</c:v>
                </c:pt>
                <c:pt idx="1949">
                  <c:v>118.99846657359303</c:v>
                </c:pt>
                <c:pt idx="1950">
                  <c:v>118.53843865150024</c:v>
                </c:pt>
                <c:pt idx="1951">
                  <c:v>117.74334561600257</c:v>
                </c:pt>
                <c:pt idx="1952">
                  <c:v>117.13180601011604</c:v>
                </c:pt>
                <c:pt idx="1953">
                  <c:v>117.51401826379512</c:v>
                </c:pt>
                <c:pt idx="1954">
                  <c:v>117.88570251527706</c:v>
                </c:pt>
                <c:pt idx="1955">
                  <c:v>117.98823610189275</c:v>
                </c:pt>
                <c:pt idx="1956">
                  <c:v>118.72336529878929</c:v>
                </c:pt>
                <c:pt idx="1957">
                  <c:v>118.95681230403039</c:v>
                </c:pt>
                <c:pt idx="1958">
                  <c:v>119.81186917812923</c:v>
                </c:pt>
                <c:pt idx="1959">
                  <c:v>120.33231867804912</c:v>
                </c:pt>
                <c:pt idx="1960">
                  <c:v>120.11672350262054</c:v>
                </c:pt>
                <c:pt idx="1961">
                  <c:v>119.80820726432154</c:v>
                </c:pt>
                <c:pt idx="1962">
                  <c:v>119.49648685144074</c:v>
                </c:pt>
                <c:pt idx="1963">
                  <c:v>118.60343762158698</c:v>
                </c:pt>
                <c:pt idx="1964">
                  <c:v>117.82024580596433</c:v>
                </c:pt>
                <c:pt idx="1965">
                  <c:v>116.52850571029686</c:v>
                </c:pt>
                <c:pt idx="1966">
                  <c:v>116.94962579818278</c:v>
                </c:pt>
                <c:pt idx="1967">
                  <c:v>116.79719863593709</c:v>
                </c:pt>
                <c:pt idx="1968">
                  <c:v>117.16064358135169</c:v>
                </c:pt>
                <c:pt idx="1969">
                  <c:v>117.94658183233014</c:v>
                </c:pt>
                <c:pt idx="1970">
                  <c:v>117.32863387728013</c:v>
                </c:pt>
                <c:pt idx="1971">
                  <c:v>115.68168814226536</c:v>
                </c:pt>
                <c:pt idx="1972">
                  <c:v>115.77552468358776</c:v>
                </c:pt>
                <c:pt idx="1973">
                  <c:v>115.5191907170485</c:v>
                </c:pt>
                <c:pt idx="1974">
                  <c:v>118.28347790263886</c:v>
                </c:pt>
                <c:pt idx="1975">
                  <c:v>118.03034811068133</c:v>
                </c:pt>
                <c:pt idx="1976">
                  <c:v>117.03888494724556</c:v>
                </c:pt>
                <c:pt idx="1977">
                  <c:v>116.05611882910307</c:v>
                </c:pt>
                <c:pt idx="1978">
                  <c:v>116.217700775868</c:v>
                </c:pt>
                <c:pt idx="1979">
                  <c:v>115.57137298880826</c:v>
                </c:pt>
                <c:pt idx="1980">
                  <c:v>115.66429405167875</c:v>
                </c:pt>
                <c:pt idx="1981">
                  <c:v>115.32831345982196</c:v>
                </c:pt>
                <c:pt idx="1982">
                  <c:v>114.90536241503216</c:v>
                </c:pt>
                <c:pt idx="1983">
                  <c:v>115.73249719634724</c:v>
                </c:pt>
                <c:pt idx="1984">
                  <c:v>115.55855629048131</c:v>
                </c:pt>
                <c:pt idx="1985">
                  <c:v>116.75279793101872</c:v>
                </c:pt>
                <c:pt idx="1986">
                  <c:v>115.85334035200148</c:v>
                </c:pt>
                <c:pt idx="1987">
                  <c:v>116.91209118165382</c:v>
                </c:pt>
                <c:pt idx="1988">
                  <c:v>116.87547204357678</c:v>
                </c:pt>
                <c:pt idx="1989">
                  <c:v>116.10326596937726</c:v>
                </c:pt>
                <c:pt idx="1990">
                  <c:v>116.00439429656926</c:v>
                </c:pt>
                <c:pt idx="1991">
                  <c:v>115.98013411759321</c:v>
                </c:pt>
                <c:pt idx="1992">
                  <c:v>115.89407914311217</c:v>
                </c:pt>
                <c:pt idx="1993">
                  <c:v>115.78971459959261</c:v>
                </c:pt>
                <c:pt idx="1994">
                  <c:v>116.58160346050855</c:v>
                </c:pt>
                <c:pt idx="1995">
                  <c:v>116.2570663493008</c:v>
                </c:pt>
                <c:pt idx="1996">
                  <c:v>115.4093333028174</c:v>
                </c:pt>
                <c:pt idx="1997">
                  <c:v>116.43466916897445</c:v>
                </c:pt>
                <c:pt idx="1998">
                  <c:v>115.29398301787472</c:v>
                </c:pt>
                <c:pt idx="1999">
                  <c:v>113.88643489803857</c:v>
                </c:pt>
                <c:pt idx="2000">
                  <c:v>114.50850250612226</c:v>
                </c:pt>
                <c:pt idx="2001">
                  <c:v>114.28832993843407</c:v>
                </c:pt>
                <c:pt idx="2002">
                  <c:v>113.15542535417573</c:v>
                </c:pt>
                <c:pt idx="2003">
                  <c:v>113.11468656306502</c:v>
                </c:pt>
                <c:pt idx="2004">
                  <c:v>112.66152472936169</c:v>
                </c:pt>
                <c:pt idx="2005">
                  <c:v>111.54738745336783</c:v>
                </c:pt>
                <c:pt idx="2006">
                  <c:v>111.62520312178152</c:v>
                </c:pt>
                <c:pt idx="2007">
                  <c:v>111.60963998809879</c:v>
                </c:pt>
                <c:pt idx="2008">
                  <c:v>113.12841873984389</c:v>
                </c:pt>
                <c:pt idx="2009">
                  <c:v>112.62673654818849</c:v>
                </c:pt>
                <c:pt idx="2010">
                  <c:v>112.85102876891035</c:v>
                </c:pt>
                <c:pt idx="2011">
                  <c:v>112.31181196072598</c:v>
                </c:pt>
                <c:pt idx="2012">
                  <c:v>112.13512461950425</c:v>
                </c:pt>
                <c:pt idx="2013">
                  <c:v>112.02801364062893</c:v>
                </c:pt>
                <c:pt idx="2014">
                  <c:v>112.59103288856338</c:v>
                </c:pt>
                <c:pt idx="2015">
                  <c:v>111.26770878630442</c:v>
                </c:pt>
                <c:pt idx="2016">
                  <c:v>110.3645892934795</c:v>
                </c:pt>
                <c:pt idx="2017">
                  <c:v>110.0359325292381</c:v>
                </c:pt>
                <c:pt idx="2018">
                  <c:v>109.78280273728058</c:v>
                </c:pt>
                <c:pt idx="2019">
                  <c:v>109.5662920834001</c:v>
                </c:pt>
                <c:pt idx="2020">
                  <c:v>109.82262604993936</c:v>
                </c:pt>
                <c:pt idx="2021">
                  <c:v>108.96482274048476</c:v>
                </c:pt>
                <c:pt idx="2022">
                  <c:v>107.54216922619185</c:v>
                </c:pt>
                <c:pt idx="2023">
                  <c:v>107.70237795527888</c:v>
                </c:pt>
                <c:pt idx="2024">
                  <c:v>107.67033620946147</c:v>
                </c:pt>
                <c:pt idx="2025">
                  <c:v>107.85984024901015</c:v>
                </c:pt>
                <c:pt idx="2026">
                  <c:v>108.09878012496281</c:v>
                </c:pt>
                <c:pt idx="2027">
                  <c:v>107.57009131897557</c:v>
                </c:pt>
                <c:pt idx="2028">
                  <c:v>107.11464078914241</c:v>
                </c:pt>
                <c:pt idx="2029">
                  <c:v>106.96404458380061</c:v>
                </c:pt>
                <c:pt idx="2030">
                  <c:v>106.17124024443274</c:v>
                </c:pt>
                <c:pt idx="2031">
                  <c:v>106.1767331151443</c:v>
                </c:pt>
                <c:pt idx="2032">
                  <c:v>106.50630535783765</c:v>
                </c:pt>
                <c:pt idx="2033">
                  <c:v>107.50646556656673</c:v>
                </c:pt>
                <c:pt idx="2034">
                  <c:v>106.89263726455039</c:v>
                </c:pt>
                <c:pt idx="2035">
                  <c:v>106.7749982834779</c:v>
                </c:pt>
                <c:pt idx="2036">
                  <c:v>106.50447440093377</c:v>
                </c:pt>
                <c:pt idx="2037">
                  <c:v>107.61174558853821</c:v>
                </c:pt>
                <c:pt idx="2038">
                  <c:v>107.85114320371684</c:v>
                </c:pt>
                <c:pt idx="2039">
                  <c:v>107.61769619847573</c:v>
                </c:pt>
                <c:pt idx="2040">
                  <c:v>108.78401574622939</c:v>
                </c:pt>
                <c:pt idx="2041">
                  <c:v>108.69658755407046</c:v>
                </c:pt>
                <c:pt idx="2042">
                  <c:v>109.33101412125512</c:v>
                </c:pt>
                <c:pt idx="2043">
                  <c:v>110.01350330716591</c:v>
                </c:pt>
                <c:pt idx="2044">
                  <c:v>110.47948183919623</c:v>
                </c:pt>
                <c:pt idx="2045">
                  <c:v>111.52221179593987</c:v>
                </c:pt>
                <c:pt idx="2046">
                  <c:v>112.36902936397135</c:v>
                </c:pt>
                <c:pt idx="2047">
                  <c:v>112.59240610624128</c:v>
                </c:pt>
                <c:pt idx="2048">
                  <c:v>112.60384958689036</c:v>
                </c:pt>
                <c:pt idx="2049">
                  <c:v>115.11409150207128</c:v>
                </c:pt>
                <c:pt idx="2050">
                  <c:v>114.24164053738586</c:v>
                </c:pt>
                <c:pt idx="2051">
                  <c:v>113.55228526308562</c:v>
                </c:pt>
                <c:pt idx="2052">
                  <c:v>115.41757260888473</c:v>
                </c:pt>
                <c:pt idx="2053">
                  <c:v>115.58190099100543</c:v>
                </c:pt>
                <c:pt idx="2054">
                  <c:v>114.29977341908315</c:v>
                </c:pt>
                <c:pt idx="2055">
                  <c:v>114.85363788249833</c:v>
                </c:pt>
                <c:pt idx="2056">
                  <c:v>114.01689057743805</c:v>
                </c:pt>
                <c:pt idx="2057">
                  <c:v>114.03748884260636</c:v>
                </c:pt>
                <c:pt idx="2058">
                  <c:v>114.04893232325544</c:v>
                </c:pt>
                <c:pt idx="2059">
                  <c:v>114.61195157118991</c:v>
                </c:pt>
                <c:pt idx="2060">
                  <c:v>115.47799418671183</c:v>
                </c:pt>
                <c:pt idx="2061">
                  <c:v>115.26148353283135</c:v>
                </c:pt>
                <c:pt idx="2062">
                  <c:v>115.22944178701393</c:v>
                </c:pt>
                <c:pt idx="2063">
                  <c:v>115.85059391664569</c:v>
                </c:pt>
                <c:pt idx="2064">
                  <c:v>115.42672739340398</c:v>
                </c:pt>
                <c:pt idx="2065">
                  <c:v>115.92795184583342</c:v>
                </c:pt>
                <c:pt idx="2066">
                  <c:v>116.41864829606574</c:v>
                </c:pt>
                <c:pt idx="2067">
                  <c:v>116.42047925296959</c:v>
                </c:pt>
                <c:pt idx="2068">
                  <c:v>114.95708694756597</c:v>
                </c:pt>
                <c:pt idx="2069">
                  <c:v>114.31304785663608</c:v>
                </c:pt>
                <c:pt idx="2070">
                  <c:v>114.31945620579955</c:v>
                </c:pt>
                <c:pt idx="2071">
                  <c:v>114.01826379511593</c:v>
                </c:pt>
                <c:pt idx="2072">
                  <c:v>113.50605360126336</c:v>
                </c:pt>
                <c:pt idx="2073">
                  <c:v>112.06692147483579</c:v>
                </c:pt>
                <c:pt idx="2074">
                  <c:v>110.99489620763052</c:v>
                </c:pt>
                <c:pt idx="2075">
                  <c:v>112.09301261071569</c:v>
                </c:pt>
                <c:pt idx="2076">
                  <c:v>112.73384752706383</c:v>
                </c:pt>
                <c:pt idx="2077">
                  <c:v>113.88963907262033</c:v>
                </c:pt>
                <c:pt idx="2078">
                  <c:v>114.02741857963518</c:v>
                </c:pt>
                <c:pt idx="2079">
                  <c:v>115.36447485867301</c:v>
                </c:pt>
                <c:pt idx="2080">
                  <c:v>115.57183072803426</c:v>
                </c:pt>
                <c:pt idx="2081">
                  <c:v>115.39331242990869</c:v>
                </c:pt>
                <c:pt idx="2082">
                  <c:v>116.0680200489781</c:v>
                </c:pt>
                <c:pt idx="2083">
                  <c:v>117.29842308836655</c:v>
                </c:pt>
                <c:pt idx="2084">
                  <c:v>118.10221316915755</c:v>
                </c:pt>
                <c:pt idx="2085">
                  <c:v>118.41256036436043</c:v>
                </c:pt>
                <c:pt idx="2086">
                  <c:v>119.13029547067036</c:v>
                </c:pt>
                <c:pt idx="2087">
                  <c:v>119.43011466367611</c:v>
                </c:pt>
                <c:pt idx="2088">
                  <c:v>118.20062710273957</c:v>
                </c:pt>
                <c:pt idx="2089">
                  <c:v>117.74014144142082</c:v>
                </c:pt>
                <c:pt idx="2090">
                  <c:v>117.69436751882452</c:v>
                </c:pt>
                <c:pt idx="2091">
                  <c:v>118.95498134712655</c:v>
                </c:pt>
                <c:pt idx="2092">
                  <c:v>118.7998077495251</c:v>
                </c:pt>
                <c:pt idx="2093">
                  <c:v>120.48245714416497</c:v>
                </c:pt>
                <c:pt idx="2094">
                  <c:v>121.22719886480672</c:v>
                </c:pt>
                <c:pt idx="2095">
                  <c:v>121.4350124733939</c:v>
                </c:pt>
                <c:pt idx="2096">
                  <c:v>121.19881903279702</c:v>
                </c:pt>
                <c:pt idx="2097">
                  <c:v>121.27983887579248</c:v>
                </c:pt>
                <c:pt idx="2098">
                  <c:v>120.53967454741034</c:v>
                </c:pt>
                <c:pt idx="2099">
                  <c:v>120.71773510630992</c:v>
                </c:pt>
                <c:pt idx="2100">
                  <c:v>122.56974801455611</c:v>
                </c:pt>
                <c:pt idx="2101">
                  <c:v>122.92037626164374</c:v>
                </c:pt>
                <c:pt idx="2102">
                  <c:v>124.71334080974069</c:v>
                </c:pt>
                <c:pt idx="2103">
                  <c:v>126.03849586890348</c:v>
                </c:pt>
                <c:pt idx="2104">
                  <c:v>124.63323644519717</c:v>
                </c:pt>
                <c:pt idx="2105">
                  <c:v>125.19579795390567</c:v>
                </c:pt>
                <c:pt idx="2106">
                  <c:v>126.07969239924014</c:v>
                </c:pt>
                <c:pt idx="2107">
                  <c:v>126.9915089373584</c:v>
                </c:pt>
                <c:pt idx="2108">
                  <c:v>126.05222804568237</c:v>
                </c:pt>
                <c:pt idx="2109">
                  <c:v>125.89476575195111</c:v>
                </c:pt>
                <c:pt idx="2110">
                  <c:v>127.20939280891676</c:v>
                </c:pt>
                <c:pt idx="2111">
                  <c:v>127.58748540956218</c:v>
                </c:pt>
                <c:pt idx="2112">
                  <c:v>127.03682512072871</c:v>
                </c:pt>
                <c:pt idx="2113">
                  <c:v>127.66942073100952</c:v>
                </c:pt>
                <c:pt idx="2114">
                  <c:v>128.65859519831554</c:v>
                </c:pt>
                <c:pt idx="2115">
                  <c:v>128.32398782413659</c:v>
                </c:pt>
                <c:pt idx="2116">
                  <c:v>129.01471631611471</c:v>
                </c:pt>
                <c:pt idx="2117">
                  <c:v>130.90472158011579</c:v>
                </c:pt>
                <c:pt idx="2118">
                  <c:v>130.67539422790838</c:v>
                </c:pt>
                <c:pt idx="2119">
                  <c:v>131.20682946925135</c:v>
                </c:pt>
                <c:pt idx="2120">
                  <c:v>131.67555443663744</c:v>
                </c:pt>
                <c:pt idx="2121">
                  <c:v>132.54617444441899</c:v>
                </c:pt>
                <c:pt idx="2122">
                  <c:v>136.58892728812395</c:v>
                </c:pt>
                <c:pt idx="2123">
                  <c:v>136.97892110864441</c:v>
                </c:pt>
                <c:pt idx="2124">
                  <c:v>137.24990273041448</c:v>
                </c:pt>
                <c:pt idx="2125">
                  <c:v>137.3336690087657</c:v>
                </c:pt>
                <c:pt idx="2126">
                  <c:v>136.8036069851006</c:v>
                </c:pt>
                <c:pt idx="2127">
                  <c:v>138.22992241320119</c:v>
                </c:pt>
                <c:pt idx="2128">
                  <c:v>139.52807085803218</c:v>
                </c:pt>
                <c:pt idx="2129">
                  <c:v>141.70919826974574</c:v>
                </c:pt>
                <c:pt idx="2130">
                  <c:v>142.61781063328223</c:v>
                </c:pt>
                <c:pt idx="2131">
                  <c:v>143.70127938113657</c:v>
                </c:pt>
                <c:pt idx="2132">
                  <c:v>142.6379511592246</c:v>
                </c:pt>
                <c:pt idx="2133">
                  <c:v>140.57629368548737</c:v>
                </c:pt>
                <c:pt idx="2134">
                  <c:v>140.11763898107247</c:v>
                </c:pt>
                <c:pt idx="2135">
                  <c:v>140.97269585517128</c:v>
                </c:pt>
                <c:pt idx="2136">
                  <c:v>140.60330029981921</c:v>
                </c:pt>
                <c:pt idx="2137">
                  <c:v>139.80729178586958</c:v>
                </c:pt>
                <c:pt idx="2138">
                  <c:v>140.37351520838578</c:v>
                </c:pt>
                <c:pt idx="2139">
                  <c:v>140.09200558441856</c:v>
                </c:pt>
                <c:pt idx="2140">
                  <c:v>139.90799441558144</c:v>
                </c:pt>
                <c:pt idx="2141">
                  <c:v>139.09001441878561</c:v>
                </c:pt>
                <c:pt idx="2142">
                  <c:v>137.55246835877603</c:v>
                </c:pt>
                <c:pt idx="2143">
                  <c:v>138.80301192410681</c:v>
                </c:pt>
                <c:pt idx="2144">
                  <c:v>138.43041219417299</c:v>
                </c:pt>
                <c:pt idx="2145">
                  <c:v>138.47069324605772</c:v>
                </c:pt>
                <c:pt idx="2146">
                  <c:v>138.19971162428763</c:v>
                </c:pt>
                <c:pt idx="2147">
                  <c:v>137.42979424621794</c:v>
                </c:pt>
                <c:pt idx="2148">
                  <c:v>137.80330945460372</c:v>
                </c:pt>
                <c:pt idx="2149">
                  <c:v>139.31979951021901</c:v>
                </c:pt>
                <c:pt idx="2150">
                  <c:v>140.57446272858351</c:v>
                </c:pt>
                <c:pt idx="2151">
                  <c:v>140.12450506946192</c:v>
                </c:pt>
                <c:pt idx="2152">
                  <c:v>139.61549905019112</c:v>
                </c:pt>
                <c:pt idx="2153">
                  <c:v>140.15929325063513</c:v>
                </c:pt>
                <c:pt idx="2154">
                  <c:v>140.33048772114526</c:v>
                </c:pt>
                <c:pt idx="2155">
                  <c:v>141.43180829881217</c:v>
                </c:pt>
                <c:pt idx="2156">
                  <c:v>141.80120385416427</c:v>
                </c:pt>
                <c:pt idx="2157">
                  <c:v>142.66404229510448</c:v>
                </c:pt>
                <c:pt idx="2158">
                  <c:v>141.9307440551118</c:v>
                </c:pt>
                <c:pt idx="2159">
                  <c:v>141.53479962465386</c:v>
                </c:pt>
                <c:pt idx="2160">
                  <c:v>140.12954020094753</c:v>
                </c:pt>
                <c:pt idx="2161">
                  <c:v>137.95436339917148</c:v>
                </c:pt>
                <c:pt idx="2162">
                  <c:v>137.48106103952577</c:v>
                </c:pt>
                <c:pt idx="2163">
                  <c:v>137.15377749296223</c:v>
                </c:pt>
                <c:pt idx="2164">
                  <c:v>138.7847023550683</c:v>
                </c:pt>
                <c:pt idx="2165">
                  <c:v>137.53370105051152</c:v>
                </c:pt>
                <c:pt idx="2166">
                  <c:v>141.19195294440757</c:v>
                </c:pt>
                <c:pt idx="2167">
                  <c:v>139.89700867415834</c:v>
                </c:pt>
                <c:pt idx="2168">
                  <c:v>137.93651156935894</c:v>
                </c:pt>
                <c:pt idx="2169">
                  <c:v>137.51768017760281</c:v>
                </c:pt>
                <c:pt idx="2170">
                  <c:v>138.49769986038953</c:v>
                </c:pt>
                <c:pt idx="2171">
                  <c:v>138.27249216121575</c:v>
                </c:pt>
                <c:pt idx="2172">
                  <c:v>138.29858329709566</c:v>
                </c:pt>
                <c:pt idx="2173">
                  <c:v>138.93850273499189</c:v>
                </c:pt>
                <c:pt idx="2174">
                  <c:v>139.02638866637679</c:v>
                </c:pt>
                <c:pt idx="2175">
                  <c:v>139.47359989014259</c:v>
                </c:pt>
                <c:pt idx="2176">
                  <c:v>138.83001853843865</c:v>
                </c:pt>
                <c:pt idx="2177">
                  <c:v>139.2621243677477</c:v>
                </c:pt>
                <c:pt idx="2178">
                  <c:v>140.35474790012131</c:v>
                </c:pt>
                <c:pt idx="2179">
                  <c:v>139.82468587645619</c:v>
                </c:pt>
                <c:pt idx="2180">
                  <c:v>138.30270295012929</c:v>
                </c:pt>
                <c:pt idx="2181">
                  <c:v>136.51294257661411</c:v>
                </c:pt>
                <c:pt idx="2182">
                  <c:v>135.49218410271669</c:v>
                </c:pt>
                <c:pt idx="2183">
                  <c:v>134.10431876959697</c:v>
                </c:pt>
                <c:pt idx="2184">
                  <c:v>134.92779163710432</c:v>
                </c:pt>
                <c:pt idx="2185">
                  <c:v>135.26743414276888</c:v>
                </c:pt>
                <c:pt idx="2186">
                  <c:v>134.42565170622296</c:v>
                </c:pt>
                <c:pt idx="2187">
                  <c:v>134.89803858741675</c:v>
                </c:pt>
                <c:pt idx="2188">
                  <c:v>135.80619321172728</c:v>
                </c:pt>
                <c:pt idx="2189">
                  <c:v>136.24470739019981</c:v>
                </c:pt>
                <c:pt idx="2190">
                  <c:v>137.98365870963312</c:v>
                </c:pt>
                <c:pt idx="2191">
                  <c:v>139.8095804819994</c:v>
                </c:pt>
                <c:pt idx="2192">
                  <c:v>141.87398439109239</c:v>
                </c:pt>
                <c:pt idx="2193">
                  <c:v>141.82454855468839</c:v>
                </c:pt>
                <c:pt idx="2194">
                  <c:v>142.05021399308814</c:v>
                </c:pt>
                <c:pt idx="2195">
                  <c:v>142.47270729865195</c:v>
                </c:pt>
                <c:pt idx="2196">
                  <c:v>141.87306891264046</c:v>
                </c:pt>
                <c:pt idx="2197">
                  <c:v>142.04792529695834</c:v>
                </c:pt>
                <c:pt idx="2198">
                  <c:v>143.28244798938044</c:v>
                </c:pt>
                <c:pt idx="2199">
                  <c:v>144.68679193463484</c:v>
                </c:pt>
                <c:pt idx="2200">
                  <c:v>144.70739019980317</c:v>
                </c:pt>
                <c:pt idx="2201">
                  <c:v>146.19183850960107</c:v>
                </c:pt>
                <c:pt idx="2202">
                  <c:v>147.11555626759434</c:v>
                </c:pt>
                <c:pt idx="2203">
                  <c:v>144.80534639415924</c:v>
                </c:pt>
                <c:pt idx="2204">
                  <c:v>146.06000961252374</c:v>
                </c:pt>
                <c:pt idx="2205">
                  <c:v>145.56382029157987</c:v>
                </c:pt>
                <c:pt idx="2206">
                  <c:v>146.38591994140938</c:v>
                </c:pt>
                <c:pt idx="2207">
                  <c:v>148.66363032980109</c:v>
                </c:pt>
                <c:pt idx="2208">
                  <c:v>148.82978966882567</c:v>
                </c:pt>
                <c:pt idx="2209">
                  <c:v>148.56750509234888</c:v>
                </c:pt>
                <c:pt idx="2210">
                  <c:v>148.57894857299797</c:v>
                </c:pt>
                <c:pt idx="2211">
                  <c:v>148.02874602339045</c:v>
                </c:pt>
                <c:pt idx="2212">
                  <c:v>149.16988991371616</c:v>
                </c:pt>
                <c:pt idx="2213">
                  <c:v>147.97015540246721</c:v>
                </c:pt>
                <c:pt idx="2214">
                  <c:v>146.84182821046849</c:v>
                </c:pt>
                <c:pt idx="2215">
                  <c:v>146.14240267319707</c:v>
                </c:pt>
                <c:pt idx="2216">
                  <c:v>147.78019362369258</c:v>
                </c:pt>
                <c:pt idx="2217">
                  <c:v>147.90195225779874</c:v>
                </c:pt>
                <c:pt idx="2218">
                  <c:v>148.12258256471287</c:v>
                </c:pt>
                <c:pt idx="2219">
                  <c:v>149.51731398622206</c:v>
                </c:pt>
                <c:pt idx="2220">
                  <c:v>150.05836175131029</c:v>
                </c:pt>
                <c:pt idx="2221">
                  <c:v>147.58656993111026</c:v>
                </c:pt>
                <c:pt idx="2222">
                  <c:v>148.65676424141165</c:v>
                </c:pt>
                <c:pt idx="2223">
                  <c:v>150.08674158331996</c:v>
                </c:pt>
                <c:pt idx="2224">
                  <c:v>151.62703407868537</c:v>
                </c:pt>
                <c:pt idx="2225">
                  <c:v>152.48163321355824</c:v>
                </c:pt>
                <c:pt idx="2226">
                  <c:v>154.35744856155446</c:v>
                </c:pt>
                <c:pt idx="2227">
                  <c:v>154.09150207126999</c:v>
                </c:pt>
                <c:pt idx="2228">
                  <c:v>154.33822351406403</c:v>
                </c:pt>
                <c:pt idx="2229">
                  <c:v>158.14249422104228</c:v>
                </c:pt>
                <c:pt idx="2230">
                  <c:v>159.10832398782412</c:v>
                </c:pt>
                <c:pt idx="2231">
                  <c:v>159.4140937907674</c:v>
                </c:pt>
                <c:pt idx="2232">
                  <c:v>158.91424255601584</c:v>
                </c:pt>
                <c:pt idx="2233">
                  <c:v>157.42521685395832</c:v>
                </c:pt>
                <c:pt idx="2234">
                  <c:v>158.80163870642895</c:v>
                </c:pt>
                <c:pt idx="2235">
                  <c:v>159.31064472569977</c:v>
                </c:pt>
                <c:pt idx="2236">
                  <c:v>159.11519007621357</c:v>
                </c:pt>
                <c:pt idx="2237">
                  <c:v>158.81216670862611</c:v>
                </c:pt>
                <c:pt idx="2238">
                  <c:v>160.39594443045797</c:v>
                </c:pt>
                <c:pt idx="2239">
                  <c:v>158.56224109125031</c:v>
                </c:pt>
                <c:pt idx="2240">
                  <c:v>157.04117364337537</c:v>
                </c:pt>
                <c:pt idx="2241">
                  <c:v>158.66385919941411</c:v>
                </c:pt>
                <c:pt idx="2242">
                  <c:v>159.18339322088207</c:v>
                </c:pt>
                <c:pt idx="2243">
                  <c:v>157.78179571098349</c:v>
                </c:pt>
                <c:pt idx="2244">
                  <c:v>160.39457121278008</c:v>
                </c:pt>
                <c:pt idx="2245">
                  <c:v>162.62284576476782</c:v>
                </c:pt>
                <c:pt idx="2246">
                  <c:v>160.506717323141</c:v>
                </c:pt>
                <c:pt idx="2247">
                  <c:v>161.34026045361955</c:v>
                </c:pt>
                <c:pt idx="2248">
                  <c:v>159.93545876913925</c:v>
                </c:pt>
                <c:pt idx="2249">
                  <c:v>164.22447531641225</c:v>
                </c:pt>
                <c:pt idx="2250">
                  <c:v>163.3140319959719</c:v>
                </c:pt>
                <c:pt idx="2251">
                  <c:v>164.53070285858144</c:v>
                </c:pt>
                <c:pt idx="2252">
                  <c:v>167.46801547158586</c:v>
                </c:pt>
                <c:pt idx="2253">
                  <c:v>169.25411393129332</c:v>
                </c:pt>
                <c:pt idx="2254">
                  <c:v>169.95720138237246</c:v>
                </c:pt>
                <c:pt idx="2255">
                  <c:v>169.54935573203943</c:v>
                </c:pt>
                <c:pt idx="2256">
                  <c:v>170.43553887350376</c:v>
                </c:pt>
                <c:pt idx="2257">
                  <c:v>170.91570732153892</c:v>
                </c:pt>
                <c:pt idx="2258">
                  <c:v>171.68837113496443</c:v>
                </c:pt>
                <c:pt idx="2259">
                  <c:v>170.135719680498</c:v>
                </c:pt>
                <c:pt idx="2260">
                  <c:v>169.98329251825234</c:v>
                </c:pt>
                <c:pt idx="2261">
                  <c:v>172.75810770603985</c:v>
                </c:pt>
                <c:pt idx="2262">
                  <c:v>174.28604124230426</c:v>
                </c:pt>
                <c:pt idx="2263">
                  <c:v>173.87682237429337</c:v>
                </c:pt>
                <c:pt idx="2264">
                  <c:v>173.17602361934408</c:v>
                </c:pt>
                <c:pt idx="2265">
                  <c:v>173.66122719886482</c:v>
                </c:pt>
                <c:pt idx="2266">
                  <c:v>174.38399743666037</c:v>
                </c:pt>
                <c:pt idx="2267">
                  <c:v>173.54221500011445</c:v>
                </c:pt>
                <c:pt idx="2268">
                  <c:v>174.52864303206462</c:v>
                </c:pt>
                <c:pt idx="2269">
                  <c:v>173.41496349529672</c:v>
                </c:pt>
                <c:pt idx="2270">
                  <c:v>173.96974343716386</c:v>
                </c:pt>
                <c:pt idx="2271">
                  <c:v>172.31410065685577</c:v>
                </c:pt>
                <c:pt idx="2272">
                  <c:v>173.07623646808412</c:v>
                </c:pt>
                <c:pt idx="2273">
                  <c:v>173.57654544206167</c:v>
                </c:pt>
                <c:pt idx="2274">
                  <c:v>174.11026937953449</c:v>
                </c:pt>
                <c:pt idx="2275">
                  <c:v>175.2225756986245</c:v>
                </c:pt>
                <c:pt idx="2276">
                  <c:v>175.71784954111644</c:v>
                </c:pt>
                <c:pt idx="2277">
                  <c:v>175.79063007804453</c:v>
                </c:pt>
                <c:pt idx="2278">
                  <c:v>173.56281326528278</c:v>
                </c:pt>
                <c:pt idx="2279">
                  <c:v>170.60581786556199</c:v>
                </c:pt>
                <c:pt idx="2280">
                  <c:v>172.99887853889638</c:v>
                </c:pt>
                <c:pt idx="2281">
                  <c:v>171.36337628453072</c:v>
                </c:pt>
                <c:pt idx="2282">
                  <c:v>172.24132011992765</c:v>
                </c:pt>
                <c:pt idx="2283">
                  <c:v>168.49975968690637</c:v>
                </c:pt>
                <c:pt idx="2284">
                  <c:v>168.09466047192916</c:v>
                </c:pt>
                <c:pt idx="2285">
                  <c:v>170.11969880758932</c:v>
                </c:pt>
                <c:pt idx="2286">
                  <c:v>172.25276360057674</c:v>
                </c:pt>
                <c:pt idx="2287">
                  <c:v>172.1964616757833</c:v>
                </c:pt>
                <c:pt idx="2288">
                  <c:v>171.82065777126772</c:v>
                </c:pt>
                <c:pt idx="2289">
                  <c:v>173.90565994552904</c:v>
                </c:pt>
                <c:pt idx="2290">
                  <c:v>175.84418556748221</c:v>
                </c:pt>
                <c:pt idx="2291">
                  <c:v>175.63591421966908</c:v>
                </c:pt>
                <c:pt idx="2292">
                  <c:v>175.34204563660083</c:v>
                </c:pt>
                <c:pt idx="2293">
                  <c:v>175.08708488773945</c:v>
                </c:pt>
                <c:pt idx="2294">
                  <c:v>175.41253747739913</c:v>
                </c:pt>
                <c:pt idx="2295">
                  <c:v>175.94443045796808</c:v>
                </c:pt>
                <c:pt idx="2296">
                  <c:v>175.60982308378917</c:v>
                </c:pt>
                <c:pt idx="2297">
                  <c:v>175.01201565468151</c:v>
                </c:pt>
                <c:pt idx="2298">
                  <c:v>172.00604215778273</c:v>
                </c:pt>
                <c:pt idx="2299">
                  <c:v>170.44057400498937</c:v>
                </c:pt>
                <c:pt idx="2300">
                  <c:v>171.15418945826562</c:v>
                </c:pt>
                <c:pt idx="2301">
                  <c:v>169.59924930766942</c:v>
                </c:pt>
                <c:pt idx="2302">
                  <c:v>168.49014716316114</c:v>
                </c:pt>
                <c:pt idx="2303">
                  <c:v>170.67264779255257</c:v>
                </c:pt>
                <c:pt idx="2304">
                  <c:v>169.03165266747533</c:v>
                </c:pt>
                <c:pt idx="2305">
                  <c:v>170.15265603185864</c:v>
                </c:pt>
                <c:pt idx="2306">
                  <c:v>172.82539537225642</c:v>
                </c:pt>
                <c:pt idx="2307">
                  <c:v>173.89192776875015</c:v>
                </c:pt>
                <c:pt idx="2308">
                  <c:v>174.82800448584445</c:v>
                </c:pt>
                <c:pt idx="2309">
                  <c:v>173.67175520106196</c:v>
                </c:pt>
                <c:pt idx="2310">
                  <c:v>175.08021879935001</c:v>
                </c:pt>
                <c:pt idx="2311">
                  <c:v>175.1621541207974</c:v>
                </c:pt>
                <c:pt idx="2312">
                  <c:v>175.80207355869359</c:v>
                </c:pt>
                <c:pt idx="2313">
                  <c:v>172.533815485318</c:v>
                </c:pt>
                <c:pt idx="2314">
                  <c:v>172.57546975488063</c:v>
                </c:pt>
                <c:pt idx="2315">
                  <c:v>168.78721992081111</c:v>
                </c:pt>
                <c:pt idx="2316">
                  <c:v>170.36550477193146</c:v>
                </c:pt>
                <c:pt idx="2317">
                  <c:v>173.38246401025336</c:v>
                </c:pt>
                <c:pt idx="2318">
                  <c:v>172.66701760007322</c:v>
                </c:pt>
                <c:pt idx="2319">
                  <c:v>172.9022955622182</c:v>
                </c:pt>
                <c:pt idx="2320">
                  <c:v>173.90565994552904</c:v>
                </c:pt>
                <c:pt idx="2321">
                  <c:v>173.77245783077379</c:v>
                </c:pt>
                <c:pt idx="2322">
                  <c:v>174.92962259400821</c:v>
                </c:pt>
                <c:pt idx="2323">
                  <c:v>175.8194676492802</c:v>
                </c:pt>
                <c:pt idx="2324">
                  <c:v>176.84663447234112</c:v>
                </c:pt>
                <c:pt idx="2325">
                  <c:v>175.92154349666993</c:v>
                </c:pt>
                <c:pt idx="2326">
                  <c:v>175.03490261597966</c:v>
                </c:pt>
                <c:pt idx="2327">
                  <c:v>174.96578399285926</c:v>
                </c:pt>
                <c:pt idx="2328">
                  <c:v>175.91605062595838</c:v>
                </c:pt>
                <c:pt idx="2329">
                  <c:v>176.88279587119217</c:v>
                </c:pt>
                <c:pt idx="2330">
                  <c:v>173.67541711486967</c:v>
                </c:pt>
                <c:pt idx="2331">
                  <c:v>172.07607625935503</c:v>
                </c:pt>
                <c:pt idx="2332">
                  <c:v>172.69722838898679</c:v>
                </c:pt>
                <c:pt idx="2333">
                  <c:v>170.30782962946012</c:v>
                </c:pt>
                <c:pt idx="2334">
                  <c:v>176.51568901196987</c:v>
                </c:pt>
                <c:pt idx="2335">
                  <c:v>176.06573135284827</c:v>
                </c:pt>
                <c:pt idx="2336">
                  <c:v>179.2323713180601</c:v>
                </c:pt>
                <c:pt idx="2337">
                  <c:v>181.03311743299844</c:v>
                </c:pt>
                <c:pt idx="2338">
                  <c:v>180.25496074886138</c:v>
                </c:pt>
                <c:pt idx="2339">
                  <c:v>180.70720710411277</c:v>
                </c:pt>
                <c:pt idx="2340">
                  <c:v>181.61719268532715</c:v>
                </c:pt>
                <c:pt idx="2341">
                  <c:v>182.14038862060286</c:v>
                </c:pt>
                <c:pt idx="2342">
                  <c:v>181.50870848877395</c:v>
                </c:pt>
                <c:pt idx="2343">
                  <c:v>179.84116448859083</c:v>
                </c:pt>
                <c:pt idx="2344">
                  <c:v>178.92614377589086</c:v>
                </c:pt>
                <c:pt idx="2345">
                  <c:v>178.77829400590485</c:v>
                </c:pt>
                <c:pt idx="2346">
                  <c:v>178.71192181814021</c:v>
                </c:pt>
                <c:pt idx="2347">
                  <c:v>178.81399766552994</c:v>
                </c:pt>
                <c:pt idx="2348">
                  <c:v>178.93346760350627</c:v>
                </c:pt>
                <c:pt idx="2349">
                  <c:v>178.65378893644291</c:v>
                </c:pt>
                <c:pt idx="2350">
                  <c:v>180.63808848099237</c:v>
                </c:pt>
                <c:pt idx="2351">
                  <c:v>180.88252122765661</c:v>
                </c:pt>
                <c:pt idx="2352">
                  <c:v>181.14022841187375</c:v>
                </c:pt>
                <c:pt idx="2353">
                  <c:v>182.3202801364063</c:v>
                </c:pt>
                <c:pt idx="2354">
                  <c:v>184.8589018835969</c:v>
                </c:pt>
                <c:pt idx="2355">
                  <c:v>187.25058933925339</c:v>
                </c:pt>
                <c:pt idx="2356">
                  <c:v>186.07831918156225</c:v>
                </c:pt>
                <c:pt idx="2357">
                  <c:v>189.00785022772527</c:v>
                </c:pt>
                <c:pt idx="2358">
                  <c:v>189.74160620694391</c:v>
                </c:pt>
                <c:pt idx="2359">
                  <c:v>188.60412423042595</c:v>
                </c:pt>
                <c:pt idx="2360">
                  <c:v>188.70436912091182</c:v>
                </c:pt>
                <c:pt idx="2361">
                  <c:v>190.82736365092805</c:v>
                </c:pt>
                <c:pt idx="2362">
                  <c:v>190.10322019545464</c:v>
                </c:pt>
                <c:pt idx="2363">
                  <c:v>190.12976907056049</c:v>
                </c:pt>
                <c:pt idx="2364">
                  <c:v>186.9901357196805</c:v>
                </c:pt>
                <c:pt idx="2365">
                  <c:v>188.9689423935184</c:v>
                </c:pt>
                <c:pt idx="2366">
                  <c:v>190.01075687181012</c:v>
                </c:pt>
                <c:pt idx="2367">
                  <c:v>191.41281212093472</c:v>
                </c:pt>
                <c:pt idx="2368">
                  <c:v>193.21630467122881</c:v>
                </c:pt>
                <c:pt idx="2369">
                  <c:v>197.77172544801226</c:v>
                </c:pt>
                <c:pt idx="2370">
                  <c:v>198.42949671572106</c:v>
                </c:pt>
                <c:pt idx="2371">
                  <c:v>197.2013823724624</c:v>
                </c:pt>
                <c:pt idx="2372">
                  <c:v>199.36511569358936</c:v>
                </c:pt>
                <c:pt idx="2373">
                  <c:v>199.48595884924359</c:v>
                </c:pt>
                <c:pt idx="2374">
                  <c:v>200.51587210766027</c:v>
                </c:pt>
                <c:pt idx="2375">
                  <c:v>197.58817201840111</c:v>
                </c:pt>
                <c:pt idx="2376">
                  <c:v>197.40049893575627</c:v>
                </c:pt>
                <c:pt idx="2377">
                  <c:v>201.74352871169296</c:v>
                </c:pt>
                <c:pt idx="2378">
                  <c:v>202.45119355503172</c:v>
                </c:pt>
                <c:pt idx="2379">
                  <c:v>203.32364451971711</c:v>
                </c:pt>
                <c:pt idx="2380">
                  <c:v>203.28748312086603</c:v>
                </c:pt>
                <c:pt idx="2381">
                  <c:v>203.15931613759642</c:v>
                </c:pt>
                <c:pt idx="2382">
                  <c:v>201.52152518710093</c:v>
                </c:pt>
                <c:pt idx="2383">
                  <c:v>202.38024397500743</c:v>
                </c:pt>
                <c:pt idx="2384">
                  <c:v>203.58272492161214</c:v>
                </c:pt>
                <c:pt idx="2385">
                  <c:v>204.83143753003912</c:v>
                </c:pt>
                <c:pt idx="2386">
                  <c:v>206.69580939738634</c:v>
                </c:pt>
                <c:pt idx="2387">
                  <c:v>206.40468724967386</c:v>
                </c:pt>
                <c:pt idx="2388">
                  <c:v>206.23761243219735</c:v>
                </c:pt>
                <c:pt idx="2389">
                  <c:v>206.48570709266934</c:v>
                </c:pt>
                <c:pt idx="2390">
                  <c:v>208.07909733824638</c:v>
                </c:pt>
                <c:pt idx="2391">
                  <c:v>210.46025679170577</c:v>
                </c:pt>
                <c:pt idx="2392">
                  <c:v>209.44361797084201</c:v>
                </c:pt>
                <c:pt idx="2393">
                  <c:v>212.55212505435651</c:v>
                </c:pt>
                <c:pt idx="2394">
                  <c:v>210.44515139724899</c:v>
                </c:pt>
                <c:pt idx="2395">
                  <c:v>210.6909573615911</c:v>
                </c:pt>
                <c:pt idx="2396">
                  <c:v>212.24818620831712</c:v>
                </c:pt>
                <c:pt idx="2397">
                  <c:v>211.99459867713367</c:v>
                </c:pt>
                <c:pt idx="2398">
                  <c:v>210.95736159110157</c:v>
                </c:pt>
                <c:pt idx="2399">
                  <c:v>210.64609891744675</c:v>
                </c:pt>
                <c:pt idx="2400">
                  <c:v>212.91145034673744</c:v>
                </c:pt>
                <c:pt idx="2401">
                  <c:v>212.57775845101045</c:v>
                </c:pt>
                <c:pt idx="2402">
                  <c:v>214.49293937243951</c:v>
                </c:pt>
                <c:pt idx="2403">
                  <c:v>214.74973107820477</c:v>
                </c:pt>
                <c:pt idx="2404">
                  <c:v>214.66825349598335</c:v>
                </c:pt>
                <c:pt idx="2405">
                  <c:v>214.07227702377955</c:v>
                </c:pt>
                <c:pt idx="2406">
                  <c:v>210.79074451285103</c:v>
                </c:pt>
                <c:pt idx="2407">
                  <c:v>209.92058224429542</c:v>
                </c:pt>
                <c:pt idx="2408">
                  <c:v>210.60810656169181</c:v>
                </c:pt>
                <c:pt idx="2409">
                  <c:v>211.78907376467629</c:v>
                </c:pt>
                <c:pt idx="2410">
                  <c:v>212.28480534639417</c:v>
                </c:pt>
                <c:pt idx="2411">
                  <c:v>212.83958528826128</c:v>
                </c:pt>
                <c:pt idx="2412">
                  <c:v>212.85697937884785</c:v>
                </c:pt>
                <c:pt idx="2413">
                  <c:v>215.31229258691323</c:v>
                </c:pt>
                <c:pt idx="2414">
                  <c:v>213.13436934978145</c:v>
                </c:pt>
                <c:pt idx="2415">
                  <c:v>213.27489529215205</c:v>
                </c:pt>
                <c:pt idx="2416">
                  <c:v>212.1964616757833</c:v>
                </c:pt>
                <c:pt idx="2417">
                  <c:v>211.42700203693957</c:v>
                </c:pt>
                <c:pt idx="2418">
                  <c:v>210.35680772663815</c:v>
                </c:pt>
                <c:pt idx="2419">
                  <c:v>213.37925983567163</c:v>
                </c:pt>
                <c:pt idx="2420">
                  <c:v>217.73556404916116</c:v>
                </c:pt>
                <c:pt idx="2421">
                  <c:v>213.35362643901772</c:v>
                </c:pt>
                <c:pt idx="2422">
                  <c:v>215.89041722930443</c:v>
                </c:pt>
                <c:pt idx="2423">
                  <c:v>216.78529741606206</c:v>
                </c:pt>
                <c:pt idx="2424">
                  <c:v>215.64735770031814</c:v>
                </c:pt>
                <c:pt idx="2425">
                  <c:v>214.83853248804158</c:v>
                </c:pt>
                <c:pt idx="2426">
                  <c:v>212.88535921085759</c:v>
                </c:pt>
                <c:pt idx="2427">
                  <c:v>213.82097818872586</c:v>
                </c:pt>
                <c:pt idx="2428">
                  <c:v>211.68333600347884</c:v>
                </c:pt>
                <c:pt idx="2429">
                  <c:v>208.98725196255694</c:v>
                </c:pt>
                <c:pt idx="2430">
                  <c:v>205.72265580298904</c:v>
                </c:pt>
                <c:pt idx="2431">
                  <c:v>206.63081042729959</c:v>
                </c:pt>
                <c:pt idx="2432">
                  <c:v>206.66514086924676</c:v>
                </c:pt>
                <c:pt idx="2433">
                  <c:v>209.25319845284142</c:v>
                </c:pt>
                <c:pt idx="2434">
                  <c:v>206.91094683358892</c:v>
                </c:pt>
                <c:pt idx="2435">
                  <c:v>204.83784587920263</c:v>
                </c:pt>
                <c:pt idx="2436">
                  <c:v>208.13906117684752</c:v>
                </c:pt>
                <c:pt idx="2437">
                  <c:v>208.79454374842652</c:v>
                </c:pt>
                <c:pt idx="2438">
                  <c:v>207.24875838234956</c:v>
                </c:pt>
                <c:pt idx="2439">
                  <c:v>207.45886068706656</c:v>
                </c:pt>
                <c:pt idx="2440">
                  <c:v>209.83086535600668</c:v>
                </c:pt>
                <c:pt idx="2441">
                  <c:v>206.22937312613004</c:v>
                </c:pt>
                <c:pt idx="2442">
                  <c:v>206.36944132927471</c:v>
                </c:pt>
                <c:pt idx="2443">
                  <c:v>204.55679399446134</c:v>
                </c:pt>
                <c:pt idx="2444">
                  <c:v>202.79312475682602</c:v>
                </c:pt>
                <c:pt idx="2445">
                  <c:v>199.65944201588354</c:v>
                </c:pt>
                <c:pt idx="2446">
                  <c:v>199.13487286293</c:v>
                </c:pt>
                <c:pt idx="2447">
                  <c:v>197.23205090060193</c:v>
                </c:pt>
                <c:pt idx="2448">
                  <c:v>199.28913098207948</c:v>
                </c:pt>
                <c:pt idx="2449">
                  <c:v>199.0259309271508</c:v>
                </c:pt>
                <c:pt idx="2450">
                  <c:v>201.05783535120042</c:v>
                </c:pt>
                <c:pt idx="2451">
                  <c:v>203.0261140228412</c:v>
                </c:pt>
                <c:pt idx="2452">
                  <c:v>201.05508891584464</c:v>
                </c:pt>
                <c:pt idx="2453">
                  <c:v>199.83612935710525</c:v>
                </c:pt>
                <c:pt idx="2454">
                  <c:v>198.92065090517929</c:v>
                </c:pt>
                <c:pt idx="2455">
                  <c:v>203.6042386652324</c:v>
                </c:pt>
                <c:pt idx="2456">
                  <c:v>205.52674341427689</c:v>
                </c:pt>
                <c:pt idx="2457">
                  <c:v>205.48554688394023</c:v>
                </c:pt>
                <c:pt idx="2458">
                  <c:v>205.2768177969011</c:v>
                </c:pt>
                <c:pt idx="2459">
                  <c:v>205.64758656993112</c:v>
                </c:pt>
                <c:pt idx="2460">
                  <c:v>205.38530199345436</c:v>
                </c:pt>
                <c:pt idx="2461">
                  <c:v>204.23500331860939</c:v>
                </c:pt>
                <c:pt idx="2462">
                  <c:v>204.07342137184449</c:v>
                </c:pt>
                <c:pt idx="2463">
                  <c:v>204.17549721923419</c:v>
                </c:pt>
                <c:pt idx="2464">
                  <c:v>203.50445151397247</c:v>
                </c:pt>
                <c:pt idx="2465">
                  <c:v>202.84576476781177</c:v>
                </c:pt>
                <c:pt idx="2466">
                  <c:v>203.74476460760303</c:v>
                </c:pt>
                <c:pt idx="2467">
                  <c:v>202.08774860961708</c:v>
                </c:pt>
                <c:pt idx="2468">
                  <c:v>204.28489689423935</c:v>
                </c:pt>
                <c:pt idx="2469">
                  <c:v>207.79438353969746</c:v>
                </c:pt>
                <c:pt idx="2470">
                  <c:v>205.99958803469661</c:v>
                </c:pt>
                <c:pt idx="2471">
                  <c:v>206.6422539079486</c:v>
                </c:pt>
                <c:pt idx="2472">
                  <c:v>206.52186849152039</c:v>
                </c:pt>
                <c:pt idx="2473">
                  <c:v>207.92850113290459</c:v>
                </c:pt>
                <c:pt idx="2474">
                  <c:v>210.63648639370149</c:v>
                </c:pt>
                <c:pt idx="2475">
                  <c:v>212.76772022978511</c:v>
                </c:pt>
                <c:pt idx="2476">
                  <c:v>214.33410386103037</c:v>
                </c:pt>
                <c:pt idx="2477">
                  <c:v>214.76895612569518</c:v>
                </c:pt>
                <c:pt idx="2478">
                  <c:v>215.62630169592384</c:v>
                </c:pt>
                <c:pt idx="2479">
                  <c:v>212.97232966379056</c:v>
                </c:pt>
                <c:pt idx="2480">
                  <c:v>211.2288009520976</c:v>
                </c:pt>
                <c:pt idx="2481">
                  <c:v>212.65236994484243</c:v>
                </c:pt>
                <c:pt idx="2482">
                  <c:v>210.66166205112947</c:v>
                </c:pt>
                <c:pt idx="2483">
                  <c:v>209.35252786487536</c:v>
                </c:pt>
                <c:pt idx="2484">
                  <c:v>204.89185910786625</c:v>
                </c:pt>
                <c:pt idx="2485">
                  <c:v>200.52044949991989</c:v>
                </c:pt>
                <c:pt idx="2486">
                  <c:v>203.27191998718331</c:v>
                </c:pt>
                <c:pt idx="2487">
                  <c:v>201.15533380633056</c:v>
                </c:pt>
                <c:pt idx="2488">
                  <c:v>200.57904012084316</c:v>
                </c:pt>
                <c:pt idx="2489">
                  <c:v>201.97010962854463</c:v>
                </c:pt>
                <c:pt idx="2490">
                  <c:v>203.07509212001924</c:v>
                </c:pt>
                <c:pt idx="2491">
                  <c:v>200.33323415650105</c:v>
                </c:pt>
                <c:pt idx="2492">
                  <c:v>201.72521914265445</c:v>
                </c:pt>
                <c:pt idx="2493">
                  <c:v>204.54809694916807</c:v>
                </c:pt>
                <c:pt idx="2494">
                  <c:v>200.23710891904884</c:v>
                </c:pt>
                <c:pt idx="2495">
                  <c:v>194.92641841942643</c:v>
                </c:pt>
                <c:pt idx="2496">
                  <c:v>190.38839173322955</c:v>
                </c:pt>
                <c:pt idx="2497">
                  <c:v>193.75094408715356</c:v>
                </c:pt>
                <c:pt idx="2498">
                  <c:v>196.09228022795415</c:v>
                </c:pt>
                <c:pt idx="2499">
                  <c:v>196.2657633945941</c:v>
                </c:pt>
                <c:pt idx="2500">
                  <c:v>195.31549676149498</c:v>
                </c:pt>
                <c:pt idx="2501">
                  <c:v>195.5608449866111</c:v>
                </c:pt>
                <c:pt idx="2502">
                  <c:v>198.96962900235738</c:v>
                </c:pt>
                <c:pt idx="2503">
                  <c:v>200.20140525942369</c:v>
                </c:pt>
                <c:pt idx="2504">
                  <c:v>201.48811022360559</c:v>
                </c:pt>
                <c:pt idx="2505">
                  <c:v>202.1101778316893</c:v>
                </c:pt>
                <c:pt idx="2506">
                  <c:v>198.34435721969194</c:v>
                </c:pt>
                <c:pt idx="2507">
                  <c:v>194.53459364200214</c:v>
                </c:pt>
                <c:pt idx="2508">
                  <c:v>193.55091204540773</c:v>
                </c:pt>
                <c:pt idx="2509">
                  <c:v>196.16048337262259</c:v>
                </c:pt>
                <c:pt idx="2510">
                  <c:v>190.52525576179249</c:v>
                </c:pt>
                <c:pt idx="2511">
                  <c:v>192.94623852791065</c:v>
                </c:pt>
                <c:pt idx="2512">
                  <c:v>191.96850754125376</c:v>
                </c:pt>
                <c:pt idx="2513">
                  <c:v>190.60261369098023</c:v>
                </c:pt>
                <c:pt idx="2514">
                  <c:v>190.28906232119562</c:v>
                </c:pt>
                <c:pt idx="2515">
                  <c:v>186.62623303503995</c:v>
                </c:pt>
                <c:pt idx="2516">
                  <c:v>186.66330991234295</c:v>
                </c:pt>
                <c:pt idx="2517">
                  <c:v>185.37660494816103</c:v>
                </c:pt>
                <c:pt idx="2518">
                  <c:v>184.9380907696885</c:v>
                </c:pt>
                <c:pt idx="2519">
                  <c:v>181.38832307234568</c:v>
                </c:pt>
                <c:pt idx="2520">
                  <c:v>181.99528528597259</c:v>
                </c:pt>
                <c:pt idx="2521">
                  <c:v>181.4537797816584</c:v>
                </c:pt>
                <c:pt idx="2522">
                  <c:v>184.25651706222965</c:v>
                </c:pt>
                <c:pt idx="2523">
                  <c:v>186.97136841141599</c:v>
                </c:pt>
                <c:pt idx="2524">
                  <c:v>186.55894536882337</c:v>
                </c:pt>
                <c:pt idx="2525">
                  <c:v>185.44435035360354</c:v>
                </c:pt>
                <c:pt idx="2526">
                  <c:v>186.13599432403359</c:v>
                </c:pt>
                <c:pt idx="2527">
                  <c:v>186.97731902135354</c:v>
                </c:pt>
                <c:pt idx="2528">
                  <c:v>186.63721877646304</c:v>
                </c:pt>
                <c:pt idx="2529">
                  <c:v>189.54020094752019</c:v>
                </c:pt>
                <c:pt idx="2530">
                  <c:v>192.62856750509235</c:v>
                </c:pt>
                <c:pt idx="2531">
                  <c:v>193.58386926967708</c:v>
                </c:pt>
                <c:pt idx="2532">
                  <c:v>195.36859451170668</c:v>
                </c:pt>
                <c:pt idx="2533">
                  <c:v>197.98045453505139</c:v>
                </c:pt>
                <c:pt idx="2534">
                  <c:v>199.31018698647384</c:v>
                </c:pt>
                <c:pt idx="2535">
                  <c:v>197.21694550614515</c:v>
                </c:pt>
                <c:pt idx="2536">
                  <c:v>195.55169020209186</c:v>
                </c:pt>
                <c:pt idx="2537">
                  <c:v>194.76941386492118</c:v>
                </c:pt>
                <c:pt idx="2538">
                  <c:v>193.50880003661914</c:v>
                </c:pt>
              </c:numCache>
            </c:numRef>
          </c:val>
          <c:smooth val="0"/>
          <c:extLst>
            <c:ext xmlns:c16="http://schemas.microsoft.com/office/drawing/2014/chart" uri="{C3380CC4-5D6E-409C-BE32-E72D297353CC}">
              <c16:uniqueId val="{00000002-CEAE-3D48-BF84-BC827ABA04DE}"/>
            </c:ext>
          </c:extLst>
        </c:ser>
        <c:ser>
          <c:idx val="3"/>
          <c:order val="3"/>
          <c:tx>
            <c:strRef>
              <c:f>'Sectoral Data'!$BF$4</c:f>
              <c:strCache>
                <c:ptCount val="1"/>
                <c:pt idx="0">
                  <c:v>NIFTY FMCG</c:v>
                </c:pt>
              </c:strCache>
            </c:strRef>
          </c:tx>
          <c:spPr>
            <a:ln w="12700" cap="rnd">
              <a:solidFill>
                <a:schemeClr val="dk1">
                  <a:tint val="98500"/>
                </a:schemeClr>
              </a:solidFill>
              <a:round/>
            </a:ln>
            <a:effectLst>
              <a:outerShdw blurRad="50800" dist="38100" dir="2700000" algn="tl" rotWithShape="0">
                <a:prstClr val="black">
                  <a:alpha val="40000"/>
                </a:prstClr>
              </a:outerShdw>
            </a:effectLst>
          </c:spPr>
          <c:marker>
            <c:symbol val="none"/>
          </c:marker>
          <c:cat>
            <c:numRef>
              <c:f>'Sectoral Data'!$BB$5:$BB$2543</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'Sectoral Data'!$BF$5:$BF$2543</c:f>
              <c:numCache>
                <c:formatCode>_(* #,##0_);_(* \(#,##0\);_(* "-"??_);_(@_)</c:formatCode>
                <c:ptCount val="2539"/>
                <c:pt idx="0">
                  <c:v>100</c:v>
                </c:pt>
                <c:pt idx="1">
                  <c:v>100.42402879706447</c:v>
                </c:pt>
                <c:pt idx="2">
                  <c:v>100.63442286215698</c:v>
                </c:pt>
                <c:pt idx="3">
                  <c:v>99.031539167198474</c:v>
                </c:pt>
                <c:pt idx="4">
                  <c:v>98.920608647096358</c:v>
                </c:pt>
                <c:pt idx="5">
                  <c:v>100.93007139438419</c:v>
                </c:pt>
                <c:pt idx="6">
                  <c:v>101.14196115188258</c:v>
                </c:pt>
                <c:pt idx="7">
                  <c:v>102.29439215060626</c:v>
                </c:pt>
                <c:pt idx="8">
                  <c:v>102.71916879387366</c:v>
                </c:pt>
                <c:pt idx="9">
                  <c:v>101.98528238672624</c:v>
                </c:pt>
                <c:pt idx="10">
                  <c:v>103.55177089980856</c:v>
                </c:pt>
                <c:pt idx="11">
                  <c:v>104.54690491384812</c:v>
                </c:pt>
                <c:pt idx="12">
                  <c:v>103.34436821952777</c:v>
                </c:pt>
                <c:pt idx="13">
                  <c:v>105.15290962029357</c:v>
                </c:pt>
                <c:pt idx="14">
                  <c:v>103.07265076579452</c:v>
                </c:pt>
                <c:pt idx="15">
                  <c:v>103.05719527760051</c:v>
                </c:pt>
                <c:pt idx="16">
                  <c:v>103.42314135290364</c:v>
                </c:pt>
                <c:pt idx="17">
                  <c:v>104.62667517549458</c:v>
                </c:pt>
                <c:pt idx="18">
                  <c:v>104.83731852265477</c:v>
                </c:pt>
                <c:pt idx="19">
                  <c:v>106.15975989151245</c:v>
                </c:pt>
                <c:pt idx="20">
                  <c:v>105.52483846522018</c:v>
                </c:pt>
                <c:pt idx="21">
                  <c:v>103.9017629227824</c:v>
                </c:pt>
                <c:pt idx="22">
                  <c:v>104.9617102744097</c:v>
                </c:pt>
                <c:pt idx="23">
                  <c:v>104.65584117740907</c:v>
                </c:pt>
                <c:pt idx="24">
                  <c:v>105.16686941608168</c:v>
                </c:pt>
                <c:pt idx="25">
                  <c:v>106.12535896617743</c:v>
                </c:pt>
                <c:pt idx="26">
                  <c:v>104.67403876834716</c:v>
                </c:pt>
                <c:pt idx="27">
                  <c:v>105.0449704850032</c:v>
                </c:pt>
                <c:pt idx="28">
                  <c:v>105.95559787811106</c:v>
                </c:pt>
                <c:pt idx="29">
                  <c:v>105.8162492022974</c:v>
                </c:pt>
                <c:pt idx="30">
                  <c:v>107.77186702297385</c:v>
                </c:pt>
                <c:pt idx="31">
                  <c:v>109.72898053605617</c:v>
                </c:pt>
                <c:pt idx="32">
                  <c:v>110.66004905871092</c:v>
                </c:pt>
                <c:pt idx="33">
                  <c:v>109.6310126834716</c:v>
                </c:pt>
                <c:pt idx="34">
                  <c:v>110.43170668474794</c:v>
                </c:pt>
                <c:pt idx="35">
                  <c:v>109.20025327058073</c:v>
                </c:pt>
                <c:pt idx="36">
                  <c:v>110.84003071155072</c:v>
                </c:pt>
                <c:pt idx="37">
                  <c:v>111.15562180918954</c:v>
                </c:pt>
                <c:pt idx="38">
                  <c:v>110.0375917358009</c:v>
                </c:pt>
                <c:pt idx="39">
                  <c:v>110.00294152839822</c:v>
                </c:pt>
                <c:pt idx="40">
                  <c:v>105.20874880344608</c:v>
                </c:pt>
                <c:pt idx="41">
                  <c:v>102.94676332163371</c:v>
                </c:pt>
                <c:pt idx="42">
                  <c:v>103.01033024888324</c:v>
                </c:pt>
                <c:pt idx="43">
                  <c:v>103.41915283982132</c:v>
                </c:pt>
                <c:pt idx="44">
                  <c:v>104.72763441289088</c:v>
                </c:pt>
                <c:pt idx="45">
                  <c:v>104.09046944798979</c:v>
                </c:pt>
                <c:pt idx="46">
                  <c:v>103.56797423420549</c:v>
                </c:pt>
                <c:pt idx="47">
                  <c:v>103.59414885130825</c:v>
                </c:pt>
                <c:pt idx="48">
                  <c:v>105.23616983088704</c:v>
                </c:pt>
                <c:pt idx="49">
                  <c:v>103.08661056158266</c:v>
                </c:pt>
                <c:pt idx="50">
                  <c:v>101.89055520102106</c:v>
                </c:pt>
                <c:pt idx="51">
                  <c:v>103.29550893426931</c:v>
                </c:pt>
                <c:pt idx="52">
                  <c:v>102.56486319400129</c:v>
                </c:pt>
                <c:pt idx="53">
                  <c:v>101.85989350670073</c:v>
                </c:pt>
                <c:pt idx="54">
                  <c:v>99.711829929802178</c:v>
                </c:pt>
                <c:pt idx="55">
                  <c:v>99.708838544990442</c:v>
                </c:pt>
                <c:pt idx="56">
                  <c:v>99.438616783663065</c:v>
                </c:pt>
                <c:pt idx="57">
                  <c:v>99.50093730057435</c:v>
                </c:pt>
                <c:pt idx="58">
                  <c:v>98.173011726228481</c:v>
                </c:pt>
                <c:pt idx="59">
                  <c:v>97.274848436502879</c:v>
                </c:pt>
                <c:pt idx="60">
                  <c:v>99.119286455009586</c:v>
                </c:pt>
                <c:pt idx="61">
                  <c:v>99.112555839183145</c:v>
                </c:pt>
                <c:pt idx="62">
                  <c:v>100.43624361837907</c:v>
                </c:pt>
                <c:pt idx="63">
                  <c:v>102.74359843650289</c:v>
                </c:pt>
                <c:pt idx="64">
                  <c:v>103.44183750797704</c:v>
                </c:pt>
                <c:pt idx="65">
                  <c:v>105.06790443522655</c:v>
                </c:pt>
                <c:pt idx="66">
                  <c:v>105.29151044990428</c:v>
                </c:pt>
                <c:pt idx="67">
                  <c:v>105.76913489151245</c:v>
                </c:pt>
                <c:pt idx="68">
                  <c:v>106.97391512444163</c:v>
                </c:pt>
                <c:pt idx="69">
                  <c:v>107.00706963943843</c:v>
                </c:pt>
                <c:pt idx="70">
                  <c:v>106.13333599234205</c:v>
                </c:pt>
                <c:pt idx="71">
                  <c:v>106.08372886088067</c:v>
                </c:pt>
                <c:pt idx="72">
                  <c:v>103.03500917358008</c:v>
                </c:pt>
                <c:pt idx="73">
                  <c:v>101.85316289087429</c:v>
                </c:pt>
                <c:pt idx="74">
                  <c:v>102.39809349074665</c:v>
                </c:pt>
                <c:pt idx="75">
                  <c:v>102.33377871729421</c:v>
                </c:pt>
                <c:pt idx="76">
                  <c:v>102.734375</c:v>
                </c:pt>
                <c:pt idx="77">
                  <c:v>100.92209436821953</c:v>
                </c:pt>
                <c:pt idx="78">
                  <c:v>99.978561742182521</c:v>
                </c:pt>
                <c:pt idx="79">
                  <c:v>98.366454610721135</c:v>
                </c:pt>
                <c:pt idx="80">
                  <c:v>97.273352744097011</c:v>
                </c:pt>
                <c:pt idx="81">
                  <c:v>99.270600670070195</c:v>
                </c:pt>
                <c:pt idx="82">
                  <c:v>99.532346841097635</c:v>
                </c:pt>
                <c:pt idx="83">
                  <c:v>97.174387763241867</c:v>
                </c:pt>
                <c:pt idx="84">
                  <c:v>97.429154036375252</c:v>
                </c:pt>
                <c:pt idx="85">
                  <c:v>99.00087747287813</c:v>
                </c:pt>
                <c:pt idx="86">
                  <c:v>98.695506940012777</c:v>
                </c:pt>
                <c:pt idx="87">
                  <c:v>97.712338465220171</c:v>
                </c:pt>
                <c:pt idx="88">
                  <c:v>98.809927409061913</c:v>
                </c:pt>
                <c:pt idx="89">
                  <c:v>98.945287571793244</c:v>
                </c:pt>
                <c:pt idx="90">
                  <c:v>99.700861518825775</c:v>
                </c:pt>
                <c:pt idx="91">
                  <c:v>101.16913289725591</c:v>
                </c:pt>
                <c:pt idx="92">
                  <c:v>100.86500877472876</c:v>
                </c:pt>
                <c:pt idx="93">
                  <c:v>100.87198867262286</c:v>
                </c:pt>
                <c:pt idx="94">
                  <c:v>100.06655831206129</c:v>
                </c:pt>
                <c:pt idx="95">
                  <c:v>100.54916839502235</c:v>
                </c:pt>
                <c:pt idx="96">
                  <c:v>98.550923340778567</c:v>
                </c:pt>
                <c:pt idx="97">
                  <c:v>98.128390236119984</c:v>
                </c:pt>
                <c:pt idx="98">
                  <c:v>98.689524170389291</c:v>
                </c:pt>
                <c:pt idx="99">
                  <c:v>98.997387523931096</c:v>
                </c:pt>
                <c:pt idx="100">
                  <c:v>100.24778637523933</c:v>
                </c:pt>
                <c:pt idx="101">
                  <c:v>101.64426451818764</c:v>
                </c:pt>
                <c:pt idx="102">
                  <c:v>98.262753270580731</c:v>
                </c:pt>
                <c:pt idx="103">
                  <c:v>95.385290363752389</c:v>
                </c:pt>
                <c:pt idx="104">
                  <c:v>95.071942804722411</c:v>
                </c:pt>
                <c:pt idx="105">
                  <c:v>96.021458200382895</c:v>
                </c:pt>
                <c:pt idx="106">
                  <c:v>95.145979578813026</c:v>
                </c:pt>
                <c:pt idx="107">
                  <c:v>94.621988672622862</c:v>
                </c:pt>
                <c:pt idx="108">
                  <c:v>94.797483248245058</c:v>
                </c:pt>
                <c:pt idx="109">
                  <c:v>93.871898931078505</c:v>
                </c:pt>
                <c:pt idx="110">
                  <c:v>93.961640475430769</c:v>
                </c:pt>
                <c:pt idx="111">
                  <c:v>94.406858248245058</c:v>
                </c:pt>
                <c:pt idx="112">
                  <c:v>94.502083998085524</c:v>
                </c:pt>
                <c:pt idx="113">
                  <c:v>95.969108966177401</c:v>
                </c:pt>
                <c:pt idx="114">
                  <c:v>95.963874042756856</c:v>
                </c:pt>
                <c:pt idx="115">
                  <c:v>96.448976946394382</c:v>
                </c:pt>
                <c:pt idx="116">
                  <c:v>97.986050175494583</c:v>
                </c:pt>
                <c:pt idx="117">
                  <c:v>98.402101946394382</c:v>
                </c:pt>
                <c:pt idx="118">
                  <c:v>98.930330647734536</c:v>
                </c:pt>
                <c:pt idx="119">
                  <c:v>98.514278876834709</c:v>
                </c:pt>
                <c:pt idx="120">
                  <c:v>98.195447112316543</c:v>
                </c:pt>
                <c:pt idx="121">
                  <c:v>98.494087029355455</c:v>
                </c:pt>
                <c:pt idx="122">
                  <c:v>100.4893406987875</c:v>
                </c:pt>
                <c:pt idx="123">
                  <c:v>100.18097878111041</c:v>
                </c:pt>
                <c:pt idx="124">
                  <c:v>100.42652161774093</c:v>
                </c:pt>
                <c:pt idx="125">
                  <c:v>100.93480775366943</c:v>
                </c:pt>
                <c:pt idx="126">
                  <c:v>101.59091815571155</c:v>
                </c:pt>
                <c:pt idx="127">
                  <c:v>101.62930759412892</c:v>
                </c:pt>
                <c:pt idx="128">
                  <c:v>100.55315690810467</c:v>
                </c:pt>
                <c:pt idx="129">
                  <c:v>99.87112117102744</c:v>
                </c:pt>
                <c:pt idx="130">
                  <c:v>99.154185944479906</c:v>
                </c:pt>
                <c:pt idx="131">
                  <c:v>100.37791161455011</c:v>
                </c:pt>
                <c:pt idx="132">
                  <c:v>100.63242860561583</c:v>
                </c:pt>
                <c:pt idx="133">
                  <c:v>100.96646657626039</c:v>
                </c:pt>
                <c:pt idx="134">
                  <c:v>101.9354259731972</c:v>
                </c:pt>
                <c:pt idx="135">
                  <c:v>102.58380863114232</c:v>
                </c:pt>
                <c:pt idx="136">
                  <c:v>102.26248404594769</c:v>
                </c:pt>
                <c:pt idx="137">
                  <c:v>100.42602305360562</c:v>
                </c:pt>
                <c:pt idx="138">
                  <c:v>101.25937300574348</c:v>
                </c:pt>
                <c:pt idx="139">
                  <c:v>101.07291001914487</c:v>
                </c:pt>
                <c:pt idx="140">
                  <c:v>101.22721561901724</c:v>
                </c:pt>
                <c:pt idx="141">
                  <c:v>100.46715459476707</c:v>
                </c:pt>
                <c:pt idx="142">
                  <c:v>100.47812300574346</c:v>
                </c:pt>
                <c:pt idx="143">
                  <c:v>99.592922383535438</c:v>
                </c:pt>
                <c:pt idx="144">
                  <c:v>102.42526523611998</c:v>
                </c:pt>
                <c:pt idx="145">
                  <c:v>104.30186064135292</c:v>
                </c:pt>
                <c:pt idx="146">
                  <c:v>104.65609045947673</c:v>
                </c:pt>
                <c:pt idx="147">
                  <c:v>104.3095883854499</c:v>
                </c:pt>
                <c:pt idx="148">
                  <c:v>105.28577696234845</c:v>
                </c:pt>
                <c:pt idx="149">
                  <c:v>104.40531269942565</c:v>
                </c:pt>
                <c:pt idx="150">
                  <c:v>104.2046406349713</c:v>
                </c:pt>
                <c:pt idx="151">
                  <c:v>103.64924018825783</c:v>
                </c:pt>
                <c:pt idx="152">
                  <c:v>103.01880583918314</c:v>
                </c:pt>
                <c:pt idx="153">
                  <c:v>101.35709157626039</c:v>
                </c:pt>
                <c:pt idx="154">
                  <c:v>101.06518227504786</c:v>
                </c:pt>
                <c:pt idx="155">
                  <c:v>101.43436901723038</c:v>
                </c:pt>
                <c:pt idx="156">
                  <c:v>101.31421506062541</c:v>
                </c:pt>
                <c:pt idx="157">
                  <c:v>101.12750279195917</c:v>
                </c:pt>
                <c:pt idx="158">
                  <c:v>101.33689972878113</c:v>
                </c:pt>
                <c:pt idx="159">
                  <c:v>102.90488393426931</c:v>
                </c:pt>
                <c:pt idx="160">
                  <c:v>103.22546067326101</c:v>
                </c:pt>
                <c:pt idx="161">
                  <c:v>98.427279435226566</c:v>
                </c:pt>
                <c:pt idx="162">
                  <c:v>99.059957322910023</c:v>
                </c:pt>
                <c:pt idx="163">
                  <c:v>98.157306955966831</c:v>
                </c:pt>
                <c:pt idx="164">
                  <c:v>100.1996749361838</c:v>
                </c:pt>
                <c:pt idx="165">
                  <c:v>100.57983008934271</c:v>
                </c:pt>
                <c:pt idx="166">
                  <c:v>100.26872606892152</c:v>
                </c:pt>
                <c:pt idx="167">
                  <c:v>98.52674298021698</c:v>
                </c:pt>
                <c:pt idx="168">
                  <c:v>98.993648292916404</c:v>
                </c:pt>
                <c:pt idx="169">
                  <c:v>99.246171027440994</c:v>
                </c:pt>
                <c:pt idx="170">
                  <c:v>98.076788848117431</c:v>
                </c:pt>
                <c:pt idx="171">
                  <c:v>96.5030711550734</c:v>
                </c:pt>
                <c:pt idx="172">
                  <c:v>95.596182992980218</c:v>
                </c:pt>
                <c:pt idx="173">
                  <c:v>96.254287651563502</c:v>
                </c:pt>
                <c:pt idx="174">
                  <c:v>96.256531190172311</c:v>
                </c:pt>
                <c:pt idx="175">
                  <c:v>96.781519224633058</c:v>
                </c:pt>
                <c:pt idx="176">
                  <c:v>97.204052329291642</c:v>
                </c:pt>
                <c:pt idx="177">
                  <c:v>98.127143825781758</c:v>
                </c:pt>
                <c:pt idx="178">
                  <c:v>98.352245532865339</c:v>
                </c:pt>
                <c:pt idx="179">
                  <c:v>97.207542278238677</c:v>
                </c:pt>
                <c:pt idx="180">
                  <c:v>96.49135489789407</c:v>
                </c:pt>
                <c:pt idx="181">
                  <c:v>95.625099712827051</c:v>
                </c:pt>
                <c:pt idx="182">
                  <c:v>96.021458200382895</c:v>
                </c:pt>
                <c:pt idx="183">
                  <c:v>97.145221761327377</c:v>
                </c:pt>
                <c:pt idx="184">
                  <c:v>96.830877074026816</c:v>
                </c:pt>
                <c:pt idx="185">
                  <c:v>97.090379706445447</c:v>
                </c:pt>
                <c:pt idx="186">
                  <c:v>99.496699505424388</c:v>
                </c:pt>
                <c:pt idx="187">
                  <c:v>99.704600749840452</c:v>
                </c:pt>
                <c:pt idx="188">
                  <c:v>100.43400007977029</c:v>
                </c:pt>
                <c:pt idx="189">
                  <c:v>103.02254507019784</c:v>
                </c:pt>
                <c:pt idx="190">
                  <c:v>103.36954570835995</c:v>
                </c:pt>
                <c:pt idx="191">
                  <c:v>101.97032546266752</c:v>
                </c:pt>
                <c:pt idx="192">
                  <c:v>102.31059548500319</c:v>
                </c:pt>
                <c:pt idx="193">
                  <c:v>101.45530871091258</c:v>
                </c:pt>
                <c:pt idx="194">
                  <c:v>101.5894224633057</c:v>
                </c:pt>
                <c:pt idx="195">
                  <c:v>101.42913409380982</c:v>
                </c:pt>
                <c:pt idx="196">
                  <c:v>102.0468550574346</c:v>
                </c:pt>
                <c:pt idx="197">
                  <c:v>101.88108248245055</c:v>
                </c:pt>
                <c:pt idx="198">
                  <c:v>102.82311941608168</c:v>
                </c:pt>
                <c:pt idx="199">
                  <c:v>102.43448867262286</c:v>
                </c:pt>
                <c:pt idx="200">
                  <c:v>102.37366384811743</c:v>
                </c:pt>
                <c:pt idx="201">
                  <c:v>103.84168594447991</c:v>
                </c:pt>
                <c:pt idx="202">
                  <c:v>103.79207881301851</c:v>
                </c:pt>
                <c:pt idx="203">
                  <c:v>103.93192605296746</c:v>
                </c:pt>
                <c:pt idx="204">
                  <c:v>104.03936662412252</c:v>
                </c:pt>
                <c:pt idx="205">
                  <c:v>102.91510449904276</c:v>
                </c:pt>
                <c:pt idx="206">
                  <c:v>100.30262843012126</c:v>
                </c:pt>
                <c:pt idx="207">
                  <c:v>100.7822471282706</c:v>
                </c:pt>
                <c:pt idx="208">
                  <c:v>100.80218969368219</c:v>
                </c:pt>
                <c:pt idx="209">
                  <c:v>101.07789566049776</c:v>
                </c:pt>
                <c:pt idx="210">
                  <c:v>100.8181437460115</c:v>
                </c:pt>
                <c:pt idx="211">
                  <c:v>100.96422303765158</c:v>
                </c:pt>
                <c:pt idx="212">
                  <c:v>102.18645301531591</c:v>
                </c:pt>
                <c:pt idx="213">
                  <c:v>100.78872846202935</c:v>
                </c:pt>
                <c:pt idx="214">
                  <c:v>100.78872846202935</c:v>
                </c:pt>
                <c:pt idx="215">
                  <c:v>99.195317485641368</c:v>
                </c:pt>
                <c:pt idx="216">
                  <c:v>99.645770181876202</c:v>
                </c:pt>
                <c:pt idx="217">
                  <c:v>102.05159141671984</c:v>
                </c:pt>
                <c:pt idx="218">
                  <c:v>101.76591416719847</c:v>
                </c:pt>
                <c:pt idx="219">
                  <c:v>102.91660019144864</c:v>
                </c:pt>
                <c:pt idx="220">
                  <c:v>101.95536853860881</c:v>
                </c:pt>
                <c:pt idx="221">
                  <c:v>100.54293634333122</c:v>
                </c:pt>
                <c:pt idx="222">
                  <c:v>100.63018506700703</c:v>
                </c:pt>
                <c:pt idx="223">
                  <c:v>101.60961431078495</c:v>
                </c:pt>
                <c:pt idx="224">
                  <c:v>101.88706525207402</c:v>
                </c:pt>
                <c:pt idx="225">
                  <c:v>101.10157745692405</c:v>
                </c:pt>
                <c:pt idx="226">
                  <c:v>102.50702975430761</c:v>
                </c:pt>
                <c:pt idx="227">
                  <c:v>103.03126994256542</c:v>
                </c:pt>
                <c:pt idx="228">
                  <c:v>101.44085035098915</c:v>
                </c:pt>
                <c:pt idx="229">
                  <c:v>100.15081565092534</c:v>
                </c:pt>
                <c:pt idx="230">
                  <c:v>97.390515315890241</c:v>
                </c:pt>
                <c:pt idx="231">
                  <c:v>97.312739310784934</c:v>
                </c:pt>
                <c:pt idx="232">
                  <c:v>96.962996569878754</c:v>
                </c:pt>
                <c:pt idx="233">
                  <c:v>97.839721601786849</c:v>
                </c:pt>
                <c:pt idx="234">
                  <c:v>97.838973755583936</c:v>
                </c:pt>
                <c:pt idx="235">
                  <c:v>98.210653318442894</c:v>
                </c:pt>
                <c:pt idx="236">
                  <c:v>99.421914885130832</c:v>
                </c:pt>
                <c:pt idx="237">
                  <c:v>98.669332322910037</c:v>
                </c:pt>
                <c:pt idx="238">
                  <c:v>99.416679961710273</c:v>
                </c:pt>
                <c:pt idx="239">
                  <c:v>98.78275566368859</c:v>
                </c:pt>
                <c:pt idx="240">
                  <c:v>100.3851407945118</c:v>
                </c:pt>
                <c:pt idx="241">
                  <c:v>99.234953334396948</c:v>
                </c:pt>
                <c:pt idx="242">
                  <c:v>99.629317565411625</c:v>
                </c:pt>
                <c:pt idx="243">
                  <c:v>100.00099712827057</c:v>
                </c:pt>
                <c:pt idx="244">
                  <c:v>100.47438377472879</c:v>
                </c:pt>
                <c:pt idx="245">
                  <c:v>99.981054562858972</c:v>
                </c:pt>
                <c:pt idx="246">
                  <c:v>100.0545927728143</c:v>
                </c:pt>
                <c:pt idx="247">
                  <c:v>100.67331086470965</c:v>
                </c:pt>
                <c:pt idx="248">
                  <c:v>100.63492142629229</c:v>
                </c:pt>
                <c:pt idx="249">
                  <c:v>100.15056636885768</c:v>
                </c:pt>
                <c:pt idx="250">
                  <c:v>99.949395740268045</c:v>
                </c:pt>
                <c:pt idx="251">
                  <c:v>98.164536135928543</c:v>
                </c:pt>
                <c:pt idx="252">
                  <c:v>96.031180201021058</c:v>
                </c:pt>
                <c:pt idx="253">
                  <c:v>96.51827736119975</c:v>
                </c:pt>
                <c:pt idx="254">
                  <c:v>96.370702377153819</c:v>
                </c:pt>
                <c:pt idx="255">
                  <c:v>96.425045867900451</c:v>
                </c:pt>
                <c:pt idx="256">
                  <c:v>96.794731174218256</c:v>
                </c:pt>
                <c:pt idx="257">
                  <c:v>96.911644463943858</c:v>
                </c:pt>
                <c:pt idx="258">
                  <c:v>95.203065172303781</c:v>
                </c:pt>
                <c:pt idx="259">
                  <c:v>94.761088066368856</c:v>
                </c:pt>
                <c:pt idx="260">
                  <c:v>94.932594128908761</c:v>
                </c:pt>
                <c:pt idx="261">
                  <c:v>93.522405472239939</c:v>
                </c:pt>
                <c:pt idx="262">
                  <c:v>92.076569479897898</c:v>
                </c:pt>
                <c:pt idx="263">
                  <c:v>92.510818841735812</c:v>
                </c:pt>
                <c:pt idx="264">
                  <c:v>92.573139358647111</c:v>
                </c:pt>
                <c:pt idx="265">
                  <c:v>92.657147415443532</c:v>
                </c:pt>
                <c:pt idx="266">
                  <c:v>94.226128749202303</c:v>
                </c:pt>
                <c:pt idx="267">
                  <c:v>95.388531030631796</c:v>
                </c:pt>
                <c:pt idx="268">
                  <c:v>96.139867182514365</c:v>
                </c:pt>
                <c:pt idx="269">
                  <c:v>95.695646537970646</c:v>
                </c:pt>
                <c:pt idx="270">
                  <c:v>95.747746490108497</c:v>
                </c:pt>
                <c:pt idx="271">
                  <c:v>96.100231333758785</c:v>
                </c:pt>
                <c:pt idx="272">
                  <c:v>97.047503190810474</c:v>
                </c:pt>
                <c:pt idx="273">
                  <c:v>95.647535098915128</c:v>
                </c:pt>
                <c:pt idx="274">
                  <c:v>94.763331604977679</c:v>
                </c:pt>
                <c:pt idx="275">
                  <c:v>93.688427329291656</c:v>
                </c:pt>
                <c:pt idx="276">
                  <c:v>90.874531349712825</c:v>
                </c:pt>
                <c:pt idx="277">
                  <c:v>91.378579690491378</c:v>
                </c:pt>
                <c:pt idx="278">
                  <c:v>92.284221442246334</c:v>
                </c:pt>
                <c:pt idx="279">
                  <c:v>90.356273931078505</c:v>
                </c:pt>
                <c:pt idx="280">
                  <c:v>91.239729578813026</c:v>
                </c:pt>
                <c:pt idx="281">
                  <c:v>92.629975670070195</c:v>
                </c:pt>
                <c:pt idx="282">
                  <c:v>92.604050335035112</c:v>
                </c:pt>
                <c:pt idx="283">
                  <c:v>93.018606413529042</c:v>
                </c:pt>
                <c:pt idx="284">
                  <c:v>91.384811742182521</c:v>
                </c:pt>
                <c:pt idx="285">
                  <c:v>90.236369256541167</c:v>
                </c:pt>
                <c:pt idx="286">
                  <c:v>90.213933870453104</c:v>
                </c:pt>
                <c:pt idx="287">
                  <c:v>91.270141991065728</c:v>
                </c:pt>
                <c:pt idx="288">
                  <c:v>91.394783024888326</c:v>
                </c:pt>
                <c:pt idx="289">
                  <c:v>96.307634014039579</c:v>
                </c:pt>
                <c:pt idx="290">
                  <c:v>96.025446713465229</c:v>
                </c:pt>
                <c:pt idx="291">
                  <c:v>95.767689055520108</c:v>
                </c:pt>
                <c:pt idx="292">
                  <c:v>95.449854419272512</c:v>
                </c:pt>
                <c:pt idx="293">
                  <c:v>95.794112954690505</c:v>
                </c:pt>
                <c:pt idx="294">
                  <c:v>95.966366863433322</c:v>
                </c:pt>
                <c:pt idx="295">
                  <c:v>95.056487316528404</c:v>
                </c:pt>
                <c:pt idx="296">
                  <c:v>96.494097000638178</c:v>
                </c:pt>
                <c:pt idx="297">
                  <c:v>97.395251675175516</c:v>
                </c:pt>
                <c:pt idx="298">
                  <c:v>95.407476467772824</c:v>
                </c:pt>
                <c:pt idx="299">
                  <c:v>96.406349712827065</c:v>
                </c:pt>
                <c:pt idx="300">
                  <c:v>96.94679323548182</c:v>
                </c:pt>
                <c:pt idx="301">
                  <c:v>97.495712348436498</c:v>
                </c:pt>
                <c:pt idx="302">
                  <c:v>99.356104419272512</c:v>
                </c:pt>
                <c:pt idx="303">
                  <c:v>97.763441289087439</c:v>
                </c:pt>
                <c:pt idx="304">
                  <c:v>97.866394783024901</c:v>
                </c:pt>
                <c:pt idx="305">
                  <c:v>97.034540523292918</c:v>
                </c:pt>
                <c:pt idx="306">
                  <c:v>96.599044751116793</c:v>
                </c:pt>
                <c:pt idx="307">
                  <c:v>98.172014597957897</c:v>
                </c:pt>
                <c:pt idx="308">
                  <c:v>98.536963544990442</c:v>
                </c:pt>
                <c:pt idx="309">
                  <c:v>99.67344049138481</c:v>
                </c:pt>
                <c:pt idx="310">
                  <c:v>99.16739789406509</c:v>
                </c:pt>
                <c:pt idx="311">
                  <c:v>97.895062220804093</c:v>
                </c:pt>
                <c:pt idx="312">
                  <c:v>98.005494176770895</c:v>
                </c:pt>
                <c:pt idx="313">
                  <c:v>96.641921266751766</c:v>
                </c:pt>
                <c:pt idx="314">
                  <c:v>96.979199904275688</c:v>
                </c:pt>
                <c:pt idx="315">
                  <c:v>97.974084636247611</c:v>
                </c:pt>
                <c:pt idx="316">
                  <c:v>97.751475749840452</c:v>
                </c:pt>
                <c:pt idx="317">
                  <c:v>99.938178047224</c:v>
                </c:pt>
                <c:pt idx="318">
                  <c:v>100.97893067964263</c:v>
                </c:pt>
                <c:pt idx="319">
                  <c:v>100.94228621569879</c:v>
                </c:pt>
                <c:pt idx="320">
                  <c:v>100.0673061582642</c:v>
                </c:pt>
                <c:pt idx="321">
                  <c:v>99.097100350989152</c:v>
                </c:pt>
                <c:pt idx="322">
                  <c:v>98.295159939374614</c:v>
                </c:pt>
                <c:pt idx="323">
                  <c:v>99.167148611997447</c:v>
                </c:pt>
                <c:pt idx="324">
                  <c:v>100.41854459157626</c:v>
                </c:pt>
                <c:pt idx="325">
                  <c:v>98.05559987236758</c:v>
                </c:pt>
                <c:pt idx="326">
                  <c:v>98.405093331206146</c:v>
                </c:pt>
                <c:pt idx="327">
                  <c:v>98.358726866624139</c:v>
                </c:pt>
                <c:pt idx="328">
                  <c:v>97.112067246330568</c:v>
                </c:pt>
                <c:pt idx="329">
                  <c:v>96.20218769942565</c:v>
                </c:pt>
                <c:pt idx="330">
                  <c:v>97.051990268028092</c:v>
                </c:pt>
                <c:pt idx="331">
                  <c:v>97.329441209317181</c:v>
                </c:pt>
                <c:pt idx="332">
                  <c:v>98.479628669432046</c:v>
                </c:pt>
                <c:pt idx="333">
                  <c:v>98.898671825143609</c:v>
                </c:pt>
                <c:pt idx="334">
                  <c:v>98.351248404594784</c:v>
                </c:pt>
                <c:pt idx="335">
                  <c:v>98.459935386088077</c:v>
                </c:pt>
                <c:pt idx="336">
                  <c:v>98.056098436502879</c:v>
                </c:pt>
                <c:pt idx="337">
                  <c:v>99.598655871091253</c:v>
                </c:pt>
                <c:pt idx="338">
                  <c:v>99.517888481174239</c:v>
                </c:pt>
                <c:pt idx="339">
                  <c:v>99.532845405232933</c:v>
                </c:pt>
                <c:pt idx="340">
                  <c:v>97.782636008296109</c:v>
                </c:pt>
                <c:pt idx="341">
                  <c:v>98.242062858966179</c:v>
                </c:pt>
                <c:pt idx="342">
                  <c:v>100.60550614231015</c:v>
                </c:pt>
                <c:pt idx="343">
                  <c:v>100.83659061901724</c:v>
                </c:pt>
                <c:pt idx="344">
                  <c:v>102.90264039566051</c:v>
                </c:pt>
                <c:pt idx="345">
                  <c:v>104.30285776962349</c:v>
                </c:pt>
                <c:pt idx="346">
                  <c:v>104.23754586790047</c:v>
                </c:pt>
                <c:pt idx="347">
                  <c:v>103.73648891193363</c:v>
                </c:pt>
                <c:pt idx="348">
                  <c:v>102.31358686981496</c:v>
                </c:pt>
                <c:pt idx="349">
                  <c:v>104.13309668155712</c:v>
                </c:pt>
                <c:pt idx="350">
                  <c:v>104.29687500000003</c:v>
                </c:pt>
                <c:pt idx="351">
                  <c:v>104.26222479259732</c:v>
                </c:pt>
                <c:pt idx="352">
                  <c:v>104.14007657945119</c:v>
                </c:pt>
                <c:pt idx="353">
                  <c:v>105.76838704530951</c:v>
                </c:pt>
                <c:pt idx="354">
                  <c:v>105.82322910019144</c:v>
                </c:pt>
                <c:pt idx="355">
                  <c:v>103.86935625398851</c:v>
                </c:pt>
                <c:pt idx="356">
                  <c:v>103.22521139119335</c:v>
                </c:pt>
                <c:pt idx="357">
                  <c:v>102.94850829610722</c:v>
                </c:pt>
                <c:pt idx="358">
                  <c:v>103.29226826738993</c:v>
                </c:pt>
                <c:pt idx="359">
                  <c:v>104.47959875558392</c:v>
                </c:pt>
                <c:pt idx="360">
                  <c:v>104.0408623165284</c:v>
                </c:pt>
                <c:pt idx="361">
                  <c:v>104.92082801531588</c:v>
                </c:pt>
                <c:pt idx="362">
                  <c:v>104.75106692724951</c:v>
                </c:pt>
                <c:pt idx="363">
                  <c:v>104.68226507657945</c:v>
                </c:pt>
                <c:pt idx="364">
                  <c:v>104.08822590938098</c:v>
                </c:pt>
                <c:pt idx="365">
                  <c:v>105.02477863752395</c:v>
                </c:pt>
                <c:pt idx="366">
                  <c:v>103.651234444799</c:v>
                </c:pt>
                <c:pt idx="367">
                  <c:v>104.69472917996173</c:v>
                </c:pt>
                <c:pt idx="368">
                  <c:v>106.85974393746011</c:v>
                </c:pt>
                <c:pt idx="369">
                  <c:v>106.69596561901724</c:v>
                </c:pt>
                <c:pt idx="370">
                  <c:v>107.73198189215061</c:v>
                </c:pt>
                <c:pt idx="371">
                  <c:v>109.8107450542438</c:v>
                </c:pt>
                <c:pt idx="372">
                  <c:v>108.18517669112954</c:v>
                </c:pt>
                <c:pt idx="373">
                  <c:v>108.17670110082962</c:v>
                </c:pt>
                <c:pt idx="374">
                  <c:v>109.3059488672623</c:v>
                </c:pt>
                <c:pt idx="375">
                  <c:v>108.96916879387364</c:v>
                </c:pt>
                <c:pt idx="376">
                  <c:v>110.07473476388003</c:v>
                </c:pt>
                <c:pt idx="377">
                  <c:v>109.66840499361838</c:v>
                </c:pt>
                <c:pt idx="378">
                  <c:v>109.3490746649649</c:v>
                </c:pt>
                <c:pt idx="379">
                  <c:v>109.78806038608806</c:v>
                </c:pt>
                <c:pt idx="380">
                  <c:v>109.84040962029356</c:v>
                </c:pt>
                <c:pt idx="381">
                  <c:v>109.55199026802809</c:v>
                </c:pt>
                <c:pt idx="382">
                  <c:v>108.87867940331846</c:v>
                </c:pt>
                <c:pt idx="383">
                  <c:v>109.47147216017869</c:v>
                </c:pt>
                <c:pt idx="384">
                  <c:v>109.680619814933</c:v>
                </c:pt>
                <c:pt idx="385">
                  <c:v>109.68635330248884</c:v>
                </c:pt>
                <c:pt idx="386">
                  <c:v>110.37711391193363</c:v>
                </c:pt>
                <c:pt idx="387">
                  <c:v>109.98150327058073</c:v>
                </c:pt>
                <c:pt idx="388">
                  <c:v>109.20623604020423</c:v>
                </c:pt>
                <c:pt idx="389">
                  <c:v>111.13418355137206</c:v>
                </c:pt>
                <c:pt idx="390">
                  <c:v>110.82507378749202</c:v>
                </c:pt>
                <c:pt idx="391">
                  <c:v>110.36664406509256</c:v>
                </c:pt>
                <c:pt idx="392">
                  <c:v>112.86918674218252</c:v>
                </c:pt>
                <c:pt idx="393">
                  <c:v>110.10564574026805</c:v>
                </c:pt>
                <c:pt idx="394">
                  <c:v>110.0448209157626</c:v>
                </c:pt>
                <c:pt idx="395">
                  <c:v>110.44142868538611</c:v>
                </c:pt>
                <c:pt idx="396">
                  <c:v>110.68323229100191</c:v>
                </c:pt>
                <c:pt idx="397">
                  <c:v>109.75590299936184</c:v>
                </c:pt>
                <c:pt idx="398">
                  <c:v>108.83555360561583</c:v>
                </c:pt>
                <c:pt idx="399">
                  <c:v>110.85648332801532</c:v>
                </c:pt>
                <c:pt idx="400">
                  <c:v>111.66540363752395</c:v>
                </c:pt>
                <c:pt idx="401">
                  <c:v>111.65842373962987</c:v>
                </c:pt>
                <c:pt idx="402">
                  <c:v>111.39343690172304</c:v>
                </c:pt>
                <c:pt idx="403">
                  <c:v>110.99084636247608</c:v>
                </c:pt>
                <c:pt idx="404">
                  <c:v>110.85448907147418</c:v>
                </c:pt>
                <c:pt idx="405">
                  <c:v>111.61953573707723</c:v>
                </c:pt>
                <c:pt idx="406">
                  <c:v>110.56208120612636</c:v>
                </c:pt>
                <c:pt idx="407">
                  <c:v>110.65057634014039</c:v>
                </c:pt>
                <c:pt idx="408">
                  <c:v>111.09604339502235</c:v>
                </c:pt>
                <c:pt idx="409">
                  <c:v>110.94373205169114</c:v>
                </c:pt>
                <c:pt idx="410">
                  <c:v>110.64534141671984</c:v>
                </c:pt>
                <c:pt idx="411">
                  <c:v>112.41100630185068</c:v>
                </c:pt>
                <c:pt idx="412">
                  <c:v>112.7218610402042</c:v>
                </c:pt>
                <c:pt idx="413">
                  <c:v>113.25158543395023</c:v>
                </c:pt>
                <c:pt idx="414">
                  <c:v>113.61927648372688</c:v>
                </c:pt>
                <c:pt idx="415">
                  <c:v>114.53414167198468</c:v>
                </c:pt>
                <c:pt idx="416">
                  <c:v>114.71063337587748</c:v>
                </c:pt>
                <c:pt idx="417">
                  <c:v>115.59782825462671</c:v>
                </c:pt>
                <c:pt idx="418">
                  <c:v>113.19250558391833</c:v>
                </c:pt>
                <c:pt idx="419">
                  <c:v>111.13617780791323</c:v>
                </c:pt>
                <c:pt idx="420">
                  <c:v>111.31291879387366</c:v>
                </c:pt>
                <c:pt idx="421">
                  <c:v>112.3095485003191</c:v>
                </c:pt>
                <c:pt idx="422">
                  <c:v>113.48566129546907</c:v>
                </c:pt>
                <c:pt idx="423">
                  <c:v>113.01626316209317</c:v>
                </c:pt>
                <c:pt idx="424">
                  <c:v>112.11311423101469</c:v>
                </c:pt>
                <c:pt idx="425">
                  <c:v>111.39443402999363</c:v>
                </c:pt>
                <c:pt idx="426">
                  <c:v>111.68709117740907</c:v>
                </c:pt>
                <c:pt idx="427">
                  <c:v>111.25832602105936</c:v>
                </c:pt>
                <c:pt idx="428">
                  <c:v>109.56993857689854</c:v>
                </c:pt>
                <c:pt idx="429">
                  <c:v>109.25110681238036</c:v>
                </c:pt>
                <c:pt idx="430">
                  <c:v>109.27080009572433</c:v>
                </c:pt>
                <c:pt idx="431">
                  <c:v>107.99497447351629</c:v>
                </c:pt>
                <c:pt idx="432">
                  <c:v>107.40093530631781</c:v>
                </c:pt>
                <c:pt idx="433">
                  <c:v>108.33524449585197</c:v>
                </c:pt>
                <c:pt idx="434">
                  <c:v>108.23752592533505</c:v>
                </c:pt>
                <c:pt idx="435">
                  <c:v>108.3718889597958</c:v>
                </c:pt>
                <c:pt idx="436">
                  <c:v>107.98649888321634</c:v>
                </c:pt>
                <c:pt idx="437">
                  <c:v>107.88254826100831</c:v>
                </c:pt>
                <c:pt idx="438">
                  <c:v>108.05156150287173</c:v>
                </c:pt>
                <c:pt idx="439">
                  <c:v>106.96643666241228</c:v>
                </c:pt>
                <c:pt idx="440">
                  <c:v>106.80739470325464</c:v>
                </c:pt>
                <c:pt idx="441">
                  <c:v>106.77000239310786</c:v>
                </c:pt>
                <c:pt idx="442">
                  <c:v>108.4332123484365</c:v>
                </c:pt>
                <c:pt idx="443">
                  <c:v>106.94026204530954</c:v>
                </c:pt>
                <c:pt idx="444">
                  <c:v>106.81512244735163</c:v>
                </c:pt>
                <c:pt idx="445">
                  <c:v>107.42461710274409</c:v>
                </c:pt>
                <c:pt idx="446">
                  <c:v>107.54003470006384</c:v>
                </c:pt>
                <c:pt idx="447">
                  <c:v>106.63065371729419</c:v>
                </c:pt>
                <c:pt idx="448">
                  <c:v>106.385609444799</c:v>
                </c:pt>
                <c:pt idx="449">
                  <c:v>106.94200701978302</c:v>
                </c:pt>
                <c:pt idx="450">
                  <c:v>107.43035059029995</c:v>
                </c:pt>
                <c:pt idx="451">
                  <c:v>107.10129826100831</c:v>
                </c:pt>
                <c:pt idx="452">
                  <c:v>106.54514996809191</c:v>
                </c:pt>
                <c:pt idx="453">
                  <c:v>105.67515555201024</c:v>
                </c:pt>
                <c:pt idx="454">
                  <c:v>106.00346003509893</c:v>
                </c:pt>
                <c:pt idx="455">
                  <c:v>107.98375678047225</c:v>
                </c:pt>
                <c:pt idx="456">
                  <c:v>109.26780871091258</c:v>
                </c:pt>
                <c:pt idx="457">
                  <c:v>109.19975470644543</c:v>
                </c:pt>
                <c:pt idx="458">
                  <c:v>106.76426890555202</c:v>
                </c:pt>
                <c:pt idx="459">
                  <c:v>107.49591177409062</c:v>
                </c:pt>
                <c:pt idx="460">
                  <c:v>103.83046825143587</c:v>
                </c:pt>
                <c:pt idx="461">
                  <c:v>101.24815531269944</c:v>
                </c:pt>
                <c:pt idx="462">
                  <c:v>100.3415164326739</c:v>
                </c:pt>
                <c:pt idx="463">
                  <c:v>100.48061582641992</c:v>
                </c:pt>
                <c:pt idx="464">
                  <c:v>99.512902839821322</c:v>
                </c:pt>
                <c:pt idx="465">
                  <c:v>98.223366703892793</c:v>
                </c:pt>
                <c:pt idx="466">
                  <c:v>99.385270421186988</c:v>
                </c:pt>
                <c:pt idx="467">
                  <c:v>99.59367022973835</c:v>
                </c:pt>
                <c:pt idx="468">
                  <c:v>98.973456445437151</c:v>
                </c:pt>
                <c:pt idx="469">
                  <c:v>100.49632059668157</c:v>
                </c:pt>
                <c:pt idx="470">
                  <c:v>101.83695955647735</c:v>
                </c:pt>
                <c:pt idx="471">
                  <c:v>101.24142469687301</c:v>
                </c:pt>
                <c:pt idx="472">
                  <c:v>102.14532147415444</c:v>
                </c:pt>
                <c:pt idx="473">
                  <c:v>102.4783623165284</c:v>
                </c:pt>
                <c:pt idx="474">
                  <c:v>100.60949465539247</c:v>
                </c:pt>
                <c:pt idx="475">
                  <c:v>102.09995213784302</c:v>
                </c:pt>
                <c:pt idx="476">
                  <c:v>101.17461710274411</c:v>
                </c:pt>
                <c:pt idx="477">
                  <c:v>100.39760489789407</c:v>
                </c:pt>
                <c:pt idx="478">
                  <c:v>102.25675055839183</c:v>
                </c:pt>
                <c:pt idx="479">
                  <c:v>102.81589023611998</c:v>
                </c:pt>
                <c:pt idx="480">
                  <c:v>101.30673659859606</c:v>
                </c:pt>
                <c:pt idx="481">
                  <c:v>102.16401762922784</c:v>
                </c:pt>
                <c:pt idx="482">
                  <c:v>101.27607490427567</c:v>
                </c:pt>
                <c:pt idx="483">
                  <c:v>100.39112356413528</c:v>
                </c:pt>
                <c:pt idx="484">
                  <c:v>99.626076898532219</c:v>
                </c:pt>
                <c:pt idx="485">
                  <c:v>99.499441608168482</c:v>
                </c:pt>
                <c:pt idx="486">
                  <c:v>99.907516352903642</c:v>
                </c:pt>
                <c:pt idx="487">
                  <c:v>98.764059508615205</c:v>
                </c:pt>
                <c:pt idx="488">
                  <c:v>98.467663130185073</c:v>
                </c:pt>
                <c:pt idx="489">
                  <c:v>97.682923181238039</c:v>
                </c:pt>
                <c:pt idx="490">
                  <c:v>97.840469447989804</c:v>
                </c:pt>
                <c:pt idx="491">
                  <c:v>100.46191967134652</c:v>
                </c:pt>
                <c:pt idx="492">
                  <c:v>101.10382099553289</c:v>
                </c:pt>
                <c:pt idx="493">
                  <c:v>101.71082283024889</c:v>
                </c:pt>
                <c:pt idx="494">
                  <c:v>103.47249920229737</c:v>
                </c:pt>
                <c:pt idx="495">
                  <c:v>103.25437739310786</c:v>
                </c:pt>
                <c:pt idx="496">
                  <c:v>104.02116903318444</c:v>
                </c:pt>
                <c:pt idx="497">
                  <c:v>104.37564813337588</c:v>
                </c:pt>
                <c:pt idx="498">
                  <c:v>105.04995612635611</c:v>
                </c:pt>
                <c:pt idx="499">
                  <c:v>104.03587667517549</c:v>
                </c:pt>
                <c:pt idx="500">
                  <c:v>104.63490148372688</c:v>
                </c:pt>
                <c:pt idx="501">
                  <c:v>105.48495333439693</c:v>
                </c:pt>
                <c:pt idx="502">
                  <c:v>105.6684249361838</c:v>
                </c:pt>
                <c:pt idx="503">
                  <c:v>104.6388899968092</c:v>
                </c:pt>
                <c:pt idx="504">
                  <c:v>105.85987356413531</c:v>
                </c:pt>
                <c:pt idx="505">
                  <c:v>105.68412970644545</c:v>
                </c:pt>
                <c:pt idx="506">
                  <c:v>106.90685824824506</c:v>
                </c:pt>
                <c:pt idx="507">
                  <c:v>107.33861478940652</c:v>
                </c:pt>
                <c:pt idx="508">
                  <c:v>107.86011287492026</c:v>
                </c:pt>
                <c:pt idx="509">
                  <c:v>107.89451380025528</c:v>
                </c:pt>
                <c:pt idx="510">
                  <c:v>109.05492182514358</c:v>
                </c:pt>
                <c:pt idx="511">
                  <c:v>109.22742501595405</c:v>
                </c:pt>
                <c:pt idx="512">
                  <c:v>110.71239829291642</c:v>
                </c:pt>
                <c:pt idx="513">
                  <c:v>108.67800733886408</c:v>
                </c:pt>
                <c:pt idx="514">
                  <c:v>108.61867820676451</c:v>
                </c:pt>
                <c:pt idx="515">
                  <c:v>108.84976268347162</c:v>
                </c:pt>
                <c:pt idx="516">
                  <c:v>112.16047782386727</c:v>
                </c:pt>
                <c:pt idx="517">
                  <c:v>113.15511327377155</c:v>
                </c:pt>
                <c:pt idx="518">
                  <c:v>112.90059628270581</c:v>
                </c:pt>
                <c:pt idx="519">
                  <c:v>114.19312380344608</c:v>
                </c:pt>
                <c:pt idx="520">
                  <c:v>114.06025646139119</c:v>
                </c:pt>
                <c:pt idx="521">
                  <c:v>113.50435745054244</c:v>
                </c:pt>
                <c:pt idx="522">
                  <c:v>114.04629666560307</c:v>
                </c:pt>
                <c:pt idx="523">
                  <c:v>113.22042517549458</c:v>
                </c:pt>
                <c:pt idx="524">
                  <c:v>112.91979100191449</c:v>
                </c:pt>
                <c:pt idx="525">
                  <c:v>112.65580129227824</c:v>
                </c:pt>
                <c:pt idx="526">
                  <c:v>113.04642629227826</c:v>
                </c:pt>
                <c:pt idx="527">
                  <c:v>111.57715778557755</c:v>
                </c:pt>
                <c:pt idx="528">
                  <c:v>111.90670867900448</c:v>
                </c:pt>
                <c:pt idx="529">
                  <c:v>111.87604698468412</c:v>
                </c:pt>
                <c:pt idx="530">
                  <c:v>111.93039047543077</c:v>
                </c:pt>
                <c:pt idx="531">
                  <c:v>111.80998723675815</c:v>
                </c:pt>
                <c:pt idx="532">
                  <c:v>111.85161734205489</c:v>
                </c:pt>
                <c:pt idx="533">
                  <c:v>111.7760848755584</c:v>
                </c:pt>
                <c:pt idx="534">
                  <c:v>111.37025366943205</c:v>
                </c:pt>
                <c:pt idx="535">
                  <c:v>112.92901443841737</c:v>
                </c:pt>
                <c:pt idx="536">
                  <c:v>111.76461790044672</c:v>
                </c:pt>
                <c:pt idx="537">
                  <c:v>111.08357929164008</c:v>
                </c:pt>
                <c:pt idx="538">
                  <c:v>111.63997686662412</c:v>
                </c:pt>
                <c:pt idx="539">
                  <c:v>111.64396537970644</c:v>
                </c:pt>
                <c:pt idx="540">
                  <c:v>111.50486598596045</c:v>
                </c:pt>
                <c:pt idx="541">
                  <c:v>111.63848117421826</c:v>
                </c:pt>
                <c:pt idx="542">
                  <c:v>111.38795269623485</c:v>
                </c:pt>
                <c:pt idx="543">
                  <c:v>113.39218052010212</c:v>
                </c:pt>
                <c:pt idx="544">
                  <c:v>113.63847120293555</c:v>
                </c:pt>
                <c:pt idx="545">
                  <c:v>114.19835872686663</c:v>
                </c:pt>
                <c:pt idx="546">
                  <c:v>117.11894743139759</c:v>
                </c:pt>
                <c:pt idx="547">
                  <c:v>117.16381820357371</c:v>
                </c:pt>
                <c:pt idx="548">
                  <c:v>118.64156230057436</c:v>
                </c:pt>
                <c:pt idx="549">
                  <c:v>116.61789047543077</c:v>
                </c:pt>
                <c:pt idx="550">
                  <c:v>116.34143666241226</c:v>
                </c:pt>
                <c:pt idx="551">
                  <c:v>116.9387164964901</c:v>
                </c:pt>
                <c:pt idx="552">
                  <c:v>116.88362515954054</c:v>
                </c:pt>
                <c:pt idx="553">
                  <c:v>117.0015355775367</c:v>
                </c:pt>
                <c:pt idx="554">
                  <c:v>118.02259492661136</c:v>
                </c:pt>
                <c:pt idx="555">
                  <c:v>118.01511646458201</c:v>
                </c:pt>
                <c:pt idx="556">
                  <c:v>117.3734644224633</c:v>
                </c:pt>
                <c:pt idx="557">
                  <c:v>117.85856732610083</c:v>
                </c:pt>
                <c:pt idx="558">
                  <c:v>117.57986997447354</c:v>
                </c:pt>
                <c:pt idx="559">
                  <c:v>116.40973994894703</c:v>
                </c:pt>
                <c:pt idx="560">
                  <c:v>115.84411893746011</c:v>
                </c:pt>
                <c:pt idx="561">
                  <c:v>115.9896996649649</c:v>
                </c:pt>
                <c:pt idx="562">
                  <c:v>117.91914286853861</c:v>
                </c:pt>
                <c:pt idx="563">
                  <c:v>118.01112795149969</c:v>
                </c:pt>
                <c:pt idx="564">
                  <c:v>117.20195835992344</c:v>
                </c:pt>
                <c:pt idx="565">
                  <c:v>116.96264757498408</c:v>
                </c:pt>
                <c:pt idx="566">
                  <c:v>116.57900247287812</c:v>
                </c:pt>
                <c:pt idx="567">
                  <c:v>116.59994216656034</c:v>
                </c:pt>
                <c:pt idx="568">
                  <c:v>117.1383914326739</c:v>
                </c:pt>
                <c:pt idx="569">
                  <c:v>115.81545149968093</c:v>
                </c:pt>
                <c:pt idx="570">
                  <c:v>116.38805240906191</c:v>
                </c:pt>
                <c:pt idx="571">
                  <c:v>118.48301890555202</c:v>
                </c:pt>
                <c:pt idx="572">
                  <c:v>121.17252313337588</c:v>
                </c:pt>
                <c:pt idx="573">
                  <c:v>119.98943044033186</c:v>
                </c:pt>
                <c:pt idx="574">
                  <c:v>118.0370532865348</c:v>
                </c:pt>
                <c:pt idx="575">
                  <c:v>118.43440890236121</c:v>
                </c:pt>
                <c:pt idx="576">
                  <c:v>118.07893267389917</c:v>
                </c:pt>
                <c:pt idx="577">
                  <c:v>119.41508455647735</c:v>
                </c:pt>
                <c:pt idx="578">
                  <c:v>117.81294870772176</c:v>
                </c:pt>
                <c:pt idx="579">
                  <c:v>116.87440172303766</c:v>
                </c:pt>
                <c:pt idx="580">
                  <c:v>117.30142190491384</c:v>
                </c:pt>
                <c:pt idx="581">
                  <c:v>119.42779794192727</c:v>
                </c:pt>
                <c:pt idx="582">
                  <c:v>119.78427129865985</c:v>
                </c:pt>
                <c:pt idx="583">
                  <c:v>119.49061702297385</c:v>
                </c:pt>
                <c:pt idx="584">
                  <c:v>120.25092732929166</c:v>
                </c:pt>
                <c:pt idx="585">
                  <c:v>121.50282187300574</c:v>
                </c:pt>
                <c:pt idx="586">
                  <c:v>120.98531230057435</c:v>
                </c:pt>
                <c:pt idx="587">
                  <c:v>118.97734524569242</c:v>
                </c:pt>
                <c:pt idx="588">
                  <c:v>121.41482530312702</c:v>
                </c:pt>
                <c:pt idx="589">
                  <c:v>125.78773133375879</c:v>
                </c:pt>
                <c:pt idx="590">
                  <c:v>124.65275007977026</c:v>
                </c:pt>
                <c:pt idx="591">
                  <c:v>124.57372766432675</c:v>
                </c:pt>
                <c:pt idx="592">
                  <c:v>124.92347040523295</c:v>
                </c:pt>
                <c:pt idx="593">
                  <c:v>127.17149609125717</c:v>
                </c:pt>
                <c:pt idx="594">
                  <c:v>129.36767110721124</c:v>
                </c:pt>
                <c:pt idx="595">
                  <c:v>128.54678525845566</c:v>
                </c:pt>
                <c:pt idx="596">
                  <c:v>128.83794671346521</c:v>
                </c:pt>
                <c:pt idx="597">
                  <c:v>130.45304522973836</c:v>
                </c:pt>
                <c:pt idx="598">
                  <c:v>131.62940730695598</c:v>
                </c:pt>
                <c:pt idx="599">
                  <c:v>131.77374162412255</c:v>
                </c:pt>
                <c:pt idx="600">
                  <c:v>129.92032945118061</c:v>
                </c:pt>
                <c:pt idx="601">
                  <c:v>130.77436981493301</c:v>
                </c:pt>
                <c:pt idx="602">
                  <c:v>130.54079251754948</c:v>
                </c:pt>
                <c:pt idx="603">
                  <c:v>129.33476587428208</c:v>
                </c:pt>
                <c:pt idx="604">
                  <c:v>128.95286574664965</c:v>
                </c:pt>
                <c:pt idx="605">
                  <c:v>129.33875438736439</c:v>
                </c:pt>
                <c:pt idx="606">
                  <c:v>128.35334237396299</c:v>
                </c:pt>
                <c:pt idx="607">
                  <c:v>128.3969667358009</c:v>
                </c:pt>
                <c:pt idx="608">
                  <c:v>129.19940571155072</c:v>
                </c:pt>
                <c:pt idx="609">
                  <c:v>130.25561383216339</c:v>
                </c:pt>
                <c:pt idx="610">
                  <c:v>129.90362755264837</c:v>
                </c:pt>
                <c:pt idx="611">
                  <c:v>130.90673859285261</c:v>
                </c:pt>
                <c:pt idx="612">
                  <c:v>130.56248005743461</c:v>
                </c:pt>
                <c:pt idx="613">
                  <c:v>130.44357251116784</c:v>
                </c:pt>
                <c:pt idx="614">
                  <c:v>130.56547144224632</c:v>
                </c:pt>
                <c:pt idx="615">
                  <c:v>129.53643506700703</c:v>
                </c:pt>
                <c:pt idx="616">
                  <c:v>130.34286255583919</c:v>
                </c:pt>
                <c:pt idx="617">
                  <c:v>133.37612675494577</c:v>
                </c:pt>
                <c:pt idx="618">
                  <c:v>138.53701340140395</c:v>
                </c:pt>
                <c:pt idx="619">
                  <c:v>137.34195516911296</c:v>
                </c:pt>
                <c:pt idx="620">
                  <c:v>136.35429961710278</c:v>
                </c:pt>
                <c:pt idx="621">
                  <c:v>137.51246410338226</c:v>
                </c:pt>
                <c:pt idx="622">
                  <c:v>136.93487755264837</c:v>
                </c:pt>
                <c:pt idx="623">
                  <c:v>136.978003350351</c:v>
                </c:pt>
                <c:pt idx="624">
                  <c:v>136.41512444160816</c:v>
                </c:pt>
                <c:pt idx="625">
                  <c:v>136.73545189853223</c:v>
                </c:pt>
                <c:pt idx="626">
                  <c:v>139.19237595724317</c:v>
                </c:pt>
                <c:pt idx="627">
                  <c:v>138.92215419591579</c:v>
                </c:pt>
                <c:pt idx="628">
                  <c:v>136.56494296426294</c:v>
                </c:pt>
                <c:pt idx="629">
                  <c:v>127.37117102744098</c:v>
                </c:pt>
                <c:pt idx="630">
                  <c:v>129.20663489151246</c:v>
                </c:pt>
                <c:pt idx="631">
                  <c:v>128.44482889278879</c:v>
                </c:pt>
                <c:pt idx="632">
                  <c:v>128.60761008296106</c:v>
                </c:pt>
                <c:pt idx="633">
                  <c:v>129.79344487874923</c:v>
                </c:pt>
                <c:pt idx="634">
                  <c:v>129.25275207402683</c:v>
                </c:pt>
                <c:pt idx="635">
                  <c:v>130.12274649010848</c:v>
                </c:pt>
                <c:pt idx="636">
                  <c:v>129.47934947351629</c:v>
                </c:pt>
                <c:pt idx="637">
                  <c:v>129.79593769942565</c:v>
                </c:pt>
                <c:pt idx="638">
                  <c:v>128.35209596362475</c:v>
                </c:pt>
                <c:pt idx="639">
                  <c:v>128.53731253988514</c:v>
                </c:pt>
                <c:pt idx="640">
                  <c:v>127.28890794511807</c:v>
                </c:pt>
                <c:pt idx="641">
                  <c:v>127.0518406987875</c:v>
                </c:pt>
                <c:pt idx="642">
                  <c:v>127.38862077217614</c:v>
                </c:pt>
                <c:pt idx="643">
                  <c:v>127.67504586790047</c:v>
                </c:pt>
                <c:pt idx="644">
                  <c:v>126.16688935864711</c:v>
                </c:pt>
                <c:pt idx="645">
                  <c:v>125.15355775366943</c:v>
                </c:pt>
                <c:pt idx="646">
                  <c:v>124.48772535098915</c:v>
                </c:pt>
                <c:pt idx="647">
                  <c:v>123.45719328334397</c:v>
                </c:pt>
                <c:pt idx="648">
                  <c:v>124.18434907466498</c:v>
                </c:pt>
                <c:pt idx="649">
                  <c:v>127.30735481812381</c:v>
                </c:pt>
                <c:pt idx="650">
                  <c:v>127.19044152839822</c:v>
                </c:pt>
                <c:pt idx="651">
                  <c:v>128.2242142629228</c:v>
                </c:pt>
                <c:pt idx="652">
                  <c:v>127.62618658264199</c:v>
                </c:pt>
                <c:pt idx="653">
                  <c:v>127.65610043075941</c:v>
                </c:pt>
                <c:pt idx="654">
                  <c:v>127.61222678685387</c:v>
                </c:pt>
                <c:pt idx="655">
                  <c:v>127.40806477345245</c:v>
                </c:pt>
                <c:pt idx="656">
                  <c:v>128.43959396936825</c:v>
                </c:pt>
                <c:pt idx="657">
                  <c:v>127.28093091895343</c:v>
                </c:pt>
                <c:pt idx="658">
                  <c:v>128.41940212188896</c:v>
                </c:pt>
                <c:pt idx="659">
                  <c:v>128.80354578813021</c:v>
                </c:pt>
                <c:pt idx="660">
                  <c:v>129.16176411933634</c:v>
                </c:pt>
                <c:pt idx="661">
                  <c:v>128.43710114869177</c:v>
                </c:pt>
                <c:pt idx="662">
                  <c:v>128.72377552648376</c:v>
                </c:pt>
                <c:pt idx="663">
                  <c:v>126.99974074664966</c:v>
                </c:pt>
                <c:pt idx="664">
                  <c:v>126.18284341097639</c:v>
                </c:pt>
                <c:pt idx="665">
                  <c:v>126.67941328972559</c:v>
                </c:pt>
                <c:pt idx="666">
                  <c:v>127.38538010529676</c:v>
                </c:pt>
                <c:pt idx="667">
                  <c:v>129.19392150606254</c:v>
                </c:pt>
                <c:pt idx="668">
                  <c:v>127.79370413209956</c:v>
                </c:pt>
                <c:pt idx="669">
                  <c:v>127.77326300255265</c:v>
                </c:pt>
                <c:pt idx="670">
                  <c:v>127.16351906509256</c:v>
                </c:pt>
                <c:pt idx="671">
                  <c:v>127.52447949904276</c:v>
                </c:pt>
                <c:pt idx="672">
                  <c:v>127.87372367581366</c:v>
                </c:pt>
                <c:pt idx="673">
                  <c:v>128.12375358966176</c:v>
                </c:pt>
                <c:pt idx="674">
                  <c:v>127.08250239310786</c:v>
                </c:pt>
                <c:pt idx="675">
                  <c:v>125.73961989470325</c:v>
                </c:pt>
                <c:pt idx="676">
                  <c:v>124.54481094447991</c:v>
                </c:pt>
                <c:pt idx="677">
                  <c:v>124.00337029355457</c:v>
                </c:pt>
                <c:pt idx="678">
                  <c:v>122.42790762603701</c:v>
                </c:pt>
                <c:pt idx="679">
                  <c:v>123.26823747606895</c:v>
                </c:pt>
                <c:pt idx="680">
                  <c:v>122.05248883216338</c:v>
                </c:pt>
                <c:pt idx="681">
                  <c:v>123.38240866305041</c:v>
                </c:pt>
                <c:pt idx="682">
                  <c:v>125.16676970325464</c:v>
                </c:pt>
                <c:pt idx="683">
                  <c:v>124.69288449266116</c:v>
                </c:pt>
                <c:pt idx="684">
                  <c:v>125.29215858328016</c:v>
                </c:pt>
                <c:pt idx="685">
                  <c:v>126.06867222399489</c:v>
                </c:pt>
                <c:pt idx="686">
                  <c:v>125.66234245373325</c:v>
                </c:pt>
                <c:pt idx="687">
                  <c:v>125.57584157626039</c:v>
                </c:pt>
                <c:pt idx="688">
                  <c:v>127.0022335673261</c:v>
                </c:pt>
                <c:pt idx="689">
                  <c:v>126.80903996490109</c:v>
                </c:pt>
                <c:pt idx="690">
                  <c:v>127.6703095086152</c:v>
                </c:pt>
                <c:pt idx="691">
                  <c:v>127.73686782067645</c:v>
                </c:pt>
                <c:pt idx="692">
                  <c:v>128.05146179004467</c:v>
                </c:pt>
                <c:pt idx="693">
                  <c:v>127.53270580727505</c:v>
                </c:pt>
                <c:pt idx="694">
                  <c:v>126.73101467772815</c:v>
                </c:pt>
                <c:pt idx="695">
                  <c:v>127.14881142310148</c:v>
                </c:pt>
                <c:pt idx="696">
                  <c:v>127.82287013401405</c:v>
                </c:pt>
                <c:pt idx="697">
                  <c:v>127.85278398213147</c:v>
                </c:pt>
                <c:pt idx="698">
                  <c:v>128.70283583280155</c:v>
                </c:pt>
                <c:pt idx="699">
                  <c:v>127.8198787492023</c:v>
                </c:pt>
                <c:pt idx="700">
                  <c:v>128.06965938098278</c:v>
                </c:pt>
                <c:pt idx="701">
                  <c:v>130.04422263880028</c:v>
                </c:pt>
                <c:pt idx="702">
                  <c:v>128.74870373324828</c:v>
                </c:pt>
                <c:pt idx="703">
                  <c:v>128.58218331206129</c:v>
                </c:pt>
                <c:pt idx="704">
                  <c:v>128.73873245054247</c:v>
                </c:pt>
                <c:pt idx="705">
                  <c:v>128.43485761008299</c:v>
                </c:pt>
                <c:pt idx="706">
                  <c:v>128.33713903956604</c:v>
                </c:pt>
                <c:pt idx="707">
                  <c:v>128.26135729100193</c:v>
                </c:pt>
                <c:pt idx="708">
                  <c:v>129.23056597000638</c:v>
                </c:pt>
                <c:pt idx="709">
                  <c:v>127.95349393746014</c:v>
                </c:pt>
                <c:pt idx="710">
                  <c:v>127.53021298659861</c:v>
                </c:pt>
                <c:pt idx="711">
                  <c:v>126.00585314294833</c:v>
                </c:pt>
                <c:pt idx="712">
                  <c:v>127.35471841097639</c:v>
                </c:pt>
                <c:pt idx="713">
                  <c:v>128.37527919591579</c:v>
                </c:pt>
                <c:pt idx="714">
                  <c:v>128.90550215379704</c:v>
                </c:pt>
                <c:pt idx="715">
                  <c:v>128.14593969368221</c:v>
                </c:pt>
                <c:pt idx="716">
                  <c:v>128.61284500638163</c:v>
                </c:pt>
                <c:pt idx="717">
                  <c:v>128.5580029514997</c:v>
                </c:pt>
                <c:pt idx="718">
                  <c:v>129.48308870453096</c:v>
                </c:pt>
                <c:pt idx="719">
                  <c:v>129.16201340140395</c:v>
                </c:pt>
                <c:pt idx="720">
                  <c:v>129.30983766751757</c:v>
                </c:pt>
                <c:pt idx="721">
                  <c:v>129.49131501276327</c:v>
                </c:pt>
                <c:pt idx="722">
                  <c:v>128.72950901403956</c:v>
                </c:pt>
                <c:pt idx="723">
                  <c:v>127.9654594767071</c:v>
                </c:pt>
                <c:pt idx="724">
                  <c:v>128.42014996809189</c:v>
                </c:pt>
                <c:pt idx="725">
                  <c:v>128.10929522973836</c:v>
                </c:pt>
                <c:pt idx="726">
                  <c:v>127.74285059029995</c:v>
                </c:pt>
                <c:pt idx="727">
                  <c:v>128.87234763880028</c:v>
                </c:pt>
                <c:pt idx="728">
                  <c:v>131.91782665922145</c:v>
                </c:pt>
                <c:pt idx="729">
                  <c:v>133.16473556158266</c:v>
                </c:pt>
                <c:pt idx="730">
                  <c:v>131.39034580408423</c:v>
                </c:pt>
                <c:pt idx="731">
                  <c:v>130.42288209955331</c:v>
                </c:pt>
                <c:pt idx="732">
                  <c:v>131.53767150606254</c:v>
                </c:pt>
                <c:pt idx="733">
                  <c:v>131.77448947032545</c:v>
                </c:pt>
                <c:pt idx="734">
                  <c:v>131.88791281110403</c:v>
                </c:pt>
                <c:pt idx="735">
                  <c:v>133.08671027440971</c:v>
                </c:pt>
                <c:pt idx="736">
                  <c:v>133.26494695277603</c:v>
                </c:pt>
                <c:pt idx="737">
                  <c:v>132.95658503509893</c:v>
                </c:pt>
                <c:pt idx="738">
                  <c:v>133.16797622846204</c:v>
                </c:pt>
                <c:pt idx="739">
                  <c:v>133.24126515634973</c:v>
                </c:pt>
                <c:pt idx="740">
                  <c:v>132.80252871729422</c:v>
                </c:pt>
                <c:pt idx="741">
                  <c:v>132.68760968410979</c:v>
                </c:pt>
                <c:pt idx="742">
                  <c:v>133.87194878749202</c:v>
                </c:pt>
                <c:pt idx="743">
                  <c:v>133.04857011805998</c:v>
                </c:pt>
                <c:pt idx="744">
                  <c:v>132.28651483726867</c:v>
                </c:pt>
                <c:pt idx="745">
                  <c:v>132.85936502871732</c:v>
                </c:pt>
                <c:pt idx="746">
                  <c:v>133.06477345245693</c:v>
                </c:pt>
                <c:pt idx="747">
                  <c:v>134.18504706445438</c:v>
                </c:pt>
                <c:pt idx="748">
                  <c:v>135.21483128589662</c:v>
                </c:pt>
                <c:pt idx="749">
                  <c:v>135.85473835354179</c:v>
                </c:pt>
                <c:pt idx="750">
                  <c:v>135.66229259731972</c:v>
                </c:pt>
                <c:pt idx="751">
                  <c:v>136.14639837268666</c:v>
                </c:pt>
                <c:pt idx="752">
                  <c:v>135.59274290044675</c:v>
                </c:pt>
                <c:pt idx="753">
                  <c:v>135.46685545628591</c:v>
                </c:pt>
                <c:pt idx="754">
                  <c:v>133.98686782067645</c:v>
                </c:pt>
                <c:pt idx="755">
                  <c:v>134.83542397894067</c:v>
                </c:pt>
                <c:pt idx="756">
                  <c:v>136.34657187300573</c:v>
                </c:pt>
                <c:pt idx="757">
                  <c:v>137.19039167198468</c:v>
                </c:pt>
                <c:pt idx="758">
                  <c:v>137.6423400606254</c:v>
                </c:pt>
                <c:pt idx="759">
                  <c:v>138.40863313656669</c:v>
                </c:pt>
                <c:pt idx="760">
                  <c:v>139.0448009731972</c:v>
                </c:pt>
                <c:pt idx="761">
                  <c:v>138.18452855775368</c:v>
                </c:pt>
                <c:pt idx="762">
                  <c:v>137.39106373643907</c:v>
                </c:pt>
                <c:pt idx="763">
                  <c:v>137.16546346522017</c:v>
                </c:pt>
                <c:pt idx="764">
                  <c:v>135.24698867262285</c:v>
                </c:pt>
                <c:pt idx="765">
                  <c:v>136.36676372048501</c:v>
                </c:pt>
                <c:pt idx="766">
                  <c:v>135.51023053605616</c:v>
                </c:pt>
                <c:pt idx="767">
                  <c:v>135.56806397574985</c:v>
                </c:pt>
                <c:pt idx="768">
                  <c:v>132.98001754945756</c:v>
                </c:pt>
                <c:pt idx="769">
                  <c:v>133.28389238991704</c:v>
                </c:pt>
                <c:pt idx="770">
                  <c:v>133.54838066368856</c:v>
                </c:pt>
                <c:pt idx="771">
                  <c:v>132.93863672622848</c:v>
                </c:pt>
                <c:pt idx="772">
                  <c:v>133.52644384173581</c:v>
                </c:pt>
                <c:pt idx="773">
                  <c:v>132.84291241225273</c:v>
                </c:pt>
                <c:pt idx="774">
                  <c:v>133.2836431078494</c:v>
                </c:pt>
                <c:pt idx="775">
                  <c:v>132.6133236279515</c:v>
                </c:pt>
                <c:pt idx="776">
                  <c:v>131.67776802807916</c:v>
                </c:pt>
                <c:pt idx="777">
                  <c:v>131.40355775366945</c:v>
                </c:pt>
                <c:pt idx="778">
                  <c:v>132.47846202935548</c:v>
                </c:pt>
                <c:pt idx="779">
                  <c:v>131.92380942884495</c:v>
                </c:pt>
                <c:pt idx="780">
                  <c:v>132.96655631780473</c:v>
                </c:pt>
                <c:pt idx="781">
                  <c:v>132.84665164326739</c:v>
                </c:pt>
                <c:pt idx="782">
                  <c:v>133.257219208679</c:v>
                </c:pt>
                <c:pt idx="783">
                  <c:v>132.18779913848118</c:v>
                </c:pt>
                <c:pt idx="784">
                  <c:v>132.0813556955967</c:v>
                </c:pt>
                <c:pt idx="785">
                  <c:v>130.44805958838546</c:v>
                </c:pt>
                <c:pt idx="786">
                  <c:v>129.08722878111041</c:v>
                </c:pt>
                <c:pt idx="787">
                  <c:v>129.93129786215698</c:v>
                </c:pt>
                <c:pt idx="788">
                  <c:v>129.39334716017871</c:v>
                </c:pt>
                <c:pt idx="789">
                  <c:v>129.7266372846203</c:v>
                </c:pt>
                <c:pt idx="790">
                  <c:v>133.13158104658584</c:v>
                </c:pt>
                <c:pt idx="791">
                  <c:v>132.84141671984685</c:v>
                </c:pt>
                <c:pt idx="792">
                  <c:v>132.27978422144227</c:v>
                </c:pt>
                <c:pt idx="793">
                  <c:v>131.52770022335673</c:v>
                </c:pt>
                <c:pt idx="794">
                  <c:v>129.88667637204853</c:v>
                </c:pt>
                <c:pt idx="795">
                  <c:v>129.30659700063816</c:v>
                </c:pt>
                <c:pt idx="796">
                  <c:v>129.84604339502235</c:v>
                </c:pt>
                <c:pt idx="797">
                  <c:v>130.09033982131461</c:v>
                </c:pt>
                <c:pt idx="798">
                  <c:v>129.80690611040205</c:v>
                </c:pt>
                <c:pt idx="799">
                  <c:v>129.1782167358009</c:v>
                </c:pt>
                <c:pt idx="800">
                  <c:v>130.46899928206764</c:v>
                </c:pt>
                <c:pt idx="801">
                  <c:v>131.12311542756862</c:v>
                </c:pt>
                <c:pt idx="802">
                  <c:v>130.26184588385453</c:v>
                </c:pt>
                <c:pt idx="803">
                  <c:v>132.12672503190811</c:v>
                </c:pt>
                <c:pt idx="804">
                  <c:v>132.15165323867265</c:v>
                </c:pt>
                <c:pt idx="805">
                  <c:v>131.86049178366306</c:v>
                </c:pt>
                <c:pt idx="806">
                  <c:v>132.99921226866624</c:v>
                </c:pt>
                <c:pt idx="807">
                  <c:v>133.64460354179963</c:v>
                </c:pt>
                <c:pt idx="808">
                  <c:v>135.14927010210596</c:v>
                </c:pt>
                <c:pt idx="809">
                  <c:v>135.12808112635611</c:v>
                </c:pt>
                <c:pt idx="810">
                  <c:v>135.40702776005108</c:v>
                </c:pt>
                <c:pt idx="811">
                  <c:v>134.81897136247611</c:v>
                </c:pt>
                <c:pt idx="812">
                  <c:v>134.52706206126356</c:v>
                </c:pt>
                <c:pt idx="813">
                  <c:v>135.9444798978941</c:v>
                </c:pt>
                <c:pt idx="814">
                  <c:v>137.2881102425016</c:v>
                </c:pt>
                <c:pt idx="815">
                  <c:v>139.68196593809827</c:v>
                </c:pt>
                <c:pt idx="816">
                  <c:v>140.46147096362478</c:v>
                </c:pt>
                <c:pt idx="817">
                  <c:v>140.15111478940651</c:v>
                </c:pt>
                <c:pt idx="818">
                  <c:v>139.70789127313338</c:v>
                </c:pt>
                <c:pt idx="819">
                  <c:v>139.99032785577538</c:v>
                </c:pt>
                <c:pt idx="820">
                  <c:v>139.6632697830249</c:v>
                </c:pt>
                <c:pt idx="821">
                  <c:v>141.30479219846842</c:v>
                </c:pt>
                <c:pt idx="822">
                  <c:v>141.75923340778559</c:v>
                </c:pt>
                <c:pt idx="823">
                  <c:v>143.45061223675813</c:v>
                </c:pt>
                <c:pt idx="824">
                  <c:v>143.67720963624762</c:v>
                </c:pt>
                <c:pt idx="825">
                  <c:v>142.02247527121889</c:v>
                </c:pt>
                <c:pt idx="826">
                  <c:v>140.48515276005108</c:v>
                </c:pt>
                <c:pt idx="827">
                  <c:v>142.52203653477983</c:v>
                </c:pt>
                <c:pt idx="828">
                  <c:v>142.36573667836632</c:v>
                </c:pt>
                <c:pt idx="829">
                  <c:v>141.77119894703256</c:v>
                </c:pt>
                <c:pt idx="830">
                  <c:v>140.75138600829609</c:v>
                </c:pt>
                <c:pt idx="831">
                  <c:v>141.97112316528398</c:v>
                </c:pt>
                <c:pt idx="832">
                  <c:v>141.77718171665603</c:v>
                </c:pt>
                <c:pt idx="833">
                  <c:v>141.35614430440333</c:v>
                </c:pt>
                <c:pt idx="834">
                  <c:v>143.91552329291642</c:v>
                </c:pt>
                <c:pt idx="835">
                  <c:v>142.07083599234207</c:v>
                </c:pt>
                <c:pt idx="836">
                  <c:v>143.8492142629228</c:v>
                </c:pt>
                <c:pt idx="837">
                  <c:v>142.95678446075303</c:v>
                </c:pt>
                <c:pt idx="838">
                  <c:v>142.55618817804722</c:v>
                </c:pt>
                <c:pt idx="839">
                  <c:v>141.66899329929802</c:v>
                </c:pt>
                <c:pt idx="840">
                  <c:v>142.09202496809189</c:v>
                </c:pt>
                <c:pt idx="841">
                  <c:v>142.56840299936184</c:v>
                </c:pt>
                <c:pt idx="842">
                  <c:v>143.5458379865986</c:v>
                </c:pt>
                <c:pt idx="843">
                  <c:v>143.11831924058711</c:v>
                </c:pt>
                <c:pt idx="844">
                  <c:v>142.87875917358011</c:v>
                </c:pt>
                <c:pt idx="845">
                  <c:v>143.65776563497127</c:v>
                </c:pt>
                <c:pt idx="846">
                  <c:v>142.64617900446714</c:v>
                </c:pt>
                <c:pt idx="847">
                  <c:v>141.5662890874282</c:v>
                </c:pt>
                <c:pt idx="848">
                  <c:v>141.32523332801532</c:v>
                </c:pt>
                <c:pt idx="849">
                  <c:v>142.59931397574985</c:v>
                </c:pt>
                <c:pt idx="850">
                  <c:v>143.90654913848121</c:v>
                </c:pt>
                <c:pt idx="851">
                  <c:v>143.1552129865986</c:v>
                </c:pt>
                <c:pt idx="852">
                  <c:v>143.61788050414805</c:v>
                </c:pt>
                <c:pt idx="853">
                  <c:v>144.88597838225911</c:v>
                </c:pt>
                <c:pt idx="854">
                  <c:v>144.16306038608809</c:v>
                </c:pt>
                <c:pt idx="855">
                  <c:v>144.01049976068921</c:v>
                </c:pt>
                <c:pt idx="856">
                  <c:v>143.45958639119337</c:v>
                </c:pt>
                <c:pt idx="857">
                  <c:v>143.14673739629868</c:v>
                </c:pt>
                <c:pt idx="858">
                  <c:v>142.84660178685385</c:v>
                </c:pt>
                <c:pt idx="859">
                  <c:v>142.18849712827057</c:v>
                </c:pt>
                <c:pt idx="860">
                  <c:v>141.24571234843651</c:v>
                </c:pt>
                <c:pt idx="861">
                  <c:v>142.74265116464585</c:v>
                </c:pt>
                <c:pt idx="862">
                  <c:v>142.06909101786854</c:v>
                </c:pt>
                <c:pt idx="863">
                  <c:v>143.54733367900448</c:v>
                </c:pt>
                <c:pt idx="864">
                  <c:v>142.71473157306957</c:v>
                </c:pt>
                <c:pt idx="865">
                  <c:v>141.65129427249522</c:v>
                </c:pt>
                <c:pt idx="866">
                  <c:v>144.41408742820678</c:v>
                </c:pt>
                <c:pt idx="867">
                  <c:v>143.47429403318444</c:v>
                </c:pt>
                <c:pt idx="868">
                  <c:v>144.45197830248884</c:v>
                </c:pt>
                <c:pt idx="869">
                  <c:v>145.12279634652202</c:v>
                </c:pt>
                <c:pt idx="870">
                  <c:v>146.57361798021699</c:v>
                </c:pt>
                <c:pt idx="871">
                  <c:v>146.30190052648376</c:v>
                </c:pt>
                <c:pt idx="872">
                  <c:v>147.51291281110403</c:v>
                </c:pt>
                <c:pt idx="873">
                  <c:v>148.15032705807278</c:v>
                </c:pt>
                <c:pt idx="874">
                  <c:v>148.58507498404597</c:v>
                </c:pt>
                <c:pt idx="875">
                  <c:v>149.23345764199107</c:v>
                </c:pt>
                <c:pt idx="876">
                  <c:v>147.72230974792598</c:v>
                </c:pt>
                <c:pt idx="877">
                  <c:v>147.43214542118699</c:v>
                </c:pt>
                <c:pt idx="878">
                  <c:v>145.94492860561584</c:v>
                </c:pt>
                <c:pt idx="879">
                  <c:v>144.54944759093812</c:v>
                </c:pt>
                <c:pt idx="880">
                  <c:v>145.64304802169752</c:v>
                </c:pt>
                <c:pt idx="881">
                  <c:v>145.98456445437142</c:v>
                </c:pt>
                <c:pt idx="882">
                  <c:v>149.57372766432675</c:v>
                </c:pt>
                <c:pt idx="883">
                  <c:v>149.69961510848756</c:v>
                </c:pt>
                <c:pt idx="884">
                  <c:v>149.39598955009575</c:v>
                </c:pt>
                <c:pt idx="885">
                  <c:v>149.7499700861519</c:v>
                </c:pt>
                <c:pt idx="886">
                  <c:v>153.30523093490746</c:v>
                </c:pt>
                <c:pt idx="887">
                  <c:v>153.74022814294833</c:v>
                </c:pt>
                <c:pt idx="888">
                  <c:v>154.59102783982132</c:v>
                </c:pt>
                <c:pt idx="889">
                  <c:v>155.42786774090621</c:v>
                </c:pt>
                <c:pt idx="890">
                  <c:v>154.93005145181877</c:v>
                </c:pt>
                <c:pt idx="891">
                  <c:v>156.67353023292918</c:v>
                </c:pt>
                <c:pt idx="892">
                  <c:v>155.66169432035738</c:v>
                </c:pt>
                <c:pt idx="893">
                  <c:v>155.25461670389279</c:v>
                </c:pt>
                <c:pt idx="894">
                  <c:v>156.06303844926612</c:v>
                </c:pt>
                <c:pt idx="895">
                  <c:v>156.44219647415446</c:v>
                </c:pt>
                <c:pt idx="896">
                  <c:v>156.92256301850671</c:v>
                </c:pt>
                <c:pt idx="897">
                  <c:v>156.94674337906829</c:v>
                </c:pt>
                <c:pt idx="898">
                  <c:v>158.17071833120613</c:v>
                </c:pt>
                <c:pt idx="899">
                  <c:v>158.20063217932358</c:v>
                </c:pt>
                <c:pt idx="900">
                  <c:v>161.2358906349713</c:v>
                </c:pt>
                <c:pt idx="901">
                  <c:v>161.43207562220806</c:v>
                </c:pt>
                <c:pt idx="902">
                  <c:v>161.06812380344607</c:v>
                </c:pt>
                <c:pt idx="903">
                  <c:v>162.53315451499682</c:v>
                </c:pt>
                <c:pt idx="904">
                  <c:v>161.4627373165284</c:v>
                </c:pt>
                <c:pt idx="905">
                  <c:v>162.55234923420551</c:v>
                </c:pt>
                <c:pt idx="906">
                  <c:v>162.00517509572433</c:v>
                </c:pt>
                <c:pt idx="907">
                  <c:v>161.6823548181238</c:v>
                </c:pt>
                <c:pt idx="908">
                  <c:v>163.74840459476707</c:v>
                </c:pt>
                <c:pt idx="909">
                  <c:v>164.08518466815573</c:v>
                </c:pt>
                <c:pt idx="910">
                  <c:v>160.086700303127</c:v>
                </c:pt>
                <c:pt idx="911">
                  <c:v>156.76177608487558</c:v>
                </c:pt>
                <c:pt idx="912">
                  <c:v>155.39670748245052</c:v>
                </c:pt>
                <c:pt idx="913">
                  <c:v>155.33887404275688</c:v>
                </c:pt>
                <c:pt idx="914">
                  <c:v>156.32129467134652</c:v>
                </c:pt>
                <c:pt idx="915">
                  <c:v>153.61558710912573</c:v>
                </c:pt>
                <c:pt idx="916">
                  <c:v>149.90602066049777</c:v>
                </c:pt>
                <c:pt idx="917">
                  <c:v>153.69834875558394</c:v>
                </c:pt>
                <c:pt idx="918">
                  <c:v>154.49305998723676</c:v>
                </c:pt>
                <c:pt idx="919">
                  <c:v>152.35995333439695</c:v>
                </c:pt>
                <c:pt idx="920">
                  <c:v>154.02266472559032</c:v>
                </c:pt>
                <c:pt idx="921">
                  <c:v>152.00073787492025</c:v>
                </c:pt>
                <c:pt idx="922">
                  <c:v>151.59789805360563</c:v>
                </c:pt>
                <c:pt idx="923">
                  <c:v>148.3188417358009</c:v>
                </c:pt>
                <c:pt idx="924">
                  <c:v>150.18920508934269</c:v>
                </c:pt>
                <c:pt idx="925">
                  <c:v>147.98704730376517</c:v>
                </c:pt>
                <c:pt idx="926">
                  <c:v>147.87536893746011</c:v>
                </c:pt>
                <c:pt idx="927">
                  <c:v>148.36121968730058</c:v>
                </c:pt>
                <c:pt idx="928">
                  <c:v>149.18858686981494</c:v>
                </c:pt>
                <c:pt idx="929">
                  <c:v>147.06669791001917</c:v>
                </c:pt>
                <c:pt idx="930">
                  <c:v>142.73941049776644</c:v>
                </c:pt>
                <c:pt idx="931">
                  <c:v>138.96876994256542</c:v>
                </c:pt>
                <c:pt idx="932">
                  <c:v>138.1311821952776</c:v>
                </c:pt>
                <c:pt idx="933">
                  <c:v>135.35841775686026</c:v>
                </c:pt>
                <c:pt idx="934">
                  <c:v>137.58625159540526</c:v>
                </c:pt>
                <c:pt idx="935">
                  <c:v>136.48193203573709</c:v>
                </c:pt>
                <c:pt idx="936">
                  <c:v>140.36350311104019</c:v>
                </c:pt>
                <c:pt idx="937">
                  <c:v>141.24670947670711</c:v>
                </c:pt>
                <c:pt idx="938">
                  <c:v>142.08205368538609</c:v>
                </c:pt>
                <c:pt idx="939">
                  <c:v>142.70575741863433</c:v>
                </c:pt>
                <c:pt idx="940">
                  <c:v>143.81207123484364</c:v>
                </c:pt>
                <c:pt idx="941">
                  <c:v>143.57425614231016</c:v>
                </c:pt>
                <c:pt idx="942">
                  <c:v>141.99405711550733</c:v>
                </c:pt>
                <c:pt idx="943">
                  <c:v>142.74389757498403</c:v>
                </c:pt>
                <c:pt idx="944">
                  <c:v>141.66001914486279</c:v>
                </c:pt>
                <c:pt idx="945">
                  <c:v>139.66551332163371</c:v>
                </c:pt>
                <c:pt idx="946">
                  <c:v>140.88176052967455</c:v>
                </c:pt>
                <c:pt idx="947">
                  <c:v>140.95056238034462</c:v>
                </c:pt>
                <c:pt idx="948">
                  <c:v>142.32560226547542</c:v>
                </c:pt>
                <c:pt idx="949">
                  <c:v>141.36835912571794</c:v>
                </c:pt>
                <c:pt idx="950">
                  <c:v>143.76994256541161</c:v>
                </c:pt>
                <c:pt idx="951">
                  <c:v>143.21304642629229</c:v>
                </c:pt>
                <c:pt idx="952">
                  <c:v>142.07632019783026</c:v>
                </c:pt>
                <c:pt idx="953">
                  <c:v>143.17465698787495</c:v>
                </c:pt>
                <c:pt idx="954">
                  <c:v>143.24271099234207</c:v>
                </c:pt>
                <c:pt idx="955">
                  <c:v>142.27200662093171</c:v>
                </c:pt>
                <c:pt idx="956">
                  <c:v>143.50346003509893</c:v>
                </c:pt>
                <c:pt idx="957">
                  <c:v>144.82241145500959</c:v>
                </c:pt>
                <c:pt idx="958">
                  <c:v>144.68580488194002</c:v>
                </c:pt>
                <c:pt idx="959">
                  <c:v>145.34814733567327</c:v>
                </c:pt>
                <c:pt idx="960">
                  <c:v>147.83224313975748</c:v>
                </c:pt>
                <c:pt idx="961">
                  <c:v>146.61599593171667</c:v>
                </c:pt>
                <c:pt idx="962">
                  <c:v>146.53223715698789</c:v>
                </c:pt>
                <c:pt idx="963">
                  <c:v>145.80059428844928</c:v>
                </c:pt>
                <c:pt idx="964">
                  <c:v>149.24766671984685</c:v>
                </c:pt>
                <c:pt idx="965">
                  <c:v>149.13773332801532</c:v>
                </c:pt>
                <c:pt idx="966">
                  <c:v>147.98679802169752</c:v>
                </c:pt>
                <c:pt idx="967">
                  <c:v>150.05758415762605</c:v>
                </c:pt>
                <c:pt idx="968">
                  <c:v>150.19867780791321</c:v>
                </c:pt>
                <c:pt idx="969">
                  <c:v>151.30598875239312</c:v>
                </c:pt>
                <c:pt idx="970">
                  <c:v>150.32057673899172</c:v>
                </c:pt>
                <c:pt idx="971">
                  <c:v>149.2511566687939</c:v>
                </c:pt>
                <c:pt idx="972">
                  <c:v>147.02307354818126</c:v>
                </c:pt>
                <c:pt idx="973">
                  <c:v>147.94217653158904</c:v>
                </c:pt>
                <c:pt idx="974">
                  <c:v>145.63806238034462</c:v>
                </c:pt>
                <c:pt idx="975">
                  <c:v>147.39026603382263</c:v>
                </c:pt>
                <c:pt idx="976">
                  <c:v>149.9950143586471</c:v>
                </c:pt>
                <c:pt idx="977">
                  <c:v>151.02130863114232</c:v>
                </c:pt>
                <c:pt idx="978">
                  <c:v>151.42140634971284</c:v>
                </c:pt>
                <c:pt idx="979">
                  <c:v>152.68127791959159</c:v>
                </c:pt>
                <c:pt idx="980">
                  <c:v>152.50777760051056</c:v>
                </c:pt>
                <c:pt idx="981">
                  <c:v>154.44145859923421</c:v>
                </c:pt>
                <c:pt idx="982">
                  <c:v>153.35807873324828</c:v>
                </c:pt>
                <c:pt idx="983">
                  <c:v>150.5653717294193</c:v>
                </c:pt>
                <c:pt idx="984">
                  <c:v>149.32469487874923</c:v>
                </c:pt>
                <c:pt idx="985">
                  <c:v>149.55054443203574</c:v>
                </c:pt>
                <c:pt idx="986">
                  <c:v>151.45132019783026</c:v>
                </c:pt>
                <c:pt idx="987">
                  <c:v>152.28142948308871</c:v>
                </c:pt>
                <c:pt idx="988">
                  <c:v>152.14507219208681</c:v>
                </c:pt>
                <c:pt idx="989">
                  <c:v>151.5557693841736</c:v>
                </c:pt>
                <c:pt idx="990">
                  <c:v>150.54243777919595</c:v>
                </c:pt>
                <c:pt idx="991">
                  <c:v>150.5125239310785</c:v>
                </c:pt>
                <c:pt idx="992">
                  <c:v>150.51750957243141</c:v>
                </c:pt>
                <c:pt idx="993">
                  <c:v>150.97818283343969</c:v>
                </c:pt>
                <c:pt idx="994">
                  <c:v>150.92533503509893</c:v>
                </c:pt>
                <c:pt idx="995">
                  <c:v>152.44770062220806</c:v>
                </c:pt>
                <c:pt idx="996">
                  <c:v>152.4192824664965</c:v>
                </c:pt>
                <c:pt idx="997">
                  <c:v>153.35359165603063</c:v>
                </c:pt>
                <c:pt idx="998">
                  <c:v>153.14095405232931</c:v>
                </c:pt>
                <c:pt idx="999">
                  <c:v>154.60997327696236</c:v>
                </c:pt>
                <c:pt idx="1000">
                  <c:v>153.47723556158263</c:v>
                </c:pt>
                <c:pt idx="1001">
                  <c:v>153.24490467453734</c:v>
                </c:pt>
                <c:pt idx="1002">
                  <c:v>152.2632318921506</c:v>
                </c:pt>
                <c:pt idx="1003">
                  <c:v>151.98727664326742</c:v>
                </c:pt>
                <c:pt idx="1004">
                  <c:v>152.09995213784302</c:v>
                </c:pt>
                <c:pt idx="1005">
                  <c:v>149.52636407147418</c:v>
                </c:pt>
                <c:pt idx="1006">
                  <c:v>149.75246290682836</c:v>
                </c:pt>
                <c:pt idx="1007">
                  <c:v>149.26038010529675</c:v>
                </c:pt>
                <c:pt idx="1008">
                  <c:v>147.40322870134014</c:v>
                </c:pt>
                <c:pt idx="1009">
                  <c:v>148.36720245692408</c:v>
                </c:pt>
                <c:pt idx="1010">
                  <c:v>146.89618897574985</c:v>
                </c:pt>
                <c:pt idx="1011">
                  <c:v>148.5748544192725</c:v>
                </c:pt>
                <c:pt idx="1012">
                  <c:v>150.56587029355458</c:v>
                </c:pt>
                <c:pt idx="1013">
                  <c:v>149.61361279515</c:v>
                </c:pt>
                <c:pt idx="1014">
                  <c:v>148.37193881620931</c:v>
                </c:pt>
                <c:pt idx="1015">
                  <c:v>149.71382418634334</c:v>
                </c:pt>
                <c:pt idx="1016">
                  <c:v>150.89691687938739</c:v>
                </c:pt>
                <c:pt idx="1017">
                  <c:v>148.41780671665603</c:v>
                </c:pt>
                <c:pt idx="1018">
                  <c:v>148.2156389597958</c:v>
                </c:pt>
                <c:pt idx="1019">
                  <c:v>147.196075303127</c:v>
                </c:pt>
                <c:pt idx="1020">
                  <c:v>146.76980296745376</c:v>
                </c:pt>
                <c:pt idx="1021">
                  <c:v>146.83436702297385</c:v>
                </c:pt>
                <c:pt idx="1022">
                  <c:v>146.12466097638801</c:v>
                </c:pt>
                <c:pt idx="1023">
                  <c:v>144.40984963305681</c:v>
                </c:pt>
                <c:pt idx="1024">
                  <c:v>144.63195995532868</c:v>
                </c:pt>
                <c:pt idx="1025">
                  <c:v>144.84983248245055</c:v>
                </c:pt>
                <c:pt idx="1026">
                  <c:v>145.41296067326101</c:v>
                </c:pt>
                <c:pt idx="1027">
                  <c:v>145.78613592852585</c:v>
                </c:pt>
                <c:pt idx="1028">
                  <c:v>146.21415323867265</c:v>
                </c:pt>
                <c:pt idx="1029">
                  <c:v>145.84820716336949</c:v>
                </c:pt>
                <c:pt idx="1030">
                  <c:v>145.44088026483729</c:v>
                </c:pt>
                <c:pt idx="1031">
                  <c:v>145.89407506381622</c:v>
                </c:pt>
                <c:pt idx="1032">
                  <c:v>146.9014238991704</c:v>
                </c:pt>
                <c:pt idx="1033">
                  <c:v>147.82027760051056</c:v>
                </c:pt>
                <c:pt idx="1034">
                  <c:v>148.12490028717295</c:v>
                </c:pt>
                <c:pt idx="1035">
                  <c:v>149.09086829929802</c:v>
                </c:pt>
                <c:pt idx="1036">
                  <c:v>149.29876954371412</c:v>
                </c:pt>
                <c:pt idx="1037">
                  <c:v>150.84755902999362</c:v>
                </c:pt>
                <c:pt idx="1038">
                  <c:v>151.96633694958521</c:v>
                </c:pt>
                <c:pt idx="1039">
                  <c:v>151.82075622208043</c:v>
                </c:pt>
                <c:pt idx="1040">
                  <c:v>151.89903079132102</c:v>
                </c:pt>
                <c:pt idx="1041">
                  <c:v>149.33690970006384</c:v>
                </c:pt>
                <c:pt idx="1042">
                  <c:v>150.42826659221441</c:v>
                </c:pt>
                <c:pt idx="1043">
                  <c:v>151.72877113911935</c:v>
                </c:pt>
                <c:pt idx="1044">
                  <c:v>151.05172104339502</c:v>
                </c:pt>
                <c:pt idx="1045">
                  <c:v>150.56063537013401</c:v>
                </c:pt>
                <c:pt idx="1046">
                  <c:v>149.17761845883857</c:v>
                </c:pt>
                <c:pt idx="1047">
                  <c:v>149.35884652201662</c:v>
                </c:pt>
                <c:pt idx="1048">
                  <c:v>149.02755065411614</c:v>
                </c:pt>
                <c:pt idx="1049">
                  <c:v>150.78199784620296</c:v>
                </c:pt>
                <c:pt idx="1050">
                  <c:v>151.17162571793236</c:v>
                </c:pt>
                <c:pt idx="1051">
                  <c:v>150.5322172144225</c:v>
                </c:pt>
                <c:pt idx="1052">
                  <c:v>149.93394025207405</c:v>
                </c:pt>
                <c:pt idx="1053">
                  <c:v>149.41468570516912</c:v>
                </c:pt>
                <c:pt idx="1054">
                  <c:v>149.56275925335035</c:v>
                </c:pt>
                <c:pt idx="1055">
                  <c:v>148.91686941608171</c:v>
                </c:pt>
                <c:pt idx="1056">
                  <c:v>148.59429842054882</c:v>
                </c:pt>
                <c:pt idx="1057">
                  <c:v>149.66521418315253</c:v>
                </c:pt>
                <c:pt idx="1058">
                  <c:v>149.54406309827698</c:v>
                </c:pt>
                <c:pt idx="1059">
                  <c:v>150.32282027760053</c:v>
                </c:pt>
                <c:pt idx="1060">
                  <c:v>152.2300773771538</c:v>
                </c:pt>
                <c:pt idx="1061">
                  <c:v>152.29838066368859</c:v>
                </c:pt>
                <c:pt idx="1062">
                  <c:v>153.27157785577538</c:v>
                </c:pt>
                <c:pt idx="1063">
                  <c:v>152.35596482131464</c:v>
                </c:pt>
                <c:pt idx="1064">
                  <c:v>151.65373723675813</c:v>
                </c:pt>
                <c:pt idx="1065">
                  <c:v>152.03738233886409</c:v>
                </c:pt>
                <c:pt idx="1066">
                  <c:v>152.71642669112956</c:v>
                </c:pt>
                <c:pt idx="1067">
                  <c:v>151.42040922144227</c:v>
                </c:pt>
                <c:pt idx="1068">
                  <c:v>151.7666620134014</c:v>
                </c:pt>
                <c:pt idx="1069">
                  <c:v>151.24890315890238</c:v>
                </c:pt>
                <c:pt idx="1070">
                  <c:v>150.02418036056159</c:v>
                </c:pt>
                <c:pt idx="1071">
                  <c:v>148.3255723516273</c:v>
                </c:pt>
                <c:pt idx="1072">
                  <c:v>147.45458080727505</c:v>
                </c:pt>
                <c:pt idx="1073">
                  <c:v>147.36085074984047</c:v>
                </c:pt>
                <c:pt idx="1074">
                  <c:v>146.55641751754948</c:v>
                </c:pt>
                <c:pt idx="1075">
                  <c:v>146.95078174856414</c:v>
                </c:pt>
                <c:pt idx="1076">
                  <c:v>146.37369376196554</c:v>
                </c:pt>
                <c:pt idx="1077">
                  <c:v>144.88772335673261</c:v>
                </c:pt>
                <c:pt idx="1078">
                  <c:v>145.75572351627312</c:v>
                </c:pt>
                <c:pt idx="1079">
                  <c:v>145.50644144862795</c:v>
                </c:pt>
                <c:pt idx="1080">
                  <c:v>145.72381541161457</c:v>
                </c:pt>
                <c:pt idx="1081">
                  <c:v>149.38053406190176</c:v>
                </c:pt>
                <c:pt idx="1082">
                  <c:v>152.29962707402683</c:v>
                </c:pt>
                <c:pt idx="1083">
                  <c:v>152.25101707083601</c:v>
                </c:pt>
                <c:pt idx="1084">
                  <c:v>150.80393466815573</c:v>
                </c:pt>
                <c:pt idx="1085">
                  <c:v>148.19220644543717</c:v>
                </c:pt>
                <c:pt idx="1086">
                  <c:v>149.39673739629868</c:v>
                </c:pt>
                <c:pt idx="1087">
                  <c:v>150.09472718570518</c:v>
                </c:pt>
                <c:pt idx="1088">
                  <c:v>149.91300055839184</c:v>
                </c:pt>
                <c:pt idx="1089">
                  <c:v>149.64003669432037</c:v>
                </c:pt>
                <c:pt idx="1090">
                  <c:v>149.58120612635611</c:v>
                </c:pt>
                <c:pt idx="1091">
                  <c:v>148.82338864071477</c:v>
                </c:pt>
                <c:pt idx="1092">
                  <c:v>150.95898811423103</c:v>
                </c:pt>
                <c:pt idx="1093">
                  <c:v>150.55614829291642</c:v>
                </c:pt>
                <c:pt idx="1094">
                  <c:v>149.85541640076582</c:v>
                </c:pt>
                <c:pt idx="1095">
                  <c:v>149.42690052648376</c:v>
                </c:pt>
                <c:pt idx="1096">
                  <c:v>151.36855855137205</c:v>
                </c:pt>
                <c:pt idx="1097">
                  <c:v>151.12127074026805</c:v>
                </c:pt>
                <c:pt idx="1098">
                  <c:v>151.46004507019782</c:v>
                </c:pt>
                <c:pt idx="1099">
                  <c:v>151.33689972878113</c:v>
                </c:pt>
                <c:pt idx="1100">
                  <c:v>149.4002273452457</c:v>
                </c:pt>
                <c:pt idx="1101">
                  <c:v>148.09299218251437</c:v>
                </c:pt>
                <c:pt idx="1102">
                  <c:v>147.47901044990428</c:v>
                </c:pt>
                <c:pt idx="1103">
                  <c:v>147.5021936821953</c:v>
                </c:pt>
                <c:pt idx="1104">
                  <c:v>147.83149529355458</c:v>
                </c:pt>
                <c:pt idx="1105">
                  <c:v>146.69676332163371</c:v>
                </c:pt>
                <c:pt idx="1106">
                  <c:v>146.89793395022338</c:v>
                </c:pt>
                <c:pt idx="1107">
                  <c:v>147.33866464582005</c:v>
                </c:pt>
                <c:pt idx="1108">
                  <c:v>147.19657386726229</c:v>
                </c:pt>
                <c:pt idx="1109">
                  <c:v>147.01060944479897</c:v>
                </c:pt>
                <c:pt idx="1110">
                  <c:v>147.30600869495854</c:v>
                </c:pt>
                <c:pt idx="1111">
                  <c:v>147.57697830248887</c:v>
                </c:pt>
                <c:pt idx="1112">
                  <c:v>148.12814095405233</c:v>
                </c:pt>
                <c:pt idx="1113">
                  <c:v>148.63518067964264</c:v>
                </c:pt>
                <c:pt idx="1114">
                  <c:v>149.01807793554565</c:v>
                </c:pt>
                <c:pt idx="1115">
                  <c:v>149.43587468091897</c:v>
                </c:pt>
                <c:pt idx="1116">
                  <c:v>147.54831086470966</c:v>
                </c:pt>
                <c:pt idx="1117">
                  <c:v>146.18548580089345</c:v>
                </c:pt>
                <c:pt idx="1118">
                  <c:v>145.3516372846203</c:v>
                </c:pt>
                <c:pt idx="1119">
                  <c:v>146.04763281748566</c:v>
                </c:pt>
                <c:pt idx="1120">
                  <c:v>145.83998085513721</c:v>
                </c:pt>
                <c:pt idx="1121">
                  <c:v>144.9819519783025</c:v>
                </c:pt>
                <c:pt idx="1122">
                  <c:v>146.41133535417995</c:v>
                </c:pt>
                <c:pt idx="1123">
                  <c:v>147.64602943522655</c:v>
                </c:pt>
                <c:pt idx="1124">
                  <c:v>147.34514597957883</c:v>
                </c:pt>
                <c:pt idx="1125">
                  <c:v>144.72095365347798</c:v>
                </c:pt>
                <c:pt idx="1126">
                  <c:v>143.16244216656031</c:v>
                </c:pt>
                <c:pt idx="1127">
                  <c:v>144.5382298978941</c:v>
                </c:pt>
                <c:pt idx="1128">
                  <c:v>144.54620692405874</c:v>
                </c:pt>
                <c:pt idx="1129">
                  <c:v>144.50158543395023</c:v>
                </c:pt>
                <c:pt idx="1130">
                  <c:v>145.29305599872367</c:v>
                </c:pt>
                <c:pt idx="1131">
                  <c:v>144.45870891831527</c:v>
                </c:pt>
                <c:pt idx="1132">
                  <c:v>143.90854339502235</c:v>
                </c:pt>
                <c:pt idx="1133">
                  <c:v>144.91240228142951</c:v>
                </c:pt>
                <c:pt idx="1134">
                  <c:v>144.21142110721124</c:v>
                </c:pt>
                <c:pt idx="1135">
                  <c:v>144.23834357051692</c:v>
                </c:pt>
                <c:pt idx="1136">
                  <c:v>143.47454331525208</c:v>
                </c:pt>
                <c:pt idx="1137">
                  <c:v>143.82254108168476</c:v>
                </c:pt>
                <c:pt idx="1138">
                  <c:v>143.65901204530951</c:v>
                </c:pt>
                <c:pt idx="1139">
                  <c:v>145.24070676451819</c:v>
                </c:pt>
                <c:pt idx="1140">
                  <c:v>146.09026005105298</c:v>
                </c:pt>
                <c:pt idx="1141">
                  <c:v>143.22999760689217</c:v>
                </c:pt>
                <c:pt idx="1142">
                  <c:v>143.78390236119975</c:v>
                </c:pt>
                <c:pt idx="1143">
                  <c:v>144.03492940331844</c:v>
                </c:pt>
                <c:pt idx="1144">
                  <c:v>143.77343251435866</c:v>
                </c:pt>
                <c:pt idx="1145">
                  <c:v>142.93758974154434</c:v>
                </c:pt>
                <c:pt idx="1146">
                  <c:v>141.5877273452457</c:v>
                </c:pt>
                <c:pt idx="1147">
                  <c:v>141.57301970325463</c:v>
                </c:pt>
                <c:pt idx="1148">
                  <c:v>140.87976627313338</c:v>
                </c:pt>
                <c:pt idx="1149">
                  <c:v>143.12679483088706</c:v>
                </c:pt>
                <c:pt idx="1150">
                  <c:v>144.22089382578176</c:v>
                </c:pt>
                <c:pt idx="1151">
                  <c:v>143.66125558391835</c:v>
                </c:pt>
                <c:pt idx="1152">
                  <c:v>143.34616305041482</c:v>
                </c:pt>
                <c:pt idx="1153">
                  <c:v>145.86665403637525</c:v>
                </c:pt>
                <c:pt idx="1154">
                  <c:v>143.42144623484367</c:v>
                </c:pt>
                <c:pt idx="1155">
                  <c:v>143.21578852903642</c:v>
                </c:pt>
                <c:pt idx="1156">
                  <c:v>143.13776324186344</c:v>
                </c:pt>
                <c:pt idx="1157">
                  <c:v>142.837378350351</c:v>
                </c:pt>
                <c:pt idx="1158">
                  <c:v>143.81406549138484</c:v>
                </c:pt>
                <c:pt idx="1159">
                  <c:v>143.38380464262923</c:v>
                </c:pt>
                <c:pt idx="1160">
                  <c:v>142.46569878749204</c:v>
                </c:pt>
                <c:pt idx="1161">
                  <c:v>142.54970684428844</c:v>
                </c:pt>
                <c:pt idx="1162">
                  <c:v>143.34591376834717</c:v>
                </c:pt>
                <c:pt idx="1163">
                  <c:v>142.96476148691767</c:v>
                </c:pt>
                <c:pt idx="1164">
                  <c:v>143.34790802488834</c:v>
                </c:pt>
                <c:pt idx="1165">
                  <c:v>142.46769304403318</c:v>
                </c:pt>
                <c:pt idx="1166">
                  <c:v>148.74835473835356</c:v>
                </c:pt>
                <c:pt idx="1167">
                  <c:v>155.1536574664965</c:v>
                </c:pt>
                <c:pt idx="1168">
                  <c:v>156.11239629865986</c:v>
                </c:pt>
                <c:pt idx="1169">
                  <c:v>154.18569519783028</c:v>
                </c:pt>
                <c:pt idx="1170">
                  <c:v>154.69298420548822</c:v>
                </c:pt>
                <c:pt idx="1171">
                  <c:v>154.68450861518826</c:v>
                </c:pt>
                <c:pt idx="1172">
                  <c:v>155.2254507019783</c:v>
                </c:pt>
                <c:pt idx="1173">
                  <c:v>153.56448428525846</c:v>
                </c:pt>
                <c:pt idx="1174">
                  <c:v>153.51288289725591</c:v>
                </c:pt>
                <c:pt idx="1175">
                  <c:v>151.20029315571156</c:v>
                </c:pt>
                <c:pt idx="1176">
                  <c:v>150.6566089661774</c:v>
                </c:pt>
                <c:pt idx="1177">
                  <c:v>150.91112595724317</c:v>
                </c:pt>
                <c:pt idx="1178">
                  <c:v>150.30312699425656</c:v>
                </c:pt>
                <c:pt idx="1179">
                  <c:v>151.64426451818764</c:v>
                </c:pt>
                <c:pt idx="1180">
                  <c:v>152.5157546266752</c:v>
                </c:pt>
                <c:pt idx="1181">
                  <c:v>154.19541719846842</c:v>
                </c:pt>
                <c:pt idx="1182">
                  <c:v>154.05133216336949</c:v>
                </c:pt>
                <c:pt idx="1183">
                  <c:v>156.20961630504152</c:v>
                </c:pt>
                <c:pt idx="1184">
                  <c:v>157.0549317964263</c:v>
                </c:pt>
                <c:pt idx="1185">
                  <c:v>157.84241384811745</c:v>
                </c:pt>
                <c:pt idx="1186">
                  <c:v>159.03971561901724</c:v>
                </c:pt>
                <c:pt idx="1187">
                  <c:v>158.30807275047863</c:v>
                </c:pt>
                <c:pt idx="1188">
                  <c:v>157.97303765156349</c:v>
                </c:pt>
                <c:pt idx="1189">
                  <c:v>158.6340090539247</c:v>
                </c:pt>
                <c:pt idx="1190">
                  <c:v>159.29498045628591</c:v>
                </c:pt>
                <c:pt idx="1191">
                  <c:v>160.9070875877473</c:v>
                </c:pt>
                <c:pt idx="1192">
                  <c:v>161.13468211550733</c:v>
                </c:pt>
                <c:pt idx="1193">
                  <c:v>161.78331405552012</c:v>
                </c:pt>
                <c:pt idx="1194">
                  <c:v>160.81535178685385</c:v>
                </c:pt>
                <c:pt idx="1195">
                  <c:v>161.34258335992345</c:v>
                </c:pt>
                <c:pt idx="1196">
                  <c:v>161.49988034460753</c:v>
                </c:pt>
                <c:pt idx="1197">
                  <c:v>162.21232849393746</c:v>
                </c:pt>
                <c:pt idx="1198">
                  <c:v>159.27877712188899</c:v>
                </c:pt>
                <c:pt idx="1199">
                  <c:v>158.55610840778559</c:v>
                </c:pt>
                <c:pt idx="1200">
                  <c:v>157.45876874601151</c:v>
                </c:pt>
                <c:pt idx="1201">
                  <c:v>156.74582203254627</c:v>
                </c:pt>
                <c:pt idx="1202">
                  <c:v>155.99922223994895</c:v>
                </c:pt>
                <c:pt idx="1203">
                  <c:v>155.37875917358011</c:v>
                </c:pt>
                <c:pt idx="1204">
                  <c:v>154.42002034141672</c:v>
                </c:pt>
                <c:pt idx="1205">
                  <c:v>155.00034899489469</c:v>
                </c:pt>
                <c:pt idx="1206">
                  <c:v>154.02416041799617</c:v>
                </c:pt>
                <c:pt idx="1207">
                  <c:v>153.60536654435225</c:v>
                </c:pt>
                <c:pt idx="1208">
                  <c:v>154.98165283982132</c:v>
                </c:pt>
                <c:pt idx="1209">
                  <c:v>154.830837188896</c:v>
                </c:pt>
                <c:pt idx="1210">
                  <c:v>155.66144503828974</c:v>
                </c:pt>
                <c:pt idx="1211">
                  <c:v>155.86809987236759</c:v>
                </c:pt>
                <c:pt idx="1212">
                  <c:v>154.43273372686664</c:v>
                </c:pt>
                <c:pt idx="1213">
                  <c:v>154.00396857051692</c:v>
                </c:pt>
                <c:pt idx="1214">
                  <c:v>152.94701260370135</c:v>
                </c:pt>
                <c:pt idx="1215">
                  <c:v>153.0868598436503</c:v>
                </c:pt>
                <c:pt idx="1216">
                  <c:v>153.53332402680283</c:v>
                </c:pt>
                <c:pt idx="1217">
                  <c:v>152.2437878908743</c:v>
                </c:pt>
                <c:pt idx="1218">
                  <c:v>151.438856094448</c:v>
                </c:pt>
                <c:pt idx="1219">
                  <c:v>149.86339342693046</c:v>
                </c:pt>
                <c:pt idx="1220">
                  <c:v>150.08001954371412</c:v>
                </c:pt>
                <c:pt idx="1221">
                  <c:v>150.70571753350353</c:v>
                </c:pt>
                <c:pt idx="1222">
                  <c:v>151.69437021378431</c:v>
                </c:pt>
                <c:pt idx="1223">
                  <c:v>149.7841217294193</c:v>
                </c:pt>
                <c:pt idx="1224">
                  <c:v>150.47687659540526</c:v>
                </c:pt>
                <c:pt idx="1225">
                  <c:v>151.02031150287175</c:v>
                </c:pt>
                <c:pt idx="1226">
                  <c:v>151.49419671346521</c:v>
                </c:pt>
                <c:pt idx="1227">
                  <c:v>151.34587388321634</c:v>
                </c:pt>
                <c:pt idx="1228">
                  <c:v>150.65586111997447</c:v>
                </c:pt>
                <c:pt idx="1229">
                  <c:v>150.55415403637525</c:v>
                </c:pt>
                <c:pt idx="1230">
                  <c:v>149.88607809508616</c:v>
                </c:pt>
                <c:pt idx="1231">
                  <c:v>150.29440212188899</c:v>
                </c:pt>
                <c:pt idx="1232">
                  <c:v>150.69275486598596</c:v>
                </c:pt>
                <c:pt idx="1233">
                  <c:v>150.17499601148694</c:v>
                </c:pt>
                <c:pt idx="1234">
                  <c:v>150.73712707402683</c:v>
                </c:pt>
                <c:pt idx="1235">
                  <c:v>150.89641831525208</c:v>
                </c:pt>
                <c:pt idx="1236">
                  <c:v>150.11392190491387</c:v>
                </c:pt>
                <c:pt idx="1237">
                  <c:v>148.56862236758138</c:v>
                </c:pt>
                <c:pt idx="1238">
                  <c:v>148.88022495213784</c:v>
                </c:pt>
                <c:pt idx="1239">
                  <c:v>149.03677409061905</c:v>
                </c:pt>
                <c:pt idx="1240">
                  <c:v>150.18546585832803</c:v>
                </c:pt>
                <c:pt idx="1241">
                  <c:v>151.41617142629229</c:v>
                </c:pt>
                <c:pt idx="1242">
                  <c:v>153.12624641033824</c:v>
                </c:pt>
                <c:pt idx="1243">
                  <c:v>155.27979419272498</c:v>
                </c:pt>
                <c:pt idx="1244">
                  <c:v>155.73697750478621</c:v>
                </c:pt>
                <c:pt idx="1245">
                  <c:v>156.24102584556479</c:v>
                </c:pt>
                <c:pt idx="1246">
                  <c:v>156.40679842054882</c:v>
                </c:pt>
                <c:pt idx="1247">
                  <c:v>156.68250438736439</c:v>
                </c:pt>
                <c:pt idx="1248">
                  <c:v>155.28253629546907</c:v>
                </c:pt>
                <c:pt idx="1249">
                  <c:v>155.31843291320996</c:v>
                </c:pt>
                <c:pt idx="1250">
                  <c:v>155.68612396298661</c:v>
                </c:pt>
                <c:pt idx="1251">
                  <c:v>156.92256301850671</c:v>
                </c:pt>
                <c:pt idx="1252">
                  <c:v>155.30123245054247</c:v>
                </c:pt>
                <c:pt idx="1253">
                  <c:v>154.68974353860881</c:v>
                </c:pt>
                <c:pt idx="1254">
                  <c:v>156.68001156668797</c:v>
                </c:pt>
                <c:pt idx="1255">
                  <c:v>154.23804443203574</c:v>
                </c:pt>
                <c:pt idx="1256">
                  <c:v>153.43460832801532</c:v>
                </c:pt>
                <c:pt idx="1257">
                  <c:v>150.54966695915763</c:v>
                </c:pt>
                <c:pt idx="1258">
                  <c:v>151.73949026802808</c:v>
                </c:pt>
                <c:pt idx="1259">
                  <c:v>153.27855775366945</c:v>
                </c:pt>
                <c:pt idx="1260">
                  <c:v>154.22782386726232</c:v>
                </c:pt>
                <c:pt idx="1261">
                  <c:v>153.24166400765796</c:v>
                </c:pt>
                <c:pt idx="1262">
                  <c:v>153.60511726228464</c:v>
                </c:pt>
                <c:pt idx="1263">
                  <c:v>152.20390276005108</c:v>
                </c:pt>
                <c:pt idx="1264">
                  <c:v>151.63603820995533</c:v>
                </c:pt>
                <c:pt idx="1265">
                  <c:v>154.48632937141036</c:v>
                </c:pt>
                <c:pt idx="1266">
                  <c:v>154.75081764518188</c:v>
                </c:pt>
                <c:pt idx="1267">
                  <c:v>152.79370413209955</c:v>
                </c:pt>
                <c:pt idx="1268">
                  <c:v>151.96758335992342</c:v>
                </c:pt>
                <c:pt idx="1269">
                  <c:v>151.36706285896616</c:v>
                </c:pt>
                <c:pt idx="1270">
                  <c:v>153.73225111678369</c:v>
                </c:pt>
                <c:pt idx="1271">
                  <c:v>152.74135489789407</c:v>
                </c:pt>
                <c:pt idx="1272">
                  <c:v>150.30512125079773</c:v>
                </c:pt>
                <c:pt idx="1273">
                  <c:v>150.43275366943206</c:v>
                </c:pt>
                <c:pt idx="1274">
                  <c:v>149.3974852425016</c:v>
                </c:pt>
                <c:pt idx="1275">
                  <c:v>149.47551052967455</c:v>
                </c:pt>
                <c:pt idx="1276">
                  <c:v>146.13039446394384</c:v>
                </c:pt>
                <c:pt idx="1277">
                  <c:v>145.27610481812383</c:v>
                </c:pt>
                <c:pt idx="1278">
                  <c:v>146.60876675175496</c:v>
                </c:pt>
                <c:pt idx="1279">
                  <c:v>145.69913648691767</c:v>
                </c:pt>
                <c:pt idx="1280">
                  <c:v>147.2284819719209</c:v>
                </c:pt>
                <c:pt idx="1281">
                  <c:v>144.26950382897257</c:v>
                </c:pt>
                <c:pt idx="1282">
                  <c:v>139.87964661774092</c:v>
                </c:pt>
                <c:pt idx="1283">
                  <c:v>139.99057713784302</c:v>
                </c:pt>
                <c:pt idx="1284">
                  <c:v>130.04048340778559</c:v>
                </c:pt>
                <c:pt idx="1285">
                  <c:v>130.66368857689855</c:v>
                </c:pt>
                <c:pt idx="1286">
                  <c:v>123.18348157306957</c:v>
                </c:pt>
                <c:pt idx="1287">
                  <c:v>124.29129108168475</c:v>
                </c:pt>
                <c:pt idx="1288">
                  <c:v>120.58521458200384</c:v>
                </c:pt>
                <c:pt idx="1289">
                  <c:v>119.50956246011488</c:v>
                </c:pt>
                <c:pt idx="1290">
                  <c:v>129.28565730695595</c:v>
                </c:pt>
                <c:pt idx="1291">
                  <c:v>115.58735840778557</c:v>
                </c:pt>
                <c:pt idx="1292">
                  <c:v>119.33282147415444</c:v>
                </c:pt>
                <c:pt idx="1293">
                  <c:v>122.00711949585197</c:v>
                </c:pt>
                <c:pt idx="1294">
                  <c:v>128.0317685067007</c:v>
                </c:pt>
                <c:pt idx="1295">
                  <c:v>128.33265196234845</c:v>
                </c:pt>
                <c:pt idx="1296">
                  <c:v>128.78684388959795</c:v>
                </c:pt>
                <c:pt idx="1297">
                  <c:v>136.20373324824507</c:v>
                </c:pt>
                <c:pt idx="1298">
                  <c:v>131.41552329291642</c:v>
                </c:pt>
                <c:pt idx="1299">
                  <c:v>132.30770381301852</c:v>
                </c:pt>
                <c:pt idx="1300">
                  <c:v>143.31375638162095</c:v>
                </c:pt>
                <c:pt idx="1301">
                  <c:v>143.78539805360563</c:v>
                </c:pt>
                <c:pt idx="1302">
                  <c:v>144.35027121888962</c:v>
                </c:pt>
                <c:pt idx="1303">
                  <c:v>142.13988712507978</c:v>
                </c:pt>
                <c:pt idx="1304">
                  <c:v>148.00848556158266</c:v>
                </c:pt>
                <c:pt idx="1305">
                  <c:v>147.13774329929802</c:v>
                </c:pt>
                <c:pt idx="1306">
                  <c:v>145.59244376196554</c:v>
                </c:pt>
                <c:pt idx="1307">
                  <c:v>142.57986997447352</c:v>
                </c:pt>
                <c:pt idx="1308">
                  <c:v>141.99405711550733</c:v>
                </c:pt>
                <c:pt idx="1309">
                  <c:v>145.50669073069562</c:v>
                </c:pt>
                <c:pt idx="1310">
                  <c:v>143.51791839502235</c:v>
                </c:pt>
                <c:pt idx="1311">
                  <c:v>142.77231573069562</c:v>
                </c:pt>
                <c:pt idx="1312">
                  <c:v>144.84559468730058</c:v>
                </c:pt>
                <c:pt idx="1313">
                  <c:v>143.47753470006384</c:v>
                </c:pt>
                <c:pt idx="1314">
                  <c:v>142.91340938098278</c:v>
                </c:pt>
                <c:pt idx="1315">
                  <c:v>142.93484763880028</c:v>
                </c:pt>
                <c:pt idx="1316">
                  <c:v>137.59871569878749</c:v>
                </c:pt>
                <c:pt idx="1317">
                  <c:v>135.30332641991066</c:v>
                </c:pt>
                <c:pt idx="1318">
                  <c:v>132.76862635609444</c:v>
                </c:pt>
                <c:pt idx="1319">
                  <c:v>130.8957701818762</c:v>
                </c:pt>
                <c:pt idx="1320">
                  <c:v>133.41476547543076</c:v>
                </c:pt>
                <c:pt idx="1321">
                  <c:v>132.95608647096364</c:v>
                </c:pt>
                <c:pt idx="1322">
                  <c:v>133.90011766113594</c:v>
                </c:pt>
                <c:pt idx="1323">
                  <c:v>133.34845644543717</c:v>
                </c:pt>
                <c:pt idx="1324">
                  <c:v>134.28151922463309</c:v>
                </c:pt>
                <c:pt idx="1325">
                  <c:v>134.40616025845566</c:v>
                </c:pt>
                <c:pt idx="1326">
                  <c:v>133.08995094128909</c:v>
                </c:pt>
                <c:pt idx="1327">
                  <c:v>134.09256341735804</c:v>
                </c:pt>
                <c:pt idx="1328">
                  <c:v>136.05989749521379</c:v>
                </c:pt>
                <c:pt idx="1329">
                  <c:v>139.03507897255903</c:v>
                </c:pt>
                <c:pt idx="1330">
                  <c:v>138.53152919591577</c:v>
                </c:pt>
                <c:pt idx="1331">
                  <c:v>140.20770181876196</c:v>
                </c:pt>
                <c:pt idx="1332">
                  <c:v>140.70676451818764</c:v>
                </c:pt>
                <c:pt idx="1333">
                  <c:v>141.84947351627312</c:v>
                </c:pt>
                <c:pt idx="1334">
                  <c:v>146.06408543395025</c:v>
                </c:pt>
                <c:pt idx="1335">
                  <c:v>147.43189613911935</c:v>
                </c:pt>
                <c:pt idx="1336">
                  <c:v>146.37768227504785</c:v>
                </c:pt>
                <c:pt idx="1337">
                  <c:v>147.21103222718571</c:v>
                </c:pt>
                <c:pt idx="1338">
                  <c:v>147.68242461710275</c:v>
                </c:pt>
                <c:pt idx="1339">
                  <c:v>147.28581684747928</c:v>
                </c:pt>
                <c:pt idx="1340">
                  <c:v>147.08713903956607</c:v>
                </c:pt>
                <c:pt idx="1341">
                  <c:v>147.20056238034462</c:v>
                </c:pt>
                <c:pt idx="1342">
                  <c:v>147.09237396298661</c:v>
                </c:pt>
                <c:pt idx="1343">
                  <c:v>145.04452177728143</c:v>
                </c:pt>
                <c:pt idx="1344">
                  <c:v>145.30950861518826</c:v>
                </c:pt>
                <c:pt idx="1345">
                  <c:v>143.09688098276962</c:v>
                </c:pt>
                <c:pt idx="1346">
                  <c:v>142.46644663369497</c:v>
                </c:pt>
                <c:pt idx="1347">
                  <c:v>141.75050853541799</c:v>
                </c:pt>
                <c:pt idx="1348">
                  <c:v>142.83214342693046</c:v>
                </c:pt>
                <c:pt idx="1349">
                  <c:v>143.13502113911935</c:v>
                </c:pt>
                <c:pt idx="1350">
                  <c:v>143.91278119017232</c:v>
                </c:pt>
                <c:pt idx="1351">
                  <c:v>146.35449904275688</c:v>
                </c:pt>
                <c:pt idx="1352">
                  <c:v>147.01360082961074</c:v>
                </c:pt>
                <c:pt idx="1353">
                  <c:v>150.13386447032548</c:v>
                </c:pt>
                <c:pt idx="1354">
                  <c:v>148.3579790204212</c:v>
                </c:pt>
                <c:pt idx="1355">
                  <c:v>149.42789765475433</c:v>
                </c:pt>
                <c:pt idx="1356">
                  <c:v>149.88458240268031</c:v>
                </c:pt>
                <c:pt idx="1357">
                  <c:v>150.72840220165924</c:v>
                </c:pt>
                <c:pt idx="1358">
                  <c:v>151.14570038289727</c:v>
                </c:pt>
                <c:pt idx="1359">
                  <c:v>152.20714342693046</c:v>
                </c:pt>
                <c:pt idx="1360">
                  <c:v>152.7981912093172</c:v>
                </c:pt>
                <c:pt idx="1361">
                  <c:v>152.15279993618381</c:v>
                </c:pt>
                <c:pt idx="1362">
                  <c:v>153.42762843012127</c:v>
                </c:pt>
                <c:pt idx="1363">
                  <c:v>152.91834516592215</c:v>
                </c:pt>
                <c:pt idx="1364">
                  <c:v>153.66319998404597</c:v>
                </c:pt>
                <c:pt idx="1365">
                  <c:v>155.62629626675178</c:v>
                </c:pt>
                <c:pt idx="1366">
                  <c:v>154.22009612316529</c:v>
                </c:pt>
                <c:pt idx="1367">
                  <c:v>155.25511526802808</c:v>
                </c:pt>
                <c:pt idx="1368">
                  <c:v>155.46401364071474</c:v>
                </c:pt>
                <c:pt idx="1369">
                  <c:v>156.74507418634334</c:v>
                </c:pt>
                <c:pt idx="1370">
                  <c:v>157.22893067964264</c:v>
                </c:pt>
                <c:pt idx="1371">
                  <c:v>155.95210792916404</c:v>
                </c:pt>
                <c:pt idx="1372">
                  <c:v>154.8121410338226</c:v>
                </c:pt>
                <c:pt idx="1373">
                  <c:v>155.06291879387365</c:v>
                </c:pt>
                <c:pt idx="1374">
                  <c:v>154.64886127951502</c:v>
                </c:pt>
                <c:pt idx="1375">
                  <c:v>153.6562200861519</c:v>
                </c:pt>
                <c:pt idx="1376">
                  <c:v>154.11066129546907</c:v>
                </c:pt>
                <c:pt idx="1377">
                  <c:v>154.29812141033824</c:v>
                </c:pt>
                <c:pt idx="1378">
                  <c:v>153.04124122527122</c:v>
                </c:pt>
                <c:pt idx="1379">
                  <c:v>153.91896338544993</c:v>
                </c:pt>
                <c:pt idx="1380">
                  <c:v>153.35733088704529</c:v>
                </c:pt>
                <c:pt idx="1381">
                  <c:v>154.06454411295471</c:v>
                </c:pt>
                <c:pt idx="1382">
                  <c:v>153.8748404594767</c:v>
                </c:pt>
                <c:pt idx="1383">
                  <c:v>155.98875239310786</c:v>
                </c:pt>
                <c:pt idx="1384">
                  <c:v>157.0008375877473</c:v>
                </c:pt>
                <c:pt idx="1385">
                  <c:v>157.65470445118061</c:v>
                </c:pt>
                <c:pt idx="1386">
                  <c:v>158.38260808870456</c:v>
                </c:pt>
                <c:pt idx="1387">
                  <c:v>157.72923978940651</c:v>
                </c:pt>
                <c:pt idx="1388">
                  <c:v>157.88603820995536</c:v>
                </c:pt>
                <c:pt idx="1389">
                  <c:v>155.74121529993621</c:v>
                </c:pt>
                <c:pt idx="1390">
                  <c:v>157.2728043235482</c:v>
                </c:pt>
                <c:pt idx="1391">
                  <c:v>158.17520540842375</c:v>
                </c:pt>
                <c:pt idx="1392">
                  <c:v>157.47671705488196</c:v>
                </c:pt>
                <c:pt idx="1393">
                  <c:v>156.74806557115508</c:v>
                </c:pt>
                <c:pt idx="1394">
                  <c:v>157.56820357370773</c:v>
                </c:pt>
                <c:pt idx="1395">
                  <c:v>157.75566368857693</c:v>
                </c:pt>
                <c:pt idx="1396">
                  <c:v>156.8497726547543</c:v>
                </c:pt>
                <c:pt idx="1397">
                  <c:v>156.59126715060628</c:v>
                </c:pt>
                <c:pt idx="1398">
                  <c:v>156.12261686343331</c:v>
                </c:pt>
                <c:pt idx="1399">
                  <c:v>155.81849274090621</c:v>
                </c:pt>
                <c:pt idx="1400">
                  <c:v>152.53644503828974</c:v>
                </c:pt>
                <c:pt idx="1401">
                  <c:v>154.49580208998088</c:v>
                </c:pt>
                <c:pt idx="1402">
                  <c:v>154.97542078813018</c:v>
                </c:pt>
                <c:pt idx="1403">
                  <c:v>156.13458240268028</c:v>
                </c:pt>
                <c:pt idx="1404">
                  <c:v>153.70059229419275</c:v>
                </c:pt>
                <c:pt idx="1405">
                  <c:v>154.57407665922145</c:v>
                </c:pt>
                <c:pt idx="1406">
                  <c:v>153.64973875239312</c:v>
                </c:pt>
                <c:pt idx="1407">
                  <c:v>152.72814294830889</c:v>
                </c:pt>
                <c:pt idx="1408">
                  <c:v>153.45180879068286</c:v>
                </c:pt>
                <c:pt idx="1409">
                  <c:v>154.4165303924697</c:v>
                </c:pt>
                <c:pt idx="1410">
                  <c:v>153.36082083599237</c:v>
                </c:pt>
                <c:pt idx="1411">
                  <c:v>153.1200143586471</c:v>
                </c:pt>
                <c:pt idx="1412">
                  <c:v>153.74496450223359</c:v>
                </c:pt>
                <c:pt idx="1413">
                  <c:v>152.81863233886409</c:v>
                </c:pt>
                <c:pt idx="1414">
                  <c:v>151.86687340459477</c:v>
                </c:pt>
                <c:pt idx="1415">
                  <c:v>147.28457043714104</c:v>
                </c:pt>
                <c:pt idx="1416">
                  <c:v>146.14111359285261</c:v>
                </c:pt>
                <c:pt idx="1417">
                  <c:v>146.19072072431399</c:v>
                </c:pt>
                <c:pt idx="1418">
                  <c:v>144.80770381301852</c:v>
                </c:pt>
                <c:pt idx="1419">
                  <c:v>147.74200303126997</c:v>
                </c:pt>
                <c:pt idx="1420">
                  <c:v>149.0018746011487</c:v>
                </c:pt>
                <c:pt idx="1421">
                  <c:v>146.751356094448</c:v>
                </c:pt>
                <c:pt idx="1422">
                  <c:v>148.78026284301214</c:v>
                </c:pt>
                <c:pt idx="1423">
                  <c:v>149.61685346202935</c:v>
                </c:pt>
                <c:pt idx="1424">
                  <c:v>150.12838026483729</c:v>
                </c:pt>
                <c:pt idx="1425">
                  <c:v>149.84195516911296</c:v>
                </c:pt>
                <c:pt idx="1426">
                  <c:v>150.41081684747925</c:v>
                </c:pt>
                <c:pt idx="1427">
                  <c:v>150.24753709317167</c:v>
                </c:pt>
                <c:pt idx="1428">
                  <c:v>149.18983328015318</c:v>
                </c:pt>
                <c:pt idx="1429">
                  <c:v>149.69014238991704</c:v>
                </c:pt>
                <c:pt idx="1430">
                  <c:v>149.20379307594129</c:v>
                </c:pt>
                <c:pt idx="1431">
                  <c:v>149.36782067645183</c:v>
                </c:pt>
                <c:pt idx="1432">
                  <c:v>147.79834077855776</c:v>
                </c:pt>
                <c:pt idx="1433">
                  <c:v>147.92921386407147</c:v>
                </c:pt>
                <c:pt idx="1434">
                  <c:v>149.91250199425653</c:v>
                </c:pt>
                <c:pt idx="1435">
                  <c:v>149.39274888321634</c:v>
                </c:pt>
                <c:pt idx="1436">
                  <c:v>147.99427648372688</c:v>
                </c:pt>
                <c:pt idx="1437">
                  <c:v>148.15007777600511</c:v>
                </c:pt>
                <c:pt idx="1438">
                  <c:v>148.48336790044675</c:v>
                </c:pt>
                <c:pt idx="1439">
                  <c:v>148.44572630823231</c:v>
                </c:pt>
                <c:pt idx="1440">
                  <c:v>150.38539007657948</c:v>
                </c:pt>
                <c:pt idx="1441">
                  <c:v>149.31048580089345</c:v>
                </c:pt>
                <c:pt idx="1442">
                  <c:v>147.89132298978942</c:v>
                </c:pt>
                <c:pt idx="1443">
                  <c:v>146.71969727185709</c:v>
                </c:pt>
                <c:pt idx="1444">
                  <c:v>146.78451060944482</c:v>
                </c:pt>
                <c:pt idx="1445">
                  <c:v>147.20779156030633</c:v>
                </c:pt>
                <c:pt idx="1446">
                  <c:v>147.63680599872367</c:v>
                </c:pt>
                <c:pt idx="1447">
                  <c:v>150.46690531269945</c:v>
                </c:pt>
                <c:pt idx="1448">
                  <c:v>150.32032745692408</c:v>
                </c:pt>
                <c:pt idx="1449">
                  <c:v>151.83122606892152</c:v>
                </c:pt>
                <c:pt idx="1450">
                  <c:v>152.03588664645821</c:v>
                </c:pt>
                <c:pt idx="1451">
                  <c:v>153.78509891512445</c:v>
                </c:pt>
                <c:pt idx="1452">
                  <c:v>155.75243299298023</c:v>
                </c:pt>
                <c:pt idx="1453">
                  <c:v>155.66219288449267</c:v>
                </c:pt>
                <c:pt idx="1454">
                  <c:v>155.83506999840461</c:v>
                </c:pt>
                <c:pt idx="1455">
                  <c:v>156.00794711231654</c:v>
                </c:pt>
                <c:pt idx="1456">
                  <c:v>154.31980895022338</c:v>
                </c:pt>
                <c:pt idx="1457">
                  <c:v>154.97965858328018</c:v>
                </c:pt>
                <c:pt idx="1458">
                  <c:v>156.82010808870453</c:v>
                </c:pt>
                <c:pt idx="1459">
                  <c:v>157.38722479259732</c:v>
                </c:pt>
                <c:pt idx="1460">
                  <c:v>158.7039326738992</c:v>
                </c:pt>
                <c:pt idx="1461">
                  <c:v>156.75703972559032</c:v>
                </c:pt>
                <c:pt idx="1462">
                  <c:v>158.05131222080408</c:v>
                </c:pt>
                <c:pt idx="1463">
                  <c:v>158.13856094447991</c:v>
                </c:pt>
                <c:pt idx="1464">
                  <c:v>158.07100550414805</c:v>
                </c:pt>
                <c:pt idx="1465">
                  <c:v>158.64435425973198</c:v>
                </c:pt>
                <c:pt idx="1466">
                  <c:v>159.08508495532868</c:v>
                </c:pt>
                <c:pt idx="1467">
                  <c:v>161.31915084556479</c:v>
                </c:pt>
                <c:pt idx="1468">
                  <c:v>163.86257578174857</c:v>
                </c:pt>
                <c:pt idx="1469">
                  <c:v>163.77757059668156</c:v>
                </c:pt>
                <c:pt idx="1470">
                  <c:v>165.15186263560946</c:v>
                </c:pt>
                <c:pt idx="1471">
                  <c:v>169.78501914486282</c:v>
                </c:pt>
                <c:pt idx="1472">
                  <c:v>171.33081724633058</c:v>
                </c:pt>
                <c:pt idx="1473">
                  <c:v>171.56414526164647</c:v>
                </c:pt>
                <c:pt idx="1474">
                  <c:v>169.3517669112955</c:v>
                </c:pt>
                <c:pt idx="1475">
                  <c:v>170.48824385768987</c:v>
                </c:pt>
                <c:pt idx="1476">
                  <c:v>169.57936143905553</c:v>
                </c:pt>
                <c:pt idx="1477">
                  <c:v>170.02383136566687</c:v>
                </c:pt>
                <c:pt idx="1478">
                  <c:v>165.27949505424377</c:v>
                </c:pt>
                <c:pt idx="1479">
                  <c:v>166.16668993299302</c:v>
                </c:pt>
                <c:pt idx="1480">
                  <c:v>169.34229419272498</c:v>
                </c:pt>
                <c:pt idx="1481">
                  <c:v>170.08839542118702</c:v>
                </c:pt>
                <c:pt idx="1482">
                  <c:v>170.41470564773454</c:v>
                </c:pt>
                <c:pt idx="1483">
                  <c:v>170.41894344288448</c:v>
                </c:pt>
                <c:pt idx="1484">
                  <c:v>171.07580169112956</c:v>
                </c:pt>
                <c:pt idx="1485">
                  <c:v>170.3947630823229</c:v>
                </c:pt>
                <c:pt idx="1486">
                  <c:v>171.46542956285899</c:v>
                </c:pt>
                <c:pt idx="1487">
                  <c:v>172.60140794511807</c:v>
                </c:pt>
                <c:pt idx="1488">
                  <c:v>173.10271418315253</c:v>
                </c:pt>
                <c:pt idx="1489">
                  <c:v>171.1438556955967</c:v>
                </c:pt>
                <c:pt idx="1490">
                  <c:v>169.67309149649012</c:v>
                </c:pt>
                <c:pt idx="1491">
                  <c:v>170.89158224313977</c:v>
                </c:pt>
                <c:pt idx="1492">
                  <c:v>172.90827417038929</c:v>
                </c:pt>
                <c:pt idx="1493">
                  <c:v>171.94803964582007</c:v>
                </c:pt>
                <c:pt idx="1494">
                  <c:v>172.59093809827698</c:v>
                </c:pt>
                <c:pt idx="1495">
                  <c:v>173.92758854499041</c:v>
                </c:pt>
                <c:pt idx="1496">
                  <c:v>172.65300933312065</c:v>
                </c:pt>
                <c:pt idx="1497">
                  <c:v>172.01883575303128</c:v>
                </c:pt>
                <c:pt idx="1498">
                  <c:v>172.80158144543714</c:v>
                </c:pt>
                <c:pt idx="1499">
                  <c:v>172.52986399170391</c:v>
                </c:pt>
                <c:pt idx="1500">
                  <c:v>171.97670708359925</c:v>
                </c:pt>
                <c:pt idx="1501">
                  <c:v>171.65712747287813</c:v>
                </c:pt>
                <c:pt idx="1502">
                  <c:v>170.40224154435225</c:v>
                </c:pt>
                <c:pt idx="1503">
                  <c:v>170.91476547543078</c:v>
                </c:pt>
                <c:pt idx="1504">
                  <c:v>167.64642828653479</c:v>
                </c:pt>
                <c:pt idx="1505">
                  <c:v>165.12967653158904</c:v>
                </c:pt>
                <c:pt idx="1506">
                  <c:v>167.96451220485005</c:v>
                </c:pt>
                <c:pt idx="1507">
                  <c:v>168.16992062858967</c:v>
                </c:pt>
                <c:pt idx="1508">
                  <c:v>167.92811702297382</c:v>
                </c:pt>
                <c:pt idx="1509">
                  <c:v>172.04276683152523</c:v>
                </c:pt>
                <c:pt idx="1510">
                  <c:v>172.7250518506701</c:v>
                </c:pt>
                <c:pt idx="1511">
                  <c:v>171.76656230057438</c:v>
                </c:pt>
                <c:pt idx="1512">
                  <c:v>170.6649848436503</c:v>
                </c:pt>
                <c:pt idx="1513">
                  <c:v>170.44910657306957</c:v>
                </c:pt>
                <c:pt idx="1514">
                  <c:v>171.82389717613276</c:v>
                </c:pt>
                <c:pt idx="1515">
                  <c:v>169.15433551372053</c:v>
                </c:pt>
                <c:pt idx="1516">
                  <c:v>169.31188178047225</c:v>
                </c:pt>
                <c:pt idx="1517">
                  <c:v>168.13826180599872</c:v>
                </c:pt>
                <c:pt idx="1518">
                  <c:v>167.11645461072115</c:v>
                </c:pt>
                <c:pt idx="1519">
                  <c:v>166.39029594767072</c:v>
                </c:pt>
                <c:pt idx="1520">
                  <c:v>166.20532865347801</c:v>
                </c:pt>
                <c:pt idx="1521">
                  <c:v>163.98621968730055</c:v>
                </c:pt>
                <c:pt idx="1522">
                  <c:v>164.6555420389279</c:v>
                </c:pt>
                <c:pt idx="1523">
                  <c:v>164.98334795788131</c:v>
                </c:pt>
                <c:pt idx="1524">
                  <c:v>164.53513880025531</c:v>
                </c:pt>
                <c:pt idx="1525">
                  <c:v>161.74991025845566</c:v>
                </c:pt>
                <c:pt idx="1526">
                  <c:v>163.51732011806001</c:v>
                </c:pt>
                <c:pt idx="1527">
                  <c:v>165.77706206126356</c:v>
                </c:pt>
                <c:pt idx="1528">
                  <c:v>166.79164007657948</c:v>
                </c:pt>
                <c:pt idx="1529">
                  <c:v>166.73879227823869</c:v>
                </c:pt>
                <c:pt idx="1530">
                  <c:v>166.32249122527125</c:v>
                </c:pt>
                <c:pt idx="1531">
                  <c:v>165.47518147734525</c:v>
                </c:pt>
                <c:pt idx="1532">
                  <c:v>165.6023153318443</c:v>
                </c:pt>
                <c:pt idx="1533">
                  <c:v>166.53413170070201</c:v>
                </c:pt>
                <c:pt idx="1534">
                  <c:v>164.86768107849394</c:v>
                </c:pt>
                <c:pt idx="1535">
                  <c:v>164.81956963943841</c:v>
                </c:pt>
                <c:pt idx="1536">
                  <c:v>166.27986399170391</c:v>
                </c:pt>
                <c:pt idx="1537">
                  <c:v>165.4963704530951</c:v>
                </c:pt>
                <c:pt idx="1538">
                  <c:v>165.63596841097637</c:v>
                </c:pt>
                <c:pt idx="1539">
                  <c:v>169.6531489310785</c:v>
                </c:pt>
                <c:pt idx="1540">
                  <c:v>172.54307594128909</c:v>
                </c:pt>
                <c:pt idx="1541">
                  <c:v>171.87375358966179</c:v>
                </c:pt>
                <c:pt idx="1542">
                  <c:v>169.44749122527122</c:v>
                </c:pt>
                <c:pt idx="1543">
                  <c:v>165.58885410019147</c:v>
                </c:pt>
                <c:pt idx="1544">
                  <c:v>168.606662811104</c:v>
                </c:pt>
                <c:pt idx="1545">
                  <c:v>172.39774449585195</c:v>
                </c:pt>
                <c:pt idx="1546">
                  <c:v>174.156928047224</c:v>
                </c:pt>
                <c:pt idx="1547">
                  <c:v>173.87199864390558</c:v>
                </c:pt>
                <c:pt idx="1548">
                  <c:v>171.0301830727505</c:v>
                </c:pt>
                <c:pt idx="1549">
                  <c:v>172.60215579132102</c:v>
                </c:pt>
                <c:pt idx="1550">
                  <c:v>173.67631222080411</c:v>
                </c:pt>
                <c:pt idx="1551">
                  <c:v>174.41294073069562</c:v>
                </c:pt>
                <c:pt idx="1552">
                  <c:v>175.75931317804722</c:v>
                </c:pt>
                <c:pt idx="1553">
                  <c:v>172.31049577217615</c:v>
                </c:pt>
                <c:pt idx="1554">
                  <c:v>173.10321274728781</c:v>
                </c:pt>
                <c:pt idx="1555">
                  <c:v>172.79534939374602</c:v>
                </c:pt>
                <c:pt idx="1556">
                  <c:v>173.76530591895343</c:v>
                </c:pt>
                <c:pt idx="1557">
                  <c:v>172.09935386088065</c:v>
                </c:pt>
                <c:pt idx="1558">
                  <c:v>170.99004865985961</c:v>
                </c:pt>
                <c:pt idx="1559">
                  <c:v>169.72643785896619</c:v>
                </c:pt>
                <c:pt idx="1560">
                  <c:v>168.14623883216336</c:v>
                </c:pt>
                <c:pt idx="1561">
                  <c:v>168.84223436502873</c:v>
                </c:pt>
                <c:pt idx="1562">
                  <c:v>169.55842174537332</c:v>
                </c:pt>
                <c:pt idx="1563">
                  <c:v>170.1557015794512</c:v>
                </c:pt>
                <c:pt idx="1564">
                  <c:v>169.55667677089983</c:v>
                </c:pt>
                <c:pt idx="1565">
                  <c:v>167.63446274728781</c:v>
                </c:pt>
                <c:pt idx="1566">
                  <c:v>169.48288927887683</c:v>
                </c:pt>
                <c:pt idx="1567">
                  <c:v>168.62810106892152</c:v>
                </c:pt>
                <c:pt idx="1568">
                  <c:v>169.00327058072753</c:v>
                </c:pt>
                <c:pt idx="1569">
                  <c:v>169.75360960433952</c:v>
                </c:pt>
                <c:pt idx="1570">
                  <c:v>170.12753270580728</c:v>
                </c:pt>
                <c:pt idx="1571">
                  <c:v>170.53012324505426</c:v>
                </c:pt>
                <c:pt idx="1572">
                  <c:v>170.15644942565413</c:v>
                </c:pt>
                <c:pt idx="1573">
                  <c:v>169.79798181238039</c:v>
                </c:pt>
                <c:pt idx="1574">
                  <c:v>173.40808471601787</c:v>
                </c:pt>
                <c:pt idx="1575">
                  <c:v>173.53721282705808</c:v>
                </c:pt>
                <c:pt idx="1576">
                  <c:v>173.20840977983408</c:v>
                </c:pt>
                <c:pt idx="1577">
                  <c:v>173.14982849393746</c:v>
                </c:pt>
                <c:pt idx="1578">
                  <c:v>171.88297702616464</c:v>
                </c:pt>
                <c:pt idx="1579">
                  <c:v>172.9546406349713</c:v>
                </c:pt>
                <c:pt idx="1580">
                  <c:v>172.36608567326101</c:v>
                </c:pt>
                <c:pt idx="1581">
                  <c:v>173.40484404913849</c:v>
                </c:pt>
                <c:pt idx="1582">
                  <c:v>173.57859365028716</c:v>
                </c:pt>
                <c:pt idx="1583">
                  <c:v>173.56164246968731</c:v>
                </c:pt>
                <c:pt idx="1584">
                  <c:v>173.95151962348439</c:v>
                </c:pt>
                <c:pt idx="1585">
                  <c:v>175.70945676451819</c:v>
                </c:pt>
                <c:pt idx="1586">
                  <c:v>175.69998404594767</c:v>
                </c:pt>
                <c:pt idx="1587">
                  <c:v>174.78960593490746</c:v>
                </c:pt>
                <c:pt idx="1588">
                  <c:v>175.82612077217615</c:v>
                </c:pt>
                <c:pt idx="1589">
                  <c:v>175.18546585832803</c:v>
                </c:pt>
                <c:pt idx="1590">
                  <c:v>176.36880783343969</c:v>
                </c:pt>
                <c:pt idx="1591">
                  <c:v>177.85004187938736</c:v>
                </c:pt>
                <c:pt idx="1592">
                  <c:v>177.43374082641992</c:v>
                </c:pt>
                <c:pt idx="1593">
                  <c:v>178.14344687300576</c:v>
                </c:pt>
                <c:pt idx="1594">
                  <c:v>177.72290802488834</c:v>
                </c:pt>
                <c:pt idx="1595">
                  <c:v>177.78772136247608</c:v>
                </c:pt>
                <c:pt idx="1596">
                  <c:v>179.09171585832803</c:v>
                </c:pt>
                <c:pt idx="1597">
                  <c:v>180.13745413209955</c:v>
                </c:pt>
                <c:pt idx="1598">
                  <c:v>180.39820317485643</c:v>
                </c:pt>
                <c:pt idx="1599">
                  <c:v>180.91471561901724</c:v>
                </c:pt>
                <c:pt idx="1600">
                  <c:v>181.36566687938739</c:v>
                </c:pt>
                <c:pt idx="1601">
                  <c:v>180.97703613592856</c:v>
                </c:pt>
                <c:pt idx="1602">
                  <c:v>180.42412850989155</c:v>
                </c:pt>
                <c:pt idx="1603">
                  <c:v>180.69235601467776</c:v>
                </c:pt>
                <c:pt idx="1604">
                  <c:v>179.5157446553925</c:v>
                </c:pt>
                <c:pt idx="1605">
                  <c:v>179.75455687619655</c:v>
                </c:pt>
                <c:pt idx="1606">
                  <c:v>180.65247088385453</c:v>
                </c:pt>
                <c:pt idx="1607">
                  <c:v>179.94775047862157</c:v>
                </c:pt>
                <c:pt idx="1608">
                  <c:v>180.65421585832803</c:v>
                </c:pt>
                <c:pt idx="1609">
                  <c:v>180.56347718570515</c:v>
                </c:pt>
                <c:pt idx="1610">
                  <c:v>181.43197590938101</c:v>
                </c:pt>
                <c:pt idx="1611">
                  <c:v>180.6721641671985</c:v>
                </c:pt>
                <c:pt idx="1612">
                  <c:v>181.71191967134655</c:v>
                </c:pt>
                <c:pt idx="1613">
                  <c:v>180.37601707083599</c:v>
                </c:pt>
                <c:pt idx="1614">
                  <c:v>180.40244097000638</c:v>
                </c:pt>
                <c:pt idx="1615">
                  <c:v>180.3638022495214</c:v>
                </c:pt>
                <c:pt idx="1616">
                  <c:v>180.03300494575626</c:v>
                </c:pt>
                <c:pt idx="1617">
                  <c:v>179.84803765156349</c:v>
                </c:pt>
                <c:pt idx="1618">
                  <c:v>180.39521179004467</c:v>
                </c:pt>
                <c:pt idx="1619">
                  <c:v>180.74719806955969</c:v>
                </c:pt>
                <c:pt idx="1620">
                  <c:v>180.3824984045948</c:v>
                </c:pt>
                <c:pt idx="1621">
                  <c:v>180.63103262603704</c:v>
                </c:pt>
                <c:pt idx="1622">
                  <c:v>180.79730376515636</c:v>
                </c:pt>
                <c:pt idx="1623">
                  <c:v>182.26831724633058</c:v>
                </c:pt>
                <c:pt idx="1624">
                  <c:v>181.90984963305681</c:v>
                </c:pt>
                <c:pt idx="1625">
                  <c:v>181.28190810465861</c:v>
                </c:pt>
                <c:pt idx="1626">
                  <c:v>181.27966456604977</c:v>
                </c:pt>
                <c:pt idx="1627">
                  <c:v>179.4334815730696</c:v>
                </c:pt>
                <c:pt idx="1628">
                  <c:v>179.74184349074667</c:v>
                </c:pt>
                <c:pt idx="1629">
                  <c:v>180.47996769304405</c:v>
                </c:pt>
                <c:pt idx="1630">
                  <c:v>183.60147774409702</c:v>
                </c:pt>
                <c:pt idx="1631">
                  <c:v>181.88841137523929</c:v>
                </c:pt>
                <c:pt idx="1632">
                  <c:v>182.9802668315252</c:v>
                </c:pt>
                <c:pt idx="1633">
                  <c:v>182.82247128270583</c:v>
                </c:pt>
                <c:pt idx="1634">
                  <c:v>182.93265395660501</c:v>
                </c:pt>
                <c:pt idx="1635">
                  <c:v>182.16162452137846</c:v>
                </c:pt>
                <c:pt idx="1636">
                  <c:v>181.60622407466496</c:v>
                </c:pt>
                <c:pt idx="1637">
                  <c:v>182.08484564454372</c:v>
                </c:pt>
                <c:pt idx="1638">
                  <c:v>183.68124800574347</c:v>
                </c:pt>
                <c:pt idx="1639">
                  <c:v>184.24063696553924</c:v>
                </c:pt>
                <c:pt idx="1640">
                  <c:v>186.85460872686664</c:v>
                </c:pt>
                <c:pt idx="1641">
                  <c:v>188.14962906828336</c:v>
                </c:pt>
                <c:pt idx="1642">
                  <c:v>192.42606293873646</c:v>
                </c:pt>
                <c:pt idx="1643">
                  <c:v>191.89484285258459</c:v>
                </c:pt>
                <c:pt idx="1644">
                  <c:v>190.61502871729422</c:v>
                </c:pt>
                <c:pt idx="1645">
                  <c:v>191.68843730057435</c:v>
                </c:pt>
                <c:pt idx="1646">
                  <c:v>192.79824106573068</c:v>
                </c:pt>
                <c:pt idx="1647">
                  <c:v>193.54010449904277</c:v>
                </c:pt>
                <c:pt idx="1648">
                  <c:v>195.18885609444797</c:v>
                </c:pt>
                <c:pt idx="1649">
                  <c:v>197.08090698787493</c:v>
                </c:pt>
                <c:pt idx="1650">
                  <c:v>197.65425574345883</c:v>
                </c:pt>
                <c:pt idx="1651">
                  <c:v>200.90339821314615</c:v>
                </c:pt>
                <c:pt idx="1652">
                  <c:v>200.55365547223997</c:v>
                </c:pt>
                <c:pt idx="1653">
                  <c:v>200.26847678685388</c:v>
                </c:pt>
                <c:pt idx="1654">
                  <c:v>200.87074226228464</c:v>
                </c:pt>
                <c:pt idx="1655">
                  <c:v>200.73912133056794</c:v>
                </c:pt>
                <c:pt idx="1656">
                  <c:v>202.30710553605618</c:v>
                </c:pt>
                <c:pt idx="1657">
                  <c:v>202.37889877153799</c:v>
                </c:pt>
                <c:pt idx="1658">
                  <c:v>201.76666201340146</c:v>
                </c:pt>
                <c:pt idx="1659">
                  <c:v>201.94091017868541</c:v>
                </c:pt>
                <c:pt idx="1660">
                  <c:v>204.44918634333123</c:v>
                </c:pt>
                <c:pt idx="1661">
                  <c:v>203.40868299298026</c:v>
                </c:pt>
                <c:pt idx="1662">
                  <c:v>205.25735880663686</c:v>
                </c:pt>
                <c:pt idx="1663">
                  <c:v>207.50214382578176</c:v>
                </c:pt>
                <c:pt idx="1664">
                  <c:v>206.94026204530954</c:v>
                </c:pt>
                <c:pt idx="1665">
                  <c:v>207.14741544352268</c:v>
                </c:pt>
                <c:pt idx="1666">
                  <c:v>204.86449026802811</c:v>
                </c:pt>
                <c:pt idx="1667">
                  <c:v>203.01830727504785</c:v>
                </c:pt>
                <c:pt idx="1668">
                  <c:v>202.83059787811104</c:v>
                </c:pt>
                <c:pt idx="1669">
                  <c:v>201.77962468091897</c:v>
                </c:pt>
                <c:pt idx="1670">
                  <c:v>201.55227943522655</c:v>
                </c:pt>
                <c:pt idx="1671">
                  <c:v>201.41492501595408</c:v>
                </c:pt>
                <c:pt idx="1672">
                  <c:v>201.64650805679645</c:v>
                </c:pt>
                <c:pt idx="1673">
                  <c:v>201.55701579451181</c:v>
                </c:pt>
                <c:pt idx="1674">
                  <c:v>200.26049976068921</c:v>
                </c:pt>
                <c:pt idx="1675">
                  <c:v>200.55440331844289</c:v>
                </c:pt>
                <c:pt idx="1676">
                  <c:v>199.3924996011487</c:v>
                </c:pt>
                <c:pt idx="1677">
                  <c:v>201.01133734843651</c:v>
                </c:pt>
                <c:pt idx="1678">
                  <c:v>203.45779156030633</c:v>
                </c:pt>
                <c:pt idx="1679">
                  <c:v>205.15615028717295</c:v>
                </c:pt>
                <c:pt idx="1680">
                  <c:v>206.29187938736439</c:v>
                </c:pt>
                <c:pt idx="1681">
                  <c:v>207.22394503828974</c:v>
                </c:pt>
                <c:pt idx="1682">
                  <c:v>200.60874680918954</c:v>
                </c:pt>
                <c:pt idx="1683">
                  <c:v>197.91176411933631</c:v>
                </c:pt>
                <c:pt idx="1684">
                  <c:v>196.20717334077855</c:v>
                </c:pt>
                <c:pt idx="1685">
                  <c:v>193.81581046585836</c:v>
                </c:pt>
                <c:pt idx="1686">
                  <c:v>191.90232131461394</c:v>
                </c:pt>
                <c:pt idx="1687">
                  <c:v>193.57674896298661</c:v>
                </c:pt>
                <c:pt idx="1688">
                  <c:v>194.17128669432034</c:v>
                </c:pt>
                <c:pt idx="1689">
                  <c:v>190.49412691448632</c:v>
                </c:pt>
                <c:pt idx="1690">
                  <c:v>190.56168235481815</c:v>
                </c:pt>
                <c:pt idx="1691">
                  <c:v>192.76309229419275</c:v>
                </c:pt>
                <c:pt idx="1692">
                  <c:v>192.52652361199745</c:v>
                </c:pt>
                <c:pt idx="1693">
                  <c:v>191.29955727504785</c:v>
                </c:pt>
                <c:pt idx="1694">
                  <c:v>192.99467533503511</c:v>
                </c:pt>
                <c:pt idx="1695">
                  <c:v>194.91240228142951</c:v>
                </c:pt>
                <c:pt idx="1696">
                  <c:v>194.26177608487558</c:v>
                </c:pt>
                <c:pt idx="1697">
                  <c:v>194.0279495054244</c:v>
                </c:pt>
                <c:pt idx="1698">
                  <c:v>192.15933112635614</c:v>
                </c:pt>
                <c:pt idx="1699">
                  <c:v>194.00501555520106</c:v>
                </c:pt>
                <c:pt idx="1700">
                  <c:v>195.82751675175498</c:v>
                </c:pt>
                <c:pt idx="1701">
                  <c:v>194.51305240906191</c:v>
                </c:pt>
                <c:pt idx="1702">
                  <c:v>194.50706963943841</c:v>
                </c:pt>
                <c:pt idx="1703">
                  <c:v>193.77442964262923</c:v>
                </c:pt>
                <c:pt idx="1704">
                  <c:v>191.20757219208681</c:v>
                </c:pt>
                <c:pt idx="1705">
                  <c:v>192.24682913209955</c:v>
                </c:pt>
                <c:pt idx="1706">
                  <c:v>190.34281269942565</c:v>
                </c:pt>
                <c:pt idx="1707">
                  <c:v>190.74939175175496</c:v>
                </c:pt>
                <c:pt idx="1708">
                  <c:v>187.19662372367583</c:v>
                </c:pt>
                <c:pt idx="1709">
                  <c:v>186.08831565092535</c:v>
                </c:pt>
                <c:pt idx="1710">
                  <c:v>186.39792397894067</c:v>
                </c:pt>
                <c:pt idx="1711">
                  <c:v>186.75140595086154</c:v>
                </c:pt>
                <c:pt idx="1712">
                  <c:v>188.91891352903639</c:v>
                </c:pt>
                <c:pt idx="1713">
                  <c:v>186.95207801531589</c:v>
                </c:pt>
                <c:pt idx="1714">
                  <c:v>183.58053805041482</c:v>
                </c:pt>
                <c:pt idx="1715">
                  <c:v>185.34545508934269</c:v>
                </c:pt>
                <c:pt idx="1716">
                  <c:v>187.75900406828333</c:v>
                </c:pt>
                <c:pt idx="1717">
                  <c:v>190.45972598915125</c:v>
                </c:pt>
                <c:pt idx="1718">
                  <c:v>190.39939972878116</c:v>
                </c:pt>
                <c:pt idx="1719">
                  <c:v>188.5746549936184</c:v>
                </c:pt>
                <c:pt idx="1720">
                  <c:v>187.67250319081049</c:v>
                </c:pt>
                <c:pt idx="1721">
                  <c:v>186.58588265794515</c:v>
                </c:pt>
                <c:pt idx="1722">
                  <c:v>185.68697152201662</c:v>
                </c:pt>
                <c:pt idx="1723">
                  <c:v>181.66679961710275</c:v>
                </c:pt>
                <c:pt idx="1724">
                  <c:v>179.90512324505426</c:v>
                </c:pt>
                <c:pt idx="1725">
                  <c:v>181.16225271218894</c:v>
                </c:pt>
                <c:pt idx="1726">
                  <c:v>182.00357969049142</c:v>
                </c:pt>
                <c:pt idx="1727">
                  <c:v>184.44430041480538</c:v>
                </c:pt>
                <c:pt idx="1728">
                  <c:v>184.03871849074667</c:v>
                </c:pt>
                <c:pt idx="1729">
                  <c:v>183.88740427568604</c:v>
                </c:pt>
                <c:pt idx="1730">
                  <c:v>185.27989390555203</c:v>
                </c:pt>
                <c:pt idx="1731">
                  <c:v>184.61181796426291</c:v>
                </c:pt>
                <c:pt idx="1732">
                  <c:v>184.84589382578176</c:v>
                </c:pt>
                <c:pt idx="1733">
                  <c:v>187.36015276005105</c:v>
                </c:pt>
                <c:pt idx="1734">
                  <c:v>187.49027799936187</c:v>
                </c:pt>
                <c:pt idx="1735">
                  <c:v>188.45898811423103</c:v>
                </c:pt>
                <c:pt idx="1736">
                  <c:v>189.01040004786216</c:v>
                </c:pt>
                <c:pt idx="1737">
                  <c:v>187.57229179961712</c:v>
                </c:pt>
                <c:pt idx="1738">
                  <c:v>188.77856772495215</c:v>
                </c:pt>
                <c:pt idx="1739">
                  <c:v>189.37485043075944</c:v>
                </c:pt>
                <c:pt idx="1740">
                  <c:v>188.70602664326742</c:v>
                </c:pt>
                <c:pt idx="1741">
                  <c:v>189.41922263880025</c:v>
                </c:pt>
                <c:pt idx="1742">
                  <c:v>189.88936861837908</c:v>
                </c:pt>
                <c:pt idx="1743">
                  <c:v>188.53701340140395</c:v>
                </c:pt>
                <c:pt idx="1744">
                  <c:v>189.39903079132102</c:v>
                </c:pt>
                <c:pt idx="1745">
                  <c:v>186.97725550414808</c:v>
                </c:pt>
                <c:pt idx="1746">
                  <c:v>184.99920229738356</c:v>
                </c:pt>
                <c:pt idx="1747">
                  <c:v>182.8803047223995</c:v>
                </c:pt>
                <c:pt idx="1748">
                  <c:v>183.53591656030633</c:v>
                </c:pt>
                <c:pt idx="1749">
                  <c:v>179.19068083918316</c:v>
                </c:pt>
                <c:pt idx="1750">
                  <c:v>181.39184149649012</c:v>
                </c:pt>
                <c:pt idx="1751">
                  <c:v>179.31756541161459</c:v>
                </c:pt>
                <c:pt idx="1752">
                  <c:v>180.42188497128274</c:v>
                </c:pt>
                <c:pt idx="1753">
                  <c:v>181.8126296266752</c:v>
                </c:pt>
                <c:pt idx="1754">
                  <c:v>185.3850909380983</c:v>
                </c:pt>
                <c:pt idx="1755">
                  <c:v>187.36788050414808</c:v>
                </c:pt>
                <c:pt idx="1756">
                  <c:v>186.79802169751116</c:v>
                </c:pt>
                <c:pt idx="1757">
                  <c:v>187.00343012125083</c:v>
                </c:pt>
                <c:pt idx="1758">
                  <c:v>183.29685505743458</c:v>
                </c:pt>
                <c:pt idx="1759">
                  <c:v>183.30184069878749</c:v>
                </c:pt>
                <c:pt idx="1760">
                  <c:v>183.7350929323548</c:v>
                </c:pt>
                <c:pt idx="1761">
                  <c:v>184.38173061582646</c:v>
                </c:pt>
                <c:pt idx="1762">
                  <c:v>182.83169471920871</c:v>
                </c:pt>
                <c:pt idx="1763">
                  <c:v>177.79420269623486</c:v>
                </c:pt>
                <c:pt idx="1764">
                  <c:v>181.67028956604977</c:v>
                </c:pt>
                <c:pt idx="1765">
                  <c:v>181.78022295788134</c:v>
                </c:pt>
                <c:pt idx="1766">
                  <c:v>182.33337986598596</c:v>
                </c:pt>
                <c:pt idx="1767">
                  <c:v>181.969428047224</c:v>
                </c:pt>
                <c:pt idx="1768">
                  <c:v>180.48171266751757</c:v>
                </c:pt>
                <c:pt idx="1769">
                  <c:v>178.88406389597961</c:v>
                </c:pt>
                <c:pt idx="1770">
                  <c:v>179.1495492980217</c:v>
                </c:pt>
                <c:pt idx="1771">
                  <c:v>173.17700023931079</c:v>
                </c:pt>
                <c:pt idx="1772">
                  <c:v>175.9559967294193</c:v>
                </c:pt>
                <c:pt idx="1773">
                  <c:v>177.06704690491387</c:v>
                </c:pt>
                <c:pt idx="1774">
                  <c:v>176.31446434269304</c:v>
                </c:pt>
                <c:pt idx="1775">
                  <c:v>174.59516592214425</c:v>
                </c:pt>
                <c:pt idx="1776">
                  <c:v>172.64204092214425</c:v>
                </c:pt>
                <c:pt idx="1777">
                  <c:v>167.80397455328654</c:v>
                </c:pt>
                <c:pt idx="1778">
                  <c:v>169.54620692405874</c:v>
                </c:pt>
                <c:pt idx="1779">
                  <c:v>171.93956405552012</c:v>
                </c:pt>
                <c:pt idx="1780">
                  <c:v>177.14133296107212</c:v>
                </c:pt>
                <c:pt idx="1781">
                  <c:v>177.55688616783664</c:v>
                </c:pt>
                <c:pt idx="1782">
                  <c:v>177.43598436502873</c:v>
                </c:pt>
                <c:pt idx="1783">
                  <c:v>177.73786494894702</c:v>
                </c:pt>
                <c:pt idx="1784">
                  <c:v>180.84716017868539</c:v>
                </c:pt>
                <c:pt idx="1785">
                  <c:v>183.38535019144865</c:v>
                </c:pt>
                <c:pt idx="1786">
                  <c:v>180.22769424058711</c:v>
                </c:pt>
                <c:pt idx="1787">
                  <c:v>178.91996051372053</c:v>
                </c:pt>
                <c:pt idx="1788">
                  <c:v>178.43535617421827</c:v>
                </c:pt>
                <c:pt idx="1789">
                  <c:v>178.47175135609447</c:v>
                </c:pt>
                <c:pt idx="1790">
                  <c:v>177.10369136885771</c:v>
                </c:pt>
                <c:pt idx="1791">
                  <c:v>177.7852285417996</c:v>
                </c:pt>
                <c:pt idx="1792">
                  <c:v>177.68900566368859</c:v>
                </c:pt>
                <c:pt idx="1793">
                  <c:v>178.77637404275688</c:v>
                </c:pt>
                <c:pt idx="1794">
                  <c:v>180.91770700382898</c:v>
                </c:pt>
                <c:pt idx="1795">
                  <c:v>183.03361319400128</c:v>
                </c:pt>
                <c:pt idx="1796">
                  <c:v>185.42472678685385</c:v>
                </c:pt>
                <c:pt idx="1797">
                  <c:v>187.74329929802173</c:v>
                </c:pt>
                <c:pt idx="1798">
                  <c:v>187.40477425015956</c:v>
                </c:pt>
                <c:pt idx="1799">
                  <c:v>187.26916480536056</c:v>
                </c:pt>
                <c:pt idx="1800">
                  <c:v>191.06298859285261</c:v>
                </c:pt>
                <c:pt idx="1801">
                  <c:v>190.63222917996171</c:v>
                </c:pt>
                <c:pt idx="1802">
                  <c:v>189.11235641352906</c:v>
                </c:pt>
                <c:pt idx="1803">
                  <c:v>190.40862316528398</c:v>
                </c:pt>
                <c:pt idx="1804">
                  <c:v>191.55881062539885</c:v>
                </c:pt>
                <c:pt idx="1805">
                  <c:v>186.15088544990431</c:v>
                </c:pt>
                <c:pt idx="1806">
                  <c:v>188.07235162731337</c:v>
                </c:pt>
                <c:pt idx="1807">
                  <c:v>189.48378669432037</c:v>
                </c:pt>
                <c:pt idx="1808">
                  <c:v>188.33484564454369</c:v>
                </c:pt>
                <c:pt idx="1809">
                  <c:v>185.30332641991066</c:v>
                </c:pt>
                <c:pt idx="1810">
                  <c:v>188.78978541799617</c:v>
                </c:pt>
                <c:pt idx="1811">
                  <c:v>187.63211949585198</c:v>
                </c:pt>
                <c:pt idx="1812">
                  <c:v>191.74901284301214</c:v>
                </c:pt>
                <c:pt idx="1813">
                  <c:v>190.47219009253354</c:v>
                </c:pt>
                <c:pt idx="1814">
                  <c:v>190.87677488832168</c:v>
                </c:pt>
                <c:pt idx="1815">
                  <c:v>187.5688018506701</c:v>
                </c:pt>
                <c:pt idx="1816">
                  <c:v>186.50312101148694</c:v>
                </c:pt>
                <c:pt idx="1817">
                  <c:v>185.8612196873006</c:v>
                </c:pt>
                <c:pt idx="1818">
                  <c:v>183.13257817485641</c:v>
                </c:pt>
                <c:pt idx="1819">
                  <c:v>184.0294950542438</c:v>
                </c:pt>
                <c:pt idx="1820">
                  <c:v>182.76563497128274</c:v>
                </c:pt>
                <c:pt idx="1821">
                  <c:v>180.58865467453734</c:v>
                </c:pt>
                <c:pt idx="1822">
                  <c:v>183.90610043075944</c:v>
                </c:pt>
                <c:pt idx="1823">
                  <c:v>183.26968331206129</c:v>
                </c:pt>
                <c:pt idx="1824">
                  <c:v>187.05503150925335</c:v>
                </c:pt>
                <c:pt idx="1825">
                  <c:v>189.39977863752395</c:v>
                </c:pt>
                <c:pt idx="1826">
                  <c:v>188.16034819719209</c:v>
                </c:pt>
                <c:pt idx="1827">
                  <c:v>192.17827656349712</c:v>
                </c:pt>
                <c:pt idx="1828">
                  <c:v>192.00103701340143</c:v>
                </c:pt>
                <c:pt idx="1829">
                  <c:v>189.50846561901724</c:v>
                </c:pt>
                <c:pt idx="1830">
                  <c:v>189.11011287492022</c:v>
                </c:pt>
                <c:pt idx="1831">
                  <c:v>188.70253669432034</c:v>
                </c:pt>
                <c:pt idx="1832">
                  <c:v>190.66438656668794</c:v>
                </c:pt>
                <c:pt idx="1833">
                  <c:v>192.49760689215063</c:v>
                </c:pt>
                <c:pt idx="1834">
                  <c:v>193.01137723356732</c:v>
                </c:pt>
                <c:pt idx="1835">
                  <c:v>191.62088186024252</c:v>
                </c:pt>
                <c:pt idx="1836">
                  <c:v>191.93373085513724</c:v>
                </c:pt>
                <c:pt idx="1837">
                  <c:v>190.81993857689855</c:v>
                </c:pt>
                <c:pt idx="1838">
                  <c:v>190.64319759093812</c:v>
                </c:pt>
                <c:pt idx="1839">
                  <c:v>187.70366344926612</c:v>
                </c:pt>
                <c:pt idx="1840">
                  <c:v>185.73682793554565</c:v>
                </c:pt>
                <c:pt idx="1841">
                  <c:v>186.66565291959159</c:v>
                </c:pt>
                <c:pt idx="1842">
                  <c:v>186.60607450542437</c:v>
                </c:pt>
                <c:pt idx="1843">
                  <c:v>184.85810864709637</c:v>
                </c:pt>
                <c:pt idx="1844">
                  <c:v>184.46449226228467</c:v>
                </c:pt>
                <c:pt idx="1845">
                  <c:v>183.62565810465861</c:v>
                </c:pt>
                <c:pt idx="1846">
                  <c:v>182.57991983088706</c:v>
                </c:pt>
                <c:pt idx="1847">
                  <c:v>180.80204012444165</c:v>
                </c:pt>
                <c:pt idx="1848">
                  <c:v>184.04868977345248</c:v>
                </c:pt>
                <c:pt idx="1849">
                  <c:v>186.05291759731972</c:v>
                </c:pt>
                <c:pt idx="1850">
                  <c:v>184.28575701978303</c:v>
                </c:pt>
                <c:pt idx="1851">
                  <c:v>186.04668554562861</c:v>
                </c:pt>
                <c:pt idx="1852">
                  <c:v>188.35179682514359</c:v>
                </c:pt>
                <c:pt idx="1853">
                  <c:v>189.96888959795788</c:v>
                </c:pt>
                <c:pt idx="1854">
                  <c:v>190.31738592852585</c:v>
                </c:pt>
                <c:pt idx="1855">
                  <c:v>187.90059628270581</c:v>
                </c:pt>
                <c:pt idx="1856">
                  <c:v>187.78193801850674</c:v>
                </c:pt>
                <c:pt idx="1857">
                  <c:v>193.07319918634334</c:v>
                </c:pt>
                <c:pt idx="1858">
                  <c:v>198.20741265156352</c:v>
                </c:pt>
                <c:pt idx="1859">
                  <c:v>197.88309668155713</c:v>
                </c:pt>
                <c:pt idx="1860">
                  <c:v>203.11577656349712</c:v>
                </c:pt>
                <c:pt idx="1861">
                  <c:v>202.9589781429483</c:v>
                </c:pt>
                <c:pt idx="1862">
                  <c:v>204.0386187779196</c:v>
                </c:pt>
                <c:pt idx="1863">
                  <c:v>204.62642589342695</c:v>
                </c:pt>
                <c:pt idx="1864">
                  <c:v>202.29140076579455</c:v>
                </c:pt>
                <c:pt idx="1865">
                  <c:v>204.18395022335676</c:v>
                </c:pt>
                <c:pt idx="1866">
                  <c:v>203.89927010210599</c:v>
                </c:pt>
                <c:pt idx="1867">
                  <c:v>206.89813337587753</c:v>
                </c:pt>
                <c:pt idx="1868">
                  <c:v>206.70618618379072</c:v>
                </c:pt>
                <c:pt idx="1869">
                  <c:v>206.80365547223997</c:v>
                </c:pt>
                <c:pt idx="1870">
                  <c:v>209.14840260051056</c:v>
                </c:pt>
                <c:pt idx="1871">
                  <c:v>210.80787332482453</c:v>
                </c:pt>
                <c:pt idx="1872">
                  <c:v>211.9034680121251</c:v>
                </c:pt>
                <c:pt idx="1873">
                  <c:v>211.32613074345886</c:v>
                </c:pt>
                <c:pt idx="1874">
                  <c:v>208.39507219208681</c:v>
                </c:pt>
                <c:pt idx="1875">
                  <c:v>209.57791560306322</c:v>
                </c:pt>
                <c:pt idx="1876">
                  <c:v>210.75128629546907</c:v>
                </c:pt>
                <c:pt idx="1877">
                  <c:v>211.82693841735804</c:v>
                </c:pt>
                <c:pt idx="1878">
                  <c:v>212.0231234045948</c:v>
                </c:pt>
                <c:pt idx="1879">
                  <c:v>213.37797144224635</c:v>
                </c:pt>
                <c:pt idx="1880">
                  <c:v>212.50872487236759</c:v>
                </c:pt>
                <c:pt idx="1881">
                  <c:v>213.53626555520103</c:v>
                </c:pt>
                <c:pt idx="1882">
                  <c:v>214.03807035737083</c:v>
                </c:pt>
                <c:pt idx="1883">
                  <c:v>214.27538688576902</c:v>
                </c:pt>
                <c:pt idx="1884">
                  <c:v>213.4931397574984</c:v>
                </c:pt>
                <c:pt idx="1885">
                  <c:v>211.78256620931717</c:v>
                </c:pt>
                <c:pt idx="1886">
                  <c:v>211.67687061263564</c:v>
                </c:pt>
                <c:pt idx="1887">
                  <c:v>214.20359365028716</c:v>
                </c:pt>
                <c:pt idx="1888">
                  <c:v>215.75786734205491</c:v>
                </c:pt>
                <c:pt idx="1889">
                  <c:v>216.98657865347801</c:v>
                </c:pt>
                <c:pt idx="1890">
                  <c:v>214.11011287492022</c:v>
                </c:pt>
                <c:pt idx="1891">
                  <c:v>213.83739829291645</c:v>
                </c:pt>
                <c:pt idx="1892">
                  <c:v>214.07172343650291</c:v>
                </c:pt>
                <c:pt idx="1893">
                  <c:v>214.38108248245052</c:v>
                </c:pt>
                <c:pt idx="1894">
                  <c:v>213.53526842693049</c:v>
                </c:pt>
                <c:pt idx="1895">
                  <c:v>213.23064574026805</c:v>
                </c:pt>
                <c:pt idx="1896">
                  <c:v>214.05302728142951</c:v>
                </c:pt>
                <c:pt idx="1897">
                  <c:v>218.47653757179324</c:v>
                </c:pt>
                <c:pt idx="1898">
                  <c:v>216.86218690172305</c:v>
                </c:pt>
                <c:pt idx="1899">
                  <c:v>217.70575741863439</c:v>
                </c:pt>
                <c:pt idx="1900">
                  <c:v>218.15097519144865</c:v>
                </c:pt>
                <c:pt idx="1901">
                  <c:v>217.01948388640716</c:v>
                </c:pt>
                <c:pt idx="1902">
                  <c:v>217.44849832482453</c:v>
                </c:pt>
                <c:pt idx="1903">
                  <c:v>218.30353581684747</c:v>
                </c:pt>
                <c:pt idx="1904">
                  <c:v>218.55904993618381</c:v>
                </c:pt>
                <c:pt idx="1905">
                  <c:v>218.97859165603063</c:v>
                </c:pt>
                <c:pt idx="1906">
                  <c:v>220.62235761008299</c:v>
                </c:pt>
                <c:pt idx="1907">
                  <c:v>220.27884692086795</c:v>
                </c:pt>
                <c:pt idx="1908">
                  <c:v>219.57562220804084</c:v>
                </c:pt>
                <c:pt idx="1909">
                  <c:v>215.34306198149332</c:v>
                </c:pt>
                <c:pt idx="1910">
                  <c:v>217.65141392788769</c:v>
                </c:pt>
                <c:pt idx="1911">
                  <c:v>219.27473875239315</c:v>
                </c:pt>
                <c:pt idx="1912">
                  <c:v>221.86178805041484</c:v>
                </c:pt>
                <c:pt idx="1913">
                  <c:v>224.75495572750478</c:v>
                </c:pt>
                <c:pt idx="1914">
                  <c:v>223.62919791001917</c:v>
                </c:pt>
                <c:pt idx="1915">
                  <c:v>219.05611837906829</c:v>
                </c:pt>
                <c:pt idx="1916">
                  <c:v>220.455837188896</c:v>
                </c:pt>
                <c:pt idx="1917">
                  <c:v>219.19197710593491</c:v>
                </c:pt>
                <c:pt idx="1918">
                  <c:v>221.14435425973201</c:v>
                </c:pt>
                <c:pt idx="1919">
                  <c:v>221.39064494256542</c:v>
                </c:pt>
                <c:pt idx="1920">
                  <c:v>216.76222479259738</c:v>
                </c:pt>
                <c:pt idx="1921">
                  <c:v>220.79934787811109</c:v>
                </c:pt>
                <c:pt idx="1922">
                  <c:v>219.85282386726232</c:v>
                </c:pt>
                <c:pt idx="1923">
                  <c:v>218.43740028717295</c:v>
                </c:pt>
                <c:pt idx="1924">
                  <c:v>216.02385130823228</c:v>
                </c:pt>
                <c:pt idx="1925">
                  <c:v>212.21207921186985</c:v>
                </c:pt>
                <c:pt idx="1926">
                  <c:v>215.36400167517547</c:v>
                </c:pt>
                <c:pt idx="1927">
                  <c:v>214.56530193044037</c:v>
                </c:pt>
                <c:pt idx="1928">
                  <c:v>215.14563058391835</c:v>
                </c:pt>
                <c:pt idx="1929">
                  <c:v>215.29445197830253</c:v>
                </c:pt>
                <c:pt idx="1930">
                  <c:v>217.95105097319723</c:v>
                </c:pt>
                <c:pt idx="1931">
                  <c:v>218.82254108168476</c:v>
                </c:pt>
                <c:pt idx="1932">
                  <c:v>220.76993259412893</c:v>
                </c:pt>
                <c:pt idx="1933">
                  <c:v>220.71035417996171</c:v>
                </c:pt>
                <c:pt idx="1934">
                  <c:v>220.41570277600511</c:v>
                </c:pt>
                <c:pt idx="1935">
                  <c:v>218.13601826738994</c:v>
                </c:pt>
                <c:pt idx="1936">
                  <c:v>219.14187141033824</c:v>
                </c:pt>
                <c:pt idx="1937">
                  <c:v>219.08952217613273</c:v>
                </c:pt>
                <c:pt idx="1938">
                  <c:v>220.84546506062543</c:v>
                </c:pt>
                <c:pt idx="1939">
                  <c:v>222.18460832801532</c:v>
                </c:pt>
                <c:pt idx="1940">
                  <c:v>222.02731134333123</c:v>
                </c:pt>
                <c:pt idx="1941">
                  <c:v>222.66796625717933</c:v>
                </c:pt>
                <c:pt idx="1942">
                  <c:v>221.90865307913214</c:v>
                </c:pt>
                <c:pt idx="1943">
                  <c:v>222.90528278557753</c:v>
                </c:pt>
                <c:pt idx="1944">
                  <c:v>223.48910138800258</c:v>
                </c:pt>
                <c:pt idx="1945">
                  <c:v>222.29429243777923</c:v>
                </c:pt>
                <c:pt idx="1946">
                  <c:v>221.9632458519464</c:v>
                </c:pt>
                <c:pt idx="1947">
                  <c:v>218.96513042437783</c:v>
                </c:pt>
                <c:pt idx="1948">
                  <c:v>218.9247467294193</c:v>
                </c:pt>
                <c:pt idx="1949">
                  <c:v>218.92100749840461</c:v>
                </c:pt>
                <c:pt idx="1950">
                  <c:v>218.59594368219527</c:v>
                </c:pt>
                <c:pt idx="1951">
                  <c:v>218.10685226547542</c:v>
                </c:pt>
                <c:pt idx="1952">
                  <c:v>217.42880504148053</c:v>
                </c:pt>
                <c:pt idx="1953">
                  <c:v>218.64106373643909</c:v>
                </c:pt>
                <c:pt idx="1954">
                  <c:v>218.64131301850671</c:v>
                </c:pt>
                <c:pt idx="1955">
                  <c:v>220.57349832482453</c:v>
                </c:pt>
                <c:pt idx="1956">
                  <c:v>219.879746330568</c:v>
                </c:pt>
                <c:pt idx="1957">
                  <c:v>220.61986478940656</c:v>
                </c:pt>
                <c:pt idx="1958">
                  <c:v>224.74548300893429</c:v>
                </c:pt>
                <c:pt idx="1959">
                  <c:v>227.02890674856414</c:v>
                </c:pt>
                <c:pt idx="1960">
                  <c:v>226.20178884811745</c:v>
                </c:pt>
                <c:pt idx="1961">
                  <c:v>225.12264677728143</c:v>
                </c:pt>
                <c:pt idx="1962">
                  <c:v>225.10744057115511</c:v>
                </c:pt>
                <c:pt idx="1963">
                  <c:v>225.78897774409702</c:v>
                </c:pt>
                <c:pt idx="1964">
                  <c:v>227.96645660497768</c:v>
                </c:pt>
                <c:pt idx="1965">
                  <c:v>228.17809708040846</c:v>
                </c:pt>
                <c:pt idx="1966">
                  <c:v>230.13471202935548</c:v>
                </c:pt>
                <c:pt idx="1967">
                  <c:v>230.41241225271222</c:v>
                </c:pt>
                <c:pt idx="1968">
                  <c:v>230.06516233248249</c:v>
                </c:pt>
                <c:pt idx="1969">
                  <c:v>229.08697949904274</c:v>
                </c:pt>
                <c:pt idx="1970">
                  <c:v>227.06879187938739</c:v>
                </c:pt>
                <c:pt idx="1971">
                  <c:v>225.95300534460753</c:v>
                </c:pt>
                <c:pt idx="1972">
                  <c:v>229.24701858647097</c:v>
                </c:pt>
                <c:pt idx="1973">
                  <c:v>227.81738592852582</c:v>
                </c:pt>
                <c:pt idx="1974">
                  <c:v>225.77327297383536</c:v>
                </c:pt>
                <c:pt idx="1975">
                  <c:v>224.78038249840461</c:v>
                </c:pt>
                <c:pt idx="1976">
                  <c:v>220.93819798978944</c:v>
                </c:pt>
                <c:pt idx="1977">
                  <c:v>223.07778597638804</c:v>
                </c:pt>
                <c:pt idx="1978">
                  <c:v>222.15718730057438</c:v>
                </c:pt>
                <c:pt idx="1979">
                  <c:v>222.30551013082325</c:v>
                </c:pt>
                <c:pt idx="1980">
                  <c:v>221.90092533503511</c:v>
                </c:pt>
                <c:pt idx="1981">
                  <c:v>220.22300773771536</c:v>
                </c:pt>
                <c:pt idx="1982">
                  <c:v>220.32970046266752</c:v>
                </c:pt>
                <c:pt idx="1983">
                  <c:v>219.43627353222718</c:v>
                </c:pt>
                <c:pt idx="1984">
                  <c:v>217.98993897574985</c:v>
                </c:pt>
                <c:pt idx="1985">
                  <c:v>221.36995453095088</c:v>
                </c:pt>
                <c:pt idx="1986">
                  <c:v>221.42654156030633</c:v>
                </c:pt>
                <c:pt idx="1987">
                  <c:v>223.34003071155078</c:v>
                </c:pt>
                <c:pt idx="1988">
                  <c:v>222.48948029674543</c:v>
                </c:pt>
                <c:pt idx="1989">
                  <c:v>219.98145341416722</c:v>
                </c:pt>
                <c:pt idx="1990">
                  <c:v>219.20045269623486</c:v>
                </c:pt>
                <c:pt idx="1991">
                  <c:v>219.14685705169114</c:v>
                </c:pt>
                <c:pt idx="1992">
                  <c:v>219.40187260689217</c:v>
                </c:pt>
                <c:pt idx="1993">
                  <c:v>222.0410218570517</c:v>
                </c:pt>
                <c:pt idx="1994">
                  <c:v>222.91525406828336</c:v>
                </c:pt>
                <c:pt idx="1995">
                  <c:v>220.99378789087433</c:v>
                </c:pt>
                <c:pt idx="1996">
                  <c:v>218.86766113592856</c:v>
                </c:pt>
                <c:pt idx="1997">
                  <c:v>220.67395899808554</c:v>
                </c:pt>
                <c:pt idx="1998">
                  <c:v>220.98531230057438</c:v>
                </c:pt>
                <c:pt idx="1999">
                  <c:v>220.78488951818764</c:v>
                </c:pt>
                <c:pt idx="2000">
                  <c:v>221.79448189215063</c:v>
                </c:pt>
                <c:pt idx="2001">
                  <c:v>220.46680559987237</c:v>
                </c:pt>
                <c:pt idx="2002">
                  <c:v>221.64615906190176</c:v>
                </c:pt>
                <c:pt idx="2003">
                  <c:v>224.14595963624762</c:v>
                </c:pt>
                <c:pt idx="2004">
                  <c:v>229.24751715060628</c:v>
                </c:pt>
                <c:pt idx="2005">
                  <c:v>229.52496809189535</c:v>
                </c:pt>
                <c:pt idx="2006">
                  <c:v>230.80328653477986</c:v>
                </c:pt>
                <c:pt idx="2007">
                  <c:v>228.13347559029995</c:v>
                </c:pt>
                <c:pt idx="2008">
                  <c:v>228.20078174856414</c:v>
                </c:pt>
                <c:pt idx="2009">
                  <c:v>227.70047263880028</c:v>
                </c:pt>
                <c:pt idx="2010">
                  <c:v>226.78735242501597</c:v>
                </c:pt>
                <c:pt idx="2011">
                  <c:v>226.88856094447991</c:v>
                </c:pt>
                <c:pt idx="2012">
                  <c:v>229.22458320038288</c:v>
                </c:pt>
                <c:pt idx="2013">
                  <c:v>228.33838544990428</c:v>
                </c:pt>
                <c:pt idx="2014">
                  <c:v>228.13397415443521</c:v>
                </c:pt>
                <c:pt idx="2015">
                  <c:v>227.43149728781114</c:v>
                </c:pt>
                <c:pt idx="2016">
                  <c:v>226.85266432673902</c:v>
                </c:pt>
                <c:pt idx="2017">
                  <c:v>227.10568562539885</c:v>
                </c:pt>
                <c:pt idx="2018">
                  <c:v>226.41218291320996</c:v>
                </c:pt>
                <c:pt idx="2019">
                  <c:v>226.99674936183794</c:v>
                </c:pt>
                <c:pt idx="2020">
                  <c:v>226.21101228462032</c:v>
                </c:pt>
                <c:pt idx="2021">
                  <c:v>224.55702576579455</c:v>
                </c:pt>
                <c:pt idx="2022">
                  <c:v>224.0569659380983</c:v>
                </c:pt>
                <c:pt idx="2023">
                  <c:v>224.66571274728784</c:v>
                </c:pt>
                <c:pt idx="2024">
                  <c:v>223.51427887683474</c:v>
                </c:pt>
                <c:pt idx="2025">
                  <c:v>226.39797383535418</c:v>
                </c:pt>
                <c:pt idx="2026">
                  <c:v>227.1064334716018</c:v>
                </c:pt>
                <c:pt idx="2027">
                  <c:v>227.95349393746011</c:v>
                </c:pt>
                <c:pt idx="2028">
                  <c:v>225.65237117102743</c:v>
                </c:pt>
                <c:pt idx="2029">
                  <c:v>226.0228043235482</c:v>
                </c:pt>
                <c:pt idx="2030">
                  <c:v>224.12252712188896</c:v>
                </c:pt>
                <c:pt idx="2031">
                  <c:v>222.93270381301852</c:v>
                </c:pt>
                <c:pt idx="2032">
                  <c:v>221.68330208998088</c:v>
                </c:pt>
                <c:pt idx="2033">
                  <c:v>224.21027440970005</c:v>
                </c:pt>
                <c:pt idx="2034">
                  <c:v>223.64739550095729</c:v>
                </c:pt>
                <c:pt idx="2035">
                  <c:v>225.41605177089986</c:v>
                </c:pt>
                <c:pt idx="2036">
                  <c:v>223.92210433950223</c:v>
                </c:pt>
                <c:pt idx="2037">
                  <c:v>224.89978860880666</c:v>
                </c:pt>
                <c:pt idx="2038">
                  <c:v>225.68727066049777</c:v>
                </c:pt>
                <c:pt idx="2039">
                  <c:v>224.65299936183794</c:v>
                </c:pt>
                <c:pt idx="2040">
                  <c:v>225.29116145500959</c:v>
                </c:pt>
                <c:pt idx="2041">
                  <c:v>224.57447551052968</c:v>
                </c:pt>
                <c:pt idx="2042">
                  <c:v>226.45605655711552</c:v>
                </c:pt>
                <c:pt idx="2043">
                  <c:v>228.86536774090621</c:v>
                </c:pt>
                <c:pt idx="2044">
                  <c:v>228.03550773771536</c:v>
                </c:pt>
                <c:pt idx="2045">
                  <c:v>231.14056517230378</c:v>
                </c:pt>
                <c:pt idx="2046">
                  <c:v>229.88368498723676</c:v>
                </c:pt>
                <c:pt idx="2047">
                  <c:v>228.88904953733248</c:v>
                </c:pt>
                <c:pt idx="2048">
                  <c:v>230.68412970644542</c:v>
                </c:pt>
                <c:pt idx="2049">
                  <c:v>229.90088544990428</c:v>
                </c:pt>
                <c:pt idx="2050">
                  <c:v>230.39620891831527</c:v>
                </c:pt>
                <c:pt idx="2051">
                  <c:v>232.77261486917681</c:v>
                </c:pt>
                <c:pt idx="2052">
                  <c:v>232.01355097319717</c:v>
                </c:pt>
                <c:pt idx="2053">
                  <c:v>231.44070078174857</c:v>
                </c:pt>
                <c:pt idx="2054">
                  <c:v>230.61607570197836</c:v>
                </c:pt>
                <c:pt idx="2055">
                  <c:v>232.67838624760691</c:v>
                </c:pt>
                <c:pt idx="2056">
                  <c:v>234.04121131142315</c:v>
                </c:pt>
                <c:pt idx="2057">
                  <c:v>234.58364909061902</c:v>
                </c:pt>
                <c:pt idx="2058">
                  <c:v>236.25707961072115</c:v>
                </c:pt>
                <c:pt idx="2059">
                  <c:v>236.12072231971922</c:v>
                </c:pt>
                <c:pt idx="2060">
                  <c:v>238.38395421186985</c:v>
                </c:pt>
                <c:pt idx="2061">
                  <c:v>238.06537172941927</c:v>
                </c:pt>
                <c:pt idx="2062">
                  <c:v>239.91230256860243</c:v>
                </c:pt>
                <c:pt idx="2063">
                  <c:v>239.59671147096361</c:v>
                </c:pt>
                <c:pt idx="2064">
                  <c:v>240.23886207721765</c:v>
                </c:pt>
                <c:pt idx="2065">
                  <c:v>241.99530352584557</c:v>
                </c:pt>
                <c:pt idx="2066">
                  <c:v>241.15098516273133</c:v>
                </c:pt>
                <c:pt idx="2067">
                  <c:v>242.51829730376517</c:v>
                </c:pt>
                <c:pt idx="2068">
                  <c:v>243.62336470963629</c:v>
                </c:pt>
                <c:pt idx="2069">
                  <c:v>244.05088345564775</c:v>
                </c:pt>
                <c:pt idx="2070">
                  <c:v>246.82190291959162</c:v>
                </c:pt>
                <c:pt idx="2071">
                  <c:v>246.32109524569242</c:v>
                </c:pt>
                <c:pt idx="2072">
                  <c:v>246.46019463943841</c:v>
                </c:pt>
                <c:pt idx="2073">
                  <c:v>243.74451579451181</c:v>
                </c:pt>
                <c:pt idx="2074">
                  <c:v>243.66948189215063</c:v>
                </c:pt>
                <c:pt idx="2075">
                  <c:v>244.55692605296747</c:v>
                </c:pt>
                <c:pt idx="2076">
                  <c:v>244.8887204850032</c:v>
                </c:pt>
                <c:pt idx="2077">
                  <c:v>246.06757538289727</c:v>
                </c:pt>
                <c:pt idx="2078">
                  <c:v>247.57199266113594</c:v>
                </c:pt>
                <c:pt idx="2079">
                  <c:v>251.21649649010851</c:v>
                </c:pt>
                <c:pt idx="2080">
                  <c:v>252.40507338864074</c:v>
                </c:pt>
                <c:pt idx="2081">
                  <c:v>253.90475430759412</c:v>
                </c:pt>
                <c:pt idx="2082">
                  <c:v>254.48084516592218</c:v>
                </c:pt>
                <c:pt idx="2083">
                  <c:v>254.26247407466496</c:v>
                </c:pt>
                <c:pt idx="2084">
                  <c:v>255.70681437460115</c:v>
                </c:pt>
                <c:pt idx="2085">
                  <c:v>254.55887045309512</c:v>
                </c:pt>
                <c:pt idx="2086">
                  <c:v>254.45915762603707</c:v>
                </c:pt>
                <c:pt idx="2087">
                  <c:v>257.30595883854505</c:v>
                </c:pt>
                <c:pt idx="2088">
                  <c:v>254.98314853222718</c:v>
                </c:pt>
                <c:pt idx="2089">
                  <c:v>252.64662771218892</c:v>
                </c:pt>
                <c:pt idx="2090">
                  <c:v>253.08386845883857</c:v>
                </c:pt>
                <c:pt idx="2091">
                  <c:v>256.57456525207402</c:v>
                </c:pt>
                <c:pt idx="2092">
                  <c:v>258.09618299298023</c:v>
                </c:pt>
                <c:pt idx="2093">
                  <c:v>259.48493339183153</c:v>
                </c:pt>
                <c:pt idx="2094">
                  <c:v>261.44802967453734</c:v>
                </c:pt>
                <c:pt idx="2095">
                  <c:v>259.8708220325463</c:v>
                </c:pt>
                <c:pt idx="2096">
                  <c:v>260.07448548181242</c:v>
                </c:pt>
                <c:pt idx="2097">
                  <c:v>258.92554443203574</c:v>
                </c:pt>
                <c:pt idx="2098">
                  <c:v>257.04869974473519</c:v>
                </c:pt>
                <c:pt idx="2099">
                  <c:v>255.68238473197192</c:v>
                </c:pt>
                <c:pt idx="2100">
                  <c:v>257.43359125717933</c:v>
                </c:pt>
                <c:pt idx="2101">
                  <c:v>257.25211391193363</c:v>
                </c:pt>
                <c:pt idx="2102">
                  <c:v>258.72188098276968</c:v>
                </c:pt>
                <c:pt idx="2103">
                  <c:v>260.22430400446717</c:v>
                </c:pt>
                <c:pt idx="2104">
                  <c:v>262.95020341416722</c:v>
                </c:pt>
                <c:pt idx="2105">
                  <c:v>263.31565092533509</c:v>
                </c:pt>
                <c:pt idx="2106">
                  <c:v>268.10884652201656</c:v>
                </c:pt>
                <c:pt idx="2107">
                  <c:v>268.0562480057435</c:v>
                </c:pt>
                <c:pt idx="2108">
                  <c:v>263.95206804403318</c:v>
                </c:pt>
                <c:pt idx="2109">
                  <c:v>261.92640196234845</c:v>
                </c:pt>
                <c:pt idx="2110">
                  <c:v>265.15834396936822</c:v>
                </c:pt>
                <c:pt idx="2111">
                  <c:v>265.63247846202938</c:v>
                </c:pt>
                <c:pt idx="2112">
                  <c:v>264.38831166241226</c:v>
                </c:pt>
                <c:pt idx="2113">
                  <c:v>266.50097718570515</c:v>
                </c:pt>
                <c:pt idx="2114">
                  <c:v>266.59022016592218</c:v>
                </c:pt>
                <c:pt idx="2115">
                  <c:v>265.93735043075941</c:v>
                </c:pt>
                <c:pt idx="2116">
                  <c:v>266.81806397574985</c:v>
                </c:pt>
                <c:pt idx="2117">
                  <c:v>270.41969128908744</c:v>
                </c:pt>
                <c:pt idx="2118">
                  <c:v>267.71622726547542</c:v>
                </c:pt>
                <c:pt idx="2119">
                  <c:v>263.10076978302493</c:v>
                </c:pt>
                <c:pt idx="2120">
                  <c:v>260.82856373643904</c:v>
                </c:pt>
                <c:pt idx="2121">
                  <c:v>263.56742581365671</c:v>
                </c:pt>
                <c:pt idx="2122">
                  <c:v>261.74567246330571</c:v>
                </c:pt>
                <c:pt idx="2123">
                  <c:v>264.05975789725591</c:v>
                </c:pt>
                <c:pt idx="2124">
                  <c:v>262.42845604658584</c:v>
                </c:pt>
                <c:pt idx="2125">
                  <c:v>261.75190451499685</c:v>
                </c:pt>
                <c:pt idx="2126">
                  <c:v>261.0915563178047</c:v>
                </c:pt>
                <c:pt idx="2127">
                  <c:v>259.56420508934269</c:v>
                </c:pt>
                <c:pt idx="2128">
                  <c:v>259.50587308551377</c:v>
                </c:pt>
                <c:pt idx="2129">
                  <c:v>259.61480934907468</c:v>
                </c:pt>
                <c:pt idx="2130">
                  <c:v>258.87643586470966</c:v>
                </c:pt>
                <c:pt idx="2131">
                  <c:v>260.28138959795785</c:v>
                </c:pt>
                <c:pt idx="2132">
                  <c:v>257.90049656987878</c:v>
                </c:pt>
                <c:pt idx="2133">
                  <c:v>256.02115906190176</c:v>
                </c:pt>
                <c:pt idx="2134">
                  <c:v>257.28103063178048</c:v>
                </c:pt>
                <c:pt idx="2135">
                  <c:v>258.3330009572432</c:v>
                </c:pt>
                <c:pt idx="2136">
                  <c:v>256.03137962667518</c:v>
                </c:pt>
                <c:pt idx="2137">
                  <c:v>256.5847858168475</c:v>
                </c:pt>
                <c:pt idx="2138">
                  <c:v>258.25123643905556</c:v>
                </c:pt>
                <c:pt idx="2139">
                  <c:v>259.95956644862798</c:v>
                </c:pt>
                <c:pt idx="2140">
                  <c:v>258.69645421186982</c:v>
                </c:pt>
                <c:pt idx="2141">
                  <c:v>259.43657267070836</c:v>
                </c:pt>
                <c:pt idx="2142">
                  <c:v>256.79443203573709</c:v>
                </c:pt>
                <c:pt idx="2143">
                  <c:v>256.21609763880031</c:v>
                </c:pt>
                <c:pt idx="2144">
                  <c:v>255.37975630185073</c:v>
                </c:pt>
                <c:pt idx="2145">
                  <c:v>256.82808511486922</c:v>
                </c:pt>
                <c:pt idx="2146">
                  <c:v>254.72962866943206</c:v>
                </c:pt>
                <c:pt idx="2147">
                  <c:v>255.46675574345886</c:v>
                </c:pt>
                <c:pt idx="2148">
                  <c:v>255.12399290044675</c:v>
                </c:pt>
                <c:pt idx="2149">
                  <c:v>257.00208399808548</c:v>
                </c:pt>
                <c:pt idx="2150">
                  <c:v>259.57666919272498</c:v>
                </c:pt>
                <c:pt idx="2151">
                  <c:v>258.5209596362476</c:v>
                </c:pt>
                <c:pt idx="2152">
                  <c:v>258.14803366305046</c:v>
                </c:pt>
                <c:pt idx="2153">
                  <c:v>260.44516791640081</c:v>
                </c:pt>
                <c:pt idx="2154">
                  <c:v>259.58190411614555</c:v>
                </c:pt>
                <c:pt idx="2155">
                  <c:v>260.36838903956607</c:v>
                </c:pt>
                <c:pt idx="2156">
                  <c:v>259.96729419272498</c:v>
                </c:pt>
                <c:pt idx="2157">
                  <c:v>258.73060585513724</c:v>
                </c:pt>
                <c:pt idx="2158">
                  <c:v>260.24349872367583</c:v>
                </c:pt>
                <c:pt idx="2159">
                  <c:v>258.87518945437142</c:v>
                </c:pt>
                <c:pt idx="2160">
                  <c:v>257.62130065411617</c:v>
                </c:pt>
                <c:pt idx="2161">
                  <c:v>257.30147176132738</c:v>
                </c:pt>
                <c:pt idx="2162">
                  <c:v>257.47073428525846</c:v>
                </c:pt>
                <c:pt idx="2163">
                  <c:v>258.81885170708358</c:v>
                </c:pt>
                <c:pt idx="2164">
                  <c:v>260.89611917677092</c:v>
                </c:pt>
                <c:pt idx="2165">
                  <c:v>255.90848356732613</c:v>
                </c:pt>
                <c:pt idx="2166">
                  <c:v>257.27230575941292</c:v>
                </c:pt>
                <c:pt idx="2167">
                  <c:v>255.86735202616464</c:v>
                </c:pt>
                <c:pt idx="2168">
                  <c:v>256.44020221761326</c:v>
                </c:pt>
                <c:pt idx="2169">
                  <c:v>256.18493738034465</c:v>
                </c:pt>
                <c:pt idx="2170">
                  <c:v>257.14891113592853</c:v>
                </c:pt>
                <c:pt idx="2171">
                  <c:v>256.77473875239315</c:v>
                </c:pt>
                <c:pt idx="2172">
                  <c:v>258.2759153637524</c:v>
                </c:pt>
                <c:pt idx="2173">
                  <c:v>260.52194679323549</c:v>
                </c:pt>
                <c:pt idx="2174">
                  <c:v>261.06787452137843</c:v>
                </c:pt>
                <c:pt idx="2175">
                  <c:v>261.84937380344604</c:v>
                </c:pt>
                <c:pt idx="2176">
                  <c:v>261.25732889278879</c:v>
                </c:pt>
                <c:pt idx="2177">
                  <c:v>262.57029754307598</c:v>
                </c:pt>
                <c:pt idx="2178">
                  <c:v>261.45725311104025</c:v>
                </c:pt>
                <c:pt idx="2179">
                  <c:v>261.82768626356096</c:v>
                </c:pt>
                <c:pt idx="2180">
                  <c:v>258.37263680599875</c:v>
                </c:pt>
                <c:pt idx="2181">
                  <c:v>256.36990467453734</c:v>
                </c:pt>
                <c:pt idx="2182">
                  <c:v>255.34884532546269</c:v>
                </c:pt>
                <c:pt idx="2183">
                  <c:v>253.9740547223995</c:v>
                </c:pt>
                <c:pt idx="2184">
                  <c:v>256.23703733248249</c:v>
                </c:pt>
                <c:pt idx="2185">
                  <c:v>255.16861439055521</c:v>
                </c:pt>
                <c:pt idx="2186">
                  <c:v>255.57693841735804</c:v>
                </c:pt>
                <c:pt idx="2187">
                  <c:v>254.70544830887047</c:v>
                </c:pt>
                <c:pt idx="2188">
                  <c:v>257.20425175494574</c:v>
                </c:pt>
                <c:pt idx="2189">
                  <c:v>258.76226467772818</c:v>
                </c:pt>
                <c:pt idx="2190">
                  <c:v>259.63076340140395</c:v>
                </c:pt>
                <c:pt idx="2191">
                  <c:v>259.90148372686662</c:v>
                </c:pt>
                <c:pt idx="2192">
                  <c:v>261.52281429483088</c:v>
                </c:pt>
                <c:pt idx="2193">
                  <c:v>259.16859444798979</c:v>
                </c:pt>
                <c:pt idx="2194">
                  <c:v>259.63250837587753</c:v>
                </c:pt>
                <c:pt idx="2195">
                  <c:v>260.54213864071477</c:v>
                </c:pt>
                <c:pt idx="2196">
                  <c:v>259.38098276962347</c:v>
                </c:pt>
                <c:pt idx="2197">
                  <c:v>261.16509452776006</c:v>
                </c:pt>
                <c:pt idx="2198">
                  <c:v>260.77771019463944</c:v>
                </c:pt>
                <c:pt idx="2199">
                  <c:v>263.02299377791962</c:v>
                </c:pt>
                <c:pt idx="2200">
                  <c:v>261.99595165922148</c:v>
                </c:pt>
                <c:pt idx="2201">
                  <c:v>261.57765634971281</c:v>
                </c:pt>
                <c:pt idx="2202">
                  <c:v>262.69942565411617</c:v>
                </c:pt>
                <c:pt idx="2203">
                  <c:v>263.35678246649655</c:v>
                </c:pt>
                <c:pt idx="2204">
                  <c:v>262.12956684747928</c:v>
                </c:pt>
                <c:pt idx="2205">
                  <c:v>261.69382179323549</c:v>
                </c:pt>
                <c:pt idx="2206">
                  <c:v>262.8701838704531</c:v>
                </c:pt>
                <c:pt idx="2207">
                  <c:v>264.30779355456286</c:v>
                </c:pt>
                <c:pt idx="2208">
                  <c:v>268.48401603382263</c:v>
                </c:pt>
                <c:pt idx="2209">
                  <c:v>270.40972000638163</c:v>
                </c:pt>
                <c:pt idx="2210">
                  <c:v>269.77754068283343</c:v>
                </c:pt>
                <c:pt idx="2211">
                  <c:v>272.52786973516277</c:v>
                </c:pt>
                <c:pt idx="2212">
                  <c:v>270.0878968570517</c:v>
                </c:pt>
                <c:pt idx="2213">
                  <c:v>267.41160457881301</c:v>
                </c:pt>
                <c:pt idx="2214">
                  <c:v>269.10946474154434</c:v>
                </c:pt>
                <c:pt idx="2215">
                  <c:v>268.41197351627318</c:v>
                </c:pt>
                <c:pt idx="2216">
                  <c:v>270.29829092214425</c:v>
                </c:pt>
                <c:pt idx="2217">
                  <c:v>271.02669312380345</c:v>
                </c:pt>
                <c:pt idx="2218">
                  <c:v>270.15295947670711</c:v>
                </c:pt>
                <c:pt idx="2219">
                  <c:v>269.30963824186347</c:v>
                </c:pt>
                <c:pt idx="2220">
                  <c:v>273.0962328493938</c:v>
                </c:pt>
                <c:pt idx="2221">
                  <c:v>272.2055480216975</c:v>
                </c:pt>
                <c:pt idx="2222">
                  <c:v>273.22959875558394</c:v>
                </c:pt>
                <c:pt idx="2223">
                  <c:v>274.71407346841102</c:v>
                </c:pt>
                <c:pt idx="2224">
                  <c:v>276.6253190810466</c:v>
                </c:pt>
                <c:pt idx="2225">
                  <c:v>277.9512503988513</c:v>
                </c:pt>
                <c:pt idx="2226">
                  <c:v>281.71117182514365</c:v>
                </c:pt>
                <c:pt idx="2227">
                  <c:v>284.11774090619019</c:v>
                </c:pt>
                <c:pt idx="2228">
                  <c:v>285.63910936502873</c:v>
                </c:pt>
                <c:pt idx="2229">
                  <c:v>285.22604897894064</c:v>
                </c:pt>
                <c:pt idx="2230">
                  <c:v>285.24499441608168</c:v>
                </c:pt>
                <c:pt idx="2231">
                  <c:v>287.69095006381622</c:v>
                </c:pt>
                <c:pt idx="2232">
                  <c:v>287.50872487236762</c:v>
                </c:pt>
                <c:pt idx="2233">
                  <c:v>282.5505045469049</c:v>
                </c:pt>
                <c:pt idx="2234">
                  <c:v>282.05318682195275</c:v>
                </c:pt>
                <c:pt idx="2235">
                  <c:v>280.9356553126994</c:v>
                </c:pt>
                <c:pt idx="2236">
                  <c:v>280.33538409380986</c:v>
                </c:pt>
                <c:pt idx="2237">
                  <c:v>281.61769104977668</c:v>
                </c:pt>
                <c:pt idx="2238">
                  <c:v>282.47297782386732</c:v>
                </c:pt>
                <c:pt idx="2239">
                  <c:v>282.96431277919589</c:v>
                </c:pt>
                <c:pt idx="2240">
                  <c:v>280.48968969368218</c:v>
                </c:pt>
                <c:pt idx="2241">
                  <c:v>278.96458200382898</c:v>
                </c:pt>
                <c:pt idx="2242">
                  <c:v>282.38921904913855</c:v>
                </c:pt>
                <c:pt idx="2243">
                  <c:v>279.06304842054885</c:v>
                </c:pt>
                <c:pt idx="2244">
                  <c:v>274.08014917038929</c:v>
                </c:pt>
                <c:pt idx="2245">
                  <c:v>278.49144463943844</c:v>
                </c:pt>
                <c:pt idx="2246">
                  <c:v>275.27770022335676</c:v>
                </c:pt>
                <c:pt idx="2247">
                  <c:v>274.90377712188894</c:v>
                </c:pt>
                <c:pt idx="2248">
                  <c:v>272.08813616783664</c:v>
                </c:pt>
                <c:pt idx="2249">
                  <c:v>274.5662492022974</c:v>
                </c:pt>
                <c:pt idx="2250">
                  <c:v>275.28617581365671</c:v>
                </c:pt>
                <c:pt idx="2251">
                  <c:v>274.80057434588389</c:v>
                </c:pt>
                <c:pt idx="2252">
                  <c:v>272.70660497766437</c:v>
                </c:pt>
                <c:pt idx="2253">
                  <c:v>272.2598915124442</c:v>
                </c:pt>
                <c:pt idx="2254">
                  <c:v>273.0765395660498</c:v>
                </c:pt>
                <c:pt idx="2255">
                  <c:v>267.46071314613908</c:v>
                </c:pt>
                <c:pt idx="2256">
                  <c:v>268.56204132099555</c:v>
                </c:pt>
                <c:pt idx="2257">
                  <c:v>265.69953533822593</c:v>
                </c:pt>
                <c:pt idx="2258">
                  <c:v>266.39303805041482</c:v>
                </c:pt>
                <c:pt idx="2259">
                  <c:v>268.42219408104665</c:v>
                </c:pt>
                <c:pt idx="2260">
                  <c:v>265.8411275526484</c:v>
                </c:pt>
                <c:pt idx="2261">
                  <c:v>266.82454530950861</c:v>
                </c:pt>
                <c:pt idx="2262">
                  <c:v>268.94194719208684</c:v>
                </c:pt>
                <c:pt idx="2263">
                  <c:v>268.63882019783023</c:v>
                </c:pt>
                <c:pt idx="2264">
                  <c:v>268.68792876515636</c:v>
                </c:pt>
                <c:pt idx="2265">
                  <c:v>271.31461391193363</c:v>
                </c:pt>
                <c:pt idx="2266">
                  <c:v>270.90853342373964</c:v>
                </c:pt>
                <c:pt idx="2267">
                  <c:v>270.80657705807283</c:v>
                </c:pt>
                <c:pt idx="2268">
                  <c:v>270.7524828493938</c:v>
                </c:pt>
                <c:pt idx="2269">
                  <c:v>268.351647255903</c:v>
                </c:pt>
                <c:pt idx="2270">
                  <c:v>269.30240906190176</c:v>
                </c:pt>
                <c:pt idx="2271">
                  <c:v>270.34715020740271</c:v>
                </c:pt>
                <c:pt idx="2272">
                  <c:v>271.54844049138484</c:v>
                </c:pt>
                <c:pt idx="2273">
                  <c:v>270.3301990268028</c:v>
                </c:pt>
                <c:pt idx="2274">
                  <c:v>267.49511407147418</c:v>
                </c:pt>
                <c:pt idx="2275">
                  <c:v>268.62436183790686</c:v>
                </c:pt>
                <c:pt idx="2276">
                  <c:v>271.25029913848124</c:v>
                </c:pt>
                <c:pt idx="2277">
                  <c:v>269.66062739310786</c:v>
                </c:pt>
                <c:pt idx="2278">
                  <c:v>267.41035816847483</c:v>
                </c:pt>
                <c:pt idx="2279">
                  <c:v>267.55020540842378</c:v>
                </c:pt>
                <c:pt idx="2280">
                  <c:v>269.9515395660498</c:v>
                </c:pt>
                <c:pt idx="2281">
                  <c:v>269.99965100510531</c:v>
                </c:pt>
                <c:pt idx="2282">
                  <c:v>268.76520620612638</c:v>
                </c:pt>
                <c:pt idx="2283">
                  <c:v>262.94721202935551</c:v>
                </c:pt>
                <c:pt idx="2284">
                  <c:v>264.20658503509895</c:v>
                </c:pt>
                <c:pt idx="2285">
                  <c:v>265.92588345564775</c:v>
                </c:pt>
                <c:pt idx="2286">
                  <c:v>268.10635370134014</c:v>
                </c:pt>
                <c:pt idx="2287">
                  <c:v>267.66761726228464</c:v>
                </c:pt>
                <c:pt idx="2288">
                  <c:v>266.94893706126362</c:v>
                </c:pt>
                <c:pt idx="2289">
                  <c:v>268.97136247606892</c:v>
                </c:pt>
                <c:pt idx="2290">
                  <c:v>268.67197471282708</c:v>
                </c:pt>
                <c:pt idx="2291">
                  <c:v>269.70799098596046</c:v>
                </c:pt>
                <c:pt idx="2292">
                  <c:v>268.56004706445435</c:v>
                </c:pt>
                <c:pt idx="2293">
                  <c:v>267.40213186024249</c:v>
                </c:pt>
                <c:pt idx="2294">
                  <c:v>268.85544631461391</c:v>
                </c:pt>
                <c:pt idx="2295">
                  <c:v>269.05537053286537</c:v>
                </c:pt>
                <c:pt idx="2296">
                  <c:v>267.37670508934269</c:v>
                </c:pt>
                <c:pt idx="2297">
                  <c:v>270.67495612635611</c:v>
                </c:pt>
                <c:pt idx="2298">
                  <c:v>267.73592054881942</c:v>
                </c:pt>
                <c:pt idx="2299">
                  <c:v>265.11122965858328</c:v>
                </c:pt>
                <c:pt idx="2300">
                  <c:v>266.2444659380983</c:v>
                </c:pt>
                <c:pt idx="2301">
                  <c:v>263.36899728781111</c:v>
                </c:pt>
                <c:pt idx="2302">
                  <c:v>264.51544551691131</c:v>
                </c:pt>
                <c:pt idx="2303">
                  <c:v>266.72907027760056</c:v>
                </c:pt>
                <c:pt idx="2304">
                  <c:v>268.75249282067648</c:v>
                </c:pt>
                <c:pt idx="2305">
                  <c:v>268.88810226547542</c:v>
                </c:pt>
                <c:pt idx="2306">
                  <c:v>270.67869535737083</c:v>
                </c:pt>
                <c:pt idx="2307">
                  <c:v>270.72406469368218</c:v>
                </c:pt>
                <c:pt idx="2308">
                  <c:v>270.88061383216336</c:v>
                </c:pt>
                <c:pt idx="2309">
                  <c:v>270.42417836630506</c:v>
                </c:pt>
                <c:pt idx="2310">
                  <c:v>271.67033942246331</c:v>
                </c:pt>
                <c:pt idx="2311">
                  <c:v>270.59020022335676</c:v>
                </c:pt>
                <c:pt idx="2312">
                  <c:v>272.51590419591582</c:v>
                </c:pt>
                <c:pt idx="2313">
                  <c:v>278.02703214741547</c:v>
                </c:pt>
                <c:pt idx="2314">
                  <c:v>279.23978940650926</c:v>
                </c:pt>
                <c:pt idx="2315">
                  <c:v>272.3411574664965</c:v>
                </c:pt>
                <c:pt idx="2316">
                  <c:v>275.58880424377793</c:v>
                </c:pt>
                <c:pt idx="2317">
                  <c:v>275.90888241863433</c:v>
                </c:pt>
                <c:pt idx="2318">
                  <c:v>274.48099473516277</c:v>
                </c:pt>
                <c:pt idx="2319">
                  <c:v>271.99640036694319</c:v>
                </c:pt>
                <c:pt idx="2320">
                  <c:v>274.1953174856414</c:v>
                </c:pt>
                <c:pt idx="2321">
                  <c:v>274.53284540523293</c:v>
                </c:pt>
                <c:pt idx="2322">
                  <c:v>275.29639637843013</c:v>
                </c:pt>
                <c:pt idx="2323">
                  <c:v>274.0569659380983</c:v>
                </c:pt>
                <c:pt idx="2324">
                  <c:v>277.96894942565416</c:v>
                </c:pt>
                <c:pt idx="2325">
                  <c:v>278.69236598596046</c:v>
                </c:pt>
                <c:pt idx="2326">
                  <c:v>276.44957522335676</c:v>
                </c:pt>
                <c:pt idx="2327">
                  <c:v>275.50903398213148</c:v>
                </c:pt>
                <c:pt idx="2328">
                  <c:v>275.56611957562222</c:v>
                </c:pt>
                <c:pt idx="2329">
                  <c:v>274.08189414486282</c:v>
                </c:pt>
                <c:pt idx="2330">
                  <c:v>270.62111119974475</c:v>
                </c:pt>
                <c:pt idx="2331">
                  <c:v>269.75984165603063</c:v>
                </c:pt>
                <c:pt idx="2332">
                  <c:v>272.48324824505426</c:v>
                </c:pt>
                <c:pt idx="2333">
                  <c:v>275.07029754307598</c:v>
                </c:pt>
                <c:pt idx="2334">
                  <c:v>287.0104100191449</c:v>
                </c:pt>
                <c:pt idx="2335">
                  <c:v>286.04419272495215</c:v>
                </c:pt>
                <c:pt idx="2336">
                  <c:v>288.93461829929805</c:v>
                </c:pt>
                <c:pt idx="2337">
                  <c:v>289.12606692724955</c:v>
                </c:pt>
                <c:pt idx="2338">
                  <c:v>288.13442286215701</c:v>
                </c:pt>
                <c:pt idx="2339">
                  <c:v>286.65219168793874</c:v>
                </c:pt>
                <c:pt idx="2340">
                  <c:v>284.7648771537971</c:v>
                </c:pt>
                <c:pt idx="2341">
                  <c:v>285.30756421506067</c:v>
                </c:pt>
                <c:pt idx="2342">
                  <c:v>285.01615347798344</c:v>
                </c:pt>
                <c:pt idx="2343">
                  <c:v>282.41938217932358</c:v>
                </c:pt>
                <c:pt idx="2344">
                  <c:v>282.53455049457563</c:v>
                </c:pt>
                <c:pt idx="2345">
                  <c:v>279.14655791320996</c:v>
                </c:pt>
                <c:pt idx="2346">
                  <c:v>281.15377712188894</c:v>
                </c:pt>
                <c:pt idx="2347">
                  <c:v>280.42412850989155</c:v>
                </c:pt>
                <c:pt idx="2348">
                  <c:v>281.51523611997447</c:v>
                </c:pt>
                <c:pt idx="2349">
                  <c:v>282.53928685386092</c:v>
                </c:pt>
                <c:pt idx="2350">
                  <c:v>282.96929842054885</c:v>
                </c:pt>
                <c:pt idx="2351">
                  <c:v>284.95283583280155</c:v>
                </c:pt>
                <c:pt idx="2352">
                  <c:v>282.53230695596682</c:v>
                </c:pt>
                <c:pt idx="2353">
                  <c:v>285.06675773771542</c:v>
                </c:pt>
                <c:pt idx="2354">
                  <c:v>284.47271857051692</c:v>
                </c:pt>
                <c:pt idx="2355">
                  <c:v>287.53689374601151</c:v>
                </c:pt>
                <c:pt idx="2356">
                  <c:v>292.21442246330571</c:v>
                </c:pt>
                <c:pt idx="2357">
                  <c:v>295.06346721442247</c:v>
                </c:pt>
                <c:pt idx="2358">
                  <c:v>295.89582003828974</c:v>
                </c:pt>
                <c:pt idx="2359">
                  <c:v>296.72892070835991</c:v>
                </c:pt>
                <c:pt idx="2360">
                  <c:v>297.77116903318444</c:v>
                </c:pt>
                <c:pt idx="2361">
                  <c:v>299.49096601786852</c:v>
                </c:pt>
                <c:pt idx="2362">
                  <c:v>302.35496769304405</c:v>
                </c:pt>
                <c:pt idx="2363">
                  <c:v>305.24763680599875</c:v>
                </c:pt>
                <c:pt idx="2364">
                  <c:v>304.56236040204215</c:v>
                </c:pt>
                <c:pt idx="2365">
                  <c:v>303.53457043714104</c:v>
                </c:pt>
                <c:pt idx="2366">
                  <c:v>311.6586730216975</c:v>
                </c:pt>
                <c:pt idx="2367">
                  <c:v>310.01889558072753</c:v>
                </c:pt>
                <c:pt idx="2368">
                  <c:v>309.80526084875561</c:v>
                </c:pt>
                <c:pt idx="2369">
                  <c:v>312.74329929802173</c:v>
                </c:pt>
                <c:pt idx="2370">
                  <c:v>311.67163568921507</c:v>
                </c:pt>
                <c:pt idx="2371">
                  <c:v>308.20736279515</c:v>
                </c:pt>
                <c:pt idx="2372">
                  <c:v>309.51958359923418</c:v>
                </c:pt>
                <c:pt idx="2373">
                  <c:v>309.97327696234845</c:v>
                </c:pt>
                <c:pt idx="2374">
                  <c:v>307.8391731812381</c:v>
                </c:pt>
                <c:pt idx="2375">
                  <c:v>306.86846880982773</c:v>
                </c:pt>
                <c:pt idx="2376">
                  <c:v>307.13619775047863</c:v>
                </c:pt>
                <c:pt idx="2377">
                  <c:v>310.71838106253995</c:v>
                </c:pt>
                <c:pt idx="2378">
                  <c:v>309.32190291959165</c:v>
                </c:pt>
                <c:pt idx="2379">
                  <c:v>309.8942545469049</c:v>
                </c:pt>
                <c:pt idx="2380">
                  <c:v>307.45677448947032</c:v>
                </c:pt>
                <c:pt idx="2381">
                  <c:v>306.59575422782387</c:v>
                </c:pt>
                <c:pt idx="2382">
                  <c:v>305.64623883216342</c:v>
                </c:pt>
                <c:pt idx="2383">
                  <c:v>310.17170548819399</c:v>
                </c:pt>
                <c:pt idx="2384">
                  <c:v>310.73533224313979</c:v>
                </c:pt>
                <c:pt idx="2385">
                  <c:v>310.30930918953413</c:v>
                </c:pt>
                <c:pt idx="2386">
                  <c:v>314.55358567326101</c:v>
                </c:pt>
                <c:pt idx="2387">
                  <c:v>316.5064613911934</c:v>
                </c:pt>
                <c:pt idx="2388">
                  <c:v>316.13577895660501</c:v>
                </c:pt>
                <c:pt idx="2389">
                  <c:v>317.37570796107212</c:v>
                </c:pt>
                <c:pt idx="2390">
                  <c:v>314.00142589342693</c:v>
                </c:pt>
                <c:pt idx="2391">
                  <c:v>312.66751754945756</c:v>
                </c:pt>
                <c:pt idx="2392">
                  <c:v>314.90781549138484</c:v>
                </c:pt>
                <c:pt idx="2393">
                  <c:v>314.39329730376517</c:v>
                </c:pt>
                <c:pt idx="2394">
                  <c:v>316.98009731971922</c:v>
                </c:pt>
                <c:pt idx="2395">
                  <c:v>316.51718052010216</c:v>
                </c:pt>
                <c:pt idx="2396">
                  <c:v>317.7992381940013</c:v>
                </c:pt>
                <c:pt idx="2397">
                  <c:v>317.58734843650291</c:v>
                </c:pt>
                <c:pt idx="2398">
                  <c:v>314.97138241863433</c:v>
                </c:pt>
                <c:pt idx="2399">
                  <c:v>321.40360761008299</c:v>
                </c:pt>
                <c:pt idx="2400">
                  <c:v>321.99739749521382</c:v>
                </c:pt>
                <c:pt idx="2401">
                  <c:v>322.91076699106577</c:v>
                </c:pt>
                <c:pt idx="2402">
                  <c:v>326.6253190810466</c:v>
                </c:pt>
                <c:pt idx="2403">
                  <c:v>324.3797862156988</c:v>
                </c:pt>
                <c:pt idx="2404">
                  <c:v>322.05747447351627</c:v>
                </c:pt>
                <c:pt idx="2405">
                  <c:v>322.50344009253354</c:v>
                </c:pt>
                <c:pt idx="2406">
                  <c:v>322.14746529993624</c:v>
                </c:pt>
                <c:pt idx="2407">
                  <c:v>323.9460354179962</c:v>
                </c:pt>
                <c:pt idx="2408">
                  <c:v>328.408184428845</c:v>
                </c:pt>
                <c:pt idx="2409">
                  <c:v>330.57394703254624</c:v>
                </c:pt>
                <c:pt idx="2410">
                  <c:v>328.03849912252713</c:v>
                </c:pt>
                <c:pt idx="2411">
                  <c:v>326.66769703254624</c:v>
                </c:pt>
                <c:pt idx="2412">
                  <c:v>329.83457641991066</c:v>
                </c:pt>
                <c:pt idx="2413">
                  <c:v>328.28179842054885</c:v>
                </c:pt>
                <c:pt idx="2414">
                  <c:v>326.76067924377799</c:v>
                </c:pt>
                <c:pt idx="2415">
                  <c:v>326.41467573388644</c:v>
                </c:pt>
                <c:pt idx="2416">
                  <c:v>321.58408782705811</c:v>
                </c:pt>
                <c:pt idx="2417">
                  <c:v>315.99019822910026</c:v>
                </c:pt>
                <c:pt idx="2418">
                  <c:v>314.23674816528398</c:v>
                </c:pt>
                <c:pt idx="2419">
                  <c:v>315.72346641671987</c:v>
                </c:pt>
                <c:pt idx="2420">
                  <c:v>310.77671306636887</c:v>
                </c:pt>
                <c:pt idx="2421">
                  <c:v>309.39045548819399</c:v>
                </c:pt>
                <c:pt idx="2422">
                  <c:v>309.50961231652843</c:v>
                </c:pt>
                <c:pt idx="2423">
                  <c:v>310.96591815571156</c:v>
                </c:pt>
                <c:pt idx="2424">
                  <c:v>312.13953813018509</c:v>
                </c:pt>
                <c:pt idx="2425">
                  <c:v>310.97065451499685</c:v>
                </c:pt>
                <c:pt idx="2426">
                  <c:v>305.88280751435866</c:v>
                </c:pt>
                <c:pt idx="2427">
                  <c:v>304.33401802807913</c:v>
                </c:pt>
                <c:pt idx="2428">
                  <c:v>300.53570716336952</c:v>
                </c:pt>
                <c:pt idx="2429">
                  <c:v>299.1432175335035</c:v>
                </c:pt>
                <c:pt idx="2430">
                  <c:v>299.62532905232933</c:v>
                </c:pt>
                <c:pt idx="2431">
                  <c:v>291.14599952137843</c:v>
                </c:pt>
                <c:pt idx="2432">
                  <c:v>293.69665363752398</c:v>
                </c:pt>
                <c:pt idx="2433">
                  <c:v>295.41246210912573</c:v>
                </c:pt>
                <c:pt idx="2434">
                  <c:v>295.16916281110406</c:v>
                </c:pt>
                <c:pt idx="2435">
                  <c:v>297.88658663050415</c:v>
                </c:pt>
                <c:pt idx="2436">
                  <c:v>295.16492501595405</c:v>
                </c:pt>
                <c:pt idx="2437">
                  <c:v>296.31261965539244</c:v>
                </c:pt>
                <c:pt idx="2438">
                  <c:v>292.87501994256542</c:v>
                </c:pt>
                <c:pt idx="2439">
                  <c:v>291.87041320995536</c:v>
                </c:pt>
                <c:pt idx="2440">
                  <c:v>292.93036056158269</c:v>
                </c:pt>
                <c:pt idx="2441">
                  <c:v>290.06586032227187</c:v>
                </c:pt>
                <c:pt idx="2442">
                  <c:v>290.95903797064454</c:v>
                </c:pt>
                <c:pt idx="2443">
                  <c:v>288.38918913529039</c:v>
                </c:pt>
                <c:pt idx="2444">
                  <c:v>283.69570636566692</c:v>
                </c:pt>
                <c:pt idx="2445">
                  <c:v>282.42586351308233</c:v>
                </c:pt>
                <c:pt idx="2446">
                  <c:v>278.11253589661777</c:v>
                </c:pt>
                <c:pt idx="2447">
                  <c:v>280.76315212188894</c:v>
                </c:pt>
                <c:pt idx="2448">
                  <c:v>281.0832302967454</c:v>
                </c:pt>
                <c:pt idx="2449">
                  <c:v>277.66881381620931</c:v>
                </c:pt>
                <c:pt idx="2450">
                  <c:v>283.96443243458839</c:v>
                </c:pt>
                <c:pt idx="2451">
                  <c:v>285.96741384811742</c:v>
                </c:pt>
                <c:pt idx="2452">
                  <c:v>288.36077097957883</c:v>
                </c:pt>
                <c:pt idx="2453">
                  <c:v>289.30978781110406</c:v>
                </c:pt>
                <c:pt idx="2454">
                  <c:v>287.70166919272498</c:v>
                </c:pt>
                <c:pt idx="2455">
                  <c:v>288.88650686024249</c:v>
                </c:pt>
                <c:pt idx="2456">
                  <c:v>288.75339023611997</c:v>
                </c:pt>
                <c:pt idx="2457">
                  <c:v>287.61766113592853</c:v>
                </c:pt>
                <c:pt idx="2458">
                  <c:v>285.52942525526481</c:v>
                </c:pt>
                <c:pt idx="2459">
                  <c:v>287.19886726228464</c:v>
                </c:pt>
                <c:pt idx="2460">
                  <c:v>287.89236997447352</c:v>
                </c:pt>
                <c:pt idx="2461">
                  <c:v>281.4923021697511</c:v>
                </c:pt>
                <c:pt idx="2462">
                  <c:v>281.83955208998088</c:v>
                </c:pt>
                <c:pt idx="2463">
                  <c:v>283.01890555201027</c:v>
                </c:pt>
                <c:pt idx="2464">
                  <c:v>279.92730934907468</c:v>
                </c:pt>
                <c:pt idx="2465">
                  <c:v>283.53043235481812</c:v>
                </c:pt>
                <c:pt idx="2466">
                  <c:v>282.6719049138481</c:v>
                </c:pt>
                <c:pt idx="2467">
                  <c:v>281.52645381301852</c:v>
                </c:pt>
                <c:pt idx="2468">
                  <c:v>281.52819878749204</c:v>
                </c:pt>
                <c:pt idx="2469">
                  <c:v>279.98314853222723</c:v>
                </c:pt>
                <c:pt idx="2470">
                  <c:v>277.20564773452463</c:v>
                </c:pt>
                <c:pt idx="2471">
                  <c:v>279.86922662731337</c:v>
                </c:pt>
                <c:pt idx="2472">
                  <c:v>281.38610800893429</c:v>
                </c:pt>
                <c:pt idx="2473">
                  <c:v>280.48221123165285</c:v>
                </c:pt>
                <c:pt idx="2474">
                  <c:v>281.41078693363119</c:v>
                </c:pt>
                <c:pt idx="2475">
                  <c:v>282.27903637523934</c:v>
                </c:pt>
                <c:pt idx="2476">
                  <c:v>283.1826838704531</c:v>
                </c:pt>
                <c:pt idx="2477">
                  <c:v>284.26955368538614</c:v>
                </c:pt>
                <c:pt idx="2478">
                  <c:v>287.52866743777923</c:v>
                </c:pt>
                <c:pt idx="2479">
                  <c:v>288.25482610082963</c:v>
                </c:pt>
                <c:pt idx="2480">
                  <c:v>282.75765794511807</c:v>
                </c:pt>
                <c:pt idx="2481">
                  <c:v>282.78333399808554</c:v>
                </c:pt>
                <c:pt idx="2482">
                  <c:v>284.02002233567327</c:v>
                </c:pt>
                <c:pt idx="2483">
                  <c:v>286.65244097000641</c:v>
                </c:pt>
                <c:pt idx="2484">
                  <c:v>284.76836710274409</c:v>
                </c:pt>
                <c:pt idx="2485">
                  <c:v>281.29063297702623</c:v>
                </c:pt>
                <c:pt idx="2486">
                  <c:v>277.33726866624124</c:v>
                </c:pt>
                <c:pt idx="2487">
                  <c:v>276.95162930759415</c:v>
                </c:pt>
                <c:pt idx="2488">
                  <c:v>275.40682833439695</c:v>
                </c:pt>
                <c:pt idx="2489">
                  <c:v>278.20302528717298</c:v>
                </c:pt>
                <c:pt idx="2490">
                  <c:v>277.88992701021067</c:v>
                </c:pt>
                <c:pt idx="2491">
                  <c:v>277.31458399808554</c:v>
                </c:pt>
                <c:pt idx="2492">
                  <c:v>277.1819659380983</c:v>
                </c:pt>
                <c:pt idx="2493">
                  <c:v>278.10804881940015</c:v>
                </c:pt>
                <c:pt idx="2494">
                  <c:v>279.54166999042758</c:v>
                </c:pt>
                <c:pt idx="2495">
                  <c:v>277.47337667517553</c:v>
                </c:pt>
                <c:pt idx="2496">
                  <c:v>276.41367860561587</c:v>
                </c:pt>
                <c:pt idx="2497">
                  <c:v>275.02318323229105</c:v>
                </c:pt>
                <c:pt idx="2498">
                  <c:v>276.99699864390556</c:v>
                </c:pt>
                <c:pt idx="2499">
                  <c:v>282.6457302967454</c:v>
                </c:pt>
                <c:pt idx="2500">
                  <c:v>291.14176172622848</c:v>
                </c:pt>
                <c:pt idx="2501">
                  <c:v>286.27328294511807</c:v>
                </c:pt>
                <c:pt idx="2502">
                  <c:v>285.55111279514995</c:v>
                </c:pt>
                <c:pt idx="2503">
                  <c:v>281.10915563178048</c:v>
                </c:pt>
                <c:pt idx="2504">
                  <c:v>278.40718730057438</c:v>
                </c:pt>
                <c:pt idx="2505">
                  <c:v>274.77514757498409</c:v>
                </c:pt>
                <c:pt idx="2506">
                  <c:v>273.49558272176137</c:v>
                </c:pt>
                <c:pt idx="2507">
                  <c:v>268.19883734843654</c:v>
                </c:pt>
                <c:pt idx="2508">
                  <c:v>267.92338066368859</c:v>
                </c:pt>
                <c:pt idx="2509">
                  <c:v>265.80822231971922</c:v>
                </c:pt>
                <c:pt idx="2510">
                  <c:v>264.92975231333764</c:v>
                </c:pt>
                <c:pt idx="2511">
                  <c:v>263.96478142948314</c:v>
                </c:pt>
                <c:pt idx="2512">
                  <c:v>261.64895102105936</c:v>
                </c:pt>
                <c:pt idx="2513">
                  <c:v>261.0504247766433</c:v>
                </c:pt>
                <c:pt idx="2514">
                  <c:v>260.93500717932358</c:v>
                </c:pt>
                <c:pt idx="2515">
                  <c:v>259.74269104977668</c:v>
                </c:pt>
                <c:pt idx="2516">
                  <c:v>260.67824664964905</c:v>
                </c:pt>
                <c:pt idx="2517">
                  <c:v>261.51359085832803</c:v>
                </c:pt>
                <c:pt idx="2518">
                  <c:v>259.5283084716018</c:v>
                </c:pt>
                <c:pt idx="2519">
                  <c:v>252.71717453733248</c:v>
                </c:pt>
                <c:pt idx="2520">
                  <c:v>253.20402241544352</c:v>
                </c:pt>
                <c:pt idx="2521">
                  <c:v>251.89579012444165</c:v>
                </c:pt>
                <c:pt idx="2522">
                  <c:v>255.65920149968093</c:v>
                </c:pt>
                <c:pt idx="2523">
                  <c:v>258.70642549457568</c:v>
                </c:pt>
                <c:pt idx="2524">
                  <c:v>258.71390395660501</c:v>
                </c:pt>
                <c:pt idx="2525">
                  <c:v>259.28525845564775</c:v>
                </c:pt>
                <c:pt idx="2526">
                  <c:v>259.01129746330571</c:v>
                </c:pt>
                <c:pt idx="2527">
                  <c:v>259.04021418315256</c:v>
                </c:pt>
                <c:pt idx="2528">
                  <c:v>258.65133415762608</c:v>
                </c:pt>
                <c:pt idx="2529">
                  <c:v>258.12235761008299</c:v>
                </c:pt>
                <c:pt idx="2530">
                  <c:v>261.62152999361837</c:v>
                </c:pt>
                <c:pt idx="2531">
                  <c:v>260.17120692405871</c:v>
                </c:pt>
                <c:pt idx="2532">
                  <c:v>263.53053206764525</c:v>
                </c:pt>
                <c:pt idx="2533">
                  <c:v>264.16944200701977</c:v>
                </c:pt>
                <c:pt idx="2534">
                  <c:v>265.39939972878113</c:v>
                </c:pt>
                <c:pt idx="2535">
                  <c:v>264.89360641352908</c:v>
                </c:pt>
                <c:pt idx="2536">
                  <c:v>264.18165682833444</c:v>
                </c:pt>
                <c:pt idx="2537">
                  <c:v>265.61802010210596</c:v>
                </c:pt>
                <c:pt idx="2538">
                  <c:v>267.17952297383539</c:v>
                </c:pt>
              </c:numCache>
            </c:numRef>
          </c:val>
          <c:smooth val="0"/>
          <c:extLst>
            <c:ext xmlns:c16="http://schemas.microsoft.com/office/drawing/2014/chart" uri="{C3380CC4-5D6E-409C-BE32-E72D297353CC}">
              <c16:uniqueId val="{00000003-CEAE-3D48-BF84-BC827ABA04DE}"/>
            </c:ext>
          </c:extLst>
        </c:ser>
        <c:ser>
          <c:idx val="4"/>
          <c:order val="4"/>
          <c:tx>
            <c:strRef>
              <c:f>'Sectoral Data'!$BG$4</c:f>
              <c:strCache>
                <c:ptCount val="1"/>
                <c:pt idx="0">
                  <c:v>NIFTY Infra</c:v>
                </c:pt>
              </c:strCache>
            </c:strRef>
          </c:tx>
          <c:spPr>
            <a:ln w="12700" cap="rnd">
              <a:solidFill>
                <a:schemeClr val="dk1">
                  <a:tint val="30000"/>
                </a:schemeClr>
              </a:solidFill>
              <a:round/>
            </a:ln>
            <a:effectLst>
              <a:outerShdw blurRad="50800" dist="38100" dir="2700000" algn="tl" rotWithShape="0">
                <a:prstClr val="black">
                  <a:alpha val="40000"/>
                </a:prstClr>
              </a:outerShdw>
            </a:effectLst>
          </c:spPr>
          <c:marker>
            <c:symbol val="none"/>
          </c:marker>
          <c:cat>
            <c:numRef>
              <c:f>'Sectoral Data'!$BB$5:$BB$2543</c:f>
              <c:numCache>
                <c:formatCode>d\-mmm\-yy</c:formatCode>
                <c:ptCount val="2539"/>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42024</c:v>
                </c:pt>
                <c:pt idx="14">
                  <c:v>42025</c:v>
                </c:pt>
                <c:pt idx="15">
                  <c:v>42026</c:v>
                </c:pt>
                <c:pt idx="16">
                  <c:v>42027</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42053</c:v>
                </c:pt>
                <c:pt idx="33">
                  <c:v>42054</c:v>
                </c:pt>
                <c:pt idx="34">
                  <c:v>42055</c:v>
                </c:pt>
                <c:pt idx="35">
                  <c:v>42058</c:v>
                </c:pt>
                <c:pt idx="36">
                  <c:v>42059</c:v>
                </c:pt>
                <c:pt idx="37">
                  <c:v>42060</c:v>
                </c:pt>
                <c:pt idx="38">
                  <c:v>42061</c:v>
                </c:pt>
                <c:pt idx="39">
                  <c:v>42062</c:v>
                </c:pt>
                <c:pt idx="40">
                  <c:v>42063</c:v>
                </c:pt>
                <c:pt idx="41">
                  <c:v>42065</c:v>
                </c:pt>
                <c:pt idx="42">
                  <c:v>42066</c:v>
                </c:pt>
                <c:pt idx="43">
                  <c:v>42067</c:v>
                </c:pt>
                <c:pt idx="44">
                  <c:v>42068</c:v>
                </c:pt>
                <c:pt idx="45">
                  <c:v>42072</c:v>
                </c:pt>
                <c:pt idx="46">
                  <c:v>42073</c:v>
                </c:pt>
                <c:pt idx="47">
                  <c:v>42074</c:v>
                </c:pt>
                <c:pt idx="48">
                  <c:v>42075</c:v>
                </c:pt>
                <c:pt idx="49">
                  <c:v>42076</c:v>
                </c:pt>
                <c:pt idx="50">
                  <c:v>42079</c:v>
                </c:pt>
                <c:pt idx="51">
                  <c:v>42080</c:v>
                </c:pt>
                <c:pt idx="52">
                  <c:v>42081</c:v>
                </c:pt>
                <c:pt idx="53">
                  <c:v>42082</c:v>
                </c:pt>
                <c:pt idx="54">
                  <c:v>42083</c:v>
                </c:pt>
                <c:pt idx="55">
                  <c:v>42086</c:v>
                </c:pt>
                <c:pt idx="56">
                  <c:v>42087</c:v>
                </c:pt>
                <c:pt idx="57">
                  <c:v>42088</c:v>
                </c:pt>
                <c:pt idx="58">
                  <c:v>42089</c:v>
                </c:pt>
                <c:pt idx="59">
                  <c:v>42090</c:v>
                </c:pt>
                <c:pt idx="60">
                  <c:v>42093</c:v>
                </c:pt>
                <c:pt idx="61">
                  <c:v>42094</c:v>
                </c:pt>
                <c:pt idx="62">
                  <c:v>42095</c:v>
                </c:pt>
                <c:pt idx="63">
                  <c:v>42100</c:v>
                </c:pt>
                <c:pt idx="64">
                  <c:v>42101</c:v>
                </c:pt>
                <c:pt idx="65">
                  <c:v>42102</c:v>
                </c:pt>
                <c:pt idx="66">
                  <c:v>42103</c:v>
                </c:pt>
                <c:pt idx="67">
                  <c:v>42104</c:v>
                </c:pt>
                <c:pt idx="68">
                  <c:v>42107</c:v>
                </c:pt>
                <c:pt idx="69">
                  <c:v>42109</c:v>
                </c:pt>
                <c:pt idx="70">
                  <c:v>42110</c:v>
                </c:pt>
                <c:pt idx="71">
                  <c:v>42111</c:v>
                </c:pt>
                <c:pt idx="72">
                  <c:v>42114</c:v>
                </c:pt>
                <c:pt idx="73">
                  <c:v>42115</c:v>
                </c:pt>
                <c:pt idx="74">
                  <c:v>42116</c:v>
                </c:pt>
                <c:pt idx="75">
                  <c:v>42117</c:v>
                </c:pt>
                <c:pt idx="76">
                  <c:v>42118</c:v>
                </c:pt>
                <c:pt idx="77">
                  <c:v>42121</c:v>
                </c:pt>
                <c:pt idx="78">
                  <c:v>42122</c:v>
                </c:pt>
                <c:pt idx="79">
                  <c:v>42123</c:v>
                </c:pt>
                <c:pt idx="80">
                  <c:v>42124</c:v>
                </c:pt>
                <c:pt idx="81">
                  <c:v>42128</c:v>
                </c:pt>
                <c:pt idx="82">
                  <c:v>42129</c:v>
                </c:pt>
                <c:pt idx="83">
                  <c:v>42130</c:v>
                </c:pt>
                <c:pt idx="84">
                  <c:v>42131</c:v>
                </c:pt>
                <c:pt idx="85">
                  <c:v>42132</c:v>
                </c:pt>
                <c:pt idx="86">
                  <c:v>42135</c:v>
                </c:pt>
                <c:pt idx="87">
                  <c:v>42136</c:v>
                </c:pt>
                <c:pt idx="88">
                  <c:v>42137</c:v>
                </c:pt>
                <c:pt idx="89">
                  <c:v>42138</c:v>
                </c:pt>
                <c:pt idx="90">
                  <c:v>42139</c:v>
                </c:pt>
                <c:pt idx="91">
                  <c:v>42142</c:v>
                </c:pt>
                <c:pt idx="92">
                  <c:v>42143</c:v>
                </c:pt>
                <c:pt idx="93">
                  <c:v>42144</c:v>
                </c:pt>
                <c:pt idx="94">
                  <c:v>42145</c:v>
                </c:pt>
                <c:pt idx="95">
                  <c:v>42146</c:v>
                </c:pt>
                <c:pt idx="96">
                  <c:v>42149</c:v>
                </c:pt>
                <c:pt idx="97">
                  <c:v>42150</c:v>
                </c:pt>
                <c:pt idx="98">
                  <c:v>42151</c:v>
                </c:pt>
                <c:pt idx="99">
                  <c:v>42152</c:v>
                </c:pt>
                <c:pt idx="100">
                  <c:v>42153</c:v>
                </c:pt>
                <c:pt idx="101">
                  <c:v>42156</c:v>
                </c:pt>
                <c:pt idx="102">
                  <c:v>42157</c:v>
                </c:pt>
                <c:pt idx="103">
                  <c:v>42158</c:v>
                </c:pt>
                <c:pt idx="104">
                  <c:v>42159</c:v>
                </c:pt>
                <c:pt idx="105">
                  <c:v>42160</c:v>
                </c:pt>
                <c:pt idx="106">
                  <c:v>42163</c:v>
                </c:pt>
                <c:pt idx="107">
                  <c:v>42164</c:v>
                </c:pt>
                <c:pt idx="108">
                  <c:v>42165</c:v>
                </c:pt>
                <c:pt idx="109">
                  <c:v>42166</c:v>
                </c:pt>
                <c:pt idx="110">
                  <c:v>42167</c:v>
                </c:pt>
                <c:pt idx="111">
                  <c:v>42170</c:v>
                </c:pt>
                <c:pt idx="112">
                  <c:v>42171</c:v>
                </c:pt>
                <c:pt idx="113">
                  <c:v>42172</c:v>
                </c:pt>
                <c:pt idx="114">
                  <c:v>42173</c:v>
                </c:pt>
                <c:pt idx="115">
                  <c:v>42174</c:v>
                </c:pt>
                <c:pt idx="116">
                  <c:v>42177</c:v>
                </c:pt>
                <c:pt idx="117">
                  <c:v>42178</c:v>
                </c:pt>
                <c:pt idx="118">
                  <c:v>42179</c:v>
                </c:pt>
                <c:pt idx="119">
                  <c:v>42180</c:v>
                </c:pt>
                <c:pt idx="120">
                  <c:v>42181</c:v>
                </c:pt>
                <c:pt idx="121">
                  <c:v>42184</c:v>
                </c:pt>
                <c:pt idx="122">
                  <c:v>42185</c:v>
                </c:pt>
                <c:pt idx="123">
                  <c:v>42186</c:v>
                </c:pt>
                <c:pt idx="124">
                  <c:v>42187</c:v>
                </c:pt>
                <c:pt idx="125">
                  <c:v>42188</c:v>
                </c:pt>
                <c:pt idx="126">
                  <c:v>42191</c:v>
                </c:pt>
                <c:pt idx="127">
                  <c:v>42192</c:v>
                </c:pt>
                <c:pt idx="128">
                  <c:v>42193</c:v>
                </c:pt>
                <c:pt idx="129">
                  <c:v>42194</c:v>
                </c:pt>
                <c:pt idx="130">
                  <c:v>42195</c:v>
                </c:pt>
                <c:pt idx="131">
                  <c:v>42198</c:v>
                </c:pt>
                <c:pt idx="132">
                  <c:v>42199</c:v>
                </c:pt>
                <c:pt idx="133">
                  <c:v>42200</c:v>
                </c:pt>
                <c:pt idx="134">
                  <c:v>42201</c:v>
                </c:pt>
                <c:pt idx="135">
                  <c:v>42202</c:v>
                </c:pt>
                <c:pt idx="136">
                  <c:v>42205</c:v>
                </c:pt>
                <c:pt idx="137">
                  <c:v>42206</c:v>
                </c:pt>
                <c:pt idx="138">
                  <c:v>42207</c:v>
                </c:pt>
                <c:pt idx="139">
                  <c:v>42208</c:v>
                </c:pt>
                <c:pt idx="140">
                  <c:v>42209</c:v>
                </c:pt>
                <c:pt idx="141">
                  <c:v>42212</c:v>
                </c:pt>
                <c:pt idx="142">
                  <c:v>42213</c:v>
                </c:pt>
                <c:pt idx="143">
                  <c:v>42214</c:v>
                </c:pt>
                <c:pt idx="144">
                  <c:v>42215</c:v>
                </c:pt>
                <c:pt idx="145">
                  <c:v>42216</c:v>
                </c:pt>
                <c:pt idx="146">
                  <c:v>42219</c:v>
                </c:pt>
                <c:pt idx="147">
                  <c:v>42220</c:v>
                </c:pt>
                <c:pt idx="148">
                  <c:v>42221</c:v>
                </c:pt>
                <c:pt idx="149">
                  <c:v>42222</c:v>
                </c:pt>
                <c:pt idx="150">
                  <c:v>42223</c:v>
                </c:pt>
                <c:pt idx="151">
                  <c:v>42226</c:v>
                </c:pt>
                <c:pt idx="152">
                  <c:v>42227</c:v>
                </c:pt>
                <c:pt idx="153">
                  <c:v>42228</c:v>
                </c:pt>
                <c:pt idx="154">
                  <c:v>42229</c:v>
                </c:pt>
                <c:pt idx="155">
                  <c:v>42230</c:v>
                </c:pt>
                <c:pt idx="156">
                  <c:v>42233</c:v>
                </c:pt>
                <c:pt idx="157">
                  <c:v>42234</c:v>
                </c:pt>
                <c:pt idx="158">
                  <c:v>42235</c:v>
                </c:pt>
                <c:pt idx="159">
                  <c:v>42236</c:v>
                </c:pt>
                <c:pt idx="160">
                  <c:v>42237</c:v>
                </c:pt>
                <c:pt idx="161">
                  <c:v>42240</c:v>
                </c:pt>
                <c:pt idx="162">
                  <c:v>42241</c:v>
                </c:pt>
                <c:pt idx="163">
                  <c:v>42242</c:v>
                </c:pt>
                <c:pt idx="164">
                  <c:v>42243</c:v>
                </c:pt>
                <c:pt idx="165">
                  <c:v>42244</c:v>
                </c:pt>
                <c:pt idx="166">
                  <c:v>42247</c:v>
                </c:pt>
                <c:pt idx="167">
                  <c:v>42248</c:v>
                </c:pt>
                <c:pt idx="168">
                  <c:v>42249</c:v>
                </c:pt>
                <c:pt idx="169">
                  <c:v>42250</c:v>
                </c:pt>
                <c:pt idx="170">
                  <c:v>42251</c:v>
                </c:pt>
                <c:pt idx="171">
                  <c:v>42254</c:v>
                </c:pt>
                <c:pt idx="172">
                  <c:v>42255</c:v>
                </c:pt>
                <c:pt idx="173">
                  <c:v>42256</c:v>
                </c:pt>
                <c:pt idx="174">
                  <c:v>42257</c:v>
                </c:pt>
                <c:pt idx="175">
                  <c:v>42258</c:v>
                </c:pt>
                <c:pt idx="176">
                  <c:v>42261</c:v>
                </c:pt>
                <c:pt idx="177">
                  <c:v>42262</c:v>
                </c:pt>
                <c:pt idx="178">
                  <c:v>42263</c:v>
                </c:pt>
                <c:pt idx="179">
                  <c:v>42265</c:v>
                </c:pt>
                <c:pt idx="180">
                  <c:v>42268</c:v>
                </c:pt>
                <c:pt idx="181">
                  <c:v>42269</c:v>
                </c:pt>
                <c:pt idx="182">
                  <c:v>42270</c:v>
                </c:pt>
                <c:pt idx="183">
                  <c:v>42271</c:v>
                </c:pt>
                <c:pt idx="184">
                  <c:v>42275</c:v>
                </c:pt>
                <c:pt idx="185">
                  <c:v>42276</c:v>
                </c:pt>
                <c:pt idx="186">
                  <c:v>42277</c:v>
                </c:pt>
                <c:pt idx="187">
                  <c:v>42278</c:v>
                </c:pt>
                <c:pt idx="188">
                  <c:v>42282</c:v>
                </c:pt>
                <c:pt idx="189">
                  <c:v>42283</c:v>
                </c:pt>
                <c:pt idx="190">
                  <c:v>42284</c:v>
                </c:pt>
                <c:pt idx="191">
                  <c:v>42285</c:v>
                </c:pt>
                <c:pt idx="192">
                  <c:v>42286</c:v>
                </c:pt>
                <c:pt idx="193">
                  <c:v>42289</c:v>
                </c:pt>
                <c:pt idx="194">
                  <c:v>42290</c:v>
                </c:pt>
                <c:pt idx="195">
                  <c:v>42291</c:v>
                </c:pt>
                <c:pt idx="196">
                  <c:v>42292</c:v>
                </c:pt>
                <c:pt idx="197">
                  <c:v>42293</c:v>
                </c:pt>
                <c:pt idx="198">
                  <c:v>42296</c:v>
                </c:pt>
                <c:pt idx="199">
                  <c:v>42297</c:v>
                </c:pt>
                <c:pt idx="200">
                  <c:v>42298</c:v>
                </c:pt>
                <c:pt idx="201">
                  <c:v>42300</c:v>
                </c:pt>
                <c:pt idx="202">
                  <c:v>42303</c:v>
                </c:pt>
                <c:pt idx="203">
                  <c:v>42304</c:v>
                </c:pt>
                <c:pt idx="204">
                  <c:v>42305</c:v>
                </c:pt>
                <c:pt idx="205">
                  <c:v>42306</c:v>
                </c:pt>
                <c:pt idx="206">
                  <c:v>42307</c:v>
                </c:pt>
                <c:pt idx="207">
                  <c:v>42310</c:v>
                </c:pt>
                <c:pt idx="208">
                  <c:v>42311</c:v>
                </c:pt>
                <c:pt idx="209">
                  <c:v>42312</c:v>
                </c:pt>
                <c:pt idx="210">
                  <c:v>42313</c:v>
                </c:pt>
                <c:pt idx="211">
                  <c:v>42314</c:v>
                </c:pt>
                <c:pt idx="212">
                  <c:v>42317</c:v>
                </c:pt>
                <c:pt idx="213">
                  <c:v>42318</c:v>
                </c:pt>
                <c:pt idx="214">
                  <c:v>42319</c:v>
                </c:pt>
                <c:pt idx="215">
                  <c:v>42321</c:v>
                </c:pt>
                <c:pt idx="216">
                  <c:v>42324</c:v>
                </c:pt>
                <c:pt idx="217">
                  <c:v>42325</c:v>
                </c:pt>
                <c:pt idx="218">
                  <c:v>42326</c:v>
                </c:pt>
                <c:pt idx="219">
                  <c:v>42327</c:v>
                </c:pt>
                <c:pt idx="220">
                  <c:v>42328</c:v>
                </c:pt>
                <c:pt idx="221">
                  <c:v>42331</c:v>
                </c:pt>
                <c:pt idx="222">
                  <c:v>42332</c:v>
                </c:pt>
                <c:pt idx="223">
                  <c:v>42334</c:v>
                </c:pt>
                <c:pt idx="224">
                  <c:v>42335</c:v>
                </c:pt>
                <c:pt idx="225">
                  <c:v>42338</c:v>
                </c:pt>
                <c:pt idx="226">
                  <c:v>42339</c:v>
                </c:pt>
                <c:pt idx="227">
                  <c:v>42340</c:v>
                </c:pt>
                <c:pt idx="228">
                  <c:v>42341</c:v>
                </c:pt>
                <c:pt idx="229">
                  <c:v>42342</c:v>
                </c:pt>
                <c:pt idx="230">
                  <c:v>42345</c:v>
                </c:pt>
                <c:pt idx="231">
                  <c:v>42346</c:v>
                </c:pt>
                <c:pt idx="232">
                  <c:v>42347</c:v>
                </c:pt>
                <c:pt idx="233">
                  <c:v>42348</c:v>
                </c:pt>
                <c:pt idx="234">
                  <c:v>42349</c:v>
                </c:pt>
                <c:pt idx="235">
                  <c:v>42352</c:v>
                </c:pt>
                <c:pt idx="236">
                  <c:v>42353</c:v>
                </c:pt>
                <c:pt idx="237">
                  <c:v>42354</c:v>
                </c:pt>
                <c:pt idx="238">
                  <c:v>42355</c:v>
                </c:pt>
                <c:pt idx="239">
                  <c:v>42356</c:v>
                </c:pt>
                <c:pt idx="240">
                  <c:v>42359</c:v>
                </c:pt>
                <c:pt idx="241">
                  <c:v>42360</c:v>
                </c:pt>
                <c:pt idx="242">
                  <c:v>42361</c:v>
                </c:pt>
                <c:pt idx="243">
                  <c:v>42362</c:v>
                </c:pt>
                <c:pt idx="244">
                  <c:v>42366</c:v>
                </c:pt>
                <c:pt idx="245">
                  <c:v>42367</c:v>
                </c:pt>
                <c:pt idx="246">
                  <c:v>42368</c:v>
                </c:pt>
                <c:pt idx="247">
                  <c:v>42369</c:v>
                </c:pt>
                <c:pt idx="248">
                  <c:v>42370</c:v>
                </c:pt>
                <c:pt idx="249">
                  <c:v>42373</c:v>
                </c:pt>
                <c:pt idx="250">
                  <c:v>42374</c:v>
                </c:pt>
                <c:pt idx="251">
                  <c:v>42375</c:v>
                </c:pt>
                <c:pt idx="252">
                  <c:v>42376</c:v>
                </c:pt>
                <c:pt idx="253">
                  <c:v>42377</c:v>
                </c:pt>
                <c:pt idx="254">
                  <c:v>42380</c:v>
                </c:pt>
                <c:pt idx="255">
                  <c:v>42381</c:v>
                </c:pt>
                <c:pt idx="256">
                  <c:v>42382</c:v>
                </c:pt>
                <c:pt idx="257">
                  <c:v>42383</c:v>
                </c:pt>
                <c:pt idx="258">
                  <c:v>42384</c:v>
                </c:pt>
                <c:pt idx="259">
                  <c:v>42387</c:v>
                </c:pt>
                <c:pt idx="260">
                  <c:v>42388</c:v>
                </c:pt>
                <c:pt idx="261">
                  <c:v>42389</c:v>
                </c:pt>
                <c:pt idx="262">
                  <c:v>42390</c:v>
                </c:pt>
                <c:pt idx="263">
                  <c:v>42391</c:v>
                </c:pt>
                <c:pt idx="264">
                  <c:v>42394</c:v>
                </c:pt>
                <c:pt idx="265">
                  <c:v>42396</c:v>
                </c:pt>
                <c:pt idx="266">
                  <c:v>42397</c:v>
                </c:pt>
                <c:pt idx="267">
                  <c:v>42398</c:v>
                </c:pt>
                <c:pt idx="268">
                  <c:v>42401</c:v>
                </c:pt>
                <c:pt idx="269">
                  <c:v>42402</c:v>
                </c:pt>
                <c:pt idx="270">
                  <c:v>42403</c:v>
                </c:pt>
                <c:pt idx="271">
                  <c:v>42404</c:v>
                </c:pt>
                <c:pt idx="272">
                  <c:v>42405</c:v>
                </c:pt>
                <c:pt idx="273">
                  <c:v>42408</c:v>
                </c:pt>
                <c:pt idx="274">
                  <c:v>42409</c:v>
                </c:pt>
                <c:pt idx="275">
                  <c:v>42410</c:v>
                </c:pt>
                <c:pt idx="276">
                  <c:v>42411</c:v>
                </c:pt>
                <c:pt idx="277">
                  <c:v>42412</c:v>
                </c:pt>
                <c:pt idx="278">
                  <c:v>42415</c:v>
                </c:pt>
                <c:pt idx="279">
                  <c:v>42416</c:v>
                </c:pt>
                <c:pt idx="280">
                  <c:v>42417</c:v>
                </c:pt>
                <c:pt idx="281">
                  <c:v>42418</c:v>
                </c:pt>
                <c:pt idx="282">
                  <c:v>42419</c:v>
                </c:pt>
                <c:pt idx="283">
                  <c:v>42422</c:v>
                </c:pt>
                <c:pt idx="284">
                  <c:v>42423</c:v>
                </c:pt>
                <c:pt idx="285">
                  <c:v>42424</c:v>
                </c:pt>
                <c:pt idx="286">
                  <c:v>42425</c:v>
                </c:pt>
                <c:pt idx="287">
                  <c:v>42426</c:v>
                </c:pt>
                <c:pt idx="288">
                  <c:v>42429</c:v>
                </c:pt>
                <c:pt idx="289">
                  <c:v>42430</c:v>
                </c:pt>
                <c:pt idx="290">
                  <c:v>42431</c:v>
                </c:pt>
                <c:pt idx="291">
                  <c:v>42432</c:v>
                </c:pt>
                <c:pt idx="292">
                  <c:v>42433</c:v>
                </c:pt>
                <c:pt idx="293">
                  <c:v>42437</c:v>
                </c:pt>
                <c:pt idx="294">
                  <c:v>42438</c:v>
                </c:pt>
                <c:pt idx="295">
                  <c:v>42439</c:v>
                </c:pt>
                <c:pt idx="296">
                  <c:v>42440</c:v>
                </c:pt>
                <c:pt idx="297">
                  <c:v>42443</c:v>
                </c:pt>
                <c:pt idx="298">
                  <c:v>42444</c:v>
                </c:pt>
                <c:pt idx="299">
                  <c:v>42445</c:v>
                </c:pt>
                <c:pt idx="300">
                  <c:v>42446</c:v>
                </c:pt>
                <c:pt idx="301">
                  <c:v>42447</c:v>
                </c:pt>
                <c:pt idx="302">
                  <c:v>42450</c:v>
                </c:pt>
                <c:pt idx="303">
                  <c:v>42451</c:v>
                </c:pt>
                <c:pt idx="304">
                  <c:v>42452</c:v>
                </c:pt>
                <c:pt idx="305">
                  <c:v>42457</c:v>
                </c:pt>
                <c:pt idx="306">
                  <c:v>42458</c:v>
                </c:pt>
                <c:pt idx="307">
                  <c:v>42459</c:v>
                </c:pt>
                <c:pt idx="308">
                  <c:v>42460</c:v>
                </c:pt>
                <c:pt idx="309">
                  <c:v>42461</c:v>
                </c:pt>
                <c:pt idx="310">
                  <c:v>42464</c:v>
                </c:pt>
                <c:pt idx="311">
                  <c:v>42465</c:v>
                </c:pt>
                <c:pt idx="312">
                  <c:v>42466</c:v>
                </c:pt>
                <c:pt idx="313">
                  <c:v>42467</c:v>
                </c:pt>
                <c:pt idx="314">
                  <c:v>42468</c:v>
                </c:pt>
                <c:pt idx="315">
                  <c:v>42471</c:v>
                </c:pt>
                <c:pt idx="316">
                  <c:v>42472</c:v>
                </c:pt>
                <c:pt idx="317">
                  <c:v>42473</c:v>
                </c:pt>
                <c:pt idx="318">
                  <c:v>42478</c:v>
                </c:pt>
                <c:pt idx="319">
                  <c:v>42480</c:v>
                </c:pt>
                <c:pt idx="320">
                  <c:v>42481</c:v>
                </c:pt>
                <c:pt idx="321">
                  <c:v>42482</c:v>
                </c:pt>
                <c:pt idx="322">
                  <c:v>42485</c:v>
                </c:pt>
                <c:pt idx="323">
                  <c:v>42486</c:v>
                </c:pt>
                <c:pt idx="324">
                  <c:v>42487</c:v>
                </c:pt>
                <c:pt idx="325">
                  <c:v>42488</c:v>
                </c:pt>
                <c:pt idx="326">
                  <c:v>42489</c:v>
                </c:pt>
                <c:pt idx="327">
                  <c:v>42492</c:v>
                </c:pt>
                <c:pt idx="328">
                  <c:v>42493</c:v>
                </c:pt>
                <c:pt idx="329">
                  <c:v>42494</c:v>
                </c:pt>
                <c:pt idx="330">
                  <c:v>42495</c:v>
                </c:pt>
                <c:pt idx="331">
                  <c:v>42496</c:v>
                </c:pt>
                <c:pt idx="332">
                  <c:v>42499</c:v>
                </c:pt>
                <c:pt idx="333">
                  <c:v>42500</c:v>
                </c:pt>
                <c:pt idx="334">
                  <c:v>42501</c:v>
                </c:pt>
                <c:pt idx="335">
                  <c:v>42502</c:v>
                </c:pt>
                <c:pt idx="336">
                  <c:v>42503</c:v>
                </c:pt>
                <c:pt idx="337">
                  <c:v>42506</c:v>
                </c:pt>
                <c:pt idx="338">
                  <c:v>42507</c:v>
                </c:pt>
                <c:pt idx="339">
                  <c:v>42508</c:v>
                </c:pt>
                <c:pt idx="340">
                  <c:v>42509</c:v>
                </c:pt>
                <c:pt idx="341">
                  <c:v>42510</c:v>
                </c:pt>
                <c:pt idx="342">
                  <c:v>42513</c:v>
                </c:pt>
                <c:pt idx="343">
                  <c:v>42514</c:v>
                </c:pt>
                <c:pt idx="344">
                  <c:v>42515</c:v>
                </c:pt>
                <c:pt idx="345">
                  <c:v>42516</c:v>
                </c:pt>
                <c:pt idx="346">
                  <c:v>42517</c:v>
                </c:pt>
                <c:pt idx="347">
                  <c:v>42520</c:v>
                </c:pt>
                <c:pt idx="348">
                  <c:v>42521</c:v>
                </c:pt>
                <c:pt idx="349">
                  <c:v>42522</c:v>
                </c:pt>
                <c:pt idx="350">
                  <c:v>42523</c:v>
                </c:pt>
                <c:pt idx="351">
                  <c:v>42524</c:v>
                </c:pt>
                <c:pt idx="352">
                  <c:v>42527</c:v>
                </c:pt>
                <c:pt idx="353">
                  <c:v>42528</c:v>
                </c:pt>
                <c:pt idx="354">
                  <c:v>42529</c:v>
                </c:pt>
                <c:pt idx="355">
                  <c:v>42530</c:v>
                </c:pt>
                <c:pt idx="356">
                  <c:v>42531</c:v>
                </c:pt>
                <c:pt idx="357">
                  <c:v>42534</c:v>
                </c:pt>
                <c:pt idx="358">
                  <c:v>42535</c:v>
                </c:pt>
                <c:pt idx="359">
                  <c:v>42536</c:v>
                </c:pt>
                <c:pt idx="360">
                  <c:v>42537</c:v>
                </c:pt>
                <c:pt idx="361">
                  <c:v>42538</c:v>
                </c:pt>
                <c:pt idx="362">
                  <c:v>42541</c:v>
                </c:pt>
                <c:pt idx="363">
                  <c:v>42542</c:v>
                </c:pt>
                <c:pt idx="364">
                  <c:v>42543</c:v>
                </c:pt>
                <c:pt idx="365">
                  <c:v>42544</c:v>
                </c:pt>
                <c:pt idx="366">
                  <c:v>42545</c:v>
                </c:pt>
                <c:pt idx="367">
                  <c:v>42548</c:v>
                </c:pt>
                <c:pt idx="368">
                  <c:v>42549</c:v>
                </c:pt>
                <c:pt idx="369">
                  <c:v>42550</c:v>
                </c:pt>
                <c:pt idx="370">
                  <c:v>42551</c:v>
                </c:pt>
                <c:pt idx="371">
                  <c:v>42552</c:v>
                </c:pt>
                <c:pt idx="372">
                  <c:v>42555</c:v>
                </c:pt>
                <c:pt idx="373">
                  <c:v>42556</c:v>
                </c:pt>
                <c:pt idx="374">
                  <c:v>42558</c:v>
                </c:pt>
                <c:pt idx="375">
                  <c:v>42559</c:v>
                </c:pt>
                <c:pt idx="376">
                  <c:v>42562</c:v>
                </c:pt>
                <c:pt idx="377">
                  <c:v>42563</c:v>
                </c:pt>
                <c:pt idx="378">
                  <c:v>42564</c:v>
                </c:pt>
                <c:pt idx="379">
                  <c:v>42565</c:v>
                </c:pt>
                <c:pt idx="380">
                  <c:v>42566</c:v>
                </c:pt>
                <c:pt idx="381">
                  <c:v>42569</c:v>
                </c:pt>
                <c:pt idx="382">
                  <c:v>42570</c:v>
                </c:pt>
                <c:pt idx="383">
                  <c:v>42571</c:v>
                </c:pt>
                <c:pt idx="384">
                  <c:v>42572</c:v>
                </c:pt>
                <c:pt idx="385">
                  <c:v>42573</c:v>
                </c:pt>
                <c:pt idx="386">
                  <c:v>42576</c:v>
                </c:pt>
                <c:pt idx="387">
                  <c:v>42577</c:v>
                </c:pt>
                <c:pt idx="388">
                  <c:v>42578</c:v>
                </c:pt>
                <c:pt idx="389">
                  <c:v>42579</c:v>
                </c:pt>
                <c:pt idx="390">
                  <c:v>42580</c:v>
                </c:pt>
                <c:pt idx="391">
                  <c:v>42583</c:v>
                </c:pt>
                <c:pt idx="392">
                  <c:v>42584</c:v>
                </c:pt>
                <c:pt idx="393">
                  <c:v>42585</c:v>
                </c:pt>
                <c:pt idx="394">
                  <c:v>42586</c:v>
                </c:pt>
                <c:pt idx="395">
                  <c:v>42587</c:v>
                </c:pt>
                <c:pt idx="396">
                  <c:v>42590</c:v>
                </c:pt>
                <c:pt idx="397">
                  <c:v>42591</c:v>
                </c:pt>
                <c:pt idx="398">
                  <c:v>42592</c:v>
                </c:pt>
                <c:pt idx="399">
                  <c:v>42593</c:v>
                </c:pt>
                <c:pt idx="400">
                  <c:v>42594</c:v>
                </c:pt>
                <c:pt idx="401">
                  <c:v>42598</c:v>
                </c:pt>
                <c:pt idx="402">
                  <c:v>42599</c:v>
                </c:pt>
                <c:pt idx="403">
                  <c:v>42600</c:v>
                </c:pt>
                <c:pt idx="404">
                  <c:v>42601</c:v>
                </c:pt>
                <c:pt idx="405">
                  <c:v>42604</c:v>
                </c:pt>
                <c:pt idx="406">
                  <c:v>42605</c:v>
                </c:pt>
                <c:pt idx="407">
                  <c:v>42606</c:v>
                </c:pt>
                <c:pt idx="408">
                  <c:v>42607</c:v>
                </c:pt>
                <c:pt idx="409">
                  <c:v>42608</c:v>
                </c:pt>
                <c:pt idx="410">
                  <c:v>42611</c:v>
                </c:pt>
                <c:pt idx="411">
                  <c:v>42612</c:v>
                </c:pt>
                <c:pt idx="412">
                  <c:v>42613</c:v>
                </c:pt>
                <c:pt idx="413">
                  <c:v>42614</c:v>
                </c:pt>
                <c:pt idx="414">
                  <c:v>42615</c:v>
                </c:pt>
                <c:pt idx="415">
                  <c:v>42619</c:v>
                </c:pt>
                <c:pt idx="416">
                  <c:v>42620</c:v>
                </c:pt>
                <c:pt idx="417">
                  <c:v>42621</c:v>
                </c:pt>
                <c:pt idx="418">
                  <c:v>42622</c:v>
                </c:pt>
                <c:pt idx="419">
                  <c:v>42625</c:v>
                </c:pt>
                <c:pt idx="420">
                  <c:v>42627</c:v>
                </c:pt>
                <c:pt idx="421">
                  <c:v>42628</c:v>
                </c:pt>
                <c:pt idx="422">
                  <c:v>42629</c:v>
                </c:pt>
                <c:pt idx="423">
                  <c:v>42632</c:v>
                </c:pt>
                <c:pt idx="424">
                  <c:v>42633</c:v>
                </c:pt>
                <c:pt idx="425">
                  <c:v>42634</c:v>
                </c:pt>
                <c:pt idx="426">
                  <c:v>42635</c:v>
                </c:pt>
                <c:pt idx="427">
                  <c:v>42636</c:v>
                </c:pt>
                <c:pt idx="428">
                  <c:v>42639</c:v>
                </c:pt>
                <c:pt idx="429">
                  <c:v>42640</c:v>
                </c:pt>
                <c:pt idx="430">
                  <c:v>42641</c:v>
                </c:pt>
                <c:pt idx="431">
                  <c:v>42642</c:v>
                </c:pt>
                <c:pt idx="432">
                  <c:v>42643</c:v>
                </c:pt>
                <c:pt idx="433">
                  <c:v>42646</c:v>
                </c:pt>
                <c:pt idx="434">
                  <c:v>42647</c:v>
                </c:pt>
                <c:pt idx="435">
                  <c:v>42648</c:v>
                </c:pt>
                <c:pt idx="436">
                  <c:v>42649</c:v>
                </c:pt>
                <c:pt idx="437">
                  <c:v>42650</c:v>
                </c:pt>
                <c:pt idx="438">
                  <c:v>42653</c:v>
                </c:pt>
                <c:pt idx="439">
                  <c:v>42656</c:v>
                </c:pt>
                <c:pt idx="440">
                  <c:v>42657</c:v>
                </c:pt>
                <c:pt idx="441">
                  <c:v>42660</c:v>
                </c:pt>
                <c:pt idx="442">
                  <c:v>42661</c:v>
                </c:pt>
                <c:pt idx="443">
                  <c:v>42662</c:v>
                </c:pt>
                <c:pt idx="444">
                  <c:v>42663</c:v>
                </c:pt>
                <c:pt idx="445">
                  <c:v>42664</c:v>
                </c:pt>
                <c:pt idx="446">
                  <c:v>42667</c:v>
                </c:pt>
                <c:pt idx="447">
                  <c:v>42668</c:v>
                </c:pt>
                <c:pt idx="448">
                  <c:v>42669</c:v>
                </c:pt>
                <c:pt idx="449">
                  <c:v>42670</c:v>
                </c:pt>
                <c:pt idx="450">
                  <c:v>42671</c:v>
                </c:pt>
                <c:pt idx="451">
                  <c:v>42673</c:v>
                </c:pt>
                <c:pt idx="452">
                  <c:v>42675</c:v>
                </c:pt>
                <c:pt idx="453">
                  <c:v>42676</c:v>
                </c:pt>
                <c:pt idx="454">
                  <c:v>42677</c:v>
                </c:pt>
                <c:pt idx="455">
                  <c:v>42678</c:v>
                </c:pt>
                <c:pt idx="456">
                  <c:v>42681</c:v>
                </c:pt>
                <c:pt idx="457">
                  <c:v>42682</c:v>
                </c:pt>
                <c:pt idx="458">
                  <c:v>42683</c:v>
                </c:pt>
                <c:pt idx="459">
                  <c:v>42684</c:v>
                </c:pt>
                <c:pt idx="460">
                  <c:v>42685</c:v>
                </c:pt>
                <c:pt idx="461">
                  <c:v>42689</c:v>
                </c:pt>
                <c:pt idx="462">
                  <c:v>42690</c:v>
                </c:pt>
                <c:pt idx="463">
                  <c:v>42691</c:v>
                </c:pt>
                <c:pt idx="464">
                  <c:v>42692</c:v>
                </c:pt>
                <c:pt idx="465">
                  <c:v>42695</c:v>
                </c:pt>
                <c:pt idx="466">
                  <c:v>42696</c:v>
                </c:pt>
                <c:pt idx="467">
                  <c:v>42697</c:v>
                </c:pt>
                <c:pt idx="468">
                  <c:v>42698</c:v>
                </c:pt>
                <c:pt idx="469">
                  <c:v>42699</c:v>
                </c:pt>
                <c:pt idx="470">
                  <c:v>42702</c:v>
                </c:pt>
                <c:pt idx="471">
                  <c:v>42703</c:v>
                </c:pt>
                <c:pt idx="472">
                  <c:v>42704</c:v>
                </c:pt>
                <c:pt idx="473">
                  <c:v>42705</c:v>
                </c:pt>
                <c:pt idx="474">
                  <c:v>42706</c:v>
                </c:pt>
                <c:pt idx="475">
                  <c:v>42709</c:v>
                </c:pt>
                <c:pt idx="476">
                  <c:v>42710</c:v>
                </c:pt>
                <c:pt idx="477">
                  <c:v>42711</c:v>
                </c:pt>
                <c:pt idx="478">
                  <c:v>42712</c:v>
                </c:pt>
                <c:pt idx="479">
                  <c:v>42713</c:v>
                </c:pt>
                <c:pt idx="480">
                  <c:v>42716</c:v>
                </c:pt>
                <c:pt idx="481">
                  <c:v>42717</c:v>
                </c:pt>
                <c:pt idx="482">
                  <c:v>42718</c:v>
                </c:pt>
                <c:pt idx="483">
                  <c:v>42719</c:v>
                </c:pt>
                <c:pt idx="484">
                  <c:v>42720</c:v>
                </c:pt>
                <c:pt idx="485">
                  <c:v>42723</c:v>
                </c:pt>
                <c:pt idx="486">
                  <c:v>42724</c:v>
                </c:pt>
                <c:pt idx="487">
                  <c:v>42725</c:v>
                </c:pt>
                <c:pt idx="488">
                  <c:v>42726</c:v>
                </c:pt>
                <c:pt idx="489">
                  <c:v>42727</c:v>
                </c:pt>
                <c:pt idx="490">
                  <c:v>42730</c:v>
                </c:pt>
                <c:pt idx="491">
                  <c:v>42731</c:v>
                </c:pt>
                <c:pt idx="492">
                  <c:v>42732</c:v>
                </c:pt>
                <c:pt idx="493">
                  <c:v>42733</c:v>
                </c:pt>
                <c:pt idx="494">
                  <c:v>42734</c:v>
                </c:pt>
                <c:pt idx="495">
                  <c:v>42737</c:v>
                </c:pt>
                <c:pt idx="496">
                  <c:v>42738</c:v>
                </c:pt>
                <c:pt idx="497">
                  <c:v>42739</c:v>
                </c:pt>
                <c:pt idx="498">
                  <c:v>42740</c:v>
                </c:pt>
                <c:pt idx="499">
                  <c:v>42741</c:v>
                </c:pt>
                <c:pt idx="500">
                  <c:v>42744</c:v>
                </c:pt>
                <c:pt idx="501">
                  <c:v>42745</c:v>
                </c:pt>
                <c:pt idx="502">
                  <c:v>42746</c:v>
                </c:pt>
                <c:pt idx="503">
                  <c:v>42747</c:v>
                </c:pt>
                <c:pt idx="504">
                  <c:v>42748</c:v>
                </c:pt>
                <c:pt idx="505">
                  <c:v>42751</c:v>
                </c:pt>
                <c:pt idx="506">
                  <c:v>42752</c:v>
                </c:pt>
                <c:pt idx="507">
                  <c:v>42753</c:v>
                </c:pt>
                <c:pt idx="508">
                  <c:v>42754</c:v>
                </c:pt>
                <c:pt idx="509">
                  <c:v>42755</c:v>
                </c:pt>
                <c:pt idx="510">
                  <c:v>42758</c:v>
                </c:pt>
                <c:pt idx="511">
                  <c:v>42759</c:v>
                </c:pt>
                <c:pt idx="512">
                  <c:v>42760</c:v>
                </c:pt>
                <c:pt idx="513">
                  <c:v>42762</c:v>
                </c:pt>
                <c:pt idx="514">
                  <c:v>42765</c:v>
                </c:pt>
                <c:pt idx="515">
                  <c:v>42766</c:v>
                </c:pt>
                <c:pt idx="516">
                  <c:v>42767</c:v>
                </c:pt>
                <c:pt idx="517">
                  <c:v>42768</c:v>
                </c:pt>
                <c:pt idx="518">
                  <c:v>42769</c:v>
                </c:pt>
                <c:pt idx="519">
                  <c:v>42772</c:v>
                </c:pt>
                <c:pt idx="520">
                  <c:v>42773</c:v>
                </c:pt>
                <c:pt idx="521">
                  <c:v>42774</c:v>
                </c:pt>
                <c:pt idx="522">
                  <c:v>42775</c:v>
                </c:pt>
                <c:pt idx="523">
                  <c:v>42776</c:v>
                </c:pt>
                <c:pt idx="524">
                  <c:v>42779</c:v>
                </c:pt>
                <c:pt idx="525">
                  <c:v>42780</c:v>
                </c:pt>
                <c:pt idx="526">
                  <c:v>42781</c:v>
                </c:pt>
                <c:pt idx="527">
                  <c:v>42782</c:v>
                </c:pt>
                <c:pt idx="528">
                  <c:v>42783</c:v>
                </c:pt>
                <c:pt idx="529">
                  <c:v>42786</c:v>
                </c:pt>
                <c:pt idx="530">
                  <c:v>42787</c:v>
                </c:pt>
                <c:pt idx="531">
                  <c:v>42788</c:v>
                </c:pt>
                <c:pt idx="532">
                  <c:v>42789</c:v>
                </c:pt>
                <c:pt idx="533">
                  <c:v>42793</c:v>
                </c:pt>
                <c:pt idx="534">
                  <c:v>42794</c:v>
                </c:pt>
                <c:pt idx="535">
                  <c:v>42795</c:v>
                </c:pt>
                <c:pt idx="536">
                  <c:v>42796</c:v>
                </c:pt>
                <c:pt idx="537">
                  <c:v>42797</c:v>
                </c:pt>
                <c:pt idx="538">
                  <c:v>42800</c:v>
                </c:pt>
                <c:pt idx="539">
                  <c:v>42801</c:v>
                </c:pt>
                <c:pt idx="540">
                  <c:v>42802</c:v>
                </c:pt>
                <c:pt idx="541">
                  <c:v>42803</c:v>
                </c:pt>
                <c:pt idx="542">
                  <c:v>42804</c:v>
                </c:pt>
                <c:pt idx="543">
                  <c:v>42808</c:v>
                </c:pt>
                <c:pt idx="544">
                  <c:v>42809</c:v>
                </c:pt>
                <c:pt idx="545">
                  <c:v>42810</c:v>
                </c:pt>
                <c:pt idx="546">
                  <c:v>42811</c:v>
                </c:pt>
                <c:pt idx="547">
                  <c:v>42814</c:v>
                </c:pt>
                <c:pt idx="548">
                  <c:v>42815</c:v>
                </c:pt>
                <c:pt idx="549">
                  <c:v>42816</c:v>
                </c:pt>
                <c:pt idx="550">
                  <c:v>42817</c:v>
                </c:pt>
                <c:pt idx="551">
                  <c:v>42818</c:v>
                </c:pt>
                <c:pt idx="552">
                  <c:v>42821</c:v>
                </c:pt>
                <c:pt idx="553">
                  <c:v>42822</c:v>
                </c:pt>
                <c:pt idx="554">
                  <c:v>42823</c:v>
                </c:pt>
                <c:pt idx="555">
                  <c:v>42824</c:v>
                </c:pt>
                <c:pt idx="556">
                  <c:v>42825</c:v>
                </c:pt>
                <c:pt idx="557">
                  <c:v>42828</c:v>
                </c:pt>
                <c:pt idx="558">
                  <c:v>42830</c:v>
                </c:pt>
                <c:pt idx="559">
                  <c:v>42831</c:v>
                </c:pt>
                <c:pt idx="560">
                  <c:v>42832</c:v>
                </c:pt>
                <c:pt idx="561">
                  <c:v>42835</c:v>
                </c:pt>
                <c:pt idx="562">
                  <c:v>42836</c:v>
                </c:pt>
                <c:pt idx="563">
                  <c:v>42837</c:v>
                </c:pt>
                <c:pt idx="564">
                  <c:v>42838</c:v>
                </c:pt>
                <c:pt idx="565">
                  <c:v>42842</c:v>
                </c:pt>
                <c:pt idx="566">
                  <c:v>42843</c:v>
                </c:pt>
                <c:pt idx="567">
                  <c:v>42844</c:v>
                </c:pt>
                <c:pt idx="568">
                  <c:v>42845</c:v>
                </c:pt>
                <c:pt idx="569">
                  <c:v>42846</c:v>
                </c:pt>
                <c:pt idx="570">
                  <c:v>42849</c:v>
                </c:pt>
                <c:pt idx="571">
                  <c:v>42850</c:v>
                </c:pt>
                <c:pt idx="572">
                  <c:v>42851</c:v>
                </c:pt>
                <c:pt idx="573">
                  <c:v>42852</c:v>
                </c:pt>
                <c:pt idx="574">
                  <c:v>42853</c:v>
                </c:pt>
                <c:pt idx="575">
                  <c:v>42857</c:v>
                </c:pt>
                <c:pt idx="576">
                  <c:v>42858</c:v>
                </c:pt>
                <c:pt idx="577">
                  <c:v>42859</c:v>
                </c:pt>
                <c:pt idx="578">
                  <c:v>42860</c:v>
                </c:pt>
                <c:pt idx="579">
                  <c:v>42863</c:v>
                </c:pt>
                <c:pt idx="580">
                  <c:v>42864</c:v>
                </c:pt>
                <c:pt idx="581">
                  <c:v>42865</c:v>
                </c:pt>
                <c:pt idx="582">
                  <c:v>42866</c:v>
                </c:pt>
                <c:pt idx="583">
                  <c:v>42867</c:v>
                </c:pt>
                <c:pt idx="584">
                  <c:v>42870</c:v>
                </c:pt>
                <c:pt idx="585">
                  <c:v>42871</c:v>
                </c:pt>
                <c:pt idx="586">
                  <c:v>42872</c:v>
                </c:pt>
                <c:pt idx="587">
                  <c:v>42873</c:v>
                </c:pt>
                <c:pt idx="588">
                  <c:v>42874</c:v>
                </c:pt>
                <c:pt idx="589">
                  <c:v>42877</c:v>
                </c:pt>
                <c:pt idx="590">
                  <c:v>42878</c:v>
                </c:pt>
                <c:pt idx="591">
                  <c:v>42879</c:v>
                </c:pt>
                <c:pt idx="592">
                  <c:v>42880</c:v>
                </c:pt>
                <c:pt idx="593">
                  <c:v>42881</c:v>
                </c:pt>
                <c:pt idx="594">
                  <c:v>42884</c:v>
                </c:pt>
                <c:pt idx="595">
                  <c:v>42885</c:v>
                </c:pt>
                <c:pt idx="596">
                  <c:v>42886</c:v>
                </c:pt>
                <c:pt idx="597">
                  <c:v>42887</c:v>
                </c:pt>
                <c:pt idx="598">
                  <c:v>42888</c:v>
                </c:pt>
                <c:pt idx="599">
                  <c:v>42891</c:v>
                </c:pt>
                <c:pt idx="600">
                  <c:v>42892</c:v>
                </c:pt>
                <c:pt idx="601">
                  <c:v>42893</c:v>
                </c:pt>
                <c:pt idx="602">
                  <c:v>42894</c:v>
                </c:pt>
                <c:pt idx="603">
                  <c:v>42895</c:v>
                </c:pt>
                <c:pt idx="604">
                  <c:v>42898</c:v>
                </c:pt>
                <c:pt idx="605">
                  <c:v>42899</c:v>
                </c:pt>
                <c:pt idx="606">
                  <c:v>42900</c:v>
                </c:pt>
                <c:pt idx="607">
                  <c:v>42901</c:v>
                </c:pt>
                <c:pt idx="608">
                  <c:v>42902</c:v>
                </c:pt>
                <c:pt idx="609">
                  <c:v>42905</c:v>
                </c:pt>
                <c:pt idx="610">
                  <c:v>42906</c:v>
                </c:pt>
                <c:pt idx="611">
                  <c:v>42907</c:v>
                </c:pt>
                <c:pt idx="612">
                  <c:v>42908</c:v>
                </c:pt>
                <c:pt idx="613">
                  <c:v>42909</c:v>
                </c:pt>
                <c:pt idx="614">
                  <c:v>42913</c:v>
                </c:pt>
                <c:pt idx="615">
                  <c:v>42914</c:v>
                </c:pt>
                <c:pt idx="616">
                  <c:v>42915</c:v>
                </c:pt>
                <c:pt idx="617">
                  <c:v>42916</c:v>
                </c:pt>
                <c:pt idx="618">
                  <c:v>42919</c:v>
                </c:pt>
                <c:pt idx="619">
                  <c:v>42920</c:v>
                </c:pt>
                <c:pt idx="620">
                  <c:v>42921</c:v>
                </c:pt>
                <c:pt idx="621">
                  <c:v>42922</c:v>
                </c:pt>
                <c:pt idx="622">
                  <c:v>42923</c:v>
                </c:pt>
                <c:pt idx="623">
                  <c:v>42926</c:v>
                </c:pt>
                <c:pt idx="624">
                  <c:v>42927</c:v>
                </c:pt>
                <c:pt idx="625">
                  <c:v>42928</c:v>
                </c:pt>
                <c:pt idx="626">
                  <c:v>42929</c:v>
                </c:pt>
                <c:pt idx="627">
                  <c:v>42930</c:v>
                </c:pt>
                <c:pt idx="628">
                  <c:v>42933</c:v>
                </c:pt>
                <c:pt idx="629">
                  <c:v>42934</c:v>
                </c:pt>
                <c:pt idx="630">
                  <c:v>42935</c:v>
                </c:pt>
                <c:pt idx="631">
                  <c:v>42936</c:v>
                </c:pt>
                <c:pt idx="632">
                  <c:v>42937</c:v>
                </c:pt>
                <c:pt idx="633">
                  <c:v>42940</c:v>
                </c:pt>
                <c:pt idx="634">
                  <c:v>42941</c:v>
                </c:pt>
                <c:pt idx="635">
                  <c:v>42942</c:v>
                </c:pt>
                <c:pt idx="636">
                  <c:v>42943</c:v>
                </c:pt>
                <c:pt idx="637">
                  <c:v>42944</c:v>
                </c:pt>
                <c:pt idx="638">
                  <c:v>42947</c:v>
                </c:pt>
                <c:pt idx="639">
                  <c:v>42948</c:v>
                </c:pt>
                <c:pt idx="640">
                  <c:v>42949</c:v>
                </c:pt>
                <c:pt idx="641">
                  <c:v>42950</c:v>
                </c:pt>
                <c:pt idx="642">
                  <c:v>42951</c:v>
                </c:pt>
                <c:pt idx="643">
                  <c:v>42954</c:v>
                </c:pt>
                <c:pt idx="644">
                  <c:v>42955</c:v>
                </c:pt>
                <c:pt idx="645">
                  <c:v>42956</c:v>
                </c:pt>
                <c:pt idx="646">
                  <c:v>42957</c:v>
                </c:pt>
                <c:pt idx="647">
                  <c:v>42958</c:v>
                </c:pt>
                <c:pt idx="648">
                  <c:v>42961</c:v>
                </c:pt>
                <c:pt idx="649">
                  <c:v>42963</c:v>
                </c:pt>
                <c:pt idx="650">
                  <c:v>42964</c:v>
                </c:pt>
                <c:pt idx="651">
                  <c:v>42965</c:v>
                </c:pt>
                <c:pt idx="652">
                  <c:v>42968</c:v>
                </c:pt>
                <c:pt idx="653">
                  <c:v>42969</c:v>
                </c:pt>
                <c:pt idx="654">
                  <c:v>42970</c:v>
                </c:pt>
                <c:pt idx="655">
                  <c:v>42971</c:v>
                </c:pt>
                <c:pt idx="656">
                  <c:v>42975</c:v>
                </c:pt>
                <c:pt idx="657">
                  <c:v>42976</c:v>
                </c:pt>
                <c:pt idx="658">
                  <c:v>42977</c:v>
                </c:pt>
                <c:pt idx="659">
                  <c:v>42978</c:v>
                </c:pt>
                <c:pt idx="660">
                  <c:v>42979</c:v>
                </c:pt>
                <c:pt idx="661">
                  <c:v>42982</c:v>
                </c:pt>
                <c:pt idx="662">
                  <c:v>42983</c:v>
                </c:pt>
                <c:pt idx="663">
                  <c:v>42984</c:v>
                </c:pt>
                <c:pt idx="664">
                  <c:v>42985</c:v>
                </c:pt>
                <c:pt idx="665">
                  <c:v>42986</c:v>
                </c:pt>
                <c:pt idx="666">
                  <c:v>42989</c:v>
                </c:pt>
                <c:pt idx="667">
                  <c:v>42990</c:v>
                </c:pt>
                <c:pt idx="668">
                  <c:v>42991</c:v>
                </c:pt>
                <c:pt idx="669">
                  <c:v>42992</c:v>
                </c:pt>
                <c:pt idx="670">
                  <c:v>42993</c:v>
                </c:pt>
                <c:pt idx="671">
                  <c:v>42996</c:v>
                </c:pt>
                <c:pt idx="672">
                  <c:v>42997</c:v>
                </c:pt>
                <c:pt idx="673">
                  <c:v>42998</c:v>
                </c:pt>
                <c:pt idx="674">
                  <c:v>42999</c:v>
                </c:pt>
                <c:pt idx="675">
                  <c:v>43000</c:v>
                </c:pt>
                <c:pt idx="676">
                  <c:v>43003</c:v>
                </c:pt>
                <c:pt idx="677">
                  <c:v>43004</c:v>
                </c:pt>
                <c:pt idx="678">
                  <c:v>43005</c:v>
                </c:pt>
                <c:pt idx="679">
                  <c:v>43006</c:v>
                </c:pt>
                <c:pt idx="680">
                  <c:v>43007</c:v>
                </c:pt>
                <c:pt idx="681">
                  <c:v>43011</c:v>
                </c:pt>
                <c:pt idx="682">
                  <c:v>43012</c:v>
                </c:pt>
                <c:pt idx="683">
                  <c:v>43013</c:v>
                </c:pt>
                <c:pt idx="684">
                  <c:v>43014</c:v>
                </c:pt>
                <c:pt idx="685">
                  <c:v>43017</c:v>
                </c:pt>
                <c:pt idx="686">
                  <c:v>43018</c:v>
                </c:pt>
                <c:pt idx="687">
                  <c:v>43019</c:v>
                </c:pt>
                <c:pt idx="688">
                  <c:v>43020</c:v>
                </c:pt>
                <c:pt idx="689">
                  <c:v>43021</c:v>
                </c:pt>
                <c:pt idx="690">
                  <c:v>43024</c:v>
                </c:pt>
                <c:pt idx="691">
                  <c:v>43025</c:v>
                </c:pt>
                <c:pt idx="692">
                  <c:v>43026</c:v>
                </c:pt>
                <c:pt idx="693">
                  <c:v>43027</c:v>
                </c:pt>
                <c:pt idx="694">
                  <c:v>43031</c:v>
                </c:pt>
                <c:pt idx="695">
                  <c:v>43032</c:v>
                </c:pt>
                <c:pt idx="696">
                  <c:v>43033</c:v>
                </c:pt>
                <c:pt idx="697">
                  <c:v>43034</c:v>
                </c:pt>
                <c:pt idx="698">
                  <c:v>43035</c:v>
                </c:pt>
                <c:pt idx="699">
                  <c:v>43038</c:v>
                </c:pt>
                <c:pt idx="700">
                  <c:v>43039</c:v>
                </c:pt>
                <c:pt idx="701">
                  <c:v>43040</c:v>
                </c:pt>
                <c:pt idx="702">
                  <c:v>43041</c:v>
                </c:pt>
                <c:pt idx="703">
                  <c:v>43042</c:v>
                </c:pt>
                <c:pt idx="704">
                  <c:v>43045</c:v>
                </c:pt>
                <c:pt idx="705">
                  <c:v>43046</c:v>
                </c:pt>
                <c:pt idx="706">
                  <c:v>43047</c:v>
                </c:pt>
                <c:pt idx="707">
                  <c:v>43048</c:v>
                </c:pt>
                <c:pt idx="708">
                  <c:v>43049</c:v>
                </c:pt>
                <c:pt idx="709">
                  <c:v>43052</c:v>
                </c:pt>
                <c:pt idx="710">
                  <c:v>43053</c:v>
                </c:pt>
                <c:pt idx="711">
                  <c:v>43054</c:v>
                </c:pt>
                <c:pt idx="712">
                  <c:v>43055</c:v>
                </c:pt>
                <c:pt idx="713">
                  <c:v>43056</c:v>
                </c:pt>
                <c:pt idx="714">
                  <c:v>43059</c:v>
                </c:pt>
                <c:pt idx="715">
                  <c:v>43060</c:v>
                </c:pt>
                <c:pt idx="716">
                  <c:v>43061</c:v>
                </c:pt>
                <c:pt idx="717">
                  <c:v>43062</c:v>
                </c:pt>
                <c:pt idx="718">
                  <c:v>43063</c:v>
                </c:pt>
                <c:pt idx="719">
                  <c:v>43066</c:v>
                </c:pt>
                <c:pt idx="720">
                  <c:v>43067</c:v>
                </c:pt>
                <c:pt idx="721">
                  <c:v>43068</c:v>
                </c:pt>
                <c:pt idx="722">
                  <c:v>43069</c:v>
                </c:pt>
                <c:pt idx="723">
                  <c:v>43070</c:v>
                </c:pt>
                <c:pt idx="724">
                  <c:v>43073</c:v>
                </c:pt>
                <c:pt idx="725">
                  <c:v>43074</c:v>
                </c:pt>
                <c:pt idx="726">
                  <c:v>43075</c:v>
                </c:pt>
                <c:pt idx="727">
                  <c:v>43076</c:v>
                </c:pt>
                <c:pt idx="728">
                  <c:v>43077</c:v>
                </c:pt>
                <c:pt idx="729">
                  <c:v>43080</c:v>
                </c:pt>
                <c:pt idx="730">
                  <c:v>43081</c:v>
                </c:pt>
                <c:pt idx="731">
                  <c:v>43082</c:v>
                </c:pt>
                <c:pt idx="732">
                  <c:v>43083</c:v>
                </c:pt>
                <c:pt idx="733">
                  <c:v>43084</c:v>
                </c:pt>
                <c:pt idx="734">
                  <c:v>43087</c:v>
                </c:pt>
                <c:pt idx="735">
                  <c:v>43088</c:v>
                </c:pt>
                <c:pt idx="736">
                  <c:v>43089</c:v>
                </c:pt>
                <c:pt idx="737">
                  <c:v>43090</c:v>
                </c:pt>
                <c:pt idx="738">
                  <c:v>43091</c:v>
                </c:pt>
                <c:pt idx="739">
                  <c:v>43095</c:v>
                </c:pt>
                <c:pt idx="740">
                  <c:v>43096</c:v>
                </c:pt>
                <c:pt idx="741">
                  <c:v>43097</c:v>
                </c:pt>
                <c:pt idx="742">
                  <c:v>43098</c:v>
                </c:pt>
                <c:pt idx="743">
                  <c:v>43101</c:v>
                </c:pt>
                <c:pt idx="744">
                  <c:v>43102</c:v>
                </c:pt>
                <c:pt idx="745">
                  <c:v>43103</c:v>
                </c:pt>
                <c:pt idx="746">
                  <c:v>43104</c:v>
                </c:pt>
                <c:pt idx="747">
                  <c:v>43105</c:v>
                </c:pt>
                <c:pt idx="748">
                  <c:v>43108</c:v>
                </c:pt>
                <c:pt idx="749">
                  <c:v>43109</c:v>
                </c:pt>
                <c:pt idx="750">
                  <c:v>43110</c:v>
                </c:pt>
                <c:pt idx="751">
                  <c:v>43111</c:v>
                </c:pt>
                <c:pt idx="752">
                  <c:v>43112</c:v>
                </c:pt>
                <c:pt idx="753">
                  <c:v>43115</c:v>
                </c:pt>
                <c:pt idx="754">
                  <c:v>43116</c:v>
                </c:pt>
                <c:pt idx="755">
                  <c:v>43117</c:v>
                </c:pt>
                <c:pt idx="756">
                  <c:v>43118</c:v>
                </c:pt>
                <c:pt idx="757">
                  <c:v>43119</c:v>
                </c:pt>
                <c:pt idx="758">
                  <c:v>43122</c:v>
                </c:pt>
                <c:pt idx="759">
                  <c:v>43123</c:v>
                </c:pt>
                <c:pt idx="760">
                  <c:v>43124</c:v>
                </c:pt>
                <c:pt idx="761">
                  <c:v>43125</c:v>
                </c:pt>
                <c:pt idx="762">
                  <c:v>43129</c:v>
                </c:pt>
                <c:pt idx="763">
                  <c:v>43130</c:v>
                </c:pt>
                <c:pt idx="764">
                  <c:v>43131</c:v>
                </c:pt>
                <c:pt idx="765">
                  <c:v>43132</c:v>
                </c:pt>
                <c:pt idx="766">
                  <c:v>43133</c:v>
                </c:pt>
                <c:pt idx="767">
                  <c:v>43136</c:v>
                </c:pt>
                <c:pt idx="768">
                  <c:v>43137</c:v>
                </c:pt>
                <c:pt idx="769">
                  <c:v>43138</c:v>
                </c:pt>
                <c:pt idx="770">
                  <c:v>43139</c:v>
                </c:pt>
                <c:pt idx="771">
                  <c:v>43140</c:v>
                </c:pt>
                <c:pt idx="772">
                  <c:v>43143</c:v>
                </c:pt>
                <c:pt idx="773">
                  <c:v>43145</c:v>
                </c:pt>
                <c:pt idx="774">
                  <c:v>43146</c:v>
                </c:pt>
                <c:pt idx="775">
                  <c:v>43147</c:v>
                </c:pt>
                <c:pt idx="776">
                  <c:v>43150</c:v>
                </c:pt>
                <c:pt idx="777">
                  <c:v>43151</c:v>
                </c:pt>
                <c:pt idx="778">
                  <c:v>43152</c:v>
                </c:pt>
                <c:pt idx="779">
                  <c:v>43153</c:v>
                </c:pt>
                <c:pt idx="780">
                  <c:v>43154</c:v>
                </c:pt>
                <c:pt idx="781">
                  <c:v>43157</c:v>
                </c:pt>
                <c:pt idx="782">
                  <c:v>43158</c:v>
                </c:pt>
                <c:pt idx="783">
                  <c:v>43159</c:v>
                </c:pt>
                <c:pt idx="784">
                  <c:v>43160</c:v>
                </c:pt>
                <c:pt idx="785">
                  <c:v>43164</c:v>
                </c:pt>
                <c:pt idx="786">
                  <c:v>43165</c:v>
                </c:pt>
                <c:pt idx="787">
                  <c:v>43166</c:v>
                </c:pt>
                <c:pt idx="788">
                  <c:v>43167</c:v>
                </c:pt>
                <c:pt idx="789">
                  <c:v>43168</c:v>
                </c:pt>
                <c:pt idx="790">
                  <c:v>43171</c:v>
                </c:pt>
                <c:pt idx="791">
                  <c:v>43172</c:v>
                </c:pt>
                <c:pt idx="792">
                  <c:v>43173</c:v>
                </c:pt>
                <c:pt idx="793">
                  <c:v>43174</c:v>
                </c:pt>
                <c:pt idx="794">
                  <c:v>43175</c:v>
                </c:pt>
                <c:pt idx="795">
                  <c:v>43178</c:v>
                </c:pt>
                <c:pt idx="796">
                  <c:v>43179</c:v>
                </c:pt>
                <c:pt idx="797">
                  <c:v>43180</c:v>
                </c:pt>
                <c:pt idx="798">
                  <c:v>43181</c:v>
                </c:pt>
                <c:pt idx="799">
                  <c:v>43182</c:v>
                </c:pt>
                <c:pt idx="800">
                  <c:v>43185</c:v>
                </c:pt>
                <c:pt idx="801">
                  <c:v>43186</c:v>
                </c:pt>
                <c:pt idx="802">
                  <c:v>43187</c:v>
                </c:pt>
                <c:pt idx="803">
                  <c:v>43192</c:v>
                </c:pt>
                <c:pt idx="804">
                  <c:v>43193</c:v>
                </c:pt>
                <c:pt idx="805">
                  <c:v>43194</c:v>
                </c:pt>
                <c:pt idx="806">
                  <c:v>43195</c:v>
                </c:pt>
                <c:pt idx="807">
                  <c:v>43196</c:v>
                </c:pt>
                <c:pt idx="808">
                  <c:v>43199</c:v>
                </c:pt>
                <c:pt idx="809">
                  <c:v>43200</c:v>
                </c:pt>
                <c:pt idx="810">
                  <c:v>43201</c:v>
                </c:pt>
                <c:pt idx="811">
                  <c:v>43202</c:v>
                </c:pt>
                <c:pt idx="812">
                  <c:v>43203</c:v>
                </c:pt>
                <c:pt idx="813">
                  <c:v>43206</c:v>
                </c:pt>
                <c:pt idx="814">
                  <c:v>43207</c:v>
                </c:pt>
                <c:pt idx="815">
                  <c:v>43208</c:v>
                </c:pt>
                <c:pt idx="816">
                  <c:v>43209</c:v>
                </c:pt>
                <c:pt idx="817">
                  <c:v>43210</c:v>
                </c:pt>
                <c:pt idx="818">
                  <c:v>43213</c:v>
                </c:pt>
                <c:pt idx="819">
                  <c:v>43214</c:v>
                </c:pt>
                <c:pt idx="820">
                  <c:v>43215</c:v>
                </c:pt>
                <c:pt idx="821">
                  <c:v>43216</c:v>
                </c:pt>
                <c:pt idx="822">
                  <c:v>43217</c:v>
                </c:pt>
                <c:pt idx="823">
                  <c:v>43220</c:v>
                </c:pt>
                <c:pt idx="824">
                  <c:v>43222</c:v>
                </c:pt>
                <c:pt idx="825">
                  <c:v>43223</c:v>
                </c:pt>
                <c:pt idx="826">
                  <c:v>43224</c:v>
                </c:pt>
                <c:pt idx="827">
                  <c:v>43227</c:v>
                </c:pt>
                <c:pt idx="828">
                  <c:v>43228</c:v>
                </c:pt>
                <c:pt idx="829">
                  <c:v>43229</c:v>
                </c:pt>
                <c:pt idx="830">
                  <c:v>43230</c:v>
                </c:pt>
                <c:pt idx="831">
                  <c:v>43231</c:v>
                </c:pt>
                <c:pt idx="832">
                  <c:v>43234</c:v>
                </c:pt>
                <c:pt idx="833">
                  <c:v>43235</c:v>
                </c:pt>
                <c:pt idx="834">
                  <c:v>43236</c:v>
                </c:pt>
                <c:pt idx="835">
                  <c:v>43237</c:v>
                </c:pt>
                <c:pt idx="836">
                  <c:v>43238</c:v>
                </c:pt>
                <c:pt idx="837">
                  <c:v>43241</c:v>
                </c:pt>
                <c:pt idx="838">
                  <c:v>43242</c:v>
                </c:pt>
                <c:pt idx="839">
                  <c:v>43243</c:v>
                </c:pt>
                <c:pt idx="840">
                  <c:v>43244</c:v>
                </c:pt>
                <c:pt idx="841">
                  <c:v>43245</c:v>
                </c:pt>
                <c:pt idx="842">
                  <c:v>43248</c:v>
                </c:pt>
                <c:pt idx="843">
                  <c:v>43249</c:v>
                </c:pt>
                <c:pt idx="844">
                  <c:v>43250</c:v>
                </c:pt>
                <c:pt idx="845">
                  <c:v>43251</c:v>
                </c:pt>
                <c:pt idx="846">
                  <c:v>43252</c:v>
                </c:pt>
                <c:pt idx="847">
                  <c:v>43255</c:v>
                </c:pt>
                <c:pt idx="848">
                  <c:v>43256</c:v>
                </c:pt>
                <c:pt idx="849">
                  <c:v>43257</c:v>
                </c:pt>
                <c:pt idx="850">
                  <c:v>43258</c:v>
                </c:pt>
                <c:pt idx="851">
                  <c:v>43259</c:v>
                </c:pt>
                <c:pt idx="852">
                  <c:v>43262</c:v>
                </c:pt>
                <c:pt idx="853">
                  <c:v>43263</c:v>
                </c:pt>
                <c:pt idx="854">
                  <c:v>43264</c:v>
                </c:pt>
                <c:pt idx="855">
                  <c:v>43265</c:v>
                </c:pt>
                <c:pt idx="856">
                  <c:v>43266</c:v>
                </c:pt>
                <c:pt idx="857">
                  <c:v>43269</c:v>
                </c:pt>
                <c:pt idx="858">
                  <c:v>43270</c:v>
                </c:pt>
                <c:pt idx="859">
                  <c:v>43271</c:v>
                </c:pt>
                <c:pt idx="860">
                  <c:v>43272</c:v>
                </c:pt>
                <c:pt idx="861">
                  <c:v>43273</c:v>
                </c:pt>
                <c:pt idx="862">
                  <c:v>43276</c:v>
                </c:pt>
                <c:pt idx="863">
                  <c:v>43277</c:v>
                </c:pt>
                <c:pt idx="864">
                  <c:v>43278</c:v>
                </c:pt>
                <c:pt idx="865">
                  <c:v>43279</c:v>
                </c:pt>
                <c:pt idx="866">
                  <c:v>43280</c:v>
                </c:pt>
                <c:pt idx="867">
                  <c:v>43283</c:v>
                </c:pt>
                <c:pt idx="868">
                  <c:v>43284</c:v>
                </c:pt>
                <c:pt idx="869">
                  <c:v>43285</c:v>
                </c:pt>
                <c:pt idx="870">
                  <c:v>43286</c:v>
                </c:pt>
                <c:pt idx="871">
                  <c:v>43287</c:v>
                </c:pt>
                <c:pt idx="872">
                  <c:v>43290</c:v>
                </c:pt>
                <c:pt idx="873">
                  <c:v>43291</c:v>
                </c:pt>
                <c:pt idx="874">
                  <c:v>43292</c:v>
                </c:pt>
                <c:pt idx="875">
                  <c:v>43293</c:v>
                </c:pt>
                <c:pt idx="876">
                  <c:v>43294</c:v>
                </c:pt>
                <c:pt idx="877">
                  <c:v>43297</c:v>
                </c:pt>
                <c:pt idx="878">
                  <c:v>43298</c:v>
                </c:pt>
                <c:pt idx="879">
                  <c:v>43299</c:v>
                </c:pt>
                <c:pt idx="880">
                  <c:v>43300</c:v>
                </c:pt>
                <c:pt idx="881">
                  <c:v>43301</c:v>
                </c:pt>
                <c:pt idx="882">
                  <c:v>43304</c:v>
                </c:pt>
                <c:pt idx="883">
                  <c:v>43305</c:v>
                </c:pt>
                <c:pt idx="884">
                  <c:v>43306</c:v>
                </c:pt>
                <c:pt idx="885">
                  <c:v>43307</c:v>
                </c:pt>
                <c:pt idx="886">
                  <c:v>43308</c:v>
                </c:pt>
                <c:pt idx="887">
                  <c:v>43311</c:v>
                </c:pt>
                <c:pt idx="888">
                  <c:v>43312</c:v>
                </c:pt>
                <c:pt idx="889">
                  <c:v>43313</c:v>
                </c:pt>
                <c:pt idx="890">
                  <c:v>43314</c:v>
                </c:pt>
                <c:pt idx="891">
                  <c:v>43315</c:v>
                </c:pt>
                <c:pt idx="892">
                  <c:v>43318</c:v>
                </c:pt>
                <c:pt idx="893">
                  <c:v>43319</c:v>
                </c:pt>
                <c:pt idx="894">
                  <c:v>43320</c:v>
                </c:pt>
                <c:pt idx="895">
                  <c:v>43321</c:v>
                </c:pt>
                <c:pt idx="896">
                  <c:v>43322</c:v>
                </c:pt>
                <c:pt idx="897">
                  <c:v>43325</c:v>
                </c:pt>
                <c:pt idx="898">
                  <c:v>43326</c:v>
                </c:pt>
                <c:pt idx="899">
                  <c:v>43328</c:v>
                </c:pt>
                <c:pt idx="900">
                  <c:v>43329</c:v>
                </c:pt>
                <c:pt idx="901">
                  <c:v>43332</c:v>
                </c:pt>
                <c:pt idx="902">
                  <c:v>43333</c:v>
                </c:pt>
                <c:pt idx="903">
                  <c:v>43335</c:v>
                </c:pt>
                <c:pt idx="904">
                  <c:v>43336</c:v>
                </c:pt>
                <c:pt idx="905">
                  <c:v>43339</c:v>
                </c:pt>
                <c:pt idx="906">
                  <c:v>43340</c:v>
                </c:pt>
                <c:pt idx="907">
                  <c:v>43341</c:v>
                </c:pt>
                <c:pt idx="908">
                  <c:v>43342</c:v>
                </c:pt>
                <c:pt idx="909">
                  <c:v>43343</c:v>
                </c:pt>
                <c:pt idx="910">
                  <c:v>43346</c:v>
                </c:pt>
                <c:pt idx="911">
                  <c:v>43347</c:v>
                </c:pt>
                <c:pt idx="912">
                  <c:v>43348</c:v>
                </c:pt>
                <c:pt idx="913">
                  <c:v>43349</c:v>
                </c:pt>
                <c:pt idx="914">
                  <c:v>43350</c:v>
                </c:pt>
                <c:pt idx="915">
                  <c:v>43353</c:v>
                </c:pt>
                <c:pt idx="916">
                  <c:v>43354</c:v>
                </c:pt>
                <c:pt idx="917">
                  <c:v>43355</c:v>
                </c:pt>
                <c:pt idx="918">
                  <c:v>43357</c:v>
                </c:pt>
                <c:pt idx="919">
                  <c:v>43360</c:v>
                </c:pt>
                <c:pt idx="920">
                  <c:v>43361</c:v>
                </c:pt>
                <c:pt idx="921">
                  <c:v>43362</c:v>
                </c:pt>
                <c:pt idx="922">
                  <c:v>43364</c:v>
                </c:pt>
                <c:pt idx="923">
                  <c:v>43367</c:v>
                </c:pt>
                <c:pt idx="924">
                  <c:v>43368</c:v>
                </c:pt>
                <c:pt idx="925">
                  <c:v>43369</c:v>
                </c:pt>
                <c:pt idx="926">
                  <c:v>43370</c:v>
                </c:pt>
                <c:pt idx="927">
                  <c:v>43371</c:v>
                </c:pt>
                <c:pt idx="928">
                  <c:v>43374</c:v>
                </c:pt>
                <c:pt idx="929">
                  <c:v>43376</c:v>
                </c:pt>
                <c:pt idx="930">
                  <c:v>43377</c:v>
                </c:pt>
                <c:pt idx="931">
                  <c:v>43378</c:v>
                </c:pt>
                <c:pt idx="932">
                  <c:v>43381</c:v>
                </c:pt>
                <c:pt idx="933">
                  <c:v>43382</c:v>
                </c:pt>
                <c:pt idx="934">
                  <c:v>43383</c:v>
                </c:pt>
                <c:pt idx="935">
                  <c:v>43384</c:v>
                </c:pt>
                <c:pt idx="936">
                  <c:v>43385</c:v>
                </c:pt>
                <c:pt idx="937">
                  <c:v>43388</c:v>
                </c:pt>
                <c:pt idx="938">
                  <c:v>43389</c:v>
                </c:pt>
                <c:pt idx="939">
                  <c:v>43390</c:v>
                </c:pt>
                <c:pt idx="940">
                  <c:v>43392</c:v>
                </c:pt>
                <c:pt idx="941">
                  <c:v>43395</c:v>
                </c:pt>
                <c:pt idx="942">
                  <c:v>43396</c:v>
                </c:pt>
                <c:pt idx="943">
                  <c:v>43397</c:v>
                </c:pt>
                <c:pt idx="944">
                  <c:v>43398</c:v>
                </c:pt>
                <c:pt idx="945">
                  <c:v>43399</c:v>
                </c:pt>
                <c:pt idx="946">
                  <c:v>43402</c:v>
                </c:pt>
                <c:pt idx="947">
                  <c:v>43403</c:v>
                </c:pt>
                <c:pt idx="948">
                  <c:v>43404</c:v>
                </c:pt>
                <c:pt idx="949">
                  <c:v>43405</c:v>
                </c:pt>
                <c:pt idx="950">
                  <c:v>43406</c:v>
                </c:pt>
                <c:pt idx="951">
                  <c:v>43409</c:v>
                </c:pt>
                <c:pt idx="952">
                  <c:v>43410</c:v>
                </c:pt>
                <c:pt idx="953">
                  <c:v>43411</c:v>
                </c:pt>
                <c:pt idx="954">
                  <c:v>43413</c:v>
                </c:pt>
                <c:pt idx="955">
                  <c:v>43416</c:v>
                </c:pt>
                <c:pt idx="956">
                  <c:v>43417</c:v>
                </c:pt>
                <c:pt idx="957">
                  <c:v>43418</c:v>
                </c:pt>
                <c:pt idx="958">
                  <c:v>43419</c:v>
                </c:pt>
                <c:pt idx="959">
                  <c:v>43420</c:v>
                </c:pt>
                <c:pt idx="960">
                  <c:v>43423</c:v>
                </c:pt>
                <c:pt idx="961">
                  <c:v>43424</c:v>
                </c:pt>
                <c:pt idx="962">
                  <c:v>43425</c:v>
                </c:pt>
                <c:pt idx="963">
                  <c:v>43426</c:v>
                </c:pt>
                <c:pt idx="964">
                  <c:v>43430</c:v>
                </c:pt>
                <c:pt idx="965">
                  <c:v>43431</c:v>
                </c:pt>
                <c:pt idx="966">
                  <c:v>43432</c:v>
                </c:pt>
                <c:pt idx="967">
                  <c:v>43433</c:v>
                </c:pt>
                <c:pt idx="968">
                  <c:v>43434</c:v>
                </c:pt>
                <c:pt idx="969">
                  <c:v>43437</c:v>
                </c:pt>
                <c:pt idx="970">
                  <c:v>43438</c:v>
                </c:pt>
                <c:pt idx="971">
                  <c:v>43439</c:v>
                </c:pt>
                <c:pt idx="972">
                  <c:v>43440</c:v>
                </c:pt>
                <c:pt idx="973">
                  <c:v>43441</c:v>
                </c:pt>
                <c:pt idx="974">
                  <c:v>43444</c:v>
                </c:pt>
                <c:pt idx="975">
                  <c:v>43445</c:v>
                </c:pt>
                <c:pt idx="976">
                  <c:v>43446</c:v>
                </c:pt>
                <c:pt idx="977">
                  <c:v>43447</c:v>
                </c:pt>
                <c:pt idx="978">
                  <c:v>43448</c:v>
                </c:pt>
                <c:pt idx="979">
                  <c:v>43451</c:v>
                </c:pt>
                <c:pt idx="980">
                  <c:v>43452</c:v>
                </c:pt>
                <c:pt idx="981">
                  <c:v>43453</c:v>
                </c:pt>
                <c:pt idx="982">
                  <c:v>43454</c:v>
                </c:pt>
                <c:pt idx="983">
                  <c:v>43455</c:v>
                </c:pt>
                <c:pt idx="984">
                  <c:v>43458</c:v>
                </c:pt>
                <c:pt idx="985">
                  <c:v>43460</c:v>
                </c:pt>
                <c:pt idx="986">
                  <c:v>43461</c:v>
                </c:pt>
                <c:pt idx="987">
                  <c:v>43462</c:v>
                </c:pt>
                <c:pt idx="988">
                  <c:v>43465</c:v>
                </c:pt>
                <c:pt idx="989">
                  <c:v>43466</c:v>
                </c:pt>
                <c:pt idx="990">
                  <c:v>43467</c:v>
                </c:pt>
                <c:pt idx="991">
                  <c:v>43468</c:v>
                </c:pt>
                <c:pt idx="992">
                  <c:v>43469</c:v>
                </c:pt>
                <c:pt idx="993">
                  <c:v>43472</c:v>
                </c:pt>
                <c:pt idx="994">
                  <c:v>43473</c:v>
                </c:pt>
                <c:pt idx="995">
                  <c:v>43474</c:v>
                </c:pt>
                <c:pt idx="996">
                  <c:v>43475</c:v>
                </c:pt>
                <c:pt idx="997">
                  <c:v>43476</c:v>
                </c:pt>
                <c:pt idx="998">
                  <c:v>43479</c:v>
                </c:pt>
                <c:pt idx="999">
                  <c:v>43480</c:v>
                </c:pt>
                <c:pt idx="1000">
                  <c:v>43481</c:v>
                </c:pt>
                <c:pt idx="1001">
                  <c:v>43482</c:v>
                </c:pt>
                <c:pt idx="1002">
                  <c:v>43483</c:v>
                </c:pt>
                <c:pt idx="1003">
                  <c:v>43486</c:v>
                </c:pt>
                <c:pt idx="1004">
                  <c:v>43487</c:v>
                </c:pt>
                <c:pt idx="1005">
                  <c:v>43488</c:v>
                </c:pt>
                <c:pt idx="1006">
                  <c:v>43489</c:v>
                </c:pt>
                <c:pt idx="1007">
                  <c:v>43490</c:v>
                </c:pt>
                <c:pt idx="1008">
                  <c:v>43493</c:v>
                </c:pt>
                <c:pt idx="1009">
                  <c:v>43494</c:v>
                </c:pt>
                <c:pt idx="1010">
                  <c:v>43495</c:v>
                </c:pt>
                <c:pt idx="1011">
                  <c:v>43496</c:v>
                </c:pt>
                <c:pt idx="1012">
                  <c:v>43497</c:v>
                </c:pt>
                <c:pt idx="1013">
                  <c:v>43500</c:v>
                </c:pt>
                <c:pt idx="1014">
                  <c:v>43501</c:v>
                </c:pt>
                <c:pt idx="1015">
                  <c:v>43502</c:v>
                </c:pt>
                <c:pt idx="1016">
                  <c:v>43503</c:v>
                </c:pt>
                <c:pt idx="1017">
                  <c:v>43504</c:v>
                </c:pt>
                <c:pt idx="1018">
                  <c:v>43507</c:v>
                </c:pt>
                <c:pt idx="1019">
                  <c:v>43508</c:v>
                </c:pt>
                <c:pt idx="1020">
                  <c:v>43509</c:v>
                </c:pt>
                <c:pt idx="1021">
                  <c:v>43510</c:v>
                </c:pt>
                <c:pt idx="1022">
                  <c:v>43511</c:v>
                </c:pt>
                <c:pt idx="1023">
                  <c:v>43514</c:v>
                </c:pt>
                <c:pt idx="1024">
                  <c:v>43515</c:v>
                </c:pt>
                <c:pt idx="1025">
                  <c:v>43516</c:v>
                </c:pt>
                <c:pt idx="1026">
                  <c:v>43517</c:v>
                </c:pt>
                <c:pt idx="1027">
                  <c:v>43518</c:v>
                </c:pt>
                <c:pt idx="1028">
                  <c:v>43521</c:v>
                </c:pt>
                <c:pt idx="1029">
                  <c:v>43522</c:v>
                </c:pt>
                <c:pt idx="1030">
                  <c:v>43523</c:v>
                </c:pt>
                <c:pt idx="1031">
                  <c:v>43524</c:v>
                </c:pt>
                <c:pt idx="1032">
                  <c:v>43525</c:v>
                </c:pt>
                <c:pt idx="1033">
                  <c:v>43529</c:v>
                </c:pt>
                <c:pt idx="1034">
                  <c:v>43530</c:v>
                </c:pt>
                <c:pt idx="1035">
                  <c:v>43531</c:v>
                </c:pt>
                <c:pt idx="1036">
                  <c:v>43532</c:v>
                </c:pt>
                <c:pt idx="1037">
                  <c:v>43535</c:v>
                </c:pt>
                <c:pt idx="1038">
                  <c:v>43536</c:v>
                </c:pt>
                <c:pt idx="1039">
                  <c:v>43537</c:v>
                </c:pt>
                <c:pt idx="1040">
                  <c:v>43538</c:v>
                </c:pt>
                <c:pt idx="1041">
                  <c:v>43539</c:v>
                </c:pt>
                <c:pt idx="1042">
                  <c:v>43542</c:v>
                </c:pt>
                <c:pt idx="1043">
                  <c:v>43543</c:v>
                </c:pt>
                <c:pt idx="1044">
                  <c:v>43544</c:v>
                </c:pt>
                <c:pt idx="1045">
                  <c:v>43546</c:v>
                </c:pt>
                <c:pt idx="1046">
                  <c:v>43549</c:v>
                </c:pt>
                <c:pt idx="1047">
                  <c:v>43550</c:v>
                </c:pt>
                <c:pt idx="1048">
                  <c:v>43551</c:v>
                </c:pt>
                <c:pt idx="1049">
                  <c:v>43552</c:v>
                </c:pt>
                <c:pt idx="1050">
                  <c:v>43553</c:v>
                </c:pt>
                <c:pt idx="1051">
                  <c:v>43556</c:v>
                </c:pt>
                <c:pt idx="1052">
                  <c:v>43557</c:v>
                </c:pt>
                <c:pt idx="1053">
                  <c:v>43558</c:v>
                </c:pt>
                <c:pt idx="1054">
                  <c:v>43559</c:v>
                </c:pt>
                <c:pt idx="1055">
                  <c:v>43560</c:v>
                </c:pt>
                <c:pt idx="1056">
                  <c:v>43563</c:v>
                </c:pt>
                <c:pt idx="1057">
                  <c:v>43564</c:v>
                </c:pt>
                <c:pt idx="1058">
                  <c:v>43565</c:v>
                </c:pt>
                <c:pt idx="1059">
                  <c:v>43566</c:v>
                </c:pt>
                <c:pt idx="1060">
                  <c:v>43567</c:v>
                </c:pt>
                <c:pt idx="1061">
                  <c:v>43570</c:v>
                </c:pt>
                <c:pt idx="1062">
                  <c:v>43571</c:v>
                </c:pt>
                <c:pt idx="1063">
                  <c:v>43573</c:v>
                </c:pt>
                <c:pt idx="1064">
                  <c:v>43577</c:v>
                </c:pt>
                <c:pt idx="1065">
                  <c:v>43578</c:v>
                </c:pt>
                <c:pt idx="1066">
                  <c:v>43579</c:v>
                </c:pt>
                <c:pt idx="1067">
                  <c:v>43580</c:v>
                </c:pt>
                <c:pt idx="1068">
                  <c:v>43581</c:v>
                </c:pt>
                <c:pt idx="1069">
                  <c:v>43585</c:v>
                </c:pt>
                <c:pt idx="1070">
                  <c:v>43587</c:v>
                </c:pt>
                <c:pt idx="1071">
                  <c:v>43588</c:v>
                </c:pt>
                <c:pt idx="1072">
                  <c:v>43591</c:v>
                </c:pt>
                <c:pt idx="1073">
                  <c:v>43592</c:v>
                </c:pt>
                <c:pt idx="1074">
                  <c:v>43593</c:v>
                </c:pt>
                <c:pt idx="1075">
                  <c:v>43594</c:v>
                </c:pt>
                <c:pt idx="1076">
                  <c:v>43595</c:v>
                </c:pt>
                <c:pt idx="1077">
                  <c:v>43598</c:v>
                </c:pt>
                <c:pt idx="1078">
                  <c:v>43599</c:v>
                </c:pt>
                <c:pt idx="1079">
                  <c:v>43600</c:v>
                </c:pt>
                <c:pt idx="1080">
                  <c:v>43601</c:v>
                </c:pt>
                <c:pt idx="1081">
                  <c:v>43602</c:v>
                </c:pt>
                <c:pt idx="1082">
                  <c:v>43605</c:v>
                </c:pt>
                <c:pt idx="1083">
                  <c:v>43606</c:v>
                </c:pt>
                <c:pt idx="1084">
                  <c:v>43607</c:v>
                </c:pt>
                <c:pt idx="1085">
                  <c:v>43608</c:v>
                </c:pt>
                <c:pt idx="1086">
                  <c:v>43609</c:v>
                </c:pt>
                <c:pt idx="1087">
                  <c:v>43612</c:v>
                </c:pt>
                <c:pt idx="1088">
                  <c:v>43613</c:v>
                </c:pt>
                <c:pt idx="1089">
                  <c:v>43614</c:v>
                </c:pt>
                <c:pt idx="1090">
                  <c:v>43615</c:v>
                </c:pt>
                <c:pt idx="1091">
                  <c:v>43616</c:v>
                </c:pt>
                <c:pt idx="1092">
                  <c:v>43619</c:v>
                </c:pt>
                <c:pt idx="1093">
                  <c:v>43620</c:v>
                </c:pt>
                <c:pt idx="1094">
                  <c:v>43622</c:v>
                </c:pt>
                <c:pt idx="1095">
                  <c:v>43623</c:v>
                </c:pt>
                <c:pt idx="1096">
                  <c:v>43626</c:v>
                </c:pt>
                <c:pt idx="1097">
                  <c:v>43627</c:v>
                </c:pt>
                <c:pt idx="1098">
                  <c:v>43628</c:v>
                </c:pt>
                <c:pt idx="1099">
                  <c:v>43629</c:v>
                </c:pt>
                <c:pt idx="1100">
                  <c:v>43630</c:v>
                </c:pt>
                <c:pt idx="1101">
                  <c:v>43633</c:v>
                </c:pt>
                <c:pt idx="1102">
                  <c:v>43634</c:v>
                </c:pt>
                <c:pt idx="1103">
                  <c:v>43635</c:v>
                </c:pt>
                <c:pt idx="1104">
                  <c:v>43636</c:v>
                </c:pt>
                <c:pt idx="1105">
                  <c:v>43637</c:v>
                </c:pt>
                <c:pt idx="1106">
                  <c:v>43640</c:v>
                </c:pt>
                <c:pt idx="1107">
                  <c:v>43641</c:v>
                </c:pt>
                <c:pt idx="1108">
                  <c:v>43642</c:v>
                </c:pt>
                <c:pt idx="1109">
                  <c:v>43643</c:v>
                </c:pt>
                <c:pt idx="1110">
                  <c:v>43644</c:v>
                </c:pt>
                <c:pt idx="1111">
                  <c:v>43647</c:v>
                </c:pt>
                <c:pt idx="1112">
                  <c:v>43648</c:v>
                </c:pt>
                <c:pt idx="1113">
                  <c:v>43649</c:v>
                </c:pt>
                <c:pt idx="1114">
                  <c:v>43650</c:v>
                </c:pt>
                <c:pt idx="1115">
                  <c:v>43651</c:v>
                </c:pt>
                <c:pt idx="1116">
                  <c:v>43654</c:v>
                </c:pt>
                <c:pt idx="1117">
                  <c:v>43655</c:v>
                </c:pt>
                <c:pt idx="1118">
                  <c:v>43656</c:v>
                </c:pt>
                <c:pt idx="1119">
                  <c:v>43657</c:v>
                </c:pt>
                <c:pt idx="1120">
                  <c:v>43658</c:v>
                </c:pt>
                <c:pt idx="1121">
                  <c:v>43661</c:v>
                </c:pt>
                <c:pt idx="1122">
                  <c:v>43662</c:v>
                </c:pt>
                <c:pt idx="1123">
                  <c:v>43663</c:v>
                </c:pt>
                <c:pt idx="1124">
                  <c:v>43664</c:v>
                </c:pt>
                <c:pt idx="1125">
                  <c:v>43665</c:v>
                </c:pt>
                <c:pt idx="1126">
                  <c:v>43668</c:v>
                </c:pt>
                <c:pt idx="1127">
                  <c:v>43669</c:v>
                </c:pt>
                <c:pt idx="1128">
                  <c:v>43670</c:v>
                </c:pt>
                <c:pt idx="1129">
                  <c:v>43671</c:v>
                </c:pt>
                <c:pt idx="1130">
                  <c:v>43672</c:v>
                </c:pt>
                <c:pt idx="1131">
                  <c:v>43675</c:v>
                </c:pt>
                <c:pt idx="1132">
                  <c:v>43676</c:v>
                </c:pt>
                <c:pt idx="1133">
                  <c:v>43677</c:v>
                </c:pt>
                <c:pt idx="1134">
                  <c:v>43678</c:v>
                </c:pt>
                <c:pt idx="1135">
                  <c:v>43679</c:v>
                </c:pt>
                <c:pt idx="1136">
                  <c:v>43682</c:v>
                </c:pt>
                <c:pt idx="1137">
                  <c:v>43683</c:v>
                </c:pt>
                <c:pt idx="1138">
                  <c:v>43684</c:v>
                </c:pt>
                <c:pt idx="1139">
                  <c:v>43685</c:v>
                </c:pt>
                <c:pt idx="1140">
                  <c:v>43686</c:v>
                </c:pt>
                <c:pt idx="1141">
                  <c:v>43690</c:v>
                </c:pt>
                <c:pt idx="1142">
                  <c:v>43691</c:v>
                </c:pt>
                <c:pt idx="1143">
                  <c:v>43693</c:v>
                </c:pt>
                <c:pt idx="1144">
                  <c:v>43696</c:v>
                </c:pt>
                <c:pt idx="1145">
                  <c:v>43697</c:v>
                </c:pt>
                <c:pt idx="1146">
                  <c:v>43698</c:v>
                </c:pt>
                <c:pt idx="1147">
                  <c:v>43699</c:v>
                </c:pt>
                <c:pt idx="1148">
                  <c:v>43700</c:v>
                </c:pt>
                <c:pt idx="1149">
                  <c:v>43703</c:v>
                </c:pt>
                <c:pt idx="1150">
                  <c:v>43704</c:v>
                </c:pt>
                <c:pt idx="1151">
                  <c:v>43705</c:v>
                </c:pt>
                <c:pt idx="1152">
                  <c:v>43706</c:v>
                </c:pt>
                <c:pt idx="1153">
                  <c:v>43707</c:v>
                </c:pt>
                <c:pt idx="1154">
                  <c:v>43711</c:v>
                </c:pt>
                <c:pt idx="1155">
                  <c:v>43712</c:v>
                </c:pt>
                <c:pt idx="1156">
                  <c:v>43713</c:v>
                </c:pt>
                <c:pt idx="1157">
                  <c:v>43714</c:v>
                </c:pt>
                <c:pt idx="1158">
                  <c:v>43717</c:v>
                </c:pt>
                <c:pt idx="1159">
                  <c:v>43719</c:v>
                </c:pt>
                <c:pt idx="1160">
                  <c:v>43720</c:v>
                </c:pt>
                <c:pt idx="1161">
                  <c:v>43721</c:v>
                </c:pt>
                <c:pt idx="1162">
                  <c:v>43724</c:v>
                </c:pt>
                <c:pt idx="1163">
                  <c:v>43725</c:v>
                </c:pt>
                <c:pt idx="1164">
                  <c:v>43726</c:v>
                </c:pt>
                <c:pt idx="1165">
                  <c:v>43727</c:v>
                </c:pt>
                <c:pt idx="1166">
                  <c:v>43728</c:v>
                </c:pt>
                <c:pt idx="1167">
                  <c:v>43731</c:v>
                </c:pt>
                <c:pt idx="1168">
                  <c:v>43732</c:v>
                </c:pt>
                <c:pt idx="1169">
                  <c:v>43733</c:v>
                </c:pt>
                <c:pt idx="1170">
                  <c:v>43734</c:v>
                </c:pt>
                <c:pt idx="1171">
                  <c:v>43735</c:v>
                </c:pt>
                <c:pt idx="1172">
                  <c:v>43738</c:v>
                </c:pt>
                <c:pt idx="1173">
                  <c:v>43739</c:v>
                </c:pt>
                <c:pt idx="1174">
                  <c:v>43741</c:v>
                </c:pt>
                <c:pt idx="1175">
                  <c:v>43742</c:v>
                </c:pt>
                <c:pt idx="1176">
                  <c:v>43745</c:v>
                </c:pt>
                <c:pt idx="1177">
                  <c:v>43747</c:v>
                </c:pt>
                <c:pt idx="1178">
                  <c:v>43748</c:v>
                </c:pt>
                <c:pt idx="1179">
                  <c:v>43749</c:v>
                </c:pt>
                <c:pt idx="1180">
                  <c:v>43752</c:v>
                </c:pt>
                <c:pt idx="1181">
                  <c:v>43753</c:v>
                </c:pt>
                <c:pt idx="1182">
                  <c:v>43754</c:v>
                </c:pt>
                <c:pt idx="1183">
                  <c:v>43755</c:v>
                </c:pt>
                <c:pt idx="1184">
                  <c:v>43756</c:v>
                </c:pt>
                <c:pt idx="1185">
                  <c:v>43760</c:v>
                </c:pt>
                <c:pt idx="1186">
                  <c:v>43761</c:v>
                </c:pt>
                <c:pt idx="1187">
                  <c:v>43762</c:v>
                </c:pt>
                <c:pt idx="1188">
                  <c:v>43763</c:v>
                </c:pt>
                <c:pt idx="1189">
                  <c:v>43765</c:v>
                </c:pt>
                <c:pt idx="1190">
                  <c:v>43767</c:v>
                </c:pt>
                <c:pt idx="1191">
                  <c:v>43768</c:v>
                </c:pt>
                <c:pt idx="1192">
                  <c:v>43769</c:v>
                </c:pt>
                <c:pt idx="1193">
                  <c:v>43770</c:v>
                </c:pt>
                <c:pt idx="1194">
                  <c:v>43773</c:v>
                </c:pt>
                <c:pt idx="1195">
                  <c:v>43774</c:v>
                </c:pt>
                <c:pt idx="1196">
                  <c:v>43775</c:v>
                </c:pt>
                <c:pt idx="1197">
                  <c:v>43776</c:v>
                </c:pt>
                <c:pt idx="1198">
                  <c:v>43777</c:v>
                </c:pt>
                <c:pt idx="1199">
                  <c:v>43780</c:v>
                </c:pt>
                <c:pt idx="1200">
                  <c:v>43782</c:v>
                </c:pt>
                <c:pt idx="1201">
                  <c:v>43783</c:v>
                </c:pt>
                <c:pt idx="1202">
                  <c:v>43784</c:v>
                </c:pt>
                <c:pt idx="1203">
                  <c:v>43787</c:v>
                </c:pt>
                <c:pt idx="1204">
                  <c:v>43788</c:v>
                </c:pt>
                <c:pt idx="1205">
                  <c:v>43789</c:v>
                </c:pt>
                <c:pt idx="1206">
                  <c:v>43790</c:v>
                </c:pt>
                <c:pt idx="1207">
                  <c:v>43791</c:v>
                </c:pt>
                <c:pt idx="1208">
                  <c:v>43794</c:v>
                </c:pt>
                <c:pt idx="1209">
                  <c:v>43795</c:v>
                </c:pt>
                <c:pt idx="1210">
                  <c:v>43796</c:v>
                </c:pt>
                <c:pt idx="1211">
                  <c:v>43797</c:v>
                </c:pt>
                <c:pt idx="1212">
                  <c:v>43798</c:v>
                </c:pt>
                <c:pt idx="1213">
                  <c:v>43801</c:v>
                </c:pt>
                <c:pt idx="1214">
                  <c:v>43802</c:v>
                </c:pt>
                <c:pt idx="1215">
                  <c:v>43803</c:v>
                </c:pt>
                <c:pt idx="1216">
                  <c:v>43804</c:v>
                </c:pt>
                <c:pt idx="1217">
                  <c:v>43805</c:v>
                </c:pt>
                <c:pt idx="1218">
                  <c:v>43808</c:v>
                </c:pt>
                <c:pt idx="1219">
                  <c:v>43809</c:v>
                </c:pt>
                <c:pt idx="1220">
                  <c:v>43810</c:v>
                </c:pt>
                <c:pt idx="1221">
                  <c:v>43811</c:v>
                </c:pt>
                <c:pt idx="1222">
                  <c:v>43812</c:v>
                </c:pt>
                <c:pt idx="1223">
                  <c:v>43815</c:v>
                </c:pt>
                <c:pt idx="1224">
                  <c:v>43816</c:v>
                </c:pt>
                <c:pt idx="1225">
                  <c:v>43817</c:v>
                </c:pt>
                <c:pt idx="1226">
                  <c:v>43818</c:v>
                </c:pt>
                <c:pt idx="1227">
                  <c:v>43819</c:v>
                </c:pt>
                <c:pt idx="1228">
                  <c:v>43822</c:v>
                </c:pt>
                <c:pt idx="1229">
                  <c:v>43823</c:v>
                </c:pt>
                <c:pt idx="1230">
                  <c:v>43825</c:v>
                </c:pt>
                <c:pt idx="1231">
                  <c:v>43826</c:v>
                </c:pt>
                <c:pt idx="1232">
                  <c:v>43829</c:v>
                </c:pt>
                <c:pt idx="1233">
                  <c:v>43830</c:v>
                </c:pt>
                <c:pt idx="1234">
                  <c:v>43831</c:v>
                </c:pt>
                <c:pt idx="1235">
                  <c:v>43832</c:v>
                </c:pt>
                <c:pt idx="1236">
                  <c:v>43833</c:v>
                </c:pt>
                <c:pt idx="1237">
                  <c:v>43836</c:v>
                </c:pt>
                <c:pt idx="1238">
                  <c:v>43837</c:v>
                </c:pt>
                <c:pt idx="1239">
                  <c:v>43838</c:v>
                </c:pt>
                <c:pt idx="1240">
                  <c:v>43839</c:v>
                </c:pt>
                <c:pt idx="1241">
                  <c:v>43840</c:v>
                </c:pt>
                <c:pt idx="1242">
                  <c:v>43843</c:v>
                </c:pt>
                <c:pt idx="1243">
                  <c:v>43844</c:v>
                </c:pt>
                <c:pt idx="1244">
                  <c:v>43845</c:v>
                </c:pt>
                <c:pt idx="1245">
                  <c:v>43846</c:v>
                </c:pt>
                <c:pt idx="1246">
                  <c:v>43847</c:v>
                </c:pt>
                <c:pt idx="1247">
                  <c:v>43850</c:v>
                </c:pt>
                <c:pt idx="1248">
                  <c:v>43851</c:v>
                </c:pt>
                <c:pt idx="1249">
                  <c:v>43852</c:v>
                </c:pt>
                <c:pt idx="1250">
                  <c:v>43853</c:v>
                </c:pt>
                <c:pt idx="1251">
                  <c:v>43854</c:v>
                </c:pt>
                <c:pt idx="1252">
                  <c:v>43857</c:v>
                </c:pt>
                <c:pt idx="1253">
                  <c:v>43858</c:v>
                </c:pt>
                <c:pt idx="1254">
                  <c:v>43859</c:v>
                </c:pt>
                <c:pt idx="1255">
                  <c:v>43860</c:v>
                </c:pt>
                <c:pt idx="1256">
                  <c:v>43861</c:v>
                </c:pt>
                <c:pt idx="1257">
                  <c:v>43862</c:v>
                </c:pt>
                <c:pt idx="1258">
                  <c:v>43864</c:v>
                </c:pt>
                <c:pt idx="1259">
                  <c:v>43865</c:v>
                </c:pt>
                <c:pt idx="1260">
                  <c:v>43866</c:v>
                </c:pt>
                <c:pt idx="1261">
                  <c:v>43867</c:v>
                </c:pt>
                <c:pt idx="1262">
                  <c:v>43868</c:v>
                </c:pt>
                <c:pt idx="1263">
                  <c:v>43871</c:v>
                </c:pt>
                <c:pt idx="1264">
                  <c:v>43872</c:v>
                </c:pt>
                <c:pt idx="1265">
                  <c:v>43873</c:v>
                </c:pt>
                <c:pt idx="1266">
                  <c:v>43874</c:v>
                </c:pt>
                <c:pt idx="1267">
                  <c:v>43875</c:v>
                </c:pt>
                <c:pt idx="1268">
                  <c:v>43878</c:v>
                </c:pt>
                <c:pt idx="1269">
                  <c:v>43879</c:v>
                </c:pt>
                <c:pt idx="1270">
                  <c:v>43880</c:v>
                </c:pt>
                <c:pt idx="1271">
                  <c:v>43881</c:v>
                </c:pt>
                <c:pt idx="1272">
                  <c:v>43885</c:v>
                </c:pt>
                <c:pt idx="1273">
                  <c:v>43886</c:v>
                </c:pt>
                <c:pt idx="1274">
                  <c:v>43887</c:v>
                </c:pt>
                <c:pt idx="1275">
                  <c:v>43888</c:v>
                </c:pt>
                <c:pt idx="1276">
                  <c:v>43889</c:v>
                </c:pt>
                <c:pt idx="1277">
                  <c:v>43892</c:v>
                </c:pt>
                <c:pt idx="1278">
                  <c:v>43893</c:v>
                </c:pt>
                <c:pt idx="1279">
                  <c:v>43894</c:v>
                </c:pt>
                <c:pt idx="1280">
                  <c:v>43895</c:v>
                </c:pt>
                <c:pt idx="1281">
                  <c:v>43896</c:v>
                </c:pt>
                <c:pt idx="1282">
                  <c:v>43899</c:v>
                </c:pt>
                <c:pt idx="1283">
                  <c:v>43901</c:v>
                </c:pt>
                <c:pt idx="1284">
                  <c:v>43902</c:v>
                </c:pt>
                <c:pt idx="1285">
                  <c:v>43903</c:v>
                </c:pt>
                <c:pt idx="1286">
                  <c:v>43906</c:v>
                </c:pt>
                <c:pt idx="1287">
                  <c:v>43907</c:v>
                </c:pt>
                <c:pt idx="1288">
                  <c:v>43908</c:v>
                </c:pt>
                <c:pt idx="1289">
                  <c:v>43909</c:v>
                </c:pt>
                <c:pt idx="1290">
                  <c:v>43910</c:v>
                </c:pt>
                <c:pt idx="1291">
                  <c:v>43913</c:v>
                </c:pt>
                <c:pt idx="1292">
                  <c:v>43914</c:v>
                </c:pt>
                <c:pt idx="1293">
                  <c:v>43915</c:v>
                </c:pt>
                <c:pt idx="1294">
                  <c:v>43916</c:v>
                </c:pt>
                <c:pt idx="1295">
                  <c:v>43917</c:v>
                </c:pt>
                <c:pt idx="1296">
                  <c:v>43920</c:v>
                </c:pt>
                <c:pt idx="1297">
                  <c:v>43921</c:v>
                </c:pt>
                <c:pt idx="1298">
                  <c:v>43922</c:v>
                </c:pt>
                <c:pt idx="1299">
                  <c:v>43924</c:v>
                </c:pt>
                <c:pt idx="1300">
                  <c:v>43928</c:v>
                </c:pt>
                <c:pt idx="1301">
                  <c:v>43929</c:v>
                </c:pt>
                <c:pt idx="1302">
                  <c:v>43930</c:v>
                </c:pt>
                <c:pt idx="1303">
                  <c:v>43934</c:v>
                </c:pt>
                <c:pt idx="1304">
                  <c:v>43936</c:v>
                </c:pt>
                <c:pt idx="1305">
                  <c:v>43937</c:v>
                </c:pt>
                <c:pt idx="1306">
                  <c:v>43938</c:v>
                </c:pt>
                <c:pt idx="1307">
                  <c:v>43941</c:v>
                </c:pt>
                <c:pt idx="1308">
                  <c:v>43942</c:v>
                </c:pt>
                <c:pt idx="1309">
                  <c:v>43943</c:v>
                </c:pt>
                <c:pt idx="1310">
                  <c:v>43944</c:v>
                </c:pt>
                <c:pt idx="1311">
                  <c:v>43945</c:v>
                </c:pt>
                <c:pt idx="1312">
                  <c:v>43948</c:v>
                </c:pt>
                <c:pt idx="1313">
                  <c:v>43949</c:v>
                </c:pt>
                <c:pt idx="1314">
                  <c:v>43950</c:v>
                </c:pt>
                <c:pt idx="1315">
                  <c:v>43951</c:v>
                </c:pt>
                <c:pt idx="1316">
                  <c:v>43955</c:v>
                </c:pt>
                <c:pt idx="1317">
                  <c:v>43956</c:v>
                </c:pt>
                <c:pt idx="1318">
                  <c:v>43957</c:v>
                </c:pt>
                <c:pt idx="1319">
                  <c:v>43958</c:v>
                </c:pt>
                <c:pt idx="1320">
                  <c:v>43959</c:v>
                </c:pt>
                <c:pt idx="1321">
                  <c:v>43962</c:v>
                </c:pt>
                <c:pt idx="1322">
                  <c:v>43963</c:v>
                </c:pt>
                <c:pt idx="1323">
                  <c:v>43964</c:v>
                </c:pt>
                <c:pt idx="1324">
                  <c:v>43965</c:v>
                </c:pt>
                <c:pt idx="1325">
                  <c:v>43966</c:v>
                </c:pt>
                <c:pt idx="1326">
                  <c:v>43969</c:v>
                </c:pt>
                <c:pt idx="1327">
                  <c:v>43970</c:v>
                </c:pt>
                <c:pt idx="1328">
                  <c:v>43971</c:v>
                </c:pt>
                <c:pt idx="1329">
                  <c:v>43972</c:v>
                </c:pt>
                <c:pt idx="1330">
                  <c:v>43973</c:v>
                </c:pt>
                <c:pt idx="1331">
                  <c:v>43977</c:v>
                </c:pt>
                <c:pt idx="1332">
                  <c:v>43978</c:v>
                </c:pt>
                <c:pt idx="1333">
                  <c:v>43979</c:v>
                </c:pt>
                <c:pt idx="1334">
                  <c:v>43980</c:v>
                </c:pt>
                <c:pt idx="1335">
                  <c:v>43983</c:v>
                </c:pt>
                <c:pt idx="1336">
                  <c:v>43984</c:v>
                </c:pt>
                <c:pt idx="1337">
                  <c:v>43985</c:v>
                </c:pt>
                <c:pt idx="1338">
                  <c:v>43986</c:v>
                </c:pt>
                <c:pt idx="1339">
                  <c:v>43987</c:v>
                </c:pt>
                <c:pt idx="1340">
                  <c:v>43990</c:v>
                </c:pt>
                <c:pt idx="1341">
                  <c:v>43991</c:v>
                </c:pt>
                <c:pt idx="1342">
                  <c:v>43992</c:v>
                </c:pt>
                <c:pt idx="1343">
                  <c:v>43993</c:v>
                </c:pt>
                <c:pt idx="1344">
                  <c:v>43994</c:v>
                </c:pt>
                <c:pt idx="1345">
                  <c:v>43997</c:v>
                </c:pt>
                <c:pt idx="1346">
                  <c:v>43998</c:v>
                </c:pt>
                <c:pt idx="1347">
                  <c:v>43999</c:v>
                </c:pt>
                <c:pt idx="1348">
                  <c:v>44000</c:v>
                </c:pt>
                <c:pt idx="1349">
                  <c:v>44001</c:v>
                </c:pt>
                <c:pt idx="1350">
                  <c:v>44004</c:v>
                </c:pt>
                <c:pt idx="1351">
                  <c:v>44005</c:v>
                </c:pt>
                <c:pt idx="1352">
                  <c:v>44006</c:v>
                </c:pt>
                <c:pt idx="1353">
                  <c:v>44007</c:v>
                </c:pt>
                <c:pt idx="1354">
                  <c:v>44008</c:v>
                </c:pt>
                <c:pt idx="1355">
                  <c:v>44011</c:v>
                </c:pt>
                <c:pt idx="1356">
                  <c:v>44012</c:v>
                </c:pt>
                <c:pt idx="1357">
                  <c:v>44013</c:v>
                </c:pt>
                <c:pt idx="1358">
                  <c:v>44014</c:v>
                </c:pt>
                <c:pt idx="1359">
                  <c:v>44015</c:v>
                </c:pt>
                <c:pt idx="1360">
                  <c:v>44018</c:v>
                </c:pt>
                <c:pt idx="1361">
                  <c:v>44019</c:v>
                </c:pt>
                <c:pt idx="1362">
                  <c:v>44020</c:v>
                </c:pt>
                <c:pt idx="1363">
                  <c:v>44021</c:v>
                </c:pt>
                <c:pt idx="1364">
                  <c:v>44022</c:v>
                </c:pt>
                <c:pt idx="1365">
                  <c:v>44025</c:v>
                </c:pt>
                <c:pt idx="1366">
                  <c:v>44026</c:v>
                </c:pt>
                <c:pt idx="1367">
                  <c:v>44027</c:v>
                </c:pt>
                <c:pt idx="1368">
                  <c:v>44028</c:v>
                </c:pt>
                <c:pt idx="1369">
                  <c:v>44029</c:v>
                </c:pt>
                <c:pt idx="1370">
                  <c:v>44032</c:v>
                </c:pt>
                <c:pt idx="1371">
                  <c:v>44033</c:v>
                </c:pt>
                <c:pt idx="1372">
                  <c:v>44034</c:v>
                </c:pt>
                <c:pt idx="1373">
                  <c:v>44035</c:v>
                </c:pt>
                <c:pt idx="1374">
                  <c:v>44036</c:v>
                </c:pt>
                <c:pt idx="1375">
                  <c:v>44039</c:v>
                </c:pt>
                <c:pt idx="1376">
                  <c:v>44040</c:v>
                </c:pt>
                <c:pt idx="1377">
                  <c:v>44041</c:v>
                </c:pt>
                <c:pt idx="1378">
                  <c:v>44042</c:v>
                </c:pt>
                <c:pt idx="1379">
                  <c:v>44043</c:v>
                </c:pt>
                <c:pt idx="1380">
                  <c:v>44046</c:v>
                </c:pt>
                <c:pt idx="1381">
                  <c:v>44047</c:v>
                </c:pt>
                <c:pt idx="1382">
                  <c:v>44048</c:v>
                </c:pt>
                <c:pt idx="1383">
                  <c:v>44049</c:v>
                </c:pt>
                <c:pt idx="1384">
                  <c:v>44050</c:v>
                </c:pt>
                <c:pt idx="1385">
                  <c:v>44053</c:v>
                </c:pt>
                <c:pt idx="1386">
                  <c:v>44054</c:v>
                </c:pt>
                <c:pt idx="1387">
                  <c:v>44055</c:v>
                </c:pt>
                <c:pt idx="1388">
                  <c:v>44056</c:v>
                </c:pt>
                <c:pt idx="1389">
                  <c:v>44057</c:v>
                </c:pt>
                <c:pt idx="1390">
                  <c:v>44060</c:v>
                </c:pt>
                <c:pt idx="1391">
                  <c:v>44061</c:v>
                </c:pt>
                <c:pt idx="1392">
                  <c:v>44062</c:v>
                </c:pt>
                <c:pt idx="1393">
                  <c:v>44063</c:v>
                </c:pt>
                <c:pt idx="1394">
                  <c:v>44064</c:v>
                </c:pt>
                <c:pt idx="1395">
                  <c:v>44067</c:v>
                </c:pt>
                <c:pt idx="1396">
                  <c:v>44068</c:v>
                </c:pt>
                <c:pt idx="1397">
                  <c:v>44069</c:v>
                </c:pt>
                <c:pt idx="1398">
                  <c:v>44070</c:v>
                </c:pt>
                <c:pt idx="1399">
                  <c:v>44071</c:v>
                </c:pt>
                <c:pt idx="1400">
                  <c:v>44074</c:v>
                </c:pt>
                <c:pt idx="1401">
                  <c:v>44075</c:v>
                </c:pt>
                <c:pt idx="1402">
                  <c:v>44076</c:v>
                </c:pt>
                <c:pt idx="1403">
                  <c:v>44077</c:v>
                </c:pt>
                <c:pt idx="1404">
                  <c:v>44078</c:v>
                </c:pt>
                <c:pt idx="1405">
                  <c:v>44081</c:v>
                </c:pt>
                <c:pt idx="1406">
                  <c:v>44082</c:v>
                </c:pt>
                <c:pt idx="1407">
                  <c:v>44083</c:v>
                </c:pt>
                <c:pt idx="1408">
                  <c:v>44084</c:v>
                </c:pt>
                <c:pt idx="1409">
                  <c:v>44085</c:v>
                </c:pt>
                <c:pt idx="1410">
                  <c:v>44088</c:v>
                </c:pt>
                <c:pt idx="1411">
                  <c:v>44089</c:v>
                </c:pt>
                <c:pt idx="1412">
                  <c:v>44090</c:v>
                </c:pt>
                <c:pt idx="1413">
                  <c:v>44091</c:v>
                </c:pt>
                <c:pt idx="1414">
                  <c:v>44092</c:v>
                </c:pt>
                <c:pt idx="1415">
                  <c:v>44095</c:v>
                </c:pt>
                <c:pt idx="1416">
                  <c:v>44096</c:v>
                </c:pt>
                <c:pt idx="1417">
                  <c:v>44097</c:v>
                </c:pt>
                <c:pt idx="1418">
                  <c:v>44098</c:v>
                </c:pt>
                <c:pt idx="1419">
                  <c:v>44099</c:v>
                </c:pt>
                <c:pt idx="1420">
                  <c:v>44102</c:v>
                </c:pt>
                <c:pt idx="1421">
                  <c:v>44103</c:v>
                </c:pt>
                <c:pt idx="1422">
                  <c:v>44104</c:v>
                </c:pt>
                <c:pt idx="1423">
                  <c:v>44105</c:v>
                </c:pt>
                <c:pt idx="1424">
                  <c:v>44109</c:v>
                </c:pt>
                <c:pt idx="1425">
                  <c:v>44110</c:v>
                </c:pt>
                <c:pt idx="1426">
                  <c:v>44111</c:v>
                </c:pt>
                <c:pt idx="1427">
                  <c:v>44112</c:v>
                </c:pt>
                <c:pt idx="1428">
                  <c:v>44113</c:v>
                </c:pt>
                <c:pt idx="1429">
                  <c:v>44116</c:v>
                </c:pt>
                <c:pt idx="1430">
                  <c:v>44117</c:v>
                </c:pt>
                <c:pt idx="1431">
                  <c:v>44118</c:v>
                </c:pt>
                <c:pt idx="1432">
                  <c:v>44119</c:v>
                </c:pt>
                <c:pt idx="1433">
                  <c:v>44120</c:v>
                </c:pt>
                <c:pt idx="1434">
                  <c:v>44123</c:v>
                </c:pt>
                <c:pt idx="1435">
                  <c:v>44124</c:v>
                </c:pt>
                <c:pt idx="1436">
                  <c:v>44125</c:v>
                </c:pt>
                <c:pt idx="1437">
                  <c:v>44126</c:v>
                </c:pt>
                <c:pt idx="1438">
                  <c:v>44127</c:v>
                </c:pt>
                <c:pt idx="1439">
                  <c:v>44130</c:v>
                </c:pt>
                <c:pt idx="1440">
                  <c:v>44131</c:v>
                </c:pt>
                <c:pt idx="1441">
                  <c:v>44132</c:v>
                </c:pt>
                <c:pt idx="1442">
                  <c:v>44133</c:v>
                </c:pt>
                <c:pt idx="1443">
                  <c:v>44134</c:v>
                </c:pt>
                <c:pt idx="1444">
                  <c:v>44137</c:v>
                </c:pt>
                <c:pt idx="1445">
                  <c:v>44138</c:v>
                </c:pt>
                <c:pt idx="1446">
                  <c:v>44139</c:v>
                </c:pt>
                <c:pt idx="1447">
                  <c:v>44140</c:v>
                </c:pt>
                <c:pt idx="1448">
                  <c:v>44141</c:v>
                </c:pt>
                <c:pt idx="1449">
                  <c:v>44144</c:v>
                </c:pt>
                <c:pt idx="1450">
                  <c:v>44145</c:v>
                </c:pt>
                <c:pt idx="1451">
                  <c:v>44146</c:v>
                </c:pt>
                <c:pt idx="1452">
                  <c:v>44147</c:v>
                </c:pt>
                <c:pt idx="1453">
                  <c:v>44148</c:v>
                </c:pt>
                <c:pt idx="1454">
                  <c:v>44149</c:v>
                </c:pt>
                <c:pt idx="1455">
                  <c:v>44152</c:v>
                </c:pt>
                <c:pt idx="1456">
                  <c:v>44153</c:v>
                </c:pt>
                <c:pt idx="1457">
                  <c:v>44154</c:v>
                </c:pt>
                <c:pt idx="1458">
                  <c:v>44155</c:v>
                </c:pt>
                <c:pt idx="1459">
                  <c:v>44158</c:v>
                </c:pt>
                <c:pt idx="1460">
                  <c:v>44159</c:v>
                </c:pt>
                <c:pt idx="1461">
                  <c:v>44160</c:v>
                </c:pt>
                <c:pt idx="1462">
                  <c:v>44161</c:v>
                </c:pt>
                <c:pt idx="1463">
                  <c:v>44162</c:v>
                </c:pt>
                <c:pt idx="1464">
                  <c:v>44166</c:v>
                </c:pt>
                <c:pt idx="1465">
                  <c:v>44167</c:v>
                </c:pt>
                <c:pt idx="1466">
                  <c:v>44168</c:v>
                </c:pt>
                <c:pt idx="1467">
                  <c:v>44169</c:v>
                </c:pt>
                <c:pt idx="1468">
                  <c:v>44172</c:v>
                </c:pt>
                <c:pt idx="1469">
                  <c:v>44173</c:v>
                </c:pt>
                <c:pt idx="1470">
                  <c:v>44174</c:v>
                </c:pt>
                <c:pt idx="1471">
                  <c:v>44175</c:v>
                </c:pt>
                <c:pt idx="1472">
                  <c:v>44176</c:v>
                </c:pt>
                <c:pt idx="1473">
                  <c:v>44179</c:v>
                </c:pt>
                <c:pt idx="1474">
                  <c:v>44180</c:v>
                </c:pt>
                <c:pt idx="1475">
                  <c:v>44181</c:v>
                </c:pt>
                <c:pt idx="1476">
                  <c:v>44182</c:v>
                </c:pt>
                <c:pt idx="1477">
                  <c:v>44183</c:v>
                </c:pt>
                <c:pt idx="1478">
                  <c:v>44186</c:v>
                </c:pt>
                <c:pt idx="1479">
                  <c:v>44187</c:v>
                </c:pt>
                <c:pt idx="1480">
                  <c:v>44188</c:v>
                </c:pt>
                <c:pt idx="1481">
                  <c:v>44189</c:v>
                </c:pt>
                <c:pt idx="1482">
                  <c:v>44193</c:v>
                </c:pt>
                <c:pt idx="1483">
                  <c:v>44194</c:v>
                </c:pt>
                <c:pt idx="1484">
                  <c:v>44195</c:v>
                </c:pt>
                <c:pt idx="1485">
                  <c:v>44196</c:v>
                </c:pt>
                <c:pt idx="1486">
                  <c:v>44197</c:v>
                </c:pt>
                <c:pt idx="1487">
                  <c:v>44200</c:v>
                </c:pt>
                <c:pt idx="1488">
                  <c:v>44201</c:v>
                </c:pt>
                <c:pt idx="1489">
                  <c:v>44202</c:v>
                </c:pt>
                <c:pt idx="1490">
                  <c:v>44203</c:v>
                </c:pt>
                <c:pt idx="1491">
                  <c:v>44204</c:v>
                </c:pt>
                <c:pt idx="1492">
                  <c:v>44207</c:v>
                </c:pt>
                <c:pt idx="1493">
                  <c:v>44208</c:v>
                </c:pt>
                <c:pt idx="1494">
                  <c:v>44209</c:v>
                </c:pt>
                <c:pt idx="1495">
                  <c:v>44210</c:v>
                </c:pt>
                <c:pt idx="1496">
                  <c:v>44211</c:v>
                </c:pt>
                <c:pt idx="1497">
                  <c:v>44214</c:v>
                </c:pt>
                <c:pt idx="1498">
                  <c:v>44215</c:v>
                </c:pt>
                <c:pt idx="1499">
                  <c:v>44216</c:v>
                </c:pt>
                <c:pt idx="1500">
                  <c:v>44217</c:v>
                </c:pt>
                <c:pt idx="1501">
                  <c:v>44218</c:v>
                </c:pt>
                <c:pt idx="1502">
                  <c:v>44221</c:v>
                </c:pt>
                <c:pt idx="1503">
                  <c:v>44223</c:v>
                </c:pt>
                <c:pt idx="1504">
                  <c:v>44224</c:v>
                </c:pt>
                <c:pt idx="1505">
                  <c:v>44225</c:v>
                </c:pt>
                <c:pt idx="1506">
                  <c:v>44228</c:v>
                </c:pt>
                <c:pt idx="1507">
                  <c:v>44229</c:v>
                </c:pt>
                <c:pt idx="1508">
                  <c:v>44230</c:v>
                </c:pt>
                <c:pt idx="1509">
                  <c:v>44231</c:v>
                </c:pt>
                <c:pt idx="1510">
                  <c:v>44232</c:v>
                </c:pt>
                <c:pt idx="1511">
                  <c:v>44235</c:v>
                </c:pt>
                <c:pt idx="1512">
                  <c:v>44236</c:v>
                </c:pt>
                <c:pt idx="1513">
                  <c:v>44237</c:v>
                </c:pt>
                <c:pt idx="1514">
                  <c:v>44238</c:v>
                </c:pt>
                <c:pt idx="1515">
                  <c:v>44239</c:v>
                </c:pt>
                <c:pt idx="1516">
                  <c:v>44242</c:v>
                </c:pt>
                <c:pt idx="1517">
                  <c:v>44243</c:v>
                </c:pt>
                <c:pt idx="1518">
                  <c:v>44244</c:v>
                </c:pt>
                <c:pt idx="1519">
                  <c:v>44245</c:v>
                </c:pt>
                <c:pt idx="1520">
                  <c:v>44246</c:v>
                </c:pt>
                <c:pt idx="1521">
                  <c:v>44249</c:v>
                </c:pt>
                <c:pt idx="1522">
                  <c:v>44250</c:v>
                </c:pt>
                <c:pt idx="1523">
                  <c:v>44251</c:v>
                </c:pt>
                <c:pt idx="1524">
                  <c:v>44252</c:v>
                </c:pt>
                <c:pt idx="1525">
                  <c:v>44253</c:v>
                </c:pt>
                <c:pt idx="1526">
                  <c:v>44256</c:v>
                </c:pt>
                <c:pt idx="1527">
                  <c:v>44257</c:v>
                </c:pt>
                <c:pt idx="1528">
                  <c:v>44258</c:v>
                </c:pt>
                <c:pt idx="1529">
                  <c:v>44259</c:v>
                </c:pt>
                <c:pt idx="1530">
                  <c:v>44260</c:v>
                </c:pt>
                <c:pt idx="1531">
                  <c:v>44263</c:v>
                </c:pt>
                <c:pt idx="1532">
                  <c:v>44264</c:v>
                </c:pt>
                <c:pt idx="1533">
                  <c:v>44265</c:v>
                </c:pt>
                <c:pt idx="1534">
                  <c:v>44267</c:v>
                </c:pt>
                <c:pt idx="1535">
                  <c:v>44270</c:v>
                </c:pt>
                <c:pt idx="1536">
                  <c:v>44271</c:v>
                </c:pt>
                <c:pt idx="1537">
                  <c:v>44272</c:v>
                </c:pt>
                <c:pt idx="1538">
                  <c:v>44273</c:v>
                </c:pt>
                <c:pt idx="1539">
                  <c:v>44274</c:v>
                </c:pt>
                <c:pt idx="1540">
                  <c:v>44277</c:v>
                </c:pt>
                <c:pt idx="1541">
                  <c:v>44278</c:v>
                </c:pt>
                <c:pt idx="1542">
                  <c:v>44279</c:v>
                </c:pt>
                <c:pt idx="1543">
                  <c:v>44280</c:v>
                </c:pt>
                <c:pt idx="1544">
                  <c:v>44281</c:v>
                </c:pt>
                <c:pt idx="1545">
                  <c:v>44285</c:v>
                </c:pt>
                <c:pt idx="1546">
                  <c:v>44286</c:v>
                </c:pt>
                <c:pt idx="1547">
                  <c:v>44287</c:v>
                </c:pt>
                <c:pt idx="1548">
                  <c:v>44291</c:v>
                </c:pt>
                <c:pt idx="1549">
                  <c:v>44292</c:v>
                </c:pt>
                <c:pt idx="1550">
                  <c:v>44293</c:v>
                </c:pt>
                <c:pt idx="1551">
                  <c:v>44294</c:v>
                </c:pt>
                <c:pt idx="1552">
                  <c:v>44295</c:v>
                </c:pt>
                <c:pt idx="1553">
                  <c:v>44298</c:v>
                </c:pt>
                <c:pt idx="1554">
                  <c:v>44299</c:v>
                </c:pt>
                <c:pt idx="1555">
                  <c:v>44301</c:v>
                </c:pt>
                <c:pt idx="1556">
                  <c:v>44302</c:v>
                </c:pt>
                <c:pt idx="1557">
                  <c:v>44305</c:v>
                </c:pt>
                <c:pt idx="1558">
                  <c:v>44306</c:v>
                </c:pt>
                <c:pt idx="1559">
                  <c:v>44308</c:v>
                </c:pt>
                <c:pt idx="1560">
                  <c:v>44309</c:v>
                </c:pt>
                <c:pt idx="1561">
                  <c:v>44312</c:v>
                </c:pt>
                <c:pt idx="1562">
                  <c:v>44313</c:v>
                </c:pt>
                <c:pt idx="1563">
                  <c:v>44314</c:v>
                </c:pt>
                <c:pt idx="1564">
                  <c:v>44315</c:v>
                </c:pt>
                <c:pt idx="1565">
                  <c:v>44316</c:v>
                </c:pt>
                <c:pt idx="1566">
                  <c:v>44319</c:v>
                </c:pt>
                <c:pt idx="1567">
                  <c:v>44320</c:v>
                </c:pt>
                <c:pt idx="1568">
                  <c:v>44321</c:v>
                </c:pt>
                <c:pt idx="1569">
                  <c:v>44322</c:v>
                </c:pt>
                <c:pt idx="1570">
                  <c:v>44323</c:v>
                </c:pt>
                <c:pt idx="1571">
                  <c:v>44326</c:v>
                </c:pt>
                <c:pt idx="1572">
                  <c:v>44327</c:v>
                </c:pt>
                <c:pt idx="1573">
                  <c:v>44328</c:v>
                </c:pt>
                <c:pt idx="1574">
                  <c:v>44330</c:v>
                </c:pt>
                <c:pt idx="1575">
                  <c:v>44333</c:v>
                </c:pt>
                <c:pt idx="1576">
                  <c:v>44334</c:v>
                </c:pt>
                <c:pt idx="1577">
                  <c:v>44335</c:v>
                </c:pt>
                <c:pt idx="1578">
                  <c:v>44336</c:v>
                </c:pt>
                <c:pt idx="1579">
                  <c:v>44337</c:v>
                </c:pt>
                <c:pt idx="1580">
                  <c:v>44340</c:v>
                </c:pt>
                <c:pt idx="1581">
                  <c:v>44341</c:v>
                </c:pt>
                <c:pt idx="1582">
                  <c:v>44342</c:v>
                </c:pt>
                <c:pt idx="1583">
                  <c:v>44343</c:v>
                </c:pt>
                <c:pt idx="1584">
                  <c:v>44344</c:v>
                </c:pt>
                <c:pt idx="1585">
                  <c:v>44347</c:v>
                </c:pt>
                <c:pt idx="1586">
                  <c:v>44348</c:v>
                </c:pt>
                <c:pt idx="1587">
                  <c:v>44349</c:v>
                </c:pt>
                <c:pt idx="1588">
                  <c:v>44350</c:v>
                </c:pt>
                <c:pt idx="1589">
                  <c:v>44351</c:v>
                </c:pt>
                <c:pt idx="1590">
                  <c:v>44354</c:v>
                </c:pt>
                <c:pt idx="1591">
                  <c:v>44355</c:v>
                </c:pt>
                <c:pt idx="1592">
                  <c:v>44356</c:v>
                </c:pt>
                <c:pt idx="1593">
                  <c:v>44357</c:v>
                </c:pt>
                <c:pt idx="1594">
                  <c:v>44358</c:v>
                </c:pt>
                <c:pt idx="1595">
                  <c:v>44361</c:v>
                </c:pt>
                <c:pt idx="1596">
                  <c:v>44362</c:v>
                </c:pt>
                <c:pt idx="1597">
                  <c:v>44363</c:v>
                </c:pt>
                <c:pt idx="1598">
                  <c:v>44364</c:v>
                </c:pt>
                <c:pt idx="1599">
                  <c:v>44365</c:v>
                </c:pt>
                <c:pt idx="1600">
                  <c:v>44368</c:v>
                </c:pt>
                <c:pt idx="1601">
                  <c:v>44369</c:v>
                </c:pt>
                <c:pt idx="1602">
                  <c:v>44370</c:v>
                </c:pt>
                <c:pt idx="1603">
                  <c:v>44371</c:v>
                </c:pt>
                <c:pt idx="1604">
                  <c:v>44372</c:v>
                </c:pt>
                <c:pt idx="1605">
                  <c:v>44375</c:v>
                </c:pt>
                <c:pt idx="1606">
                  <c:v>44376</c:v>
                </c:pt>
                <c:pt idx="1607">
                  <c:v>44377</c:v>
                </c:pt>
                <c:pt idx="1608">
                  <c:v>44378</c:v>
                </c:pt>
                <c:pt idx="1609">
                  <c:v>44379</c:v>
                </c:pt>
                <c:pt idx="1610">
                  <c:v>44382</c:v>
                </c:pt>
                <c:pt idx="1611">
                  <c:v>44383</c:v>
                </c:pt>
                <c:pt idx="1612">
                  <c:v>44384</c:v>
                </c:pt>
                <c:pt idx="1613">
                  <c:v>44385</c:v>
                </c:pt>
                <c:pt idx="1614">
                  <c:v>44386</c:v>
                </c:pt>
                <c:pt idx="1615">
                  <c:v>44389</c:v>
                </c:pt>
                <c:pt idx="1616">
                  <c:v>44390</c:v>
                </c:pt>
                <c:pt idx="1617">
                  <c:v>44391</c:v>
                </c:pt>
                <c:pt idx="1618">
                  <c:v>44392</c:v>
                </c:pt>
                <c:pt idx="1619">
                  <c:v>44393</c:v>
                </c:pt>
                <c:pt idx="1620">
                  <c:v>44396</c:v>
                </c:pt>
                <c:pt idx="1621">
                  <c:v>44397</c:v>
                </c:pt>
                <c:pt idx="1622">
                  <c:v>44399</c:v>
                </c:pt>
                <c:pt idx="1623">
                  <c:v>44400</c:v>
                </c:pt>
                <c:pt idx="1624">
                  <c:v>44403</c:v>
                </c:pt>
                <c:pt idx="1625">
                  <c:v>44404</c:v>
                </c:pt>
                <c:pt idx="1626">
                  <c:v>44405</c:v>
                </c:pt>
                <c:pt idx="1627">
                  <c:v>44406</c:v>
                </c:pt>
                <c:pt idx="1628">
                  <c:v>44407</c:v>
                </c:pt>
                <c:pt idx="1629">
                  <c:v>44410</c:v>
                </c:pt>
                <c:pt idx="1630">
                  <c:v>44411</c:v>
                </c:pt>
                <c:pt idx="1631">
                  <c:v>44412</c:v>
                </c:pt>
                <c:pt idx="1632">
                  <c:v>44413</c:v>
                </c:pt>
                <c:pt idx="1633">
                  <c:v>44414</c:v>
                </c:pt>
                <c:pt idx="1634">
                  <c:v>44417</c:v>
                </c:pt>
                <c:pt idx="1635">
                  <c:v>44418</c:v>
                </c:pt>
                <c:pt idx="1636">
                  <c:v>44419</c:v>
                </c:pt>
                <c:pt idx="1637">
                  <c:v>44420</c:v>
                </c:pt>
                <c:pt idx="1638">
                  <c:v>44421</c:v>
                </c:pt>
                <c:pt idx="1639">
                  <c:v>44424</c:v>
                </c:pt>
                <c:pt idx="1640">
                  <c:v>44425</c:v>
                </c:pt>
                <c:pt idx="1641">
                  <c:v>44426</c:v>
                </c:pt>
                <c:pt idx="1642">
                  <c:v>44428</c:v>
                </c:pt>
                <c:pt idx="1643">
                  <c:v>44431</c:v>
                </c:pt>
                <c:pt idx="1644">
                  <c:v>44432</c:v>
                </c:pt>
                <c:pt idx="1645">
                  <c:v>44433</c:v>
                </c:pt>
                <c:pt idx="1646">
                  <c:v>44434</c:v>
                </c:pt>
                <c:pt idx="1647">
                  <c:v>44435</c:v>
                </c:pt>
                <c:pt idx="1648">
                  <c:v>44438</c:v>
                </c:pt>
                <c:pt idx="1649">
                  <c:v>44439</c:v>
                </c:pt>
                <c:pt idx="1650">
                  <c:v>44440</c:v>
                </c:pt>
                <c:pt idx="1651">
                  <c:v>44441</c:v>
                </c:pt>
                <c:pt idx="1652">
                  <c:v>44442</c:v>
                </c:pt>
                <c:pt idx="1653">
                  <c:v>44445</c:v>
                </c:pt>
                <c:pt idx="1654">
                  <c:v>44446</c:v>
                </c:pt>
                <c:pt idx="1655">
                  <c:v>44447</c:v>
                </c:pt>
                <c:pt idx="1656">
                  <c:v>44448</c:v>
                </c:pt>
                <c:pt idx="1657">
                  <c:v>44452</c:v>
                </c:pt>
                <c:pt idx="1658">
                  <c:v>44453</c:v>
                </c:pt>
                <c:pt idx="1659">
                  <c:v>44454</c:v>
                </c:pt>
                <c:pt idx="1660">
                  <c:v>44455</c:v>
                </c:pt>
                <c:pt idx="1661">
                  <c:v>44456</c:v>
                </c:pt>
                <c:pt idx="1662">
                  <c:v>44459</c:v>
                </c:pt>
                <c:pt idx="1663">
                  <c:v>44460</c:v>
                </c:pt>
                <c:pt idx="1664">
                  <c:v>44461</c:v>
                </c:pt>
                <c:pt idx="1665">
                  <c:v>44462</c:v>
                </c:pt>
                <c:pt idx="1666">
                  <c:v>44463</c:v>
                </c:pt>
                <c:pt idx="1667">
                  <c:v>44466</c:v>
                </c:pt>
                <c:pt idx="1668">
                  <c:v>44467</c:v>
                </c:pt>
                <c:pt idx="1669">
                  <c:v>44468</c:v>
                </c:pt>
                <c:pt idx="1670">
                  <c:v>44469</c:v>
                </c:pt>
                <c:pt idx="1671">
                  <c:v>44470</c:v>
                </c:pt>
                <c:pt idx="1672">
                  <c:v>44473</c:v>
                </c:pt>
                <c:pt idx="1673">
                  <c:v>44474</c:v>
                </c:pt>
                <c:pt idx="1674">
                  <c:v>44475</c:v>
                </c:pt>
                <c:pt idx="1675">
                  <c:v>44476</c:v>
                </c:pt>
                <c:pt idx="1676">
                  <c:v>44477</c:v>
                </c:pt>
                <c:pt idx="1677">
                  <c:v>44480</c:v>
                </c:pt>
                <c:pt idx="1678">
                  <c:v>44481</c:v>
                </c:pt>
                <c:pt idx="1679">
                  <c:v>44482</c:v>
                </c:pt>
                <c:pt idx="1680">
                  <c:v>44483</c:v>
                </c:pt>
                <c:pt idx="1681">
                  <c:v>44487</c:v>
                </c:pt>
                <c:pt idx="1682">
                  <c:v>44488</c:v>
                </c:pt>
                <c:pt idx="1683">
                  <c:v>44489</c:v>
                </c:pt>
                <c:pt idx="1684">
                  <c:v>44490</c:v>
                </c:pt>
                <c:pt idx="1685">
                  <c:v>44491</c:v>
                </c:pt>
                <c:pt idx="1686">
                  <c:v>44494</c:v>
                </c:pt>
                <c:pt idx="1687">
                  <c:v>44495</c:v>
                </c:pt>
                <c:pt idx="1688">
                  <c:v>44496</c:v>
                </c:pt>
                <c:pt idx="1689">
                  <c:v>44497</c:v>
                </c:pt>
                <c:pt idx="1690">
                  <c:v>44498</c:v>
                </c:pt>
                <c:pt idx="1691">
                  <c:v>44501</c:v>
                </c:pt>
                <c:pt idx="1692">
                  <c:v>44502</c:v>
                </c:pt>
                <c:pt idx="1693">
                  <c:v>44503</c:v>
                </c:pt>
                <c:pt idx="1694">
                  <c:v>44504</c:v>
                </c:pt>
                <c:pt idx="1695">
                  <c:v>44508</c:v>
                </c:pt>
                <c:pt idx="1696">
                  <c:v>44509</c:v>
                </c:pt>
                <c:pt idx="1697">
                  <c:v>44510</c:v>
                </c:pt>
                <c:pt idx="1698">
                  <c:v>44511</c:v>
                </c:pt>
                <c:pt idx="1699">
                  <c:v>44512</c:v>
                </c:pt>
                <c:pt idx="1700">
                  <c:v>44515</c:v>
                </c:pt>
                <c:pt idx="1701">
                  <c:v>44516</c:v>
                </c:pt>
                <c:pt idx="1702">
                  <c:v>44517</c:v>
                </c:pt>
                <c:pt idx="1703">
                  <c:v>44518</c:v>
                </c:pt>
                <c:pt idx="1704">
                  <c:v>44522</c:v>
                </c:pt>
                <c:pt idx="1705">
                  <c:v>44523</c:v>
                </c:pt>
                <c:pt idx="1706">
                  <c:v>44524</c:v>
                </c:pt>
                <c:pt idx="1707">
                  <c:v>44525</c:v>
                </c:pt>
                <c:pt idx="1708">
                  <c:v>44526</c:v>
                </c:pt>
                <c:pt idx="1709">
                  <c:v>44529</c:v>
                </c:pt>
                <c:pt idx="1710">
                  <c:v>44530</c:v>
                </c:pt>
                <c:pt idx="1711">
                  <c:v>44531</c:v>
                </c:pt>
                <c:pt idx="1712">
                  <c:v>44532</c:v>
                </c:pt>
                <c:pt idx="1713">
                  <c:v>44533</c:v>
                </c:pt>
                <c:pt idx="1714">
                  <c:v>44536</c:v>
                </c:pt>
                <c:pt idx="1715">
                  <c:v>44537</c:v>
                </c:pt>
                <c:pt idx="1716">
                  <c:v>44538</c:v>
                </c:pt>
                <c:pt idx="1717">
                  <c:v>44539</c:v>
                </c:pt>
                <c:pt idx="1718">
                  <c:v>44540</c:v>
                </c:pt>
                <c:pt idx="1719">
                  <c:v>44543</c:v>
                </c:pt>
                <c:pt idx="1720">
                  <c:v>44544</c:v>
                </c:pt>
                <c:pt idx="1721">
                  <c:v>44545</c:v>
                </c:pt>
                <c:pt idx="1722">
                  <c:v>44546</c:v>
                </c:pt>
                <c:pt idx="1723">
                  <c:v>44547</c:v>
                </c:pt>
                <c:pt idx="1724">
                  <c:v>44550</c:v>
                </c:pt>
                <c:pt idx="1725">
                  <c:v>44551</c:v>
                </c:pt>
                <c:pt idx="1726">
                  <c:v>44552</c:v>
                </c:pt>
                <c:pt idx="1727">
                  <c:v>44553</c:v>
                </c:pt>
                <c:pt idx="1728">
                  <c:v>44554</c:v>
                </c:pt>
                <c:pt idx="1729">
                  <c:v>44557</c:v>
                </c:pt>
                <c:pt idx="1730">
                  <c:v>44558</c:v>
                </c:pt>
                <c:pt idx="1731">
                  <c:v>44559</c:v>
                </c:pt>
                <c:pt idx="1732">
                  <c:v>44560</c:v>
                </c:pt>
                <c:pt idx="1733">
                  <c:v>44561</c:v>
                </c:pt>
                <c:pt idx="1734">
                  <c:v>44564</c:v>
                </c:pt>
                <c:pt idx="1735">
                  <c:v>44565</c:v>
                </c:pt>
                <c:pt idx="1736">
                  <c:v>44566</c:v>
                </c:pt>
                <c:pt idx="1737">
                  <c:v>44567</c:v>
                </c:pt>
                <c:pt idx="1738">
                  <c:v>44568</c:v>
                </c:pt>
                <c:pt idx="1739">
                  <c:v>44571</c:v>
                </c:pt>
                <c:pt idx="1740">
                  <c:v>44572</c:v>
                </c:pt>
                <c:pt idx="1741">
                  <c:v>44573</c:v>
                </c:pt>
                <c:pt idx="1742">
                  <c:v>44574</c:v>
                </c:pt>
                <c:pt idx="1743">
                  <c:v>44575</c:v>
                </c:pt>
                <c:pt idx="1744">
                  <c:v>44578</c:v>
                </c:pt>
                <c:pt idx="1745">
                  <c:v>44579</c:v>
                </c:pt>
                <c:pt idx="1746">
                  <c:v>44580</c:v>
                </c:pt>
                <c:pt idx="1747">
                  <c:v>44581</c:v>
                </c:pt>
                <c:pt idx="1748">
                  <c:v>44582</c:v>
                </c:pt>
                <c:pt idx="1749">
                  <c:v>44585</c:v>
                </c:pt>
                <c:pt idx="1750">
                  <c:v>44586</c:v>
                </c:pt>
                <c:pt idx="1751">
                  <c:v>44588</c:v>
                </c:pt>
                <c:pt idx="1752">
                  <c:v>44589</c:v>
                </c:pt>
                <c:pt idx="1753">
                  <c:v>44592</c:v>
                </c:pt>
                <c:pt idx="1754">
                  <c:v>44593</c:v>
                </c:pt>
                <c:pt idx="1755">
                  <c:v>44594</c:v>
                </c:pt>
                <c:pt idx="1756">
                  <c:v>44595</c:v>
                </c:pt>
                <c:pt idx="1757">
                  <c:v>44596</c:v>
                </c:pt>
                <c:pt idx="1758">
                  <c:v>44599</c:v>
                </c:pt>
                <c:pt idx="1759">
                  <c:v>44600</c:v>
                </c:pt>
                <c:pt idx="1760">
                  <c:v>44601</c:v>
                </c:pt>
                <c:pt idx="1761">
                  <c:v>44602</c:v>
                </c:pt>
                <c:pt idx="1762">
                  <c:v>44603</c:v>
                </c:pt>
                <c:pt idx="1763">
                  <c:v>44606</c:v>
                </c:pt>
                <c:pt idx="1764">
                  <c:v>44607</c:v>
                </c:pt>
                <c:pt idx="1765">
                  <c:v>44608</c:v>
                </c:pt>
                <c:pt idx="1766">
                  <c:v>44609</c:v>
                </c:pt>
                <c:pt idx="1767">
                  <c:v>44610</c:v>
                </c:pt>
                <c:pt idx="1768">
                  <c:v>44613</c:v>
                </c:pt>
                <c:pt idx="1769">
                  <c:v>44614</c:v>
                </c:pt>
                <c:pt idx="1770">
                  <c:v>44615</c:v>
                </c:pt>
                <c:pt idx="1771">
                  <c:v>44616</c:v>
                </c:pt>
                <c:pt idx="1772">
                  <c:v>44617</c:v>
                </c:pt>
                <c:pt idx="1773">
                  <c:v>44620</c:v>
                </c:pt>
                <c:pt idx="1774">
                  <c:v>44622</c:v>
                </c:pt>
                <c:pt idx="1775">
                  <c:v>44623</c:v>
                </c:pt>
                <c:pt idx="1776">
                  <c:v>44624</c:v>
                </c:pt>
                <c:pt idx="1777">
                  <c:v>44627</c:v>
                </c:pt>
                <c:pt idx="1778">
                  <c:v>44628</c:v>
                </c:pt>
                <c:pt idx="1779">
                  <c:v>44629</c:v>
                </c:pt>
                <c:pt idx="1780">
                  <c:v>44630</c:v>
                </c:pt>
                <c:pt idx="1781">
                  <c:v>44631</c:v>
                </c:pt>
                <c:pt idx="1782">
                  <c:v>44634</c:v>
                </c:pt>
                <c:pt idx="1783">
                  <c:v>44635</c:v>
                </c:pt>
                <c:pt idx="1784">
                  <c:v>44636</c:v>
                </c:pt>
                <c:pt idx="1785">
                  <c:v>44637</c:v>
                </c:pt>
                <c:pt idx="1786">
                  <c:v>44641</c:v>
                </c:pt>
                <c:pt idx="1787">
                  <c:v>44642</c:v>
                </c:pt>
                <c:pt idx="1788">
                  <c:v>44643</c:v>
                </c:pt>
                <c:pt idx="1789">
                  <c:v>44644</c:v>
                </c:pt>
                <c:pt idx="1790">
                  <c:v>44645</c:v>
                </c:pt>
                <c:pt idx="1791">
                  <c:v>44648</c:v>
                </c:pt>
                <c:pt idx="1792">
                  <c:v>44649</c:v>
                </c:pt>
                <c:pt idx="1793">
                  <c:v>44650</c:v>
                </c:pt>
                <c:pt idx="1794">
                  <c:v>44651</c:v>
                </c:pt>
                <c:pt idx="1795">
                  <c:v>44652</c:v>
                </c:pt>
                <c:pt idx="1796">
                  <c:v>44655</c:v>
                </c:pt>
                <c:pt idx="1797">
                  <c:v>44656</c:v>
                </c:pt>
                <c:pt idx="1798">
                  <c:v>44657</c:v>
                </c:pt>
                <c:pt idx="1799">
                  <c:v>44658</c:v>
                </c:pt>
                <c:pt idx="1800">
                  <c:v>44659</c:v>
                </c:pt>
                <c:pt idx="1801">
                  <c:v>44662</c:v>
                </c:pt>
                <c:pt idx="1802">
                  <c:v>44663</c:v>
                </c:pt>
                <c:pt idx="1803">
                  <c:v>44664</c:v>
                </c:pt>
                <c:pt idx="1804">
                  <c:v>44669</c:v>
                </c:pt>
                <c:pt idx="1805">
                  <c:v>44670</c:v>
                </c:pt>
                <c:pt idx="1806">
                  <c:v>44671</c:v>
                </c:pt>
                <c:pt idx="1807">
                  <c:v>44672</c:v>
                </c:pt>
                <c:pt idx="1808">
                  <c:v>44673</c:v>
                </c:pt>
                <c:pt idx="1809">
                  <c:v>44676</c:v>
                </c:pt>
                <c:pt idx="1810">
                  <c:v>44677</c:v>
                </c:pt>
                <c:pt idx="1811">
                  <c:v>44678</c:v>
                </c:pt>
                <c:pt idx="1812">
                  <c:v>44679</c:v>
                </c:pt>
                <c:pt idx="1813">
                  <c:v>44680</c:v>
                </c:pt>
                <c:pt idx="1814">
                  <c:v>44683</c:v>
                </c:pt>
                <c:pt idx="1815">
                  <c:v>44685</c:v>
                </c:pt>
                <c:pt idx="1816">
                  <c:v>44686</c:v>
                </c:pt>
                <c:pt idx="1817">
                  <c:v>44687</c:v>
                </c:pt>
                <c:pt idx="1818">
                  <c:v>44690</c:v>
                </c:pt>
                <c:pt idx="1819">
                  <c:v>44691</c:v>
                </c:pt>
                <c:pt idx="1820">
                  <c:v>44692</c:v>
                </c:pt>
                <c:pt idx="1821">
                  <c:v>44693</c:v>
                </c:pt>
                <c:pt idx="1822">
                  <c:v>44694</c:v>
                </c:pt>
                <c:pt idx="1823">
                  <c:v>44697</c:v>
                </c:pt>
                <c:pt idx="1824">
                  <c:v>44698</c:v>
                </c:pt>
                <c:pt idx="1825">
                  <c:v>44699</c:v>
                </c:pt>
                <c:pt idx="1826">
                  <c:v>44700</c:v>
                </c:pt>
                <c:pt idx="1827">
                  <c:v>44701</c:v>
                </c:pt>
                <c:pt idx="1828">
                  <c:v>44704</c:v>
                </c:pt>
                <c:pt idx="1829">
                  <c:v>44705</c:v>
                </c:pt>
                <c:pt idx="1830">
                  <c:v>44706</c:v>
                </c:pt>
                <c:pt idx="1831">
                  <c:v>44707</c:v>
                </c:pt>
                <c:pt idx="1832">
                  <c:v>44708</c:v>
                </c:pt>
                <c:pt idx="1833">
                  <c:v>44711</c:v>
                </c:pt>
                <c:pt idx="1834">
                  <c:v>44712</c:v>
                </c:pt>
                <c:pt idx="1835">
                  <c:v>44713</c:v>
                </c:pt>
                <c:pt idx="1836">
                  <c:v>44714</c:v>
                </c:pt>
                <c:pt idx="1837">
                  <c:v>44715</c:v>
                </c:pt>
                <c:pt idx="1838">
                  <c:v>44718</c:v>
                </c:pt>
                <c:pt idx="1839">
                  <c:v>44719</c:v>
                </c:pt>
                <c:pt idx="1840">
                  <c:v>44720</c:v>
                </c:pt>
                <c:pt idx="1841">
                  <c:v>44721</c:v>
                </c:pt>
                <c:pt idx="1842">
                  <c:v>44722</c:v>
                </c:pt>
                <c:pt idx="1843">
                  <c:v>44725</c:v>
                </c:pt>
                <c:pt idx="1844">
                  <c:v>44726</c:v>
                </c:pt>
                <c:pt idx="1845">
                  <c:v>44727</c:v>
                </c:pt>
                <c:pt idx="1846">
                  <c:v>44728</c:v>
                </c:pt>
                <c:pt idx="1847">
                  <c:v>44729</c:v>
                </c:pt>
                <c:pt idx="1848">
                  <c:v>44732</c:v>
                </c:pt>
                <c:pt idx="1849">
                  <c:v>44733</c:v>
                </c:pt>
                <c:pt idx="1850">
                  <c:v>44734</c:v>
                </c:pt>
                <c:pt idx="1851">
                  <c:v>44735</c:v>
                </c:pt>
                <c:pt idx="1852">
                  <c:v>44736</c:v>
                </c:pt>
                <c:pt idx="1853">
                  <c:v>44739</c:v>
                </c:pt>
                <c:pt idx="1854">
                  <c:v>44740</c:v>
                </c:pt>
                <c:pt idx="1855">
                  <c:v>44741</c:v>
                </c:pt>
                <c:pt idx="1856">
                  <c:v>44742</c:v>
                </c:pt>
                <c:pt idx="1857">
                  <c:v>44743</c:v>
                </c:pt>
                <c:pt idx="1858">
                  <c:v>44746</c:v>
                </c:pt>
                <c:pt idx="1859">
                  <c:v>44747</c:v>
                </c:pt>
                <c:pt idx="1860">
                  <c:v>44748</c:v>
                </c:pt>
                <c:pt idx="1861">
                  <c:v>44749</c:v>
                </c:pt>
                <c:pt idx="1862">
                  <c:v>44750</c:v>
                </c:pt>
                <c:pt idx="1863">
                  <c:v>44753</c:v>
                </c:pt>
                <c:pt idx="1864">
                  <c:v>44754</c:v>
                </c:pt>
                <c:pt idx="1865">
                  <c:v>44755</c:v>
                </c:pt>
                <c:pt idx="1866">
                  <c:v>44756</c:v>
                </c:pt>
                <c:pt idx="1867">
                  <c:v>44757</c:v>
                </c:pt>
                <c:pt idx="1868">
                  <c:v>44760</c:v>
                </c:pt>
                <c:pt idx="1869">
                  <c:v>44761</c:v>
                </c:pt>
                <c:pt idx="1870">
                  <c:v>44762</c:v>
                </c:pt>
                <c:pt idx="1871">
                  <c:v>44763</c:v>
                </c:pt>
                <c:pt idx="1872">
                  <c:v>44764</c:v>
                </c:pt>
                <c:pt idx="1873">
                  <c:v>44767</c:v>
                </c:pt>
                <c:pt idx="1874">
                  <c:v>44768</c:v>
                </c:pt>
                <c:pt idx="1875">
                  <c:v>44769</c:v>
                </c:pt>
                <c:pt idx="1876">
                  <c:v>44770</c:v>
                </c:pt>
                <c:pt idx="1877">
                  <c:v>44771</c:v>
                </c:pt>
                <c:pt idx="1878">
                  <c:v>44774</c:v>
                </c:pt>
                <c:pt idx="1879">
                  <c:v>44775</c:v>
                </c:pt>
                <c:pt idx="1880">
                  <c:v>44776</c:v>
                </c:pt>
                <c:pt idx="1881">
                  <c:v>44777</c:v>
                </c:pt>
                <c:pt idx="1882">
                  <c:v>44778</c:v>
                </c:pt>
                <c:pt idx="1883">
                  <c:v>44781</c:v>
                </c:pt>
                <c:pt idx="1884">
                  <c:v>44783</c:v>
                </c:pt>
                <c:pt idx="1885">
                  <c:v>44784</c:v>
                </c:pt>
                <c:pt idx="1886">
                  <c:v>44785</c:v>
                </c:pt>
                <c:pt idx="1887">
                  <c:v>44789</c:v>
                </c:pt>
                <c:pt idx="1888">
                  <c:v>44790</c:v>
                </c:pt>
                <c:pt idx="1889">
                  <c:v>44791</c:v>
                </c:pt>
                <c:pt idx="1890">
                  <c:v>44792</c:v>
                </c:pt>
                <c:pt idx="1891">
                  <c:v>44795</c:v>
                </c:pt>
                <c:pt idx="1892">
                  <c:v>44796</c:v>
                </c:pt>
                <c:pt idx="1893">
                  <c:v>44797</c:v>
                </c:pt>
                <c:pt idx="1894">
                  <c:v>44798</c:v>
                </c:pt>
                <c:pt idx="1895">
                  <c:v>44799</c:v>
                </c:pt>
                <c:pt idx="1896">
                  <c:v>44802</c:v>
                </c:pt>
                <c:pt idx="1897">
                  <c:v>44803</c:v>
                </c:pt>
                <c:pt idx="1898">
                  <c:v>44805</c:v>
                </c:pt>
                <c:pt idx="1899">
                  <c:v>44806</c:v>
                </c:pt>
                <c:pt idx="1900">
                  <c:v>44809</c:v>
                </c:pt>
                <c:pt idx="1901">
                  <c:v>44810</c:v>
                </c:pt>
                <c:pt idx="1902">
                  <c:v>44811</c:v>
                </c:pt>
                <c:pt idx="1903">
                  <c:v>44812</c:v>
                </c:pt>
                <c:pt idx="1904">
                  <c:v>44813</c:v>
                </c:pt>
                <c:pt idx="1905">
                  <c:v>44816</c:v>
                </c:pt>
                <c:pt idx="1906">
                  <c:v>44817</c:v>
                </c:pt>
                <c:pt idx="1907">
                  <c:v>44818</c:v>
                </c:pt>
                <c:pt idx="1908">
                  <c:v>44819</c:v>
                </c:pt>
                <c:pt idx="1909">
                  <c:v>44820</c:v>
                </c:pt>
                <c:pt idx="1910">
                  <c:v>44823</c:v>
                </c:pt>
                <c:pt idx="1911">
                  <c:v>44824</c:v>
                </c:pt>
                <c:pt idx="1912">
                  <c:v>44825</c:v>
                </c:pt>
                <c:pt idx="1913">
                  <c:v>44826</c:v>
                </c:pt>
                <c:pt idx="1914">
                  <c:v>44827</c:v>
                </c:pt>
                <c:pt idx="1915">
                  <c:v>44830</c:v>
                </c:pt>
                <c:pt idx="1916">
                  <c:v>44831</c:v>
                </c:pt>
                <c:pt idx="1917">
                  <c:v>44832</c:v>
                </c:pt>
                <c:pt idx="1918">
                  <c:v>44833</c:v>
                </c:pt>
                <c:pt idx="1919">
                  <c:v>44834</c:v>
                </c:pt>
                <c:pt idx="1920">
                  <c:v>44837</c:v>
                </c:pt>
                <c:pt idx="1921">
                  <c:v>44838</c:v>
                </c:pt>
                <c:pt idx="1922">
                  <c:v>44840</c:v>
                </c:pt>
                <c:pt idx="1923">
                  <c:v>44841</c:v>
                </c:pt>
                <c:pt idx="1924">
                  <c:v>44844</c:v>
                </c:pt>
                <c:pt idx="1925">
                  <c:v>44845</c:v>
                </c:pt>
                <c:pt idx="1926">
                  <c:v>44846</c:v>
                </c:pt>
                <c:pt idx="1927">
                  <c:v>44847</c:v>
                </c:pt>
                <c:pt idx="1928">
                  <c:v>44848</c:v>
                </c:pt>
                <c:pt idx="1929">
                  <c:v>44851</c:v>
                </c:pt>
                <c:pt idx="1930">
                  <c:v>44852</c:v>
                </c:pt>
                <c:pt idx="1931">
                  <c:v>44853</c:v>
                </c:pt>
                <c:pt idx="1932">
                  <c:v>44854</c:v>
                </c:pt>
                <c:pt idx="1933">
                  <c:v>44855</c:v>
                </c:pt>
                <c:pt idx="1934">
                  <c:v>44858</c:v>
                </c:pt>
                <c:pt idx="1935">
                  <c:v>44859</c:v>
                </c:pt>
                <c:pt idx="1936">
                  <c:v>44861</c:v>
                </c:pt>
                <c:pt idx="1937">
                  <c:v>44862</c:v>
                </c:pt>
                <c:pt idx="1938">
                  <c:v>44865</c:v>
                </c:pt>
                <c:pt idx="1939">
                  <c:v>44866</c:v>
                </c:pt>
                <c:pt idx="1940">
                  <c:v>44867</c:v>
                </c:pt>
                <c:pt idx="1941">
                  <c:v>44868</c:v>
                </c:pt>
                <c:pt idx="1942">
                  <c:v>44869</c:v>
                </c:pt>
                <c:pt idx="1943">
                  <c:v>44872</c:v>
                </c:pt>
                <c:pt idx="1944">
                  <c:v>44874</c:v>
                </c:pt>
                <c:pt idx="1945">
                  <c:v>44875</c:v>
                </c:pt>
                <c:pt idx="1946">
                  <c:v>44876</c:v>
                </c:pt>
                <c:pt idx="1947">
                  <c:v>44879</c:v>
                </c:pt>
                <c:pt idx="1948">
                  <c:v>44880</c:v>
                </c:pt>
                <c:pt idx="1949">
                  <c:v>44881</c:v>
                </c:pt>
                <c:pt idx="1950">
                  <c:v>44882</c:v>
                </c:pt>
                <c:pt idx="1951">
                  <c:v>44883</c:v>
                </c:pt>
                <c:pt idx="1952">
                  <c:v>44886</c:v>
                </c:pt>
                <c:pt idx="1953">
                  <c:v>44887</c:v>
                </c:pt>
                <c:pt idx="1954">
                  <c:v>44888</c:v>
                </c:pt>
                <c:pt idx="1955">
                  <c:v>44889</c:v>
                </c:pt>
                <c:pt idx="1956">
                  <c:v>44890</c:v>
                </c:pt>
                <c:pt idx="1957">
                  <c:v>44893</c:v>
                </c:pt>
                <c:pt idx="1958">
                  <c:v>44894</c:v>
                </c:pt>
                <c:pt idx="1959">
                  <c:v>44895</c:v>
                </c:pt>
                <c:pt idx="1960">
                  <c:v>44896</c:v>
                </c:pt>
                <c:pt idx="1961">
                  <c:v>44897</c:v>
                </c:pt>
                <c:pt idx="1962">
                  <c:v>44900</c:v>
                </c:pt>
                <c:pt idx="1963">
                  <c:v>44901</c:v>
                </c:pt>
                <c:pt idx="1964">
                  <c:v>44902</c:v>
                </c:pt>
                <c:pt idx="1965">
                  <c:v>44903</c:v>
                </c:pt>
                <c:pt idx="1966">
                  <c:v>44904</c:v>
                </c:pt>
                <c:pt idx="1967">
                  <c:v>44907</c:v>
                </c:pt>
                <c:pt idx="1968">
                  <c:v>44908</c:v>
                </c:pt>
                <c:pt idx="1969">
                  <c:v>44909</c:v>
                </c:pt>
                <c:pt idx="1970">
                  <c:v>44910</c:v>
                </c:pt>
                <c:pt idx="1971">
                  <c:v>44911</c:v>
                </c:pt>
                <c:pt idx="1972">
                  <c:v>44914</c:v>
                </c:pt>
                <c:pt idx="1973">
                  <c:v>44915</c:v>
                </c:pt>
                <c:pt idx="1974">
                  <c:v>44916</c:v>
                </c:pt>
                <c:pt idx="1975">
                  <c:v>44917</c:v>
                </c:pt>
                <c:pt idx="1976">
                  <c:v>44918</c:v>
                </c:pt>
                <c:pt idx="1977">
                  <c:v>44921</c:v>
                </c:pt>
                <c:pt idx="1978">
                  <c:v>44922</c:v>
                </c:pt>
                <c:pt idx="1979">
                  <c:v>44923</c:v>
                </c:pt>
                <c:pt idx="1980">
                  <c:v>44924</c:v>
                </c:pt>
                <c:pt idx="1981">
                  <c:v>44925</c:v>
                </c:pt>
                <c:pt idx="1982">
                  <c:v>44928</c:v>
                </c:pt>
                <c:pt idx="1983">
                  <c:v>44929</c:v>
                </c:pt>
                <c:pt idx="1984">
                  <c:v>44930</c:v>
                </c:pt>
                <c:pt idx="1985">
                  <c:v>44931</c:v>
                </c:pt>
                <c:pt idx="1986">
                  <c:v>44932</c:v>
                </c:pt>
                <c:pt idx="1987">
                  <c:v>44935</c:v>
                </c:pt>
                <c:pt idx="1988">
                  <c:v>44936</c:v>
                </c:pt>
                <c:pt idx="1989">
                  <c:v>44937</c:v>
                </c:pt>
                <c:pt idx="1990">
                  <c:v>44938</c:v>
                </c:pt>
                <c:pt idx="1991">
                  <c:v>44939</c:v>
                </c:pt>
                <c:pt idx="1992">
                  <c:v>44942</c:v>
                </c:pt>
                <c:pt idx="1993">
                  <c:v>44943</c:v>
                </c:pt>
                <c:pt idx="1994">
                  <c:v>44944</c:v>
                </c:pt>
                <c:pt idx="1995">
                  <c:v>44945</c:v>
                </c:pt>
                <c:pt idx="1996">
                  <c:v>44946</c:v>
                </c:pt>
                <c:pt idx="1997">
                  <c:v>44949</c:v>
                </c:pt>
                <c:pt idx="1998">
                  <c:v>44950</c:v>
                </c:pt>
                <c:pt idx="1999">
                  <c:v>44951</c:v>
                </c:pt>
                <c:pt idx="2000">
                  <c:v>44953</c:v>
                </c:pt>
                <c:pt idx="2001">
                  <c:v>44956</c:v>
                </c:pt>
                <c:pt idx="2002">
                  <c:v>44957</c:v>
                </c:pt>
                <c:pt idx="2003">
                  <c:v>44958</c:v>
                </c:pt>
                <c:pt idx="2004">
                  <c:v>44959</c:v>
                </c:pt>
                <c:pt idx="2005">
                  <c:v>44960</c:v>
                </c:pt>
                <c:pt idx="2006">
                  <c:v>44963</c:v>
                </c:pt>
                <c:pt idx="2007">
                  <c:v>44964</c:v>
                </c:pt>
                <c:pt idx="2008">
                  <c:v>44965</c:v>
                </c:pt>
                <c:pt idx="2009">
                  <c:v>44966</c:v>
                </c:pt>
                <c:pt idx="2010">
                  <c:v>44967</c:v>
                </c:pt>
                <c:pt idx="2011">
                  <c:v>44970</c:v>
                </c:pt>
                <c:pt idx="2012">
                  <c:v>44971</c:v>
                </c:pt>
                <c:pt idx="2013">
                  <c:v>44972</c:v>
                </c:pt>
                <c:pt idx="2014">
                  <c:v>44973</c:v>
                </c:pt>
                <c:pt idx="2015">
                  <c:v>44974</c:v>
                </c:pt>
                <c:pt idx="2016">
                  <c:v>44977</c:v>
                </c:pt>
                <c:pt idx="2017">
                  <c:v>44978</c:v>
                </c:pt>
                <c:pt idx="2018">
                  <c:v>44979</c:v>
                </c:pt>
                <c:pt idx="2019">
                  <c:v>44980</c:v>
                </c:pt>
                <c:pt idx="2020">
                  <c:v>44981</c:v>
                </c:pt>
                <c:pt idx="2021">
                  <c:v>44984</c:v>
                </c:pt>
                <c:pt idx="2022">
                  <c:v>44985</c:v>
                </c:pt>
                <c:pt idx="2023">
                  <c:v>44986</c:v>
                </c:pt>
                <c:pt idx="2024">
                  <c:v>44987</c:v>
                </c:pt>
                <c:pt idx="2025">
                  <c:v>44988</c:v>
                </c:pt>
                <c:pt idx="2026">
                  <c:v>44991</c:v>
                </c:pt>
                <c:pt idx="2027">
                  <c:v>44993</c:v>
                </c:pt>
                <c:pt idx="2028">
                  <c:v>44994</c:v>
                </c:pt>
                <c:pt idx="2029">
                  <c:v>44995</c:v>
                </c:pt>
                <c:pt idx="2030">
                  <c:v>44998</c:v>
                </c:pt>
                <c:pt idx="2031">
                  <c:v>44999</c:v>
                </c:pt>
                <c:pt idx="2032">
                  <c:v>45000</c:v>
                </c:pt>
                <c:pt idx="2033">
                  <c:v>45001</c:v>
                </c:pt>
                <c:pt idx="2034">
                  <c:v>45002</c:v>
                </c:pt>
                <c:pt idx="2035">
                  <c:v>45005</c:v>
                </c:pt>
                <c:pt idx="2036">
                  <c:v>45006</c:v>
                </c:pt>
                <c:pt idx="2037">
                  <c:v>45007</c:v>
                </c:pt>
                <c:pt idx="2038">
                  <c:v>45008</c:v>
                </c:pt>
                <c:pt idx="2039">
                  <c:v>45009</c:v>
                </c:pt>
                <c:pt idx="2040">
                  <c:v>45012</c:v>
                </c:pt>
                <c:pt idx="2041">
                  <c:v>45013</c:v>
                </c:pt>
                <c:pt idx="2042">
                  <c:v>45014</c:v>
                </c:pt>
                <c:pt idx="2043">
                  <c:v>45016</c:v>
                </c:pt>
                <c:pt idx="2044">
                  <c:v>45019</c:v>
                </c:pt>
                <c:pt idx="2045">
                  <c:v>45021</c:v>
                </c:pt>
                <c:pt idx="2046">
                  <c:v>45022</c:v>
                </c:pt>
                <c:pt idx="2047">
                  <c:v>45026</c:v>
                </c:pt>
                <c:pt idx="2048">
                  <c:v>45027</c:v>
                </c:pt>
                <c:pt idx="2049">
                  <c:v>45028</c:v>
                </c:pt>
                <c:pt idx="2050">
                  <c:v>45029</c:v>
                </c:pt>
                <c:pt idx="2051">
                  <c:v>45033</c:v>
                </c:pt>
                <c:pt idx="2052">
                  <c:v>45034</c:v>
                </c:pt>
                <c:pt idx="2053">
                  <c:v>45035</c:v>
                </c:pt>
                <c:pt idx="2054">
                  <c:v>45036</c:v>
                </c:pt>
                <c:pt idx="2055">
                  <c:v>45037</c:v>
                </c:pt>
                <c:pt idx="2056">
                  <c:v>45040</c:v>
                </c:pt>
                <c:pt idx="2057">
                  <c:v>45041</c:v>
                </c:pt>
                <c:pt idx="2058">
                  <c:v>45042</c:v>
                </c:pt>
                <c:pt idx="2059">
                  <c:v>45043</c:v>
                </c:pt>
                <c:pt idx="2060">
                  <c:v>45044</c:v>
                </c:pt>
                <c:pt idx="2061">
                  <c:v>45048</c:v>
                </c:pt>
                <c:pt idx="2062">
                  <c:v>45049</c:v>
                </c:pt>
                <c:pt idx="2063">
                  <c:v>45050</c:v>
                </c:pt>
                <c:pt idx="2064">
                  <c:v>45051</c:v>
                </c:pt>
                <c:pt idx="2065">
                  <c:v>45054</c:v>
                </c:pt>
                <c:pt idx="2066">
                  <c:v>45055</c:v>
                </c:pt>
                <c:pt idx="2067">
                  <c:v>45056</c:v>
                </c:pt>
                <c:pt idx="2068">
                  <c:v>45057</c:v>
                </c:pt>
                <c:pt idx="2069">
                  <c:v>45058</c:v>
                </c:pt>
                <c:pt idx="2070">
                  <c:v>45061</c:v>
                </c:pt>
                <c:pt idx="2071">
                  <c:v>45062</c:v>
                </c:pt>
                <c:pt idx="2072">
                  <c:v>45063</c:v>
                </c:pt>
                <c:pt idx="2073">
                  <c:v>45064</c:v>
                </c:pt>
                <c:pt idx="2074">
                  <c:v>45065</c:v>
                </c:pt>
                <c:pt idx="2075">
                  <c:v>45068</c:v>
                </c:pt>
                <c:pt idx="2076">
                  <c:v>45069</c:v>
                </c:pt>
                <c:pt idx="2077">
                  <c:v>45070</c:v>
                </c:pt>
                <c:pt idx="2078">
                  <c:v>45071</c:v>
                </c:pt>
                <c:pt idx="2079">
                  <c:v>45072</c:v>
                </c:pt>
                <c:pt idx="2080">
                  <c:v>45075</c:v>
                </c:pt>
                <c:pt idx="2081">
                  <c:v>45076</c:v>
                </c:pt>
                <c:pt idx="2082">
                  <c:v>45077</c:v>
                </c:pt>
                <c:pt idx="2083">
                  <c:v>45078</c:v>
                </c:pt>
                <c:pt idx="2084">
                  <c:v>45079</c:v>
                </c:pt>
                <c:pt idx="2085">
                  <c:v>45082</c:v>
                </c:pt>
                <c:pt idx="2086">
                  <c:v>45083</c:v>
                </c:pt>
                <c:pt idx="2087">
                  <c:v>45084</c:v>
                </c:pt>
                <c:pt idx="2088">
                  <c:v>45085</c:v>
                </c:pt>
                <c:pt idx="2089">
                  <c:v>45086</c:v>
                </c:pt>
                <c:pt idx="2090">
                  <c:v>45089</c:v>
                </c:pt>
                <c:pt idx="2091">
                  <c:v>45090</c:v>
                </c:pt>
                <c:pt idx="2092">
                  <c:v>45091</c:v>
                </c:pt>
                <c:pt idx="2093">
                  <c:v>45092</c:v>
                </c:pt>
                <c:pt idx="2094">
                  <c:v>45093</c:v>
                </c:pt>
                <c:pt idx="2095">
                  <c:v>45096</c:v>
                </c:pt>
                <c:pt idx="2096">
                  <c:v>45097</c:v>
                </c:pt>
                <c:pt idx="2097">
                  <c:v>45098</c:v>
                </c:pt>
                <c:pt idx="2098">
                  <c:v>45099</c:v>
                </c:pt>
                <c:pt idx="2099">
                  <c:v>45100</c:v>
                </c:pt>
                <c:pt idx="2100">
                  <c:v>45103</c:v>
                </c:pt>
                <c:pt idx="2101">
                  <c:v>45104</c:v>
                </c:pt>
                <c:pt idx="2102">
                  <c:v>45105</c:v>
                </c:pt>
                <c:pt idx="2103">
                  <c:v>45107</c:v>
                </c:pt>
                <c:pt idx="2104">
                  <c:v>45110</c:v>
                </c:pt>
                <c:pt idx="2105">
                  <c:v>45111</c:v>
                </c:pt>
                <c:pt idx="2106">
                  <c:v>45112</c:v>
                </c:pt>
                <c:pt idx="2107">
                  <c:v>45113</c:v>
                </c:pt>
                <c:pt idx="2108">
                  <c:v>45114</c:v>
                </c:pt>
                <c:pt idx="2109">
                  <c:v>45117</c:v>
                </c:pt>
                <c:pt idx="2110">
                  <c:v>45118</c:v>
                </c:pt>
                <c:pt idx="2111">
                  <c:v>45119</c:v>
                </c:pt>
                <c:pt idx="2112">
                  <c:v>45120</c:v>
                </c:pt>
                <c:pt idx="2113">
                  <c:v>45121</c:v>
                </c:pt>
                <c:pt idx="2114">
                  <c:v>45124</c:v>
                </c:pt>
                <c:pt idx="2115">
                  <c:v>45125</c:v>
                </c:pt>
                <c:pt idx="2116">
                  <c:v>45126</c:v>
                </c:pt>
                <c:pt idx="2117">
                  <c:v>45127</c:v>
                </c:pt>
                <c:pt idx="2118">
                  <c:v>45128</c:v>
                </c:pt>
                <c:pt idx="2119">
                  <c:v>45131</c:v>
                </c:pt>
                <c:pt idx="2120">
                  <c:v>45132</c:v>
                </c:pt>
                <c:pt idx="2121">
                  <c:v>45133</c:v>
                </c:pt>
                <c:pt idx="2122">
                  <c:v>45134</c:v>
                </c:pt>
                <c:pt idx="2123">
                  <c:v>45135</c:v>
                </c:pt>
                <c:pt idx="2124">
                  <c:v>45138</c:v>
                </c:pt>
                <c:pt idx="2125">
                  <c:v>45139</c:v>
                </c:pt>
                <c:pt idx="2126">
                  <c:v>45140</c:v>
                </c:pt>
                <c:pt idx="2127">
                  <c:v>45141</c:v>
                </c:pt>
                <c:pt idx="2128">
                  <c:v>45142</c:v>
                </c:pt>
                <c:pt idx="2129">
                  <c:v>45145</c:v>
                </c:pt>
                <c:pt idx="2130">
                  <c:v>45146</c:v>
                </c:pt>
                <c:pt idx="2131">
                  <c:v>45147</c:v>
                </c:pt>
                <c:pt idx="2132">
                  <c:v>45148</c:v>
                </c:pt>
                <c:pt idx="2133">
                  <c:v>45149</c:v>
                </c:pt>
                <c:pt idx="2134">
                  <c:v>45152</c:v>
                </c:pt>
                <c:pt idx="2135">
                  <c:v>45154</c:v>
                </c:pt>
                <c:pt idx="2136">
                  <c:v>45155</c:v>
                </c:pt>
                <c:pt idx="2137">
                  <c:v>45156</c:v>
                </c:pt>
                <c:pt idx="2138">
                  <c:v>45159</c:v>
                </c:pt>
                <c:pt idx="2139">
                  <c:v>45160</c:v>
                </c:pt>
                <c:pt idx="2140">
                  <c:v>45161</c:v>
                </c:pt>
                <c:pt idx="2141">
                  <c:v>45162</c:v>
                </c:pt>
                <c:pt idx="2142">
                  <c:v>45163</c:v>
                </c:pt>
                <c:pt idx="2143">
                  <c:v>45166</c:v>
                </c:pt>
                <c:pt idx="2144">
                  <c:v>45167</c:v>
                </c:pt>
                <c:pt idx="2145">
                  <c:v>45168</c:v>
                </c:pt>
                <c:pt idx="2146">
                  <c:v>45169</c:v>
                </c:pt>
                <c:pt idx="2147">
                  <c:v>45170</c:v>
                </c:pt>
                <c:pt idx="2148">
                  <c:v>45173</c:v>
                </c:pt>
                <c:pt idx="2149">
                  <c:v>45174</c:v>
                </c:pt>
                <c:pt idx="2150">
                  <c:v>45175</c:v>
                </c:pt>
                <c:pt idx="2151">
                  <c:v>45176</c:v>
                </c:pt>
                <c:pt idx="2152">
                  <c:v>45177</c:v>
                </c:pt>
                <c:pt idx="2153">
                  <c:v>45180</c:v>
                </c:pt>
                <c:pt idx="2154">
                  <c:v>45181</c:v>
                </c:pt>
                <c:pt idx="2155">
                  <c:v>45182</c:v>
                </c:pt>
                <c:pt idx="2156">
                  <c:v>45183</c:v>
                </c:pt>
                <c:pt idx="2157">
                  <c:v>45184</c:v>
                </c:pt>
                <c:pt idx="2158">
                  <c:v>45187</c:v>
                </c:pt>
                <c:pt idx="2159">
                  <c:v>45189</c:v>
                </c:pt>
                <c:pt idx="2160">
                  <c:v>45190</c:v>
                </c:pt>
                <c:pt idx="2161">
                  <c:v>45191</c:v>
                </c:pt>
                <c:pt idx="2162">
                  <c:v>45194</c:v>
                </c:pt>
                <c:pt idx="2163">
                  <c:v>45195</c:v>
                </c:pt>
                <c:pt idx="2164">
                  <c:v>45196</c:v>
                </c:pt>
                <c:pt idx="2165">
                  <c:v>45197</c:v>
                </c:pt>
                <c:pt idx="2166">
                  <c:v>45198</c:v>
                </c:pt>
                <c:pt idx="2167">
                  <c:v>45202</c:v>
                </c:pt>
                <c:pt idx="2168">
                  <c:v>45203</c:v>
                </c:pt>
                <c:pt idx="2169">
                  <c:v>45204</c:v>
                </c:pt>
                <c:pt idx="2170">
                  <c:v>45205</c:v>
                </c:pt>
                <c:pt idx="2171">
                  <c:v>45208</c:v>
                </c:pt>
                <c:pt idx="2172">
                  <c:v>45209</c:v>
                </c:pt>
                <c:pt idx="2173">
                  <c:v>45210</c:v>
                </c:pt>
                <c:pt idx="2174">
                  <c:v>45211</c:v>
                </c:pt>
                <c:pt idx="2175">
                  <c:v>45212</c:v>
                </c:pt>
                <c:pt idx="2176">
                  <c:v>45215</c:v>
                </c:pt>
                <c:pt idx="2177">
                  <c:v>45216</c:v>
                </c:pt>
                <c:pt idx="2178">
                  <c:v>45217</c:v>
                </c:pt>
                <c:pt idx="2179">
                  <c:v>45218</c:v>
                </c:pt>
                <c:pt idx="2180">
                  <c:v>45219</c:v>
                </c:pt>
                <c:pt idx="2181">
                  <c:v>45222</c:v>
                </c:pt>
                <c:pt idx="2182">
                  <c:v>45224</c:v>
                </c:pt>
                <c:pt idx="2183">
                  <c:v>45225</c:v>
                </c:pt>
                <c:pt idx="2184">
                  <c:v>45226</c:v>
                </c:pt>
                <c:pt idx="2185">
                  <c:v>45229</c:v>
                </c:pt>
                <c:pt idx="2186">
                  <c:v>45230</c:v>
                </c:pt>
                <c:pt idx="2187">
                  <c:v>45231</c:v>
                </c:pt>
                <c:pt idx="2188">
                  <c:v>45232</c:v>
                </c:pt>
                <c:pt idx="2189">
                  <c:v>45233</c:v>
                </c:pt>
                <c:pt idx="2190">
                  <c:v>45236</c:v>
                </c:pt>
                <c:pt idx="2191">
                  <c:v>45237</c:v>
                </c:pt>
                <c:pt idx="2192">
                  <c:v>45238</c:v>
                </c:pt>
                <c:pt idx="2193">
                  <c:v>45239</c:v>
                </c:pt>
                <c:pt idx="2194">
                  <c:v>45240</c:v>
                </c:pt>
                <c:pt idx="2195">
                  <c:v>45242</c:v>
                </c:pt>
                <c:pt idx="2196">
                  <c:v>45243</c:v>
                </c:pt>
                <c:pt idx="2197">
                  <c:v>45245</c:v>
                </c:pt>
                <c:pt idx="2198">
                  <c:v>45246</c:v>
                </c:pt>
                <c:pt idx="2199">
                  <c:v>45247</c:v>
                </c:pt>
                <c:pt idx="2200">
                  <c:v>45250</c:v>
                </c:pt>
                <c:pt idx="2201">
                  <c:v>45251</c:v>
                </c:pt>
                <c:pt idx="2202">
                  <c:v>45252</c:v>
                </c:pt>
                <c:pt idx="2203">
                  <c:v>45253</c:v>
                </c:pt>
                <c:pt idx="2204">
                  <c:v>45254</c:v>
                </c:pt>
                <c:pt idx="2205">
                  <c:v>45258</c:v>
                </c:pt>
                <c:pt idx="2206">
                  <c:v>45259</c:v>
                </c:pt>
                <c:pt idx="2207">
                  <c:v>45260</c:v>
                </c:pt>
                <c:pt idx="2208">
                  <c:v>45261</c:v>
                </c:pt>
                <c:pt idx="2209">
                  <c:v>45264</c:v>
                </c:pt>
                <c:pt idx="2210">
                  <c:v>45265</c:v>
                </c:pt>
                <c:pt idx="2211">
                  <c:v>45266</c:v>
                </c:pt>
                <c:pt idx="2212">
                  <c:v>45267</c:v>
                </c:pt>
                <c:pt idx="2213">
                  <c:v>45268</c:v>
                </c:pt>
                <c:pt idx="2214">
                  <c:v>45271</c:v>
                </c:pt>
                <c:pt idx="2215">
                  <c:v>45272</c:v>
                </c:pt>
                <c:pt idx="2216">
                  <c:v>45273</c:v>
                </c:pt>
                <c:pt idx="2217">
                  <c:v>45274</c:v>
                </c:pt>
                <c:pt idx="2218">
                  <c:v>45275</c:v>
                </c:pt>
                <c:pt idx="2219">
                  <c:v>45278</c:v>
                </c:pt>
                <c:pt idx="2220">
                  <c:v>45279</c:v>
                </c:pt>
                <c:pt idx="2221">
                  <c:v>45280</c:v>
                </c:pt>
                <c:pt idx="2222">
                  <c:v>45281</c:v>
                </c:pt>
                <c:pt idx="2223">
                  <c:v>45282</c:v>
                </c:pt>
                <c:pt idx="2224">
                  <c:v>45286</c:v>
                </c:pt>
                <c:pt idx="2225">
                  <c:v>45287</c:v>
                </c:pt>
                <c:pt idx="2226">
                  <c:v>45288</c:v>
                </c:pt>
                <c:pt idx="2227">
                  <c:v>45289</c:v>
                </c:pt>
                <c:pt idx="2228">
                  <c:v>45292</c:v>
                </c:pt>
                <c:pt idx="2229">
                  <c:v>45293</c:v>
                </c:pt>
                <c:pt idx="2230">
                  <c:v>45294</c:v>
                </c:pt>
                <c:pt idx="2231">
                  <c:v>45295</c:v>
                </c:pt>
                <c:pt idx="2232">
                  <c:v>45296</c:v>
                </c:pt>
                <c:pt idx="2233">
                  <c:v>45299</c:v>
                </c:pt>
                <c:pt idx="2234">
                  <c:v>45300</c:v>
                </c:pt>
                <c:pt idx="2235">
                  <c:v>45301</c:v>
                </c:pt>
                <c:pt idx="2236">
                  <c:v>45302</c:v>
                </c:pt>
                <c:pt idx="2237">
                  <c:v>45303</c:v>
                </c:pt>
                <c:pt idx="2238">
                  <c:v>45306</c:v>
                </c:pt>
                <c:pt idx="2239">
                  <c:v>45307</c:v>
                </c:pt>
                <c:pt idx="2240">
                  <c:v>45308</c:v>
                </c:pt>
                <c:pt idx="2241">
                  <c:v>45309</c:v>
                </c:pt>
                <c:pt idx="2242">
                  <c:v>45310</c:v>
                </c:pt>
                <c:pt idx="2243">
                  <c:v>45311</c:v>
                </c:pt>
                <c:pt idx="2244">
                  <c:v>45314</c:v>
                </c:pt>
                <c:pt idx="2245">
                  <c:v>45315</c:v>
                </c:pt>
                <c:pt idx="2246">
                  <c:v>45316</c:v>
                </c:pt>
                <c:pt idx="2247">
                  <c:v>45320</c:v>
                </c:pt>
                <c:pt idx="2248">
                  <c:v>45321</c:v>
                </c:pt>
                <c:pt idx="2249">
                  <c:v>45322</c:v>
                </c:pt>
                <c:pt idx="2250">
                  <c:v>45323</c:v>
                </c:pt>
                <c:pt idx="2251">
                  <c:v>45324</c:v>
                </c:pt>
                <c:pt idx="2252">
                  <c:v>45327</c:v>
                </c:pt>
                <c:pt idx="2253">
                  <c:v>45328</c:v>
                </c:pt>
                <c:pt idx="2254">
                  <c:v>45329</c:v>
                </c:pt>
                <c:pt idx="2255">
                  <c:v>45330</c:v>
                </c:pt>
                <c:pt idx="2256">
                  <c:v>45331</c:v>
                </c:pt>
                <c:pt idx="2257">
                  <c:v>45334</c:v>
                </c:pt>
                <c:pt idx="2258">
                  <c:v>45335</c:v>
                </c:pt>
                <c:pt idx="2259">
                  <c:v>45336</c:v>
                </c:pt>
                <c:pt idx="2260">
                  <c:v>45337</c:v>
                </c:pt>
                <c:pt idx="2261">
                  <c:v>45338</c:v>
                </c:pt>
                <c:pt idx="2262">
                  <c:v>45341</c:v>
                </c:pt>
                <c:pt idx="2263">
                  <c:v>45342</c:v>
                </c:pt>
                <c:pt idx="2264">
                  <c:v>45343</c:v>
                </c:pt>
                <c:pt idx="2265">
                  <c:v>45344</c:v>
                </c:pt>
                <c:pt idx="2266">
                  <c:v>45345</c:v>
                </c:pt>
                <c:pt idx="2267">
                  <c:v>45348</c:v>
                </c:pt>
                <c:pt idx="2268">
                  <c:v>45349</c:v>
                </c:pt>
                <c:pt idx="2269">
                  <c:v>45350</c:v>
                </c:pt>
                <c:pt idx="2270">
                  <c:v>45351</c:v>
                </c:pt>
                <c:pt idx="2271">
                  <c:v>45352</c:v>
                </c:pt>
                <c:pt idx="2272">
                  <c:v>45353</c:v>
                </c:pt>
                <c:pt idx="2273">
                  <c:v>45355</c:v>
                </c:pt>
                <c:pt idx="2274">
                  <c:v>45356</c:v>
                </c:pt>
                <c:pt idx="2275">
                  <c:v>45357</c:v>
                </c:pt>
                <c:pt idx="2276">
                  <c:v>45358</c:v>
                </c:pt>
                <c:pt idx="2277">
                  <c:v>45362</c:v>
                </c:pt>
                <c:pt idx="2278">
                  <c:v>45363</c:v>
                </c:pt>
                <c:pt idx="2279">
                  <c:v>45364</c:v>
                </c:pt>
                <c:pt idx="2280">
                  <c:v>45365</c:v>
                </c:pt>
                <c:pt idx="2281">
                  <c:v>45366</c:v>
                </c:pt>
                <c:pt idx="2282">
                  <c:v>45369</c:v>
                </c:pt>
                <c:pt idx="2283">
                  <c:v>45370</c:v>
                </c:pt>
                <c:pt idx="2284">
                  <c:v>45371</c:v>
                </c:pt>
                <c:pt idx="2285">
                  <c:v>45372</c:v>
                </c:pt>
                <c:pt idx="2286">
                  <c:v>45373</c:v>
                </c:pt>
                <c:pt idx="2287">
                  <c:v>45377</c:v>
                </c:pt>
                <c:pt idx="2288">
                  <c:v>45378</c:v>
                </c:pt>
                <c:pt idx="2289">
                  <c:v>45379</c:v>
                </c:pt>
                <c:pt idx="2290">
                  <c:v>45383</c:v>
                </c:pt>
                <c:pt idx="2291">
                  <c:v>45384</c:v>
                </c:pt>
                <c:pt idx="2292">
                  <c:v>45385</c:v>
                </c:pt>
                <c:pt idx="2293">
                  <c:v>45386</c:v>
                </c:pt>
                <c:pt idx="2294">
                  <c:v>45387</c:v>
                </c:pt>
                <c:pt idx="2295">
                  <c:v>45390</c:v>
                </c:pt>
                <c:pt idx="2296">
                  <c:v>45391</c:v>
                </c:pt>
                <c:pt idx="2297">
                  <c:v>45392</c:v>
                </c:pt>
                <c:pt idx="2298">
                  <c:v>45394</c:v>
                </c:pt>
                <c:pt idx="2299">
                  <c:v>45397</c:v>
                </c:pt>
                <c:pt idx="2300">
                  <c:v>45398</c:v>
                </c:pt>
                <c:pt idx="2301">
                  <c:v>45400</c:v>
                </c:pt>
                <c:pt idx="2302">
                  <c:v>45401</c:v>
                </c:pt>
                <c:pt idx="2303">
                  <c:v>45404</c:v>
                </c:pt>
                <c:pt idx="2304">
                  <c:v>45405</c:v>
                </c:pt>
                <c:pt idx="2305">
                  <c:v>45406</c:v>
                </c:pt>
                <c:pt idx="2306">
                  <c:v>45407</c:v>
                </c:pt>
                <c:pt idx="2307">
                  <c:v>45408</c:v>
                </c:pt>
                <c:pt idx="2308">
                  <c:v>45411</c:v>
                </c:pt>
                <c:pt idx="2309">
                  <c:v>45412</c:v>
                </c:pt>
                <c:pt idx="2310">
                  <c:v>45414</c:v>
                </c:pt>
                <c:pt idx="2311">
                  <c:v>45415</c:v>
                </c:pt>
                <c:pt idx="2312">
                  <c:v>45418</c:v>
                </c:pt>
                <c:pt idx="2313">
                  <c:v>45419</c:v>
                </c:pt>
                <c:pt idx="2314">
                  <c:v>45420</c:v>
                </c:pt>
                <c:pt idx="2315">
                  <c:v>45421</c:v>
                </c:pt>
                <c:pt idx="2316">
                  <c:v>45422</c:v>
                </c:pt>
                <c:pt idx="2317">
                  <c:v>45425</c:v>
                </c:pt>
                <c:pt idx="2318">
                  <c:v>45426</c:v>
                </c:pt>
                <c:pt idx="2319">
                  <c:v>45427</c:v>
                </c:pt>
                <c:pt idx="2320">
                  <c:v>45428</c:v>
                </c:pt>
                <c:pt idx="2321">
                  <c:v>45429</c:v>
                </c:pt>
                <c:pt idx="2322">
                  <c:v>45430</c:v>
                </c:pt>
                <c:pt idx="2323">
                  <c:v>45433</c:v>
                </c:pt>
                <c:pt idx="2324">
                  <c:v>45434</c:v>
                </c:pt>
                <c:pt idx="2325">
                  <c:v>45435</c:v>
                </c:pt>
                <c:pt idx="2326">
                  <c:v>45436</c:v>
                </c:pt>
                <c:pt idx="2327">
                  <c:v>45439</c:v>
                </c:pt>
                <c:pt idx="2328">
                  <c:v>45440</c:v>
                </c:pt>
                <c:pt idx="2329">
                  <c:v>45441</c:v>
                </c:pt>
                <c:pt idx="2330">
                  <c:v>45442</c:v>
                </c:pt>
                <c:pt idx="2331">
                  <c:v>45443</c:v>
                </c:pt>
                <c:pt idx="2332">
                  <c:v>45446</c:v>
                </c:pt>
                <c:pt idx="2333">
                  <c:v>45447</c:v>
                </c:pt>
                <c:pt idx="2334">
                  <c:v>45448</c:v>
                </c:pt>
                <c:pt idx="2335">
                  <c:v>45449</c:v>
                </c:pt>
                <c:pt idx="2336">
                  <c:v>45450</c:v>
                </c:pt>
                <c:pt idx="2337">
                  <c:v>45453</c:v>
                </c:pt>
                <c:pt idx="2338">
                  <c:v>45454</c:v>
                </c:pt>
                <c:pt idx="2339">
                  <c:v>45455</c:v>
                </c:pt>
                <c:pt idx="2340">
                  <c:v>45456</c:v>
                </c:pt>
                <c:pt idx="2341">
                  <c:v>45457</c:v>
                </c:pt>
                <c:pt idx="2342">
                  <c:v>45461</c:v>
                </c:pt>
                <c:pt idx="2343">
                  <c:v>45462</c:v>
                </c:pt>
                <c:pt idx="2344">
                  <c:v>45463</c:v>
                </c:pt>
                <c:pt idx="2345">
                  <c:v>45464</c:v>
                </c:pt>
                <c:pt idx="2346">
                  <c:v>45467</c:v>
                </c:pt>
                <c:pt idx="2347">
                  <c:v>45468</c:v>
                </c:pt>
                <c:pt idx="2348">
                  <c:v>45469</c:v>
                </c:pt>
                <c:pt idx="2349">
                  <c:v>45470</c:v>
                </c:pt>
                <c:pt idx="2350">
                  <c:v>45471</c:v>
                </c:pt>
                <c:pt idx="2351">
                  <c:v>45474</c:v>
                </c:pt>
                <c:pt idx="2352">
                  <c:v>45475</c:v>
                </c:pt>
                <c:pt idx="2353">
                  <c:v>45476</c:v>
                </c:pt>
                <c:pt idx="2354">
                  <c:v>45477</c:v>
                </c:pt>
                <c:pt idx="2355">
                  <c:v>45478</c:v>
                </c:pt>
                <c:pt idx="2356">
                  <c:v>45481</c:v>
                </c:pt>
                <c:pt idx="2357">
                  <c:v>45482</c:v>
                </c:pt>
                <c:pt idx="2358">
                  <c:v>45483</c:v>
                </c:pt>
                <c:pt idx="2359">
                  <c:v>45484</c:v>
                </c:pt>
                <c:pt idx="2360">
                  <c:v>45485</c:v>
                </c:pt>
                <c:pt idx="2361">
                  <c:v>45488</c:v>
                </c:pt>
                <c:pt idx="2362">
                  <c:v>45489</c:v>
                </c:pt>
                <c:pt idx="2363">
                  <c:v>45491</c:v>
                </c:pt>
                <c:pt idx="2364">
                  <c:v>45492</c:v>
                </c:pt>
                <c:pt idx="2365">
                  <c:v>45495</c:v>
                </c:pt>
                <c:pt idx="2366">
                  <c:v>45496</c:v>
                </c:pt>
                <c:pt idx="2367">
                  <c:v>45497</c:v>
                </c:pt>
                <c:pt idx="2368">
                  <c:v>45498</c:v>
                </c:pt>
                <c:pt idx="2369">
                  <c:v>45499</c:v>
                </c:pt>
                <c:pt idx="2370">
                  <c:v>45502</c:v>
                </c:pt>
                <c:pt idx="2371">
                  <c:v>45503</c:v>
                </c:pt>
                <c:pt idx="2372">
                  <c:v>45504</c:v>
                </c:pt>
                <c:pt idx="2373">
                  <c:v>45505</c:v>
                </c:pt>
                <c:pt idx="2374">
                  <c:v>45506</c:v>
                </c:pt>
                <c:pt idx="2375">
                  <c:v>45509</c:v>
                </c:pt>
                <c:pt idx="2376">
                  <c:v>45510</c:v>
                </c:pt>
                <c:pt idx="2377">
                  <c:v>45511</c:v>
                </c:pt>
                <c:pt idx="2378">
                  <c:v>45512</c:v>
                </c:pt>
                <c:pt idx="2379">
                  <c:v>45513</c:v>
                </c:pt>
                <c:pt idx="2380">
                  <c:v>45516</c:v>
                </c:pt>
                <c:pt idx="2381">
                  <c:v>45517</c:v>
                </c:pt>
                <c:pt idx="2382">
                  <c:v>45518</c:v>
                </c:pt>
                <c:pt idx="2383">
                  <c:v>45520</c:v>
                </c:pt>
                <c:pt idx="2384">
                  <c:v>45523</c:v>
                </c:pt>
                <c:pt idx="2385">
                  <c:v>45524</c:v>
                </c:pt>
                <c:pt idx="2386">
                  <c:v>45525</c:v>
                </c:pt>
                <c:pt idx="2387">
                  <c:v>45526</c:v>
                </c:pt>
                <c:pt idx="2388">
                  <c:v>45527</c:v>
                </c:pt>
                <c:pt idx="2389">
                  <c:v>45530</c:v>
                </c:pt>
                <c:pt idx="2390">
                  <c:v>45531</c:v>
                </c:pt>
                <c:pt idx="2391">
                  <c:v>45532</c:v>
                </c:pt>
                <c:pt idx="2392">
                  <c:v>45533</c:v>
                </c:pt>
                <c:pt idx="2393">
                  <c:v>45534</c:v>
                </c:pt>
                <c:pt idx="2394">
                  <c:v>45537</c:v>
                </c:pt>
                <c:pt idx="2395">
                  <c:v>45538</c:v>
                </c:pt>
                <c:pt idx="2396">
                  <c:v>45539</c:v>
                </c:pt>
                <c:pt idx="2397">
                  <c:v>45540</c:v>
                </c:pt>
                <c:pt idx="2398">
                  <c:v>45541</c:v>
                </c:pt>
                <c:pt idx="2399">
                  <c:v>45544</c:v>
                </c:pt>
                <c:pt idx="2400">
                  <c:v>45545</c:v>
                </c:pt>
                <c:pt idx="2401">
                  <c:v>45546</c:v>
                </c:pt>
                <c:pt idx="2402">
                  <c:v>45547</c:v>
                </c:pt>
                <c:pt idx="2403">
                  <c:v>45548</c:v>
                </c:pt>
                <c:pt idx="2404">
                  <c:v>45551</c:v>
                </c:pt>
                <c:pt idx="2405">
                  <c:v>45552</c:v>
                </c:pt>
                <c:pt idx="2406">
                  <c:v>45553</c:v>
                </c:pt>
                <c:pt idx="2407">
                  <c:v>45554</c:v>
                </c:pt>
                <c:pt idx="2408">
                  <c:v>45555</c:v>
                </c:pt>
                <c:pt idx="2409">
                  <c:v>45558</c:v>
                </c:pt>
                <c:pt idx="2410">
                  <c:v>45559</c:v>
                </c:pt>
                <c:pt idx="2411">
                  <c:v>45560</c:v>
                </c:pt>
                <c:pt idx="2412">
                  <c:v>45561</c:v>
                </c:pt>
                <c:pt idx="2413">
                  <c:v>45562</c:v>
                </c:pt>
                <c:pt idx="2414">
                  <c:v>45565</c:v>
                </c:pt>
                <c:pt idx="2415">
                  <c:v>45566</c:v>
                </c:pt>
                <c:pt idx="2416">
                  <c:v>45568</c:v>
                </c:pt>
                <c:pt idx="2417">
                  <c:v>45569</c:v>
                </c:pt>
                <c:pt idx="2418">
                  <c:v>45572</c:v>
                </c:pt>
                <c:pt idx="2419">
                  <c:v>45573</c:v>
                </c:pt>
                <c:pt idx="2420">
                  <c:v>45574</c:v>
                </c:pt>
                <c:pt idx="2421">
                  <c:v>45575</c:v>
                </c:pt>
                <c:pt idx="2422">
                  <c:v>45576</c:v>
                </c:pt>
                <c:pt idx="2423">
                  <c:v>45579</c:v>
                </c:pt>
                <c:pt idx="2424">
                  <c:v>45580</c:v>
                </c:pt>
                <c:pt idx="2425">
                  <c:v>45581</c:v>
                </c:pt>
                <c:pt idx="2426">
                  <c:v>45582</c:v>
                </c:pt>
                <c:pt idx="2427">
                  <c:v>45583</c:v>
                </c:pt>
                <c:pt idx="2428">
                  <c:v>45586</c:v>
                </c:pt>
                <c:pt idx="2429">
                  <c:v>45587</c:v>
                </c:pt>
                <c:pt idx="2430">
                  <c:v>45588</c:v>
                </c:pt>
                <c:pt idx="2431">
                  <c:v>45589</c:v>
                </c:pt>
                <c:pt idx="2432">
                  <c:v>45590</c:v>
                </c:pt>
                <c:pt idx="2433">
                  <c:v>45593</c:v>
                </c:pt>
                <c:pt idx="2434">
                  <c:v>45594</c:v>
                </c:pt>
                <c:pt idx="2435">
                  <c:v>45595</c:v>
                </c:pt>
                <c:pt idx="2436">
                  <c:v>45596</c:v>
                </c:pt>
                <c:pt idx="2437">
                  <c:v>45597</c:v>
                </c:pt>
                <c:pt idx="2438">
                  <c:v>45600</c:v>
                </c:pt>
                <c:pt idx="2439">
                  <c:v>45601</c:v>
                </c:pt>
                <c:pt idx="2440">
                  <c:v>45602</c:v>
                </c:pt>
                <c:pt idx="2441">
                  <c:v>45603</c:v>
                </c:pt>
                <c:pt idx="2442">
                  <c:v>45604</c:v>
                </c:pt>
                <c:pt idx="2443">
                  <c:v>45607</c:v>
                </c:pt>
                <c:pt idx="2444">
                  <c:v>45608</c:v>
                </c:pt>
                <c:pt idx="2445">
                  <c:v>45609</c:v>
                </c:pt>
                <c:pt idx="2446">
                  <c:v>45610</c:v>
                </c:pt>
                <c:pt idx="2447">
                  <c:v>45614</c:v>
                </c:pt>
                <c:pt idx="2448">
                  <c:v>45615</c:v>
                </c:pt>
                <c:pt idx="2449">
                  <c:v>45617</c:v>
                </c:pt>
                <c:pt idx="2450">
                  <c:v>45618</c:v>
                </c:pt>
                <c:pt idx="2451">
                  <c:v>45621</c:v>
                </c:pt>
                <c:pt idx="2452">
                  <c:v>45622</c:v>
                </c:pt>
                <c:pt idx="2453">
                  <c:v>45623</c:v>
                </c:pt>
                <c:pt idx="2454">
                  <c:v>45624</c:v>
                </c:pt>
                <c:pt idx="2455">
                  <c:v>45625</c:v>
                </c:pt>
                <c:pt idx="2456">
                  <c:v>45628</c:v>
                </c:pt>
                <c:pt idx="2457">
                  <c:v>45629</c:v>
                </c:pt>
                <c:pt idx="2458">
                  <c:v>45630</c:v>
                </c:pt>
                <c:pt idx="2459">
                  <c:v>45631</c:v>
                </c:pt>
                <c:pt idx="2460">
                  <c:v>45632</c:v>
                </c:pt>
                <c:pt idx="2461">
                  <c:v>45635</c:v>
                </c:pt>
                <c:pt idx="2462">
                  <c:v>45636</c:v>
                </c:pt>
                <c:pt idx="2463">
                  <c:v>45637</c:v>
                </c:pt>
                <c:pt idx="2464">
                  <c:v>45638</c:v>
                </c:pt>
                <c:pt idx="2465">
                  <c:v>45639</c:v>
                </c:pt>
                <c:pt idx="2466">
                  <c:v>45642</c:v>
                </c:pt>
                <c:pt idx="2467">
                  <c:v>45643</c:v>
                </c:pt>
                <c:pt idx="2468">
                  <c:v>45644</c:v>
                </c:pt>
                <c:pt idx="2469">
                  <c:v>45645</c:v>
                </c:pt>
                <c:pt idx="2470">
                  <c:v>45646</c:v>
                </c:pt>
                <c:pt idx="2471">
                  <c:v>45649</c:v>
                </c:pt>
                <c:pt idx="2472">
                  <c:v>45650</c:v>
                </c:pt>
                <c:pt idx="2473">
                  <c:v>45652</c:v>
                </c:pt>
                <c:pt idx="2474">
                  <c:v>45653</c:v>
                </c:pt>
                <c:pt idx="2475">
                  <c:v>45656</c:v>
                </c:pt>
                <c:pt idx="2476">
                  <c:v>45657</c:v>
                </c:pt>
                <c:pt idx="2477">
                  <c:v>45658</c:v>
                </c:pt>
                <c:pt idx="2478">
                  <c:v>45659</c:v>
                </c:pt>
                <c:pt idx="2479">
                  <c:v>45660</c:v>
                </c:pt>
                <c:pt idx="2480">
                  <c:v>45663</c:v>
                </c:pt>
                <c:pt idx="2481">
                  <c:v>45664</c:v>
                </c:pt>
                <c:pt idx="2482">
                  <c:v>45665</c:v>
                </c:pt>
                <c:pt idx="2483">
                  <c:v>45666</c:v>
                </c:pt>
                <c:pt idx="2484">
                  <c:v>45667</c:v>
                </c:pt>
                <c:pt idx="2485">
                  <c:v>45670</c:v>
                </c:pt>
                <c:pt idx="2486">
                  <c:v>45671</c:v>
                </c:pt>
                <c:pt idx="2487">
                  <c:v>45672</c:v>
                </c:pt>
                <c:pt idx="2488">
                  <c:v>45673</c:v>
                </c:pt>
                <c:pt idx="2489">
                  <c:v>45674</c:v>
                </c:pt>
                <c:pt idx="2490">
                  <c:v>45677</c:v>
                </c:pt>
                <c:pt idx="2491">
                  <c:v>45678</c:v>
                </c:pt>
                <c:pt idx="2492">
                  <c:v>45679</c:v>
                </c:pt>
                <c:pt idx="2493">
                  <c:v>45680</c:v>
                </c:pt>
                <c:pt idx="2494">
                  <c:v>45681</c:v>
                </c:pt>
                <c:pt idx="2495">
                  <c:v>45684</c:v>
                </c:pt>
                <c:pt idx="2496">
                  <c:v>45685</c:v>
                </c:pt>
                <c:pt idx="2497">
                  <c:v>45686</c:v>
                </c:pt>
                <c:pt idx="2498">
                  <c:v>45687</c:v>
                </c:pt>
                <c:pt idx="2499">
                  <c:v>45688</c:v>
                </c:pt>
                <c:pt idx="2500">
                  <c:v>45689</c:v>
                </c:pt>
                <c:pt idx="2501">
                  <c:v>45691</c:v>
                </c:pt>
                <c:pt idx="2502">
                  <c:v>45692</c:v>
                </c:pt>
                <c:pt idx="2503">
                  <c:v>45693</c:v>
                </c:pt>
                <c:pt idx="2504">
                  <c:v>45694</c:v>
                </c:pt>
                <c:pt idx="2505">
                  <c:v>45695</c:v>
                </c:pt>
                <c:pt idx="2506">
                  <c:v>45698</c:v>
                </c:pt>
                <c:pt idx="2507">
                  <c:v>45699</c:v>
                </c:pt>
                <c:pt idx="2508">
                  <c:v>45700</c:v>
                </c:pt>
                <c:pt idx="2509">
                  <c:v>45701</c:v>
                </c:pt>
                <c:pt idx="2510">
                  <c:v>45702</c:v>
                </c:pt>
                <c:pt idx="2511">
                  <c:v>45705</c:v>
                </c:pt>
                <c:pt idx="2512">
                  <c:v>45706</c:v>
                </c:pt>
                <c:pt idx="2513">
                  <c:v>45707</c:v>
                </c:pt>
                <c:pt idx="2514">
                  <c:v>45708</c:v>
                </c:pt>
                <c:pt idx="2515">
                  <c:v>45709</c:v>
                </c:pt>
                <c:pt idx="2516">
                  <c:v>45712</c:v>
                </c:pt>
                <c:pt idx="2517">
                  <c:v>45713</c:v>
                </c:pt>
                <c:pt idx="2518">
                  <c:v>45715</c:v>
                </c:pt>
                <c:pt idx="2519">
                  <c:v>45716</c:v>
                </c:pt>
                <c:pt idx="2520">
                  <c:v>45719</c:v>
                </c:pt>
                <c:pt idx="2521">
                  <c:v>45720</c:v>
                </c:pt>
                <c:pt idx="2522">
                  <c:v>45721</c:v>
                </c:pt>
                <c:pt idx="2523">
                  <c:v>45722</c:v>
                </c:pt>
                <c:pt idx="2524">
                  <c:v>45723</c:v>
                </c:pt>
                <c:pt idx="2525">
                  <c:v>45726</c:v>
                </c:pt>
                <c:pt idx="2526">
                  <c:v>45727</c:v>
                </c:pt>
                <c:pt idx="2527">
                  <c:v>45728</c:v>
                </c:pt>
                <c:pt idx="2528">
                  <c:v>45729</c:v>
                </c:pt>
                <c:pt idx="2529">
                  <c:v>45733</c:v>
                </c:pt>
                <c:pt idx="2530">
                  <c:v>45734</c:v>
                </c:pt>
                <c:pt idx="2531">
                  <c:v>45735</c:v>
                </c:pt>
                <c:pt idx="2532">
                  <c:v>45736</c:v>
                </c:pt>
                <c:pt idx="2533">
                  <c:v>45737</c:v>
                </c:pt>
                <c:pt idx="2534">
                  <c:v>45740</c:v>
                </c:pt>
                <c:pt idx="2535">
                  <c:v>45741</c:v>
                </c:pt>
                <c:pt idx="2536">
                  <c:v>45742</c:v>
                </c:pt>
                <c:pt idx="2537">
                  <c:v>45743</c:v>
                </c:pt>
                <c:pt idx="2538">
                  <c:v>45744</c:v>
                </c:pt>
              </c:numCache>
            </c:numRef>
          </c:cat>
          <c:val>
            <c:numRef>
              <c:f>'Sectoral Data'!$BG$5:$BG$2543</c:f>
              <c:numCache>
                <c:formatCode>_(* #,##0_);_(* \(#,##0\);_(* "-"??_);_(@_)</c:formatCode>
                <c:ptCount val="2539"/>
                <c:pt idx="0">
                  <c:v>100</c:v>
                </c:pt>
                <c:pt idx="1">
                  <c:v>101.38349593761218</c:v>
                </c:pt>
                <c:pt idx="2">
                  <c:v>101.22687375599571</c:v>
                </c:pt>
                <c:pt idx="3">
                  <c:v>98.321205990798461</c:v>
                </c:pt>
                <c:pt idx="4">
                  <c:v>98.096061604724767</c:v>
                </c:pt>
                <c:pt idx="5">
                  <c:v>99.605181583841812</c:v>
                </c:pt>
                <c:pt idx="6">
                  <c:v>98.637713316148407</c:v>
                </c:pt>
                <c:pt idx="7">
                  <c:v>99.156524292752962</c:v>
                </c:pt>
                <c:pt idx="8">
                  <c:v>98.229843051522167</c:v>
                </c:pt>
                <c:pt idx="9">
                  <c:v>98.523509642053057</c:v>
                </c:pt>
                <c:pt idx="10">
                  <c:v>101.0588312069697</c:v>
                </c:pt>
                <c:pt idx="11">
                  <c:v>101.87294025516364</c:v>
                </c:pt>
                <c:pt idx="12">
                  <c:v>103.12265474597841</c:v>
                </c:pt>
                <c:pt idx="13">
                  <c:v>103.73119718080075</c:v>
                </c:pt>
                <c:pt idx="14">
                  <c:v>105.03475054654616</c:v>
                </c:pt>
                <c:pt idx="15">
                  <c:v>105.31373380755052</c:v>
                </c:pt>
                <c:pt idx="16">
                  <c:v>107.78053316800992</c:v>
                </c:pt>
                <c:pt idx="17">
                  <c:v>109.08898097693087</c:v>
                </c:pt>
                <c:pt idx="18">
                  <c:v>107.02842040003915</c:v>
                </c:pt>
                <c:pt idx="19">
                  <c:v>107.71690540672823</c:v>
                </c:pt>
                <c:pt idx="20">
                  <c:v>107.49502398277157</c:v>
                </c:pt>
                <c:pt idx="21">
                  <c:v>107.82947759976507</c:v>
                </c:pt>
                <c:pt idx="22">
                  <c:v>107.44771103207491</c:v>
                </c:pt>
                <c:pt idx="23">
                  <c:v>106.08379286716483</c:v>
                </c:pt>
                <c:pt idx="24">
                  <c:v>104.10643782425689</c:v>
                </c:pt>
                <c:pt idx="25">
                  <c:v>103.56968055600875</c:v>
                </c:pt>
                <c:pt idx="26">
                  <c:v>99.748751916990258</c:v>
                </c:pt>
                <c:pt idx="27">
                  <c:v>100.27572029888734</c:v>
                </c:pt>
                <c:pt idx="28">
                  <c:v>101.88436062257318</c:v>
                </c:pt>
                <c:pt idx="29">
                  <c:v>103.70183052174767</c:v>
                </c:pt>
                <c:pt idx="30">
                  <c:v>104.17169706659708</c:v>
                </c:pt>
                <c:pt idx="31">
                  <c:v>104.1798544718896</c:v>
                </c:pt>
                <c:pt idx="32">
                  <c:v>104.76881913400986</c:v>
                </c:pt>
                <c:pt idx="33">
                  <c:v>105.89617254543676</c:v>
                </c:pt>
                <c:pt idx="34">
                  <c:v>105.0820634972428</c:v>
                </c:pt>
                <c:pt idx="35">
                  <c:v>105.02985610337063</c:v>
                </c:pt>
                <c:pt idx="36">
                  <c:v>105.69223741312364</c:v>
                </c:pt>
                <c:pt idx="37">
                  <c:v>105.30394492119947</c:v>
                </c:pt>
                <c:pt idx="38">
                  <c:v>104.78023950141939</c:v>
                </c:pt>
                <c:pt idx="39">
                  <c:v>108.54732926550723</c:v>
                </c:pt>
                <c:pt idx="40">
                  <c:v>107.90778869057331</c:v>
                </c:pt>
                <c:pt idx="41">
                  <c:v>110.01239925604465</c:v>
                </c:pt>
                <c:pt idx="42">
                  <c:v>110.44637321760695</c:v>
                </c:pt>
                <c:pt idx="43">
                  <c:v>109.629001207296</c:v>
                </c:pt>
                <c:pt idx="44">
                  <c:v>109.23581427219631</c:v>
                </c:pt>
                <c:pt idx="45">
                  <c:v>105.89943550755376</c:v>
                </c:pt>
                <c:pt idx="46">
                  <c:v>106.36930205240319</c:v>
                </c:pt>
                <c:pt idx="47">
                  <c:v>107.33024439586256</c:v>
                </c:pt>
                <c:pt idx="48">
                  <c:v>109.48216791203056</c:v>
                </c:pt>
                <c:pt idx="49">
                  <c:v>107.6059646947499</c:v>
                </c:pt>
                <c:pt idx="50">
                  <c:v>106.39866871145627</c:v>
                </c:pt>
                <c:pt idx="51">
                  <c:v>107.71853688778674</c:v>
                </c:pt>
                <c:pt idx="52">
                  <c:v>106.5177668287271</c:v>
                </c:pt>
                <c:pt idx="53">
                  <c:v>105.7803373902829</c:v>
                </c:pt>
                <c:pt idx="54">
                  <c:v>104.53551734264366</c:v>
                </c:pt>
                <c:pt idx="55">
                  <c:v>104.52735993735114</c:v>
                </c:pt>
                <c:pt idx="56">
                  <c:v>105.03311906548764</c:v>
                </c:pt>
                <c:pt idx="57">
                  <c:v>103.90739713511925</c:v>
                </c:pt>
                <c:pt idx="58">
                  <c:v>103.65288608999251</c:v>
                </c:pt>
                <c:pt idx="59">
                  <c:v>103.47342317355697</c:v>
                </c:pt>
                <c:pt idx="60">
                  <c:v>106.07563546187228</c:v>
                </c:pt>
                <c:pt idx="61">
                  <c:v>106.03484843540967</c:v>
                </c:pt>
                <c:pt idx="62">
                  <c:v>107.13609814990048</c:v>
                </c:pt>
                <c:pt idx="63">
                  <c:v>108.31729043625803</c:v>
                </c:pt>
                <c:pt idx="64">
                  <c:v>109.31901980618007</c:v>
                </c:pt>
                <c:pt idx="65">
                  <c:v>110.06623813097529</c:v>
                </c:pt>
                <c:pt idx="66">
                  <c:v>109.58495121871634</c:v>
                </c:pt>
                <c:pt idx="67">
                  <c:v>110.50673801677162</c:v>
                </c:pt>
                <c:pt idx="68">
                  <c:v>112.66681893823214</c:v>
                </c:pt>
                <c:pt idx="69">
                  <c:v>111.07123046301433</c:v>
                </c:pt>
                <c:pt idx="70">
                  <c:v>110.20654550200672</c:v>
                </c:pt>
                <c:pt idx="71">
                  <c:v>109.05471987470226</c:v>
                </c:pt>
                <c:pt idx="72">
                  <c:v>106.75759454432736</c:v>
                </c:pt>
                <c:pt idx="73">
                  <c:v>105.7460762880543</c:v>
                </c:pt>
                <c:pt idx="74">
                  <c:v>107.20298887329918</c:v>
                </c:pt>
                <c:pt idx="75">
                  <c:v>106.57650014683331</c:v>
                </c:pt>
                <c:pt idx="76">
                  <c:v>104.96622834208895</c:v>
                </c:pt>
                <c:pt idx="77">
                  <c:v>103.64962312787549</c:v>
                </c:pt>
                <c:pt idx="78">
                  <c:v>104.78023950141939</c:v>
                </c:pt>
                <c:pt idx="79">
                  <c:v>103.69041015433812</c:v>
                </c:pt>
                <c:pt idx="80">
                  <c:v>102.93503442425033</c:v>
                </c:pt>
                <c:pt idx="81">
                  <c:v>104.78023950141939</c:v>
                </c:pt>
                <c:pt idx="82">
                  <c:v>104.58283029334029</c:v>
                </c:pt>
                <c:pt idx="83">
                  <c:v>100.81084608607695</c:v>
                </c:pt>
                <c:pt idx="84">
                  <c:v>100.2006721701961</c:v>
                </c:pt>
                <c:pt idx="85">
                  <c:v>101.73263288413223</c:v>
                </c:pt>
                <c:pt idx="86">
                  <c:v>102.91056220837278</c:v>
                </c:pt>
                <c:pt idx="87">
                  <c:v>99.843377818383544</c:v>
                </c:pt>
                <c:pt idx="88">
                  <c:v>100.84347570724705</c:v>
                </c:pt>
                <c:pt idx="89">
                  <c:v>101.06372565014522</c:v>
                </c:pt>
                <c:pt idx="90">
                  <c:v>101.49280516853199</c:v>
                </c:pt>
                <c:pt idx="91">
                  <c:v>102.88935295461221</c:v>
                </c:pt>
                <c:pt idx="92">
                  <c:v>103.11123437856888</c:v>
                </c:pt>
                <c:pt idx="93">
                  <c:v>103.06555290893074</c:v>
                </c:pt>
                <c:pt idx="94">
                  <c:v>103.14549548079748</c:v>
                </c:pt>
                <c:pt idx="95">
                  <c:v>103.43263614709434</c:v>
                </c:pt>
                <c:pt idx="96">
                  <c:v>103.01823995823409</c:v>
                </c:pt>
                <c:pt idx="97">
                  <c:v>102.95950664012791</c:v>
                </c:pt>
                <c:pt idx="98">
                  <c:v>103.85355826018861</c:v>
                </c:pt>
                <c:pt idx="99">
                  <c:v>103.42774170391881</c:v>
                </c:pt>
                <c:pt idx="100">
                  <c:v>105.09511534571084</c:v>
                </c:pt>
                <c:pt idx="101">
                  <c:v>105.88148921591021</c:v>
                </c:pt>
                <c:pt idx="102">
                  <c:v>104.52572845629263</c:v>
                </c:pt>
                <c:pt idx="103">
                  <c:v>103.07534179528174</c:v>
                </c:pt>
                <c:pt idx="104">
                  <c:v>103.315169510882</c:v>
                </c:pt>
                <c:pt idx="105">
                  <c:v>104.08686005155481</c:v>
                </c:pt>
                <c:pt idx="106">
                  <c:v>103.32658987829153</c:v>
                </c:pt>
                <c:pt idx="107">
                  <c:v>103.1862825072601</c:v>
                </c:pt>
                <c:pt idx="108">
                  <c:v>104.87975984598819</c:v>
                </c:pt>
                <c:pt idx="109">
                  <c:v>102.55326785656018</c:v>
                </c:pt>
                <c:pt idx="110">
                  <c:v>102.71315300029367</c:v>
                </c:pt>
                <c:pt idx="111">
                  <c:v>102.8909844356707</c:v>
                </c:pt>
                <c:pt idx="112">
                  <c:v>103.27601396547786</c:v>
                </c:pt>
                <c:pt idx="113">
                  <c:v>104.09175449473031</c:v>
                </c:pt>
                <c:pt idx="114">
                  <c:v>104.79818579306294</c:v>
                </c:pt>
                <c:pt idx="115">
                  <c:v>104.84223578164259</c:v>
                </c:pt>
                <c:pt idx="116">
                  <c:v>105.67265964042159</c:v>
                </c:pt>
                <c:pt idx="117">
                  <c:v>106.74454269585931</c:v>
                </c:pt>
                <c:pt idx="118">
                  <c:v>105.86843736744218</c:v>
                </c:pt>
                <c:pt idx="119">
                  <c:v>107.52275916076614</c:v>
                </c:pt>
                <c:pt idx="120">
                  <c:v>106.38072241981271</c:v>
                </c:pt>
                <c:pt idx="121">
                  <c:v>105.90432995072929</c:v>
                </c:pt>
                <c:pt idx="122">
                  <c:v>106.18983913596765</c:v>
                </c:pt>
                <c:pt idx="123">
                  <c:v>107.85394981564265</c:v>
                </c:pt>
                <c:pt idx="124">
                  <c:v>108.12967011452996</c:v>
                </c:pt>
                <c:pt idx="125">
                  <c:v>108.36297190589619</c:v>
                </c:pt>
                <c:pt idx="126">
                  <c:v>108.62890331843249</c:v>
                </c:pt>
                <c:pt idx="127">
                  <c:v>108.49675335269357</c:v>
                </c:pt>
                <c:pt idx="128">
                  <c:v>107.73974614154731</c:v>
                </c:pt>
                <c:pt idx="129">
                  <c:v>108.86873103403269</c:v>
                </c:pt>
                <c:pt idx="130">
                  <c:v>108.83446993180411</c:v>
                </c:pt>
                <c:pt idx="131">
                  <c:v>109.24886612066436</c:v>
                </c:pt>
                <c:pt idx="132">
                  <c:v>109.34349202205765</c:v>
                </c:pt>
                <c:pt idx="133">
                  <c:v>109.81825301008257</c:v>
                </c:pt>
                <c:pt idx="134">
                  <c:v>110.42516396384639</c:v>
                </c:pt>
                <c:pt idx="135">
                  <c:v>111.18706561816818</c:v>
                </c:pt>
                <c:pt idx="136">
                  <c:v>111.04186380396123</c:v>
                </c:pt>
                <c:pt idx="137">
                  <c:v>110.37785101314974</c:v>
                </c:pt>
                <c:pt idx="138">
                  <c:v>110.8933990276373</c:v>
                </c:pt>
                <c:pt idx="139">
                  <c:v>110.10702515743793</c:v>
                </c:pt>
                <c:pt idx="140">
                  <c:v>109.02045877247366</c:v>
                </c:pt>
                <c:pt idx="141">
                  <c:v>105.76402257969787</c:v>
                </c:pt>
                <c:pt idx="142">
                  <c:v>105.94022253401639</c:v>
                </c:pt>
                <c:pt idx="143">
                  <c:v>106.84406304042811</c:v>
                </c:pt>
                <c:pt idx="144">
                  <c:v>107.16383332789508</c:v>
                </c:pt>
                <c:pt idx="145">
                  <c:v>107.59943877051587</c:v>
                </c:pt>
                <c:pt idx="146">
                  <c:v>107.63369987274449</c:v>
                </c:pt>
                <c:pt idx="147">
                  <c:v>107.22746108917676</c:v>
                </c:pt>
                <c:pt idx="148">
                  <c:v>107.9061572095148</c:v>
                </c:pt>
                <c:pt idx="149">
                  <c:v>109.13955688974453</c:v>
                </c:pt>
                <c:pt idx="150">
                  <c:v>108.25366267497635</c:v>
                </c:pt>
                <c:pt idx="151">
                  <c:v>107.48523509642054</c:v>
                </c:pt>
                <c:pt idx="152">
                  <c:v>106.22083727607922</c:v>
                </c:pt>
                <c:pt idx="153">
                  <c:v>103.92371194570431</c:v>
                </c:pt>
                <c:pt idx="154">
                  <c:v>103.2890658139459</c:v>
                </c:pt>
                <c:pt idx="155">
                  <c:v>105.92227624237283</c:v>
                </c:pt>
                <c:pt idx="156">
                  <c:v>105.16200606910955</c:v>
                </c:pt>
                <c:pt idx="157">
                  <c:v>105.14569125852449</c:v>
                </c:pt>
                <c:pt idx="158">
                  <c:v>105.37409860671518</c:v>
                </c:pt>
                <c:pt idx="159">
                  <c:v>103.83071752536954</c:v>
                </c:pt>
                <c:pt idx="160">
                  <c:v>101.91372728162627</c:v>
                </c:pt>
                <c:pt idx="161">
                  <c:v>94.702581003034553</c:v>
                </c:pt>
                <c:pt idx="162">
                  <c:v>95.116977191894819</c:v>
                </c:pt>
                <c:pt idx="163">
                  <c:v>94.98645870721441</c:v>
                </c:pt>
                <c:pt idx="164">
                  <c:v>96.630991614187352</c:v>
                </c:pt>
                <c:pt idx="165">
                  <c:v>97.626195059875357</c:v>
                </c:pt>
                <c:pt idx="166">
                  <c:v>96.342219466831992</c:v>
                </c:pt>
                <c:pt idx="167">
                  <c:v>93.676379417234983</c:v>
                </c:pt>
                <c:pt idx="168">
                  <c:v>92.064476131432116</c:v>
                </c:pt>
                <c:pt idx="169">
                  <c:v>93.630697947596829</c:v>
                </c:pt>
                <c:pt idx="170">
                  <c:v>91.867066923353022</c:v>
                </c:pt>
                <c:pt idx="171">
                  <c:v>90.209482167912043</c:v>
                </c:pt>
                <c:pt idx="172">
                  <c:v>92.379351975723566</c:v>
                </c:pt>
                <c:pt idx="173">
                  <c:v>94.356707018631511</c:v>
                </c:pt>
                <c:pt idx="174">
                  <c:v>94.787418018076806</c:v>
                </c:pt>
                <c:pt idx="175">
                  <c:v>94.252292230887207</c:v>
                </c:pt>
                <c:pt idx="176">
                  <c:v>95.676575194961984</c:v>
                </c:pt>
                <c:pt idx="177">
                  <c:v>94.443175514732275</c:v>
                </c:pt>
                <c:pt idx="178">
                  <c:v>94.841256893007468</c:v>
                </c:pt>
                <c:pt idx="179">
                  <c:v>95.063138316964142</c:v>
                </c:pt>
                <c:pt idx="180">
                  <c:v>95.404117858191668</c:v>
                </c:pt>
                <c:pt idx="181">
                  <c:v>92.102000195777734</c:v>
                </c:pt>
                <c:pt idx="182">
                  <c:v>91.800176199954336</c:v>
                </c:pt>
                <c:pt idx="183">
                  <c:v>90.589617254543683</c:v>
                </c:pt>
                <c:pt idx="184">
                  <c:v>89.816295232812351</c:v>
                </c:pt>
                <c:pt idx="185">
                  <c:v>89.943550755375739</c:v>
                </c:pt>
                <c:pt idx="186">
                  <c:v>92.185205729761478</c:v>
                </c:pt>
                <c:pt idx="187">
                  <c:v>92.695859301073511</c:v>
                </c:pt>
                <c:pt idx="188">
                  <c:v>95.544425229223094</c:v>
                </c:pt>
                <c:pt idx="189">
                  <c:v>95.838091819753984</c:v>
                </c:pt>
                <c:pt idx="190">
                  <c:v>95.900088099977168</c:v>
                </c:pt>
                <c:pt idx="191">
                  <c:v>95.515058570170012</c:v>
                </c:pt>
                <c:pt idx="192">
                  <c:v>95.926191796913244</c:v>
                </c:pt>
                <c:pt idx="193">
                  <c:v>96.551049042320628</c:v>
                </c:pt>
                <c:pt idx="194">
                  <c:v>96.368323163768082</c:v>
                </c:pt>
                <c:pt idx="195">
                  <c:v>96.038763989950098</c:v>
                </c:pt>
                <c:pt idx="196">
                  <c:v>97.185695174079029</c:v>
                </c:pt>
                <c:pt idx="197">
                  <c:v>98.200476392469099</c:v>
                </c:pt>
                <c:pt idx="198">
                  <c:v>98.156426403889455</c:v>
                </c:pt>
                <c:pt idx="199">
                  <c:v>97.996541260155979</c:v>
                </c:pt>
                <c:pt idx="200">
                  <c:v>97.893757953470171</c:v>
                </c:pt>
                <c:pt idx="201">
                  <c:v>96.37974353117761</c:v>
                </c:pt>
                <c:pt idx="202">
                  <c:v>96.293275035076846</c:v>
                </c:pt>
                <c:pt idx="203">
                  <c:v>95.738571475185168</c:v>
                </c:pt>
                <c:pt idx="204">
                  <c:v>95.064769798022638</c:v>
                </c:pt>
                <c:pt idx="205">
                  <c:v>94.010833034228483</c:v>
                </c:pt>
                <c:pt idx="206">
                  <c:v>92.46255750970731</c:v>
                </c:pt>
                <c:pt idx="207">
                  <c:v>92.06121316931511</c:v>
                </c:pt>
                <c:pt idx="208">
                  <c:v>91.937220608868728</c:v>
                </c:pt>
                <c:pt idx="209">
                  <c:v>91.6582373478644</c:v>
                </c:pt>
                <c:pt idx="210">
                  <c:v>90.638561686298829</c:v>
                </c:pt>
                <c:pt idx="211">
                  <c:v>90.574933925017135</c:v>
                </c:pt>
                <c:pt idx="212">
                  <c:v>89.424739778771169</c:v>
                </c:pt>
                <c:pt idx="213">
                  <c:v>87.772049466505692</c:v>
                </c:pt>
                <c:pt idx="214">
                  <c:v>87.772049466505692</c:v>
                </c:pt>
                <c:pt idx="215">
                  <c:v>87.687212451463438</c:v>
                </c:pt>
                <c:pt idx="216">
                  <c:v>88.587789995758143</c:v>
                </c:pt>
                <c:pt idx="217">
                  <c:v>88.514373348125432</c:v>
                </c:pt>
                <c:pt idx="218">
                  <c:v>88.153816034195856</c:v>
                </c:pt>
                <c:pt idx="219">
                  <c:v>89.106600972362713</c:v>
                </c:pt>
                <c:pt idx="220">
                  <c:v>89.547100858159041</c:v>
                </c:pt>
                <c:pt idx="221">
                  <c:v>89.702091558717001</c:v>
                </c:pt>
                <c:pt idx="222">
                  <c:v>89.059288021666077</c:v>
                </c:pt>
                <c:pt idx="223">
                  <c:v>89.679250823897945</c:v>
                </c:pt>
                <c:pt idx="224">
                  <c:v>90.317159917773353</c:v>
                </c:pt>
                <c:pt idx="225">
                  <c:v>90.429732110810207</c:v>
                </c:pt>
                <c:pt idx="226">
                  <c:v>89.866871145626007</c:v>
                </c:pt>
                <c:pt idx="227">
                  <c:v>89.560152706627079</c:v>
                </c:pt>
                <c:pt idx="228">
                  <c:v>89.054393578490547</c:v>
                </c:pt>
                <c:pt idx="229">
                  <c:v>88.01514014422294</c:v>
                </c:pt>
                <c:pt idx="230">
                  <c:v>88.088556791855652</c:v>
                </c:pt>
                <c:pt idx="231">
                  <c:v>86.788266388227242</c:v>
                </c:pt>
                <c:pt idx="232">
                  <c:v>85.523868567885941</c:v>
                </c:pt>
                <c:pt idx="233">
                  <c:v>86.321662805494839</c:v>
                </c:pt>
                <c:pt idx="234">
                  <c:v>84.918589095180607</c:v>
                </c:pt>
                <c:pt idx="235">
                  <c:v>85.184520507716911</c:v>
                </c:pt>
                <c:pt idx="236">
                  <c:v>85.408033412732081</c:v>
                </c:pt>
                <c:pt idx="237">
                  <c:v>86.448918328058227</c:v>
                </c:pt>
                <c:pt idx="238">
                  <c:v>87.468593989623784</c:v>
                </c:pt>
                <c:pt idx="239">
                  <c:v>87.351127353411442</c:v>
                </c:pt>
                <c:pt idx="240">
                  <c:v>88.051032727510034</c:v>
                </c:pt>
                <c:pt idx="241">
                  <c:v>87.83404574672889</c:v>
                </c:pt>
                <c:pt idx="242">
                  <c:v>88.901034358991097</c:v>
                </c:pt>
                <c:pt idx="243">
                  <c:v>89.597676770972697</c:v>
                </c:pt>
                <c:pt idx="244">
                  <c:v>89.817926713870861</c:v>
                </c:pt>
                <c:pt idx="245">
                  <c:v>89.870134107743013</c:v>
                </c:pt>
                <c:pt idx="246">
                  <c:v>89.834241524455905</c:v>
                </c:pt>
                <c:pt idx="247">
                  <c:v>90.353052501060475</c:v>
                </c:pt>
                <c:pt idx="248">
                  <c:v>91.132900447025804</c:v>
                </c:pt>
                <c:pt idx="249">
                  <c:v>88.943452866512217</c:v>
                </c:pt>
                <c:pt idx="250">
                  <c:v>88.86840473782101</c:v>
                </c:pt>
                <c:pt idx="251">
                  <c:v>88.073873462329104</c:v>
                </c:pt>
                <c:pt idx="252">
                  <c:v>85.660912976800347</c:v>
                </c:pt>
                <c:pt idx="253">
                  <c:v>85.876268476522995</c:v>
                </c:pt>
                <c:pt idx="254">
                  <c:v>85.383561196854501</c:v>
                </c:pt>
                <c:pt idx="255">
                  <c:v>85.120892746435217</c:v>
                </c:pt>
                <c:pt idx="256">
                  <c:v>83.637876464254262</c:v>
                </c:pt>
                <c:pt idx="257">
                  <c:v>82.561098965641008</c:v>
                </c:pt>
                <c:pt idx="258">
                  <c:v>79.753320063954064</c:v>
                </c:pt>
                <c:pt idx="259">
                  <c:v>78.397559304336482</c:v>
                </c:pt>
                <c:pt idx="260">
                  <c:v>80.559271706855498</c:v>
                </c:pt>
                <c:pt idx="261">
                  <c:v>79.167618363950794</c:v>
                </c:pt>
                <c:pt idx="262">
                  <c:v>78.696120338042888</c:v>
                </c:pt>
                <c:pt idx="263">
                  <c:v>79.741899696544522</c:v>
                </c:pt>
                <c:pt idx="264">
                  <c:v>78.79074623943616</c:v>
                </c:pt>
                <c:pt idx="265">
                  <c:v>79.19535354194538</c:v>
                </c:pt>
                <c:pt idx="266">
                  <c:v>78.108787156981123</c:v>
                </c:pt>
                <c:pt idx="267">
                  <c:v>79.10725356478612</c:v>
                </c:pt>
                <c:pt idx="268">
                  <c:v>79.874049662283426</c:v>
                </c:pt>
                <c:pt idx="269">
                  <c:v>79.01589062550984</c:v>
                </c:pt>
                <c:pt idx="270">
                  <c:v>77.333833654191281</c:v>
                </c:pt>
                <c:pt idx="271">
                  <c:v>78.126733448624663</c:v>
                </c:pt>
                <c:pt idx="272">
                  <c:v>78.603125917708098</c:v>
                </c:pt>
                <c:pt idx="273">
                  <c:v>78.291513035533669</c:v>
                </c:pt>
                <c:pt idx="274">
                  <c:v>77.908114986785009</c:v>
                </c:pt>
                <c:pt idx="275">
                  <c:v>77.547557672855419</c:v>
                </c:pt>
                <c:pt idx="276">
                  <c:v>74.63046954024864</c:v>
                </c:pt>
                <c:pt idx="277">
                  <c:v>74.250334453617</c:v>
                </c:pt>
                <c:pt idx="278">
                  <c:v>77.211472574803423</c:v>
                </c:pt>
                <c:pt idx="279">
                  <c:v>75.811661826606198</c:v>
                </c:pt>
                <c:pt idx="280">
                  <c:v>77.051587431069933</c:v>
                </c:pt>
                <c:pt idx="281">
                  <c:v>77.611185434137127</c:v>
                </c:pt>
                <c:pt idx="282">
                  <c:v>77.978268672300715</c:v>
                </c:pt>
                <c:pt idx="283">
                  <c:v>77.837961301269303</c:v>
                </c:pt>
                <c:pt idx="284">
                  <c:v>76.456096844715631</c:v>
                </c:pt>
                <c:pt idx="285">
                  <c:v>75.751297027441524</c:v>
                </c:pt>
                <c:pt idx="286">
                  <c:v>74.488530688158718</c:v>
                </c:pt>
                <c:pt idx="287">
                  <c:v>75.229223088719948</c:v>
                </c:pt>
                <c:pt idx="288">
                  <c:v>73.783730870884597</c:v>
                </c:pt>
                <c:pt idx="289">
                  <c:v>76.230952458641966</c:v>
                </c:pt>
                <c:pt idx="290">
                  <c:v>77.771070577870589</c:v>
                </c:pt>
                <c:pt idx="291">
                  <c:v>80.09266812412308</c:v>
                </c:pt>
                <c:pt idx="292">
                  <c:v>79.86915521910791</c:v>
                </c:pt>
                <c:pt idx="293">
                  <c:v>79.890364472868484</c:v>
                </c:pt>
                <c:pt idx="294">
                  <c:v>80.812151270923749</c:v>
                </c:pt>
                <c:pt idx="295">
                  <c:v>80.076353313538036</c:v>
                </c:pt>
                <c:pt idx="296">
                  <c:v>79.976832968969234</c:v>
                </c:pt>
                <c:pt idx="297">
                  <c:v>80.177505139165334</c:v>
                </c:pt>
                <c:pt idx="298">
                  <c:v>80.00293666590531</c:v>
                </c:pt>
                <c:pt idx="299">
                  <c:v>79.813684863118752</c:v>
                </c:pt>
                <c:pt idx="300">
                  <c:v>80.43364766535062</c:v>
                </c:pt>
                <c:pt idx="301">
                  <c:v>81.202075243906421</c:v>
                </c:pt>
                <c:pt idx="302">
                  <c:v>82.388161973439495</c:v>
                </c:pt>
                <c:pt idx="303">
                  <c:v>82.820504453943286</c:v>
                </c:pt>
                <c:pt idx="304">
                  <c:v>83.189219173165412</c:v>
                </c:pt>
                <c:pt idx="305">
                  <c:v>81.742095474271551</c:v>
                </c:pt>
                <c:pt idx="306">
                  <c:v>81.500636277612827</c:v>
                </c:pt>
                <c:pt idx="307">
                  <c:v>83.252846934447092</c:v>
                </c:pt>
                <c:pt idx="308">
                  <c:v>83.145169184585782</c:v>
                </c:pt>
                <c:pt idx="309">
                  <c:v>83.269161745032136</c:v>
                </c:pt>
                <c:pt idx="310">
                  <c:v>84.018011550885902</c:v>
                </c:pt>
                <c:pt idx="311">
                  <c:v>81.316278918001757</c:v>
                </c:pt>
                <c:pt idx="312">
                  <c:v>81.934610239175129</c:v>
                </c:pt>
                <c:pt idx="313">
                  <c:v>80.950827160896665</c:v>
                </c:pt>
                <c:pt idx="314">
                  <c:v>81.784513981792671</c:v>
                </c:pt>
                <c:pt idx="315">
                  <c:v>83.854863445035406</c:v>
                </c:pt>
                <c:pt idx="316">
                  <c:v>84.403041080693058</c:v>
                </c:pt>
                <c:pt idx="317">
                  <c:v>85.332985284040859</c:v>
                </c:pt>
                <c:pt idx="318">
                  <c:v>86.519072013573933</c:v>
                </c:pt>
                <c:pt idx="319">
                  <c:v>86.990570039481852</c:v>
                </c:pt>
                <c:pt idx="320">
                  <c:v>86.081835089894611</c:v>
                </c:pt>
                <c:pt idx="321">
                  <c:v>86.440760922765691</c:v>
                </c:pt>
                <c:pt idx="322">
                  <c:v>86.068783241426573</c:v>
                </c:pt>
                <c:pt idx="323">
                  <c:v>86.918784872907636</c:v>
                </c:pt>
                <c:pt idx="324">
                  <c:v>87.626847652298764</c:v>
                </c:pt>
                <c:pt idx="325">
                  <c:v>86.289033184324737</c:v>
                </c:pt>
                <c:pt idx="326">
                  <c:v>86.088361014128623</c:v>
                </c:pt>
                <c:pt idx="327">
                  <c:v>85.807746272065785</c:v>
                </c:pt>
                <c:pt idx="328">
                  <c:v>86.320031324436314</c:v>
                </c:pt>
                <c:pt idx="329">
                  <c:v>84.853329852840403</c:v>
                </c:pt>
                <c:pt idx="330">
                  <c:v>84.827226155904327</c:v>
                </c:pt>
                <c:pt idx="331">
                  <c:v>84.947955754233703</c:v>
                </c:pt>
                <c:pt idx="332">
                  <c:v>86.48317943028681</c:v>
                </c:pt>
                <c:pt idx="333">
                  <c:v>86.713218259536006</c:v>
                </c:pt>
                <c:pt idx="334">
                  <c:v>86.217248017750521</c:v>
                </c:pt>
                <c:pt idx="335">
                  <c:v>86.463601657584761</c:v>
                </c:pt>
                <c:pt idx="336">
                  <c:v>85.256305674291127</c:v>
                </c:pt>
                <c:pt idx="337">
                  <c:v>85.117629784318211</c:v>
                </c:pt>
                <c:pt idx="338">
                  <c:v>85.055633504095013</c:v>
                </c:pt>
                <c:pt idx="339">
                  <c:v>85.226939015238031</c:v>
                </c:pt>
                <c:pt idx="340">
                  <c:v>83.632982021078732</c:v>
                </c:pt>
                <c:pt idx="341">
                  <c:v>83.523672790158912</c:v>
                </c:pt>
                <c:pt idx="342">
                  <c:v>83.686820896009408</c:v>
                </c:pt>
                <c:pt idx="343">
                  <c:v>83.60524684308416</c:v>
                </c:pt>
                <c:pt idx="344">
                  <c:v>85.753907397135123</c:v>
                </c:pt>
                <c:pt idx="345">
                  <c:v>89.669461937546913</c:v>
                </c:pt>
                <c:pt idx="346">
                  <c:v>89.915815577381153</c:v>
                </c:pt>
                <c:pt idx="347">
                  <c:v>90.656507977942383</c:v>
                </c:pt>
                <c:pt idx="348">
                  <c:v>89.847293372923957</c:v>
                </c:pt>
                <c:pt idx="349">
                  <c:v>90.356315463177481</c:v>
                </c:pt>
                <c:pt idx="350">
                  <c:v>90.943648644239246</c:v>
                </c:pt>
                <c:pt idx="351">
                  <c:v>90.041439618886031</c:v>
                </c:pt>
                <c:pt idx="352">
                  <c:v>89.653147126961869</c:v>
                </c:pt>
                <c:pt idx="353">
                  <c:v>90.330211766241391</c:v>
                </c:pt>
                <c:pt idx="354">
                  <c:v>91.418409632264158</c:v>
                </c:pt>
                <c:pt idx="355">
                  <c:v>91.051326394100556</c:v>
                </c:pt>
                <c:pt idx="356">
                  <c:v>91.106796750089742</c:v>
                </c:pt>
                <c:pt idx="357">
                  <c:v>89.827715600221879</c:v>
                </c:pt>
                <c:pt idx="358">
                  <c:v>89.940287793258733</c:v>
                </c:pt>
                <c:pt idx="359">
                  <c:v>91.775703984076756</c:v>
                </c:pt>
                <c:pt idx="360">
                  <c:v>90.831076451202392</c:v>
                </c:pt>
                <c:pt idx="361">
                  <c:v>90.866969034489514</c:v>
                </c:pt>
                <c:pt idx="362">
                  <c:v>91.937220608868728</c:v>
                </c:pt>
                <c:pt idx="363">
                  <c:v>91.32052076875388</c:v>
                </c:pt>
                <c:pt idx="364">
                  <c:v>91.150846738669372</c:v>
                </c:pt>
                <c:pt idx="365">
                  <c:v>90.976278265409348</c:v>
                </c:pt>
                <c:pt idx="366">
                  <c:v>88.757464025842665</c:v>
                </c:pt>
                <c:pt idx="367">
                  <c:v>89.423108297712673</c:v>
                </c:pt>
                <c:pt idx="368">
                  <c:v>90.274741410252233</c:v>
                </c:pt>
                <c:pt idx="369">
                  <c:v>91.32052076875388</c:v>
                </c:pt>
                <c:pt idx="370">
                  <c:v>92.854112963748491</c:v>
                </c:pt>
                <c:pt idx="371">
                  <c:v>94.049988579632597</c:v>
                </c:pt>
                <c:pt idx="372">
                  <c:v>95.219760498580612</c:v>
                </c:pt>
                <c:pt idx="373">
                  <c:v>94.935882794400754</c:v>
                </c:pt>
                <c:pt idx="374">
                  <c:v>94.242503344536175</c:v>
                </c:pt>
                <c:pt idx="375">
                  <c:v>93.229353607204629</c:v>
                </c:pt>
                <c:pt idx="376">
                  <c:v>94.785786537018311</c:v>
                </c:pt>
                <c:pt idx="377">
                  <c:v>95.116977191894819</c:v>
                </c:pt>
                <c:pt idx="378">
                  <c:v>94.536169935067065</c:v>
                </c:pt>
                <c:pt idx="379">
                  <c:v>95.255653081867734</c:v>
                </c:pt>
                <c:pt idx="380">
                  <c:v>95.88540477045062</c:v>
                </c:pt>
                <c:pt idx="381">
                  <c:v>94.554116226710619</c:v>
                </c:pt>
                <c:pt idx="382">
                  <c:v>94.952197604985813</c:v>
                </c:pt>
                <c:pt idx="383">
                  <c:v>95.488954873233922</c:v>
                </c:pt>
                <c:pt idx="384">
                  <c:v>94.655268052337931</c:v>
                </c:pt>
                <c:pt idx="385">
                  <c:v>95.728782588834164</c:v>
                </c:pt>
                <c:pt idx="386">
                  <c:v>96.67177864064999</c:v>
                </c:pt>
                <c:pt idx="387">
                  <c:v>96.639149019479888</c:v>
                </c:pt>
                <c:pt idx="388">
                  <c:v>97.335791431461487</c:v>
                </c:pt>
                <c:pt idx="389">
                  <c:v>97.219956276307641</c:v>
                </c:pt>
                <c:pt idx="390">
                  <c:v>96.795771201096358</c:v>
                </c:pt>
                <c:pt idx="391">
                  <c:v>95.585212255685718</c:v>
                </c:pt>
                <c:pt idx="392">
                  <c:v>95.143080888830895</c:v>
                </c:pt>
                <c:pt idx="393">
                  <c:v>93.899892322250139</c:v>
                </c:pt>
                <c:pt idx="394">
                  <c:v>94.257186674062709</c:v>
                </c:pt>
                <c:pt idx="395">
                  <c:v>95.565634482983668</c:v>
                </c:pt>
                <c:pt idx="396">
                  <c:v>95.374751199138572</c:v>
                </c:pt>
                <c:pt idx="397">
                  <c:v>95.032140176852536</c:v>
                </c:pt>
                <c:pt idx="398">
                  <c:v>94.247397787711691</c:v>
                </c:pt>
                <c:pt idx="399">
                  <c:v>94.064671909159145</c:v>
                </c:pt>
                <c:pt idx="400">
                  <c:v>94.767840245374757</c:v>
                </c:pt>
                <c:pt idx="401">
                  <c:v>95.229549384931644</c:v>
                </c:pt>
                <c:pt idx="402">
                  <c:v>95.099030900251265</c:v>
                </c:pt>
                <c:pt idx="403">
                  <c:v>95.873984403041092</c:v>
                </c:pt>
                <c:pt idx="404">
                  <c:v>96.146441739811408</c:v>
                </c:pt>
                <c:pt idx="405">
                  <c:v>95.789147387998824</c:v>
                </c:pt>
                <c:pt idx="406">
                  <c:v>95.423695630893718</c:v>
                </c:pt>
                <c:pt idx="407">
                  <c:v>95.63578816849936</c:v>
                </c:pt>
                <c:pt idx="408">
                  <c:v>94.541064378242581</c:v>
                </c:pt>
                <c:pt idx="409">
                  <c:v>93.875420106372573</c:v>
                </c:pt>
                <c:pt idx="410">
                  <c:v>94.607955101641267</c:v>
                </c:pt>
                <c:pt idx="411">
                  <c:v>95.032140176852536</c:v>
                </c:pt>
                <c:pt idx="412">
                  <c:v>95.764675172121258</c:v>
                </c:pt>
                <c:pt idx="413">
                  <c:v>94.157666329493921</c:v>
                </c:pt>
                <c:pt idx="414">
                  <c:v>94.883675400528617</c:v>
                </c:pt>
                <c:pt idx="415">
                  <c:v>95.740202956243692</c:v>
                </c:pt>
                <c:pt idx="416">
                  <c:v>95.947401050673804</c:v>
                </c:pt>
                <c:pt idx="417">
                  <c:v>96.833295265441976</c:v>
                </c:pt>
                <c:pt idx="418">
                  <c:v>95.777727020589296</c:v>
                </c:pt>
                <c:pt idx="419">
                  <c:v>92.735014846477654</c:v>
                </c:pt>
                <c:pt idx="420">
                  <c:v>93.568701667373645</c:v>
                </c:pt>
                <c:pt idx="421">
                  <c:v>93.227722126146134</c:v>
                </c:pt>
                <c:pt idx="422">
                  <c:v>93.472444284921863</c:v>
                </c:pt>
                <c:pt idx="423">
                  <c:v>94.139720037850367</c:v>
                </c:pt>
                <c:pt idx="424">
                  <c:v>93.562175743139633</c:v>
                </c:pt>
                <c:pt idx="425">
                  <c:v>93.656801644532919</c:v>
                </c:pt>
                <c:pt idx="426">
                  <c:v>95.041929063203582</c:v>
                </c:pt>
                <c:pt idx="427">
                  <c:v>94.712369889385599</c:v>
                </c:pt>
                <c:pt idx="428">
                  <c:v>93.124938819460311</c:v>
                </c:pt>
                <c:pt idx="429">
                  <c:v>92.144418703298854</c:v>
                </c:pt>
                <c:pt idx="430">
                  <c:v>93.368029497177545</c:v>
                </c:pt>
                <c:pt idx="431">
                  <c:v>90.726661663458103</c:v>
                </c:pt>
                <c:pt idx="432">
                  <c:v>91.147583776552366</c:v>
                </c:pt>
                <c:pt idx="433">
                  <c:v>93.168988808039941</c:v>
                </c:pt>
                <c:pt idx="434">
                  <c:v>93.258720266257711</c:v>
                </c:pt>
                <c:pt idx="435">
                  <c:v>93.379449864587087</c:v>
                </c:pt>
                <c:pt idx="436">
                  <c:v>92.945475903024771</c:v>
                </c:pt>
                <c:pt idx="437">
                  <c:v>92.876953698567561</c:v>
                </c:pt>
                <c:pt idx="438">
                  <c:v>92.57676118380266</c:v>
                </c:pt>
                <c:pt idx="439">
                  <c:v>90.80334127320782</c:v>
                </c:pt>
                <c:pt idx="440">
                  <c:v>91.730022514438616</c:v>
                </c:pt>
                <c:pt idx="441">
                  <c:v>90.587985773485187</c:v>
                </c:pt>
                <c:pt idx="442">
                  <c:v>92.349985316670484</c:v>
                </c:pt>
                <c:pt idx="443">
                  <c:v>93.093940679348719</c:v>
                </c:pt>
                <c:pt idx="444">
                  <c:v>93.961888602473337</c:v>
                </c:pt>
                <c:pt idx="445">
                  <c:v>94.284921852057309</c:v>
                </c:pt>
                <c:pt idx="446">
                  <c:v>93.867262701080051</c:v>
                </c:pt>
                <c:pt idx="447">
                  <c:v>94.488856984370429</c:v>
                </c:pt>
                <c:pt idx="448">
                  <c:v>93.948836754005299</c:v>
                </c:pt>
                <c:pt idx="449">
                  <c:v>93.472444284921863</c:v>
                </c:pt>
                <c:pt idx="450">
                  <c:v>93.638855352889365</c:v>
                </c:pt>
                <c:pt idx="451">
                  <c:v>93.412079485757175</c:v>
                </c:pt>
                <c:pt idx="452">
                  <c:v>93.558912781022613</c:v>
                </c:pt>
                <c:pt idx="453">
                  <c:v>92.496818611935922</c:v>
                </c:pt>
                <c:pt idx="454">
                  <c:v>91.819753972656386</c:v>
                </c:pt>
                <c:pt idx="455">
                  <c:v>90.527620974320499</c:v>
                </c:pt>
                <c:pt idx="456">
                  <c:v>90.527620974320499</c:v>
                </c:pt>
                <c:pt idx="457">
                  <c:v>90.687506118053989</c:v>
                </c:pt>
                <c:pt idx="458">
                  <c:v>89.587887884621665</c:v>
                </c:pt>
                <c:pt idx="459">
                  <c:v>91.912748392991162</c:v>
                </c:pt>
                <c:pt idx="460">
                  <c:v>89.462263843116787</c:v>
                </c:pt>
                <c:pt idx="461">
                  <c:v>88.114660488791728</c:v>
                </c:pt>
                <c:pt idx="462">
                  <c:v>88.467060397428781</c:v>
                </c:pt>
                <c:pt idx="463">
                  <c:v>88.18970861748295</c:v>
                </c:pt>
                <c:pt idx="464">
                  <c:v>88.693836264560971</c:v>
                </c:pt>
                <c:pt idx="465">
                  <c:v>86.837210819982388</c:v>
                </c:pt>
                <c:pt idx="466">
                  <c:v>86.576173850621601</c:v>
                </c:pt>
                <c:pt idx="467">
                  <c:v>87.457173622214256</c:v>
                </c:pt>
                <c:pt idx="468">
                  <c:v>87.16350703168338</c:v>
                </c:pt>
                <c:pt idx="469">
                  <c:v>88.33001598851439</c:v>
                </c:pt>
                <c:pt idx="470">
                  <c:v>89.666198975429907</c:v>
                </c:pt>
                <c:pt idx="471">
                  <c:v>90.033282213593509</c:v>
                </c:pt>
                <c:pt idx="472">
                  <c:v>91.100270825855716</c:v>
                </c:pt>
                <c:pt idx="473">
                  <c:v>90.299213626129799</c:v>
                </c:pt>
                <c:pt idx="474">
                  <c:v>89.333376839494903</c:v>
                </c:pt>
                <c:pt idx="475">
                  <c:v>89.680882304956441</c:v>
                </c:pt>
                <c:pt idx="476">
                  <c:v>90.033282213593509</c:v>
                </c:pt>
                <c:pt idx="477">
                  <c:v>89.809769308578339</c:v>
                </c:pt>
                <c:pt idx="478">
                  <c:v>90.804972754266331</c:v>
                </c:pt>
                <c:pt idx="479">
                  <c:v>90.710346852873045</c:v>
                </c:pt>
                <c:pt idx="480">
                  <c:v>90.415048781283645</c:v>
                </c:pt>
                <c:pt idx="481">
                  <c:v>90.816393121675858</c:v>
                </c:pt>
                <c:pt idx="482">
                  <c:v>89.974548895487331</c:v>
                </c:pt>
                <c:pt idx="483">
                  <c:v>89.697197115541485</c:v>
                </c:pt>
                <c:pt idx="484">
                  <c:v>89.276275002447235</c:v>
                </c:pt>
                <c:pt idx="485">
                  <c:v>88.679152935034438</c:v>
                </c:pt>
                <c:pt idx="486">
                  <c:v>88.307175253695306</c:v>
                </c:pt>
                <c:pt idx="487">
                  <c:v>88.254967859823154</c:v>
                </c:pt>
                <c:pt idx="488">
                  <c:v>86.599014585440671</c:v>
                </c:pt>
                <c:pt idx="489">
                  <c:v>87.104773713577188</c:v>
                </c:pt>
                <c:pt idx="490">
                  <c:v>86.062257317192561</c:v>
                </c:pt>
                <c:pt idx="491">
                  <c:v>87.233660717199072</c:v>
                </c:pt>
                <c:pt idx="492">
                  <c:v>87.308708845890308</c:v>
                </c:pt>
                <c:pt idx="493">
                  <c:v>87.724736515809056</c:v>
                </c:pt>
                <c:pt idx="494">
                  <c:v>88.499690018598884</c:v>
                </c:pt>
                <c:pt idx="495">
                  <c:v>89.300747218324801</c:v>
                </c:pt>
                <c:pt idx="496">
                  <c:v>89.591150846738671</c:v>
                </c:pt>
                <c:pt idx="497">
                  <c:v>90.284530296603265</c:v>
                </c:pt>
                <c:pt idx="498">
                  <c:v>91.594609586582692</c:v>
                </c:pt>
                <c:pt idx="499">
                  <c:v>91.245472640062658</c:v>
                </c:pt>
                <c:pt idx="500">
                  <c:v>90.759291284628191</c:v>
                </c:pt>
                <c:pt idx="501">
                  <c:v>91.395568897445102</c:v>
                </c:pt>
                <c:pt idx="502">
                  <c:v>92.358142721963006</c:v>
                </c:pt>
                <c:pt idx="503">
                  <c:v>94.299605181583843</c:v>
                </c:pt>
                <c:pt idx="504">
                  <c:v>93.645381277123377</c:v>
                </c:pt>
                <c:pt idx="505">
                  <c:v>93.984729337292393</c:v>
                </c:pt>
                <c:pt idx="506">
                  <c:v>94.054883022808113</c:v>
                </c:pt>
                <c:pt idx="507">
                  <c:v>93.932521943420241</c:v>
                </c:pt>
                <c:pt idx="508">
                  <c:v>94.387705158743103</c:v>
                </c:pt>
                <c:pt idx="509">
                  <c:v>92.704016706366048</c:v>
                </c:pt>
                <c:pt idx="510">
                  <c:v>92.302672365973848</c:v>
                </c:pt>
                <c:pt idx="511">
                  <c:v>93.648644239240397</c:v>
                </c:pt>
                <c:pt idx="512">
                  <c:v>94.384442196626097</c:v>
                </c:pt>
                <c:pt idx="513">
                  <c:v>95.611315952621794</c:v>
                </c:pt>
                <c:pt idx="514">
                  <c:v>96.508630534799494</c:v>
                </c:pt>
                <c:pt idx="515">
                  <c:v>95.918034391620722</c:v>
                </c:pt>
                <c:pt idx="516">
                  <c:v>97.092700753744253</c:v>
                </c:pt>
                <c:pt idx="517">
                  <c:v>97.18895813619605</c:v>
                </c:pt>
                <c:pt idx="518">
                  <c:v>97.538095082716097</c:v>
                </c:pt>
                <c:pt idx="519">
                  <c:v>98.288576369628359</c:v>
                </c:pt>
                <c:pt idx="520">
                  <c:v>98.268998596926295</c:v>
                </c:pt>
                <c:pt idx="521">
                  <c:v>98.833491043168991</c:v>
                </c:pt>
                <c:pt idx="522">
                  <c:v>98.836754005286011</c:v>
                </c:pt>
                <c:pt idx="523">
                  <c:v>99.156524292752962</c:v>
                </c:pt>
                <c:pt idx="524">
                  <c:v>99.066792834535192</c:v>
                </c:pt>
                <c:pt idx="525">
                  <c:v>99.182627989689053</c:v>
                </c:pt>
                <c:pt idx="526">
                  <c:v>97.954122752634845</c:v>
                </c:pt>
                <c:pt idx="527">
                  <c:v>98.091167161549251</c:v>
                </c:pt>
                <c:pt idx="528">
                  <c:v>98.247789343165735</c:v>
                </c:pt>
                <c:pt idx="529">
                  <c:v>99.265833523672782</c:v>
                </c:pt>
                <c:pt idx="530">
                  <c:v>98.921591020328265</c:v>
                </c:pt>
                <c:pt idx="531">
                  <c:v>98.220054165171149</c:v>
                </c:pt>
                <c:pt idx="532">
                  <c:v>98.324468952915453</c:v>
                </c:pt>
                <c:pt idx="533">
                  <c:v>97.089437791627248</c:v>
                </c:pt>
                <c:pt idx="534">
                  <c:v>97.818709824778935</c:v>
                </c:pt>
                <c:pt idx="535">
                  <c:v>97.717557999151637</c:v>
                </c:pt>
                <c:pt idx="536">
                  <c:v>96.355271315300044</c:v>
                </c:pt>
                <c:pt idx="537">
                  <c:v>96.76477306098478</c:v>
                </c:pt>
                <c:pt idx="538">
                  <c:v>97.991646816980463</c:v>
                </c:pt>
                <c:pt idx="539">
                  <c:v>98.091167161549251</c:v>
                </c:pt>
                <c:pt idx="540">
                  <c:v>97.463046954024861</c:v>
                </c:pt>
                <c:pt idx="541">
                  <c:v>97.236271086892685</c:v>
                </c:pt>
                <c:pt idx="542">
                  <c:v>97.476098802492899</c:v>
                </c:pt>
                <c:pt idx="543">
                  <c:v>99.50892420139003</c:v>
                </c:pt>
                <c:pt idx="544">
                  <c:v>99.902111136489708</c:v>
                </c:pt>
                <c:pt idx="545">
                  <c:v>101.27908114986785</c:v>
                </c:pt>
                <c:pt idx="546">
                  <c:v>100.05057591281366</c:v>
                </c:pt>
                <c:pt idx="547">
                  <c:v>99.690018598884066</c:v>
                </c:pt>
                <c:pt idx="548">
                  <c:v>99.717753776878652</c:v>
                </c:pt>
                <c:pt idx="549">
                  <c:v>98.347309687734537</c:v>
                </c:pt>
                <c:pt idx="550">
                  <c:v>99.164681698045484</c:v>
                </c:pt>
                <c:pt idx="551">
                  <c:v>99.362090906124592</c:v>
                </c:pt>
                <c:pt idx="552">
                  <c:v>98.941168793030315</c:v>
                </c:pt>
                <c:pt idx="553">
                  <c:v>99.510555682448526</c:v>
                </c:pt>
                <c:pt idx="554">
                  <c:v>100.27245733677033</c:v>
                </c:pt>
                <c:pt idx="555">
                  <c:v>100.58407021894476</c:v>
                </c:pt>
                <c:pt idx="556">
                  <c:v>101.04251639638464</c:v>
                </c:pt>
                <c:pt idx="557">
                  <c:v>102.70173263288413</c:v>
                </c:pt>
                <c:pt idx="558">
                  <c:v>104.26795444904886</c:v>
                </c:pt>
                <c:pt idx="559">
                  <c:v>104.30384703233595</c:v>
                </c:pt>
                <c:pt idx="560">
                  <c:v>104.11133226743236</c:v>
                </c:pt>
                <c:pt idx="561">
                  <c:v>104.07380820308678</c:v>
                </c:pt>
                <c:pt idx="562">
                  <c:v>104.71661174013771</c:v>
                </c:pt>
                <c:pt idx="563">
                  <c:v>104.11622671060789</c:v>
                </c:pt>
                <c:pt idx="564">
                  <c:v>103.11123437856888</c:v>
                </c:pt>
                <c:pt idx="565">
                  <c:v>102.87793258720268</c:v>
                </c:pt>
                <c:pt idx="566">
                  <c:v>102.53369008385813</c:v>
                </c:pt>
                <c:pt idx="567">
                  <c:v>103.86824158971515</c:v>
                </c:pt>
                <c:pt idx="568">
                  <c:v>104.0118119228636</c:v>
                </c:pt>
                <c:pt idx="569">
                  <c:v>104.31526739974548</c:v>
                </c:pt>
                <c:pt idx="570">
                  <c:v>105.64492446242699</c:v>
                </c:pt>
                <c:pt idx="571">
                  <c:v>106.61565569223741</c:v>
                </c:pt>
                <c:pt idx="572">
                  <c:v>106.21594283290372</c:v>
                </c:pt>
                <c:pt idx="573">
                  <c:v>106.53734460142918</c:v>
                </c:pt>
                <c:pt idx="574">
                  <c:v>106.21594283290372</c:v>
                </c:pt>
                <c:pt idx="575">
                  <c:v>105.43283192482136</c:v>
                </c:pt>
                <c:pt idx="576">
                  <c:v>105.17179495546057</c:v>
                </c:pt>
                <c:pt idx="577">
                  <c:v>105.77054850393188</c:v>
                </c:pt>
                <c:pt idx="578">
                  <c:v>104.9809116716155</c:v>
                </c:pt>
                <c:pt idx="579">
                  <c:v>105.312102326492</c:v>
                </c:pt>
                <c:pt idx="580">
                  <c:v>106.30404281006298</c:v>
                </c:pt>
                <c:pt idx="581">
                  <c:v>107.56028322511177</c:v>
                </c:pt>
                <c:pt idx="582">
                  <c:v>107.11652037719843</c:v>
                </c:pt>
                <c:pt idx="583">
                  <c:v>106.79185564655596</c:v>
                </c:pt>
                <c:pt idx="584">
                  <c:v>106.9386889418214</c:v>
                </c:pt>
                <c:pt idx="585">
                  <c:v>107.46402584265996</c:v>
                </c:pt>
                <c:pt idx="586">
                  <c:v>107.81479427023852</c:v>
                </c:pt>
                <c:pt idx="587">
                  <c:v>105.84233367050608</c:v>
                </c:pt>
                <c:pt idx="588">
                  <c:v>105.98753548471302</c:v>
                </c:pt>
                <c:pt idx="589">
                  <c:v>106.15068359056352</c:v>
                </c:pt>
                <c:pt idx="590">
                  <c:v>104.56977844487226</c:v>
                </c:pt>
                <c:pt idx="591">
                  <c:v>102.52063823539008</c:v>
                </c:pt>
                <c:pt idx="592">
                  <c:v>104.64482657356349</c:v>
                </c:pt>
                <c:pt idx="593">
                  <c:v>106.05279472705323</c:v>
                </c:pt>
                <c:pt idx="594">
                  <c:v>105.15384866381703</c:v>
                </c:pt>
                <c:pt idx="595">
                  <c:v>104.78187098247791</c:v>
                </c:pt>
                <c:pt idx="596">
                  <c:v>104.8438672627011</c:v>
                </c:pt>
                <c:pt idx="597">
                  <c:v>105.71997259111822</c:v>
                </c:pt>
                <c:pt idx="598">
                  <c:v>106.17515580644108</c:v>
                </c:pt>
                <c:pt idx="599">
                  <c:v>106.75270010115183</c:v>
                </c:pt>
                <c:pt idx="600">
                  <c:v>105.32841713707704</c:v>
                </c:pt>
                <c:pt idx="601">
                  <c:v>105.76239109863937</c:v>
                </c:pt>
                <c:pt idx="602">
                  <c:v>105.35288935295462</c:v>
                </c:pt>
                <c:pt idx="603">
                  <c:v>105.60576891702287</c:v>
                </c:pt>
                <c:pt idx="604">
                  <c:v>104.60567102815936</c:v>
                </c:pt>
                <c:pt idx="605">
                  <c:v>105.01354129278559</c:v>
                </c:pt>
                <c:pt idx="606">
                  <c:v>105.51930042092212</c:v>
                </c:pt>
                <c:pt idx="607">
                  <c:v>104.72150618331322</c:v>
                </c:pt>
                <c:pt idx="608">
                  <c:v>104.67745619473359</c:v>
                </c:pt>
                <c:pt idx="609">
                  <c:v>105.70855222370869</c:v>
                </c:pt>
                <c:pt idx="610">
                  <c:v>105.73139295852776</c:v>
                </c:pt>
                <c:pt idx="611">
                  <c:v>105.63839853819297</c:v>
                </c:pt>
                <c:pt idx="612">
                  <c:v>105.05759128136522</c:v>
                </c:pt>
                <c:pt idx="613">
                  <c:v>104.38052664208568</c:v>
                </c:pt>
                <c:pt idx="614">
                  <c:v>103.90413417300226</c:v>
                </c:pt>
                <c:pt idx="615">
                  <c:v>104.43273403595785</c:v>
                </c:pt>
                <c:pt idx="616">
                  <c:v>104.69866544849413</c:v>
                </c:pt>
                <c:pt idx="617">
                  <c:v>104.45883773289393</c:v>
                </c:pt>
                <c:pt idx="618">
                  <c:v>105.16037458805103</c:v>
                </c:pt>
                <c:pt idx="619">
                  <c:v>104.89607465657325</c:v>
                </c:pt>
                <c:pt idx="620">
                  <c:v>105.27620974320489</c:v>
                </c:pt>
                <c:pt idx="621">
                  <c:v>105.59108558749635</c:v>
                </c:pt>
                <c:pt idx="622">
                  <c:v>105.73791888276179</c:v>
                </c:pt>
                <c:pt idx="623">
                  <c:v>107.6108591379254</c:v>
                </c:pt>
                <c:pt idx="624">
                  <c:v>107.27314255881491</c:v>
                </c:pt>
                <c:pt idx="625">
                  <c:v>107.85558129670115</c:v>
                </c:pt>
                <c:pt idx="626">
                  <c:v>108.61911443208146</c:v>
                </c:pt>
                <c:pt idx="627">
                  <c:v>108.94377916272393</c:v>
                </c:pt>
                <c:pt idx="628">
                  <c:v>109.27333833654191</c:v>
                </c:pt>
                <c:pt idx="629">
                  <c:v>109.20644761314323</c:v>
                </c:pt>
                <c:pt idx="630">
                  <c:v>110.27833066858095</c:v>
                </c:pt>
                <c:pt idx="631">
                  <c:v>110.11355108167196</c:v>
                </c:pt>
                <c:pt idx="632">
                  <c:v>109.49032531732308</c:v>
                </c:pt>
                <c:pt idx="633">
                  <c:v>109.94224557052894</c:v>
                </c:pt>
                <c:pt idx="634">
                  <c:v>110.30769732763403</c:v>
                </c:pt>
                <c:pt idx="635">
                  <c:v>110.65357131203706</c:v>
                </c:pt>
                <c:pt idx="636">
                  <c:v>110.16249551342709</c:v>
                </c:pt>
                <c:pt idx="637">
                  <c:v>109.58821418083338</c:v>
                </c:pt>
                <c:pt idx="638">
                  <c:v>110.98476196691355</c:v>
                </c:pt>
                <c:pt idx="639">
                  <c:v>111.19685450451922</c:v>
                </c:pt>
                <c:pt idx="640">
                  <c:v>110.97497308056255</c:v>
                </c:pt>
                <c:pt idx="641">
                  <c:v>111.02065455020067</c:v>
                </c:pt>
                <c:pt idx="642">
                  <c:v>111.21316931510425</c:v>
                </c:pt>
                <c:pt idx="643">
                  <c:v>111.37958038307177</c:v>
                </c:pt>
                <c:pt idx="644">
                  <c:v>110.04502887721475</c:v>
                </c:pt>
                <c:pt idx="645">
                  <c:v>108.85241622344766</c:v>
                </c:pt>
                <c:pt idx="646">
                  <c:v>107.35634809279865</c:v>
                </c:pt>
                <c:pt idx="647">
                  <c:v>106.2812020752439</c:v>
                </c:pt>
                <c:pt idx="648">
                  <c:v>107.95020719809443</c:v>
                </c:pt>
                <c:pt idx="649">
                  <c:v>108.07093679642381</c:v>
                </c:pt>
                <c:pt idx="650">
                  <c:v>108.40865337553431</c:v>
                </c:pt>
                <c:pt idx="651">
                  <c:v>108.55385518974126</c:v>
                </c:pt>
                <c:pt idx="652">
                  <c:v>107.27640552093189</c:v>
                </c:pt>
                <c:pt idx="653">
                  <c:v>106.71843899892322</c:v>
                </c:pt>
                <c:pt idx="654">
                  <c:v>107.6108591379254</c:v>
                </c:pt>
                <c:pt idx="655">
                  <c:v>107.88168499363724</c:v>
                </c:pt>
                <c:pt idx="656">
                  <c:v>108.78878846216597</c:v>
                </c:pt>
                <c:pt idx="657">
                  <c:v>107.29761477469246</c:v>
                </c:pt>
                <c:pt idx="658">
                  <c:v>108.19003491369466</c:v>
                </c:pt>
                <c:pt idx="659">
                  <c:v>108.45433484517247</c:v>
                </c:pt>
                <c:pt idx="660">
                  <c:v>108.58485332985286</c:v>
                </c:pt>
                <c:pt idx="661">
                  <c:v>107.52112767970763</c:v>
                </c:pt>
                <c:pt idx="662">
                  <c:v>107.30087773680947</c:v>
                </c:pt>
                <c:pt idx="663">
                  <c:v>106.76412046856136</c:v>
                </c:pt>
                <c:pt idx="664">
                  <c:v>106.97131856299148</c:v>
                </c:pt>
                <c:pt idx="665">
                  <c:v>107.91268313374883</c:v>
                </c:pt>
                <c:pt idx="666">
                  <c:v>109.89166965771528</c:v>
                </c:pt>
                <c:pt idx="667">
                  <c:v>110.75798609978138</c:v>
                </c:pt>
                <c:pt idx="668">
                  <c:v>110.36969360785722</c:v>
                </c:pt>
                <c:pt idx="669">
                  <c:v>110.48716024406957</c:v>
                </c:pt>
                <c:pt idx="670">
                  <c:v>109.92593075994388</c:v>
                </c:pt>
                <c:pt idx="671">
                  <c:v>111.32737298919959</c:v>
                </c:pt>
                <c:pt idx="672">
                  <c:v>111.25721930368388</c:v>
                </c:pt>
                <c:pt idx="673">
                  <c:v>111.2604822658009</c:v>
                </c:pt>
                <c:pt idx="674">
                  <c:v>110.74003980813782</c:v>
                </c:pt>
                <c:pt idx="675">
                  <c:v>108.0693053153653</c:v>
                </c:pt>
                <c:pt idx="676">
                  <c:v>106.8717982184227</c:v>
                </c:pt>
                <c:pt idx="677">
                  <c:v>106.65154827552455</c:v>
                </c:pt>
                <c:pt idx="678">
                  <c:v>104.65135249779752</c:v>
                </c:pt>
                <c:pt idx="679">
                  <c:v>104.76718765295136</c:v>
                </c:pt>
                <c:pt idx="680">
                  <c:v>105.90432995072929</c:v>
                </c:pt>
                <c:pt idx="681">
                  <c:v>105.64003001925148</c:v>
                </c:pt>
                <c:pt idx="682">
                  <c:v>105.86027996214966</c:v>
                </c:pt>
                <c:pt idx="683">
                  <c:v>105.54703559891669</c:v>
                </c:pt>
                <c:pt idx="684">
                  <c:v>106.62707605964697</c:v>
                </c:pt>
                <c:pt idx="685">
                  <c:v>106.24041504878127</c:v>
                </c:pt>
                <c:pt idx="686">
                  <c:v>106.97131856299148</c:v>
                </c:pt>
                <c:pt idx="687">
                  <c:v>106.94521486605541</c:v>
                </c:pt>
                <c:pt idx="688">
                  <c:v>108.1068293797109</c:v>
                </c:pt>
                <c:pt idx="689">
                  <c:v>109.39080497275427</c:v>
                </c:pt>
                <c:pt idx="690">
                  <c:v>110.57852318334585</c:v>
                </c:pt>
                <c:pt idx="691">
                  <c:v>111.38936926942277</c:v>
                </c:pt>
                <c:pt idx="692">
                  <c:v>111.34858224296016</c:v>
                </c:pt>
                <c:pt idx="693">
                  <c:v>111.34858224296016</c:v>
                </c:pt>
                <c:pt idx="694">
                  <c:v>112.38946715828631</c:v>
                </c:pt>
                <c:pt idx="695">
                  <c:v>113.39445949032532</c:v>
                </c:pt>
                <c:pt idx="696">
                  <c:v>116.22671060788986</c:v>
                </c:pt>
                <c:pt idx="697">
                  <c:v>116.80425490260058</c:v>
                </c:pt>
                <c:pt idx="698">
                  <c:v>115.72910888504586</c:v>
                </c:pt>
                <c:pt idx="699">
                  <c:v>116.86625118282376</c:v>
                </c:pt>
                <c:pt idx="700">
                  <c:v>116.87440858811628</c:v>
                </c:pt>
                <c:pt idx="701">
                  <c:v>117.84840278004371</c:v>
                </c:pt>
                <c:pt idx="702">
                  <c:v>118.03928606388881</c:v>
                </c:pt>
                <c:pt idx="703">
                  <c:v>118.47652298756812</c:v>
                </c:pt>
                <c:pt idx="704">
                  <c:v>117.77988057558653</c:v>
                </c:pt>
                <c:pt idx="705">
                  <c:v>115.7062681502268</c:v>
                </c:pt>
                <c:pt idx="706">
                  <c:v>115.18908865468072</c:v>
                </c:pt>
                <c:pt idx="707">
                  <c:v>115.62632557836004</c:v>
                </c:pt>
                <c:pt idx="708">
                  <c:v>116.95924560315856</c:v>
                </c:pt>
                <c:pt idx="709">
                  <c:v>115.19887754103175</c:v>
                </c:pt>
                <c:pt idx="710">
                  <c:v>113.84148530035567</c:v>
                </c:pt>
                <c:pt idx="711">
                  <c:v>112.41883381733939</c:v>
                </c:pt>
                <c:pt idx="712">
                  <c:v>113.39935393350085</c:v>
                </c:pt>
                <c:pt idx="713">
                  <c:v>113.99321303879664</c:v>
                </c:pt>
                <c:pt idx="714">
                  <c:v>114.89542206414984</c:v>
                </c:pt>
                <c:pt idx="715">
                  <c:v>115.19887754103175</c:v>
                </c:pt>
                <c:pt idx="716">
                  <c:v>115.0830423858779</c:v>
                </c:pt>
                <c:pt idx="717">
                  <c:v>114.65069990537411</c:v>
                </c:pt>
                <c:pt idx="718">
                  <c:v>115.02267758671323</c:v>
                </c:pt>
                <c:pt idx="719">
                  <c:v>115.93793846053448</c:v>
                </c:pt>
                <c:pt idx="720">
                  <c:v>114.9786275981336</c:v>
                </c:pt>
                <c:pt idx="721">
                  <c:v>115.32776454465363</c:v>
                </c:pt>
                <c:pt idx="722">
                  <c:v>114.76653506052796</c:v>
                </c:pt>
                <c:pt idx="723">
                  <c:v>113.25088915717689</c:v>
                </c:pt>
                <c:pt idx="724">
                  <c:v>113.12526511567201</c:v>
                </c:pt>
                <c:pt idx="725">
                  <c:v>112.78591705550301</c:v>
                </c:pt>
                <c:pt idx="726">
                  <c:v>111.44483962541194</c:v>
                </c:pt>
                <c:pt idx="727">
                  <c:v>114.44187032988549</c:v>
                </c:pt>
                <c:pt idx="728">
                  <c:v>114.99983685189417</c:v>
                </c:pt>
                <c:pt idx="729">
                  <c:v>115.283714556074</c:v>
                </c:pt>
                <c:pt idx="730">
                  <c:v>113.89206121316933</c:v>
                </c:pt>
                <c:pt idx="731">
                  <c:v>112.77123372597644</c:v>
                </c:pt>
                <c:pt idx="732">
                  <c:v>112.94743368029498</c:v>
                </c:pt>
                <c:pt idx="733">
                  <c:v>113.54455574770779</c:v>
                </c:pt>
                <c:pt idx="734">
                  <c:v>114.43860736776845</c:v>
                </c:pt>
                <c:pt idx="735">
                  <c:v>115.60674780565799</c:v>
                </c:pt>
                <c:pt idx="736">
                  <c:v>115.86452181290177</c:v>
                </c:pt>
                <c:pt idx="737">
                  <c:v>117.22191405357785</c:v>
                </c:pt>
                <c:pt idx="738">
                  <c:v>117.96097497308058</c:v>
                </c:pt>
                <c:pt idx="739">
                  <c:v>118.83218585832218</c:v>
                </c:pt>
                <c:pt idx="740">
                  <c:v>118.04581198812284</c:v>
                </c:pt>
                <c:pt idx="741">
                  <c:v>117.61346950761902</c:v>
                </c:pt>
                <c:pt idx="742">
                  <c:v>118.69024700623227</c:v>
                </c:pt>
                <c:pt idx="743">
                  <c:v>118.66251182823768</c:v>
                </c:pt>
                <c:pt idx="744">
                  <c:v>118.19590824550528</c:v>
                </c:pt>
                <c:pt idx="745">
                  <c:v>119.29389499787908</c:v>
                </c:pt>
                <c:pt idx="746">
                  <c:v>120.78506868535257</c:v>
                </c:pt>
                <c:pt idx="747">
                  <c:v>121.92057950207197</c:v>
                </c:pt>
                <c:pt idx="748">
                  <c:v>121.90100172936992</c:v>
                </c:pt>
                <c:pt idx="749">
                  <c:v>121.25493523020199</c:v>
                </c:pt>
                <c:pt idx="750">
                  <c:v>120.94005938591053</c:v>
                </c:pt>
                <c:pt idx="751">
                  <c:v>120.93679642379351</c:v>
                </c:pt>
                <c:pt idx="752">
                  <c:v>120.82585571181519</c:v>
                </c:pt>
                <c:pt idx="753">
                  <c:v>120.33967435638073</c:v>
                </c:pt>
                <c:pt idx="754">
                  <c:v>119.0687506118054</c:v>
                </c:pt>
                <c:pt idx="755">
                  <c:v>120.50608542434824</c:v>
                </c:pt>
                <c:pt idx="756">
                  <c:v>118.67556367670574</c:v>
                </c:pt>
                <c:pt idx="757">
                  <c:v>119.83228374718571</c:v>
                </c:pt>
                <c:pt idx="758">
                  <c:v>120.51097986752374</c:v>
                </c:pt>
                <c:pt idx="759">
                  <c:v>120.89274643521391</c:v>
                </c:pt>
                <c:pt idx="760">
                  <c:v>119.64140046334064</c:v>
                </c:pt>
                <c:pt idx="761">
                  <c:v>119.22700427448036</c:v>
                </c:pt>
                <c:pt idx="762">
                  <c:v>119.06222468757139</c:v>
                </c:pt>
                <c:pt idx="763">
                  <c:v>118.63640813130161</c:v>
                </c:pt>
                <c:pt idx="764">
                  <c:v>118.10291382517049</c:v>
                </c:pt>
                <c:pt idx="765">
                  <c:v>119.0344895095768</c:v>
                </c:pt>
                <c:pt idx="766">
                  <c:v>115.12219793128202</c:v>
                </c:pt>
                <c:pt idx="767">
                  <c:v>114.50223512905015</c:v>
                </c:pt>
                <c:pt idx="768">
                  <c:v>113.2182595360068</c:v>
                </c:pt>
                <c:pt idx="769">
                  <c:v>112.71739485104577</c:v>
                </c:pt>
                <c:pt idx="770">
                  <c:v>113.43524651678794</c:v>
                </c:pt>
                <c:pt idx="771">
                  <c:v>112.44820047639249</c:v>
                </c:pt>
                <c:pt idx="772">
                  <c:v>113.97852970927008</c:v>
                </c:pt>
                <c:pt idx="773">
                  <c:v>114.3863999738963</c:v>
                </c:pt>
                <c:pt idx="774">
                  <c:v>113.55597611511732</c:v>
                </c:pt>
                <c:pt idx="775">
                  <c:v>112.291578294776</c:v>
                </c:pt>
                <c:pt idx="776">
                  <c:v>110.67641204685614</c:v>
                </c:pt>
                <c:pt idx="777">
                  <c:v>110.70414722485073</c:v>
                </c:pt>
                <c:pt idx="778">
                  <c:v>110.50673801677162</c:v>
                </c:pt>
                <c:pt idx="779">
                  <c:v>110.12333996802298</c:v>
                </c:pt>
                <c:pt idx="780">
                  <c:v>111.6895617841877</c:v>
                </c:pt>
                <c:pt idx="781">
                  <c:v>113.46461317584102</c:v>
                </c:pt>
                <c:pt idx="782">
                  <c:v>113.58860573628742</c:v>
                </c:pt>
                <c:pt idx="783">
                  <c:v>112.64887264658859</c:v>
                </c:pt>
                <c:pt idx="784">
                  <c:v>112.35520605605768</c:v>
                </c:pt>
                <c:pt idx="785">
                  <c:v>111.22295820145528</c:v>
                </c:pt>
                <c:pt idx="786">
                  <c:v>109.75625672985936</c:v>
                </c:pt>
                <c:pt idx="787">
                  <c:v>107.74137762260581</c:v>
                </c:pt>
                <c:pt idx="788">
                  <c:v>108.84752178027213</c:v>
                </c:pt>
                <c:pt idx="789">
                  <c:v>108.51469964433713</c:v>
                </c:pt>
                <c:pt idx="790">
                  <c:v>110.68783241426567</c:v>
                </c:pt>
                <c:pt idx="791">
                  <c:v>111.06959898195583</c:v>
                </c:pt>
                <c:pt idx="792">
                  <c:v>110.79061572095148</c:v>
                </c:pt>
                <c:pt idx="793">
                  <c:v>110.49042320618658</c:v>
                </c:pt>
                <c:pt idx="794">
                  <c:v>108.55874963291676</c:v>
                </c:pt>
                <c:pt idx="795">
                  <c:v>107.75442947107385</c:v>
                </c:pt>
                <c:pt idx="796">
                  <c:v>108.66316442066109</c:v>
                </c:pt>
                <c:pt idx="797">
                  <c:v>109.68773452540216</c:v>
                </c:pt>
                <c:pt idx="798">
                  <c:v>108.78715698110746</c:v>
                </c:pt>
                <c:pt idx="799">
                  <c:v>107.88494795575423</c:v>
                </c:pt>
                <c:pt idx="800">
                  <c:v>109.42669755604138</c:v>
                </c:pt>
                <c:pt idx="801">
                  <c:v>109.8313048585506</c:v>
                </c:pt>
                <c:pt idx="802">
                  <c:v>108.61421998890593</c:v>
                </c:pt>
                <c:pt idx="803">
                  <c:v>110.2962769602245</c:v>
                </c:pt>
                <c:pt idx="804">
                  <c:v>111.23601004992334</c:v>
                </c:pt>
                <c:pt idx="805">
                  <c:v>109.38917349169577</c:v>
                </c:pt>
                <c:pt idx="806">
                  <c:v>111.08101934936536</c:v>
                </c:pt>
                <c:pt idx="807">
                  <c:v>110.6927268574412</c:v>
                </c:pt>
                <c:pt idx="808">
                  <c:v>110.99944529644013</c:v>
                </c:pt>
                <c:pt idx="809">
                  <c:v>111.97670245048457</c:v>
                </c:pt>
                <c:pt idx="810">
                  <c:v>111.96528208307504</c:v>
                </c:pt>
                <c:pt idx="811">
                  <c:v>111.80050249616602</c:v>
                </c:pt>
                <c:pt idx="812">
                  <c:v>111.79723953404901</c:v>
                </c:pt>
                <c:pt idx="813">
                  <c:v>112.5265115672007</c:v>
                </c:pt>
                <c:pt idx="814">
                  <c:v>112.89196332430582</c:v>
                </c:pt>
                <c:pt idx="815">
                  <c:v>113.02900773322023</c:v>
                </c:pt>
                <c:pt idx="816">
                  <c:v>114.17593891734919</c:v>
                </c:pt>
                <c:pt idx="817">
                  <c:v>113.25252063823538</c:v>
                </c:pt>
                <c:pt idx="818">
                  <c:v>113.13342252096452</c:v>
                </c:pt>
                <c:pt idx="819">
                  <c:v>113.60328906581394</c:v>
                </c:pt>
                <c:pt idx="820">
                  <c:v>113.34062061539467</c:v>
                </c:pt>
                <c:pt idx="821">
                  <c:v>112.26873755995692</c:v>
                </c:pt>
                <c:pt idx="822">
                  <c:v>113.26557248670343</c:v>
                </c:pt>
                <c:pt idx="823">
                  <c:v>114.31298332626358</c:v>
                </c:pt>
                <c:pt idx="824">
                  <c:v>113.5478187098248</c:v>
                </c:pt>
                <c:pt idx="825">
                  <c:v>112.40578196887134</c:v>
                </c:pt>
                <c:pt idx="826">
                  <c:v>111.74340065911834</c:v>
                </c:pt>
                <c:pt idx="827">
                  <c:v>112.56077266942933</c:v>
                </c:pt>
                <c:pt idx="828">
                  <c:v>112.21163572290926</c:v>
                </c:pt>
                <c:pt idx="829">
                  <c:v>112.19858387444124</c:v>
                </c:pt>
                <c:pt idx="830">
                  <c:v>111.04838972819526</c:v>
                </c:pt>
                <c:pt idx="831">
                  <c:v>110.79061572095148</c:v>
                </c:pt>
                <c:pt idx="832">
                  <c:v>110.34358991092112</c:v>
                </c:pt>
                <c:pt idx="833">
                  <c:v>110.02545110451267</c:v>
                </c:pt>
                <c:pt idx="834">
                  <c:v>109.43159199921691</c:v>
                </c:pt>
                <c:pt idx="835">
                  <c:v>108.91114954155383</c:v>
                </c:pt>
                <c:pt idx="836">
                  <c:v>106.64502235129049</c:v>
                </c:pt>
                <c:pt idx="837">
                  <c:v>106.00221881423957</c:v>
                </c:pt>
                <c:pt idx="838">
                  <c:v>106.29914836688748</c:v>
                </c:pt>
                <c:pt idx="839">
                  <c:v>106.34972427970114</c:v>
                </c:pt>
                <c:pt idx="840">
                  <c:v>107.02678891898066</c:v>
                </c:pt>
                <c:pt idx="841">
                  <c:v>108.14761640617354</c:v>
                </c:pt>
                <c:pt idx="842">
                  <c:v>109.46259013932848</c:v>
                </c:pt>
                <c:pt idx="843">
                  <c:v>109.35980683264268</c:v>
                </c:pt>
                <c:pt idx="844">
                  <c:v>108.78226253793193</c:v>
                </c:pt>
                <c:pt idx="845">
                  <c:v>108.85404770450617</c:v>
                </c:pt>
                <c:pt idx="846">
                  <c:v>108.14435344405653</c:v>
                </c:pt>
                <c:pt idx="847">
                  <c:v>106.32035762064804</c:v>
                </c:pt>
                <c:pt idx="848">
                  <c:v>104.65624694097302</c:v>
                </c:pt>
                <c:pt idx="849">
                  <c:v>106.14252618527098</c:v>
                </c:pt>
                <c:pt idx="850">
                  <c:v>106.75270010115183</c:v>
                </c:pt>
                <c:pt idx="851">
                  <c:v>106.39703723039776</c:v>
                </c:pt>
                <c:pt idx="852">
                  <c:v>106.61565569223741</c:v>
                </c:pt>
                <c:pt idx="853">
                  <c:v>107.26498515352236</c:v>
                </c:pt>
                <c:pt idx="854">
                  <c:v>106.51939830978563</c:v>
                </c:pt>
                <c:pt idx="855">
                  <c:v>105.68408000783111</c:v>
                </c:pt>
                <c:pt idx="856">
                  <c:v>104.67908767579208</c:v>
                </c:pt>
                <c:pt idx="857">
                  <c:v>104.2842692596339</c:v>
                </c:pt>
                <c:pt idx="858">
                  <c:v>103.40979541227526</c:v>
                </c:pt>
                <c:pt idx="859">
                  <c:v>103.45221391979639</c:v>
                </c:pt>
                <c:pt idx="860">
                  <c:v>102.4194864097628</c:v>
                </c:pt>
                <c:pt idx="861">
                  <c:v>103.27601396547786</c:v>
                </c:pt>
                <c:pt idx="862">
                  <c:v>101.70163474402062</c:v>
                </c:pt>
                <c:pt idx="863">
                  <c:v>101.92188468691879</c:v>
                </c:pt>
                <c:pt idx="864">
                  <c:v>99.846640780500536</c:v>
                </c:pt>
                <c:pt idx="865">
                  <c:v>99.580709367964232</c:v>
                </c:pt>
                <c:pt idx="866">
                  <c:v>101.990406891376</c:v>
                </c:pt>
                <c:pt idx="867">
                  <c:v>99.965738897771402</c:v>
                </c:pt>
                <c:pt idx="868">
                  <c:v>99.972264822005414</c:v>
                </c:pt>
                <c:pt idx="869">
                  <c:v>99.8662185532026</c:v>
                </c:pt>
                <c:pt idx="870">
                  <c:v>99.345776095539534</c:v>
                </c:pt>
                <c:pt idx="871">
                  <c:v>99.833588932032498</c:v>
                </c:pt>
                <c:pt idx="872">
                  <c:v>101.08167194178877</c:v>
                </c:pt>
                <c:pt idx="873">
                  <c:v>101.7228439977812</c:v>
                </c:pt>
                <c:pt idx="874">
                  <c:v>101.10940711978333</c:v>
                </c:pt>
                <c:pt idx="875">
                  <c:v>101.5645903351062</c:v>
                </c:pt>
                <c:pt idx="876">
                  <c:v>100.74069240056124</c:v>
                </c:pt>
                <c:pt idx="877">
                  <c:v>99.355564981890566</c:v>
                </c:pt>
                <c:pt idx="878">
                  <c:v>100.10604626880281</c:v>
                </c:pt>
                <c:pt idx="879">
                  <c:v>99.435507553757304</c:v>
                </c:pt>
                <c:pt idx="880">
                  <c:v>98.339152282442015</c:v>
                </c:pt>
                <c:pt idx="881">
                  <c:v>98.942800274088825</c:v>
                </c:pt>
                <c:pt idx="882">
                  <c:v>100.44702581003035</c:v>
                </c:pt>
                <c:pt idx="883">
                  <c:v>102.36075309165662</c:v>
                </c:pt>
                <c:pt idx="884">
                  <c:v>101.44875517995236</c:v>
                </c:pt>
                <c:pt idx="885">
                  <c:v>101.81094397494046</c:v>
                </c:pt>
                <c:pt idx="886">
                  <c:v>102.30365125460894</c:v>
                </c:pt>
                <c:pt idx="887">
                  <c:v>102.820830750155</c:v>
                </c:pt>
                <c:pt idx="888">
                  <c:v>103.04760661728719</c:v>
                </c:pt>
                <c:pt idx="889">
                  <c:v>102.77514928051686</c:v>
                </c:pt>
                <c:pt idx="890">
                  <c:v>102.30854569778445</c:v>
                </c:pt>
                <c:pt idx="891">
                  <c:v>102.89424739778772</c:v>
                </c:pt>
                <c:pt idx="892">
                  <c:v>103.321695435116</c:v>
                </c:pt>
                <c:pt idx="893">
                  <c:v>102.80777890168696</c:v>
                </c:pt>
                <c:pt idx="894">
                  <c:v>103.12265474597841</c:v>
                </c:pt>
                <c:pt idx="895">
                  <c:v>102.9578751590694</c:v>
                </c:pt>
                <c:pt idx="896">
                  <c:v>102.17639573204555</c:v>
                </c:pt>
                <c:pt idx="897">
                  <c:v>101.59721995627631</c:v>
                </c:pt>
                <c:pt idx="898">
                  <c:v>100.94299605181585</c:v>
                </c:pt>
                <c:pt idx="899">
                  <c:v>100.38992397298267</c:v>
                </c:pt>
                <c:pt idx="900">
                  <c:v>100.8956831011192</c:v>
                </c:pt>
                <c:pt idx="901">
                  <c:v>103.67246386269456</c:v>
                </c:pt>
                <c:pt idx="902">
                  <c:v>103.87803047606619</c:v>
                </c:pt>
                <c:pt idx="903">
                  <c:v>104.90749502398278</c:v>
                </c:pt>
                <c:pt idx="904">
                  <c:v>104.69540248637715</c:v>
                </c:pt>
                <c:pt idx="905">
                  <c:v>106.18657617385064</c:v>
                </c:pt>
                <c:pt idx="906">
                  <c:v>106.10337063986688</c:v>
                </c:pt>
                <c:pt idx="907">
                  <c:v>105.66776519724608</c:v>
                </c:pt>
                <c:pt idx="908">
                  <c:v>106.11479100727641</c:v>
                </c:pt>
                <c:pt idx="909">
                  <c:v>107.32698143374554</c:v>
                </c:pt>
                <c:pt idx="910">
                  <c:v>106.86200933207166</c:v>
                </c:pt>
                <c:pt idx="911">
                  <c:v>105.19626717133815</c:v>
                </c:pt>
                <c:pt idx="912">
                  <c:v>104.54856919111168</c:v>
                </c:pt>
                <c:pt idx="913">
                  <c:v>104.99070055796653</c:v>
                </c:pt>
                <c:pt idx="914">
                  <c:v>105.64818742454401</c:v>
                </c:pt>
                <c:pt idx="915">
                  <c:v>104.57467288804779</c:v>
                </c:pt>
                <c:pt idx="916">
                  <c:v>103.16670473455804</c:v>
                </c:pt>
                <c:pt idx="917">
                  <c:v>104.10317486213985</c:v>
                </c:pt>
                <c:pt idx="918">
                  <c:v>105.87170032955919</c:v>
                </c:pt>
                <c:pt idx="919">
                  <c:v>105.25826345156133</c:v>
                </c:pt>
                <c:pt idx="920">
                  <c:v>103.3869546774562</c:v>
                </c:pt>
                <c:pt idx="921">
                  <c:v>103.11776030280288</c:v>
                </c:pt>
                <c:pt idx="922">
                  <c:v>102.44395862564035</c:v>
                </c:pt>
                <c:pt idx="923">
                  <c:v>100.58243873788626</c:v>
                </c:pt>
                <c:pt idx="924">
                  <c:v>100.33282213593502</c:v>
                </c:pt>
                <c:pt idx="925">
                  <c:v>100.64769798022645</c:v>
                </c:pt>
                <c:pt idx="926">
                  <c:v>99.37187979247561</c:v>
                </c:pt>
                <c:pt idx="927">
                  <c:v>96.821874898032448</c:v>
                </c:pt>
                <c:pt idx="928">
                  <c:v>96.754984174633734</c:v>
                </c:pt>
                <c:pt idx="929">
                  <c:v>95.717362221424608</c:v>
                </c:pt>
                <c:pt idx="930">
                  <c:v>95.268704930335758</c:v>
                </c:pt>
                <c:pt idx="931">
                  <c:v>92.844324077397459</c:v>
                </c:pt>
                <c:pt idx="932">
                  <c:v>92.301040884915324</c:v>
                </c:pt>
                <c:pt idx="933">
                  <c:v>92.229255718341122</c:v>
                </c:pt>
                <c:pt idx="934">
                  <c:v>94.477436616960873</c:v>
                </c:pt>
                <c:pt idx="935">
                  <c:v>92.617548210265284</c:v>
                </c:pt>
                <c:pt idx="936">
                  <c:v>94.451332920024811</c:v>
                </c:pt>
                <c:pt idx="937">
                  <c:v>94.222925571834111</c:v>
                </c:pt>
                <c:pt idx="938">
                  <c:v>94.991353150389926</c:v>
                </c:pt>
                <c:pt idx="939">
                  <c:v>93.552386856788587</c:v>
                </c:pt>
                <c:pt idx="940">
                  <c:v>93.059679577120107</c:v>
                </c:pt>
                <c:pt idx="941">
                  <c:v>92.966685156785331</c:v>
                </c:pt>
                <c:pt idx="942">
                  <c:v>93.018892550657498</c:v>
                </c:pt>
                <c:pt idx="943">
                  <c:v>94.302868143700863</c:v>
                </c:pt>
                <c:pt idx="944">
                  <c:v>93.048259209710579</c:v>
                </c:pt>
                <c:pt idx="945">
                  <c:v>92.496818611935922</c:v>
                </c:pt>
                <c:pt idx="946">
                  <c:v>95.61784187685582</c:v>
                </c:pt>
                <c:pt idx="947">
                  <c:v>95.813619603876404</c:v>
                </c:pt>
                <c:pt idx="948">
                  <c:v>96.906711913074702</c:v>
                </c:pt>
                <c:pt idx="949">
                  <c:v>97.941070904166807</c:v>
                </c:pt>
                <c:pt idx="950">
                  <c:v>99.84174633732502</c:v>
                </c:pt>
                <c:pt idx="951">
                  <c:v>98.981955819492939</c:v>
                </c:pt>
                <c:pt idx="952">
                  <c:v>99.314777955427928</c:v>
                </c:pt>
                <c:pt idx="953">
                  <c:v>99.660651939830984</c:v>
                </c:pt>
                <c:pt idx="954">
                  <c:v>100.18925180278657</c:v>
                </c:pt>
                <c:pt idx="955">
                  <c:v>98.804124384115909</c:v>
                </c:pt>
                <c:pt idx="956">
                  <c:v>100.1288870036219</c:v>
                </c:pt>
                <c:pt idx="957">
                  <c:v>100.21535549972268</c:v>
                </c:pt>
                <c:pt idx="958">
                  <c:v>100.59875354847132</c:v>
                </c:pt>
                <c:pt idx="959">
                  <c:v>101.6902143766111</c:v>
                </c:pt>
                <c:pt idx="960">
                  <c:v>102.48311417104448</c:v>
                </c:pt>
                <c:pt idx="961">
                  <c:v>101.84520507716906</c:v>
                </c:pt>
                <c:pt idx="962">
                  <c:v>101.47322739582994</c:v>
                </c:pt>
                <c:pt idx="963">
                  <c:v>100.99030900251249</c:v>
                </c:pt>
                <c:pt idx="964">
                  <c:v>101.70489770613764</c:v>
                </c:pt>
                <c:pt idx="965">
                  <c:v>101.78484027800438</c:v>
                </c:pt>
                <c:pt idx="966">
                  <c:v>100.28387770417986</c:v>
                </c:pt>
                <c:pt idx="967">
                  <c:v>100.99846640780501</c:v>
                </c:pt>
                <c:pt idx="968">
                  <c:v>100.72764055209321</c:v>
                </c:pt>
                <c:pt idx="969">
                  <c:v>101.80768101282345</c:v>
                </c:pt>
                <c:pt idx="970">
                  <c:v>101.43896629360134</c:v>
                </c:pt>
                <c:pt idx="971">
                  <c:v>99.805853754037926</c:v>
                </c:pt>
                <c:pt idx="972">
                  <c:v>98.476196691356421</c:v>
                </c:pt>
                <c:pt idx="973">
                  <c:v>99.094528012529764</c:v>
                </c:pt>
                <c:pt idx="974">
                  <c:v>96.883871178255617</c:v>
                </c:pt>
                <c:pt idx="975">
                  <c:v>97.117172969621819</c:v>
                </c:pt>
                <c:pt idx="976">
                  <c:v>99.567657519496194</c:v>
                </c:pt>
                <c:pt idx="977">
                  <c:v>100.18109439749405</c:v>
                </c:pt>
                <c:pt idx="978">
                  <c:v>100.71622018468366</c:v>
                </c:pt>
                <c:pt idx="979">
                  <c:v>101.14529970307046</c:v>
                </c:pt>
                <c:pt idx="980">
                  <c:v>102.31344014095998</c:v>
                </c:pt>
                <c:pt idx="981">
                  <c:v>103.68714719222109</c:v>
                </c:pt>
                <c:pt idx="982">
                  <c:v>103.83398048748653</c:v>
                </c:pt>
                <c:pt idx="983">
                  <c:v>102.17965869416257</c:v>
                </c:pt>
                <c:pt idx="984">
                  <c:v>101.31986817633047</c:v>
                </c:pt>
                <c:pt idx="985">
                  <c:v>102.43580122034783</c:v>
                </c:pt>
                <c:pt idx="986">
                  <c:v>102.91708813260678</c:v>
                </c:pt>
                <c:pt idx="987">
                  <c:v>103.67735830587009</c:v>
                </c:pt>
                <c:pt idx="988">
                  <c:v>103.60883610141288</c:v>
                </c:pt>
                <c:pt idx="989">
                  <c:v>104.10643782425689</c:v>
                </c:pt>
                <c:pt idx="990">
                  <c:v>102.58589747773028</c:v>
                </c:pt>
                <c:pt idx="991">
                  <c:v>101.28397559304338</c:v>
                </c:pt>
                <c:pt idx="992">
                  <c:v>102.151923516168</c:v>
                </c:pt>
                <c:pt idx="993">
                  <c:v>102.66584004959702</c:v>
                </c:pt>
                <c:pt idx="994">
                  <c:v>102.64299931477797</c:v>
                </c:pt>
                <c:pt idx="995">
                  <c:v>102.64626227689497</c:v>
                </c:pt>
                <c:pt idx="996">
                  <c:v>102.9252455378993</c:v>
                </c:pt>
                <c:pt idx="997">
                  <c:v>101.7881032401214</c:v>
                </c:pt>
                <c:pt idx="998">
                  <c:v>100.34424250334455</c:v>
                </c:pt>
                <c:pt idx="999">
                  <c:v>101.04741083956017</c:v>
                </c:pt>
                <c:pt idx="1000">
                  <c:v>101.20729598329363</c:v>
                </c:pt>
                <c:pt idx="1001">
                  <c:v>101.31497373315497</c:v>
                </c:pt>
                <c:pt idx="1002">
                  <c:v>99.699807485235098</c:v>
                </c:pt>
                <c:pt idx="1003">
                  <c:v>99.035794694423601</c:v>
                </c:pt>
                <c:pt idx="1004">
                  <c:v>98.521878160994561</c:v>
                </c:pt>
                <c:pt idx="1005">
                  <c:v>97.869285737592591</c:v>
                </c:pt>
                <c:pt idx="1006">
                  <c:v>97.374946976865601</c:v>
                </c:pt>
                <c:pt idx="1007">
                  <c:v>96.8740822919046</c:v>
                </c:pt>
                <c:pt idx="1008">
                  <c:v>95.981662152902416</c:v>
                </c:pt>
                <c:pt idx="1009">
                  <c:v>96.164388031454962</c:v>
                </c:pt>
                <c:pt idx="1010">
                  <c:v>96.231278754853662</c:v>
                </c:pt>
                <c:pt idx="1011">
                  <c:v>97.133487780206877</c:v>
                </c:pt>
                <c:pt idx="1012">
                  <c:v>97.821972786895941</c:v>
                </c:pt>
                <c:pt idx="1013">
                  <c:v>96.068130649003166</c:v>
                </c:pt>
                <c:pt idx="1014">
                  <c:v>95.462851176297846</c:v>
                </c:pt>
                <c:pt idx="1015">
                  <c:v>95.673312232844978</c:v>
                </c:pt>
                <c:pt idx="1016">
                  <c:v>95.360067869612038</c:v>
                </c:pt>
                <c:pt idx="1017">
                  <c:v>94.120142265148303</c:v>
                </c:pt>
                <c:pt idx="1018">
                  <c:v>93.359872091885009</c:v>
                </c:pt>
                <c:pt idx="1019">
                  <c:v>93.146148073220886</c:v>
                </c:pt>
                <c:pt idx="1020">
                  <c:v>91.63702809410384</c:v>
                </c:pt>
                <c:pt idx="1021">
                  <c:v>91.95027245733678</c:v>
                </c:pt>
                <c:pt idx="1022">
                  <c:v>93.196723986034527</c:v>
                </c:pt>
                <c:pt idx="1023">
                  <c:v>93.048259209710579</c:v>
                </c:pt>
                <c:pt idx="1024">
                  <c:v>93.048259209710579</c:v>
                </c:pt>
                <c:pt idx="1025">
                  <c:v>94.652005090220911</c:v>
                </c:pt>
                <c:pt idx="1026">
                  <c:v>94.846151336182999</c:v>
                </c:pt>
                <c:pt idx="1027">
                  <c:v>95.195288282703032</c:v>
                </c:pt>
                <c:pt idx="1028">
                  <c:v>94.547590302476593</c:v>
                </c:pt>
                <c:pt idx="1029">
                  <c:v>94.288184814174315</c:v>
                </c:pt>
                <c:pt idx="1030">
                  <c:v>94.627532874343345</c:v>
                </c:pt>
                <c:pt idx="1031">
                  <c:v>95.203445687995554</c:v>
                </c:pt>
                <c:pt idx="1032">
                  <c:v>96.017554736189524</c:v>
                </c:pt>
                <c:pt idx="1033">
                  <c:v>97.221587757366152</c:v>
                </c:pt>
                <c:pt idx="1034">
                  <c:v>98.184161581884041</c:v>
                </c:pt>
                <c:pt idx="1035">
                  <c:v>98.959115084673883</c:v>
                </c:pt>
                <c:pt idx="1036">
                  <c:v>99.146735406401945</c:v>
                </c:pt>
                <c:pt idx="1037">
                  <c:v>101.53848663817013</c:v>
                </c:pt>
                <c:pt idx="1038">
                  <c:v>103.39511208274872</c:v>
                </c:pt>
                <c:pt idx="1039">
                  <c:v>102.54347897020916</c:v>
                </c:pt>
                <c:pt idx="1040">
                  <c:v>102.54347897020916</c:v>
                </c:pt>
                <c:pt idx="1041">
                  <c:v>103.54194537801418</c:v>
                </c:pt>
                <c:pt idx="1042">
                  <c:v>103.24338434430777</c:v>
                </c:pt>
                <c:pt idx="1043">
                  <c:v>103.49952687049304</c:v>
                </c:pt>
                <c:pt idx="1044">
                  <c:v>103.1911769504356</c:v>
                </c:pt>
                <c:pt idx="1045">
                  <c:v>103.95471008581592</c:v>
                </c:pt>
                <c:pt idx="1046">
                  <c:v>103.07207883316477</c:v>
                </c:pt>
                <c:pt idx="1047">
                  <c:v>104.09175449473031</c:v>
                </c:pt>
                <c:pt idx="1048">
                  <c:v>103.28580285182889</c:v>
                </c:pt>
                <c:pt idx="1049">
                  <c:v>104.33647665350605</c:v>
                </c:pt>
                <c:pt idx="1050">
                  <c:v>104.67256175155808</c:v>
                </c:pt>
                <c:pt idx="1051">
                  <c:v>105.67592260253859</c:v>
                </c:pt>
                <c:pt idx="1052">
                  <c:v>106.01690214376612</c:v>
                </c:pt>
                <c:pt idx="1053">
                  <c:v>104.67582471367507</c:v>
                </c:pt>
                <c:pt idx="1054">
                  <c:v>104.48494142983</c:v>
                </c:pt>
                <c:pt idx="1055">
                  <c:v>104.6856136000261</c:v>
                </c:pt>
                <c:pt idx="1056">
                  <c:v>104.66440434626554</c:v>
                </c:pt>
                <c:pt idx="1057">
                  <c:v>104.54530622899469</c:v>
                </c:pt>
                <c:pt idx="1058">
                  <c:v>103.85845270336411</c:v>
                </c:pt>
                <c:pt idx="1059">
                  <c:v>104.27448037328287</c:v>
                </c:pt>
                <c:pt idx="1060">
                  <c:v>104.22716742258622</c:v>
                </c:pt>
                <c:pt idx="1061">
                  <c:v>104.5126766078246</c:v>
                </c:pt>
                <c:pt idx="1062">
                  <c:v>105.74281332593729</c:v>
                </c:pt>
                <c:pt idx="1063">
                  <c:v>104.27121741116585</c:v>
                </c:pt>
                <c:pt idx="1064">
                  <c:v>103.5549972264822</c:v>
                </c:pt>
                <c:pt idx="1065">
                  <c:v>102.6250530231344</c:v>
                </c:pt>
                <c:pt idx="1066">
                  <c:v>103.43589910921133</c:v>
                </c:pt>
                <c:pt idx="1067">
                  <c:v>102.56795118608674</c:v>
                </c:pt>
                <c:pt idx="1068">
                  <c:v>102.53695304597514</c:v>
                </c:pt>
                <c:pt idx="1069">
                  <c:v>101.39654778608021</c:v>
                </c:pt>
                <c:pt idx="1070">
                  <c:v>102.20086794792313</c:v>
                </c:pt>
                <c:pt idx="1071">
                  <c:v>102.79472705321892</c:v>
                </c:pt>
                <c:pt idx="1072">
                  <c:v>102.01324762619505</c:v>
                </c:pt>
                <c:pt idx="1073">
                  <c:v>101.4226514830163</c:v>
                </c:pt>
                <c:pt idx="1074">
                  <c:v>100.35239990863707</c:v>
                </c:pt>
                <c:pt idx="1075">
                  <c:v>99.316409436486452</c:v>
                </c:pt>
                <c:pt idx="1076">
                  <c:v>99.610076027017342</c:v>
                </c:pt>
                <c:pt idx="1077">
                  <c:v>97.397787711684671</c:v>
                </c:pt>
                <c:pt idx="1078">
                  <c:v>99.32782980389598</c:v>
                </c:pt>
                <c:pt idx="1079">
                  <c:v>97.759976506672771</c:v>
                </c:pt>
                <c:pt idx="1080">
                  <c:v>98.228211570463671</c:v>
                </c:pt>
                <c:pt idx="1081">
                  <c:v>98.937905830913309</c:v>
                </c:pt>
                <c:pt idx="1082">
                  <c:v>104.02649525239012</c:v>
                </c:pt>
                <c:pt idx="1083">
                  <c:v>102.84530296603258</c:v>
                </c:pt>
                <c:pt idx="1084">
                  <c:v>103.41632133650928</c:v>
                </c:pt>
                <c:pt idx="1085">
                  <c:v>104.7851339445949</c:v>
                </c:pt>
                <c:pt idx="1086">
                  <c:v>107.87026462622771</c:v>
                </c:pt>
                <c:pt idx="1087">
                  <c:v>110.28975103599048</c:v>
                </c:pt>
                <c:pt idx="1088">
                  <c:v>109.53437530590271</c:v>
                </c:pt>
                <c:pt idx="1089">
                  <c:v>108.20798120533821</c:v>
                </c:pt>
                <c:pt idx="1090">
                  <c:v>109.42996051815838</c:v>
                </c:pt>
                <c:pt idx="1091">
                  <c:v>108.94541064378242</c:v>
                </c:pt>
                <c:pt idx="1092">
                  <c:v>109.56700492707282</c:v>
                </c:pt>
                <c:pt idx="1093">
                  <c:v>109.95856038111398</c:v>
                </c:pt>
                <c:pt idx="1094">
                  <c:v>108.36297190589619</c:v>
                </c:pt>
                <c:pt idx="1095">
                  <c:v>108.22266453486475</c:v>
                </c:pt>
                <c:pt idx="1096">
                  <c:v>108.94377916272393</c:v>
                </c:pt>
                <c:pt idx="1097">
                  <c:v>108.966619897543</c:v>
                </c:pt>
                <c:pt idx="1098">
                  <c:v>107.89799980422228</c:v>
                </c:pt>
                <c:pt idx="1099">
                  <c:v>108.39723300812479</c:v>
                </c:pt>
                <c:pt idx="1100">
                  <c:v>107.95510164126996</c:v>
                </c:pt>
                <c:pt idx="1101">
                  <c:v>106.47371684014747</c:v>
                </c:pt>
                <c:pt idx="1102">
                  <c:v>106.76738343067838</c:v>
                </c:pt>
                <c:pt idx="1103">
                  <c:v>106.42150944627534</c:v>
                </c:pt>
                <c:pt idx="1104">
                  <c:v>108.51633112539562</c:v>
                </c:pt>
                <c:pt idx="1105">
                  <c:v>107.88494795575423</c:v>
                </c:pt>
                <c:pt idx="1106">
                  <c:v>108.17535158416811</c:v>
                </c:pt>
                <c:pt idx="1107">
                  <c:v>108.73984403041081</c:v>
                </c:pt>
                <c:pt idx="1108">
                  <c:v>110.17391588083663</c:v>
                </c:pt>
                <c:pt idx="1109">
                  <c:v>110.17065291871961</c:v>
                </c:pt>
                <c:pt idx="1110">
                  <c:v>109.93571964629491</c:v>
                </c:pt>
                <c:pt idx="1111">
                  <c:v>110.58015466440435</c:v>
                </c:pt>
                <c:pt idx="1112">
                  <c:v>111.15933044017359</c:v>
                </c:pt>
                <c:pt idx="1113">
                  <c:v>111.78418768558099</c:v>
                </c:pt>
                <c:pt idx="1114">
                  <c:v>112.16595425327114</c:v>
                </c:pt>
                <c:pt idx="1115">
                  <c:v>110.07439553626783</c:v>
                </c:pt>
                <c:pt idx="1116">
                  <c:v>106.63360198388096</c:v>
                </c:pt>
                <c:pt idx="1117">
                  <c:v>108.13782751982251</c:v>
                </c:pt>
                <c:pt idx="1118">
                  <c:v>106.6123927301204</c:v>
                </c:pt>
                <c:pt idx="1119">
                  <c:v>107.07083890756029</c:v>
                </c:pt>
                <c:pt idx="1120">
                  <c:v>106.03647991646817</c:v>
                </c:pt>
                <c:pt idx="1121">
                  <c:v>104.90586354292428</c:v>
                </c:pt>
                <c:pt idx="1122">
                  <c:v>106.25020393513232</c:v>
                </c:pt>
                <c:pt idx="1123">
                  <c:v>105.75749665546384</c:v>
                </c:pt>
                <c:pt idx="1124">
                  <c:v>104.22553594152772</c:v>
                </c:pt>
                <c:pt idx="1125">
                  <c:v>103.47179169249844</c:v>
                </c:pt>
                <c:pt idx="1126">
                  <c:v>103.69041015433812</c:v>
                </c:pt>
                <c:pt idx="1127">
                  <c:v>104.1847489150651</c:v>
                </c:pt>
                <c:pt idx="1128">
                  <c:v>102.75067706463929</c:v>
                </c:pt>
                <c:pt idx="1129">
                  <c:v>102.07850686853526</c:v>
                </c:pt>
                <c:pt idx="1130">
                  <c:v>102.36401605377364</c:v>
                </c:pt>
                <c:pt idx="1131">
                  <c:v>100.46986654484942</c:v>
                </c:pt>
                <c:pt idx="1132">
                  <c:v>100.38666101086568</c:v>
                </c:pt>
                <c:pt idx="1133">
                  <c:v>100.71622018468366</c:v>
                </c:pt>
                <c:pt idx="1134">
                  <c:v>99.459979769634884</c:v>
                </c:pt>
                <c:pt idx="1135">
                  <c:v>99.851535223676052</c:v>
                </c:pt>
                <c:pt idx="1136">
                  <c:v>98.534930009462613</c:v>
                </c:pt>
                <c:pt idx="1137">
                  <c:v>100.1990406891376</c:v>
                </c:pt>
                <c:pt idx="1138">
                  <c:v>99.344144614481039</c:v>
                </c:pt>
                <c:pt idx="1139">
                  <c:v>100.23819623454173</c:v>
                </c:pt>
                <c:pt idx="1140">
                  <c:v>100.18272587855257</c:v>
                </c:pt>
                <c:pt idx="1141">
                  <c:v>96.53799719385259</c:v>
                </c:pt>
                <c:pt idx="1142">
                  <c:v>98.076483832022717</c:v>
                </c:pt>
                <c:pt idx="1143">
                  <c:v>98.575717035925223</c:v>
                </c:pt>
                <c:pt idx="1144">
                  <c:v>98.968903971024901</c:v>
                </c:pt>
                <c:pt idx="1145">
                  <c:v>98.301628218096397</c:v>
                </c:pt>
                <c:pt idx="1146">
                  <c:v>96.686461970176538</c:v>
                </c:pt>
                <c:pt idx="1147">
                  <c:v>95.542793748164584</c:v>
                </c:pt>
                <c:pt idx="1148">
                  <c:v>96.244330603321686</c:v>
                </c:pt>
                <c:pt idx="1149">
                  <c:v>98.389728195255657</c:v>
                </c:pt>
                <c:pt idx="1150">
                  <c:v>99.128789114758391</c:v>
                </c:pt>
                <c:pt idx="1151">
                  <c:v>98.099324566841787</c:v>
                </c:pt>
                <c:pt idx="1152">
                  <c:v>98.321205990798461</c:v>
                </c:pt>
                <c:pt idx="1153">
                  <c:v>97.926387574640273</c:v>
                </c:pt>
                <c:pt idx="1154">
                  <c:v>95.423695630893718</c:v>
                </c:pt>
                <c:pt idx="1155">
                  <c:v>96.445002773517814</c:v>
                </c:pt>
                <c:pt idx="1156">
                  <c:v>97.604985806114811</c:v>
                </c:pt>
                <c:pt idx="1157">
                  <c:v>98.707867001664113</c:v>
                </c:pt>
                <c:pt idx="1158">
                  <c:v>100.10930923091985</c:v>
                </c:pt>
                <c:pt idx="1159">
                  <c:v>100.32140176852549</c:v>
                </c:pt>
                <c:pt idx="1160">
                  <c:v>99.814011159330448</c:v>
                </c:pt>
                <c:pt idx="1161">
                  <c:v>100.21209253760563</c:v>
                </c:pt>
                <c:pt idx="1162">
                  <c:v>99.37514275459263</c:v>
                </c:pt>
                <c:pt idx="1163">
                  <c:v>97.725715404444159</c:v>
                </c:pt>
                <c:pt idx="1164">
                  <c:v>98.027539400267571</c:v>
                </c:pt>
                <c:pt idx="1165">
                  <c:v>97.350474760988021</c:v>
                </c:pt>
                <c:pt idx="1166">
                  <c:v>101.83867915293506</c:v>
                </c:pt>
                <c:pt idx="1167">
                  <c:v>104.83244689529157</c:v>
                </c:pt>
                <c:pt idx="1168">
                  <c:v>103.60720462035435</c:v>
                </c:pt>
                <c:pt idx="1169">
                  <c:v>102.97092700753745</c:v>
                </c:pt>
                <c:pt idx="1170">
                  <c:v>104.55672659640423</c:v>
                </c:pt>
                <c:pt idx="1171">
                  <c:v>103.95960452899142</c:v>
                </c:pt>
                <c:pt idx="1172">
                  <c:v>104.68887656214312</c:v>
                </c:pt>
                <c:pt idx="1173">
                  <c:v>103.24664730642476</c:v>
                </c:pt>
                <c:pt idx="1174">
                  <c:v>103.47505465461546</c:v>
                </c:pt>
                <c:pt idx="1175">
                  <c:v>102.17639573204555</c:v>
                </c:pt>
                <c:pt idx="1176">
                  <c:v>100.9625738245179</c:v>
                </c:pt>
                <c:pt idx="1177">
                  <c:v>102.83061963650601</c:v>
                </c:pt>
                <c:pt idx="1178">
                  <c:v>103.50115835155154</c:v>
                </c:pt>
                <c:pt idx="1179">
                  <c:v>103.64146572258296</c:v>
                </c:pt>
                <c:pt idx="1180">
                  <c:v>104.43273403595785</c:v>
                </c:pt>
                <c:pt idx="1181">
                  <c:v>105.144059777466</c:v>
                </c:pt>
                <c:pt idx="1182">
                  <c:v>105.5796652200868</c:v>
                </c:pt>
                <c:pt idx="1183">
                  <c:v>106.30404281006298</c:v>
                </c:pt>
                <c:pt idx="1184">
                  <c:v>107.70385355826019</c:v>
                </c:pt>
                <c:pt idx="1185">
                  <c:v>107.58964988416486</c:v>
                </c:pt>
                <c:pt idx="1186">
                  <c:v>106.45413906744542</c:v>
                </c:pt>
                <c:pt idx="1187">
                  <c:v>106.7429112148008</c:v>
                </c:pt>
                <c:pt idx="1188">
                  <c:v>106.14742062844651</c:v>
                </c:pt>
                <c:pt idx="1189">
                  <c:v>106.64012790811499</c:v>
                </c:pt>
                <c:pt idx="1190">
                  <c:v>107.1328351877835</c:v>
                </c:pt>
                <c:pt idx="1191">
                  <c:v>108.11498678500344</c:v>
                </c:pt>
                <c:pt idx="1192">
                  <c:v>108.41354781870984</c:v>
                </c:pt>
                <c:pt idx="1193">
                  <c:v>107.75769243319084</c:v>
                </c:pt>
                <c:pt idx="1194">
                  <c:v>107.98773126244005</c:v>
                </c:pt>
                <c:pt idx="1195">
                  <c:v>107.36613697914967</c:v>
                </c:pt>
                <c:pt idx="1196">
                  <c:v>107.25030182399584</c:v>
                </c:pt>
                <c:pt idx="1197">
                  <c:v>107.24867034293733</c:v>
                </c:pt>
                <c:pt idx="1198">
                  <c:v>106.19636506020164</c:v>
                </c:pt>
                <c:pt idx="1199">
                  <c:v>106.18331321173362</c:v>
                </c:pt>
                <c:pt idx="1200">
                  <c:v>105.60576891702287</c:v>
                </c:pt>
                <c:pt idx="1201">
                  <c:v>105.03801350866317</c:v>
                </c:pt>
                <c:pt idx="1202">
                  <c:v>105.65308186771951</c:v>
                </c:pt>
                <c:pt idx="1203">
                  <c:v>105.99406140894705</c:v>
                </c:pt>
                <c:pt idx="1204">
                  <c:v>107.61575358110093</c:v>
                </c:pt>
                <c:pt idx="1205">
                  <c:v>108.5049107579861</c:v>
                </c:pt>
                <c:pt idx="1206">
                  <c:v>107.71853688778674</c:v>
                </c:pt>
                <c:pt idx="1207">
                  <c:v>107.72016836884526</c:v>
                </c:pt>
                <c:pt idx="1208">
                  <c:v>109.11345319280844</c:v>
                </c:pt>
                <c:pt idx="1209">
                  <c:v>107.81805723235553</c:v>
                </c:pt>
                <c:pt idx="1210">
                  <c:v>108.0366756941952</c:v>
                </c:pt>
                <c:pt idx="1211">
                  <c:v>109.00903840506413</c:v>
                </c:pt>
                <c:pt idx="1212">
                  <c:v>108.4380200345874</c:v>
                </c:pt>
                <c:pt idx="1213">
                  <c:v>108.7708421705224</c:v>
                </c:pt>
                <c:pt idx="1214">
                  <c:v>107.4150814109048</c:v>
                </c:pt>
                <c:pt idx="1215">
                  <c:v>106.87016673736419</c:v>
                </c:pt>
                <c:pt idx="1216">
                  <c:v>106.24857245407382</c:v>
                </c:pt>
                <c:pt idx="1217">
                  <c:v>105.66287075407055</c:v>
                </c:pt>
                <c:pt idx="1218">
                  <c:v>105.97611511730349</c:v>
                </c:pt>
                <c:pt idx="1219">
                  <c:v>104.88628577022222</c:v>
                </c:pt>
                <c:pt idx="1220">
                  <c:v>105.13916533429047</c:v>
                </c:pt>
                <c:pt idx="1221">
                  <c:v>105.72812999641074</c:v>
                </c:pt>
                <c:pt idx="1222">
                  <c:v>106.60586680588639</c:v>
                </c:pt>
                <c:pt idx="1223">
                  <c:v>105.8455966326231</c:v>
                </c:pt>
                <c:pt idx="1224">
                  <c:v>106.65154827552455</c:v>
                </c:pt>
                <c:pt idx="1225">
                  <c:v>106.48513720755702</c:v>
                </c:pt>
                <c:pt idx="1226">
                  <c:v>107.13120370672497</c:v>
                </c:pt>
                <c:pt idx="1227">
                  <c:v>107.18830554377263</c:v>
                </c:pt>
                <c:pt idx="1228">
                  <c:v>106.72170196104022</c:v>
                </c:pt>
                <c:pt idx="1229">
                  <c:v>106.15068359056352</c:v>
                </c:pt>
                <c:pt idx="1230">
                  <c:v>105.04943387607271</c:v>
                </c:pt>
                <c:pt idx="1231">
                  <c:v>106.43129833262637</c:v>
                </c:pt>
                <c:pt idx="1232">
                  <c:v>106.73801677162528</c:v>
                </c:pt>
                <c:pt idx="1233">
                  <c:v>106.21920579502073</c:v>
                </c:pt>
                <c:pt idx="1234">
                  <c:v>106.478611283323</c:v>
                </c:pt>
                <c:pt idx="1235">
                  <c:v>108.06767383430677</c:v>
                </c:pt>
                <c:pt idx="1236">
                  <c:v>107.49012953959604</c:v>
                </c:pt>
                <c:pt idx="1237">
                  <c:v>105.62697817078343</c:v>
                </c:pt>
                <c:pt idx="1238">
                  <c:v>106.26488726465885</c:v>
                </c:pt>
                <c:pt idx="1239">
                  <c:v>105.80154664404347</c:v>
                </c:pt>
                <c:pt idx="1240">
                  <c:v>107.62880542956896</c:v>
                </c:pt>
                <c:pt idx="1241">
                  <c:v>108.0301497699612</c:v>
                </c:pt>
                <c:pt idx="1242">
                  <c:v>108.74310699252783</c:v>
                </c:pt>
                <c:pt idx="1243">
                  <c:v>108.68600515548015</c:v>
                </c:pt>
                <c:pt idx="1244">
                  <c:v>108.74473847358632</c:v>
                </c:pt>
                <c:pt idx="1245">
                  <c:v>108.84915326133064</c:v>
                </c:pt>
                <c:pt idx="1246">
                  <c:v>109.6306326883545</c:v>
                </c:pt>
                <c:pt idx="1247">
                  <c:v>108.95846249225048</c:v>
                </c:pt>
                <c:pt idx="1248">
                  <c:v>108.83610141286259</c:v>
                </c:pt>
                <c:pt idx="1249">
                  <c:v>108.38418115965676</c:v>
                </c:pt>
                <c:pt idx="1250">
                  <c:v>109.86067151760368</c:v>
                </c:pt>
                <c:pt idx="1251">
                  <c:v>110.48226580089404</c:v>
                </c:pt>
                <c:pt idx="1252">
                  <c:v>109.55232159754624</c:v>
                </c:pt>
                <c:pt idx="1253">
                  <c:v>108.25366267497635</c:v>
                </c:pt>
                <c:pt idx="1254">
                  <c:v>108.66969034489512</c:v>
                </c:pt>
                <c:pt idx="1255">
                  <c:v>107.63369987274449</c:v>
                </c:pt>
                <c:pt idx="1256">
                  <c:v>106.1115280451594</c:v>
                </c:pt>
                <c:pt idx="1257">
                  <c:v>102.95624367801091</c:v>
                </c:pt>
                <c:pt idx="1258">
                  <c:v>103.86008418442263</c:v>
                </c:pt>
                <c:pt idx="1259">
                  <c:v>106.16862988220707</c:v>
                </c:pt>
                <c:pt idx="1260">
                  <c:v>107.38897771396876</c:v>
                </c:pt>
                <c:pt idx="1261">
                  <c:v>108.2357163833328</c:v>
                </c:pt>
                <c:pt idx="1262">
                  <c:v>107.44281658889943</c:v>
                </c:pt>
                <c:pt idx="1263">
                  <c:v>106.44435018109439</c:v>
                </c:pt>
                <c:pt idx="1264">
                  <c:v>107.06105002120924</c:v>
                </c:pt>
                <c:pt idx="1265">
                  <c:v>107.35634809279865</c:v>
                </c:pt>
                <c:pt idx="1266">
                  <c:v>107.08552223708682</c:v>
                </c:pt>
                <c:pt idx="1267">
                  <c:v>107.02189447580514</c:v>
                </c:pt>
                <c:pt idx="1268">
                  <c:v>105.96632623095248</c:v>
                </c:pt>
                <c:pt idx="1269">
                  <c:v>105.3838874930662</c:v>
                </c:pt>
                <c:pt idx="1270">
                  <c:v>106.7461741769178</c:v>
                </c:pt>
                <c:pt idx="1271">
                  <c:v>106.34319835546711</c:v>
                </c:pt>
                <c:pt idx="1272">
                  <c:v>104.0183378470976</c:v>
                </c:pt>
                <c:pt idx="1273">
                  <c:v>103.07697327634027</c:v>
                </c:pt>
                <c:pt idx="1274">
                  <c:v>101.6902143766111</c:v>
                </c:pt>
                <c:pt idx="1275">
                  <c:v>101.23339968022971</c:v>
                </c:pt>
                <c:pt idx="1276">
                  <c:v>98.255946748458257</c:v>
                </c:pt>
                <c:pt idx="1277">
                  <c:v>96.98665448494144</c:v>
                </c:pt>
                <c:pt idx="1278">
                  <c:v>99.350670538715065</c:v>
                </c:pt>
                <c:pt idx="1279">
                  <c:v>98.693183672137579</c:v>
                </c:pt>
                <c:pt idx="1280">
                  <c:v>98.368518941495083</c:v>
                </c:pt>
                <c:pt idx="1281">
                  <c:v>96.242699122263204</c:v>
                </c:pt>
                <c:pt idx="1282">
                  <c:v>91.090481939504684</c:v>
                </c:pt>
                <c:pt idx="1283">
                  <c:v>90.9615949358828</c:v>
                </c:pt>
                <c:pt idx="1284">
                  <c:v>83.593826475674632</c:v>
                </c:pt>
                <c:pt idx="1285">
                  <c:v>87.280973667895722</c:v>
                </c:pt>
                <c:pt idx="1286">
                  <c:v>81.569158482070023</c:v>
                </c:pt>
                <c:pt idx="1287">
                  <c:v>80.585375403791559</c:v>
                </c:pt>
                <c:pt idx="1288">
                  <c:v>76.204848761705875</c:v>
                </c:pt>
                <c:pt idx="1289">
                  <c:v>73.139295852775149</c:v>
                </c:pt>
                <c:pt idx="1290">
                  <c:v>78.201781577315899</c:v>
                </c:pt>
                <c:pt idx="1291">
                  <c:v>68.781609945508521</c:v>
                </c:pt>
                <c:pt idx="1292">
                  <c:v>69.342839429634225</c:v>
                </c:pt>
                <c:pt idx="1293">
                  <c:v>73.798414200411131</c:v>
                </c:pt>
                <c:pt idx="1294">
                  <c:v>76.196691356413353</c:v>
                </c:pt>
                <c:pt idx="1295">
                  <c:v>75.537573008777372</c:v>
                </c:pt>
                <c:pt idx="1296">
                  <c:v>73.439488367540051</c:v>
                </c:pt>
                <c:pt idx="1297">
                  <c:v>77.022220772016837</c:v>
                </c:pt>
                <c:pt idx="1298">
                  <c:v>74.513002904036284</c:v>
                </c:pt>
                <c:pt idx="1299">
                  <c:v>74.410219597350462</c:v>
                </c:pt>
                <c:pt idx="1300">
                  <c:v>79.748425620778548</c:v>
                </c:pt>
                <c:pt idx="1301">
                  <c:v>79.596697882337594</c:v>
                </c:pt>
                <c:pt idx="1302">
                  <c:v>82.231539791823025</c:v>
                </c:pt>
                <c:pt idx="1303">
                  <c:v>82.980389597676776</c:v>
                </c:pt>
                <c:pt idx="1304">
                  <c:v>82.823767416060306</c:v>
                </c:pt>
                <c:pt idx="1305">
                  <c:v>83.98375044865729</c:v>
                </c:pt>
                <c:pt idx="1306">
                  <c:v>85.649492609390805</c:v>
                </c:pt>
                <c:pt idx="1307">
                  <c:v>85.442294514960693</c:v>
                </c:pt>
                <c:pt idx="1308">
                  <c:v>83.703135706594452</c:v>
                </c:pt>
                <c:pt idx="1309">
                  <c:v>85.729435181257557</c:v>
                </c:pt>
                <c:pt idx="1310">
                  <c:v>85.460240806604233</c:v>
                </c:pt>
                <c:pt idx="1311">
                  <c:v>85.324827878748323</c:v>
                </c:pt>
                <c:pt idx="1312">
                  <c:v>85.985577707442815</c:v>
                </c:pt>
                <c:pt idx="1313">
                  <c:v>85.899109211342079</c:v>
                </c:pt>
                <c:pt idx="1314">
                  <c:v>86.93673116455119</c:v>
                </c:pt>
                <c:pt idx="1315">
                  <c:v>89.834241524455905</c:v>
                </c:pt>
                <c:pt idx="1316">
                  <c:v>87.010147812183902</c:v>
                </c:pt>
                <c:pt idx="1317">
                  <c:v>87.130877410513278</c:v>
                </c:pt>
                <c:pt idx="1318">
                  <c:v>87.768786504388686</c:v>
                </c:pt>
                <c:pt idx="1319">
                  <c:v>87.36254772082097</c:v>
                </c:pt>
                <c:pt idx="1320">
                  <c:v>88.029823473749474</c:v>
                </c:pt>
                <c:pt idx="1321">
                  <c:v>88.966293601331301</c:v>
                </c:pt>
                <c:pt idx="1322">
                  <c:v>88.12608085620127</c:v>
                </c:pt>
                <c:pt idx="1323">
                  <c:v>90.132802558162311</c:v>
                </c:pt>
                <c:pt idx="1324">
                  <c:v>88.32349006428035</c:v>
                </c:pt>
                <c:pt idx="1325">
                  <c:v>89.046236173198039</c:v>
                </c:pt>
                <c:pt idx="1326">
                  <c:v>85.649492609390805</c:v>
                </c:pt>
                <c:pt idx="1327">
                  <c:v>87.160244069566346</c:v>
                </c:pt>
                <c:pt idx="1328">
                  <c:v>88.803145495480805</c:v>
                </c:pt>
                <c:pt idx="1329">
                  <c:v>88.930401018044179</c:v>
                </c:pt>
                <c:pt idx="1330">
                  <c:v>88.757464025842665</c:v>
                </c:pt>
                <c:pt idx="1331">
                  <c:v>88.897771396874077</c:v>
                </c:pt>
                <c:pt idx="1332">
                  <c:v>90.049597024178553</c:v>
                </c:pt>
                <c:pt idx="1333">
                  <c:v>91.855646555943494</c:v>
                </c:pt>
                <c:pt idx="1334">
                  <c:v>92.836166672104952</c:v>
                </c:pt>
                <c:pt idx="1335">
                  <c:v>94.165823734786443</c:v>
                </c:pt>
                <c:pt idx="1336">
                  <c:v>95.032140176852536</c:v>
                </c:pt>
                <c:pt idx="1337">
                  <c:v>95.374751199138572</c:v>
                </c:pt>
                <c:pt idx="1338">
                  <c:v>96.218226906385624</c:v>
                </c:pt>
                <c:pt idx="1339">
                  <c:v>97.968806082161393</c:v>
                </c:pt>
                <c:pt idx="1340">
                  <c:v>97.973700525336909</c:v>
                </c:pt>
                <c:pt idx="1341">
                  <c:v>96.568995333964182</c:v>
                </c:pt>
                <c:pt idx="1342">
                  <c:v>96.916500799425719</c:v>
                </c:pt>
                <c:pt idx="1343">
                  <c:v>94.911410578523189</c:v>
                </c:pt>
                <c:pt idx="1344">
                  <c:v>96.394426860704158</c:v>
                </c:pt>
                <c:pt idx="1345">
                  <c:v>95.472640062648878</c:v>
                </c:pt>
                <c:pt idx="1346">
                  <c:v>95.236075309165656</c:v>
                </c:pt>
                <c:pt idx="1347">
                  <c:v>95.254021600809224</c:v>
                </c:pt>
                <c:pt idx="1348">
                  <c:v>96.505367572682488</c:v>
                </c:pt>
                <c:pt idx="1349">
                  <c:v>99.149998368518951</c:v>
                </c:pt>
                <c:pt idx="1350">
                  <c:v>99.921688909191772</c:v>
                </c:pt>
                <c:pt idx="1351">
                  <c:v>101.33128854374</c:v>
                </c:pt>
                <c:pt idx="1352">
                  <c:v>99.82216856462297</c:v>
                </c:pt>
                <c:pt idx="1353">
                  <c:v>99.141840963226429</c:v>
                </c:pt>
                <c:pt idx="1354">
                  <c:v>100.45028877214736</c:v>
                </c:pt>
                <c:pt idx="1355">
                  <c:v>99.280516853199344</c:v>
                </c:pt>
                <c:pt idx="1356">
                  <c:v>98.94443175514732</c:v>
                </c:pt>
                <c:pt idx="1357">
                  <c:v>98.913433615035743</c:v>
                </c:pt>
                <c:pt idx="1358">
                  <c:v>99.830325969915492</c:v>
                </c:pt>
                <c:pt idx="1359">
                  <c:v>101.35086631644208</c:v>
                </c:pt>
                <c:pt idx="1360">
                  <c:v>102.494534538454</c:v>
                </c:pt>
                <c:pt idx="1361">
                  <c:v>100.91199791170425</c:v>
                </c:pt>
                <c:pt idx="1362">
                  <c:v>99.858061147910064</c:v>
                </c:pt>
                <c:pt idx="1363">
                  <c:v>100.56122948412569</c:v>
                </c:pt>
                <c:pt idx="1364">
                  <c:v>100.6297516885829</c:v>
                </c:pt>
                <c:pt idx="1365">
                  <c:v>101.54174960028715</c:v>
                </c:pt>
                <c:pt idx="1366">
                  <c:v>100.22188142395667</c:v>
                </c:pt>
                <c:pt idx="1367">
                  <c:v>98.337520801383505</c:v>
                </c:pt>
                <c:pt idx="1368">
                  <c:v>98.406043005840701</c:v>
                </c:pt>
                <c:pt idx="1369">
                  <c:v>100.88589421476817</c:v>
                </c:pt>
                <c:pt idx="1370">
                  <c:v>101.29050151727739</c:v>
                </c:pt>
                <c:pt idx="1371">
                  <c:v>103.00355662870754</c:v>
                </c:pt>
                <c:pt idx="1372">
                  <c:v>102.97092700753745</c:v>
                </c:pt>
                <c:pt idx="1373">
                  <c:v>103.75566939667831</c:v>
                </c:pt>
                <c:pt idx="1374">
                  <c:v>103.62841387411493</c:v>
                </c:pt>
                <c:pt idx="1375">
                  <c:v>103.52889352954612</c:v>
                </c:pt>
                <c:pt idx="1376">
                  <c:v>105.03475054654616</c:v>
                </c:pt>
                <c:pt idx="1377">
                  <c:v>104.42294514960682</c:v>
                </c:pt>
                <c:pt idx="1378">
                  <c:v>103.18138806408457</c:v>
                </c:pt>
                <c:pt idx="1379">
                  <c:v>102.89424739778772</c:v>
                </c:pt>
                <c:pt idx="1380">
                  <c:v>101.58253662674977</c:v>
                </c:pt>
                <c:pt idx="1381">
                  <c:v>103.35921949946163</c:v>
                </c:pt>
                <c:pt idx="1382">
                  <c:v>103.71651385127419</c:v>
                </c:pt>
                <c:pt idx="1383">
                  <c:v>103.66104349528501</c:v>
                </c:pt>
                <c:pt idx="1384">
                  <c:v>104.03138969556565</c:v>
                </c:pt>
                <c:pt idx="1385">
                  <c:v>104.38705256631971</c:v>
                </c:pt>
                <c:pt idx="1386">
                  <c:v>104.31037295656999</c:v>
                </c:pt>
                <c:pt idx="1387">
                  <c:v>104.30874147551148</c:v>
                </c:pt>
                <c:pt idx="1388">
                  <c:v>104.96296537997193</c:v>
                </c:pt>
                <c:pt idx="1389">
                  <c:v>103.86661010865663</c:v>
                </c:pt>
                <c:pt idx="1390">
                  <c:v>104.52246549417563</c:v>
                </c:pt>
                <c:pt idx="1391">
                  <c:v>105.75586517440534</c:v>
                </c:pt>
                <c:pt idx="1392">
                  <c:v>106.25999282148335</c:v>
                </c:pt>
                <c:pt idx="1393">
                  <c:v>106.15720951479754</c:v>
                </c:pt>
                <c:pt idx="1394">
                  <c:v>106.39703723039776</c:v>
                </c:pt>
                <c:pt idx="1395">
                  <c:v>106.37909093875419</c:v>
                </c:pt>
                <c:pt idx="1396">
                  <c:v>105.92227624237283</c:v>
                </c:pt>
                <c:pt idx="1397">
                  <c:v>106.01690214376612</c:v>
                </c:pt>
                <c:pt idx="1398">
                  <c:v>105.65471334877803</c:v>
                </c:pt>
                <c:pt idx="1399">
                  <c:v>106.19147061702614</c:v>
                </c:pt>
                <c:pt idx="1400">
                  <c:v>103.22380657160571</c:v>
                </c:pt>
                <c:pt idx="1401">
                  <c:v>104.50941364570758</c:v>
                </c:pt>
                <c:pt idx="1402">
                  <c:v>105.58619114432082</c:v>
                </c:pt>
                <c:pt idx="1403">
                  <c:v>105.52908930727315</c:v>
                </c:pt>
                <c:pt idx="1404">
                  <c:v>103.47016021143996</c:v>
                </c:pt>
                <c:pt idx="1405">
                  <c:v>102.97092700753745</c:v>
                </c:pt>
                <c:pt idx="1406">
                  <c:v>101.85662544457858</c:v>
                </c:pt>
                <c:pt idx="1407">
                  <c:v>102.22534016380071</c:v>
                </c:pt>
                <c:pt idx="1408">
                  <c:v>104.55346363428721</c:v>
                </c:pt>
                <c:pt idx="1409">
                  <c:v>104.47188958136198</c:v>
                </c:pt>
                <c:pt idx="1410">
                  <c:v>103.83071752536954</c:v>
                </c:pt>
                <c:pt idx="1411">
                  <c:v>104.83734133846707</c:v>
                </c:pt>
                <c:pt idx="1412">
                  <c:v>105.01027833066858</c:v>
                </c:pt>
                <c:pt idx="1413">
                  <c:v>104.19616928247464</c:v>
                </c:pt>
                <c:pt idx="1414">
                  <c:v>105.01843573596111</c:v>
                </c:pt>
                <c:pt idx="1415">
                  <c:v>101.92025320586029</c:v>
                </c:pt>
                <c:pt idx="1416">
                  <c:v>100.29529807158939</c:v>
                </c:pt>
                <c:pt idx="1417">
                  <c:v>99.120631709465854</c:v>
                </c:pt>
                <c:pt idx="1418">
                  <c:v>96.593467549841762</c:v>
                </c:pt>
                <c:pt idx="1419">
                  <c:v>99.513818644565546</c:v>
                </c:pt>
                <c:pt idx="1420">
                  <c:v>101.5205403465266</c:v>
                </c:pt>
                <c:pt idx="1421">
                  <c:v>101.14366822201195</c:v>
                </c:pt>
                <c:pt idx="1422">
                  <c:v>100.53023134401408</c:v>
                </c:pt>
                <c:pt idx="1423">
                  <c:v>101.18934969165009</c:v>
                </c:pt>
                <c:pt idx="1424">
                  <c:v>100.67053871504552</c:v>
                </c:pt>
                <c:pt idx="1425">
                  <c:v>101.04088491532615</c:v>
                </c:pt>
                <c:pt idx="1426">
                  <c:v>101.43080888830882</c:v>
                </c:pt>
                <c:pt idx="1427">
                  <c:v>101.42754592619178</c:v>
                </c:pt>
                <c:pt idx="1428">
                  <c:v>101.77505139165335</c:v>
                </c:pt>
                <c:pt idx="1429">
                  <c:v>101.16487747577251</c:v>
                </c:pt>
                <c:pt idx="1430">
                  <c:v>101.42917740725031</c:v>
                </c:pt>
                <c:pt idx="1431">
                  <c:v>101.46996443371292</c:v>
                </c:pt>
                <c:pt idx="1432">
                  <c:v>99.32946128495449</c:v>
                </c:pt>
                <c:pt idx="1433">
                  <c:v>100.35729435181257</c:v>
                </c:pt>
                <c:pt idx="1434">
                  <c:v>100.85000163148106</c:v>
                </c:pt>
                <c:pt idx="1435">
                  <c:v>100.92831272228931</c:v>
                </c:pt>
                <c:pt idx="1436">
                  <c:v>101.87130877410515</c:v>
                </c:pt>
                <c:pt idx="1437">
                  <c:v>102.6234215420759</c:v>
                </c:pt>
                <c:pt idx="1438">
                  <c:v>102.86161777661762</c:v>
                </c:pt>
                <c:pt idx="1439">
                  <c:v>101.58253662674977</c:v>
                </c:pt>
                <c:pt idx="1440">
                  <c:v>103.03618624987764</c:v>
                </c:pt>
                <c:pt idx="1441">
                  <c:v>102.50921786798055</c:v>
                </c:pt>
                <c:pt idx="1442">
                  <c:v>101.94798838385488</c:v>
                </c:pt>
                <c:pt idx="1443">
                  <c:v>102.1192938949979</c:v>
                </c:pt>
                <c:pt idx="1444">
                  <c:v>101.10940711978333</c:v>
                </c:pt>
                <c:pt idx="1445">
                  <c:v>101.48627924429799</c:v>
                </c:pt>
                <c:pt idx="1446">
                  <c:v>101.80931249388196</c:v>
                </c:pt>
                <c:pt idx="1447">
                  <c:v>103.86171566548114</c:v>
                </c:pt>
                <c:pt idx="1448">
                  <c:v>104.0835970894378</c:v>
                </c:pt>
                <c:pt idx="1449">
                  <c:v>105.83907070838909</c:v>
                </c:pt>
                <c:pt idx="1450">
                  <c:v>107.86537018305218</c:v>
                </c:pt>
                <c:pt idx="1451">
                  <c:v>108.94541064378242</c:v>
                </c:pt>
                <c:pt idx="1452">
                  <c:v>109.11671615492544</c:v>
                </c:pt>
                <c:pt idx="1453">
                  <c:v>109.48216791203056</c:v>
                </c:pt>
                <c:pt idx="1454">
                  <c:v>110.05563350409501</c:v>
                </c:pt>
                <c:pt idx="1455">
                  <c:v>110.62909909615951</c:v>
                </c:pt>
                <c:pt idx="1456">
                  <c:v>111.64224883349105</c:v>
                </c:pt>
                <c:pt idx="1457">
                  <c:v>110.61604724769147</c:v>
                </c:pt>
                <c:pt idx="1458">
                  <c:v>111.11364897053546</c:v>
                </c:pt>
                <c:pt idx="1459">
                  <c:v>112.13169315104253</c:v>
                </c:pt>
                <c:pt idx="1460">
                  <c:v>112.44167455215846</c:v>
                </c:pt>
                <c:pt idx="1461">
                  <c:v>111.18053969393415</c:v>
                </c:pt>
                <c:pt idx="1462">
                  <c:v>111.97180800730904</c:v>
                </c:pt>
                <c:pt idx="1463">
                  <c:v>111.74829510229387</c:v>
                </c:pt>
                <c:pt idx="1464">
                  <c:v>113.44829836525598</c:v>
                </c:pt>
                <c:pt idx="1465">
                  <c:v>114.26240741344995</c:v>
                </c:pt>
                <c:pt idx="1466">
                  <c:v>115.13524977975007</c:v>
                </c:pt>
                <c:pt idx="1467">
                  <c:v>116.35396613045323</c:v>
                </c:pt>
                <c:pt idx="1468">
                  <c:v>117.60694358338502</c:v>
                </c:pt>
                <c:pt idx="1469">
                  <c:v>117.70156948477828</c:v>
                </c:pt>
                <c:pt idx="1470">
                  <c:v>118.23180082879239</c:v>
                </c:pt>
                <c:pt idx="1471">
                  <c:v>117.4698991744706</c:v>
                </c:pt>
                <c:pt idx="1472">
                  <c:v>118.05886383659087</c:v>
                </c:pt>
                <c:pt idx="1473">
                  <c:v>119.16337651319868</c:v>
                </c:pt>
                <c:pt idx="1474">
                  <c:v>119.17805984272522</c:v>
                </c:pt>
                <c:pt idx="1475">
                  <c:v>120.1651058831207</c:v>
                </c:pt>
                <c:pt idx="1476">
                  <c:v>119.95790778869058</c:v>
                </c:pt>
                <c:pt idx="1477">
                  <c:v>119.64955786863317</c:v>
                </c:pt>
                <c:pt idx="1478">
                  <c:v>114.57891473879988</c:v>
                </c:pt>
                <c:pt idx="1479">
                  <c:v>116.24139393741639</c:v>
                </c:pt>
                <c:pt idx="1480">
                  <c:v>116.97229745162659</c:v>
                </c:pt>
                <c:pt idx="1481">
                  <c:v>118.15022677586713</c:v>
                </c:pt>
                <c:pt idx="1482">
                  <c:v>119.30531536528861</c:v>
                </c:pt>
                <c:pt idx="1483">
                  <c:v>118.94965249453453</c:v>
                </c:pt>
                <c:pt idx="1484">
                  <c:v>119.72623747838288</c:v>
                </c:pt>
                <c:pt idx="1485">
                  <c:v>119.12911541097009</c:v>
                </c:pt>
                <c:pt idx="1486">
                  <c:v>119.88775410317487</c:v>
                </c:pt>
                <c:pt idx="1487">
                  <c:v>121.25493523020199</c:v>
                </c:pt>
                <c:pt idx="1488">
                  <c:v>120.94821679120304</c:v>
                </c:pt>
                <c:pt idx="1489">
                  <c:v>121.67259438117925</c:v>
                </c:pt>
                <c:pt idx="1490">
                  <c:v>122.91904590987698</c:v>
                </c:pt>
                <c:pt idx="1491">
                  <c:v>125.08402127451302</c:v>
                </c:pt>
                <c:pt idx="1492">
                  <c:v>124.62394361601463</c:v>
                </c:pt>
                <c:pt idx="1493">
                  <c:v>126.54582830293342</c:v>
                </c:pt>
                <c:pt idx="1494">
                  <c:v>127.08258557118153</c:v>
                </c:pt>
                <c:pt idx="1495">
                  <c:v>127.99295200182725</c:v>
                </c:pt>
                <c:pt idx="1496">
                  <c:v>126.94390968120861</c:v>
                </c:pt>
                <c:pt idx="1497">
                  <c:v>125.30427121741117</c:v>
                </c:pt>
                <c:pt idx="1498">
                  <c:v>127.67481319541881</c:v>
                </c:pt>
                <c:pt idx="1499">
                  <c:v>128.62270369041016</c:v>
                </c:pt>
                <c:pt idx="1500">
                  <c:v>127.43498547981859</c:v>
                </c:pt>
                <c:pt idx="1501">
                  <c:v>126.07922472020101</c:v>
                </c:pt>
                <c:pt idx="1502">
                  <c:v>124.04966228342089</c:v>
                </c:pt>
                <c:pt idx="1503">
                  <c:v>122.31213495611317</c:v>
                </c:pt>
                <c:pt idx="1504">
                  <c:v>122.13919796391164</c:v>
                </c:pt>
                <c:pt idx="1505">
                  <c:v>119.81107449342514</c:v>
                </c:pt>
                <c:pt idx="1506">
                  <c:v>125.73498221685648</c:v>
                </c:pt>
                <c:pt idx="1507">
                  <c:v>130.15955884752179</c:v>
                </c:pt>
                <c:pt idx="1508">
                  <c:v>131.08134564557704</c:v>
                </c:pt>
                <c:pt idx="1509">
                  <c:v>132.09775834502562</c:v>
                </c:pt>
                <c:pt idx="1510">
                  <c:v>131.19391783861388</c:v>
                </c:pt>
                <c:pt idx="1511">
                  <c:v>133.80265605116324</c:v>
                </c:pt>
                <c:pt idx="1512">
                  <c:v>134.22684112637452</c:v>
                </c:pt>
                <c:pt idx="1513">
                  <c:v>133.90707083890757</c:v>
                </c:pt>
                <c:pt idx="1514">
                  <c:v>134.89737984142005</c:v>
                </c:pt>
                <c:pt idx="1515">
                  <c:v>134.04574672888049</c:v>
                </c:pt>
                <c:pt idx="1516">
                  <c:v>134.88595947401052</c:v>
                </c:pt>
                <c:pt idx="1517">
                  <c:v>136.31350540020233</c:v>
                </c:pt>
                <c:pt idx="1518">
                  <c:v>136.89268117597157</c:v>
                </c:pt>
                <c:pt idx="1519">
                  <c:v>137.18308480438543</c:v>
                </c:pt>
                <c:pt idx="1520">
                  <c:v>135.73432962443309</c:v>
                </c:pt>
                <c:pt idx="1521">
                  <c:v>133.03585995366595</c:v>
                </c:pt>
                <c:pt idx="1522">
                  <c:v>134.53355956537345</c:v>
                </c:pt>
                <c:pt idx="1523">
                  <c:v>136.46686461970179</c:v>
                </c:pt>
                <c:pt idx="1524">
                  <c:v>139.06907690801711</c:v>
                </c:pt>
                <c:pt idx="1525">
                  <c:v>134.11916337651323</c:v>
                </c:pt>
                <c:pt idx="1526">
                  <c:v>136.23193134727705</c:v>
                </c:pt>
                <c:pt idx="1527">
                  <c:v>137.70679022416553</c:v>
                </c:pt>
                <c:pt idx="1528">
                  <c:v>139.7314582177701</c:v>
                </c:pt>
                <c:pt idx="1529">
                  <c:v>139.65151564590334</c:v>
                </c:pt>
                <c:pt idx="1530">
                  <c:v>138.49316409436486</c:v>
                </c:pt>
                <c:pt idx="1531">
                  <c:v>139.32521943420238</c:v>
                </c:pt>
                <c:pt idx="1532">
                  <c:v>138.5943159199922</c:v>
                </c:pt>
                <c:pt idx="1533">
                  <c:v>138.88145658628906</c:v>
                </c:pt>
                <c:pt idx="1534">
                  <c:v>138.09997715926522</c:v>
                </c:pt>
                <c:pt idx="1535">
                  <c:v>137.12108852416225</c:v>
                </c:pt>
                <c:pt idx="1536">
                  <c:v>136.98078115313083</c:v>
                </c:pt>
                <c:pt idx="1537">
                  <c:v>133.80591901328026</c:v>
                </c:pt>
                <c:pt idx="1538">
                  <c:v>132.72587855255003</c:v>
                </c:pt>
                <c:pt idx="1539">
                  <c:v>134.80927986426079</c:v>
                </c:pt>
                <c:pt idx="1540">
                  <c:v>134.8826965118935</c:v>
                </c:pt>
                <c:pt idx="1541">
                  <c:v>135.79469442359775</c:v>
                </c:pt>
                <c:pt idx="1542">
                  <c:v>133.22511175645252</c:v>
                </c:pt>
                <c:pt idx="1543">
                  <c:v>130.32270695337226</c:v>
                </c:pt>
                <c:pt idx="1544">
                  <c:v>131.9231898717656</c:v>
                </c:pt>
                <c:pt idx="1545">
                  <c:v>133.93970046007769</c:v>
                </c:pt>
                <c:pt idx="1546">
                  <c:v>133.3833654191275</c:v>
                </c:pt>
                <c:pt idx="1547">
                  <c:v>135.38845564003003</c:v>
                </c:pt>
                <c:pt idx="1548">
                  <c:v>133.54977648709502</c:v>
                </c:pt>
                <c:pt idx="1549">
                  <c:v>134.08000783110907</c:v>
                </c:pt>
                <c:pt idx="1550">
                  <c:v>135.03279276927597</c:v>
                </c:pt>
                <c:pt idx="1551">
                  <c:v>136.30208503279277</c:v>
                </c:pt>
                <c:pt idx="1552">
                  <c:v>135.34440565145039</c:v>
                </c:pt>
                <c:pt idx="1553">
                  <c:v>129.06320357620649</c:v>
                </c:pt>
                <c:pt idx="1554">
                  <c:v>131.25101967566158</c:v>
                </c:pt>
                <c:pt idx="1555">
                  <c:v>131.33422520964533</c:v>
                </c:pt>
                <c:pt idx="1556">
                  <c:v>131.91666394753156</c:v>
                </c:pt>
                <c:pt idx="1557">
                  <c:v>128.54928704277745</c:v>
                </c:pt>
                <c:pt idx="1558">
                  <c:v>128.46608150879368</c:v>
                </c:pt>
                <c:pt idx="1559">
                  <c:v>128.78748327731915</c:v>
                </c:pt>
                <c:pt idx="1560">
                  <c:v>128.31761673246976</c:v>
                </c:pt>
                <c:pt idx="1561">
                  <c:v>129.74189969654452</c:v>
                </c:pt>
                <c:pt idx="1562">
                  <c:v>131.82366952719678</c:v>
                </c:pt>
                <c:pt idx="1563">
                  <c:v>132.66061931020982</c:v>
                </c:pt>
                <c:pt idx="1564">
                  <c:v>132.716089666199</c:v>
                </c:pt>
                <c:pt idx="1565">
                  <c:v>132.25111756452509</c:v>
                </c:pt>
                <c:pt idx="1566">
                  <c:v>132.86455444252294</c:v>
                </c:pt>
                <c:pt idx="1567">
                  <c:v>131.99334355728129</c:v>
                </c:pt>
                <c:pt idx="1568">
                  <c:v>132.6214637648057</c:v>
                </c:pt>
                <c:pt idx="1569">
                  <c:v>133.23979508597907</c:v>
                </c:pt>
                <c:pt idx="1570">
                  <c:v>134.01964303194441</c:v>
                </c:pt>
                <c:pt idx="1571">
                  <c:v>135.49939635200835</c:v>
                </c:pt>
                <c:pt idx="1572">
                  <c:v>136.58596273697265</c:v>
                </c:pt>
                <c:pt idx="1573">
                  <c:v>135.25141123111561</c:v>
                </c:pt>
                <c:pt idx="1574">
                  <c:v>134.59392436453811</c:v>
                </c:pt>
                <c:pt idx="1575">
                  <c:v>135.37214082944499</c:v>
                </c:pt>
                <c:pt idx="1576">
                  <c:v>136.98078115313083</c:v>
                </c:pt>
                <c:pt idx="1577">
                  <c:v>136.75237380494013</c:v>
                </c:pt>
                <c:pt idx="1578">
                  <c:v>135.96273697262379</c:v>
                </c:pt>
                <c:pt idx="1579">
                  <c:v>136.86984044115246</c:v>
                </c:pt>
                <c:pt idx="1580">
                  <c:v>137.47348843279929</c:v>
                </c:pt>
                <c:pt idx="1581">
                  <c:v>137.5746402584266</c:v>
                </c:pt>
                <c:pt idx="1582">
                  <c:v>137.61542728488922</c:v>
                </c:pt>
                <c:pt idx="1583">
                  <c:v>138.02492903057399</c:v>
                </c:pt>
                <c:pt idx="1584">
                  <c:v>139.67598786178092</c:v>
                </c:pt>
                <c:pt idx="1585">
                  <c:v>141.21773746206807</c:v>
                </c:pt>
                <c:pt idx="1586">
                  <c:v>141.36946520050904</c:v>
                </c:pt>
                <c:pt idx="1587">
                  <c:v>142.39729826736715</c:v>
                </c:pt>
                <c:pt idx="1588">
                  <c:v>144.04183117434007</c:v>
                </c:pt>
                <c:pt idx="1589">
                  <c:v>144.63569027963587</c:v>
                </c:pt>
                <c:pt idx="1590">
                  <c:v>147.00133781446797</c:v>
                </c:pt>
                <c:pt idx="1591">
                  <c:v>147.03886187881361</c:v>
                </c:pt>
                <c:pt idx="1592">
                  <c:v>145.38780304760661</c:v>
                </c:pt>
                <c:pt idx="1593">
                  <c:v>145.95392697490783</c:v>
                </c:pt>
                <c:pt idx="1594">
                  <c:v>145.9164029105622</c:v>
                </c:pt>
                <c:pt idx="1595">
                  <c:v>145.93108624008877</c:v>
                </c:pt>
                <c:pt idx="1596">
                  <c:v>146.04692139524261</c:v>
                </c:pt>
                <c:pt idx="1597">
                  <c:v>144.30123666264234</c:v>
                </c:pt>
                <c:pt idx="1598">
                  <c:v>143.27829803895978</c:v>
                </c:pt>
                <c:pt idx="1599">
                  <c:v>142.80843149411035</c:v>
                </c:pt>
                <c:pt idx="1600">
                  <c:v>143.80200345873985</c:v>
                </c:pt>
                <c:pt idx="1601">
                  <c:v>144.41217737462068</c:v>
                </c:pt>
                <c:pt idx="1602">
                  <c:v>143.33050543283193</c:v>
                </c:pt>
                <c:pt idx="1603">
                  <c:v>142.49681861193594</c:v>
                </c:pt>
                <c:pt idx="1604">
                  <c:v>142.64038894508434</c:v>
                </c:pt>
                <c:pt idx="1605">
                  <c:v>142.33367050608544</c:v>
                </c:pt>
                <c:pt idx="1606">
                  <c:v>141.94048357098578</c:v>
                </c:pt>
                <c:pt idx="1607">
                  <c:v>141.58808366234871</c:v>
                </c:pt>
                <c:pt idx="1608">
                  <c:v>141.19979117042453</c:v>
                </c:pt>
                <c:pt idx="1609">
                  <c:v>141.55708552223709</c:v>
                </c:pt>
                <c:pt idx="1610">
                  <c:v>142.65344079355236</c:v>
                </c:pt>
                <c:pt idx="1611">
                  <c:v>142.64038894508434</c:v>
                </c:pt>
                <c:pt idx="1612">
                  <c:v>142.8247463046954</c:v>
                </c:pt>
                <c:pt idx="1613">
                  <c:v>141.97311319215586</c:v>
                </c:pt>
                <c:pt idx="1614">
                  <c:v>142.21457238881456</c:v>
                </c:pt>
                <c:pt idx="1615">
                  <c:v>142.73990928965316</c:v>
                </c:pt>
                <c:pt idx="1616">
                  <c:v>143.51323131138449</c:v>
                </c:pt>
                <c:pt idx="1617">
                  <c:v>143.64048683394785</c:v>
                </c:pt>
                <c:pt idx="1618">
                  <c:v>144.2539237119457</c:v>
                </c:pt>
                <c:pt idx="1619">
                  <c:v>145.42206414983522</c:v>
                </c:pt>
                <c:pt idx="1620">
                  <c:v>144.82657356348093</c:v>
                </c:pt>
                <c:pt idx="1621">
                  <c:v>143.9782034130584</c:v>
                </c:pt>
                <c:pt idx="1622">
                  <c:v>146.32916761836395</c:v>
                </c:pt>
                <c:pt idx="1623">
                  <c:v>145.4090123013672</c:v>
                </c:pt>
                <c:pt idx="1624">
                  <c:v>145.08761053284172</c:v>
                </c:pt>
                <c:pt idx="1625">
                  <c:v>144.09240708715373</c:v>
                </c:pt>
                <c:pt idx="1626">
                  <c:v>144.14135151890889</c:v>
                </c:pt>
                <c:pt idx="1627">
                  <c:v>144.22945149606815</c:v>
                </c:pt>
                <c:pt idx="1628">
                  <c:v>144.62426991222634</c:v>
                </c:pt>
                <c:pt idx="1629">
                  <c:v>146.83329526544199</c:v>
                </c:pt>
                <c:pt idx="1630">
                  <c:v>148.52024667993604</c:v>
                </c:pt>
                <c:pt idx="1631">
                  <c:v>147.4973080562535</c:v>
                </c:pt>
                <c:pt idx="1632">
                  <c:v>148.24615786210725</c:v>
                </c:pt>
                <c:pt idx="1633">
                  <c:v>147.42225992756227</c:v>
                </c:pt>
                <c:pt idx="1634">
                  <c:v>146.05507880053511</c:v>
                </c:pt>
                <c:pt idx="1635">
                  <c:v>145.66841778966949</c:v>
                </c:pt>
                <c:pt idx="1636">
                  <c:v>146.47436943257091</c:v>
                </c:pt>
                <c:pt idx="1637">
                  <c:v>147.77139687408228</c:v>
                </c:pt>
                <c:pt idx="1638">
                  <c:v>148.97216693314192</c:v>
                </c:pt>
                <c:pt idx="1639">
                  <c:v>149.11084282311484</c:v>
                </c:pt>
                <c:pt idx="1640">
                  <c:v>149.07821320194475</c:v>
                </c:pt>
                <c:pt idx="1641">
                  <c:v>149.22830945932716</c:v>
                </c:pt>
                <c:pt idx="1642">
                  <c:v>146.53636571279407</c:v>
                </c:pt>
                <c:pt idx="1643">
                  <c:v>145.95718993702482</c:v>
                </c:pt>
                <c:pt idx="1644">
                  <c:v>147.68819134009854</c:v>
                </c:pt>
                <c:pt idx="1645">
                  <c:v>147.68166541586453</c:v>
                </c:pt>
                <c:pt idx="1646">
                  <c:v>147.14327666655791</c:v>
                </c:pt>
                <c:pt idx="1647">
                  <c:v>148.89875028550921</c:v>
                </c:pt>
                <c:pt idx="1648">
                  <c:v>151.42265148301627</c:v>
                </c:pt>
                <c:pt idx="1649">
                  <c:v>153.68062126798711</c:v>
                </c:pt>
                <c:pt idx="1650">
                  <c:v>154.26469148693184</c:v>
                </c:pt>
                <c:pt idx="1651">
                  <c:v>155.76402257969787</c:v>
                </c:pt>
                <c:pt idx="1652">
                  <c:v>157.62391098639347</c:v>
                </c:pt>
                <c:pt idx="1653">
                  <c:v>157.95347016021145</c:v>
                </c:pt>
                <c:pt idx="1654">
                  <c:v>158.14272196299802</c:v>
                </c:pt>
                <c:pt idx="1655">
                  <c:v>157.6989591150847</c:v>
                </c:pt>
                <c:pt idx="1656">
                  <c:v>158.32218487943356</c:v>
                </c:pt>
                <c:pt idx="1657">
                  <c:v>158.01220347831764</c:v>
                </c:pt>
                <c:pt idx="1658">
                  <c:v>158.64521812901754</c:v>
                </c:pt>
                <c:pt idx="1659">
                  <c:v>160.91950272457339</c:v>
                </c:pt>
                <c:pt idx="1660">
                  <c:v>161.65693216301759</c:v>
                </c:pt>
                <c:pt idx="1661">
                  <c:v>160.90155643292979</c:v>
                </c:pt>
                <c:pt idx="1662">
                  <c:v>159.11671615492543</c:v>
                </c:pt>
                <c:pt idx="1663">
                  <c:v>160.20654550200675</c:v>
                </c:pt>
                <c:pt idx="1664">
                  <c:v>161.08101934936536</c:v>
                </c:pt>
                <c:pt idx="1665">
                  <c:v>163.80722419812705</c:v>
                </c:pt>
                <c:pt idx="1666">
                  <c:v>163.10405586191143</c:v>
                </c:pt>
                <c:pt idx="1667">
                  <c:v>163.85290566776521</c:v>
                </c:pt>
                <c:pt idx="1668">
                  <c:v>163.94753156915849</c:v>
                </c:pt>
                <c:pt idx="1669">
                  <c:v>164.58054621985838</c:v>
                </c:pt>
                <c:pt idx="1670">
                  <c:v>163.97526674715309</c:v>
                </c:pt>
                <c:pt idx="1671">
                  <c:v>163.89858713740335</c:v>
                </c:pt>
                <c:pt idx="1672">
                  <c:v>165.39791823016935</c:v>
                </c:pt>
                <c:pt idx="1673">
                  <c:v>167.2365973831044</c:v>
                </c:pt>
                <c:pt idx="1674">
                  <c:v>165.12056645022352</c:v>
                </c:pt>
                <c:pt idx="1675">
                  <c:v>166.00972362710868</c:v>
                </c:pt>
                <c:pt idx="1676">
                  <c:v>167.15665481123767</c:v>
                </c:pt>
                <c:pt idx="1677">
                  <c:v>167.95118608672954</c:v>
                </c:pt>
                <c:pt idx="1678">
                  <c:v>168.04254902600582</c:v>
                </c:pt>
                <c:pt idx="1679">
                  <c:v>170.1651058831207</c:v>
                </c:pt>
                <c:pt idx="1680">
                  <c:v>171.95320912324209</c:v>
                </c:pt>
                <c:pt idx="1681">
                  <c:v>172.80810519789867</c:v>
                </c:pt>
                <c:pt idx="1682">
                  <c:v>171.26472411655303</c:v>
                </c:pt>
                <c:pt idx="1683">
                  <c:v>169.71808007309036</c:v>
                </c:pt>
                <c:pt idx="1684">
                  <c:v>168.36721375664828</c:v>
                </c:pt>
                <c:pt idx="1685">
                  <c:v>167.75377687865043</c:v>
                </c:pt>
                <c:pt idx="1686">
                  <c:v>166.37354390315531</c:v>
                </c:pt>
                <c:pt idx="1687">
                  <c:v>168.67230071458872</c:v>
                </c:pt>
                <c:pt idx="1688">
                  <c:v>167.9038731360329</c:v>
                </c:pt>
                <c:pt idx="1689">
                  <c:v>165.83026071067314</c:v>
                </c:pt>
                <c:pt idx="1690">
                  <c:v>164.61970176526253</c:v>
                </c:pt>
                <c:pt idx="1691">
                  <c:v>167.57757692433194</c:v>
                </c:pt>
                <c:pt idx="1692">
                  <c:v>167.19091591346626</c:v>
                </c:pt>
                <c:pt idx="1693">
                  <c:v>168.29379710901557</c:v>
                </c:pt>
                <c:pt idx="1694">
                  <c:v>169.21721538812935</c:v>
                </c:pt>
                <c:pt idx="1695">
                  <c:v>171.82105915750319</c:v>
                </c:pt>
                <c:pt idx="1696">
                  <c:v>172.60743302770254</c:v>
                </c:pt>
                <c:pt idx="1697">
                  <c:v>173.34323098508827</c:v>
                </c:pt>
                <c:pt idx="1698">
                  <c:v>171.80800730903513</c:v>
                </c:pt>
                <c:pt idx="1699">
                  <c:v>173.68910496949132</c:v>
                </c:pt>
                <c:pt idx="1700">
                  <c:v>174.04639932130388</c:v>
                </c:pt>
                <c:pt idx="1701">
                  <c:v>172.08209612686397</c:v>
                </c:pt>
                <c:pt idx="1702">
                  <c:v>171.16194080986722</c:v>
                </c:pt>
                <c:pt idx="1703">
                  <c:v>168.92844324077396</c:v>
                </c:pt>
                <c:pt idx="1704">
                  <c:v>165.59695891930696</c:v>
                </c:pt>
                <c:pt idx="1705">
                  <c:v>167.92997683296898</c:v>
                </c:pt>
                <c:pt idx="1706">
                  <c:v>167.52210656834276</c:v>
                </c:pt>
                <c:pt idx="1707">
                  <c:v>169.67729304662777</c:v>
                </c:pt>
                <c:pt idx="1708">
                  <c:v>163.2459947140014</c:v>
                </c:pt>
                <c:pt idx="1709">
                  <c:v>162.46614676803603</c:v>
                </c:pt>
                <c:pt idx="1710">
                  <c:v>161.82171174992661</c:v>
                </c:pt>
                <c:pt idx="1711">
                  <c:v>162.91969850230038</c:v>
                </c:pt>
                <c:pt idx="1712">
                  <c:v>164.73716840147486</c:v>
                </c:pt>
                <c:pt idx="1713">
                  <c:v>163.05347994909781</c:v>
                </c:pt>
                <c:pt idx="1714">
                  <c:v>160.01239925604463</c:v>
                </c:pt>
                <c:pt idx="1715">
                  <c:v>161.86576173850622</c:v>
                </c:pt>
                <c:pt idx="1716">
                  <c:v>164.1808333605247</c:v>
                </c:pt>
                <c:pt idx="1717">
                  <c:v>165.43870525663198</c:v>
                </c:pt>
                <c:pt idx="1718">
                  <c:v>165.86941625607727</c:v>
                </c:pt>
                <c:pt idx="1719">
                  <c:v>164.43208144353449</c:v>
                </c:pt>
                <c:pt idx="1720">
                  <c:v>164.1433092961791</c:v>
                </c:pt>
                <c:pt idx="1721">
                  <c:v>163.15463177472509</c:v>
                </c:pt>
                <c:pt idx="1722">
                  <c:v>163.32756876692662</c:v>
                </c:pt>
                <c:pt idx="1723">
                  <c:v>159.60289751035992</c:v>
                </c:pt>
                <c:pt idx="1724">
                  <c:v>155.12611348582243</c:v>
                </c:pt>
                <c:pt idx="1725">
                  <c:v>157.37103142232519</c:v>
                </c:pt>
                <c:pt idx="1726">
                  <c:v>159.50827160896662</c:v>
                </c:pt>
                <c:pt idx="1727">
                  <c:v>160.70251574379225</c:v>
                </c:pt>
                <c:pt idx="1728">
                  <c:v>159.25376056383985</c:v>
                </c:pt>
                <c:pt idx="1729">
                  <c:v>159.3353346167651</c:v>
                </c:pt>
                <c:pt idx="1730">
                  <c:v>161.26700819003494</c:v>
                </c:pt>
                <c:pt idx="1731">
                  <c:v>160.97171011844554</c:v>
                </c:pt>
                <c:pt idx="1732">
                  <c:v>160.04502887721472</c:v>
                </c:pt>
                <c:pt idx="1733">
                  <c:v>161.51336182986915</c:v>
                </c:pt>
                <c:pt idx="1734">
                  <c:v>163.4841909485431</c:v>
                </c:pt>
                <c:pt idx="1735">
                  <c:v>165.38976082487682</c:v>
                </c:pt>
                <c:pt idx="1736">
                  <c:v>166.51385127418669</c:v>
                </c:pt>
                <c:pt idx="1737">
                  <c:v>165.15972199562762</c:v>
                </c:pt>
                <c:pt idx="1738">
                  <c:v>166.10761249061898</c:v>
                </c:pt>
                <c:pt idx="1739">
                  <c:v>167.50089731458218</c:v>
                </c:pt>
                <c:pt idx="1740">
                  <c:v>168.03112865859626</c:v>
                </c:pt>
                <c:pt idx="1741">
                  <c:v>170.5680817045714</c:v>
                </c:pt>
                <c:pt idx="1742">
                  <c:v>171.6921721538813</c:v>
                </c:pt>
                <c:pt idx="1743">
                  <c:v>172.18161647143279</c:v>
                </c:pt>
                <c:pt idx="1744">
                  <c:v>173.7445753254805</c:v>
                </c:pt>
                <c:pt idx="1745">
                  <c:v>169.98890592880215</c:v>
                </c:pt>
                <c:pt idx="1746">
                  <c:v>169.43583384996901</c:v>
                </c:pt>
                <c:pt idx="1747">
                  <c:v>169.2009005775443</c:v>
                </c:pt>
                <c:pt idx="1748">
                  <c:v>166.42575129702743</c:v>
                </c:pt>
                <c:pt idx="1749">
                  <c:v>161.59004143961891</c:v>
                </c:pt>
                <c:pt idx="1750">
                  <c:v>163.17094658531016</c:v>
                </c:pt>
                <c:pt idx="1751">
                  <c:v>161.5296766404542</c:v>
                </c:pt>
                <c:pt idx="1752">
                  <c:v>162.42862270369039</c:v>
                </c:pt>
                <c:pt idx="1753">
                  <c:v>164.99983685189417</c:v>
                </c:pt>
                <c:pt idx="1754">
                  <c:v>166.73410121708488</c:v>
                </c:pt>
                <c:pt idx="1755">
                  <c:v>167.06855483407836</c:v>
                </c:pt>
                <c:pt idx="1756">
                  <c:v>164.90684243155937</c:v>
                </c:pt>
                <c:pt idx="1757">
                  <c:v>164.35213887166771</c:v>
                </c:pt>
                <c:pt idx="1758">
                  <c:v>162.98006330146509</c:v>
                </c:pt>
                <c:pt idx="1759">
                  <c:v>162.56403563154635</c:v>
                </c:pt>
                <c:pt idx="1760">
                  <c:v>164.15146670147161</c:v>
                </c:pt>
                <c:pt idx="1761">
                  <c:v>164.73879988253339</c:v>
                </c:pt>
                <c:pt idx="1762">
                  <c:v>162.88543740007179</c:v>
                </c:pt>
                <c:pt idx="1763">
                  <c:v>157.67938134238261</c:v>
                </c:pt>
                <c:pt idx="1764">
                  <c:v>162.56077266942933</c:v>
                </c:pt>
                <c:pt idx="1765">
                  <c:v>162.40088752569585</c:v>
                </c:pt>
                <c:pt idx="1766">
                  <c:v>162.46940973015305</c:v>
                </c:pt>
                <c:pt idx="1767">
                  <c:v>161.28332300061999</c:v>
                </c:pt>
                <c:pt idx="1768">
                  <c:v>159.66489379058311</c:v>
                </c:pt>
                <c:pt idx="1769">
                  <c:v>158.44617743987993</c:v>
                </c:pt>
                <c:pt idx="1770">
                  <c:v>158.0056775540836</c:v>
                </c:pt>
                <c:pt idx="1771">
                  <c:v>149.49750383398049</c:v>
                </c:pt>
                <c:pt idx="1772">
                  <c:v>153.35106209416909</c:v>
                </c:pt>
                <c:pt idx="1773">
                  <c:v>156.58139459000881</c:v>
                </c:pt>
                <c:pt idx="1774">
                  <c:v>155.79828368192645</c:v>
                </c:pt>
                <c:pt idx="1775">
                  <c:v>154.72313766437173</c:v>
                </c:pt>
                <c:pt idx="1776">
                  <c:v>151.91372728162628</c:v>
                </c:pt>
                <c:pt idx="1777">
                  <c:v>149.39472052729468</c:v>
                </c:pt>
                <c:pt idx="1778">
                  <c:v>150.77169054067284</c:v>
                </c:pt>
                <c:pt idx="1779">
                  <c:v>153.63820276046596</c:v>
                </c:pt>
                <c:pt idx="1780">
                  <c:v>155.77217998499037</c:v>
                </c:pt>
                <c:pt idx="1781">
                  <c:v>156.53897608248769</c:v>
                </c:pt>
                <c:pt idx="1782">
                  <c:v>156.98273893040101</c:v>
                </c:pt>
                <c:pt idx="1783">
                  <c:v>155.13100792899797</c:v>
                </c:pt>
                <c:pt idx="1784">
                  <c:v>158.03667569419522</c:v>
                </c:pt>
                <c:pt idx="1785">
                  <c:v>160.45289914184096</c:v>
                </c:pt>
                <c:pt idx="1786">
                  <c:v>157.73648317943028</c:v>
                </c:pt>
                <c:pt idx="1787">
                  <c:v>159.58984566189187</c:v>
                </c:pt>
                <c:pt idx="1788">
                  <c:v>159.32554573041409</c:v>
                </c:pt>
                <c:pt idx="1789">
                  <c:v>160.43332136913892</c:v>
                </c:pt>
                <c:pt idx="1790">
                  <c:v>160.57526022122883</c:v>
                </c:pt>
                <c:pt idx="1791">
                  <c:v>161.4905210950501</c:v>
                </c:pt>
                <c:pt idx="1792">
                  <c:v>162.53956341566877</c:v>
                </c:pt>
                <c:pt idx="1793">
                  <c:v>164.11231115606751</c:v>
                </c:pt>
                <c:pt idx="1794">
                  <c:v>163.7533853231964</c:v>
                </c:pt>
                <c:pt idx="1795">
                  <c:v>166.272392077528</c:v>
                </c:pt>
                <c:pt idx="1796">
                  <c:v>168.11759715469705</c:v>
                </c:pt>
                <c:pt idx="1797">
                  <c:v>169.1356413352041</c:v>
                </c:pt>
                <c:pt idx="1798">
                  <c:v>170.28094103827456</c:v>
                </c:pt>
                <c:pt idx="1799">
                  <c:v>168.03439162071331</c:v>
                </c:pt>
                <c:pt idx="1800">
                  <c:v>169.98890592880215</c:v>
                </c:pt>
                <c:pt idx="1801">
                  <c:v>170.14715959147713</c:v>
                </c:pt>
                <c:pt idx="1802">
                  <c:v>167.41932326165693</c:v>
                </c:pt>
                <c:pt idx="1803">
                  <c:v>167.80108982934709</c:v>
                </c:pt>
                <c:pt idx="1804">
                  <c:v>166.7504160276699</c:v>
                </c:pt>
                <c:pt idx="1805">
                  <c:v>166.50406238783572</c:v>
                </c:pt>
                <c:pt idx="1806">
                  <c:v>168.67230071458872</c:v>
                </c:pt>
                <c:pt idx="1807">
                  <c:v>170.90906124579897</c:v>
                </c:pt>
                <c:pt idx="1808">
                  <c:v>169.57777270205895</c:v>
                </c:pt>
                <c:pt idx="1809">
                  <c:v>166.09292916109243</c:v>
                </c:pt>
                <c:pt idx="1810">
                  <c:v>169.52067086501128</c:v>
                </c:pt>
                <c:pt idx="1811">
                  <c:v>168.02297125330375</c:v>
                </c:pt>
                <c:pt idx="1812">
                  <c:v>169.92038372434496</c:v>
                </c:pt>
                <c:pt idx="1813">
                  <c:v>167.31980291708814</c:v>
                </c:pt>
                <c:pt idx="1814">
                  <c:v>167.13218259536009</c:v>
                </c:pt>
                <c:pt idx="1815">
                  <c:v>163.63265572486705</c:v>
                </c:pt>
                <c:pt idx="1816">
                  <c:v>162.52324860508372</c:v>
                </c:pt>
                <c:pt idx="1817">
                  <c:v>160.93744901621693</c:v>
                </c:pt>
                <c:pt idx="1818">
                  <c:v>158.98130322706956</c:v>
                </c:pt>
                <c:pt idx="1819">
                  <c:v>157.24703886187882</c:v>
                </c:pt>
                <c:pt idx="1820">
                  <c:v>156.08868731034033</c:v>
                </c:pt>
                <c:pt idx="1821">
                  <c:v>152.66747153065555</c:v>
                </c:pt>
                <c:pt idx="1822">
                  <c:v>152.35259568636408</c:v>
                </c:pt>
                <c:pt idx="1823">
                  <c:v>153.24175286324925</c:v>
                </c:pt>
                <c:pt idx="1824">
                  <c:v>157.77074428165889</c:v>
                </c:pt>
                <c:pt idx="1825">
                  <c:v>156.52755571507817</c:v>
                </c:pt>
                <c:pt idx="1826">
                  <c:v>153.38206023428069</c:v>
                </c:pt>
                <c:pt idx="1827">
                  <c:v>157.56680914934577</c:v>
                </c:pt>
                <c:pt idx="1828">
                  <c:v>156.76901491173689</c:v>
                </c:pt>
                <c:pt idx="1829">
                  <c:v>155.71834111005973</c:v>
                </c:pt>
                <c:pt idx="1830">
                  <c:v>154.44904884654289</c:v>
                </c:pt>
                <c:pt idx="1831">
                  <c:v>154.93849316409435</c:v>
                </c:pt>
                <c:pt idx="1832">
                  <c:v>154.80634319835548</c:v>
                </c:pt>
                <c:pt idx="1833">
                  <c:v>158.69089959865565</c:v>
                </c:pt>
                <c:pt idx="1834">
                  <c:v>159.14445133292003</c:v>
                </c:pt>
                <c:pt idx="1835">
                  <c:v>158.37765523542274</c:v>
                </c:pt>
                <c:pt idx="1836">
                  <c:v>159.46095865826999</c:v>
                </c:pt>
                <c:pt idx="1837">
                  <c:v>158.34502561425262</c:v>
                </c:pt>
                <c:pt idx="1838">
                  <c:v>157.62880542956898</c:v>
                </c:pt>
                <c:pt idx="1839">
                  <c:v>157.33513883903808</c:v>
                </c:pt>
                <c:pt idx="1840">
                  <c:v>156.07889842398933</c:v>
                </c:pt>
                <c:pt idx="1841">
                  <c:v>157.66469801285606</c:v>
                </c:pt>
                <c:pt idx="1842">
                  <c:v>156.10337063986691</c:v>
                </c:pt>
                <c:pt idx="1843">
                  <c:v>152.42927529611384</c:v>
                </c:pt>
                <c:pt idx="1844">
                  <c:v>152.5190067543316</c:v>
                </c:pt>
                <c:pt idx="1845">
                  <c:v>152.18292165627958</c:v>
                </c:pt>
                <c:pt idx="1846">
                  <c:v>148.2347374946977</c:v>
                </c:pt>
                <c:pt idx="1847">
                  <c:v>146.77129898521881</c:v>
                </c:pt>
                <c:pt idx="1848">
                  <c:v>145.02398277156004</c:v>
                </c:pt>
                <c:pt idx="1849">
                  <c:v>148.06343198355466</c:v>
                </c:pt>
                <c:pt idx="1850">
                  <c:v>145.74999184259471</c:v>
                </c:pt>
                <c:pt idx="1851">
                  <c:v>146.22638431167815</c:v>
                </c:pt>
                <c:pt idx="1852">
                  <c:v>147.55604137435964</c:v>
                </c:pt>
                <c:pt idx="1853">
                  <c:v>149.1989428002741</c:v>
                </c:pt>
                <c:pt idx="1854">
                  <c:v>150.20719809443014</c:v>
                </c:pt>
                <c:pt idx="1855">
                  <c:v>151.18608672953306</c:v>
                </c:pt>
                <c:pt idx="1856">
                  <c:v>150.74232388161974</c:v>
                </c:pt>
                <c:pt idx="1857">
                  <c:v>148.14990047965546</c:v>
                </c:pt>
                <c:pt idx="1858">
                  <c:v>148.84980585375405</c:v>
                </c:pt>
                <c:pt idx="1859">
                  <c:v>149.0635298724182</c:v>
                </c:pt>
                <c:pt idx="1860">
                  <c:v>149.52850197409211</c:v>
                </c:pt>
                <c:pt idx="1861">
                  <c:v>150.6199628022319</c:v>
                </c:pt>
                <c:pt idx="1862">
                  <c:v>152.36891049694913</c:v>
                </c:pt>
                <c:pt idx="1863">
                  <c:v>151.96919763761542</c:v>
                </c:pt>
                <c:pt idx="1864">
                  <c:v>151.46833295265444</c:v>
                </c:pt>
                <c:pt idx="1865">
                  <c:v>150.5237054197801</c:v>
                </c:pt>
                <c:pt idx="1866">
                  <c:v>150.80105719972593</c:v>
                </c:pt>
                <c:pt idx="1867">
                  <c:v>152.10787352758834</c:v>
                </c:pt>
                <c:pt idx="1868">
                  <c:v>154.10154338108134</c:v>
                </c:pt>
                <c:pt idx="1869">
                  <c:v>154.79492283094595</c:v>
                </c:pt>
                <c:pt idx="1870">
                  <c:v>155.84396515156459</c:v>
                </c:pt>
                <c:pt idx="1871">
                  <c:v>157.10183704767189</c:v>
                </c:pt>
                <c:pt idx="1872">
                  <c:v>157.6059646947499</c:v>
                </c:pt>
                <c:pt idx="1873">
                  <c:v>156.5357131203707</c:v>
                </c:pt>
                <c:pt idx="1874">
                  <c:v>155.75586517440533</c:v>
                </c:pt>
                <c:pt idx="1875">
                  <c:v>156.81143341925804</c:v>
                </c:pt>
                <c:pt idx="1876">
                  <c:v>157.44934251313344</c:v>
                </c:pt>
                <c:pt idx="1877">
                  <c:v>159.57679381342385</c:v>
                </c:pt>
                <c:pt idx="1878">
                  <c:v>162.47267269227007</c:v>
                </c:pt>
                <c:pt idx="1879">
                  <c:v>162.39436160146181</c:v>
                </c:pt>
                <c:pt idx="1880">
                  <c:v>162.20184683655822</c:v>
                </c:pt>
                <c:pt idx="1881">
                  <c:v>161.0222860312592</c:v>
                </c:pt>
                <c:pt idx="1882">
                  <c:v>161.53783404574673</c:v>
                </c:pt>
                <c:pt idx="1883">
                  <c:v>162.3193134727706</c:v>
                </c:pt>
                <c:pt idx="1884">
                  <c:v>162.69944855940224</c:v>
                </c:pt>
                <c:pt idx="1885">
                  <c:v>162.61787450647699</c:v>
                </c:pt>
                <c:pt idx="1886">
                  <c:v>163.82027604659513</c:v>
                </c:pt>
                <c:pt idx="1887">
                  <c:v>165.25761085913791</c:v>
                </c:pt>
                <c:pt idx="1888">
                  <c:v>166.21529024048033</c:v>
                </c:pt>
                <c:pt idx="1889">
                  <c:v>167.14686592488664</c:v>
                </c:pt>
                <c:pt idx="1890">
                  <c:v>166.31644206610764</c:v>
                </c:pt>
                <c:pt idx="1891">
                  <c:v>163.46298169478251</c:v>
                </c:pt>
                <c:pt idx="1892">
                  <c:v>164.99167944660164</c:v>
                </c:pt>
                <c:pt idx="1893">
                  <c:v>165.69321630175875</c:v>
                </c:pt>
                <c:pt idx="1894">
                  <c:v>165.13524977975004</c:v>
                </c:pt>
                <c:pt idx="1895">
                  <c:v>166.29360133128856</c:v>
                </c:pt>
                <c:pt idx="1896">
                  <c:v>164.62949065161354</c:v>
                </c:pt>
                <c:pt idx="1897">
                  <c:v>167.31001403073711</c:v>
                </c:pt>
                <c:pt idx="1898">
                  <c:v>166.06845694521488</c:v>
                </c:pt>
                <c:pt idx="1899">
                  <c:v>165.69647926387577</c:v>
                </c:pt>
                <c:pt idx="1900">
                  <c:v>166.85483081541426</c:v>
                </c:pt>
                <c:pt idx="1901">
                  <c:v>168.50262668450421</c:v>
                </c:pt>
                <c:pt idx="1902">
                  <c:v>169.17316539954973</c:v>
                </c:pt>
                <c:pt idx="1903">
                  <c:v>170.63497242797013</c:v>
                </c:pt>
                <c:pt idx="1904">
                  <c:v>169.84533559565372</c:v>
                </c:pt>
                <c:pt idx="1905">
                  <c:v>171.52576108591379</c:v>
                </c:pt>
                <c:pt idx="1906">
                  <c:v>172.90436258035044</c:v>
                </c:pt>
                <c:pt idx="1907">
                  <c:v>172.62048487617062</c:v>
                </c:pt>
                <c:pt idx="1908">
                  <c:v>173.02835514079683</c:v>
                </c:pt>
                <c:pt idx="1909">
                  <c:v>168.85665807419977</c:v>
                </c:pt>
                <c:pt idx="1910">
                  <c:v>169.03285802851832</c:v>
                </c:pt>
                <c:pt idx="1911">
                  <c:v>170.41145952295494</c:v>
                </c:pt>
                <c:pt idx="1912">
                  <c:v>167.70320096583683</c:v>
                </c:pt>
                <c:pt idx="1913">
                  <c:v>167.03755669396679</c:v>
                </c:pt>
                <c:pt idx="1914">
                  <c:v>163.30799099422455</c:v>
                </c:pt>
                <c:pt idx="1915">
                  <c:v>159.50664012790813</c:v>
                </c:pt>
                <c:pt idx="1916">
                  <c:v>160.0303455476882</c:v>
                </c:pt>
                <c:pt idx="1917">
                  <c:v>158.637060723725</c:v>
                </c:pt>
                <c:pt idx="1918">
                  <c:v>158.82304956439458</c:v>
                </c:pt>
                <c:pt idx="1919">
                  <c:v>161.77276731817145</c:v>
                </c:pt>
                <c:pt idx="1920">
                  <c:v>160.469213952426</c:v>
                </c:pt>
                <c:pt idx="1921">
                  <c:v>163.39935393350083</c:v>
                </c:pt>
                <c:pt idx="1922">
                  <c:v>163.74685939896241</c:v>
                </c:pt>
                <c:pt idx="1923">
                  <c:v>164.33092961790715</c:v>
                </c:pt>
                <c:pt idx="1924">
                  <c:v>163.09916141873592</c:v>
                </c:pt>
                <c:pt idx="1925">
                  <c:v>160.28485659281498</c:v>
                </c:pt>
                <c:pt idx="1926">
                  <c:v>161.88044506803277</c:v>
                </c:pt>
                <c:pt idx="1927">
                  <c:v>160.60462688028196</c:v>
                </c:pt>
                <c:pt idx="1928">
                  <c:v>160.66336019838812</c:v>
                </c:pt>
                <c:pt idx="1929">
                  <c:v>161.34858224296019</c:v>
                </c:pt>
                <c:pt idx="1930">
                  <c:v>163.30309655104904</c:v>
                </c:pt>
                <c:pt idx="1931">
                  <c:v>163.88064084575979</c:v>
                </c:pt>
                <c:pt idx="1932">
                  <c:v>164.74369432570887</c:v>
                </c:pt>
                <c:pt idx="1933">
                  <c:v>163.76643717166445</c:v>
                </c:pt>
                <c:pt idx="1934">
                  <c:v>164.92478872320294</c:v>
                </c:pt>
                <c:pt idx="1935">
                  <c:v>165.06835905635137</c:v>
                </c:pt>
                <c:pt idx="1936">
                  <c:v>166.91030117140343</c:v>
                </c:pt>
                <c:pt idx="1937">
                  <c:v>168.51731001403076</c:v>
                </c:pt>
                <c:pt idx="1938">
                  <c:v>170.80627793911313</c:v>
                </c:pt>
                <c:pt idx="1939">
                  <c:v>172.05272946781088</c:v>
                </c:pt>
                <c:pt idx="1940">
                  <c:v>171.10483897281955</c:v>
                </c:pt>
                <c:pt idx="1941">
                  <c:v>170.8519594087513</c:v>
                </c:pt>
                <c:pt idx="1942">
                  <c:v>171.89773876725292</c:v>
                </c:pt>
                <c:pt idx="1943">
                  <c:v>172.99572551962675</c:v>
                </c:pt>
                <c:pt idx="1944">
                  <c:v>171.75906287728</c:v>
                </c:pt>
                <c:pt idx="1945">
                  <c:v>170.39188175025288</c:v>
                </c:pt>
                <c:pt idx="1946">
                  <c:v>171.80474434691814</c:v>
                </c:pt>
                <c:pt idx="1947">
                  <c:v>172.04130910040135</c:v>
                </c:pt>
                <c:pt idx="1948">
                  <c:v>172.88804776976542</c:v>
                </c:pt>
                <c:pt idx="1949">
                  <c:v>172.19303683884232</c:v>
                </c:pt>
                <c:pt idx="1950">
                  <c:v>172.41165530068196</c:v>
                </c:pt>
                <c:pt idx="1951">
                  <c:v>171.71501288870036</c:v>
                </c:pt>
                <c:pt idx="1952">
                  <c:v>171.01021307142625</c:v>
                </c:pt>
                <c:pt idx="1953">
                  <c:v>171.70685548340785</c:v>
                </c:pt>
                <c:pt idx="1954">
                  <c:v>171.64975364636018</c:v>
                </c:pt>
                <c:pt idx="1955">
                  <c:v>173.45417169706664</c:v>
                </c:pt>
                <c:pt idx="1956">
                  <c:v>174.65983619930174</c:v>
                </c:pt>
                <c:pt idx="1957">
                  <c:v>176.08738212549352</c:v>
                </c:pt>
                <c:pt idx="1958">
                  <c:v>175.67624889875029</c:v>
                </c:pt>
                <c:pt idx="1959">
                  <c:v>177.74659836199302</c:v>
                </c:pt>
                <c:pt idx="1960">
                  <c:v>178.51992038372438</c:v>
                </c:pt>
                <c:pt idx="1961">
                  <c:v>178.38613893692695</c:v>
                </c:pt>
                <c:pt idx="1962">
                  <c:v>177.87059092243939</c:v>
                </c:pt>
                <c:pt idx="1963">
                  <c:v>177.83143537703526</c:v>
                </c:pt>
                <c:pt idx="1964">
                  <c:v>177.22941886644699</c:v>
                </c:pt>
                <c:pt idx="1965">
                  <c:v>177.83143537703526</c:v>
                </c:pt>
                <c:pt idx="1966">
                  <c:v>176.61271902633212</c:v>
                </c:pt>
                <c:pt idx="1967">
                  <c:v>177.21962998009596</c:v>
                </c:pt>
                <c:pt idx="1968">
                  <c:v>177.79064835057267</c:v>
                </c:pt>
                <c:pt idx="1969">
                  <c:v>178.56560185336249</c:v>
                </c:pt>
                <c:pt idx="1970">
                  <c:v>176.86559859040037</c:v>
                </c:pt>
                <c:pt idx="1971">
                  <c:v>175.0154990700558</c:v>
                </c:pt>
                <c:pt idx="1972">
                  <c:v>177.02058929095836</c:v>
                </c:pt>
                <c:pt idx="1973">
                  <c:v>176.38431167814142</c:v>
                </c:pt>
                <c:pt idx="1974">
                  <c:v>173.81636049205468</c:v>
                </c:pt>
                <c:pt idx="1975">
                  <c:v>172.87662740235587</c:v>
                </c:pt>
                <c:pt idx="1976">
                  <c:v>168.27095637419652</c:v>
                </c:pt>
                <c:pt idx="1977">
                  <c:v>170.58276503409797</c:v>
                </c:pt>
                <c:pt idx="1978">
                  <c:v>172.11798871015108</c:v>
                </c:pt>
                <c:pt idx="1979">
                  <c:v>171.78353509315755</c:v>
                </c:pt>
                <c:pt idx="1980">
                  <c:v>171.87652951349236</c:v>
                </c:pt>
                <c:pt idx="1981">
                  <c:v>171.37403334747285</c:v>
                </c:pt>
                <c:pt idx="1982">
                  <c:v>172.72816262603195</c:v>
                </c:pt>
                <c:pt idx="1983">
                  <c:v>172.64495709204817</c:v>
                </c:pt>
                <c:pt idx="1984">
                  <c:v>170.70349463242732</c:v>
                </c:pt>
                <c:pt idx="1985">
                  <c:v>171.51760368062128</c:v>
                </c:pt>
                <c:pt idx="1986">
                  <c:v>171.14725748034064</c:v>
                </c:pt>
                <c:pt idx="1987">
                  <c:v>173.51290501517278</c:v>
                </c:pt>
                <c:pt idx="1988">
                  <c:v>171.62854439259959</c:v>
                </c:pt>
                <c:pt idx="1989">
                  <c:v>170.67739093549125</c:v>
                </c:pt>
                <c:pt idx="1990">
                  <c:v>170.14715959147713</c:v>
                </c:pt>
                <c:pt idx="1991">
                  <c:v>170.69370574607629</c:v>
                </c:pt>
                <c:pt idx="1992">
                  <c:v>169.75723561849449</c:v>
                </c:pt>
                <c:pt idx="1993">
                  <c:v>171.58123144190296</c:v>
                </c:pt>
                <c:pt idx="1994">
                  <c:v>172.74937187979248</c:v>
                </c:pt>
                <c:pt idx="1995">
                  <c:v>172.71021633438838</c:v>
                </c:pt>
                <c:pt idx="1996">
                  <c:v>171.54533885861588</c:v>
                </c:pt>
                <c:pt idx="1997">
                  <c:v>170.92700753744251</c:v>
                </c:pt>
                <c:pt idx="1998">
                  <c:v>169.84370411459523</c:v>
                </c:pt>
                <c:pt idx="1999">
                  <c:v>167.22517701569487</c:v>
                </c:pt>
                <c:pt idx="2000">
                  <c:v>163.80885567918557</c:v>
                </c:pt>
                <c:pt idx="2001">
                  <c:v>163.54455574770776</c:v>
                </c:pt>
                <c:pt idx="2002">
                  <c:v>165.14993310927662</c:v>
                </c:pt>
                <c:pt idx="2003">
                  <c:v>163.4564557705485</c:v>
                </c:pt>
                <c:pt idx="2004">
                  <c:v>163.06000587333182</c:v>
                </c:pt>
                <c:pt idx="2005">
                  <c:v>164.53160178810325</c:v>
                </c:pt>
                <c:pt idx="2006">
                  <c:v>164.96394426860704</c:v>
                </c:pt>
                <c:pt idx="2007">
                  <c:v>164.9459979769635</c:v>
                </c:pt>
                <c:pt idx="2008">
                  <c:v>165.75358110092344</c:v>
                </c:pt>
                <c:pt idx="2009">
                  <c:v>165.24129604855287</c:v>
                </c:pt>
                <c:pt idx="2010">
                  <c:v>165.59859040036545</c:v>
                </c:pt>
                <c:pt idx="2011">
                  <c:v>165.19235161679774</c:v>
                </c:pt>
                <c:pt idx="2012">
                  <c:v>165.58227558978044</c:v>
                </c:pt>
                <c:pt idx="2013">
                  <c:v>167.01308447808921</c:v>
                </c:pt>
                <c:pt idx="2014">
                  <c:v>167.6738343067837</c:v>
                </c:pt>
                <c:pt idx="2015">
                  <c:v>168.41778966946194</c:v>
                </c:pt>
                <c:pt idx="2016">
                  <c:v>168.11596567363853</c:v>
                </c:pt>
                <c:pt idx="2017">
                  <c:v>168.40636930205238</c:v>
                </c:pt>
                <c:pt idx="2018">
                  <c:v>165.28697751819104</c:v>
                </c:pt>
                <c:pt idx="2019">
                  <c:v>164.44187032988546</c:v>
                </c:pt>
                <c:pt idx="2020">
                  <c:v>164.78774431428855</c:v>
                </c:pt>
                <c:pt idx="2021">
                  <c:v>164.17757039840768</c:v>
                </c:pt>
                <c:pt idx="2022">
                  <c:v>163.69954644826575</c:v>
                </c:pt>
                <c:pt idx="2023">
                  <c:v>164.83179430286816</c:v>
                </c:pt>
                <c:pt idx="2024">
                  <c:v>164.76327209841094</c:v>
                </c:pt>
                <c:pt idx="2025">
                  <c:v>167.445426958593</c:v>
                </c:pt>
                <c:pt idx="2026">
                  <c:v>168.48468039286067</c:v>
                </c:pt>
                <c:pt idx="2027">
                  <c:v>169.73276340261691</c:v>
                </c:pt>
                <c:pt idx="2028">
                  <c:v>168.63640813130161</c:v>
                </c:pt>
                <c:pt idx="2029">
                  <c:v>167.70320096583683</c:v>
                </c:pt>
                <c:pt idx="2030">
                  <c:v>165.36692009005776</c:v>
                </c:pt>
                <c:pt idx="2031">
                  <c:v>164.91010539367639</c:v>
                </c:pt>
                <c:pt idx="2032">
                  <c:v>164.89215910203282</c:v>
                </c:pt>
                <c:pt idx="2033">
                  <c:v>165.37344601429177</c:v>
                </c:pt>
                <c:pt idx="2034">
                  <c:v>166.09292916109243</c:v>
                </c:pt>
                <c:pt idx="2035">
                  <c:v>165.0112572193037</c:v>
                </c:pt>
                <c:pt idx="2036">
                  <c:v>166.40943648644239</c:v>
                </c:pt>
                <c:pt idx="2037">
                  <c:v>166.5399549711228</c:v>
                </c:pt>
                <c:pt idx="2038">
                  <c:v>165.98525141123113</c:v>
                </c:pt>
                <c:pt idx="2039">
                  <c:v>163.94263712598297</c:v>
                </c:pt>
                <c:pt idx="2040">
                  <c:v>163.78927790648351</c:v>
                </c:pt>
                <c:pt idx="2041">
                  <c:v>162.54282637778576</c:v>
                </c:pt>
                <c:pt idx="2042">
                  <c:v>163.5902372173459</c:v>
                </c:pt>
                <c:pt idx="2043">
                  <c:v>166.11576989591151</c:v>
                </c:pt>
                <c:pt idx="2044">
                  <c:v>166.60031977028748</c:v>
                </c:pt>
                <c:pt idx="2045">
                  <c:v>167.78151205664503</c:v>
                </c:pt>
                <c:pt idx="2046">
                  <c:v>168.50915260873822</c:v>
                </c:pt>
                <c:pt idx="2047">
                  <c:v>169.926909648579</c:v>
                </c:pt>
                <c:pt idx="2048">
                  <c:v>170.47998172741214</c:v>
                </c:pt>
                <c:pt idx="2049">
                  <c:v>170.38535582601889</c:v>
                </c:pt>
                <c:pt idx="2050">
                  <c:v>169.99706333409469</c:v>
                </c:pt>
                <c:pt idx="2051">
                  <c:v>169.98890592880215</c:v>
                </c:pt>
                <c:pt idx="2052">
                  <c:v>169.19274317225177</c:v>
                </c:pt>
                <c:pt idx="2053">
                  <c:v>168.95291545665154</c:v>
                </c:pt>
                <c:pt idx="2054">
                  <c:v>169.42604496361798</c:v>
                </c:pt>
                <c:pt idx="2055">
                  <c:v>168.6967729304663</c:v>
                </c:pt>
                <c:pt idx="2056">
                  <c:v>169.47825235749013</c:v>
                </c:pt>
                <c:pt idx="2057">
                  <c:v>170.54034652657683</c:v>
                </c:pt>
                <c:pt idx="2058">
                  <c:v>171.19130746892031</c:v>
                </c:pt>
                <c:pt idx="2059">
                  <c:v>172.2550331190655</c:v>
                </c:pt>
                <c:pt idx="2060">
                  <c:v>174.77077691128008</c:v>
                </c:pt>
                <c:pt idx="2061">
                  <c:v>175.78229516755312</c:v>
                </c:pt>
                <c:pt idx="2062">
                  <c:v>175.0122361079388</c:v>
                </c:pt>
                <c:pt idx="2063">
                  <c:v>176.07433027702547</c:v>
                </c:pt>
                <c:pt idx="2064">
                  <c:v>176.39246908343392</c:v>
                </c:pt>
                <c:pt idx="2065">
                  <c:v>177.96195386171567</c:v>
                </c:pt>
                <c:pt idx="2066">
                  <c:v>177.97826867230074</c:v>
                </c:pt>
                <c:pt idx="2067">
                  <c:v>178.82827030378178</c:v>
                </c:pt>
                <c:pt idx="2068">
                  <c:v>177.59650210461058</c:v>
                </c:pt>
                <c:pt idx="2069">
                  <c:v>176.49035794694424</c:v>
                </c:pt>
                <c:pt idx="2070">
                  <c:v>177.40398733970699</c:v>
                </c:pt>
                <c:pt idx="2071">
                  <c:v>176.580089405162</c:v>
                </c:pt>
                <c:pt idx="2072">
                  <c:v>176.10859137925411</c:v>
                </c:pt>
                <c:pt idx="2073">
                  <c:v>174.50484549874378</c:v>
                </c:pt>
                <c:pt idx="2074">
                  <c:v>174.94371390348161</c:v>
                </c:pt>
                <c:pt idx="2075">
                  <c:v>176.23258393970048</c:v>
                </c:pt>
                <c:pt idx="2076">
                  <c:v>176.09390804972756</c:v>
                </c:pt>
                <c:pt idx="2077">
                  <c:v>175.53267856560186</c:v>
                </c:pt>
                <c:pt idx="2078">
                  <c:v>176.7122393709009</c:v>
                </c:pt>
                <c:pt idx="2079">
                  <c:v>178.15446862661923</c:v>
                </c:pt>
                <c:pt idx="2080">
                  <c:v>178.64717590628774</c:v>
                </c:pt>
                <c:pt idx="2081">
                  <c:v>178.59007406924005</c:v>
                </c:pt>
                <c:pt idx="2082">
                  <c:v>178.15120566450224</c:v>
                </c:pt>
                <c:pt idx="2083">
                  <c:v>177.72538910823246</c:v>
                </c:pt>
                <c:pt idx="2084">
                  <c:v>178.56233889124547</c:v>
                </c:pt>
                <c:pt idx="2085">
                  <c:v>179.32424054556728</c:v>
                </c:pt>
                <c:pt idx="2086">
                  <c:v>180.17913662022386</c:v>
                </c:pt>
                <c:pt idx="2087">
                  <c:v>182.18096387900937</c:v>
                </c:pt>
                <c:pt idx="2088">
                  <c:v>181.77798805755864</c:v>
                </c:pt>
                <c:pt idx="2089">
                  <c:v>181.88566580741997</c:v>
                </c:pt>
                <c:pt idx="2090">
                  <c:v>182.34411198485986</c:v>
                </c:pt>
                <c:pt idx="2091">
                  <c:v>183.5187783469834</c:v>
                </c:pt>
                <c:pt idx="2092">
                  <c:v>184.77012431885666</c:v>
                </c:pt>
                <c:pt idx="2093">
                  <c:v>184.96100760270176</c:v>
                </c:pt>
                <c:pt idx="2094">
                  <c:v>186.05736287401706</c:v>
                </c:pt>
                <c:pt idx="2095">
                  <c:v>184.71628544392601</c:v>
                </c:pt>
                <c:pt idx="2096">
                  <c:v>185.3395112082749</c:v>
                </c:pt>
                <c:pt idx="2097">
                  <c:v>186.29882207067575</c:v>
                </c:pt>
                <c:pt idx="2098">
                  <c:v>185.0833686820896</c:v>
                </c:pt>
                <c:pt idx="2099">
                  <c:v>183.38989134336151</c:v>
                </c:pt>
                <c:pt idx="2100">
                  <c:v>183.03259699154893</c:v>
                </c:pt>
                <c:pt idx="2101">
                  <c:v>183.86302085032796</c:v>
                </c:pt>
                <c:pt idx="2102">
                  <c:v>185.94479068098019</c:v>
                </c:pt>
                <c:pt idx="2103">
                  <c:v>187.25160700884263</c:v>
                </c:pt>
                <c:pt idx="2104">
                  <c:v>188.75583254478417</c:v>
                </c:pt>
                <c:pt idx="2105">
                  <c:v>187.72310503475055</c:v>
                </c:pt>
                <c:pt idx="2106">
                  <c:v>188.47358632166279</c:v>
                </c:pt>
                <c:pt idx="2107">
                  <c:v>191.08395601527067</c:v>
                </c:pt>
                <c:pt idx="2108">
                  <c:v>189.0625509837831</c:v>
                </c:pt>
                <c:pt idx="2109">
                  <c:v>190.21111364897055</c:v>
                </c:pt>
                <c:pt idx="2110">
                  <c:v>192.13136685483084</c:v>
                </c:pt>
                <c:pt idx="2111">
                  <c:v>191.93558912781023</c:v>
                </c:pt>
                <c:pt idx="2112">
                  <c:v>190.20621920579504</c:v>
                </c:pt>
                <c:pt idx="2113">
                  <c:v>190.63529872418181</c:v>
                </c:pt>
                <c:pt idx="2114">
                  <c:v>191.53587626847653</c:v>
                </c:pt>
                <c:pt idx="2115">
                  <c:v>191.48530035566287</c:v>
                </c:pt>
                <c:pt idx="2116">
                  <c:v>192.86390185009952</c:v>
                </c:pt>
                <c:pt idx="2117">
                  <c:v>193.84115900414395</c:v>
                </c:pt>
                <c:pt idx="2118">
                  <c:v>193.73348125428268</c:v>
                </c:pt>
                <c:pt idx="2119">
                  <c:v>193.73837569745817</c:v>
                </c:pt>
                <c:pt idx="2120">
                  <c:v>194.08424968186122</c:v>
                </c:pt>
                <c:pt idx="2121">
                  <c:v>196.17907136098151</c:v>
                </c:pt>
                <c:pt idx="2122">
                  <c:v>195.88866773256763</c:v>
                </c:pt>
                <c:pt idx="2123">
                  <c:v>197.50383398048749</c:v>
                </c:pt>
                <c:pt idx="2124">
                  <c:v>199.54155382256013</c:v>
                </c:pt>
                <c:pt idx="2125">
                  <c:v>198.27552452116032</c:v>
                </c:pt>
                <c:pt idx="2126">
                  <c:v>195.68146963813751</c:v>
                </c:pt>
                <c:pt idx="2127">
                  <c:v>194.90651613534769</c:v>
                </c:pt>
                <c:pt idx="2128">
                  <c:v>196.12033804287535</c:v>
                </c:pt>
                <c:pt idx="2129">
                  <c:v>196.72561751558067</c:v>
                </c:pt>
                <c:pt idx="2130">
                  <c:v>195.98492511501945</c:v>
                </c:pt>
                <c:pt idx="2131">
                  <c:v>196.63914901947987</c:v>
                </c:pt>
                <c:pt idx="2132">
                  <c:v>196.26390837602375</c:v>
                </c:pt>
                <c:pt idx="2133">
                  <c:v>195.86582699774857</c:v>
                </c:pt>
                <c:pt idx="2134">
                  <c:v>195.61621039579734</c:v>
                </c:pt>
                <c:pt idx="2135">
                  <c:v>196.30795836460339</c:v>
                </c:pt>
                <c:pt idx="2136">
                  <c:v>195.08434757072473</c:v>
                </c:pt>
                <c:pt idx="2137">
                  <c:v>194.97014389662937</c:v>
                </c:pt>
                <c:pt idx="2138">
                  <c:v>196.06976213006169</c:v>
                </c:pt>
                <c:pt idx="2139">
                  <c:v>196.58204718243221</c:v>
                </c:pt>
                <c:pt idx="2140">
                  <c:v>196.53147126961858</c:v>
                </c:pt>
                <c:pt idx="2141">
                  <c:v>195.44164192253729</c:v>
                </c:pt>
                <c:pt idx="2142">
                  <c:v>193.76611087545277</c:v>
                </c:pt>
                <c:pt idx="2143">
                  <c:v>194.7776291317258</c:v>
                </c:pt>
                <c:pt idx="2144">
                  <c:v>195.16265866153293</c:v>
                </c:pt>
                <c:pt idx="2145">
                  <c:v>195.28338825986233</c:v>
                </c:pt>
                <c:pt idx="2146">
                  <c:v>194.04835709857409</c:v>
                </c:pt>
                <c:pt idx="2147">
                  <c:v>196.30143244036938</c:v>
                </c:pt>
                <c:pt idx="2148">
                  <c:v>197.8709172186511</c:v>
                </c:pt>
                <c:pt idx="2149">
                  <c:v>198.65892256990898</c:v>
                </c:pt>
                <c:pt idx="2150">
                  <c:v>199.31477795542793</c:v>
                </c:pt>
                <c:pt idx="2151">
                  <c:v>200.94136457075734</c:v>
                </c:pt>
                <c:pt idx="2152">
                  <c:v>203.2548047117173</c:v>
                </c:pt>
                <c:pt idx="2153">
                  <c:v>205.04780239501423</c:v>
                </c:pt>
                <c:pt idx="2154">
                  <c:v>202.58100303455478</c:v>
                </c:pt>
                <c:pt idx="2155">
                  <c:v>203.75566939667831</c:v>
                </c:pt>
                <c:pt idx="2156">
                  <c:v>204.97601722843996</c:v>
                </c:pt>
                <c:pt idx="2157">
                  <c:v>205.02333017913665</c:v>
                </c:pt>
                <c:pt idx="2158">
                  <c:v>204.55346363428723</c:v>
                </c:pt>
                <c:pt idx="2159">
                  <c:v>202.66257708748</c:v>
                </c:pt>
                <c:pt idx="2160">
                  <c:v>201.8239958234085</c:v>
                </c:pt>
                <c:pt idx="2161">
                  <c:v>201.07514601755474</c:v>
                </c:pt>
                <c:pt idx="2162">
                  <c:v>201.27581818775084</c:v>
                </c:pt>
                <c:pt idx="2163">
                  <c:v>201.65758475544098</c:v>
                </c:pt>
                <c:pt idx="2164">
                  <c:v>202.95950664012793</c:v>
                </c:pt>
                <c:pt idx="2165">
                  <c:v>201.85336248246156</c:v>
                </c:pt>
                <c:pt idx="2166">
                  <c:v>203.7018305217477</c:v>
                </c:pt>
                <c:pt idx="2167">
                  <c:v>203.39021763957322</c:v>
                </c:pt>
                <c:pt idx="2168">
                  <c:v>201.38023297549515</c:v>
                </c:pt>
                <c:pt idx="2169">
                  <c:v>202.61526413678337</c:v>
                </c:pt>
                <c:pt idx="2170">
                  <c:v>203.28906581394591</c:v>
                </c:pt>
                <c:pt idx="2171">
                  <c:v>201.33128854374002</c:v>
                </c:pt>
                <c:pt idx="2172">
                  <c:v>203.31680099194051</c:v>
                </c:pt>
                <c:pt idx="2173">
                  <c:v>205.17832087969464</c:v>
                </c:pt>
                <c:pt idx="2174">
                  <c:v>205.68081704571409</c:v>
                </c:pt>
                <c:pt idx="2175">
                  <c:v>205.90106698861229</c:v>
                </c:pt>
                <c:pt idx="2176">
                  <c:v>205.88964662120276</c:v>
                </c:pt>
                <c:pt idx="2177">
                  <c:v>206.47045387803047</c:v>
                </c:pt>
                <c:pt idx="2178">
                  <c:v>204.74597839919082</c:v>
                </c:pt>
                <c:pt idx="2179">
                  <c:v>204.27448037328287</c:v>
                </c:pt>
                <c:pt idx="2180">
                  <c:v>202.58100303455478</c:v>
                </c:pt>
                <c:pt idx="2181">
                  <c:v>199.30335758801843</c:v>
                </c:pt>
                <c:pt idx="2182">
                  <c:v>197.59193395764677</c:v>
                </c:pt>
                <c:pt idx="2183">
                  <c:v>195.01093092309199</c:v>
                </c:pt>
                <c:pt idx="2184">
                  <c:v>197.38963030639215</c:v>
                </c:pt>
                <c:pt idx="2185">
                  <c:v>199.53339641726762</c:v>
                </c:pt>
                <c:pt idx="2186">
                  <c:v>198.89059288021667</c:v>
                </c:pt>
                <c:pt idx="2187">
                  <c:v>198.06343198355469</c:v>
                </c:pt>
                <c:pt idx="2188">
                  <c:v>200.3752406434561</c:v>
                </c:pt>
                <c:pt idx="2189">
                  <c:v>201.49769961170753</c:v>
                </c:pt>
                <c:pt idx="2190">
                  <c:v>203.98570822592751</c:v>
                </c:pt>
                <c:pt idx="2191">
                  <c:v>204.03954710085816</c:v>
                </c:pt>
                <c:pt idx="2192">
                  <c:v>205.29741899696546</c:v>
                </c:pt>
                <c:pt idx="2193">
                  <c:v>204.9042320618658</c:v>
                </c:pt>
                <c:pt idx="2194">
                  <c:v>205.87822625379323</c:v>
                </c:pt>
                <c:pt idx="2195">
                  <c:v>206.88321858583225</c:v>
                </c:pt>
                <c:pt idx="2196">
                  <c:v>206.36277612816914</c:v>
                </c:pt>
                <c:pt idx="2197">
                  <c:v>208.60116814043792</c:v>
                </c:pt>
                <c:pt idx="2198">
                  <c:v>209.19829020785073</c:v>
                </c:pt>
                <c:pt idx="2199">
                  <c:v>209.79541227526352</c:v>
                </c:pt>
                <c:pt idx="2200">
                  <c:v>209.45280125297751</c:v>
                </c:pt>
                <c:pt idx="2201">
                  <c:v>210.09560479002843</c:v>
                </c:pt>
                <c:pt idx="2202">
                  <c:v>210.51326394100568</c:v>
                </c:pt>
                <c:pt idx="2203">
                  <c:v>210.53936763794172</c:v>
                </c:pt>
                <c:pt idx="2204">
                  <c:v>210.08255294156032</c:v>
                </c:pt>
                <c:pt idx="2205">
                  <c:v>212.33073384018013</c:v>
                </c:pt>
                <c:pt idx="2206">
                  <c:v>213.49724279701115</c:v>
                </c:pt>
                <c:pt idx="2207">
                  <c:v>214.88563317779887</c:v>
                </c:pt>
                <c:pt idx="2208">
                  <c:v>217.04081965608378</c:v>
                </c:pt>
                <c:pt idx="2209">
                  <c:v>222.61885339511213</c:v>
                </c:pt>
                <c:pt idx="2210">
                  <c:v>225.55225633830395</c:v>
                </c:pt>
                <c:pt idx="2211">
                  <c:v>226.79055046170916</c:v>
                </c:pt>
                <c:pt idx="2212">
                  <c:v>227.1723170293993</c:v>
                </c:pt>
                <c:pt idx="2213">
                  <c:v>226.81665415864524</c:v>
                </c:pt>
                <c:pt idx="2214">
                  <c:v>228.14141677815124</c:v>
                </c:pt>
                <c:pt idx="2215">
                  <c:v>226.55072274610893</c:v>
                </c:pt>
                <c:pt idx="2216">
                  <c:v>228.90821287564856</c:v>
                </c:pt>
                <c:pt idx="2217">
                  <c:v>231.08787156981109</c:v>
                </c:pt>
                <c:pt idx="2218">
                  <c:v>233.01791366202244</c:v>
                </c:pt>
                <c:pt idx="2219">
                  <c:v>233.5726172219141</c:v>
                </c:pt>
                <c:pt idx="2220">
                  <c:v>234.46340587985776</c:v>
                </c:pt>
                <c:pt idx="2221">
                  <c:v>228.56886481547951</c:v>
                </c:pt>
                <c:pt idx="2222">
                  <c:v>231.2559141188371</c:v>
                </c:pt>
                <c:pt idx="2223">
                  <c:v>232.81071556759224</c:v>
                </c:pt>
                <c:pt idx="2224">
                  <c:v>234.81091134531931</c:v>
                </c:pt>
                <c:pt idx="2225">
                  <c:v>236.63164420661082</c:v>
                </c:pt>
                <c:pt idx="2226">
                  <c:v>238.6318399843378</c:v>
                </c:pt>
                <c:pt idx="2227">
                  <c:v>238.30717525369528</c:v>
                </c:pt>
                <c:pt idx="2228">
                  <c:v>238.33327895063138</c:v>
                </c:pt>
                <c:pt idx="2229">
                  <c:v>237.49796064867689</c:v>
                </c:pt>
                <c:pt idx="2230">
                  <c:v>237.78673279603225</c:v>
                </c:pt>
                <c:pt idx="2231">
                  <c:v>240.47378209938987</c:v>
                </c:pt>
                <c:pt idx="2232">
                  <c:v>241.38251704897709</c:v>
                </c:pt>
                <c:pt idx="2233">
                  <c:v>240.56677651972461</c:v>
                </c:pt>
                <c:pt idx="2234">
                  <c:v>242.53271119522304</c:v>
                </c:pt>
                <c:pt idx="2235">
                  <c:v>243.12167585734329</c:v>
                </c:pt>
                <c:pt idx="2236">
                  <c:v>244.79394394231085</c:v>
                </c:pt>
                <c:pt idx="2237">
                  <c:v>246.71746011028813</c:v>
                </c:pt>
                <c:pt idx="2238">
                  <c:v>249.34088165236403</c:v>
                </c:pt>
                <c:pt idx="2239">
                  <c:v>248.33099487714949</c:v>
                </c:pt>
                <c:pt idx="2240">
                  <c:v>246.14317877769443</c:v>
                </c:pt>
                <c:pt idx="2241">
                  <c:v>246.16601951251349</c:v>
                </c:pt>
                <c:pt idx="2242">
                  <c:v>250.1354129278559</c:v>
                </c:pt>
                <c:pt idx="2243">
                  <c:v>250.38666101086568</c:v>
                </c:pt>
                <c:pt idx="2244">
                  <c:v>245.57379188827619</c:v>
                </c:pt>
                <c:pt idx="2245">
                  <c:v>249.61660195125134</c:v>
                </c:pt>
                <c:pt idx="2246">
                  <c:v>249.83522041309101</c:v>
                </c:pt>
                <c:pt idx="2247">
                  <c:v>259.00740692400564</c:v>
                </c:pt>
                <c:pt idx="2248">
                  <c:v>255.76075961758087</c:v>
                </c:pt>
                <c:pt idx="2249">
                  <c:v>256.46555943485498</c:v>
                </c:pt>
                <c:pt idx="2250">
                  <c:v>255.35615231507163</c:v>
                </c:pt>
                <c:pt idx="2251">
                  <c:v>259.27986426077592</c:v>
                </c:pt>
                <c:pt idx="2252">
                  <c:v>258.20145528110424</c:v>
                </c:pt>
                <c:pt idx="2253">
                  <c:v>260.69925278167523</c:v>
                </c:pt>
                <c:pt idx="2254">
                  <c:v>260.86403236858422</c:v>
                </c:pt>
                <c:pt idx="2255">
                  <c:v>261.23437856886483</c:v>
                </c:pt>
                <c:pt idx="2256">
                  <c:v>260.288119554932</c:v>
                </c:pt>
                <c:pt idx="2257">
                  <c:v>257.02352595686364</c:v>
                </c:pt>
                <c:pt idx="2258">
                  <c:v>258.08725160700885</c:v>
                </c:pt>
                <c:pt idx="2259">
                  <c:v>261.05328417137076</c:v>
                </c:pt>
                <c:pt idx="2260">
                  <c:v>262.83649296831663</c:v>
                </c:pt>
                <c:pt idx="2261">
                  <c:v>263.57392240676086</c:v>
                </c:pt>
                <c:pt idx="2262">
                  <c:v>264.6768036023102</c:v>
                </c:pt>
                <c:pt idx="2263">
                  <c:v>266.16471432766662</c:v>
                </c:pt>
                <c:pt idx="2264">
                  <c:v>263.60002610369696</c:v>
                </c:pt>
                <c:pt idx="2265">
                  <c:v>266.00646066499172</c:v>
                </c:pt>
                <c:pt idx="2266">
                  <c:v>266.6068456945215</c:v>
                </c:pt>
                <c:pt idx="2267">
                  <c:v>266.91030117140338</c:v>
                </c:pt>
                <c:pt idx="2268">
                  <c:v>267.59226025385846</c:v>
                </c:pt>
                <c:pt idx="2269">
                  <c:v>262.83812444937513</c:v>
                </c:pt>
                <c:pt idx="2270">
                  <c:v>263.83495937612167</c:v>
                </c:pt>
                <c:pt idx="2271">
                  <c:v>268.99696544523124</c:v>
                </c:pt>
                <c:pt idx="2272">
                  <c:v>269.63976898228213</c:v>
                </c:pt>
                <c:pt idx="2273">
                  <c:v>271.94831468006657</c:v>
                </c:pt>
                <c:pt idx="2274">
                  <c:v>272.45570528926163</c:v>
                </c:pt>
                <c:pt idx="2275">
                  <c:v>271.98257578229521</c:v>
                </c:pt>
                <c:pt idx="2276">
                  <c:v>271.78190361209909</c:v>
                </c:pt>
                <c:pt idx="2277">
                  <c:v>270.11942441348259</c:v>
                </c:pt>
                <c:pt idx="2278">
                  <c:v>268.41778966946197</c:v>
                </c:pt>
                <c:pt idx="2279">
                  <c:v>258.3026071067315</c:v>
                </c:pt>
                <c:pt idx="2280">
                  <c:v>262.47267269227007</c:v>
                </c:pt>
                <c:pt idx="2281">
                  <c:v>260.64704538780308</c:v>
                </c:pt>
                <c:pt idx="2282">
                  <c:v>261.95549319672398</c:v>
                </c:pt>
                <c:pt idx="2283">
                  <c:v>258.48859594740105</c:v>
                </c:pt>
                <c:pt idx="2284">
                  <c:v>260.15433810813454</c:v>
                </c:pt>
                <c:pt idx="2285">
                  <c:v>264.00137044408916</c:v>
                </c:pt>
                <c:pt idx="2286">
                  <c:v>265.81394590008813</c:v>
                </c:pt>
                <c:pt idx="2287">
                  <c:v>266.51058831206973</c:v>
                </c:pt>
                <c:pt idx="2288">
                  <c:v>269.39667830456494</c:v>
                </c:pt>
                <c:pt idx="2289">
                  <c:v>272.00052207393873</c:v>
                </c:pt>
                <c:pt idx="2290">
                  <c:v>274.84093059679577</c:v>
                </c:pt>
                <c:pt idx="2291">
                  <c:v>275.89160439847291</c:v>
                </c:pt>
                <c:pt idx="2292">
                  <c:v>275.6615655692238</c:v>
                </c:pt>
                <c:pt idx="2293">
                  <c:v>273.93872157144256</c:v>
                </c:pt>
                <c:pt idx="2294">
                  <c:v>272.83747185695171</c:v>
                </c:pt>
                <c:pt idx="2295">
                  <c:v>276.10532841713706</c:v>
                </c:pt>
                <c:pt idx="2296">
                  <c:v>275.2047508728424</c:v>
                </c:pt>
                <c:pt idx="2297">
                  <c:v>277.23920775279799</c:v>
                </c:pt>
                <c:pt idx="2298">
                  <c:v>274.5554214115574</c:v>
                </c:pt>
                <c:pt idx="2299">
                  <c:v>272.39697197115544</c:v>
                </c:pt>
                <c:pt idx="2300">
                  <c:v>271.70685548340782</c:v>
                </c:pt>
                <c:pt idx="2301">
                  <c:v>271.62201846836558</c:v>
                </c:pt>
                <c:pt idx="2302">
                  <c:v>272.10004241850754</c:v>
                </c:pt>
                <c:pt idx="2303">
                  <c:v>274.8588768884394</c:v>
                </c:pt>
                <c:pt idx="2304">
                  <c:v>275.92423401964305</c:v>
                </c:pt>
                <c:pt idx="2305">
                  <c:v>277.01243188566582</c:v>
                </c:pt>
                <c:pt idx="2306">
                  <c:v>278.93105361046759</c:v>
                </c:pt>
                <c:pt idx="2307">
                  <c:v>278.24093712272003</c:v>
                </c:pt>
                <c:pt idx="2308">
                  <c:v>280.20197735504297</c:v>
                </c:pt>
                <c:pt idx="2309">
                  <c:v>279.80715893888475</c:v>
                </c:pt>
                <c:pt idx="2310">
                  <c:v>281.60994550853269</c:v>
                </c:pt>
                <c:pt idx="2311">
                  <c:v>277.98805755865175</c:v>
                </c:pt>
                <c:pt idx="2312">
                  <c:v>275.555519300421</c:v>
                </c:pt>
                <c:pt idx="2313">
                  <c:v>271.5600221881424</c:v>
                </c:pt>
                <c:pt idx="2314">
                  <c:v>274.79688060821616</c:v>
                </c:pt>
                <c:pt idx="2315">
                  <c:v>267.58899729174146</c:v>
                </c:pt>
                <c:pt idx="2316">
                  <c:v>270.28094103827453</c:v>
                </c:pt>
                <c:pt idx="2317">
                  <c:v>270.97921493131469</c:v>
                </c:pt>
                <c:pt idx="2318">
                  <c:v>274.60762880542961</c:v>
                </c:pt>
                <c:pt idx="2319">
                  <c:v>276.97001337814464</c:v>
                </c:pt>
                <c:pt idx="2320">
                  <c:v>279.35034424250335</c:v>
                </c:pt>
                <c:pt idx="2321">
                  <c:v>281.38316964140046</c:v>
                </c:pt>
                <c:pt idx="2322">
                  <c:v>282.47299898848178</c:v>
                </c:pt>
                <c:pt idx="2323">
                  <c:v>283.3442098737234</c:v>
                </c:pt>
                <c:pt idx="2324">
                  <c:v>284.4144614481026</c:v>
                </c:pt>
                <c:pt idx="2325">
                  <c:v>288.72320292361405</c:v>
                </c:pt>
                <c:pt idx="2326">
                  <c:v>288.96466212027281</c:v>
                </c:pt>
                <c:pt idx="2327">
                  <c:v>288.60899924951877</c:v>
                </c:pt>
                <c:pt idx="2328">
                  <c:v>286.33145169184593</c:v>
                </c:pt>
                <c:pt idx="2329">
                  <c:v>284.56292622442658</c:v>
                </c:pt>
                <c:pt idx="2330">
                  <c:v>281.36685483081544</c:v>
                </c:pt>
                <c:pt idx="2331">
                  <c:v>282.83355630241135</c:v>
                </c:pt>
                <c:pt idx="2332">
                  <c:v>298.46314484288843</c:v>
                </c:pt>
                <c:pt idx="2333">
                  <c:v>266.8450419290632</c:v>
                </c:pt>
                <c:pt idx="2334">
                  <c:v>274.21770483244694</c:v>
                </c:pt>
                <c:pt idx="2335">
                  <c:v>278.90168695141455</c:v>
                </c:pt>
                <c:pt idx="2336">
                  <c:v>285.59402225340165</c:v>
                </c:pt>
                <c:pt idx="2337">
                  <c:v>287.35928475870401</c:v>
                </c:pt>
                <c:pt idx="2338">
                  <c:v>288.97771396874083</c:v>
                </c:pt>
                <c:pt idx="2339">
                  <c:v>291.5619799654126</c:v>
                </c:pt>
                <c:pt idx="2340">
                  <c:v>292.95200182725881</c:v>
                </c:pt>
                <c:pt idx="2341">
                  <c:v>294.60306065846578</c:v>
                </c:pt>
                <c:pt idx="2342">
                  <c:v>295.40085489607463</c:v>
                </c:pt>
                <c:pt idx="2343">
                  <c:v>290.17358958462495</c:v>
                </c:pt>
                <c:pt idx="2344">
                  <c:v>291.35478187098249</c:v>
                </c:pt>
                <c:pt idx="2345">
                  <c:v>289.93702483114174</c:v>
                </c:pt>
                <c:pt idx="2346">
                  <c:v>290.38241916011356</c:v>
                </c:pt>
                <c:pt idx="2347">
                  <c:v>290.27637289131076</c:v>
                </c:pt>
                <c:pt idx="2348">
                  <c:v>294.16582373478644</c:v>
                </c:pt>
                <c:pt idx="2349">
                  <c:v>297.15469703396747</c:v>
                </c:pt>
                <c:pt idx="2350">
                  <c:v>298.03732828661862</c:v>
                </c:pt>
                <c:pt idx="2351">
                  <c:v>297.96391163898591</c:v>
                </c:pt>
                <c:pt idx="2352">
                  <c:v>298.17274121447451</c:v>
                </c:pt>
                <c:pt idx="2353">
                  <c:v>298.28857636962834</c:v>
                </c:pt>
                <c:pt idx="2354">
                  <c:v>298.14500603647997</c:v>
                </c:pt>
                <c:pt idx="2355">
                  <c:v>301.84357359611056</c:v>
                </c:pt>
                <c:pt idx="2356">
                  <c:v>301.86478284987118</c:v>
                </c:pt>
                <c:pt idx="2357">
                  <c:v>302.27428459555586</c:v>
                </c:pt>
                <c:pt idx="2358">
                  <c:v>302.73925669722973</c:v>
                </c:pt>
                <c:pt idx="2359">
                  <c:v>302.27591607661435</c:v>
                </c:pt>
                <c:pt idx="2360">
                  <c:v>302.6821548601821</c:v>
                </c:pt>
                <c:pt idx="2361">
                  <c:v>304.88139132704674</c:v>
                </c:pt>
                <c:pt idx="2362">
                  <c:v>304.46046921395242</c:v>
                </c:pt>
                <c:pt idx="2363">
                  <c:v>304.78023950141943</c:v>
                </c:pt>
                <c:pt idx="2364">
                  <c:v>297.65882468104547</c:v>
                </c:pt>
                <c:pt idx="2365">
                  <c:v>298.81554475152541</c:v>
                </c:pt>
                <c:pt idx="2366">
                  <c:v>296.44663425457634</c:v>
                </c:pt>
                <c:pt idx="2367">
                  <c:v>297.46794139720038</c:v>
                </c:pt>
                <c:pt idx="2368">
                  <c:v>299.80259079192086</c:v>
                </c:pt>
                <c:pt idx="2369">
                  <c:v>305.812967011453</c:v>
                </c:pt>
                <c:pt idx="2370">
                  <c:v>307.48686657747902</c:v>
                </c:pt>
                <c:pt idx="2371">
                  <c:v>308.13456455770546</c:v>
                </c:pt>
                <c:pt idx="2372">
                  <c:v>309.96345482428956</c:v>
                </c:pt>
                <c:pt idx="2373">
                  <c:v>311.01086566384964</c:v>
                </c:pt>
                <c:pt idx="2374">
                  <c:v>306.03484843540969</c:v>
                </c:pt>
                <c:pt idx="2375">
                  <c:v>296.00123992560447</c:v>
                </c:pt>
                <c:pt idx="2376">
                  <c:v>295.6080529905048</c:v>
                </c:pt>
                <c:pt idx="2377">
                  <c:v>300.44376284791338</c:v>
                </c:pt>
                <c:pt idx="2378">
                  <c:v>296.19538617156655</c:v>
                </c:pt>
                <c:pt idx="2379">
                  <c:v>299.09779097464684</c:v>
                </c:pt>
                <c:pt idx="2380">
                  <c:v>297.57725062812023</c:v>
                </c:pt>
                <c:pt idx="2381">
                  <c:v>295.39432897184071</c:v>
                </c:pt>
                <c:pt idx="2382">
                  <c:v>294.510066238131</c:v>
                </c:pt>
                <c:pt idx="2383">
                  <c:v>298.81880771364246</c:v>
                </c:pt>
                <c:pt idx="2384">
                  <c:v>299.6280223186609</c:v>
                </c:pt>
                <c:pt idx="2385">
                  <c:v>300.27735177994589</c:v>
                </c:pt>
                <c:pt idx="2386">
                  <c:v>301.31497373315494</c:v>
                </c:pt>
                <c:pt idx="2387">
                  <c:v>302.36075309165665</c:v>
                </c:pt>
                <c:pt idx="2388">
                  <c:v>302.54021600809222</c:v>
                </c:pt>
                <c:pt idx="2389">
                  <c:v>304.982543152674</c:v>
                </c:pt>
                <c:pt idx="2390">
                  <c:v>304.72966358860572</c:v>
                </c:pt>
                <c:pt idx="2391">
                  <c:v>304.90096909974875</c:v>
                </c:pt>
                <c:pt idx="2392">
                  <c:v>305.74118184487878</c:v>
                </c:pt>
                <c:pt idx="2393">
                  <c:v>307.55865174405324</c:v>
                </c:pt>
                <c:pt idx="2394">
                  <c:v>306.72659640421574</c:v>
                </c:pt>
                <c:pt idx="2395">
                  <c:v>305.80807256827751</c:v>
                </c:pt>
                <c:pt idx="2396">
                  <c:v>305.78686331451695</c:v>
                </c:pt>
                <c:pt idx="2397">
                  <c:v>304.06728227885276</c:v>
                </c:pt>
                <c:pt idx="2398">
                  <c:v>299.66717786406497</c:v>
                </c:pt>
                <c:pt idx="2399">
                  <c:v>298.71112996378116</c:v>
                </c:pt>
                <c:pt idx="2400">
                  <c:v>301.36065520279305</c:v>
                </c:pt>
                <c:pt idx="2401">
                  <c:v>298.46640780500542</c:v>
                </c:pt>
                <c:pt idx="2402">
                  <c:v>305.56335040950177</c:v>
                </c:pt>
                <c:pt idx="2403">
                  <c:v>304.55672659640425</c:v>
                </c:pt>
                <c:pt idx="2404">
                  <c:v>305.03964498972164</c:v>
                </c:pt>
                <c:pt idx="2405">
                  <c:v>306.08379286716485</c:v>
                </c:pt>
                <c:pt idx="2406">
                  <c:v>304.7149802590792</c:v>
                </c:pt>
                <c:pt idx="2407">
                  <c:v>304.06075635461872</c:v>
                </c:pt>
                <c:pt idx="2408">
                  <c:v>308.52612001174668</c:v>
                </c:pt>
                <c:pt idx="2409">
                  <c:v>312.11537834045748</c:v>
                </c:pt>
                <c:pt idx="2410">
                  <c:v>312.64234672235455</c:v>
                </c:pt>
                <c:pt idx="2411">
                  <c:v>314.01931673573273</c:v>
                </c:pt>
                <c:pt idx="2412">
                  <c:v>315.30981825301006</c:v>
                </c:pt>
                <c:pt idx="2413">
                  <c:v>316.15166247919865</c:v>
                </c:pt>
                <c:pt idx="2414">
                  <c:v>312.42209677945641</c:v>
                </c:pt>
                <c:pt idx="2415">
                  <c:v>311.784187685581</c:v>
                </c:pt>
                <c:pt idx="2416">
                  <c:v>302.94971775377689</c:v>
                </c:pt>
                <c:pt idx="2417">
                  <c:v>298.67523738049402</c:v>
                </c:pt>
                <c:pt idx="2418">
                  <c:v>294.15114040525992</c:v>
                </c:pt>
                <c:pt idx="2419">
                  <c:v>298.83022808105204</c:v>
                </c:pt>
                <c:pt idx="2420">
                  <c:v>298.45009299442034</c:v>
                </c:pt>
                <c:pt idx="2421">
                  <c:v>298.71602440695665</c:v>
                </c:pt>
                <c:pt idx="2422">
                  <c:v>299.07168727771068</c:v>
                </c:pt>
                <c:pt idx="2423">
                  <c:v>300.51228505237054</c:v>
                </c:pt>
                <c:pt idx="2424">
                  <c:v>300.74884980585375</c:v>
                </c:pt>
                <c:pt idx="2425">
                  <c:v>301.21219042646914</c:v>
                </c:pt>
                <c:pt idx="2426">
                  <c:v>298.05527457826219</c:v>
                </c:pt>
                <c:pt idx="2427">
                  <c:v>299.60518158384184</c:v>
                </c:pt>
                <c:pt idx="2428">
                  <c:v>297.08617482951018</c:v>
                </c:pt>
                <c:pt idx="2429">
                  <c:v>291.51629849577449</c:v>
                </c:pt>
                <c:pt idx="2430">
                  <c:v>289.16370280941044</c:v>
                </c:pt>
                <c:pt idx="2431">
                  <c:v>289.52426012333996</c:v>
                </c:pt>
                <c:pt idx="2432">
                  <c:v>284.28394296342225</c:v>
                </c:pt>
                <c:pt idx="2433">
                  <c:v>285.39008712108853</c:v>
                </c:pt>
                <c:pt idx="2434">
                  <c:v>286.60390902861621</c:v>
                </c:pt>
                <c:pt idx="2435">
                  <c:v>286.76705713446665</c:v>
                </c:pt>
                <c:pt idx="2436">
                  <c:v>287.90419943224464</c:v>
                </c:pt>
                <c:pt idx="2437">
                  <c:v>289.3970046007766</c:v>
                </c:pt>
                <c:pt idx="2438">
                  <c:v>283.28058211244172</c:v>
                </c:pt>
                <c:pt idx="2439">
                  <c:v>284.0685874636996</c:v>
                </c:pt>
                <c:pt idx="2440">
                  <c:v>289.00544914673543</c:v>
                </c:pt>
                <c:pt idx="2441">
                  <c:v>286.08672953307013</c:v>
                </c:pt>
                <c:pt idx="2442">
                  <c:v>284.18442261885343</c:v>
                </c:pt>
                <c:pt idx="2443">
                  <c:v>282.49910268541782</c:v>
                </c:pt>
                <c:pt idx="2444">
                  <c:v>279.13335726172221</c:v>
                </c:pt>
                <c:pt idx="2445">
                  <c:v>275.09544164192255</c:v>
                </c:pt>
                <c:pt idx="2446">
                  <c:v>275.16070088426272</c:v>
                </c:pt>
                <c:pt idx="2447">
                  <c:v>274.14102522269718</c:v>
                </c:pt>
                <c:pt idx="2448">
                  <c:v>273.47211798871018</c:v>
                </c:pt>
                <c:pt idx="2449">
                  <c:v>271.03142232518678</c:v>
                </c:pt>
                <c:pt idx="2450">
                  <c:v>278.59007406924007</c:v>
                </c:pt>
                <c:pt idx="2451">
                  <c:v>284.57108362971906</c:v>
                </c:pt>
                <c:pt idx="2452">
                  <c:v>282.67856560185339</c:v>
                </c:pt>
                <c:pt idx="2453">
                  <c:v>283.90380787679055</c:v>
                </c:pt>
                <c:pt idx="2454">
                  <c:v>280.69631611576995</c:v>
                </c:pt>
                <c:pt idx="2455">
                  <c:v>284.99690018598886</c:v>
                </c:pt>
                <c:pt idx="2456">
                  <c:v>287.26465885731068</c:v>
                </c:pt>
                <c:pt idx="2457">
                  <c:v>290.57167096290016</c:v>
                </c:pt>
                <c:pt idx="2458">
                  <c:v>289.27301204033023</c:v>
                </c:pt>
                <c:pt idx="2459">
                  <c:v>291.60439847293372</c:v>
                </c:pt>
                <c:pt idx="2460">
                  <c:v>291.48693183672145</c:v>
                </c:pt>
                <c:pt idx="2461">
                  <c:v>291.86217248017755</c:v>
                </c:pt>
                <c:pt idx="2462">
                  <c:v>290.39547100858158</c:v>
                </c:pt>
                <c:pt idx="2463">
                  <c:v>290.55209319019804</c:v>
                </c:pt>
                <c:pt idx="2464">
                  <c:v>288.66283812444937</c:v>
                </c:pt>
                <c:pt idx="2465">
                  <c:v>292.09057982836822</c:v>
                </c:pt>
                <c:pt idx="2466">
                  <c:v>291.28462818546677</c:v>
                </c:pt>
                <c:pt idx="2467">
                  <c:v>286.28413874114921</c:v>
                </c:pt>
                <c:pt idx="2468">
                  <c:v>283.7455542141156</c:v>
                </c:pt>
                <c:pt idx="2469">
                  <c:v>281.66378438346334</c:v>
                </c:pt>
                <c:pt idx="2470">
                  <c:v>275.79860997813819</c:v>
                </c:pt>
                <c:pt idx="2471">
                  <c:v>277.68133911965288</c:v>
                </c:pt>
                <c:pt idx="2472">
                  <c:v>277.51655953274383</c:v>
                </c:pt>
                <c:pt idx="2473">
                  <c:v>278.29314451659218</c:v>
                </c:pt>
                <c:pt idx="2474">
                  <c:v>277.1886318399844</c:v>
                </c:pt>
                <c:pt idx="2475">
                  <c:v>274.95023982771562</c:v>
                </c:pt>
                <c:pt idx="2476">
                  <c:v>276.16079877312626</c:v>
                </c:pt>
                <c:pt idx="2477">
                  <c:v>277.36646327536141</c:v>
                </c:pt>
                <c:pt idx="2478">
                  <c:v>281.34890853917187</c:v>
                </c:pt>
                <c:pt idx="2479">
                  <c:v>280.49238098345677</c:v>
                </c:pt>
                <c:pt idx="2480">
                  <c:v>273.80330864358666</c:v>
                </c:pt>
                <c:pt idx="2481">
                  <c:v>276.05801546644045</c:v>
                </c:pt>
                <c:pt idx="2482">
                  <c:v>275.88507847423892</c:v>
                </c:pt>
                <c:pt idx="2483">
                  <c:v>272.68737559956924</c:v>
                </c:pt>
                <c:pt idx="2484">
                  <c:v>269.51903938395276</c:v>
                </c:pt>
                <c:pt idx="2485">
                  <c:v>262.80549482820504</c:v>
                </c:pt>
                <c:pt idx="2486">
                  <c:v>265.59532743824843</c:v>
                </c:pt>
                <c:pt idx="2487">
                  <c:v>268.15838418115965</c:v>
                </c:pt>
                <c:pt idx="2488">
                  <c:v>270.87316866251189</c:v>
                </c:pt>
                <c:pt idx="2489">
                  <c:v>274.11818448787807</c:v>
                </c:pt>
                <c:pt idx="2490">
                  <c:v>275.78066368649462</c:v>
                </c:pt>
                <c:pt idx="2491">
                  <c:v>271.13583711293114</c:v>
                </c:pt>
                <c:pt idx="2492">
                  <c:v>270.3543576859073</c:v>
                </c:pt>
                <c:pt idx="2493">
                  <c:v>271.30551114301568</c:v>
                </c:pt>
                <c:pt idx="2494">
                  <c:v>268.98717655888015</c:v>
                </c:pt>
                <c:pt idx="2495">
                  <c:v>264.70127581818781</c:v>
                </c:pt>
                <c:pt idx="2496">
                  <c:v>264.82363689757562</c:v>
                </c:pt>
                <c:pt idx="2497">
                  <c:v>266.38006982738932</c:v>
                </c:pt>
                <c:pt idx="2498">
                  <c:v>268.43410448004704</c:v>
                </c:pt>
                <c:pt idx="2499">
                  <c:v>272.40839233856497</c:v>
                </c:pt>
                <c:pt idx="2500">
                  <c:v>269.33631350540026</c:v>
                </c:pt>
                <c:pt idx="2501">
                  <c:v>264.8105850491076</c:v>
                </c:pt>
                <c:pt idx="2502">
                  <c:v>271.17662413939377</c:v>
                </c:pt>
                <c:pt idx="2503">
                  <c:v>271.38871667699942</c:v>
                </c:pt>
                <c:pt idx="2504">
                  <c:v>269.17642836166675</c:v>
                </c:pt>
                <c:pt idx="2505">
                  <c:v>269.16990243743271</c:v>
                </c:pt>
                <c:pt idx="2506">
                  <c:v>266.57911051652695</c:v>
                </c:pt>
                <c:pt idx="2507">
                  <c:v>262.01096355271318</c:v>
                </c:pt>
                <c:pt idx="2508">
                  <c:v>261.67814141677815</c:v>
                </c:pt>
                <c:pt idx="2509">
                  <c:v>261.54435996998075</c:v>
                </c:pt>
                <c:pt idx="2510">
                  <c:v>258.53101445492217</c:v>
                </c:pt>
                <c:pt idx="2511">
                  <c:v>258.99435507553761</c:v>
                </c:pt>
                <c:pt idx="2512">
                  <c:v>259.50990309002515</c:v>
                </c:pt>
                <c:pt idx="2513">
                  <c:v>260.5834176265214</c:v>
                </c:pt>
                <c:pt idx="2514">
                  <c:v>262.67823930564168</c:v>
                </c:pt>
                <c:pt idx="2515">
                  <c:v>261.31268965967303</c:v>
                </c:pt>
                <c:pt idx="2516">
                  <c:v>257.67285541814863</c:v>
                </c:pt>
                <c:pt idx="2517">
                  <c:v>256.7249649231573</c:v>
                </c:pt>
                <c:pt idx="2518">
                  <c:v>255.40020230365127</c:v>
                </c:pt>
                <c:pt idx="2519">
                  <c:v>250.12399256044637</c:v>
                </c:pt>
                <c:pt idx="2520">
                  <c:v>251.16161451365554</c:v>
                </c:pt>
                <c:pt idx="2521">
                  <c:v>251.16161451365554</c:v>
                </c:pt>
                <c:pt idx="2522">
                  <c:v>256.60586680588636</c:v>
                </c:pt>
                <c:pt idx="2523">
                  <c:v>260.36969360785724</c:v>
                </c:pt>
                <c:pt idx="2524">
                  <c:v>261.06470453878035</c:v>
                </c:pt>
                <c:pt idx="2525">
                  <c:v>258.73821254935234</c:v>
                </c:pt>
                <c:pt idx="2526">
                  <c:v>260.69762130061673</c:v>
                </c:pt>
                <c:pt idx="2527">
                  <c:v>260.48226580089408</c:v>
                </c:pt>
                <c:pt idx="2528">
                  <c:v>259.07103468528732</c:v>
                </c:pt>
                <c:pt idx="2529">
                  <c:v>259.40711978333934</c:v>
                </c:pt>
                <c:pt idx="2530">
                  <c:v>262.52651156720071</c:v>
                </c:pt>
                <c:pt idx="2531">
                  <c:v>266.38659575162336</c:v>
                </c:pt>
                <c:pt idx="2532">
                  <c:v>270.25320586027999</c:v>
                </c:pt>
                <c:pt idx="2533">
                  <c:v>273.65484386726274</c:v>
                </c:pt>
                <c:pt idx="2534">
                  <c:v>277.59650210461058</c:v>
                </c:pt>
                <c:pt idx="2535">
                  <c:v>276.46588573106669</c:v>
                </c:pt>
                <c:pt idx="2536">
                  <c:v>275.02039351323128</c:v>
                </c:pt>
                <c:pt idx="2537">
                  <c:v>276.76118380265609</c:v>
                </c:pt>
                <c:pt idx="2538">
                  <c:v>275.97480993245671</c:v>
                </c:pt>
              </c:numCache>
            </c:numRef>
          </c:val>
          <c:smooth val="0"/>
          <c:extLst>
            <c:ext xmlns:c16="http://schemas.microsoft.com/office/drawing/2014/chart" uri="{C3380CC4-5D6E-409C-BE32-E72D297353CC}">
              <c16:uniqueId val="{00000004-CEAE-3D48-BF84-BC827ABA04DE}"/>
            </c:ext>
          </c:extLst>
        </c:ser>
        <c:dLbls>
          <c:showLegendKey val="0"/>
          <c:showVal val="0"/>
          <c:showCatName val="0"/>
          <c:showSerName val="0"/>
          <c:showPercent val="0"/>
          <c:showBubbleSize val="0"/>
        </c:dLbls>
        <c:smooth val="0"/>
        <c:axId val="508661264"/>
        <c:axId val="1041384431"/>
      </c:lineChart>
      <c:dateAx>
        <c:axId val="508661264"/>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041384431"/>
        <c:crosses val="autoZero"/>
        <c:auto val="1"/>
        <c:lblOffset val="100"/>
        <c:baseTimeUnit val="days"/>
      </c:dateAx>
      <c:valAx>
        <c:axId val="1041384431"/>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5086612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5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w="12700">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'Sectoral Data'!$CG$5</c:f>
              <c:strCache>
                <c:ptCount val="1"/>
                <c:pt idx="0">
                  <c:v>2015</c:v>
                </c:pt>
              </c:strCache>
            </c:strRef>
          </c:tx>
          <c:spPr>
            <a:solidFill>
              <a:schemeClr val="dk1">
                <a:tint val="88500"/>
              </a:schemeClr>
            </a:solidFill>
            <a:ln>
              <a:noFill/>
            </a:ln>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Data'!$CH$5:$CL$5</c:f>
              <c:numCache>
                <c:formatCode>0%</c:formatCode>
                <c:ptCount val="5"/>
                <c:pt idx="0">
                  <c:v>-2.808562996514663E-4</c:v>
                </c:pt>
                <c:pt idx="1">
                  <c:v>-9.7504326562829147E-2</c:v>
                </c:pt>
                <c:pt idx="2">
                  <c:v>9.5232645961595752E-2</c:v>
                </c:pt>
                <c:pt idx="3">
                  <c:v>6.7331086470965307E-3</c:v>
                </c:pt>
                <c:pt idx="4">
                  <c:v>-9.6469474989395287E-2</c:v>
                </c:pt>
              </c:numCache>
            </c:numRef>
          </c:val>
          <c:extLst>
            <c:ext xmlns:c16="http://schemas.microsoft.com/office/drawing/2014/chart" uri="{C3380CC4-5D6E-409C-BE32-E72D297353CC}">
              <c16:uniqueId val="{00000000-E7D5-4445-BFD2-55486DB721AE}"/>
            </c:ext>
          </c:extLst>
        </c:ser>
        <c:ser>
          <c:idx val="1"/>
          <c:order val="1"/>
          <c:tx>
            <c:strRef>
              <c:f>'Sectoral Data'!$CG$6</c:f>
              <c:strCache>
                <c:ptCount val="1"/>
                <c:pt idx="0">
                  <c:v>2016</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Data'!$CH$6:$CL$6</c:f>
              <c:numCache>
                <c:formatCode>0%</c:formatCode>
                <c:ptCount val="5"/>
                <c:pt idx="0">
                  <c:v>-6.9405853322416E-2</c:v>
                </c:pt>
                <c:pt idx="1">
                  <c:v>6.678404272488514E-2</c:v>
                </c:pt>
                <c:pt idx="2">
                  <c:v>-0.14297758319177623</c:v>
                </c:pt>
                <c:pt idx="3">
                  <c:v>2.8196750549295269E-2</c:v>
                </c:pt>
                <c:pt idx="4">
                  <c:v>-2.8894179988900537E-2</c:v>
                </c:pt>
              </c:numCache>
            </c:numRef>
          </c:val>
          <c:extLst>
            <c:ext xmlns:c16="http://schemas.microsoft.com/office/drawing/2014/chart" uri="{C3380CC4-5D6E-409C-BE32-E72D297353CC}">
              <c16:uniqueId val="{00000000-DB5C-8248-A118-0A3A70964773}"/>
            </c:ext>
          </c:extLst>
        </c:ser>
        <c:ser>
          <c:idx val="2"/>
          <c:order val="2"/>
          <c:tx>
            <c:strRef>
              <c:f>'Sectoral Data'!$CG$7</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Data'!$CH$7:$CL$7</c:f>
              <c:numCache>
                <c:formatCode>0%</c:formatCode>
                <c:ptCount val="5"/>
                <c:pt idx="0">
                  <c:v>0.12527189509069614</c:v>
                </c:pt>
                <c:pt idx="1">
                  <c:v>0.421258681328466</c:v>
                </c:pt>
                <c:pt idx="2">
                  <c:v>-6.6933716125778364E-2</c:v>
                </c:pt>
                <c:pt idx="3">
                  <c:v>0.29652565021836907</c:v>
                </c:pt>
                <c:pt idx="4">
                  <c:v>0.32910698626132695</c:v>
                </c:pt>
              </c:numCache>
            </c:numRef>
          </c:val>
          <c:extLst>
            <c:ext xmlns:c16="http://schemas.microsoft.com/office/drawing/2014/chart" uri="{C3380CC4-5D6E-409C-BE32-E72D297353CC}">
              <c16:uniqueId val="{00000001-DB5C-8248-A118-0A3A70964773}"/>
            </c:ext>
          </c:extLst>
        </c:ser>
        <c:ser>
          <c:idx val="3"/>
          <c:order val="3"/>
          <c:tx>
            <c:strRef>
              <c:f>'Sectoral Data'!$CG$8</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Data'!$CH$8:$CL$8</c:f>
              <c:numCache>
                <c:formatCode>0%</c:formatCode>
                <c:ptCount val="5"/>
                <c:pt idx="0">
                  <c:v>0.24853986987441368</c:v>
                </c:pt>
                <c:pt idx="1">
                  <c:v>7.2758224353328238E-2</c:v>
                </c:pt>
                <c:pt idx="2">
                  <c:v>-7.7920390095808312E-2</c:v>
                </c:pt>
                <c:pt idx="3">
                  <c:v>0.14353030669237277</c:v>
                </c:pt>
                <c:pt idx="4">
                  <c:v>-0.12686125967580053</c:v>
                </c:pt>
              </c:numCache>
            </c:numRef>
          </c:val>
          <c:extLst>
            <c:ext xmlns:c16="http://schemas.microsoft.com/office/drawing/2014/chart" uri="{C3380CC4-5D6E-409C-BE32-E72D297353CC}">
              <c16:uniqueId val="{00000002-DB5C-8248-A118-0A3A70964773}"/>
            </c:ext>
          </c:extLst>
        </c:ser>
        <c:ser>
          <c:idx val="4"/>
          <c:order val="4"/>
          <c:tx>
            <c:strRef>
              <c:f>'Sectoral Data'!$CG$9</c:f>
              <c:strCache>
                <c:ptCount val="1"/>
                <c:pt idx="0">
                  <c:v>2019</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Data'!$CH$9:$CL$9</c:f>
              <c:numCache>
                <c:formatCode>0%</c:formatCode>
                <c:ptCount val="5"/>
                <c:pt idx="0">
                  <c:v>8.3143610432568238E-2</c:v>
                </c:pt>
                <c:pt idx="1">
                  <c:v>0.17410851185000209</c:v>
                </c:pt>
                <c:pt idx="2">
                  <c:v>-9.4776484893520085E-2</c:v>
                </c:pt>
                <c:pt idx="3">
                  <c:v>-9.1106618923004756E-3</c:v>
                </c:pt>
                <c:pt idx="4">
                  <c:v>2.0294306624249803E-2</c:v>
                </c:pt>
              </c:numCache>
            </c:numRef>
          </c:val>
          <c:extLst>
            <c:ext xmlns:c16="http://schemas.microsoft.com/office/drawing/2014/chart" uri="{C3380CC4-5D6E-409C-BE32-E72D297353CC}">
              <c16:uniqueId val="{00000003-DB5C-8248-A118-0A3A70964773}"/>
            </c:ext>
          </c:extLst>
        </c:ser>
        <c:ser>
          <c:idx val="5"/>
          <c:order val="5"/>
          <c:tx>
            <c:strRef>
              <c:f>'Sectoral Data'!$CG$10</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Data'!$CH$10:$CL$10</c:f>
              <c:numCache>
                <c:formatCode>0%</c:formatCode>
                <c:ptCount val="5"/>
                <c:pt idx="0">
                  <c:v>0.54249577824915796</c:v>
                </c:pt>
                <c:pt idx="1">
                  <c:v>-2.613003809624681E-2</c:v>
                </c:pt>
                <c:pt idx="2">
                  <c:v>0.60503783971865621</c:v>
                </c:pt>
                <c:pt idx="3">
                  <c:v>0.13041004820691771</c:v>
                </c:pt>
                <c:pt idx="4">
                  <c:v>0.11880793687274949</c:v>
                </c:pt>
              </c:numCache>
            </c:numRef>
          </c:val>
          <c:extLst>
            <c:ext xmlns:c16="http://schemas.microsoft.com/office/drawing/2014/chart" uri="{C3380CC4-5D6E-409C-BE32-E72D297353CC}">
              <c16:uniqueId val="{00000004-DB5C-8248-A118-0A3A70964773}"/>
            </c:ext>
          </c:extLst>
        </c:ser>
        <c:ser>
          <c:idx val="6"/>
          <c:order val="6"/>
          <c:tx>
            <c:strRef>
              <c:f>'Sectoral Data'!$CG$11</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Data'!$CH$11:$CL$11</c:f>
              <c:numCache>
                <c:formatCode>0%</c:formatCode>
                <c:ptCount val="5"/>
                <c:pt idx="0">
                  <c:v>0.58247022215316435</c:v>
                </c:pt>
                <c:pt idx="1">
                  <c:v>0.13629252686476101</c:v>
                </c:pt>
                <c:pt idx="2">
                  <c:v>9.3912836151500256E-2</c:v>
                </c:pt>
                <c:pt idx="3">
                  <c:v>9.2699287767305405E-2</c:v>
                </c:pt>
                <c:pt idx="4">
                  <c:v>0.34720483370529642</c:v>
                </c:pt>
              </c:numCache>
            </c:numRef>
          </c:val>
          <c:extLst>
            <c:ext xmlns:c16="http://schemas.microsoft.com/office/drawing/2014/chart" uri="{C3380CC4-5D6E-409C-BE32-E72D297353CC}">
              <c16:uniqueId val="{00000005-DB5C-8248-A118-0A3A70964773}"/>
            </c:ext>
          </c:extLst>
        </c:ser>
        <c:ser>
          <c:idx val="7"/>
          <c:order val="7"/>
          <c:tx>
            <c:strRef>
              <c:f>'Sectoral Data'!$CG$12</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Data'!$CH$12:$CL$12</c:f>
              <c:numCache>
                <c:formatCode>0%</c:formatCode>
                <c:ptCount val="5"/>
                <c:pt idx="0">
                  <c:v>-0.26843251422407843</c:v>
                </c:pt>
                <c:pt idx="1">
                  <c:v>0.18023634132211641</c:v>
                </c:pt>
                <c:pt idx="2">
                  <c:v>-0.11011274052725262</c:v>
                </c:pt>
                <c:pt idx="3">
                  <c:v>0.17458361088175955</c:v>
                </c:pt>
                <c:pt idx="4">
                  <c:v>4.8260583198610929E-2</c:v>
                </c:pt>
              </c:numCache>
            </c:numRef>
          </c:val>
          <c:extLst>
            <c:ext xmlns:c16="http://schemas.microsoft.com/office/drawing/2014/chart" uri="{C3380CC4-5D6E-409C-BE32-E72D297353CC}">
              <c16:uniqueId val="{00000006-DB5C-8248-A118-0A3A70964773}"/>
            </c:ext>
          </c:extLst>
        </c:ser>
        <c:ser>
          <c:idx val="8"/>
          <c:order val="8"/>
          <c:tx>
            <c:strRef>
              <c:f>'Sectoral Data'!$CG$13</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Data'!$CH$13:$CL$13</c:f>
              <c:numCache>
                <c:formatCode>0%</c:formatCode>
                <c:ptCount val="5"/>
                <c:pt idx="0">
                  <c:v>0.23585027125025659</c:v>
                </c:pt>
                <c:pt idx="1">
                  <c:v>0.11779594519837699</c:v>
                </c:pt>
                <c:pt idx="2">
                  <c:v>0.34102968593144989</c:v>
                </c:pt>
                <c:pt idx="3">
                  <c:v>0.28951176491219721</c:v>
                </c:pt>
                <c:pt idx="4">
                  <c:v>0.379666011787819</c:v>
                </c:pt>
              </c:numCache>
            </c:numRef>
          </c:val>
          <c:extLst>
            <c:ext xmlns:c16="http://schemas.microsoft.com/office/drawing/2014/chart" uri="{C3380CC4-5D6E-409C-BE32-E72D297353CC}">
              <c16:uniqueId val="{00000007-DB5C-8248-A118-0A3A70964773}"/>
            </c:ext>
          </c:extLst>
        </c:ser>
        <c:ser>
          <c:idx val="9"/>
          <c:order val="9"/>
          <c:tx>
            <c:strRef>
              <c:f>'Sectoral Data'!$CG$14</c:f>
              <c:strCache>
                <c:ptCount val="1"/>
                <c:pt idx="0">
                  <c:v>2024</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Data'!$CH$14:$CL$14</c:f>
              <c:numCache>
                <c:formatCode>0%</c:formatCode>
                <c:ptCount val="5"/>
                <c:pt idx="0">
                  <c:v>0.21408341013953991</c:v>
                </c:pt>
                <c:pt idx="1">
                  <c:v>5.4440512249581685E-2</c:v>
                </c:pt>
                <c:pt idx="2">
                  <c:v>0.38872988804033515</c:v>
                </c:pt>
                <c:pt idx="3">
                  <c:v>-8.5997519738673089E-3</c:v>
                </c:pt>
                <c:pt idx="4">
                  <c:v>0.15871690260398119</c:v>
                </c:pt>
              </c:numCache>
            </c:numRef>
          </c:val>
          <c:extLst>
            <c:ext xmlns:c16="http://schemas.microsoft.com/office/drawing/2014/chart" uri="{C3380CC4-5D6E-409C-BE32-E72D297353CC}">
              <c16:uniqueId val="{00000008-DB5C-8248-A118-0A3A70964773}"/>
            </c:ext>
          </c:extLst>
        </c:ser>
        <c:ser>
          <c:idx val="10"/>
          <c:order val="10"/>
          <c:tx>
            <c:strRef>
              <c:f>'Sectoral Data'!$CG$15</c:f>
              <c:strCache>
                <c:ptCount val="1"/>
                <c:pt idx="0">
                  <c:v>2025-YTD</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'Sectoral Data'!$CH$4:$CL$4</c:f>
              <c:strCache>
                <c:ptCount val="5"/>
                <c:pt idx="0">
                  <c:v>NIFTY IT</c:v>
                </c:pt>
                <c:pt idx="1">
                  <c:v>NIFTY Bank</c:v>
                </c:pt>
                <c:pt idx="2">
                  <c:v>NIFTY Pharma</c:v>
                </c:pt>
                <c:pt idx="3">
                  <c:v>NIFTY FMCG</c:v>
                </c:pt>
                <c:pt idx="4">
                  <c:v>NIFTY Infra</c:v>
                </c:pt>
              </c:strCache>
            </c:strRef>
          </c:cat>
          <c:val>
            <c:numRef>
              <c:f>'Sectoral Data'!$CH$15:$CL$15</c:f>
              <c:numCache>
                <c:formatCode>0%</c:formatCode>
                <c:ptCount val="5"/>
                <c:pt idx="0">
                  <c:v>-0.14956159462892893</c:v>
                </c:pt>
                <c:pt idx="1">
                  <c:v>9.8755204600025071E-3</c:v>
                </c:pt>
                <c:pt idx="2">
                  <c:v>-9.899082471040821E-2</c:v>
                </c:pt>
                <c:pt idx="3">
                  <c:v>-6.0119103470592017E-2</c:v>
                </c:pt>
                <c:pt idx="4">
                  <c:v>-5.0173814327478805E-3</c:v>
                </c:pt>
              </c:numCache>
            </c:numRef>
          </c:val>
          <c:extLst>
            <c:ext xmlns:c16="http://schemas.microsoft.com/office/drawing/2014/chart" uri="{C3380CC4-5D6E-409C-BE32-E72D297353CC}">
              <c16:uniqueId val="{00000009-DB5C-8248-A118-0A3A70964773}"/>
            </c:ext>
          </c:extLst>
        </c:ser>
        <c:ser>
          <c:idx val="11"/>
          <c:order val="11"/>
          <c:tx>
            <c:strRef>
              <c:f>'Sectoral Data'!$CG$16</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dLbl>
              <c:idx val="0"/>
              <c:layout>
                <c:manualLayout>
                  <c:x val="-7.0355920630765754E-3"/>
                  <c:y val="-9.64550857273054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B5C-8248-A118-0A3A70964773}"/>
                </c:ext>
              </c:extLst>
            </c:dLbl>
            <c:dLbl>
              <c:idx val="2"/>
              <c:layout>
                <c:manualLayout>
                  <c:x val="-2.1106776189229726E-2"/>
                  <c:y val="-0.2625721778132205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B5C-8248-A118-0A3A70964773}"/>
                </c:ext>
              </c:extLst>
            </c:dLbl>
            <c:dLbl>
              <c:idx val="3"/>
              <c:layout>
                <c:manualLayout>
                  <c:x val="-3.1660164283844723E-2"/>
                  <c:y val="-0.1060928420087204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CA4-A14E-A5C3-2D2C0135F80A}"/>
                </c:ext>
              </c:extLst>
            </c:dLbl>
            <c:dLbl>
              <c:idx val="4"/>
              <c:layout>
                <c:manualLayout>
                  <c:x val="-1.2898436445135242E-16"/>
                  <c:y val="-8.57378539798271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B5C-8248-A118-0A3A7096477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'Sectoral Data'!$CH$4:$CL$4</c:f>
              <c:strCache>
                <c:ptCount val="5"/>
                <c:pt idx="0">
                  <c:v>NIFTY IT</c:v>
                </c:pt>
                <c:pt idx="1">
                  <c:v>NIFTY Bank</c:v>
                </c:pt>
                <c:pt idx="2">
                  <c:v>NIFTY Pharma</c:v>
                </c:pt>
                <c:pt idx="3">
                  <c:v>NIFTY FMCG</c:v>
                </c:pt>
                <c:pt idx="4">
                  <c:v>NIFTY Infra</c:v>
                </c:pt>
              </c:strCache>
            </c:strRef>
          </c:cat>
          <c:val>
            <c:numRef>
              <c:f>'Sectoral Data'!$CH$16:$CL$16</c:f>
              <c:numCache>
                <c:formatCode>0%</c:formatCode>
                <c:ptCount val="5"/>
                <c:pt idx="0">
                  <c:v>0.14037947624679292</c:v>
                </c:pt>
                <c:pt idx="1">
                  <c:v>0.10090144924476764</c:v>
                </c:pt>
                <c:pt idx="2">
                  <c:v>8.4748286932635766E-2</c:v>
                </c:pt>
                <c:pt idx="3">
                  <c:v>9.8578273685323084E-2</c:v>
                </c:pt>
                <c:pt idx="4">
                  <c:v>0.10407411499701724</c:v>
                </c:pt>
              </c:numCache>
            </c:numRef>
          </c:val>
          <c:extLst>
            <c:ext xmlns:c16="http://schemas.microsoft.com/office/drawing/2014/chart" uri="{C3380CC4-5D6E-409C-BE32-E72D297353CC}">
              <c16:uniqueId val="{0000000A-DB5C-8248-A118-0A3A70964773}"/>
            </c:ext>
          </c:extLst>
        </c:ser>
        <c:dLbls>
          <c:showLegendKey val="0"/>
          <c:showVal val="0"/>
          <c:showCatName val="0"/>
          <c:showSerName val="0"/>
          <c:showPercent val="0"/>
          <c:showBubbleSize val="0"/>
        </c:dLbls>
        <c:gapWidth val="182"/>
        <c:axId val="1980692576"/>
        <c:axId val="589890960"/>
      </c:barChart>
      <c:catAx>
        <c:axId val="1980692576"/>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0"/>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589890960"/>
        <c:crosses val="autoZero"/>
        <c:auto val="1"/>
        <c:lblAlgn val="ctr"/>
        <c:lblOffset val="100"/>
        <c:noMultiLvlLbl val="0"/>
      </c:catAx>
      <c:valAx>
        <c:axId val="589890960"/>
        <c:scaling>
          <c:orientation val="minMax"/>
          <c:max val="0.7"/>
          <c:min val="-0.3"/>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80692576"/>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'Sectoral Data'!$BQ$4</c:f>
              <c:strCache>
                <c:ptCount val="1"/>
                <c:pt idx="0">
                  <c:v>NIFTY IT</c:v>
                </c:pt>
              </c:strCache>
            </c:strRef>
          </c:tx>
          <c:spPr>
            <a:ln w="12700" cap="rnd">
              <a:solidFill>
                <a:schemeClr val="dk1">
                  <a:tint val="88500"/>
                </a:schemeClr>
              </a:solidFill>
              <a:round/>
            </a:ln>
            <a:effectLst>
              <a:outerShdw blurRad="50800" dist="38100" dir="2700000" algn="tl" rotWithShape="0">
                <a:prstClr val="black">
                  <a:alpha val="40000"/>
                </a:prstClr>
              </a:outerShdw>
            </a:effectLst>
          </c:spPr>
          <c:marker>
            <c:symbol val="none"/>
          </c:marker>
          <c:cat>
            <c:numRef>
              <c:f>'Sectoral Data'!$BP$5:$BP$1554</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'Sectoral Data'!$BQ$5:$BQ$1554</c:f>
              <c:numCache>
                <c:formatCode>_(* #,##0_);_(* \(#,##0\);_(* "-"??_);_(@_)</c:formatCode>
                <c:ptCount val="1550"/>
                <c:pt idx="0">
                  <c:v>100</c:v>
                </c:pt>
                <c:pt idx="1">
                  <c:v>99.973704059954756</c:v>
                </c:pt>
                <c:pt idx="2">
                  <c:v>99.109052031361372</c:v>
                </c:pt>
                <c:pt idx="3">
                  <c:v>97.891134808212627</c:v>
                </c:pt>
                <c:pt idx="4">
                  <c:v>98.896954514943715</c:v>
                </c:pt>
                <c:pt idx="5">
                  <c:v>98.856818606453587</c:v>
                </c:pt>
                <c:pt idx="6">
                  <c:v>99.136385969039992</c:v>
                </c:pt>
                <c:pt idx="7">
                  <c:v>99.116664014006048</c:v>
                </c:pt>
                <c:pt idx="8">
                  <c:v>99.004906268813713</c:v>
                </c:pt>
                <c:pt idx="9">
                  <c:v>98.427087586240319</c:v>
                </c:pt>
                <c:pt idx="10">
                  <c:v>101.4365887245777</c:v>
                </c:pt>
                <c:pt idx="11">
                  <c:v>101.7777439467438</c:v>
                </c:pt>
                <c:pt idx="12">
                  <c:v>102.417496488108</c:v>
                </c:pt>
                <c:pt idx="13">
                  <c:v>103.05932502473895</c:v>
                </c:pt>
                <c:pt idx="14">
                  <c:v>103.56725186666576</c:v>
                </c:pt>
                <c:pt idx="15">
                  <c:v>103.5409559266205</c:v>
                </c:pt>
                <c:pt idx="16">
                  <c:v>103.0299150917936</c:v>
                </c:pt>
                <c:pt idx="17">
                  <c:v>103.60531177988915</c:v>
                </c:pt>
                <c:pt idx="18">
                  <c:v>104.07171871648133</c:v>
                </c:pt>
                <c:pt idx="19">
                  <c:v>104.63119944086527</c:v>
                </c:pt>
                <c:pt idx="20">
                  <c:v>105.40035568718903</c:v>
                </c:pt>
                <c:pt idx="21">
                  <c:v>105.56574331010526</c:v>
                </c:pt>
                <c:pt idx="22">
                  <c:v>107.25491145880189</c:v>
                </c:pt>
                <c:pt idx="23">
                  <c:v>108.81190790884996</c:v>
                </c:pt>
                <c:pt idx="24">
                  <c:v>109.02296742763427</c:v>
                </c:pt>
                <c:pt idx="25">
                  <c:v>108.91155568165306</c:v>
                </c:pt>
                <c:pt idx="26">
                  <c:v>111.10449868174301</c:v>
                </c:pt>
                <c:pt idx="27">
                  <c:v>111.3138282044717</c:v>
                </c:pt>
                <c:pt idx="28">
                  <c:v>110.8567632465798</c:v>
                </c:pt>
                <c:pt idx="29">
                  <c:v>111.40517199620786</c:v>
                </c:pt>
                <c:pt idx="30">
                  <c:v>110.29520652692912</c:v>
                </c:pt>
                <c:pt idx="31">
                  <c:v>111.00796490184001</c:v>
                </c:pt>
                <c:pt idx="32">
                  <c:v>109.76236774180154</c:v>
                </c:pt>
                <c:pt idx="33">
                  <c:v>109.44370246835837</c:v>
                </c:pt>
                <c:pt idx="34">
                  <c:v>108.36003293912491</c:v>
                </c:pt>
                <c:pt idx="35">
                  <c:v>106.107578074722</c:v>
                </c:pt>
                <c:pt idx="36">
                  <c:v>108.01714772090321</c:v>
                </c:pt>
                <c:pt idx="37">
                  <c:v>107.87494204513213</c:v>
                </c:pt>
                <c:pt idx="38">
                  <c:v>108.53787653364151</c:v>
                </c:pt>
                <c:pt idx="39">
                  <c:v>110.74535150059859</c:v>
                </c:pt>
                <c:pt idx="40">
                  <c:v>110.64777972306223</c:v>
                </c:pt>
                <c:pt idx="41">
                  <c:v>110.04228110359908</c:v>
                </c:pt>
                <c:pt idx="42">
                  <c:v>108.86519178736273</c:v>
                </c:pt>
                <c:pt idx="43">
                  <c:v>109.66998595243203</c:v>
                </c:pt>
                <c:pt idx="44">
                  <c:v>108.39532485865932</c:v>
                </c:pt>
                <c:pt idx="45">
                  <c:v>108.88629773924114</c:v>
                </c:pt>
                <c:pt idx="46">
                  <c:v>107.82788615241958</c:v>
                </c:pt>
                <c:pt idx="47">
                  <c:v>106.62796088824918</c:v>
                </c:pt>
                <c:pt idx="48">
                  <c:v>106.48817720695598</c:v>
                </c:pt>
                <c:pt idx="49">
                  <c:v>106.46084326927733</c:v>
                </c:pt>
                <c:pt idx="50">
                  <c:v>106.17262592641288</c:v>
                </c:pt>
                <c:pt idx="51">
                  <c:v>105.60207322727304</c:v>
                </c:pt>
                <c:pt idx="52">
                  <c:v>107.58222671252311</c:v>
                </c:pt>
                <c:pt idx="53">
                  <c:v>106.2871516652942</c:v>
                </c:pt>
                <c:pt idx="54">
                  <c:v>107.22896151796775</c:v>
                </c:pt>
                <c:pt idx="55">
                  <c:v>107.94656388183435</c:v>
                </c:pt>
                <c:pt idx="56">
                  <c:v>107.61336664152405</c:v>
                </c:pt>
                <c:pt idx="57">
                  <c:v>106.68435875966202</c:v>
                </c:pt>
                <c:pt idx="58">
                  <c:v>106.26742971026026</c:v>
                </c:pt>
                <c:pt idx="59">
                  <c:v>106.14840598163435</c:v>
                </c:pt>
                <c:pt idx="60">
                  <c:v>107.72166439460517</c:v>
                </c:pt>
                <c:pt idx="61">
                  <c:v>108.14689742507389</c:v>
                </c:pt>
                <c:pt idx="62">
                  <c:v>109.61704807313039</c:v>
                </c:pt>
                <c:pt idx="63">
                  <c:v>110.63947574199531</c:v>
                </c:pt>
                <c:pt idx="64">
                  <c:v>110.46336214353431</c:v>
                </c:pt>
                <c:pt idx="65">
                  <c:v>108.95376758540991</c:v>
                </c:pt>
                <c:pt idx="66">
                  <c:v>110.18725477305911</c:v>
                </c:pt>
                <c:pt idx="67">
                  <c:v>110.91523711325939</c:v>
                </c:pt>
                <c:pt idx="68">
                  <c:v>111.56121764042379</c:v>
                </c:pt>
                <c:pt idx="69">
                  <c:v>110.7138655723865</c:v>
                </c:pt>
                <c:pt idx="70">
                  <c:v>109.85301953511546</c:v>
                </c:pt>
                <c:pt idx="71">
                  <c:v>110.10456096160101</c:v>
                </c:pt>
                <c:pt idx="72">
                  <c:v>111.50654976506655</c:v>
                </c:pt>
                <c:pt idx="73">
                  <c:v>111.30725421946038</c:v>
                </c:pt>
                <c:pt idx="74">
                  <c:v>111.26850230781473</c:v>
                </c:pt>
                <c:pt idx="75">
                  <c:v>111.76189718287443</c:v>
                </c:pt>
                <c:pt idx="76">
                  <c:v>111.87054093516666</c:v>
                </c:pt>
                <c:pt idx="77">
                  <c:v>113.28256371575473</c:v>
                </c:pt>
                <c:pt idx="78">
                  <c:v>113.16111799265099</c:v>
                </c:pt>
                <c:pt idx="79">
                  <c:v>114.21053359998341</c:v>
                </c:pt>
                <c:pt idx="80">
                  <c:v>115.60110442948191</c:v>
                </c:pt>
                <c:pt idx="81">
                  <c:v>113.51334518957297</c:v>
                </c:pt>
                <c:pt idx="82">
                  <c:v>111.36296009245099</c:v>
                </c:pt>
                <c:pt idx="83">
                  <c:v>111.49028780214381</c:v>
                </c:pt>
                <c:pt idx="84">
                  <c:v>111.65913541717126</c:v>
                </c:pt>
                <c:pt idx="85">
                  <c:v>111.14601858707762</c:v>
                </c:pt>
                <c:pt idx="86">
                  <c:v>111.63906746292621</c:v>
                </c:pt>
                <c:pt idx="87">
                  <c:v>110.3709803541648</c:v>
                </c:pt>
                <c:pt idx="88">
                  <c:v>110.41042426423266</c:v>
                </c:pt>
                <c:pt idx="89">
                  <c:v>109.07798130220263</c:v>
                </c:pt>
                <c:pt idx="90">
                  <c:v>109.17520708052785</c:v>
                </c:pt>
                <c:pt idx="91">
                  <c:v>110.2630286002948</c:v>
                </c:pt>
                <c:pt idx="92">
                  <c:v>109.63607802974209</c:v>
                </c:pt>
                <c:pt idx="93">
                  <c:v>110.49969206070212</c:v>
                </c:pt>
                <c:pt idx="94">
                  <c:v>109.10704523593687</c:v>
                </c:pt>
                <c:pt idx="95">
                  <c:v>108.40951082631531</c:v>
                </c:pt>
                <c:pt idx="96">
                  <c:v>107.52859683479923</c:v>
                </c:pt>
                <c:pt idx="97">
                  <c:v>107.74311634569473</c:v>
                </c:pt>
                <c:pt idx="98">
                  <c:v>107.65177255395857</c:v>
                </c:pt>
                <c:pt idx="99">
                  <c:v>109.07313731324693</c:v>
                </c:pt>
                <c:pt idx="100">
                  <c:v>109.78970167948017</c:v>
                </c:pt>
                <c:pt idx="101">
                  <c:v>110.70140960078612</c:v>
                </c:pt>
                <c:pt idx="102">
                  <c:v>111.83144302430989</c:v>
                </c:pt>
                <c:pt idx="103">
                  <c:v>113.21474787037485</c:v>
                </c:pt>
                <c:pt idx="104">
                  <c:v>111.44772989917584</c:v>
                </c:pt>
                <c:pt idx="105">
                  <c:v>110.80347936806704</c:v>
                </c:pt>
                <c:pt idx="106">
                  <c:v>111.47990782581016</c:v>
                </c:pt>
                <c:pt idx="107">
                  <c:v>113.22754984118637</c:v>
                </c:pt>
                <c:pt idx="108">
                  <c:v>113.82059248904912</c:v>
                </c:pt>
                <c:pt idx="109">
                  <c:v>113.66731483852217</c:v>
                </c:pt>
                <c:pt idx="110">
                  <c:v>112.9106145637988</c:v>
                </c:pt>
                <c:pt idx="111">
                  <c:v>112.5756873274329</c:v>
                </c:pt>
                <c:pt idx="112">
                  <c:v>112.29888795853546</c:v>
                </c:pt>
                <c:pt idx="113">
                  <c:v>112.95144247071116</c:v>
                </c:pt>
                <c:pt idx="114">
                  <c:v>112.67602709865822</c:v>
                </c:pt>
                <c:pt idx="115">
                  <c:v>112.91303655827664</c:v>
                </c:pt>
                <c:pt idx="116">
                  <c:v>112.03039257070493</c:v>
                </c:pt>
                <c:pt idx="117">
                  <c:v>112.01655260226006</c:v>
                </c:pt>
                <c:pt idx="118">
                  <c:v>112.20373817547697</c:v>
                </c:pt>
                <c:pt idx="119">
                  <c:v>111.42385595360842</c:v>
                </c:pt>
                <c:pt idx="120">
                  <c:v>110.66300368835158</c:v>
                </c:pt>
                <c:pt idx="121">
                  <c:v>110.27998256163978</c:v>
                </c:pt>
                <c:pt idx="122">
                  <c:v>110.14331287324666</c:v>
                </c:pt>
                <c:pt idx="123">
                  <c:v>111.23251838985809</c:v>
                </c:pt>
                <c:pt idx="124">
                  <c:v>110.21908670048232</c:v>
                </c:pt>
                <c:pt idx="125">
                  <c:v>110.32115646776326</c:v>
                </c:pt>
                <c:pt idx="126">
                  <c:v>107.60610065809048</c:v>
                </c:pt>
                <c:pt idx="127">
                  <c:v>106.40167740417552</c:v>
                </c:pt>
                <c:pt idx="128">
                  <c:v>105.56089932114956</c:v>
                </c:pt>
                <c:pt idx="129">
                  <c:v>104.96647267644231</c:v>
                </c:pt>
                <c:pt idx="130">
                  <c:v>105.28271595540761</c:v>
                </c:pt>
                <c:pt idx="131">
                  <c:v>105.37336774872152</c:v>
                </c:pt>
                <c:pt idx="132">
                  <c:v>108.38113889100333</c:v>
                </c:pt>
                <c:pt idx="133">
                  <c:v>107.81646817845257</c:v>
                </c:pt>
                <c:pt idx="134">
                  <c:v>108.47767267090632</c:v>
                </c:pt>
                <c:pt idx="135">
                  <c:v>107.24937547142392</c:v>
                </c:pt>
                <c:pt idx="136">
                  <c:v>106.45461528347715</c:v>
                </c:pt>
                <c:pt idx="137">
                  <c:v>106.90164626424652</c:v>
                </c:pt>
                <c:pt idx="138">
                  <c:v>107.2140835518895</c:v>
                </c:pt>
                <c:pt idx="139">
                  <c:v>106.4345473292321</c:v>
                </c:pt>
                <c:pt idx="140">
                  <c:v>107.08433384771882</c:v>
                </c:pt>
                <c:pt idx="141">
                  <c:v>106.20826384515843</c:v>
                </c:pt>
                <c:pt idx="142">
                  <c:v>106.57363901210306</c:v>
                </c:pt>
                <c:pt idx="143">
                  <c:v>107.27117342172461</c:v>
                </c:pt>
                <c:pt idx="144">
                  <c:v>108.09153755129439</c:v>
                </c:pt>
                <c:pt idx="145">
                  <c:v>106.09789009681059</c:v>
                </c:pt>
                <c:pt idx="146">
                  <c:v>106.72068867682982</c:v>
                </c:pt>
                <c:pt idx="147">
                  <c:v>107.38812115508377</c:v>
                </c:pt>
                <c:pt idx="148">
                  <c:v>107.36217121424963</c:v>
                </c:pt>
                <c:pt idx="149">
                  <c:v>107.83653613269762</c:v>
                </c:pt>
                <c:pt idx="150">
                  <c:v>109.80596364240289</c:v>
                </c:pt>
                <c:pt idx="151">
                  <c:v>109.48349237763739</c:v>
                </c:pt>
                <c:pt idx="152">
                  <c:v>106.73660464054142</c:v>
                </c:pt>
                <c:pt idx="153">
                  <c:v>107.02620598025037</c:v>
                </c:pt>
                <c:pt idx="154">
                  <c:v>106.32797957220659</c:v>
                </c:pt>
                <c:pt idx="155">
                  <c:v>106.67259478648387</c:v>
                </c:pt>
                <c:pt idx="156">
                  <c:v>107.9361839055007</c:v>
                </c:pt>
                <c:pt idx="157">
                  <c:v>107.80055221474095</c:v>
                </c:pt>
                <c:pt idx="158">
                  <c:v>108.17319336511912</c:v>
                </c:pt>
                <c:pt idx="159">
                  <c:v>109.45062245258082</c:v>
                </c:pt>
                <c:pt idx="160">
                  <c:v>109.9599332913521</c:v>
                </c:pt>
                <c:pt idx="161">
                  <c:v>108.4728286819506</c:v>
                </c:pt>
                <c:pt idx="162">
                  <c:v>109.888657453861</c:v>
                </c:pt>
                <c:pt idx="163">
                  <c:v>109.92083538049533</c:v>
                </c:pt>
                <c:pt idx="164">
                  <c:v>110.7917153948889</c:v>
                </c:pt>
                <c:pt idx="165">
                  <c:v>110.61525579721678</c:v>
                </c:pt>
                <c:pt idx="166">
                  <c:v>110.94464704620475</c:v>
                </c:pt>
                <c:pt idx="167">
                  <c:v>110.93392107065996</c:v>
                </c:pt>
                <c:pt idx="168">
                  <c:v>110.95883301386074</c:v>
                </c:pt>
                <c:pt idx="169">
                  <c:v>110.16199683064723</c:v>
                </c:pt>
                <c:pt idx="170">
                  <c:v>108.65620826384517</c:v>
                </c:pt>
                <c:pt idx="171">
                  <c:v>107.83584413427538</c:v>
                </c:pt>
                <c:pt idx="172">
                  <c:v>108.80221993093855</c:v>
                </c:pt>
                <c:pt idx="173">
                  <c:v>108.94234961144289</c:v>
                </c:pt>
                <c:pt idx="174">
                  <c:v>108.12925146530665</c:v>
                </c:pt>
                <c:pt idx="175">
                  <c:v>108.65966825595636</c:v>
                </c:pt>
                <c:pt idx="176">
                  <c:v>107.41510909355128</c:v>
                </c:pt>
                <c:pt idx="177">
                  <c:v>107.19816758817791</c:v>
                </c:pt>
                <c:pt idx="178">
                  <c:v>104.08106069518162</c:v>
                </c:pt>
                <c:pt idx="179">
                  <c:v>106.14321599346755</c:v>
                </c:pt>
                <c:pt idx="180">
                  <c:v>106.42866534264301</c:v>
                </c:pt>
                <c:pt idx="181">
                  <c:v>105.96502639973981</c:v>
                </c:pt>
                <c:pt idx="182">
                  <c:v>105.43564760672346</c:v>
                </c:pt>
                <c:pt idx="183">
                  <c:v>107.53759281428839</c:v>
                </c:pt>
                <c:pt idx="184">
                  <c:v>105.877488599326</c:v>
                </c:pt>
                <c:pt idx="185">
                  <c:v>105.72317295116569</c:v>
                </c:pt>
                <c:pt idx="186">
                  <c:v>106.15463396743453</c:v>
                </c:pt>
                <c:pt idx="187">
                  <c:v>105.50726944342568</c:v>
                </c:pt>
                <c:pt idx="188">
                  <c:v>104.69071130517821</c:v>
                </c:pt>
                <c:pt idx="189">
                  <c:v>104.44885785660409</c:v>
                </c:pt>
                <c:pt idx="190">
                  <c:v>106.02730625774173</c:v>
                </c:pt>
                <c:pt idx="191">
                  <c:v>105.72178895432118</c:v>
                </c:pt>
                <c:pt idx="192">
                  <c:v>105.24188804849526</c:v>
                </c:pt>
                <c:pt idx="193">
                  <c:v>106.18681189406888</c:v>
                </c:pt>
                <c:pt idx="194">
                  <c:v>105.75050688884428</c:v>
                </c:pt>
                <c:pt idx="195">
                  <c:v>106.63764886616059</c:v>
                </c:pt>
                <c:pt idx="196">
                  <c:v>101.64522624888414</c:v>
                </c:pt>
                <c:pt idx="197">
                  <c:v>102.64654796587065</c:v>
                </c:pt>
                <c:pt idx="198">
                  <c:v>102.28774678393732</c:v>
                </c:pt>
                <c:pt idx="199">
                  <c:v>103.0998069324402</c:v>
                </c:pt>
                <c:pt idx="200">
                  <c:v>104.07742770346485</c:v>
                </c:pt>
                <c:pt idx="201">
                  <c:v>105.05504847448948</c:v>
                </c:pt>
                <c:pt idx="202">
                  <c:v>106.53765509414639</c:v>
                </c:pt>
                <c:pt idx="203">
                  <c:v>107.67080251057028</c:v>
                </c:pt>
                <c:pt idx="204">
                  <c:v>107.06045990215142</c:v>
                </c:pt>
                <c:pt idx="205">
                  <c:v>107.89155000726598</c:v>
                </c:pt>
                <c:pt idx="206">
                  <c:v>107.49122891999806</c:v>
                </c:pt>
                <c:pt idx="207">
                  <c:v>107.6839504805929</c:v>
                </c:pt>
                <c:pt idx="208">
                  <c:v>108.12060148502863</c:v>
                </c:pt>
                <c:pt idx="209">
                  <c:v>106.45219328899931</c:v>
                </c:pt>
                <c:pt idx="210">
                  <c:v>105.9349244683722</c:v>
                </c:pt>
                <c:pt idx="211">
                  <c:v>105.46713353493556</c:v>
                </c:pt>
                <c:pt idx="212">
                  <c:v>106.48990720301157</c:v>
                </c:pt>
                <c:pt idx="213">
                  <c:v>105.94945643523931</c:v>
                </c:pt>
                <c:pt idx="214">
                  <c:v>105.84288867821381</c:v>
                </c:pt>
                <c:pt idx="215">
                  <c:v>105.9093205267492</c:v>
                </c:pt>
                <c:pt idx="216">
                  <c:v>106.00377831138546</c:v>
                </c:pt>
                <c:pt idx="217">
                  <c:v>105.83389269872465</c:v>
                </c:pt>
                <c:pt idx="218">
                  <c:v>103.7713914012276</c:v>
                </c:pt>
                <c:pt idx="219">
                  <c:v>104.49591374931666</c:v>
                </c:pt>
                <c:pt idx="220">
                  <c:v>103.26104256482296</c:v>
                </c:pt>
                <c:pt idx="221">
                  <c:v>103.95304098706654</c:v>
                </c:pt>
                <c:pt idx="222">
                  <c:v>104.6426174148323</c:v>
                </c:pt>
                <c:pt idx="223">
                  <c:v>103.78626936730583</c:v>
                </c:pt>
                <c:pt idx="224">
                  <c:v>102.77560567161908</c:v>
                </c:pt>
                <c:pt idx="225">
                  <c:v>103.25135458691155</c:v>
                </c:pt>
                <c:pt idx="226">
                  <c:v>105.01179857309926</c:v>
                </c:pt>
                <c:pt idx="227">
                  <c:v>106.3428575382848</c:v>
                </c:pt>
                <c:pt idx="228">
                  <c:v>105.80379076735707</c:v>
                </c:pt>
                <c:pt idx="229">
                  <c:v>104.88723885709541</c:v>
                </c:pt>
                <c:pt idx="230">
                  <c:v>103.42989017985037</c:v>
                </c:pt>
                <c:pt idx="231">
                  <c:v>104.70143728072298</c:v>
                </c:pt>
                <c:pt idx="232">
                  <c:v>103.61050176805597</c:v>
                </c:pt>
                <c:pt idx="233">
                  <c:v>105.18756617234912</c:v>
                </c:pt>
                <c:pt idx="234">
                  <c:v>106.21310783411415</c:v>
                </c:pt>
                <c:pt idx="235">
                  <c:v>108.20883128386467</c:v>
                </c:pt>
                <c:pt idx="236">
                  <c:v>108.71745012421373</c:v>
                </c:pt>
                <c:pt idx="237">
                  <c:v>109.42536451016893</c:v>
                </c:pt>
                <c:pt idx="238">
                  <c:v>109.64403601159789</c:v>
                </c:pt>
                <c:pt idx="239">
                  <c:v>109.78900968105793</c:v>
                </c:pt>
                <c:pt idx="240">
                  <c:v>109.18489505843927</c:v>
                </c:pt>
                <c:pt idx="241">
                  <c:v>108.68838619047949</c:v>
                </c:pt>
                <c:pt idx="242">
                  <c:v>109.20219501899537</c:v>
                </c:pt>
                <c:pt idx="243">
                  <c:v>109.16275110892748</c:v>
                </c:pt>
                <c:pt idx="244">
                  <c:v>108.31436104325682</c:v>
                </c:pt>
                <c:pt idx="245">
                  <c:v>108.79702994277174</c:v>
                </c:pt>
                <c:pt idx="246">
                  <c:v>108.71053013999128</c:v>
                </c:pt>
                <c:pt idx="247">
                  <c:v>110.28102055927313</c:v>
                </c:pt>
                <c:pt idx="248">
                  <c:v>109.88796545543875</c:v>
                </c:pt>
                <c:pt idx="249">
                  <c:v>109.99453321246429</c:v>
                </c:pt>
                <c:pt idx="250">
                  <c:v>110.39762229342118</c:v>
                </c:pt>
                <c:pt idx="251">
                  <c:v>110.20178673992625</c:v>
                </c:pt>
                <c:pt idx="252">
                  <c:v>110.44225619165589</c:v>
                </c:pt>
                <c:pt idx="253">
                  <c:v>112.28297199482384</c:v>
                </c:pt>
                <c:pt idx="254">
                  <c:v>113.22720384197524</c:v>
                </c:pt>
                <c:pt idx="255">
                  <c:v>113.11994408652748</c:v>
                </c:pt>
                <c:pt idx="256">
                  <c:v>113.36075953746825</c:v>
                </c:pt>
                <c:pt idx="257">
                  <c:v>113.18741393269624</c:v>
                </c:pt>
                <c:pt idx="258">
                  <c:v>112.15322229065319</c:v>
                </c:pt>
                <c:pt idx="259">
                  <c:v>111.93212879474636</c:v>
                </c:pt>
                <c:pt idx="260">
                  <c:v>113.03482828059153</c:v>
                </c:pt>
                <c:pt idx="261">
                  <c:v>114.00258807409919</c:v>
                </c:pt>
                <c:pt idx="262">
                  <c:v>113.99117010013218</c:v>
                </c:pt>
                <c:pt idx="263">
                  <c:v>113.44310734971523</c:v>
                </c:pt>
                <c:pt idx="264">
                  <c:v>113.69361077856743</c:v>
                </c:pt>
                <c:pt idx="265">
                  <c:v>114.03649599678913</c:v>
                </c:pt>
                <c:pt idx="266">
                  <c:v>112.98881038551232</c:v>
                </c:pt>
                <c:pt idx="267">
                  <c:v>111.71726328463971</c:v>
                </c:pt>
                <c:pt idx="268">
                  <c:v>112.6756810994471</c:v>
                </c:pt>
                <c:pt idx="269">
                  <c:v>111.13425461389947</c:v>
                </c:pt>
                <c:pt idx="270">
                  <c:v>113.14762402341722</c:v>
                </c:pt>
                <c:pt idx="271">
                  <c:v>113.82370648194922</c:v>
                </c:pt>
                <c:pt idx="272">
                  <c:v>113.28809970313267</c:v>
                </c:pt>
                <c:pt idx="273">
                  <c:v>113.97317814115384</c:v>
                </c:pt>
                <c:pt idx="274">
                  <c:v>113.7088347438568</c:v>
                </c:pt>
                <c:pt idx="275">
                  <c:v>113.84965642278335</c:v>
                </c:pt>
                <c:pt idx="276">
                  <c:v>114.44339106906835</c:v>
                </c:pt>
                <c:pt idx="277">
                  <c:v>115.37724293988609</c:v>
                </c:pt>
                <c:pt idx="278">
                  <c:v>115.16756741794629</c:v>
                </c:pt>
                <c:pt idx="279">
                  <c:v>115.20182133984736</c:v>
                </c:pt>
                <c:pt idx="280">
                  <c:v>115.90108574552451</c:v>
                </c:pt>
                <c:pt idx="281">
                  <c:v>116.06543537080736</c:v>
                </c:pt>
                <c:pt idx="282">
                  <c:v>115.2135853130255</c:v>
                </c:pt>
                <c:pt idx="283">
                  <c:v>113.91539627289649</c:v>
                </c:pt>
                <c:pt idx="284">
                  <c:v>114.6122386840958</c:v>
                </c:pt>
                <c:pt idx="285">
                  <c:v>113.01891231687992</c:v>
                </c:pt>
                <c:pt idx="286">
                  <c:v>111.57644160571314</c:v>
                </c:pt>
                <c:pt idx="287">
                  <c:v>105.27337397670735</c:v>
                </c:pt>
                <c:pt idx="288">
                  <c:v>106.75909458926434</c:v>
                </c:pt>
                <c:pt idx="289">
                  <c:v>108.80429592620528</c:v>
                </c:pt>
                <c:pt idx="290">
                  <c:v>109.78070569999102</c:v>
                </c:pt>
                <c:pt idx="291">
                  <c:v>109.82949158875918</c:v>
                </c:pt>
                <c:pt idx="292">
                  <c:v>108.39117286812588</c:v>
                </c:pt>
                <c:pt idx="293">
                  <c:v>102.79567362586413</c:v>
                </c:pt>
                <c:pt idx="294">
                  <c:v>101.59505636327148</c:v>
                </c:pt>
                <c:pt idx="295">
                  <c:v>92.622950819672127</c:v>
                </c:pt>
                <c:pt idx="296">
                  <c:v>93.69035838598289</c:v>
                </c:pt>
                <c:pt idx="297">
                  <c:v>86.163145548028155</c:v>
                </c:pt>
                <c:pt idx="298">
                  <c:v>83.726619103308437</c:v>
                </c:pt>
                <c:pt idx="299">
                  <c:v>81.330574566289997</c:v>
                </c:pt>
                <c:pt idx="300">
                  <c:v>78.472621082423927</c:v>
                </c:pt>
                <c:pt idx="301">
                  <c:v>85.554878934876029</c:v>
                </c:pt>
                <c:pt idx="302">
                  <c:v>77.362655613145208</c:v>
                </c:pt>
                <c:pt idx="303">
                  <c:v>82.105958798413937</c:v>
                </c:pt>
                <c:pt idx="304">
                  <c:v>84.65458898753711</c:v>
                </c:pt>
                <c:pt idx="305">
                  <c:v>86.746154218768396</c:v>
                </c:pt>
                <c:pt idx="306">
                  <c:v>86.977973690219983</c:v>
                </c:pt>
                <c:pt idx="307">
                  <c:v>85.245901639344254</c:v>
                </c:pt>
                <c:pt idx="308">
                  <c:v>88.324256620694911</c:v>
                </c:pt>
                <c:pt idx="309">
                  <c:v>83.357091945830362</c:v>
                </c:pt>
                <c:pt idx="310">
                  <c:v>80.825761717263276</c:v>
                </c:pt>
                <c:pt idx="311">
                  <c:v>87.11533537703535</c:v>
                </c:pt>
                <c:pt idx="312">
                  <c:v>86.441328913770079</c:v>
                </c:pt>
                <c:pt idx="313">
                  <c:v>88.081365174487402</c:v>
                </c:pt>
                <c:pt idx="314">
                  <c:v>87.213253153782816</c:v>
                </c:pt>
                <c:pt idx="315">
                  <c:v>87.901791583915184</c:v>
                </c:pt>
                <c:pt idx="316">
                  <c:v>86.24791535475299</c:v>
                </c:pt>
                <c:pt idx="317">
                  <c:v>87.53261042564823</c:v>
                </c:pt>
                <c:pt idx="318">
                  <c:v>88.905535295379522</c:v>
                </c:pt>
                <c:pt idx="319">
                  <c:v>85.869046218574624</c:v>
                </c:pt>
                <c:pt idx="320">
                  <c:v>86.993197655509348</c:v>
                </c:pt>
                <c:pt idx="321">
                  <c:v>90.846936868983946</c:v>
                </c:pt>
                <c:pt idx="322">
                  <c:v>88.687901791583926</c:v>
                </c:pt>
                <c:pt idx="323">
                  <c:v>90.798150980215766</c:v>
                </c:pt>
                <c:pt idx="324">
                  <c:v>90.884650782996218</c:v>
                </c:pt>
                <c:pt idx="325">
                  <c:v>92.90044218699181</c:v>
                </c:pt>
                <c:pt idx="326">
                  <c:v>97.62990540381567</c:v>
                </c:pt>
                <c:pt idx="327">
                  <c:v>93.10319772470919</c:v>
                </c:pt>
                <c:pt idx="328">
                  <c:v>92.645094769183927</c:v>
                </c:pt>
                <c:pt idx="329">
                  <c:v>92.69111266426313</c:v>
                </c:pt>
                <c:pt idx="330">
                  <c:v>91.985274273574674</c:v>
                </c:pt>
                <c:pt idx="331">
                  <c:v>92.752700523842819</c:v>
                </c:pt>
                <c:pt idx="332">
                  <c:v>94.06715152689452</c:v>
                </c:pt>
                <c:pt idx="333">
                  <c:v>94.719014040647991</c:v>
                </c:pt>
                <c:pt idx="334">
                  <c:v>95.336276633289287</c:v>
                </c:pt>
                <c:pt idx="335">
                  <c:v>91.992540257008216</c:v>
                </c:pt>
                <c:pt idx="336">
                  <c:v>91.318533793742944</c:v>
                </c:pt>
                <c:pt idx="337">
                  <c:v>92.135437931201508</c:v>
                </c:pt>
                <c:pt idx="338">
                  <c:v>93.050259845407552</c:v>
                </c:pt>
                <c:pt idx="339">
                  <c:v>93.540194728356013</c:v>
                </c:pt>
                <c:pt idx="340">
                  <c:v>94.443252669383909</c:v>
                </c:pt>
                <c:pt idx="341">
                  <c:v>95.790919596703318</c:v>
                </c:pt>
                <c:pt idx="342">
                  <c:v>93.938439820357218</c:v>
                </c:pt>
                <c:pt idx="343">
                  <c:v>96.553847857226884</c:v>
                </c:pt>
                <c:pt idx="344">
                  <c:v>97.077690662865294</c:v>
                </c:pt>
                <c:pt idx="345">
                  <c:v>96.952438948439195</c:v>
                </c:pt>
                <c:pt idx="346">
                  <c:v>99.004906268813713</c:v>
                </c:pt>
                <c:pt idx="347">
                  <c:v>99.802780449660574</c:v>
                </c:pt>
                <c:pt idx="348">
                  <c:v>99.382737407358718</c:v>
                </c:pt>
                <c:pt idx="349">
                  <c:v>101.22172321447107</c:v>
                </c:pt>
                <c:pt idx="350">
                  <c:v>101.22172321447107</c:v>
                </c:pt>
                <c:pt idx="351">
                  <c:v>103.07039699949485</c:v>
                </c:pt>
                <c:pt idx="352">
                  <c:v>101.98568947262801</c:v>
                </c:pt>
                <c:pt idx="353">
                  <c:v>102.70675182860583</c:v>
                </c:pt>
                <c:pt idx="354">
                  <c:v>101.1663633406916</c:v>
                </c:pt>
                <c:pt idx="355">
                  <c:v>99.666802759689716</c:v>
                </c:pt>
                <c:pt idx="356">
                  <c:v>99.624936855143972</c:v>
                </c:pt>
                <c:pt idx="357">
                  <c:v>99.999308001577759</c:v>
                </c:pt>
                <c:pt idx="358">
                  <c:v>100.19064556532813</c:v>
                </c:pt>
                <c:pt idx="359">
                  <c:v>100.69442041672146</c:v>
                </c:pt>
                <c:pt idx="360">
                  <c:v>100.33838722847712</c:v>
                </c:pt>
                <c:pt idx="361">
                  <c:v>100.0885757980472</c:v>
                </c:pt>
                <c:pt idx="362">
                  <c:v>101.58813637904906</c:v>
                </c:pt>
                <c:pt idx="363">
                  <c:v>100.90340394023902</c:v>
                </c:pt>
                <c:pt idx="364">
                  <c:v>99.725276626369293</c:v>
                </c:pt>
                <c:pt idx="365">
                  <c:v>103.76274142094957</c:v>
                </c:pt>
                <c:pt idx="366">
                  <c:v>102.19432699693445</c:v>
                </c:pt>
                <c:pt idx="367">
                  <c:v>102.09952321308707</c:v>
                </c:pt>
                <c:pt idx="368">
                  <c:v>101.94624556256011</c:v>
                </c:pt>
                <c:pt idx="369">
                  <c:v>104.64780740299912</c:v>
                </c:pt>
                <c:pt idx="370">
                  <c:v>105.77818682573404</c:v>
                </c:pt>
                <c:pt idx="371">
                  <c:v>107.01721000076121</c:v>
                </c:pt>
                <c:pt idx="372">
                  <c:v>109.23160495194071</c:v>
                </c:pt>
                <c:pt idx="373">
                  <c:v>107.35421323239382</c:v>
                </c:pt>
                <c:pt idx="374">
                  <c:v>107.50852888055415</c:v>
                </c:pt>
                <c:pt idx="375">
                  <c:v>107.71093841906041</c:v>
                </c:pt>
                <c:pt idx="376">
                  <c:v>109.46861441155914</c:v>
                </c:pt>
                <c:pt idx="377">
                  <c:v>108.23235923022094</c:v>
                </c:pt>
                <c:pt idx="378">
                  <c:v>113.90190230366275</c:v>
                </c:pt>
                <c:pt idx="379">
                  <c:v>117.1279989481624</c:v>
                </c:pt>
                <c:pt idx="380">
                  <c:v>116.40347660007335</c:v>
                </c:pt>
                <c:pt idx="381">
                  <c:v>119.42716370606674</c:v>
                </c:pt>
                <c:pt idx="382">
                  <c:v>119.53027147098105</c:v>
                </c:pt>
                <c:pt idx="383">
                  <c:v>118.16599658152779</c:v>
                </c:pt>
                <c:pt idx="384">
                  <c:v>117.95251506826565</c:v>
                </c:pt>
                <c:pt idx="385">
                  <c:v>119.61884726902822</c:v>
                </c:pt>
                <c:pt idx="386">
                  <c:v>121.97683189282328</c:v>
                </c:pt>
                <c:pt idx="387">
                  <c:v>124.85554532935666</c:v>
                </c:pt>
                <c:pt idx="388">
                  <c:v>123.73277788926642</c:v>
                </c:pt>
                <c:pt idx="389">
                  <c:v>124.58428194783716</c:v>
                </c:pt>
                <c:pt idx="390">
                  <c:v>125.05691687022953</c:v>
                </c:pt>
                <c:pt idx="391">
                  <c:v>124.3230525434402</c:v>
                </c:pt>
                <c:pt idx="392">
                  <c:v>123.23107903313981</c:v>
                </c:pt>
                <c:pt idx="393">
                  <c:v>123.65873405808634</c:v>
                </c:pt>
                <c:pt idx="394">
                  <c:v>125.86586302583231</c:v>
                </c:pt>
                <c:pt idx="395">
                  <c:v>124.58843393837063</c:v>
                </c:pt>
                <c:pt idx="396">
                  <c:v>125.66379948653716</c:v>
                </c:pt>
                <c:pt idx="397">
                  <c:v>124.95484710294859</c:v>
                </c:pt>
                <c:pt idx="398">
                  <c:v>125.01643496252828</c:v>
                </c:pt>
                <c:pt idx="399">
                  <c:v>125.30153831249267</c:v>
                </c:pt>
                <c:pt idx="400">
                  <c:v>124.71645364648569</c:v>
                </c:pt>
                <c:pt idx="401">
                  <c:v>126.10702447598419</c:v>
                </c:pt>
                <c:pt idx="402">
                  <c:v>126.43053373838306</c:v>
                </c:pt>
                <c:pt idx="403">
                  <c:v>126.01879467714814</c:v>
                </c:pt>
                <c:pt idx="404">
                  <c:v>125.43232601429668</c:v>
                </c:pt>
                <c:pt idx="405">
                  <c:v>125.01159097357257</c:v>
                </c:pt>
                <c:pt idx="406">
                  <c:v>124.63548983108319</c:v>
                </c:pt>
                <c:pt idx="407">
                  <c:v>124.37772041879744</c:v>
                </c:pt>
                <c:pt idx="408">
                  <c:v>125.44547398431931</c:v>
                </c:pt>
                <c:pt idx="409">
                  <c:v>125.27005238428058</c:v>
                </c:pt>
                <c:pt idx="410">
                  <c:v>125.4039540789847</c:v>
                </c:pt>
                <c:pt idx="411">
                  <c:v>124.0673591264212</c:v>
                </c:pt>
                <c:pt idx="412">
                  <c:v>123.27294493768555</c:v>
                </c:pt>
                <c:pt idx="413">
                  <c:v>125.09255478897508</c:v>
                </c:pt>
                <c:pt idx="414">
                  <c:v>126.97167650457757</c:v>
                </c:pt>
                <c:pt idx="415">
                  <c:v>125.07144883709667</c:v>
                </c:pt>
                <c:pt idx="416">
                  <c:v>125.78316921437418</c:v>
                </c:pt>
                <c:pt idx="417">
                  <c:v>127.29829975987654</c:v>
                </c:pt>
                <c:pt idx="418">
                  <c:v>126.36929187801451</c:v>
                </c:pt>
                <c:pt idx="419">
                  <c:v>127.29899175829877</c:v>
                </c:pt>
                <c:pt idx="420">
                  <c:v>128.94179601270511</c:v>
                </c:pt>
                <c:pt idx="421">
                  <c:v>134.97498425703589</c:v>
                </c:pt>
                <c:pt idx="422">
                  <c:v>135.82060632901758</c:v>
                </c:pt>
                <c:pt idx="423">
                  <c:v>136.81051007203703</c:v>
                </c:pt>
                <c:pt idx="424">
                  <c:v>137.13817132496939</c:v>
                </c:pt>
                <c:pt idx="425">
                  <c:v>137.20321917666027</c:v>
                </c:pt>
                <c:pt idx="426">
                  <c:v>136.52436872443931</c:v>
                </c:pt>
                <c:pt idx="427">
                  <c:v>137.47309856133526</c:v>
                </c:pt>
                <c:pt idx="428">
                  <c:v>137.05478551508904</c:v>
                </c:pt>
                <c:pt idx="429">
                  <c:v>131.29320665148882</c:v>
                </c:pt>
                <c:pt idx="430">
                  <c:v>135.83479229667356</c:v>
                </c:pt>
                <c:pt idx="431">
                  <c:v>136.89839387166197</c:v>
                </c:pt>
                <c:pt idx="432">
                  <c:v>137.23574310250572</c:v>
                </c:pt>
                <c:pt idx="433">
                  <c:v>138.06302721629794</c:v>
                </c:pt>
                <c:pt idx="434">
                  <c:v>139.16365070687641</c:v>
                </c:pt>
                <c:pt idx="435">
                  <c:v>143.99795168467017</c:v>
                </c:pt>
                <c:pt idx="436">
                  <c:v>144.60518030018892</c:v>
                </c:pt>
                <c:pt idx="437">
                  <c:v>145.44007639662584</c:v>
                </c:pt>
                <c:pt idx="438">
                  <c:v>150.14462767024892</c:v>
                </c:pt>
                <c:pt idx="439">
                  <c:v>151.11619345507893</c:v>
                </c:pt>
                <c:pt idx="440">
                  <c:v>153.63818170494571</c:v>
                </c:pt>
                <c:pt idx="441">
                  <c:v>155.64843712156335</c:v>
                </c:pt>
                <c:pt idx="442">
                  <c:v>153.65167567417944</c:v>
                </c:pt>
                <c:pt idx="443">
                  <c:v>149.24537572054334</c:v>
                </c:pt>
                <c:pt idx="444">
                  <c:v>149.04365818045937</c:v>
                </c:pt>
                <c:pt idx="445">
                  <c:v>148.03161048792811</c:v>
                </c:pt>
                <c:pt idx="446">
                  <c:v>150.12455971600386</c:v>
                </c:pt>
                <c:pt idx="447">
                  <c:v>149.3169975572456</c:v>
                </c:pt>
                <c:pt idx="448">
                  <c:v>148.18108214713271</c:v>
                </c:pt>
                <c:pt idx="449">
                  <c:v>148.94297241002289</c:v>
                </c:pt>
                <c:pt idx="450">
                  <c:v>147.1583084790567</c:v>
                </c:pt>
                <c:pt idx="451">
                  <c:v>145.48159630196045</c:v>
                </c:pt>
                <c:pt idx="452">
                  <c:v>144.00694766415933</c:v>
                </c:pt>
                <c:pt idx="453">
                  <c:v>144.4681646125847</c:v>
                </c:pt>
                <c:pt idx="454">
                  <c:v>144.74427198305989</c:v>
                </c:pt>
                <c:pt idx="455">
                  <c:v>143.46718889480931</c:v>
                </c:pt>
                <c:pt idx="456">
                  <c:v>143.49279283643233</c:v>
                </c:pt>
                <c:pt idx="457">
                  <c:v>146.04315302161112</c:v>
                </c:pt>
                <c:pt idx="458">
                  <c:v>147.98836058653788</c:v>
                </c:pt>
                <c:pt idx="459">
                  <c:v>148.72637690386065</c:v>
                </c:pt>
                <c:pt idx="460">
                  <c:v>150.9950937311863</c:v>
                </c:pt>
                <c:pt idx="461">
                  <c:v>145.17088901037306</c:v>
                </c:pt>
                <c:pt idx="462">
                  <c:v>147.60672345667052</c:v>
                </c:pt>
                <c:pt idx="463">
                  <c:v>147.83404493837753</c:v>
                </c:pt>
                <c:pt idx="464">
                  <c:v>148.34266377872657</c:v>
                </c:pt>
                <c:pt idx="465">
                  <c:v>148.52154537087654</c:v>
                </c:pt>
                <c:pt idx="466">
                  <c:v>148.70042696302653</c:v>
                </c:pt>
                <c:pt idx="467">
                  <c:v>147.49842570358939</c:v>
                </c:pt>
                <c:pt idx="468">
                  <c:v>146.11166086541323</c:v>
                </c:pt>
                <c:pt idx="469">
                  <c:v>148.15167221418736</c:v>
                </c:pt>
                <c:pt idx="470">
                  <c:v>152.28843878235958</c:v>
                </c:pt>
                <c:pt idx="471">
                  <c:v>152.68460787909405</c:v>
                </c:pt>
                <c:pt idx="472">
                  <c:v>150.20448553377298</c:v>
                </c:pt>
                <c:pt idx="473">
                  <c:v>151.27016310402814</c:v>
                </c:pt>
                <c:pt idx="474">
                  <c:v>150.61276460289673</c:v>
                </c:pt>
                <c:pt idx="475">
                  <c:v>153.42227819720574</c:v>
                </c:pt>
                <c:pt idx="476">
                  <c:v>154.44712786054848</c:v>
                </c:pt>
                <c:pt idx="477">
                  <c:v>153.63887370336798</c:v>
                </c:pt>
                <c:pt idx="478">
                  <c:v>154.38346400570205</c:v>
                </c:pt>
                <c:pt idx="479">
                  <c:v>155.29067393726342</c:v>
                </c:pt>
                <c:pt idx="480">
                  <c:v>156.51205115252338</c:v>
                </c:pt>
                <c:pt idx="481">
                  <c:v>157.79951421710757</c:v>
                </c:pt>
                <c:pt idx="482">
                  <c:v>157.46943096969738</c:v>
                </c:pt>
                <c:pt idx="483">
                  <c:v>156.83452241728889</c:v>
                </c:pt>
                <c:pt idx="484">
                  <c:v>157.40680511248434</c:v>
                </c:pt>
                <c:pt idx="485">
                  <c:v>157.18813361105538</c:v>
                </c:pt>
                <c:pt idx="486">
                  <c:v>158.51088859517401</c:v>
                </c:pt>
                <c:pt idx="487">
                  <c:v>158.41400881605989</c:v>
                </c:pt>
                <c:pt idx="488">
                  <c:v>160.93530506750443</c:v>
                </c:pt>
                <c:pt idx="489">
                  <c:v>158.08427156786081</c:v>
                </c:pt>
                <c:pt idx="490">
                  <c:v>163.39189946646923</c:v>
                </c:pt>
                <c:pt idx="491">
                  <c:v>167.24044869177698</c:v>
                </c:pt>
                <c:pt idx="492">
                  <c:v>166.1436311925209</c:v>
                </c:pt>
                <c:pt idx="493">
                  <c:v>166.77369575597368</c:v>
                </c:pt>
                <c:pt idx="494">
                  <c:v>167.97604301462192</c:v>
                </c:pt>
                <c:pt idx="495">
                  <c:v>168.36356213107834</c:v>
                </c:pt>
                <c:pt idx="496">
                  <c:v>167.81895937277261</c:v>
                </c:pt>
                <c:pt idx="497">
                  <c:v>169.23582614231637</c:v>
                </c:pt>
                <c:pt idx="498">
                  <c:v>173.76114982457841</c:v>
                </c:pt>
                <c:pt idx="499">
                  <c:v>178.32211142558597</c:v>
                </c:pt>
                <c:pt idx="500">
                  <c:v>175.90011694773338</c:v>
                </c:pt>
                <c:pt idx="501">
                  <c:v>174.73790559757526</c:v>
                </c:pt>
                <c:pt idx="502">
                  <c:v>181.04339522105889</c:v>
                </c:pt>
                <c:pt idx="503">
                  <c:v>187.03160356794385</c:v>
                </c:pt>
                <c:pt idx="504">
                  <c:v>186.71570628818966</c:v>
                </c:pt>
                <c:pt idx="505">
                  <c:v>186.86932993792772</c:v>
                </c:pt>
                <c:pt idx="506">
                  <c:v>186.60118054930834</c:v>
                </c:pt>
                <c:pt idx="507">
                  <c:v>182.43016005923508</c:v>
                </c:pt>
                <c:pt idx="508">
                  <c:v>179.3400411047063</c:v>
                </c:pt>
                <c:pt idx="509">
                  <c:v>180.22060909701125</c:v>
                </c:pt>
                <c:pt idx="510">
                  <c:v>184.20790400597889</c:v>
                </c:pt>
                <c:pt idx="511">
                  <c:v>183.03462068106487</c:v>
                </c:pt>
                <c:pt idx="512">
                  <c:v>183.3086520562733</c:v>
                </c:pt>
                <c:pt idx="513">
                  <c:v>180.08082541571807</c:v>
                </c:pt>
                <c:pt idx="514">
                  <c:v>178.98746790857317</c:v>
                </c:pt>
                <c:pt idx="515">
                  <c:v>175.08425080790818</c:v>
                </c:pt>
                <c:pt idx="516">
                  <c:v>170.54820115010139</c:v>
                </c:pt>
                <c:pt idx="517">
                  <c:v>172.46469078050504</c:v>
                </c:pt>
                <c:pt idx="518">
                  <c:v>176.09837449570617</c:v>
                </c:pt>
                <c:pt idx="519">
                  <c:v>177.71142281795599</c:v>
                </c:pt>
                <c:pt idx="520">
                  <c:v>176.94434256689894</c:v>
                </c:pt>
                <c:pt idx="521">
                  <c:v>175.29427232905908</c:v>
                </c:pt>
                <c:pt idx="522">
                  <c:v>179.33554311496169</c:v>
                </c:pt>
                <c:pt idx="523">
                  <c:v>178.39131126781032</c:v>
                </c:pt>
                <c:pt idx="524">
                  <c:v>179.12586759302189</c:v>
                </c:pt>
                <c:pt idx="525">
                  <c:v>180.22026309780014</c:v>
                </c:pt>
                <c:pt idx="526">
                  <c:v>180.56868430339978</c:v>
                </c:pt>
                <c:pt idx="527">
                  <c:v>179.92720176597996</c:v>
                </c:pt>
                <c:pt idx="528">
                  <c:v>177.2481298742639</c:v>
                </c:pt>
                <c:pt idx="529">
                  <c:v>174.9576150966376</c:v>
                </c:pt>
                <c:pt idx="530">
                  <c:v>177.27996180168711</c:v>
                </c:pt>
                <c:pt idx="531">
                  <c:v>176.48174162162911</c:v>
                </c:pt>
                <c:pt idx="532">
                  <c:v>171.38344324574942</c:v>
                </c:pt>
                <c:pt idx="533">
                  <c:v>171.66958459334714</c:v>
                </c:pt>
                <c:pt idx="534">
                  <c:v>171.47305704142997</c:v>
                </c:pt>
                <c:pt idx="535">
                  <c:v>172.11696157332764</c:v>
                </c:pt>
                <c:pt idx="536">
                  <c:v>168.16565058231669</c:v>
                </c:pt>
                <c:pt idx="537">
                  <c:v>169.92920856140447</c:v>
                </c:pt>
                <c:pt idx="538">
                  <c:v>175.08840279844162</c:v>
                </c:pt>
                <c:pt idx="539">
                  <c:v>178.34633137036448</c:v>
                </c:pt>
                <c:pt idx="540">
                  <c:v>177.37199759184548</c:v>
                </c:pt>
                <c:pt idx="541">
                  <c:v>174.58843393837063</c:v>
                </c:pt>
                <c:pt idx="542">
                  <c:v>175.40741407109593</c:v>
                </c:pt>
                <c:pt idx="543">
                  <c:v>177.02945837283491</c:v>
                </c:pt>
                <c:pt idx="544">
                  <c:v>179.9894816239819</c:v>
                </c:pt>
                <c:pt idx="545">
                  <c:v>179.14628154647806</c:v>
                </c:pt>
                <c:pt idx="546">
                  <c:v>180.14137527766437</c:v>
                </c:pt>
                <c:pt idx="547">
                  <c:v>182.43742604266862</c:v>
                </c:pt>
                <c:pt idx="548">
                  <c:v>181.18940688815229</c:v>
                </c:pt>
                <c:pt idx="549">
                  <c:v>175.58318167034579</c:v>
                </c:pt>
                <c:pt idx="550">
                  <c:v>176.89382668207517</c:v>
                </c:pt>
                <c:pt idx="551">
                  <c:v>180.16421122559839</c:v>
                </c:pt>
                <c:pt idx="552">
                  <c:v>180.65103211564679</c:v>
                </c:pt>
                <c:pt idx="553">
                  <c:v>178.55600689230428</c:v>
                </c:pt>
                <c:pt idx="554">
                  <c:v>174.6403338200389</c:v>
                </c:pt>
                <c:pt idx="555">
                  <c:v>175.66449148495943</c:v>
                </c:pt>
                <c:pt idx="556">
                  <c:v>180.75759987267227</c:v>
                </c:pt>
                <c:pt idx="557">
                  <c:v>178.91619207108209</c:v>
                </c:pt>
                <c:pt idx="558">
                  <c:v>179.78395809257557</c:v>
                </c:pt>
                <c:pt idx="559">
                  <c:v>183.32007003024034</c:v>
                </c:pt>
                <c:pt idx="560">
                  <c:v>183.60240538651573</c:v>
                </c:pt>
                <c:pt idx="561">
                  <c:v>185.6700966721796</c:v>
                </c:pt>
                <c:pt idx="562">
                  <c:v>187.86649966438077</c:v>
                </c:pt>
                <c:pt idx="563">
                  <c:v>189.37955421461638</c:v>
                </c:pt>
                <c:pt idx="564">
                  <c:v>184.9559543004242</c:v>
                </c:pt>
                <c:pt idx="565">
                  <c:v>178.89058812945905</c:v>
                </c:pt>
                <c:pt idx="566">
                  <c:v>179.99467161214872</c:v>
                </c:pt>
                <c:pt idx="567">
                  <c:v>182.16789265720476</c:v>
                </c:pt>
                <c:pt idx="568">
                  <c:v>181.55893404563039</c:v>
                </c:pt>
                <c:pt idx="569">
                  <c:v>179.07258371450911</c:v>
                </c:pt>
                <c:pt idx="570">
                  <c:v>178.72035651758716</c:v>
                </c:pt>
                <c:pt idx="571">
                  <c:v>177.21456795078507</c:v>
                </c:pt>
                <c:pt idx="572">
                  <c:v>177.70727082742249</c:v>
                </c:pt>
                <c:pt idx="573">
                  <c:v>178.64458269035146</c:v>
                </c:pt>
                <c:pt idx="574">
                  <c:v>179.65732238130497</c:v>
                </c:pt>
                <c:pt idx="575">
                  <c:v>179.04974776657511</c:v>
                </c:pt>
                <c:pt idx="576">
                  <c:v>177.59758907749693</c:v>
                </c:pt>
                <c:pt idx="577">
                  <c:v>177.67786089447716</c:v>
                </c:pt>
                <c:pt idx="578">
                  <c:v>176.38347784567051</c:v>
                </c:pt>
                <c:pt idx="579">
                  <c:v>178.44528714474532</c:v>
                </c:pt>
                <c:pt idx="580">
                  <c:v>181.70978970167948</c:v>
                </c:pt>
                <c:pt idx="581">
                  <c:v>181.78417953207065</c:v>
                </c:pt>
                <c:pt idx="582">
                  <c:v>181.81185946896042</c:v>
                </c:pt>
                <c:pt idx="583">
                  <c:v>180.65795209986922</c:v>
                </c:pt>
                <c:pt idx="584">
                  <c:v>178.91930606398219</c:v>
                </c:pt>
                <c:pt idx="585">
                  <c:v>177.06994028053617</c:v>
                </c:pt>
                <c:pt idx="586">
                  <c:v>177.86816046059414</c:v>
                </c:pt>
                <c:pt idx="587">
                  <c:v>179.6306804420486</c:v>
                </c:pt>
                <c:pt idx="588">
                  <c:v>179.80056605470941</c:v>
                </c:pt>
                <c:pt idx="589">
                  <c:v>179.18953144786832</c:v>
                </c:pt>
                <c:pt idx="590">
                  <c:v>180.64826412195779</c:v>
                </c:pt>
                <c:pt idx="591">
                  <c:v>180.91745150821058</c:v>
                </c:pt>
                <c:pt idx="592">
                  <c:v>182.64537156855283</c:v>
                </c:pt>
                <c:pt idx="593">
                  <c:v>185.85243825644079</c:v>
                </c:pt>
                <c:pt idx="594">
                  <c:v>187.97998740562872</c:v>
                </c:pt>
                <c:pt idx="595">
                  <c:v>187.68934806828642</c:v>
                </c:pt>
                <c:pt idx="596">
                  <c:v>187.63571819056253</c:v>
                </c:pt>
                <c:pt idx="597">
                  <c:v>187.83881972749103</c:v>
                </c:pt>
                <c:pt idx="598">
                  <c:v>186.42195295794727</c:v>
                </c:pt>
                <c:pt idx="599">
                  <c:v>186.75584219667979</c:v>
                </c:pt>
                <c:pt idx="600">
                  <c:v>186.81708405704836</c:v>
                </c:pt>
                <c:pt idx="601">
                  <c:v>188.88546734113447</c:v>
                </c:pt>
                <c:pt idx="602">
                  <c:v>191.15626016372681</c:v>
                </c:pt>
                <c:pt idx="603">
                  <c:v>190.56944550166426</c:v>
                </c:pt>
                <c:pt idx="604">
                  <c:v>192.36172141527518</c:v>
                </c:pt>
                <c:pt idx="605">
                  <c:v>195.26465479658708</c:v>
                </c:pt>
                <c:pt idx="606">
                  <c:v>195.93312527247437</c:v>
                </c:pt>
                <c:pt idx="607">
                  <c:v>196.37427426665465</c:v>
                </c:pt>
                <c:pt idx="608">
                  <c:v>196.86559314644762</c:v>
                </c:pt>
                <c:pt idx="609">
                  <c:v>197.99009058259347</c:v>
                </c:pt>
                <c:pt idx="610">
                  <c:v>196.8431031977247</c:v>
                </c:pt>
                <c:pt idx="611">
                  <c:v>196.29919243784124</c:v>
                </c:pt>
                <c:pt idx="612">
                  <c:v>197.38251596786361</c:v>
                </c:pt>
                <c:pt idx="613">
                  <c:v>195.54837414970694</c:v>
                </c:pt>
                <c:pt idx="614">
                  <c:v>201.01170169332016</c:v>
                </c:pt>
                <c:pt idx="615">
                  <c:v>202.13654512867708</c:v>
                </c:pt>
                <c:pt idx="616">
                  <c:v>201.1539073690912</c:v>
                </c:pt>
                <c:pt idx="617">
                  <c:v>200.58439266758472</c:v>
                </c:pt>
                <c:pt idx="618">
                  <c:v>201.84209980001248</c:v>
                </c:pt>
                <c:pt idx="619">
                  <c:v>200.70099440173274</c:v>
                </c:pt>
                <c:pt idx="620">
                  <c:v>200.7345563252116</c:v>
                </c:pt>
                <c:pt idx="621">
                  <c:v>200.33769523005489</c:v>
                </c:pt>
                <c:pt idx="622">
                  <c:v>198.25339598225719</c:v>
                </c:pt>
                <c:pt idx="623">
                  <c:v>198.84332463721984</c:v>
                </c:pt>
                <c:pt idx="624">
                  <c:v>198.94262641081178</c:v>
                </c:pt>
                <c:pt idx="625">
                  <c:v>198.34197178030436</c:v>
                </c:pt>
                <c:pt idx="626">
                  <c:v>197.44341182902104</c:v>
                </c:pt>
                <c:pt idx="627">
                  <c:v>196.80262129002347</c:v>
                </c:pt>
                <c:pt idx="628">
                  <c:v>203.03129908863809</c:v>
                </c:pt>
                <c:pt idx="629">
                  <c:v>205.64843712156335</c:v>
                </c:pt>
                <c:pt idx="630">
                  <c:v>203.44926613567321</c:v>
                </c:pt>
                <c:pt idx="631">
                  <c:v>202.50641828536632</c:v>
                </c:pt>
                <c:pt idx="632">
                  <c:v>202.42683846680828</c:v>
                </c:pt>
                <c:pt idx="633">
                  <c:v>206.07678414493216</c:v>
                </c:pt>
                <c:pt idx="634">
                  <c:v>206.86808434076772</c:v>
                </c:pt>
                <c:pt idx="635">
                  <c:v>207.18709561342203</c:v>
                </c:pt>
                <c:pt idx="636">
                  <c:v>206.85597436837844</c:v>
                </c:pt>
                <c:pt idx="637">
                  <c:v>207.28224539648053</c:v>
                </c:pt>
                <c:pt idx="638">
                  <c:v>210.16960881329192</c:v>
                </c:pt>
                <c:pt idx="639">
                  <c:v>210.92146509905959</c:v>
                </c:pt>
                <c:pt idx="640">
                  <c:v>213.15662000290638</c:v>
                </c:pt>
                <c:pt idx="641">
                  <c:v>215.66719027880615</c:v>
                </c:pt>
                <c:pt idx="642">
                  <c:v>214.36138925603251</c:v>
                </c:pt>
                <c:pt idx="643">
                  <c:v>215.98101156329363</c:v>
                </c:pt>
                <c:pt idx="644">
                  <c:v>216.61834211017998</c:v>
                </c:pt>
                <c:pt idx="645">
                  <c:v>217.57122393760943</c:v>
                </c:pt>
                <c:pt idx="646">
                  <c:v>219.45622763980103</c:v>
                </c:pt>
                <c:pt idx="647">
                  <c:v>219.15590032454725</c:v>
                </c:pt>
                <c:pt idx="648">
                  <c:v>223.13558325087018</c:v>
                </c:pt>
                <c:pt idx="649">
                  <c:v>226.13678040814068</c:v>
                </c:pt>
                <c:pt idx="650">
                  <c:v>225.43889999930801</c:v>
                </c:pt>
                <c:pt idx="651">
                  <c:v>231.22954279664242</c:v>
                </c:pt>
                <c:pt idx="652">
                  <c:v>231.46586025783864</c:v>
                </c:pt>
                <c:pt idx="653">
                  <c:v>230.79081579693997</c:v>
                </c:pt>
                <c:pt idx="654">
                  <c:v>234.72448082818374</c:v>
                </c:pt>
                <c:pt idx="655">
                  <c:v>234.16119411247743</c:v>
                </c:pt>
                <c:pt idx="656">
                  <c:v>235.86039623829657</c:v>
                </c:pt>
                <c:pt idx="657">
                  <c:v>235.56387491436519</c:v>
                </c:pt>
                <c:pt idx="658">
                  <c:v>237.42327467493377</c:v>
                </c:pt>
                <c:pt idx="659">
                  <c:v>236.0354718391242</c:v>
                </c:pt>
                <c:pt idx="660">
                  <c:v>239.22558456566719</c:v>
                </c:pt>
                <c:pt idx="661">
                  <c:v>236.04412181940228</c:v>
                </c:pt>
                <c:pt idx="662">
                  <c:v>239.98712882934629</c:v>
                </c:pt>
                <c:pt idx="663">
                  <c:v>241.44655350185801</c:v>
                </c:pt>
                <c:pt idx="664">
                  <c:v>245.07193323599222</c:v>
                </c:pt>
                <c:pt idx="665">
                  <c:v>241.86244455362646</c:v>
                </c:pt>
                <c:pt idx="666">
                  <c:v>239.97259686247915</c:v>
                </c:pt>
                <c:pt idx="667">
                  <c:v>240.83136690448347</c:v>
                </c:pt>
                <c:pt idx="668">
                  <c:v>243.09627774048676</c:v>
                </c:pt>
                <c:pt idx="669">
                  <c:v>245.18542097724017</c:v>
                </c:pt>
                <c:pt idx="670">
                  <c:v>249.63981482122216</c:v>
                </c:pt>
                <c:pt idx="671">
                  <c:v>248.09838833567457</c:v>
                </c:pt>
                <c:pt idx="672">
                  <c:v>246.67321758506392</c:v>
                </c:pt>
                <c:pt idx="673">
                  <c:v>244.96778747344456</c:v>
                </c:pt>
                <c:pt idx="674">
                  <c:v>249.71489665003568</c:v>
                </c:pt>
                <c:pt idx="675">
                  <c:v>252.04277934246306</c:v>
                </c:pt>
                <c:pt idx="676">
                  <c:v>254.77236711900298</c:v>
                </c:pt>
                <c:pt idx="677">
                  <c:v>256.75390460109753</c:v>
                </c:pt>
                <c:pt idx="678">
                  <c:v>249.35747946494681</c:v>
                </c:pt>
                <c:pt idx="679">
                  <c:v>243.85989799943255</c:v>
                </c:pt>
                <c:pt idx="680">
                  <c:v>244.15538132573059</c:v>
                </c:pt>
                <c:pt idx="681">
                  <c:v>242.39320734348726</c:v>
                </c:pt>
                <c:pt idx="682">
                  <c:v>240.6812032468566</c:v>
                </c:pt>
                <c:pt idx="683">
                  <c:v>243.07240379491935</c:v>
                </c:pt>
                <c:pt idx="684">
                  <c:v>245.96599519753099</c:v>
                </c:pt>
                <c:pt idx="685">
                  <c:v>242.72398258931972</c:v>
                </c:pt>
                <c:pt idx="686">
                  <c:v>247.0700786802206</c:v>
                </c:pt>
                <c:pt idx="687">
                  <c:v>251.90126566511429</c:v>
                </c:pt>
                <c:pt idx="688">
                  <c:v>243.44469894608639</c:v>
                </c:pt>
                <c:pt idx="689">
                  <c:v>241.29811984028677</c:v>
                </c:pt>
                <c:pt idx="690">
                  <c:v>244.17579527918676</c:v>
                </c:pt>
                <c:pt idx="691">
                  <c:v>247.3537980333405</c:v>
                </c:pt>
                <c:pt idx="692">
                  <c:v>251.23936917423828</c:v>
                </c:pt>
                <c:pt idx="693">
                  <c:v>256.77535655218702</c:v>
                </c:pt>
                <c:pt idx="694">
                  <c:v>254.97927464725385</c:v>
                </c:pt>
                <c:pt idx="695">
                  <c:v>248.52154537087654</c:v>
                </c:pt>
                <c:pt idx="696">
                  <c:v>244.93041955864342</c:v>
                </c:pt>
                <c:pt idx="697">
                  <c:v>242.23681570006025</c:v>
                </c:pt>
                <c:pt idx="698">
                  <c:v>243.32290722377152</c:v>
                </c:pt>
                <c:pt idx="699">
                  <c:v>245.68642783494457</c:v>
                </c:pt>
                <c:pt idx="700">
                  <c:v>241.60156114844057</c:v>
                </c:pt>
                <c:pt idx="701">
                  <c:v>238.10800711374381</c:v>
                </c:pt>
                <c:pt idx="702">
                  <c:v>244.20624320976549</c:v>
                </c:pt>
                <c:pt idx="703">
                  <c:v>243.42670698710808</c:v>
                </c:pt>
                <c:pt idx="704">
                  <c:v>243.42497699105246</c:v>
                </c:pt>
                <c:pt idx="705">
                  <c:v>244.5124525116083</c:v>
                </c:pt>
                <c:pt idx="706">
                  <c:v>247.61329744168182</c:v>
                </c:pt>
                <c:pt idx="707">
                  <c:v>247.83992692496662</c:v>
                </c:pt>
                <c:pt idx="708">
                  <c:v>247.20225037886911</c:v>
                </c:pt>
                <c:pt idx="709">
                  <c:v>246.23829657668384</c:v>
                </c:pt>
                <c:pt idx="710">
                  <c:v>251.41894276481054</c:v>
                </c:pt>
                <c:pt idx="711">
                  <c:v>252.33930066639451</c:v>
                </c:pt>
                <c:pt idx="712">
                  <c:v>253.57520984852155</c:v>
                </c:pt>
                <c:pt idx="713">
                  <c:v>253.69284958030298</c:v>
                </c:pt>
                <c:pt idx="714">
                  <c:v>249.1678718972521</c:v>
                </c:pt>
                <c:pt idx="715">
                  <c:v>245.51377422859474</c:v>
                </c:pt>
                <c:pt idx="716">
                  <c:v>245.6898878270558</c:v>
                </c:pt>
                <c:pt idx="717">
                  <c:v>241.96589831775185</c:v>
                </c:pt>
                <c:pt idx="718">
                  <c:v>244.27717304804543</c:v>
                </c:pt>
                <c:pt idx="719">
                  <c:v>239.47401199925267</c:v>
                </c:pt>
                <c:pt idx="720">
                  <c:v>241.30503982450921</c:v>
                </c:pt>
                <c:pt idx="721">
                  <c:v>242.50219709499063</c:v>
                </c:pt>
                <c:pt idx="722">
                  <c:v>245.1681210166841</c:v>
                </c:pt>
                <c:pt idx="723">
                  <c:v>250.21175151720652</c:v>
                </c:pt>
                <c:pt idx="724">
                  <c:v>248.06794040509592</c:v>
                </c:pt>
                <c:pt idx="725">
                  <c:v>241.3648976880333</c:v>
                </c:pt>
                <c:pt idx="726">
                  <c:v>244.08375948902838</c:v>
                </c:pt>
                <c:pt idx="727">
                  <c:v>248.8360586537863</c:v>
                </c:pt>
                <c:pt idx="728">
                  <c:v>248.74817485416133</c:v>
                </c:pt>
                <c:pt idx="729">
                  <c:v>248.70146496065991</c:v>
                </c:pt>
                <c:pt idx="730">
                  <c:v>249.4692372101392</c:v>
                </c:pt>
                <c:pt idx="731">
                  <c:v>249.82907638970585</c:v>
                </c:pt>
                <c:pt idx="732">
                  <c:v>247.30086015403882</c:v>
                </c:pt>
                <c:pt idx="733">
                  <c:v>250.22870547855152</c:v>
                </c:pt>
                <c:pt idx="734">
                  <c:v>253.60288978541132</c:v>
                </c:pt>
                <c:pt idx="735">
                  <c:v>248.54126732591047</c:v>
                </c:pt>
                <c:pt idx="736">
                  <c:v>253.45930011279575</c:v>
                </c:pt>
                <c:pt idx="737">
                  <c:v>255.96433440131756</c:v>
                </c:pt>
                <c:pt idx="738">
                  <c:v>258.5503325052419</c:v>
                </c:pt>
                <c:pt idx="739">
                  <c:v>261.07578074721994</c:v>
                </c:pt>
                <c:pt idx="740">
                  <c:v>262.87982063400898</c:v>
                </c:pt>
                <c:pt idx="741">
                  <c:v>265.43537080735462</c:v>
                </c:pt>
                <c:pt idx="742">
                  <c:v>264.85997411925905</c:v>
                </c:pt>
                <c:pt idx="743">
                  <c:v>267.51828605830781</c:v>
                </c:pt>
                <c:pt idx="744">
                  <c:v>267.81065539170572</c:v>
                </c:pt>
                <c:pt idx="745">
                  <c:v>270.73607872174057</c:v>
                </c:pt>
                <c:pt idx="746">
                  <c:v>272.44462282625994</c:v>
                </c:pt>
                <c:pt idx="747">
                  <c:v>267.17470884166386</c:v>
                </c:pt>
                <c:pt idx="748">
                  <c:v>263.02168031056891</c:v>
                </c:pt>
                <c:pt idx="749">
                  <c:v>263.92716024607466</c:v>
                </c:pt>
                <c:pt idx="750">
                  <c:v>264.42782110456784</c:v>
                </c:pt>
                <c:pt idx="751">
                  <c:v>267.14910490004081</c:v>
                </c:pt>
                <c:pt idx="752">
                  <c:v>267.14426091108515</c:v>
                </c:pt>
                <c:pt idx="753">
                  <c:v>267.15983087558561</c:v>
                </c:pt>
                <c:pt idx="754">
                  <c:v>268.68118940688817</c:v>
                </c:pt>
                <c:pt idx="755">
                  <c:v>268.52964175241681</c:v>
                </c:pt>
                <c:pt idx="756">
                  <c:v>263.59430900497551</c:v>
                </c:pt>
                <c:pt idx="757">
                  <c:v>257.9887757855912</c:v>
                </c:pt>
                <c:pt idx="758">
                  <c:v>253.7018455597921</c:v>
                </c:pt>
                <c:pt idx="759">
                  <c:v>249.49726314624004</c:v>
                </c:pt>
                <c:pt idx="760">
                  <c:v>240.96492259997646</c:v>
                </c:pt>
                <c:pt idx="761">
                  <c:v>240.17500640098541</c:v>
                </c:pt>
                <c:pt idx="762">
                  <c:v>231.64681784525536</c:v>
                </c:pt>
                <c:pt idx="763">
                  <c:v>234.25495989869142</c:v>
                </c:pt>
                <c:pt idx="764">
                  <c:v>240.98533655343269</c:v>
                </c:pt>
                <c:pt idx="765">
                  <c:v>244.77125992152739</c:v>
                </c:pt>
                <c:pt idx="766">
                  <c:v>247.65758534070542</c:v>
                </c:pt>
                <c:pt idx="767">
                  <c:v>242.59250288909345</c:v>
                </c:pt>
                <c:pt idx="768">
                  <c:v>242.75373852147615</c:v>
                </c:pt>
                <c:pt idx="769">
                  <c:v>239.5785037610114</c:v>
                </c:pt>
                <c:pt idx="770">
                  <c:v>238.8885813340346</c:v>
                </c:pt>
                <c:pt idx="771">
                  <c:v>242.08388404874438</c:v>
                </c:pt>
                <c:pt idx="772">
                  <c:v>244.56504439169876</c:v>
                </c:pt>
                <c:pt idx="773">
                  <c:v>237.90248358233748</c:v>
                </c:pt>
                <c:pt idx="774">
                  <c:v>234.45356344587535</c:v>
                </c:pt>
                <c:pt idx="775">
                  <c:v>241.59948515317387</c:v>
                </c:pt>
                <c:pt idx="776">
                  <c:v>240.82894491000556</c:v>
                </c:pt>
                <c:pt idx="777">
                  <c:v>239.66742555826971</c:v>
                </c:pt>
                <c:pt idx="778">
                  <c:v>238.62250794068188</c:v>
                </c:pt>
                <c:pt idx="779">
                  <c:v>238.54604211502402</c:v>
                </c:pt>
                <c:pt idx="780">
                  <c:v>236.17594751883968</c:v>
                </c:pt>
                <c:pt idx="781">
                  <c:v>236.07041775944754</c:v>
                </c:pt>
                <c:pt idx="782">
                  <c:v>225.23095447342379</c:v>
                </c:pt>
                <c:pt idx="783">
                  <c:v>231.65996581527796</c:v>
                </c:pt>
                <c:pt idx="784">
                  <c:v>234.22658796337944</c:v>
                </c:pt>
                <c:pt idx="785">
                  <c:v>233.34186798054102</c:v>
                </c:pt>
                <c:pt idx="786">
                  <c:v>236.1811375070065</c:v>
                </c:pt>
                <c:pt idx="787">
                  <c:v>236.50914475914993</c:v>
                </c:pt>
                <c:pt idx="788">
                  <c:v>236.21988941865214</c:v>
                </c:pt>
                <c:pt idx="789">
                  <c:v>242.5838529088154</c:v>
                </c:pt>
                <c:pt idx="790">
                  <c:v>245.24804683445325</c:v>
                </c:pt>
                <c:pt idx="791">
                  <c:v>244.96121348843323</c:v>
                </c:pt>
                <c:pt idx="792">
                  <c:v>244.61244628362246</c:v>
                </c:pt>
                <c:pt idx="793">
                  <c:v>249.31319156592323</c:v>
                </c:pt>
                <c:pt idx="794">
                  <c:v>242.87656824142439</c:v>
                </c:pt>
                <c:pt idx="795">
                  <c:v>247.24861427315949</c:v>
                </c:pt>
                <c:pt idx="796">
                  <c:v>246.65314963081886</c:v>
                </c:pt>
                <c:pt idx="797">
                  <c:v>244.81347182528427</c:v>
                </c:pt>
                <c:pt idx="798">
                  <c:v>249.60694489616563</c:v>
                </c:pt>
                <c:pt idx="799">
                  <c:v>249.68687071393475</c:v>
                </c:pt>
                <c:pt idx="800">
                  <c:v>252.69533385463882</c:v>
                </c:pt>
                <c:pt idx="801">
                  <c:v>250.17334560477207</c:v>
                </c:pt>
                <c:pt idx="802">
                  <c:v>249.2996975966895</c:v>
                </c:pt>
                <c:pt idx="803">
                  <c:v>250.1349396923375</c:v>
                </c:pt>
                <c:pt idx="804">
                  <c:v>252.32719069400525</c:v>
                </c:pt>
                <c:pt idx="805">
                  <c:v>251.31445100305169</c:v>
                </c:pt>
                <c:pt idx="806">
                  <c:v>251.49575458967956</c:v>
                </c:pt>
                <c:pt idx="807">
                  <c:v>252.18429301981195</c:v>
                </c:pt>
                <c:pt idx="808">
                  <c:v>252.34795064667256</c:v>
                </c:pt>
                <c:pt idx="809">
                  <c:v>248.230214035112</c:v>
                </c:pt>
                <c:pt idx="810">
                  <c:v>245.12833110740507</c:v>
                </c:pt>
                <c:pt idx="811">
                  <c:v>244.92903556179891</c:v>
                </c:pt>
                <c:pt idx="812">
                  <c:v>241.47907742770349</c:v>
                </c:pt>
                <c:pt idx="813">
                  <c:v>237.90559757523755</c:v>
                </c:pt>
                <c:pt idx="814">
                  <c:v>237.7346739649434</c:v>
                </c:pt>
                <c:pt idx="815">
                  <c:v>226.83742881066235</c:v>
                </c:pt>
                <c:pt idx="816">
                  <c:v>220.08456220719816</c:v>
                </c:pt>
                <c:pt idx="817">
                  <c:v>222.63942038212156</c:v>
                </c:pt>
                <c:pt idx="818">
                  <c:v>225.671757468393</c:v>
                </c:pt>
                <c:pt idx="819">
                  <c:v>224.39225238566456</c:v>
                </c:pt>
                <c:pt idx="820">
                  <c:v>219.66797915700752</c:v>
                </c:pt>
                <c:pt idx="821">
                  <c:v>220.3326436415725</c:v>
                </c:pt>
                <c:pt idx="822">
                  <c:v>218.63240351811996</c:v>
                </c:pt>
                <c:pt idx="823">
                  <c:v>220.8467984692995</c:v>
                </c:pt>
                <c:pt idx="824">
                  <c:v>218.82650907555933</c:v>
                </c:pt>
                <c:pt idx="825">
                  <c:v>215.48000470558927</c:v>
                </c:pt>
                <c:pt idx="826">
                  <c:v>213.09814613622683</c:v>
                </c:pt>
                <c:pt idx="827">
                  <c:v>217.51205807250761</c:v>
                </c:pt>
                <c:pt idx="828">
                  <c:v>212.57810932191074</c:v>
                </c:pt>
                <c:pt idx="829">
                  <c:v>212.67395110339149</c:v>
                </c:pt>
                <c:pt idx="830">
                  <c:v>210.55574393290385</c:v>
                </c:pt>
                <c:pt idx="831">
                  <c:v>207.94725588025659</c:v>
                </c:pt>
                <c:pt idx="832">
                  <c:v>205.91693250939386</c:v>
                </c:pt>
                <c:pt idx="833">
                  <c:v>205.0034945920323</c:v>
                </c:pt>
                <c:pt idx="834">
                  <c:v>203.47175608439611</c:v>
                </c:pt>
                <c:pt idx="835">
                  <c:v>209.11327322173707</c:v>
                </c:pt>
                <c:pt idx="836">
                  <c:v>208.13720944716246</c:v>
                </c:pt>
                <c:pt idx="837">
                  <c:v>196.19643067213809</c:v>
                </c:pt>
                <c:pt idx="838">
                  <c:v>199.2221937733982</c:v>
                </c:pt>
                <c:pt idx="839">
                  <c:v>201.22829719948237</c:v>
                </c:pt>
                <c:pt idx="840">
                  <c:v>197.43752984243196</c:v>
                </c:pt>
                <c:pt idx="841">
                  <c:v>190.75697707409228</c:v>
                </c:pt>
                <c:pt idx="842">
                  <c:v>193.29280529240393</c:v>
                </c:pt>
                <c:pt idx="843">
                  <c:v>198.19942010532213</c:v>
                </c:pt>
                <c:pt idx="844">
                  <c:v>205.89236656540422</c:v>
                </c:pt>
                <c:pt idx="845">
                  <c:v>205.37855773688838</c:v>
                </c:pt>
                <c:pt idx="846">
                  <c:v>202.4839283366434</c:v>
                </c:pt>
                <c:pt idx="847">
                  <c:v>206.16293794850148</c:v>
                </c:pt>
                <c:pt idx="848">
                  <c:v>206.93382419088087</c:v>
                </c:pt>
                <c:pt idx="849">
                  <c:v>206.35254551619622</c:v>
                </c:pt>
                <c:pt idx="850">
                  <c:v>203.11330090167394</c:v>
                </c:pt>
                <c:pt idx="851">
                  <c:v>203.94681300126635</c:v>
                </c:pt>
                <c:pt idx="852">
                  <c:v>205.94945643523931</c:v>
                </c:pt>
                <c:pt idx="853">
                  <c:v>201.47049664726765</c:v>
                </c:pt>
                <c:pt idx="854">
                  <c:v>193.1685915756112</c:v>
                </c:pt>
                <c:pt idx="855">
                  <c:v>193.43674096423061</c:v>
                </c:pt>
                <c:pt idx="856">
                  <c:v>192.46171518728937</c:v>
                </c:pt>
                <c:pt idx="857">
                  <c:v>187.78380585292268</c:v>
                </c:pt>
                <c:pt idx="858">
                  <c:v>184.98813222705851</c:v>
                </c:pt>
                <c:pt idx="859">
                  <c:v>186.60567853905295</c:v>
                </c:pt>
                <c:pt idx="860">
                  <c:v>192.44925921568901</c:v>
                </c:pt>
                <c:pt idx="861">
                  <c:v>190.21929430000901</c:v>
                </c:pt>
                <c:pt idx="862">
                  <c:v>193.95193378959098</c:v>
                </c:pt>
                <c:pt idx="863">
                  <c:v>192.22193773398197</c:v>
                </c:pt>
                <c:pt idx="864">
                  <c:v>196.15352676995897</c:v>
                </c:pt>
                <c:pt idx="865">
                  <c:v>197.2825221958494</c:v>
                </c:pt>
                <c:pt idx="866">
                  <c:v>194.72904801777051</c:v>
                </c:pt>
                <c:pt idx="867">
                  <c:v>192.67554269976264</c:v>
                </c:pt>
                <c:pt idx="868">
                  <c:v>194.20416721449877</c:v>
                </c:pt>
                <c:pt idx="869">
                  <c:v>193.0028579534839</c:v>
                </c:pt>
                <c:pt idx="870">
                  <c:v>191.65000103799764</c:v>
                </c:pt>
                <c:pt idx="871">
                  <c:v>193.81215010829774</c:v>
                </c:pt>
                <c:pt idx="872">
                  <c:v>195.11829713028254</c:v>
                </c:pt>
                <c:pt idx="873">
                  <c:v>195.49163027908295</c:v>
                </c:pt>
                <c:pt idx="874">
                  <c:v>189.47297400161926</c:v>
                </c:pt>
                <c:pt idx="875">
                  <c:v>187.28072299995156</c:v>
                </c:pt>
                <c:pt idx="876">
                  <c:v>186.49184479859386</c:v>
                </c:pt>
                <c:pt idx="877">
                  <c:v>183.54081752693602</c:v>
                </c:pt>
                <c:pt idx="878">
                  <c:v>183.27405213516116</c:v>
                </c:pt>
                <c:pt idx="879">
                  <c:v>189.07438291040697</c:v>
                </c:pt>
                <c:pt idx="880">
                  <c:v>189.23492654436748</c:v>
                </c:pt>
                <c:pt idx="881">
                  <c:v>194.77229791916074</c:v>
                </c:pt>
                <c:pt idx="882">
                  <c:v>196.13242081808056</c:v>
                </c:pt>
                <c:pt idx="883">
                  <c:v>194.92315357520985</c:v>
                </c:pt>
                <c:pt idx="884">
                  <c:v>195.25427482025341</c:v>
                </c:pt>
                <c:pt idx="885">
                  <c:v>189.73800939733854</c:v>
                </c:pt>
                <c:pt idx="886">
                  <c:v>192.920856140448</c:v>
                </c:pt>
                <c:pt idx="887">
                  <c:v>198.34785376689342</c:v>
                </c:pt>
                <c:pt idx="888">
                  <c:v>201.73345604772018</c:v>
                </c:pt>
                <c:pt idx="889">
                  <c:v>202.20193897957915</c:v>
                </c:pt>
                <c:pt idx="890">
                  <c:v>200.85012006172627</c:v>
                </c:pt>
                <c:pt idx="891">
                  <c:v>203.56482987218789</c:v>
                </c:pt>
                <c:pt idx="892">
                  <c:v>206.09719809838833</c:v>
                </c:pt>
                <c:pt idx="893">
                  <c:v>207.41649309039576</c:v>
                </c:pt>
                <c:pt idx="894">
                  <c:v>207.3760111826945</c:v>
                </c:pt>
                <c:pt idx="895">
                  <c:v>205.53148938820422</c:v>
                </c:pt>
                <c:pt idx="896">
                  <c:v>209.21672698586246</c:v>
                </c:pt>
                <c:pt idx="897">
                  <c:v>206.80995647329925</c:v>
                </c:pt>
                <c:pt idx="898">
                  <c:v>206.96980810883753</c:v>
                </c:pt>
                <c:pt idx="899">
                  <c:v>209.37727061982301</c:v>
                </c:pt>
                <c:pt idx="900">
                  <c:v>207.73031437488325</c:v>
                </c:pt>
                <c:pt idx="901">
                  <c:v>207.84933810350913</c:v>
                </c:pt>
                <c:pt idx="902">
                  <c:v>203.99352289476781</c:v>
                </c:pt>
                <c:pt idx="903">
                  <c:v>200.38786511566755</c:v>
                </c:pt>
                <c:pt idx="904">
                  <c:v>199.70970666186881</c:v>
                </c:pt>
                <c:pt idx="905">
                  <c:v>197.97140662519291</c:v>
                </c:pt>
                <c:pt idx="906">
                  <c:v>198.54541931644397</c:v>
                </c:pt>
                <c:pt idx="907">
                  <c:v>191.53789729359417</c:v>
                </c:pt>
                <c:pt idx="908">
                  <c:v>196.58221979253889</c:v>
                </c:pt>
                <c:pt idx="909">
                  <c:v>192.69941664533005</c:v>
                </c:pt>
                <c:pt idx="910">
                  <c:v>192.00049823886403</c:v>
                </c:pt>
                <c:pt idx="911">
                  <c:v>192.62883280626119</c:v>
                </c:pt>
                <c:pt idx="912">
                  <c:v>191.97973828619669</c:v>
                </c:pt>
                <c:pt idx="913">
                  <c:v>192.59976887252699</c:v>
                </c:pt>
                <c:pt idx="914">
                  <c:v>194.4681646125847</c:v>
                </c:pt>
                <c:pt idx="915">
                  <c:v>198.76997280446201</c:v>
                </c:pt>
                <c:pt idx="916">
                  <c:v>201.58744438062683</c:v>
                </c:pt>
                <c:pt idx="917">
                  <c:v>201.48814260703486</c:v>
                </c:pt>
                <c:pt idx="918">
                  <c:v>194.71209405642554</c:v>
                </c:pt>
                <c:pt idx="919">
                  <c:v>191.92126441951712</c:v>
                </c:pt>
                <c:pt idx="920">
                  <c:v>184.8082126372752</c:v>
                </c:pt>
                <c:pt idx="921">
                  <c:v>185.52581500114181</c:v>
                </c:pt>
                <c:pt idx="922">
                  <c:v>186.98212568075346</c:v>
                </c:pt>
                <c:pt idx="923">
                  <c:v>185.75486647890443</c:v>
                </c:pt>
                <c:pt idx="924">
                  <c:v>185.33551543502483</c:v>
                </c:pt>
                <c:pt idx="925">
                  <c:v>184.01864243749523</c:v>
                </c:pt>
                <c:pt idx="926">
                  <c:v>185.06563605034984</c:v>
                </c:pt>
                <c:pt idx="927">
                  <c:v>186.8682919402944</c:v>
                </c:pt>
                <c:pt idx="928">
                  <c:v>187.30771093841906</c:v>
                </c:pt>
                <c:pt idx="929">
                  <c:v>185.58740286072148</c:v>
                </c:pt>
                <c:pt idx="930">
                  <c:v>186.70913230317836</c:v>
                </c:pt>
                <c:pt idx="931">
                  <c:v>184.96495027991335</c:v>
                </c:pt>
                <c:pt idx="932">
                  <c:v>190.27846016511083</c:v>
                </c:pt>
                <c:pt idx="933">
                  <c:v>193.26650935235867</c:v>
                </c:pt>
                <c:pt idx="934">
                  <c:v>191.91607443135027</c:v>
                </c:pt>
                <c:pt idx="935">
                  <c:v>193.95054979274647</c:v>
                </c:pt>
                <c:pt idx="936">
                  <c:v>190.08850659820496</c:v>
                </c:pt>
                <c:pt idx="937">
                  <c:v>191.64654104588644</c:v>
                </c:pt>
                <c:pt idx="938">
                  <c:v>190.34247001916839</c:v>
                </c:pt>
                <c:pt idx="939">
                  <c:v>193.44158495318629</c:v>
                </c:pt>
                <c:pt idx="940">
                  <c:v>193.89207592606689</c:v>
                </c:pt>
                <c:pt idx="941">
                  <c:v>195.94073725511907</c:v>
                </c:pt>
                <c:pt idx="942">
                  <c:v>194.17717927603124</c:v>
                </c:pt>
                <c:pt idx="943">
                  <c:v>196.75037540914408</c:v>
                </c:pt>
                <c:pt idx="944">
                  <c:v>196.09124691195706</c:v>
                </c:pt>
                <c:pt idx="945">
                  <c:v>197.45690579825478</c:v>
                </c:pt>
                <c:pt idx="946">
                  <c:v>198.76166882339507</c:v>
                </c:pt>
                <c:pt idx="947">
                  <c:v>197.71917320028513</c:v>
                </c:pt>
                <c:pt idx="948">
                  <c:v>195.96253520541973</c:v>
                </c:pt>
                <c:pt idx="949">
                  <c:v>198.79453874845166</c:v>
                </c:pt>
                <c:pt idx="950">
                  <c:v>202.55243618044551</c:v>
                </c:pt>
                <c:pt idx="951">
                  <c:v>201.63899826308395</c:v>
                </c:pt>
                <c:pt idx="952">
                  <c:v>199.26613567321067</c:v>
                </c:pt>
                <c:pt idx="953">
                  <c:v>198.5554532935665</c:v>
                </c:pt>
                <c:pt idx="954">
                  <c:v>198.88934253229903</c:v>
                </c:pt>
                <c:pt idx="955">
                  <c:v>198.09700433883012</c:v>
                </c:pt>
                <c:pt idx="956">
                  <c:v>197.25934024870423</c:v>
                </c:pt>
                <c:pt idx="957">
                  <c:v>204.77582711111418</c:v>
                </c:pt>
                <c:pt idx="958">
                  <c:v>206.55668505075809</c:v>
                </c:pt>
                <c:pt idx="959">
                  <c:v>206.66740479831708</c:v>
                </c:pt>
                <c:pt idx="960">
                  <c:v>207.26390743829106</c:v>
                </c:pt>
                <c:pt idx="961">
                  <c:v>205.39481969981108</c:v>
                </c:pt>
                <c:pt idx="962">
                  <c:v>205.31074189150851</c:v>
                </c:pt>
                <c:pt idx="963">
                  <c:v>202.12962514445465</c:v>
                </c:pt>
                <c:pt idx="964">
                  <c:v>203.77208339964989</c:v>
                </c:pt>
                <c:pt idx="965">
                  <c:v>203.48663405047441</c:v>
                </c:pt>
                <c:pt idx="966">
                  <c:v>208.83578185441741</c:v>
                </c:pt>
                <c:pt idx="967">
                  <c:v>209.91495339390625</c:v>
                </c:pt>
                <c:pt idx="968">
                  <c:v>209.74229978755653</c:v>
                </c:pt>
                <c:pt idx="969">
                  <c:v>209.99141921956422</c:v>
                </c:pt>
                <c:pt idx="970">
                  <c:v>210.31008449300739</c:v>
                </c:pt>
                <c:pt idx="971">
                  <c:v>215.35336899431869</c:v>
                </c:pt>
                <c:pt idx="972">
                  <c:v>214.88004207350406</c:v>
                </c:pt>
                <c:pt idx="973">
                  <c:v>213.76869260738087</c:v>
                </c:pt>
                <c:pt idx="974">
                  <c:v>210.66507968361833</c:v>
                </c:pt>
                <c:pt idx="975">
                  <c:v>208.89390972188582</c:v>
                </c:pt>
                <c:pt idx="976">
                  <c:v>208.39532485865934</c:v>
                </c:pt>
                <c:pt idx="977">
                  <c:v>201.84521379291257</c:v>
                </c:pt>
                <c:pt idx="978">
                  <c:v>201.02900165387624</c:v>
                </c:pt>
                <c:pt idx="979">
                  <c:v>203.28526250960147</c:v>
                </c:pt>
                <c:pt idx="980">
                  <c:v>205.61971918704026</c:v>
                </c:pt>
                <c:pt idx="981">
                  <c:v>201.28815506300649</c:v>
                </c:pt>
                <c:pt idx="982">
                  <c:v>198.61877114920179</c:v>
                </c:pt>
                <c:pt idx="983">
                  <c:v>197.61018344878175</c:v>
                </c:pt>
                <c:pt idx="984">
                  <c:v>197.99804856444928</c:v>
                </c:pt>
                <c:pt idx="985">
                  <c:v>199.04815617020392</c:v>
                </c:pt>
                <c:pt idx="986">
                  <c:v>199.0457341757261</c:v>
                </c:pt>
                <c:pt idx="987">
                  <c:v>195.39994048813568</c:v>
                </c:pt>
                <c:pt idx="988">
                  <c:v>196.42859614280081</c:v>
                </c:pt>
                <c:pt idx="989">
                  <c:v>198.16239818973213</c:v>
                </c:pt>
                <c:pt idx="990">
                  <c:v>197.79702302278753</c:v>
                </c:pt>
                <c:pt idx="991">
                  <c:v>198.51497138586524</c:v>
                </c:pt>
                <c:pt idx="992">
                  <c:v>198.0617124192957</c:v>
                </c:pt>
                <c:pt idx="993">
                  <c:v>198.86166259540929</c:v>
                </c:pt>
                <c:pt idx="994">
                  <c:v>200.41865904545739</c:v>
                </c:pt>
                <c:pt idx="995">
                  <c:v>198.44992353417433</c:v>
                </c:pt>
                <c:pt idx="996">
                  <c:v>197.41157990159783</c:v>
                </c:pt>
                <c:pt idx="997">
                  <c:v>193.45819291532015</c:v>
                </c:pt>
                <c:pt idx="998">
                  <c:v>198.93674442422272</c:v>
                </c:pt>
                <c:pt idx="999">
                  <c:v>197.23823429682582</c:v>
                </c:pt>
                <c:pt idx="1000">
                  <c:v>197.88629081925691</c:v>
                </c:pt>
                <c:pt idx="1001">
                  <c:v>198.74402286362786</c:v>
                </c:pt>
                <c:pt idx="1002">
                  <c:v>200.22109349590681</c:v>
                </c:pt>
                <c:pt idx="1003">
                  <c:v>202.5109162751109</c:v>
                </c:pt>
                <c:pt idx="1004">
                  <c:v>204.12569459341631</c:v>
                </c:pt>
                <c:pt idx="1005">
                  <c:v>204.95470870326415</c:v>
                </c:pt>
                <c:pt idx="1006">
                  <c:v>205.05539447370057</c:v>
                </c:pt>
                <c:pt idx="1007">
                  <c:v>204.34471209405643</c:v>
                </c:pt>
                <c:pt idx="1008">
                  <c:v>208.19464531620869</c:v>
                </c:pt>
                <c:pt idx="1009">
                  <c:v>209.79246967316919</c:v>
                </c:pt>
                <c:pt idx="1010">
                  <c:v>207.90331398044412</c:v>
                </c:pt>
                <c:pt idx="1011">
                  <c:v>205.98336435792928</c:v>
                </c:pt>
                <c:pt idx="1012">
                  <c:v>208.2558871765772</c:v>
                </c:pt>
                <c:pt idx="1013">
                  <c:v>205.80275276972367</c:v>
                </c:pt>
                <c:pt idx="1014">
                  <c:v>207.72581638513861</c:v>
                </c:pt>
                <c:pt idx="1015">
                  <c:v>211.5214277311448</c:v>
                </c:pt>
                <c:pt idx="1016">
                  <c:v>211.73525524361807</c:v>
                </c:pt>
                <c:pt idx="1017">
                  <c:v>210.44433218692262</c:v>
                </c:pt>
                <c:pt idx="1018">
                  <c:v>209.74956577099007</c:v>
                </c:pt>
                <c:pt idx="1019">
                  <c:v>212.95594046045574</c:v>
                </c:pt>
                <c:pt idx="1020">
                  <c:v>214.45619303987988</c:v>
                </c:pt>
                <c:pt idx="1021">
                  <c:v>213.62129694344296</c:v>
                </c:pt>
                <c:pt idx="1022">
                  <c:v>209.60390010310778</c:v>
                </c:pt>
                <c:pt idx="1023">
                  <c:v>211.6736673840384</c:v>
                </c:pt>
                <c:pt idx="1024">
                  <c:v>214.0652139313122</c:v>
                </c:pt>
                <c:pt idx="1025">
                  <c:v>217.52866603464142</c:v>
                </c:pt>
                <c:pt idx="1026">
                  <c:v>214.89907203011578</c:v>
                </c:pt>
                <c:pt idx="1027">
                  <c:v>216.05816938737382</c:v>
                </c:pt>
                <c:pt idx="1028">
                  <c:v>214.15448172778167</c:v>
                </c:pt>
                <c:pt idx="1029">
                  <c:v>211.80826107716479</c:v>
                </c:pt>
                <c:pt idx="1030">
                  <c:v>211.74044523178489</c:v>
                </c:pt>
                <c:pt idx="1031">
                  <c:v>211.16262654921147</c:v>
                </c:pt>
                <c:pt idx="1032">
                  <c:v>207.04039194790639</c:v>
                </c:pt>
                <c:pt idx="1033">
                  <c:v>205.27406597512959</c:v>
                </c:pt>
                <c:pt idx="1034">
                  <c:v>208.2759551308223</c:v>
                </c:pt>
                <c:pt idx="1035">
                  <c:v>205.64428513102993</c:v>
                </c:pt>
                <c:pt idx="1036">
                  <c:v>206.33351555958455</c:v>
                </c:pt>
                <c:pt idx="1037">
                  <c:v>208.84339383706205</c:v>
                </c:pt>
                <c:pt idx="1038">
                  <c:v>208.05451563570438</c:v>
                </c:pt>
                <c:pt idx="1039">
                  <c:v>205.81659273816854</c:v>
                </c:pt>
                <c:pt idx="1040">
                  <c:v>204.45439384398205</c:v>
                </c:pt>
                <c:pt idx="1041">
                  <c:v>202.5271782380336</c:v>
                </c:pt>
                <c:pt idx="1042">
                  <c:v>199.18966984755275</c:v>
                </c:pt>
                <c:pt idx="1043">
                  <c:v>198.71772692358263</c:v>
                </c:pt>
                <c:pt idx="1044">
                  <c:v>197.33892006726225</c:v>
                </c:pt>
                <c:pt idx="1045">
                  <c:v>199.67233874706767</c:v>
                </c:pt>
                <c:pt idx="1046">
                  <c:v>196.82476523953528</c:v>
                </c:pt>
                <c:pt idx="1047">
                  <c:v>194.9003176272758</c:v>
                </c:pt>
                <c:pt idx="1048">
                  <c:v>195.26534679500932</c:v>
                </c:pt>
                <c:pt idx="1049">
                  <c:v>193.75436824004041</c:v>
                </c:pt>
                <c:pt idx="1050">
                  <c:v>193.3142572434935</c:v>
                </c:pt>
                <c:pt idx="1051">
                  <c:v>193.4049090368074</c:v>
                </c:pt>
                <c:pt idx="1052">
                  <c:v>191.70293891729926</c:v>
                </c:pt>
                <c:pt idx="1053">
                  <c:v>193.83775404992076</c:v>
                </c:pt>
                <c:pt idx="1054">
                  <c:v>198.59385920600101</c:v>
                </c:pt>
                <c:pt idx="1055">
                  <c:v>198.13990824100921</c:v>
                </c:pt>
                <c:pt idx="1056">
                  <c:v>200.52176681037167</c:v>
                </c:pt>
                <c:pt idx="1057">
                  <c:v>199.05023216547067</c:v>
                </c:pt>
                <c:pt idx="1058">
                  <c:v>200.96741379429653</c:v>
                </c:pt>
                <c:pt idx="1059">
                  <c:v>198.43573756651836</c:v>
                </c:pt>
                <c:pt idx="1060">
                  <c:v>200.54356476067233</c:v>
                </c:pt>
                <c:pt idx="1061">
                  <c:v>196.13172881965829</c:v>
                </c:pt>
                <c:pt idx="1062">
                  <c:v>186.89631787639524</c:v>
                </c:pt>
                <c:pt idx="1063">
                  <c:v>187.99486537170696</c:v>
                </c:pt>
                <c:pt idx="1064">
                  <c:v>184.67673293704891</c:v>
                </c:pt>
                <c:pt idx="1065">
                  <c:v>184.32865773066038</c:v>
                </c:pt>
                <c:pt idx="1066">
                  <c:v>185.60850881259989</c:v>
                </c:pt>
                <c:pt idx="1067">
                  <c:v>186.93403179040752</c:v>
                </c:pt>
                <c:pt idx="1068">
                  <c:v>186.74131022981268</c:v>
                </c:pt>
                <c:pt idx="1069">
                  <c:v>187.28937298022961</c:v>
                </c:pt>
                <c:pt idx="1070">
                  <c:v>189.29789840079167</c:v>
                </c:pt>
                <c:pt idx="1071">
                  <c:v>191.74030683210043</c:v>
                </c:pt>
                <c:pt idx="1072">
                  <c:v>193.93255783376816</c:v>
                </c:pt>
                <c:pt idx="1073">
                  <c:v>191.98631227120805</c:v>
                </c:pt>
                <c:pt idx="1074">
                  <c:v>192.95130407102673</c:v>
                </c:pt>
                <c:pt idx="1075">
                  <c:v>191.82161664671406</c:v>
                </c:pt>
                <c:pt idx="1076">
                  <c:v>193.2125334754237</c:v>
                </c:pt>
                <c:pt idx="1077">
                  <c:v>194.62801624812295</c:v>
                </c:pt>
                <c:pt idx="1078">
                  <c:v>194.39446678061574</c:v>
                </c:pt>
                <c:pt idx="1079">
                  <c:v>194.46539661889571</c:v>
                </c:pt>
                <c:pt idx="1080">
                  <c:v>193.95608578012445</c:v>
                </c:pt>
                <c:pt idx="1081">
                  <c:v>194.90412361859816</c:v>
                </c:pt>
                <c:pt idx="1082">
                  <c:v>195.25427482025341</c:v>
                </c:pt>
                <c:pt idx="1083">
                  <c:v>193.36477312831727</c:v>
                </c:pt>
                <c:pt idx="1084">
                  <c:v>193.0160059235065</c:v>
                </c:pt>
                <c:pt idx="1085">
                  <c:v>195.86081143734995</c:v>
                </c:pt>
                <c:pt idx="1086">
                  <c:v>200.73005833546696</c:v>
                </c:pt>
                <c:pt idx="1087">
                  <c:v>199.80554844334958</c:v>
                </c:pt>
                <c:pt idx="1088">
                  <c:v>199.92388017355321</c:v>
                </c:pt>
                <c:pt idx="1089">
                  <c:v>200.18649357479467</c:v>
                </c:pt>
                <c:pt idx="1090">
                  <c:v>203.14236483540816</c:v>
                </c:pt>
                <c:pt idx="1091">
                  <c:v>202.34172266087236</c:v>
                </c:pt>
                <c:pt idx="1092">
                  <c:v>202.73927575445128</c:v>
                </c:pt>
                <c:pt idx="1093">
                  <c:v>202.89220740576712</c:v>
                </c:pt>
                <c:pt idx="1094">
                  <c:v>203.76758540990525</c:v>
                </c:pt>
                <c:pt idx="1095">
                  <c:v>202.95033527323559</c:v>
                </c:pt>
                <c:pt idx="1096">
                  <c:v>202.3316886837498</c:v>
                </c:pt>
                <c:pt idx="1097">
                  <c:v>198.52777335667676</c:v>
                </c:pt>
                <c:pt idx="1098">
                  <c:v>200.08234781224701</c:v>
                </c:pt>
                <c:pt idx="1099">
                  <c:v>197.84996090208912</c:v>
                </c:pt>
                <c:pt idx="1100">
                  <c:v>196.21857462164988</c:v>
                </c:pt>
                <c:pt idx="1101">
                  <c:v>199.18482585859704</c:v>
                </c:pt>
                <c:pt idx="1102">
                  <c:v>199.98270003944393</c:v>
                </c:pt>
                <c:pt idx="1103">
                  <c:v>199.67649073760111</c:v>
                </c:pt>
                <c:pt idx="1104">
                  <c:v>198.59662719968998</c:v>
                </c:pt>
                <c:pt idx="1105">
                  <c:v>197.83404493837756</c:v>
                </c:pt>
                <c:pt idx="1106">
                  <c:v>198.66098305295864</c:v>
                </c:pt>
                <c:pt idx="1107">
                  <c:v>200.20067954245064</c:v>
                </c:pt>
                <c:pt idx="1108">
                  <c:v>200.85738604515981</c:v>
                </c:pt>
                <c:pt idx="1109">
                  <c:v>199.37270343023619</c:v>
                </c:pt>
                <c:pt idx="1110">
                  <c:v>197.59530548270351</c:v>
                </c:pt>
                <c:pt idx="1111">
                  <c:v>197.84304091786672</c:v>
                </c:pt>
                <c:pt idx="1112">
                  <c:v>199.2965836037894</c:v>
                </c:pt>
                <c:pt idx="1113">
                  <c:v>199.59310492772079</c:v>
                </c:pt>
                <c:pt idx="1114">
                  <c:v>204.57549356787464</c:v>
                </c:pt>
                <c:pt idx="1115">
                  <c:v>203.61915174833402</c:v>
                </c:pt>
                <c:pt idx="1116">
                  <c:v>205.73009293538811</c:v>
                </c:pt>
                <c:pt idx="1117">
                  <c:v>206.50513116830092</c:v>
                </c:pt>
                <c:pt idx="1118">
                  <c:v>206.25151374654868</c:v>
                </c:pt>
                <c:pt idx="1119">
                  <c:v>204.55784760810744</c:v>
                </c:pt>
                <c:pt idx="1120">
                  <c:v>202.02720937796261</c:v>
                </c:pt>
                <c:pt idx="1121">
                  <c:v>202.92715332609043</c:v>
                </c:pt>
                <c:pt idx="1122">
                  <c:v>201.49644658810178</c:v>
                </c:pt>
                <c:pt idx="1123">
                  <c:v>205.02667653917749</c:v>
                </c:pt>
                <c:pt idx="1124">
                  <c:v>214.14237175539239</c:v>
                </c:pt>
                <c:pt idx="1125">
                  <c:v>214.8073822391685</c:v>
                </c:pt>
                <c:pt idx="1126">
                  <c:v>217.0878630396723</c:v>
                </c:pt>
                <c:pt idx="1127">
                  <c:v>216.96607131735738</c:v>
                </c:pt>
                <c:pt idx="1128">
                  <c:v>215.52948259277969</c:v>
                </c:pt>
                <c:pt idx="1129">
                  <c:v>206.70719470759607</c:v>
                </c:pt>
                <c:pt idx="1130">
                  <c:v>206.51620314305683</c:v>
                </c:pt>
                <c:pt idx="1131">
                  <c:v>205.94668844155035</c:v>
                </c:pt>
                <c:pt idx="1132">
                  <c:v>206.21829782228099</c:v>
                </c:pt>
                <c:pt idx="1133">
                  <c:v>205.83493069635801</c:v>
                </c:pt>
                <c:pt idx="1134">
                  <c:v>204.07206471569245</c:v>
                </c:pt>
                <c:pt idx="1135">
                  <c:v>207.10440180196392</c:v>
                </c:pt>
                <c:pt idx="1136">
                  <c:v>209.59698011888531</c:v>
                </c:pt>
                <c:pt idx="1137">
                  <c:v>207.90123798517737</c:v>
                </c:pt>
                <c:pt idx="1138">
                  <c:v>207.3998851282619</c:v>
                </c:pt>
                <c:pt idx="1139">
                  <c:v>210.6173317924835</c:v>
                </c:pt>
                <c:pt idx="1140">
                  <c:v>212.99192437841242</c:v>
                </c:pt>
                <c:pt idx="1141">
                  <c:v>213.30816765737777</c:v>
                </c:pt>
                <c:pt idx="1142">
                  <c:v>214.10465784138012</c:v>
                </c:pt>
                <c:pt idx="1143">
                  <c:v>213.59915299393117</c:v>
                </c:pt>
                <c:pt idx="1144">
                  <c:v>213.26803174888761</c:v>
                </c:pt>
                <c:pt idx="1145">
                  <c:v>214.71949843954357</c:v>
                </c:pt>
                <c:pt idx="1146">
                  <c:v>215.98723954909383</c:v>
                </c:pt>
                <c:pt idx="1147">
                  <c:v>214.93609394570581</c:v>
                </c:pt>
                <c:pt idx="1148">
                  <c:v>211.77954314264164</c:v>
                </c:pt>
                <c:pt idx="1149">
                  <c:v>214.08770388003515</c:v>
                </c:pt>
                <c:pt idx="1150">
                  <c:v>213.84412043540544</c:v>
                </c:pt>
                <c:pt idx="1151">
                  <c:v>213.99428409303226</c:v>
                </c:pt>
                <c:pt idx="1152">
                  <c:v>215.29558712606138</c:v>
                </c:pt>
                <c:pt idx="1153">
                  <c:v>213.92819824370801</c:v>
                </c:pt>
                <c:pt idx="1154">
                  <c:v>212.95282646755567</c:v>
                </c:pt>
                <c:pt idx="1155">
                  <c:v>213.59257900891987</c:v>
                </c:pt>
                <c:pt idx="1156">
                  <c:v>215.23849725622628</c:v>
                </c:pt>
                <c:pt idx="1157">
                  <c:v>215.66061629379485</c:v>
                </c:pt>
                <c:pt idx="1158">
                  <c:v>218.07880478032507</c:v>
                </c:pt>
                <c:pt idx="1159">
                  <c:v>222.57402653121954</c:v>
                </c:pt>
                <c:pt idx="1160">
                  <c:v>223.96736535440698</c:v>
                </c:pt>
                <c:pt idx="1161">
                  <c:v>223.6006061906179</c:v>
                </c:pt>
                <c:pt idx="1162">
                  <c:v>224.54207004408028</c:v>
                </c:pt>
                <c:pt idx="1163">
                  <c:v>224.31578656000667</c:v>
                </c:pt>
                <c:pt idx="1164">
                  <c:v>225.88766097613296</c:v>
                </c:pt>
                <c:pt idx="1165">
                  <c:v>228.2065476890713</c:v>
                </c:pt>
                <c:pt idx="1166">
                  <c:v>227.57544512798509</c:v>
                </c:pt>
                <c:pt idx="1167">
                  <c:v>228.67364662408568</c:v>
                </c:pt>
                <c:pt idx="1168">
                  <c:v>230.81641973856301</c:v>
                </c:pt>
                <c:pt idx="1169">
                  <c:v>229.25561729719254</c:v>
                </c:pt>
                <c:pt idx="1170">
                  <c:v>228.00794414188738</c:v>
                </c:pt>
                <c:pt idx="1171">
                  <c:v>227.80553460338112</c:v>
                </c:pt>
                <c:pt idx="1172">
                  <c:v>227.71107681874489</c:v>
                </c:pt>
                <c:pt idx="1173">
                  <c:v>225.92779688462309</c:v>
                </c:pt>
                <c:pt idx="1174">
                  <c:v>224.69880768671845</c:v>
                </c:pt>
                <c:pt idx="1175">
                  <c:v>225.55446373582271</c:v>
                </c:pt>
                <c:pt idx="1176">
                  <c:v>220.60632901756983</c:v>
                </c:pt>
                <c:pt idx="1177">
                  <c:v>219.94754651959397</c:v>
                </c:pt>
                <c:pt idx="1178">
                  <c:v>219.48286957905739</c:v>
                </c:pt>
                <c:pt idx="1179">
                  <c:v>220.13507809202198</c:v>
                </c:pt>
                <c:pt idx="1180">
                  <c:v>222.30726113944462</c:v>
                </c:pt>
                <c:pt idx="1181">
                  <c:v>223.8040537267575</c:v>
                </c:pt>
                <c:pt idx="1182">
                  <c:v>223.57465624978374</c:v>
                </c:pt>
                <c:pt idx="1183">
                  <c:v>225.38008013341732</c:v>
                </c:pt>
                <c:pt idx="1184">
                  <c:v>225.23199247105717</c:v>
                </c:pt>
                <c:pt idx="1185">
                  <c:v>221.46475306036302</c:v>
                </c:pt>
                <c:pt idx="1186">
                  <c:v>220.11051214803231</c:v>
                </c:pt>
                <c:pt idx="1187">
                  <c:v>219.7122670560311</c:v>
                </c:pt>
                <c:pt idx="1188">
                  <c:v>220.02020635392952</c:v>
                </c:pt>
                <c:pt idx="1189">
                  <c:v>218.71751932405596</c:v>
                </c:pt>
                <c:pt idx="1190">
                  <c:v>218.25664837484169</c:v>
                </c:pt>
                <c:pt idx="1191">
                  <c:v>217.76740549031547</c:v>
                </c:pt>
                <c:pt idx="1192">
                  <c:v>213.47044128739387</c:v>
                </c:pt>
                <c:pt idx="1193">
                  <c:v>211.27057830308149</c:v>
                </c:pt>
                <c:pt idx="1194">
                  <c:v>209.16102111287188</c:v>
                </c:pt>
                <c:pt idx="1195">
                  <c:v>211.74944121127405</c:v>
                </c:pt>
                <c:pt idx="1196">
                  <c:v>212.03523655966063</c:v>
                </c:pt>
                <c:pt idx="1197">
                  <c:v>211.62868748659253</c:v>
                </c:pt>
                <c:pt idx="1198">
                  <c:v>209.98588323218624</c:v>
                </c:pt>
                <c:pt idx="1199">
                  <c:v>211.63214747870373</c:v>
                </c:pt>
                <c:pt idx="1200">
                  <c:v>212.99676836736813</c:v>
                </c:pt>
                <c:pt idx="1201">
                  <c:v>214.33232532229826</c:v>
                </c:pt>
                <c:pt idx="1202">
                  <c:v>214.39218318582235</c:v>
                </c:pt>
                <c:pt idx="1203">
                  <c:v>213.94653620189749</c:v>
                </c:pt>
                <c:pt idx="1204">
                  <c:v>212.56599934952146</c:v>
                </c:pt>
                <c:pt idx="1205">
                  <c:v>212.0217425904269</c:v>
                </c:pt>
                <c:pt idx="1206">
                  <c:v>213.55763308859656</c:v>
                </c:pt>
                <c:pt idx="1207">
                  <c:v>211.99959864091511</c:v>
                </c:pt>
                <c:pt idx="1208">
                  <c:v>217.49060612141804</c:v>
                </c:pt>
                <c:pt idx="1209">
                  <c:v>223.33107280515398</c:v>
                </c:pt>
                <c:pt idx="1210">
                  <c:v>222.76363409891425</c:v>
                </c:pt>
                <c:pt idx="1211">
                  <c:v>224.0912330719886</c:v>
                </c:pt>
                <c:pt idx="1212">
                  <c:v>223.69333397919854</c:v>
                </c:pt>
                <c:pt idx="1213">
                  <c:v>225.34513421309401</c:v>
                </c:pt>
                <c:pt idx="1214">
                  <c:v>224.00438726999704</c:v>
                </c:pt>
                <c:pt idx="1215">
                  <c:v>221.82113224781847</c:v>
                </c:pt>
                <c:pt idx="1216">
                  <c:v>222.25951324830979</c:v>
                </c:pt>
                <c:pt idx="1217">
                  <c:v>225.64961351888121</c:v>
                </c:pt>
                <c:pt idx="1218">
                  <c:v>225.46830993225336</c:v>
                </c:pt>
                <c:pt idx="1219">
                  <c:v>225.58248967192358</c:v>
                </c:pt>
                <c:pt idx="1220">
                  <c:v>226.04509061719341</c:v>
                </c:pt>
                <c:pt idx="1221">
                  <c:v>224.75520555813137</c:v>
                </c:pt>
                <c:pt idx="1222">
                  <c:v>228.51587098381415</c:v>
                </c:pt>
                <c:pt idx="1223">
                  <c:v>228.09375194624556</c:v>
                </c:pt>
                <c:pt idx="1224">
                  <c:v>231.0783411413822</c:v>
                </c:pt>
                <c:pt idx="1225">
                  <c:v>231.9180812267748</c:v>
                </c:pt>
                <c:pt idx="1226">
                  <c:v>231.77725954784827</c:v>
                </c:pt>
                <c:pt idx="1227">
                  <c:v>228.82069628881248</c:v>
                </c:pt>
                <c:pt idx="1228">
                  <c:v>236.82504203890414</c:v>
                </c:pt>
                <c:pt idx="1229">
                  <c:v>247.61398944010406</c:v>
                </c:pt>
                <c:pt idx="1230">
                  <c:v>246.94344296895005</c:v>
                </c:pt>
                <c:pt idx="1231">
                  <c:v>244.58684234199944</c:v>
                </c:pt>
                <c:pt idx="1232">
                  <c:v>240.40751787085929</c:v>
                </c:pt>
                <c:pt idx="1233">
                  <c:v>241.13411621421506</c:v>
                </c:pt>
                <c:pt idx="1234">
                  <c:v>246.61301372232876</c:v>
                </c:pt>
                <c:pt idx="1235">
                  <c:v>245.61411399982006</c:v>
                </c:pt>
                <c:pt idx="1236">
                  <c:v>247.32715609408413</c:v>
                </c:pt>
                <c:pt idx="1237">
                  <c:v>246.9856548727069</c:v>
                </c:pt>
                <c:pt idx="1238">
                  <c:v>245.76323965981359</c:v>
                </c:pt>
                <c:pt idx="1239">
                  <c:v>247.01506480565226</c:v>
                </c:pt>
                <c:pt idx="1240">
                  <c:v>244.15849531863066</c:v>
                </c:pt>
                <c:pt idx="1241">
                  <c:v>238.01597132358538</c:v>
                </c:pt>
                <c:pt idx="1242">
                  <c:v>238.11250510348839</c:v>
                </c:pt>
                <c:pt idx="1243">
                  <c:v>241.17356012428291</c:v>
                </c:pt>
                <c:pt idx="1244">
                  <c:v>238.84083344289974</c:v>
                </c:pt>
                <c:pt idx="1245">
                  <c:v>239.86360711097578</c:v>
                </c:pt>
                <c:pt idx="1246">
                  <c:v>241.0531523988125</c:v>
                </c:pt>
                <c:pt idx="1247">
                  <c:v>240.36738196236917</c:v>
                </c:pt>
                <c:pt idx="1248">
                  <c:v>252.72958777653986</c:v>
                </c:pt>
                <c:pt idx="1249">
                  <c:v>257.43690704385193</c:v>
                </c:pt>
                <c:pt idx="1250">
                  <c:v>254.15095253582822</c:v>
                </c:pt>
                <c:pt idx="1251">
                  <c:v>255.76538485492253</c:v>
                </c:pt>
                <c:pt idx="1252">
                  <c:v>254.17448048218452</c:v>
                </c:pt>
                <c:pt idx="1253">
                  <c:v>256.51862513753468</c:v>
                </c:pt>
                <c:pt idx="1254">
                  <c:v>254.00978485769051</c:v>
                </c:pt>
                <c:pt idx="1255">
                  <c:v>252.727165782062</c:v>
                </c:pt>
                <c:pt idx="1256">
                  <c:v>256.66325280778358</c:v>
                </c:pt>
                <c:pt idx="1257">
                  <c:v>252.55312817886772</c:v>
                </c:pt>
                <c:pt idx="1258">
                  <c:v>252.80017161560875</c:v>
                </c:pt>
                <c:pt idx="1259">
                  <c:v>251.76251998145443</c:v>
                </c:pt>
                <c:pt idx="1260">
                  <c:v>253.53714993529817</c:v>
                </c:pt>
                <c:pt idx="1261">
                  <c:v>252.81850957379822</c:v>
                </c:pt>
                <c:pt idx="1262">
                  <c:v>258.27630113003346</c:v>
                </c:pt>
                <c:pt idx="1263">
                  <c:v>257.16149167179901</c:v>
                </c:pt>
                <c:pt idx="1264">
                  <c:v>264.66379256655296</c:v>
                </c:pt>
                <c:pt idx="1265">
                  <c:v>261.35223411690617</c:v>
                </c:pt>
                <c:pt idx="1266">
                  <c:v>261.93247479395745</c:v>
                </c:pt>
                <c:pt idx="1267">
                  <c:v>260.87821519766936</c:v>
                </c:pt>
                <c:pt idx="1268">
                  <c:v>262.9455604841221</c:v>
                </c:pt>
                <c:pt idx="1269">
                  <c:v>264.37107723394388</c:v>
                </c:pt>
                <c:pt idx="1270">
                  <c:v>261.40517199620786</c:v>
                </c:pt>
                <c:pt idx="1271">
                  <c:v>262.9562864596669</c:v>
                </c:pt>
                <c:pt idx="1272">
                  <c:v>266.26057892588005</c:v>
                </c:pt>
                <c:pt idx="1273">
                  <c:v>265.47273872215567</c:v>
                </c:pt>
                <c:pt idx="1274">
                  <c:v>263.16492398397327</c:v>
                </c:pt>
                <c:pt idx="1275">
                  <c:v>258.84823782601779</c:v>
                </c:pt>
                <c:pt idx="1276">
                  <c:v>263.86003639911706</c:v>
                </c:pt>
                <c:pt idx="1277">
                  <c:v>263.27529773232118</c:v>
                </c:pt>
                <c:pt idx="1278">
                  <c:v>260.1820647848923</c:v>
                </c:pt>
                <c:pt idx="1279">
                  <c:v>262.06153249970589</c:v>
                </c:pt>
                <c:pt idx="1280">
                  <c:v>261.17231452712286</c:v>
                </c:pt>
                <c:pt idx="1281">
                  <c:v>261.02457286397384</c:v>
                </c:pt>
                <c:pt idx="1282">
                  <c:v>259.61047408811908</c:v>
                </c:pt>
                <c:pt idx="1283">
                  <c:v>260.23154267208275</c:v>
                </c:pt>
                <c:pt idx="1284">
                  <c:v>258.21782726335385</c:v>
                </c:pt>
                <c:pt idx="1285">
                  <c:v>254.10701063601576</c:v>
                </c:pt>
                <c:pt idx="1286">
                  <c:v>256.05187220173138</c:v>
                </c:pt>
                <c:pt idx="1287">
                  <c:v>256.73072265395234</c:v>
                </c:pt>
                <c:pt idx="1288">
                  <c:v>255.95845241472853</c:v>
                </c:pt>
                <c:pt idx="1289">
                  <c:v>257.59122269201231</c:v>
                </c:pt>
                <c:pt idx="1290">
                  <c:v>255.66885107501952</c:v>
                </c:pt>
                <c:pt idx="1291">
                  <c:v>260.74223750769846</c:v>
                </c:pt>
                <c:pt idx="1292">
                  <c:v>259.50425233030467</c:v>
                </c:pt>
                <c:pt idx="1293">
                  <c:v>255.25088402798443</c:v>
                </c:pt>
                <c:pt idx="1294">
                  <c:v>247.83681293206655</c:v>
                </c:pt>
                <c:pt idx="1295">
                  <c:v>247.38182396944137</c:v>
                </c:pt>
                <c:pt idx="1296">
                  <c:v>249.30488758485635</c:v>
                </c:pt>
                <c:pt idx="1297">
                  <c:v>243.503172812766</c:v>
                </c:pt>
                <c:pt idx="1298">
                  <c:v>241.98562027278578</c:v>
                </c:pt>
                <c:pt idx="1299">
                  <c:v>240.43035381879329</c:v>
                </c:pt>
                <c:pt idx="1300">
                  <c:v>241.49464739220394</c:v>
                </c:pt>
                <c:pt idx="1301">
                  <c:v>242.49562310997933</c:v>
                </c:pt>
                <c:pt idx="1302">
                  <c:v>240.77358503622611</c:v>
                </c:pt>
                <c:pt idx="1303">
                  <c:v>242.52745503740255</c:v>
                </c:pt>
                <c:pt idx="1304">
                  <c:v>245.15220505297245</c:v>
                </c:pt>
                <c:pt idx="1305">
                  <c:v>243.91491187400095</c:v>
                </c:pt>
                <c:pt idx="1306">
                  <c:v>242.64336477312833</c:v>
                </c:pt>
                <c:pt idx="1307">
                  <c:v>242.74854853330936</c:v>
                </c:pt>
                <c:pt idx="1308">
                  <c:v>244.22804116006617</c:v>
                </c:pt>
                <c:pt idx="1309">
                  <c:v>242.32469949968512</c:v>
                </c:pt>
                <c:pt idx="1310">
                  <c:v>238.48756824834442</c:v>
                </c:pt>
                <c:pt idx="1311">
                  <c:v>232.33812426907664</c:v>
                </c:pt>
                <c:pt idx="1312">
                  <c:v>231.81012947290483</c:v>
                </c:pt>
                <c:pt idx="1313">
                  <c:v>230.90810952951028</c:v>
                </c:pt>
                <c:pt idx="1314">
                  <c:v>232.08796683943564</c:v>
                </c:pt>
                <c:pt idx="1315">
                  <c:v>233.30415406652872</c:v>
                </c:pt>
                <c:pt idx="1316">
                  <c:v>231.42191835802618</c:v>
                </c:pt>
                <c:pt idx="1317">
                  <c:v>232.19626459251671</c:v>
                </c:pt>
                <c:pt idx="1318">
                  <c:v>232.96991882858507</c:v>
                </c:pt>
                <c:pt idx="1319">
                  <c:v>232.36891819886654</c:v>
                </c:pt>
                <c:pt idx="1320">
                  <c:v>229.75005016988561</c:v>
                </c:pt>
                <c:pt idx="1321">
                  <c:v>229.76665813201947</c:v>
                </c:pt>
                <c:pt idx="1322">
                  <c:v>227.72560878561197</c:v>
                </c:pt>
                <c:pt idx="1323">
                  <c:v>229.86215391428911</c:v>
                </c:pt>
                <c:pt idx="1324">
                  <c:v>231.63263187759932</c:v>
                </c:pt>
                <c:pt idx="1325">
                  <c:v>230.67871205253653</c:v>
                </c:pt>
                <c:pt idx="1326">
                  <c:v>229.78395809257552</c:v>
                </c:pt>
                <c:pt idx="1327">
                  <c:v>227.91071836356215</c:v>
                </c:pt>
                <c:pt idx="1328">
                  <c:v>228.87571016338083</c:v>
                </c:pt>
                <c:pt idx="1329">
                  <c:v>229.20959940211335</c:v>
                </c:pt>
                <c:pt idx="1330">
                  <c:v>229.17188548810111</c:v>
                </c:pt>
                <c:pt idx="1331">
                  <c:v>232.98514279387442</c:v>
                </c:pt>
                <c:pt idx="1332">
                  <c:v>231.00187531572428</c:v>
                </c:pt>
                <c:pt idx="1333">
                  <c:v>231.39562241798092</c:v>
                </c:pt>
                <c:pt idx="1334">
                  <c:v>230.98734334885717</c:v>
                </c:pt>
                <c:pt idx="1335">
                  <c:v>232.60212166716258</c:v>
                </c:pt>
                <c:pt idx="1336">
                  <c:v>235.57598488675447</c:v>
                </c:pt>
                <c:pt idx="1337">
                  <c:v>234.0636223349411</c:v>
                </c:pt>
                <c:pt idx="1338">
                  <c:v>235.24659363776652</c:v>
                </c:pt>
                <c:pt idx="1339">
                  <c:v>234.45494744271983</c:v>
                </c:pt>
                <c:pt idx="1340">
                  <c:v>232.11495477790308</c:v>
                </c:pt>
                <c:pt idx="1341">
                  <c:v>227.02219238940137</c:v>
                </c:pt>
                <c:pt idx="1342">
                  <c:v>224.11130102623366</c:v>
                </c:pt>
                <c:pt idx="1343">
                  <c:v>224.9783750493049</c:v>
                </c:pt>
                <c:pt idx="1344">
                  <c:v>223.62309613934079</c:v>
                </c:pt>
                <c:pt idx="1345">
                  <c:v>228.96809195275031</c:v>
                </c:pt>
                <c:pt idx="1346">
                  <c:v>235.4441591873171</c:v>
                </c:pt>
                <c:pt idx="1347">
                  <c:v>243.37515310465093</c:v>
                </c:pt>
                <c:pt idx="1348">
                  <c:v>238.92110525987999</c:v>
                </c:pt>
                <c:pt idx="1349">
                  <c:v>238.95708917783668</c:v>
                </c:pt>
                <c:pt idx="1350">
                  <c:v>239.06780892539564</c:v>
                </c:pt>
                <c:pt idx="1351">
                  <c:v>241.52163533067147</c:v>
                </c:pt>
                <c:pt idx="1352">
                  <c:v>239.42142011916215</c:v>
                </c:pt>
                <c:pt idx="1353">
                  <c:v>240.83586489422802</c:v>
                </c:pt>
                <c:pt idx="1354">
                  <c:v>241.69498093544348</c:v>
                </c:pt>
                <c:pt idx="1355">
                  <c:v>241.75968278792323</c:v>
                </c:pt>
                <c:pt idx="1356">
                  <c:v>243.585520625013</c:v>
                </c:pt>
                <c:pt idx="1357">
                  <c:v>243.19454151644538</c:v>
                </c:pt>
                <c:pt idx="1358">
                  <c:v>245.15358904981696</c:v>
                </c:pt>
                <c:pt idx="1359">
                  <c:v>245.01311337010151</c:v>
                </c:pt>
                <c:pt idx="1360">
                  <c:v>249.97543405601036</c:v>
                </c:pt>
                <c:pt idx="1361">
                  <c:v>250.20932952272869</c:v>
                </c:pt>
                <c:pt idx="1362">
                  <c:v>255.13428229383638</c:v>
                </c:pt>
                <c:pt idx="1363">
                  <c:v>258.10952951027275</c:v>
                </c:pt>
                <c:pt idx="1364">
                  <c:v>258.21471327045373</c:v>
                </c:pt>
                <c:pt idx="1365">
                  <c:v>261.06263277719728</c:v>
                </c:pt>
                <c:pt idx="1366">
                  <c:v>261.02699485845176</c:v>
                </c:pt>
                <c:pt idx="1367">
                  <c:v>261.1757745192341</c:v>
                </c:pt>
                <c:pt idx="1368">
                  <c:v>260.66646368046287</c:v>
                </c:pt>
                <c:pt idx="1369">
                  <c:v>257.9822018005799</c:v>
                </c:pt>
                <c:pt idx="1370">
                  <c:v>258.3410029825132</c:v>
                </c:pt>
                <c:pt idx="1371">
                  <c:v>270.03854431211897</c:v>
                </c:pt>
                <c:pt idx="1372">
                  <c:v>269.26592807368399</c:v>
                </c:pt>
                <c:pt idx="1373">
                  <c:v>270.85856244247765</c:v>
                </c:pt>
                <c:pt idx="1374">
                  <c:v>276.87133673335228</c:v>
                </c:pt>
                <c:pt idx="1375">
                  <c:v>276.26860610757808</c:v>
                </c:pt>
                <c:pt idx="1376">
                  <c:v>275.22957047657934</c:v>
                </c:pt>
                <c:pt idx="1377">
                  <c:v>277.10869219218182</c:v>
                </c:pt>
                <c:pt idx="1378">
                  <c:v>277.59551308223018</c:v>
                </c:pt>
                <c:pt idx="1379">
                  <c:v>277.1834280217841</c:v>
                </c:pt>
                <c:pt idx="1380">
                  <c:v>283.5626154772367</c:v>
                </c:pt>
                <c:pt idx="1381">
                  <c:v>282.47444795825862</c:v>
                </c:pt>
                <c:pt idx="1382">
                  <c:v>282.17169864852707</c:v>
                </c:pt>
                <c:pt idx="1383">
                  <c:v>282.68896746915419</c:v>
                </c:pt>
                <c:pt idx="1384">
                  <c:v>281.708405704835</c:v>
                </c:pt>
                <c:pt idx="1385">
                  <c:v>274.93304915264798</c:v>
                </c:pt>
                <c:pt idx="1386">
                  <c:v>265.97616757433792</c:v>
                </c:pt>
                <c:pt idx="1387">
                  <c:v>267.27885460421146</c:v>
                </c:pt>
                <c:pt idx="1388">
                  <c:v>271.22739760153348</c:v>
                </c:pt>
                <c:pt idx="1389">
                  <c:v>266.06162937948505</c:v>
                </c:pt>
                <c:pt idx="1390">
                  <c:v>270.17901999183442</c:v>
                </c:pt>
                <c:pt idx="1391">
                  <c:v>270.63746894657083</c:v>
                </c:pt>
                <c:pt idx="1392">
                  <c:v>270.67414486294973</c:v>
                </c:pt>
                <c:pt idx="1393">
                  <c:v>274.93962313765923</c:v>
                </c:pt>
                <c:pt idx="1394">
                  <c:v>282.87684504079334</c:v>
                </c:pt>
                <c:pt idx="1395">
                  <c:v>285.35835138295886</c:v>
                </c:pt>
                <c:pt idx="1396">
                  <c:v>287.6831200824862</c:v>
                </c:pt>
                <c:pt idx="1397">
                  <c:v>287.66962611325243</c:v>
                </c:pt>
                <c:pt idx="1398">
                  <c:v>287.22224913327199</c:v>
                </c:pt>
                <c:pt idx="1399">
                  <c:v>284.34111370226077</c:v>
                </c:pt>
                <c:pt idx="1400">
                  <c:v>288.30107467354975</c:v>
                </c:pt>
                <c:pt idx="1401">
                  <c:v>288.6273519296376</c:v>
                </c:pt>
                <c:pt idx="1402">
                  <c:v>293.36857911963961</c:v>
                </c:pt>
                <c:pt idx="1403">
                  <c:v>294.73354600751509</c:v>
                </c:pt>
                <c:pt idx="1404">
                  <c:v>296.09090091274595</c:v>
                </c:pt>
                <c:pt idx="1405">
                  <c:v>297.39047394971936</c:v>
                </c:pt>
                <c:pt idx="1406">
                  <c:v>296.53031991087062</c:v>
                </c:pt>
                <c:pt idx="1407">
                  <c:v>293.75679023451823</c:v>
                </c:pt>
                <c:pt idx="1408">
                  <c:v>295.10030517130423</c:v>
                </c:pt>
                <c:pt idx="1409">
                  <c:v>292.22332173082646</c:v>
                </c:pt>
                <c:pt idx="1410">
                  <c:v>290.0791646195047</c:v>
                </c:pt>
                <c:pt idx="1411">
                  <c:v>295.0971911784041</c:v>
                </c:pt>
                <c:pt idx="1412">
                  <c:v>293.91456587478984</c:v>
                </c:pt>
                <c:pt idx="1413">
                  <c:v>298.61185116497933</c:v>
                </c:pt>
                <c:pt idx="1414">
                  <c:v>300.28821734286441</c:v>
                </c:pt>
                <c:pt idx="1415">
                  <c:v>299.99965400078889</c:v>
                </c:pt>
                <c:pt idx="1416">
                  <c:v>300.43111501705778</c:v>
                </c:pt>
                <c:pt idx="1417">
                  <c:v>291.2572919333744</c:v>
                </c:pt>
                <c:pt idx="1418">
                  <c:v>290.26289020061034</c:v>
                </c:pt>
                <c:pt idx="1419">
                  <c:v>292.05378211737678</c:v>
                </c:pt>
                <c:pt idx="1420">
                  <c:v>290.55249154031924</c:v>
                </c:pt>
                <c:pt idx="1421">
                  <c:v>292.32746749337412</c:v>
                </c:pt>
                <c:pt idx="1422">
                  <c:v>290.3691119584247</c:v>
                </c:pt>
                <c:pt idx="1423">
                  <c:v>291.75276280370082</c:v>
                </c:pt>
                <c:pt idx="1424">
                  <c:v>292.80252441024436</c:v>
                </c:pt>
                <c:pt idx="1425">
                  <c:v>290.26635019272157</c:v>
                </c:pt>
                <c:pt idx="1426">
                  <c:v>293.64814648222603</c:v>
                </c:pt>
                <c:pt idx="1427">
                  <c:v>288.99653308790454</c:v>
                </c:pt>
                <c:pt idx="1428">
                  <c:v>290.03383872284775</c:v>
                </c:pt>
                <c:pt idx="1429">
                  <c:v>291.95828633510718</c:v>
                </c:pt>
                <c:pt idx="1430">
                  <c:v>293.32117722771596</c:v>
                </c:pt>
                <c:pt idx="1431">
                  <c:v>294.94875751683287</c:v>
                </c:pt>
                <c:pt idx="1432">
                  <c:v>291.25383194126317</c:v>
                </c:pt>
                <c:pt idx="1433">
                  <c:v>292.96237604578261</c:v>
                </c:pt>
                <c:pt idx="1434">
                  <c:v>296.67875357244185</c:v>
                </c:pt>
                <c:pt idx="1435">
                  <c:v>295.6999218041783</c:v>
                </c:pt>
                <c:pt idx="1436">
                  <c:v>292.23577770242684</c:v>
                </c:pt>
                <c:pt idx="1437">
                  <c:v>295.72102775605674</c:v>
                </c:pt>
                <c:pt idx="1438">
                  <c:v>291.37631566200031</c:v>
                </c:pt>
                <c:pt idx="1439">
                  <c:v>287.61322824183958</c:v>
                </c:pt>
                <c:pt idx="1440">
                  <c:v>285.37184535219262</c:v>
                </c:pt>
                <c:pt idx="1441">
                  <c:v>292.17626583811386</c:v>
                </c:pt>
                <c:pt idx="1442">
                  <c:v>291.60709713581855</c:v>
                </c:pt>
                <c:pt idx="1443">
                  <c:v>290.90817872935253</c:v>
                </c:pt>
                <c:pt idx="1444">
                  <c:v>292.06070210159925</c:v>
                </c:pt>
                <c:pt idx="1445">
                  <c:v>290.85697084610644</c:v>
                </c:pt>
                <c:pt idx="1446">
                  <c:v>288.34605457099559</c:v>
                </c:pt>
                <c:pt idx="1447">
                  <c:v>279.61960846729272</c:v>
                </c:pt>
                <c:pt idx="1448">
                  <c:v>279.80022005549824</c:v>
                </c:pt>
                <c:pt idx="1449">
                  <c:v>279.7182182424624</c:v>
                </c:pt>
                <c:pt idx="1450">
                  <c:v>279.73759419828525</c:v>
                </c:pt>
                <c:pt idx="1451">
                  <c:v>290.91267671909708</c:v>
                </c:pt>
                <c:pt idx="1452">
                  <c:v>288.92594924883571</c:v>
                </c:pt>
                <c:pt idx="1453">
                  <c:v>290.98637455106604</c:v>
                </c:pt>
                <c:pt idx="1454">
                  <c:v>294.72420402881482</c:v>
                </c:pt>
                <c:pt idx="1455">
                  <c:v>294.85741372509671</c:v>
                </c:pt>
                <c:pt idx="1456">
                  <c:v>293.19627151250091</c:v>
                </c:pt>
                <c:pt idx="1457">
                  <c:v>293.34401317564993</c:v>
                </c:pt>
                <c:pt idx="1458">
                  <c:v>286.53267270550623</c:v>
                </c:pt>
                <c:pt idx="1459">
                  <c:v>288.89792331273486</c:v>
                </c:pt>
                <c:pt idx="1460">
                  <c:v>290.3127140870119</c:v>
                </c:pt>
                <c:pt idx="1461">
                  <c:v>299.8574483250178</c:v>
                </c:pt>
                <c:pt idx="1462">
                  <c:v>301.83690981184566</c:v>
                </c:pt>
                <c:pt idx="1463">
                  <c:v>305.07407843110116</c:v>
                </c:pt>
                <c:pt idx="1464">
                  <c:v>304.60870949214234</c:v>
                </c:pt>
                <c:pt idx="1465">
                  <c:v>297.34307205779572</c:v>
                </c:pt>
                <c:pt idx="1466">
                  <c:v>298.57136925727809</c:v>
                </c:pt>
                <c:pt idx="1467">
                  <c:v>301.34455293441931</c:v>
                </c:pt>
                <c:pt idx="1468">
                  <c:v>302.78356365347486</c:v>
                </c:pt>
                <c:pt idx="1469">
                  <c:v>304.12811658789417</c:v>
                </c:pt>
                <c:pt idx="1470">
                  <c:v>310.05958106415517</c:v>
                </c:pt>
                <c:pt idx="1471">
                  <c:v>309.4343604896581</c:v>
                </c:pt>
                <c:pt idx="1472">
                  <c:v>310.23673266024952</c:v>
                </c:pt>
                <c:pt idx="1473">
                  <c:v>312.78155685805035</c:v>
                </c:pt>
                <c:pt idx="1474">
                  <c:v>313.82370648194922</c:v>
                </c:pt>
                <c:pt idx="1475">
                  <c:v>316.25469693929097</c:v>
                </c:pt>
                <c:pt idx="1476">
                  <c:v>318.29021029832052</c:v>
                </c:pt>
                <c:pt idx="1477">
                  <c:v>315.92219169740292</c:v>
                </c:pt>
                <c:pt idx="1478">
                  <c:v>314.26243348165167</c:v>
                </c:pt>
                <c:pt idx="1479">
                  <c:v>315.04508369720918</c:v>
                </c:pt>
                <c:pt idx="1480">
                  <c:v>311.08235473223118</c:v>
                </c:pt>
                <c:pt idx="1481">
                  <c:v>302.89497539945614</c:v>
                </c:pt>
                <c:pt idx="1482">
                  <c:v>303.29149049540166</c:v>
                </c:pt>
                <c:pt idx="1483">
                  <c:v>302.18809901113428</c:v>
                </c:pt>
                <c:pt idx="1484">
                  <c:v>302.15592108449994</c:v>
                </c:pt>
                <c:pt idx="1485">
                  <c:v>302.55139818281214</c:v>
                </c:pt>
                <c:pt idx="1486">
                  <c:v>304.28174023763222</c:v>
                </c:pt>
                <c:pt idx="1487">
                  <c:v>299.89689223508572</c:v>
                </c:pt>
                <c:pt idx="1488">
                  <c:v>300.14116767813766</c:v>
                </c:pt>
                <c:pt idx="1489">
                  <c:v>306.91341023742467</c:v>
                </c:pt>
                <c:pt idx="1490">
                  <c:v>302.58703610155771</c:v>
                </c:pt>
                <c:pt idx="1491">
                  <c:v>302.22927291725779</c:v>
                </c:pt>
                <c:pt idx="1492">
                  <c:v>300.16019763474941</c:v>
                </c:pt>
                <c:pt idx="1493">
                  <c:v>301.94832155782689</c:v>
                </c:pt>
                <c:pt idx="1494">
                  <c:v>298.43435356967387</c:v>
                </c:pt>
                <c:pt idx="1495">
                  <c:v>308.69703617075754</c:v>
                </c:pt>
                <c:pt idx="1496">
                  <c:v>304.4730778013826</c:v>
                </c:pt>
                <c:pt idx="1497">
                  <c:v>297.98282459915993</c:v>
                </c:pt>
                <c:pt idx="1498">
                  <c:v>300.33596523399927</c:v>
                </c:pt>
                <c:pt idx="1499">
                  <c:v>298.86616058515386</c:v>
                </c:pt>
                <c:pt idx="1500">
                  <c:v>290.86216083427325</c:v>
                </c:pt>
                <c:pt idx="1501">
                  <c:v>291.97351030039658</c:v>
                </c:pt>
                <c:pt idx="1502">
                  <c:v>288.54915610792403</c:v>
                </c:pt>
                <c:pt idx="1503">
                  <c:v>294.72697202250379</c:v>
                </c:pt>
                <c:pt idx="1504">
                  <c:v>299.9934260149887</c:v>
                </c:pt>
                <c:pt idx="1505">
                  <c:v>301.18608529572549</c:v>
                </c:pt>
                <c:pt idx="1506">
                  <c:v>291.05938038461272</c:v>
                </c:pt>
                <c:pt idx="1507">
                  <c:v>289.39823817201699</c:v>
                </c:pt>
                <c:pt idx="1508">
                  <c:v>296.96766291372853</c:v>
                </c:pt>
                <c:pt idx="1509">
                  <c:v>293.59174861081317</c:v>
                </c:pt>
                <c:pt idx="1510">
                  <c:v>295.22555688573033</c:v>
                </c:pt>
                <c:pt idx="1511">
                  <c:v>290.84935886346182</c:v>
                </c:pt>
                <c:pt idx="1512">
                  <c:v>292.81394238421137</c:v>
                </c:pt>
                <c:pt idx="1513">
                  <c:v>296.59190777045029</c:v>
                </c:pt>
                <c:pt idx="1514">
                  <c:v>296.7863593271008</c:v>
                </c:pt>
                <c:pt idx="1515">
                  <c:v>297.70429523420688</c:v>
                </c:pt>
                <c:pt idx="1516">
                  <c:v>297.01714080091904</c:v>
                </c:pt>
                <c:pt idx="1517">
                  <c:v>294.76745393020508</c:v>
                </c:pt>
                <c:pt idx="1518">
                  <c:v>290.41997384245968</c:v>
                </c:pt>
                <c:pt idx="1519">
                  <c:v>288.79170155492045</c:v>
                </c:pt>
                <c:pt idx="1520">
                  <c:v>285.90295414126456</c:v>
                </c:pt>
                <c:pt idx="1521">
                  <c:v>285.87250621068586</c:v>
                </c:pt>
                <c:pt idx="1522">
                  <c:v>284.2258959649572</c:v>
                </c:pt>
                <c:pt idx="1523">
                  <c:v>286.93264779356304</c:v>
                </c:pt>
                <c:pt idx="1524">
                  <c:v>283.19516431502535</c:v>
                </c:pt>
                <c:pt idx="1525">
                  <c:v>282.79172923485731</c:v>
                </c:pt>
                <c:pt idx="1526">
                  <c:v>280.56764630576646</c:v>
                </c:pt>
                <c:pt idx="1527">
                  <c:v>272.96984962874285</c:v>
                </c:pt>
                <c:pt idx="1528">
                  <c:v>270.78797860340882</c:v>
                </c:pt>
                <c:pt idx="1529">
                  <c:v>269.510203516736</c:v>
                </c:pt>
                <c:pt idx="1530">
                  <c:v>258.24204720813236</c:v>
                </c:pt>
                <c:pt idx="1531">
                  <c:v>260.29140053560678</c:v>
                </c:pt>
                <c:pt idx="1532">
                  <c:v>257.95590586053459</c:v>
                </c:pt>
                <c:pt idx="1533">
                  <c:v>263.4597153118491</c:v>
                </c:pt>
                <c:pt idx="1534">
                  <c:v>263.96487416008694</c:v>
                </c:pt>
                <c:pt idx="1535">
                  <c:v>261.71691728542856</c:v>
                </c:pt>
                <c:pt idx="1536">
                  <c:v>260.49865406306878</c:v>
                </c:pt>
                <c:pt idx="1537">
                  <c:v>258.80810191752761</c:v>
                </c:pt>
                <c:pt idx="1538">
                  <c:v>251.26912510639477</c:v>
                </c:pt>
                <c:pt idx="1539">
                  <c:v>249.96713007494344</c:v>
                </c:pt>
                <c:pt idx="1540">
                  <c:v>250.06885384301322</c:v>
                </c:pt>
                <c:pt idx="1541">
                  <c:v>253.40532423586075</c:v>
                </c:pt>
                <c:pt idx="1542">
                  <c:v>250.66604848140946</c:v>
                </c:pt>
                <c:pt idx="1543">
                  <c:v>253.80183933180635</c:v>
                </c:pt>
                <c:pt idx="1544">
                  <c:v>253.98279691922303</c:v>
                </c:pt>
                <c:pt idx="1545">
                  <c:v>257.54139880561075</c:v>
                </c:pt>
                <c:pt idx="1546">
                  <c:v>260.93115307697099</c:v>
                </c:pt>
                <c:pt idx="1547">
                  <c:v>258.36937491782516</c:v>
                </c:pt>
                <c:pt idx="1548">
                  <c:v>259.8336435792927</c:v>
                </c:pt>
                <c:pt idx="1549">
                  <c:v>255.2515760264067</c:v>
                </c:pt>
              </c:numCache>
            </c:numRef>
          </c:val>
          <c:smooth val="0"/>
          <c:extLst>
            <c:ext xmlns:c16="http://schemas.microsoft.com/office/drawing/2014/chart" uri="{C3380CC4-5D6E-409C-BE32-E72D297353CC}">
              <c16:uniqueId val="{00000000-C9F5-7A4A-B402-9C2ABB2F5BCB}"/>
            </c:ext>
          </c:extLst>
        </c:ser>
        <c:ser>
          <c:idx val="1"/>
          <c:order val="1"/>
          <c:tx>
            <c:strRef>
              <c:f>'Sectoral Data'!$BR$4</c:f>
              <c:strCache>
                <c:ptCount val="1"/>
                <c:pt idx="0">
                  <c:v>NIFTY Bank</c:v>
                </c:pt>
              </c:strCache>
            </c:strRef>
          </c:tx>
          <c:spPr>
            <a:ln w="12700" cap="rnd">
              <a:solidFill>
                <a:schemeClr val="bg1">
                  <a:lumMod val="50000"/>
                </a:schemeClr>
              </a:solidFill>
              <a:round/>
            </a:ln>
            <a:effectLst>
              <a:outerShdw blurRad="50800" dist="38100" dir="2700000" algn="tl" rotWithShape="0">
                <a:prstClr val="black">
                  <a:alpha val="40000"/>
                </a:prstClr>
              </a:outerShdw>
            </a:effectLst>
          </c:spPr>
          <c:marker>
            <c:symbol val="none"/>
          </c:marker>
          <c:cat>
            <c:numRef>
              <c:f>'Sectoral Data'!$BP$5:$BP$1554</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'Sectoral Data'!$BR$5:$BR$1554</c:f>
              <c:numCache>
                <c:formatCode>_(* #,##0_);_(* \(#,##0\);_(* "-"??_);_(@_)</c:formatCode>
                <c:ptCount val="1550"/>
                <c:pt idx="0">
                  <c:v>100</c:v>
                </c:pt>
                <c:pt idx="1">
                  <c:v>99.205254012061744</c:v>
                </c:pt>
                <c:pt idx="2">
                  <c:v>98.420912369854392</c:v>
                </c:pt>
                <c:pt idx="3">
                  <c:v>99.279362158846979</c:v>
                </c:pt>
                <c:pt idx="4">
                  <c:v>99.679290606153529</c:v>
                </c:pt>
                <c:pt idx="5">
                  <c:v>100.42749083687445</c:v>
                </c:pt>
                <c:pt idx="6">
                  <c:v>101.19741242096347</c:v>
                </c:pt>
                <c:pt idx="7">
                  <c:v>100.49703567412858</c:v>
                </c:pt>
                <c:pt idx="8">
                  <c:v>100.22451482893064</c:v>
                </c:pt>
                <c:pt idx="9">
                  <c:v>99.473759144872304</c:v>
                </c:pt>
                <c:pt idx="10">
                  <c:v>100.0304829076678</c:v>
                </c:pt>
                <c:pt idx="11">
                  <c:v>100.33330412815234</c:v>
                </c:pt>
                <c:pt idx="12">
                  <c:v>100.49776580365358</c:v>
                </c:pt>
                <c:pt idx="13">
                  <c:v>100.23473664228032</c:v>
                </c:pt>
                <c:pt idx="14">
                  <c:v>100.51547144463426</c:v>
                </c:pt>
                <c:pt idx="15">
                  <c:v>100.32801068909625</c:v>
                </c:pt>
                <c:pt idx="16">
                  <c:v>99.482885763934519</c:v>
                </c:pt>
                <c:pt idx="17">
                  <c:v>99.540018399264028</c:v>
                </c:pt>
                <c:pt idx="18">
                  <c:v>98.988405543143344</c:v>
                </c:pt>
                <c:pt idx="19">
                  <c:v>97.300893678538571</c:v>
                </c:pt>
                <c:pt idx="20">
                  <c:v>97.010119595216196</c:v>
                </c:pt>
                <c:pt idx="21">
                  <c:v>97.930447861450617</c:v>
                </c:pt>
                <c:pt idx="22">
                  <c:v>99.646069712767044</c:v>
                </c:pt>
                <c:pt idx="23">
                  <c:v>98.881259035352869</c:v>
                </c:pt>
                <c:pt idx="24">
                  <c:v>99.248696718797902</c:v>
                </c:pt>
                <c:pt idx="25">
                  <c:v>99.559366831675931</c:v>
                </c:pt>
                <c:pt idx="26">
                  <c:v>100.03632394386763</c:v>
                </c:pt>
                <c:pt idx="27">
                  <c:v>99.980834099969329</c:v>
                </c:pt>
                <c:pt idx="28">
                  <c:v>99.642236532760904</c:v>
                </c:pt>
                <c:pt idx="29">
                  <c:v>99.399103400943318</c:v>
                </c:pt>
                <c:pt idx="30">
                  <c:v>98.606730333961238</c:v>
                </c:pt>
                <c:pt idx="31">
                  <c:v>98.149121654181442</c:v>
                </c:pt>
                <c:pt idx="32">
                  <c:v>98.460156831821948</c:v>
                </c:pt>
                <c:pt idx="33">
                  <c:v>97.816365123172844</c:v>
                </c:pt>
                <c:pt idx="34">
                  <c:v>97.305274455688433</c:v>
                </c:pt>
                <c:pt idx="35">
                  <c:v>97.416984273010016</c:v>
                </c:pt>
                <c:pt idx="36">
                  <c:v>98.405032052686138</c:v>
                </c:pt>
                <c:pt idx="37">
                  <c:v>98.758779807537849</c:v>
                </c:pt>
                <c:pt idx="38">
                  <c:v>98.083957594077191</c:v>
                </c:pt>
                <c:pt idx="39">
                  <c:v>99.148851506257202</c:v>
                </c:pt>
                <c:pt idx="40">
                  <c:v>98.395722901242678</c:v>
                </c:pt>
                <c:pt idx="41">
                  <c:v>97.834800893678533</c:v>
                </c:pt>
                <c:pt idx="42">
                  <c:v>97.80048480600459</c:v>
                </c:pt>
                <c:pt idx="43">
                  <c:v>98.727749302726309</c:v>
                </c:pt>
                <c:pt idx="44">
                  <c:v>100.59012718856324</c:v>
                </c:pt>
                <c:pt idx="45">
                  <c:v>100.85151355850527</c:v>
                </c:pt>
                <c:pt idx="46">
                  <c:v>101.35877104598354</c:v>
                </c:pt>
                <c:pt idx="47">
                  <c:v>101.34854923263386</c:v>
                </c:pt>
                <c:pt idx="48">
                  <c:v>102.09638439859231</c:v>
                </c:pt>
                <c:pt idx="49">
                  <c:v>103.83792584804543</c:v>
                </c:pt>
                <c:pt idx="50">
                  <c:v>105.44640119157138</c:v>
                </c:pt>
                <c:pt idx="51">
                  <c:v>105.58804631941705</c:v>
                </c:pt>
                <c:pt idx="52">
                  <c:v>107.26132065828477</c:v>
                </c:pt>
                <c:pt idx="53">
                  <c:v>108.04493217096712</c:v>
                </c:pt>
                <c:pt idx="54">
                  <c:v>108.67193090054175</c:v>
                </c:pt>
                <c:pt idx="55">
                  <c:v>108.90685007520334</c:v>
                </c:pt>
                <c:pt idx="56">
                  <c:v>107.99528336326864</c:v>
                </c:pt>
                <c:pt idx="57">
                  <c:v>106.89534323388969</c:v>
                </c:pt>
                <c:pt idx="58">
                  <c:v>109.08919992406653</c:v>
                </c:pt>
                <c:pt idx="59">
                  <c:v>109.59171156963245</c:v>
                </c:pt>
                <c:pt idx="60">
                  <c:v>111.05470860530657</c:v>
                </c:pt>
                <c:pt idx="61">
                  <c:v>111.07752515296212</c:v>
                </c:pt>
                <c:pt idx="62">
                  <c:v>110.71136519618581</c:v>
                </c:pt>
                <c:pt idx="63">
                  <c:v>110.81267066777644</c:v>
                </c:pt>
                <c:pt idx="64">
                  <c:v>109.86003417006177</c:v>
                </c:pt>
                <c:pt idx="65">
                  <c:v>109.17225215753274</c:v>
                </c:pt>
                <c:pt idx="66">
                  <c:v>109.82845606810648</c:v>
                </c:pt>
                <c:pt idx="67">
                  <c:v>108.95467355908937</c:v>
                </c:pt>
                <c:pt idx="68">
                  <c:v>109.93505497875321</c:v>
                </c:pt>
                <c:pt idx="69">
                  <c:v>108.80207648836904</c:v>
                </c:pt>
                <c:pt idx="70">
                  <c:v>108.73855521969595</c:v>
                </c:pt>
                <c:pt idx="71">
                  <c:v>109.29509645011024</c:v>
                </c:pt>
                <c:pt idx="72">
                  <c:v>109.9000087615543</c:v>
                </c:pt>
                <c:pt idx="73">
                  <c:v>111.45920036214423</c:v>
                </c:pt>
                <c:pt idx="74">
                  <c:v>110.33498342605978</c:v>
                </c:pt>
                <c:pt idx="75">
                  <c:v>108.38024415531315</c:v>
                </c:pt>
                <c:pt idx="76">
                  <c:v>107.61999678743008</c:v>
                </c:pt>
                <c:pt idx="77">
                  <c:v>109.01125859727514</c:v>
                </c:pt>
                <c:pt idx="78">
                  <c:v>107.91807216600225</c:v>
                </c:pt>
                <c:pt idx="79">
                  <c:v>109.56871248959565</c:v>
                </c:pt>
                <c:pt idx="80">
                  <c:v>108.66079642528584</c:v>
                </c:pt>
                <c:pt idx="81">
                  <c:v>108.4556300287671</c:v>
                </c:pt>
                <c:pt idx="82">
                  <c:v>109.3520465530585</c:v>
                </c:pt>
                <c:pt idx="83">
                  <c:v>108.1265241453834</c:v>
                </c:pt>
                <c:pt idx="84">
                  <c:v>106.9208977672639</c:v>
                </c:pt>
                <c:pt idx="85">
                  <c:v>105.84833749507163</c:v>
                </c:pt>
                <c:pt idx="86">
                  <c:v>105.44749638585884</c:v>
                </c:pt>
                <c:pt idx="87">
                  <c:v>106.01663235057899</c:v>
                </c:pt>
                <c:pt idx="88">
                  <c:v>104.62737839692761</c:v>
                </c:pt>
                <c:pt idx="89">
                  <c:v>105.24525050744002</c:v>
                </c:pt>
                <c:pt idx="90">
                  <c:v>104.46857522524495</c:v>
                </c:pt>
                <c:pt idx="91">
                  <c:v>105.34053241044961</c:v>
                </c:pt>
                <c:pt idx="92">
                  <c:v>107.51212015011463</c:v>
                </c:pt>
                <c:pt idx="93">
                  <c:v>112.29282574728757</c:v>
                </c:pt>
                <c:pt idx="94">
                  <c:v>110.64528847417532</c:v>
                </c:pt>
                <c:pt idx="95">
                  <c:v>111.44258991545099</c:v>
                </c:pt>
                <c:pt idx="96">
                  <c:v>111.01290869000159</c:v>
                </c:pt>
                <c:pt idx="97">
                  <c:v>113.94602152421838</c:v>
                </c:pt>
                <c:pt idx="98">
                  <c:v>115.53441830580743</c:v>
                </c:pt>
                <c:pt idx="99">
                  <c:v>115.35279858646923</c:v>
                </c:pt>
                <c:pt idx="100">
                  <c:v>114.24902527708414</c:v>
                </c:pt>
                <c:pt idx="101">
                  <c:v>115.13083921087599</c:v>
                </c:pt>
                <c:pt idx="102">
                  <c:v>114.54052948993152</c:v>
                </c:pt>
                <c:pt idx="103">
                  <c:v>115.55632219155679</c:v>
                </c:pt>
                <c:pt idx="104">
                  <c:v>115.32049035498898</c:v>
                </c:pt>
                <c:pt idx="105">
                  <c:v>112.64949402023919</c:v>
                </c:pt>
                <c:pt idx="106">
                  <c:v>113.41302697098466</c:v>
                </c:pt>
                <c:pt idx="107">
                  <c:v>113.29419839079453</c:v>
                </c:pt>
                <c:pt idx="108">
                  <c:v>114.13914078357502</c:v>
                </c:pt>
                <c:pt idx="109">
                  <c:v>113.04485915801463</c:v>
                </c:pt>
                <c:pt idx="110">
                  <c:v>113.08282589331347</c:v>
                </c:pt>
                <c:pt idx="111">
                  <c:v>111.76220411500999</c:v>
                </c:pt>
                <c:pt idx="112">
                  <c:v>110.51696821016048</c:v>
                </c:pt>
                <c:pt idx="113">
                  <c:v>110.80080606299556</c:v>
                </c:pt>
                <c:pt idx="114">
                  <c:v>110.84132825163182</c:v>
                </c:pt>
                <c:pt idx="115">
                  <c:v>112.37094960646017</c:v>
                </c:pt>
                <c:pt idx="116">
                  <c:v>111.81331318175842</c:v>
                </c:pt>
                <c:pt idx="117">
                  <c:v>111.71730114922387</c:v>
                </c:pt>
                <c:pt idx="118">
                  <c:v>112.61170981732158</c:v>
                </c:pt>
                <c:pt idx="119">
                  <c:v>113.76275901344897</c:v>
                </c:pt>
                <c:pt idx="120">
                  <c:v>114.15392590645578</c:v>
                </c:pt>
                <c:pt idx="121">
                  <c:v>113.5541245016866</c:v>
                </c:pt>
                <c:pt idx="122">
                  <c:v>114.52884741753186</c:v>
                </c:pt>
                <c:pt idx="123">
                  <c:v>114.20430484367925</c:v>
                </c:pt>
                <c:pt idx="124">
                  <c:v>114.56571895854324</c:v>
                </c:pt>
                <c:pt idx="125">
                  <c:v>114.892634453352</c:v>
                </c:pt>
                <c:pt idx="126">
                  <c:v>114.90705451147032</c:v>
                </c:pt>
                <c:pt idx="127">
                  <c:v>111.72387231494866</c:v>
                </c:pt>
                <c:pt idx="128">
                  <c:v>111.59719484236503</c:v>
                </c:pt>
                <c:pt idx="129">
                  <c:v>111.42543187161402</c:v>
                </c:pt>
                <c:pt idx="130">
                  <c:v>112.13530030227361</c:v>
                </c:pt>
                <c:pt idx="131">
                  <c:v>111.71511076064893</c:v>
                </c:pt>
                <c:pt idx="132">
                  <c:v>111.14743505497874</c:v>
                </c:pt>
                <c:pt idx="133">
                  <c:v>111.6032184109461</c:v>
                </c:pt>
                <c:pt idx="134">
                  <c:v>112.20448007476527</c:v>
                </c:pt>
                <c:pt idx="135">
                  <c:v>111.09139761393669</c:v>
                </c:pt>
                <c:pt idx="136">
                  <c:v>108.68105751960397</c:v>
                </c:pt>
                <c:pt idx="137">
                  <c:v>106.90903316248301</c:v>
                </c:pt>
                <c:pt idx="138">
                  <c:v>106.33642908251923</c:v>
                </c:pt>
                <c:pt idx="139">
                  <c:v>105.69446269768257</c:v>
                </c:pt>
                <c:pt idx="140">
                  <c:v>106.02594150202245</c:v>
                </c:pt>
                <c:pt idx="141">
                  <c:v>107.05633679414728</c:v>
                </c:pt>
                <c:pt idx="142">
                  <c:v>106.94900775397555</c:v>
                </c:pt>
                <c:pt idx="143">
                  <c:v>105.10798615674419</c:v>
                </c:pt>
                <c:pt idx="144">
                  <c:v>105.41610081628481</c:v>
                </c:pt>
                <c:pt idx="145">
                  <c:v>103.55883383712271</c:v>
                </c:pt>
                <c:pt idx="146">
                  <c:v>102.96633372760327</c:v>
                </c:pt>
                <c:pt idx="147">
                  <c:v>100.93328806530278</c:v>
                </c:pt>
                <c:pt idx="148">
                  <c:v>102.29881280939237</c:v>
                </c:pt>
                <c:pt idx="149">
                  <c:v>101.13042303704675</c:v>
                </c:pt>
                <c:pt idx="150">
                  <c:v>102.6213475270513</c:v>
                </c:pt>
                <c:pt idx="151">
                  <c:v>103.79484820607176</c:v>
                </c:pt>
                <c:pt idx="152">
                  <c:v>101.2291730553</c:v>
                </c:pt>
                <c:pt idx="153">
                  <c:v>102.28822593128019</c:v>
                </c:pt>
                <c:pt idx="154">
                  <c:v>103.01032403148318</c:v>
                </c:pt>
                <c:pt idx="155">
                  <c:v>102.89751901987412</c:v>
                </c:pt>
                <c:pt idx="156">
                  <c:v>102.15406463106555</c:v>
                </c:pt>
                <c:pt idx="157">
                  <c:v>101.19248404666988</c:v>
                </c:pt>
                <c:pt idx="158">
                  <c:v>98.692338020764879</c:v>
                </c:pt>
                <c:pt idx="159">
                  <c:v>98.416531592704544</c:v>
                </c:pt>
                <c:pt idx="160">
                  <c:v>102.0405294899315</c:v>
                </c:pt>
                <c:pt idx="161">
                  <c:v>102.67866269476204</c:v>
                </c:pt>
                <c:pt idx="162">
                  <c:v>101.50370175669164</c:v>
                </c:pt>
                <c:pt idx="163">
                  <c:v>99.681663527109706</c:v>
                </c:pt>
                <c:pt idx="164">
                  <c:v>100.12941545830229</c:v>
                </c:pt>
                <c:pt idx="165">
                  <c:v>97.925519487157018</c:v>
                </c:pt>
                <c:pt idx="166">
                  <c:v>99.019618580336143</c:v>
                </c:pt>
                <c:pt idx="167">
                  <c:v>98.27433886771513</c:v>
                </c:pt>
                <c:pt idx="168">
                  <c:v>99.472481418203586</c:v>
                </c:pt>
                <c:pt idx="169">
                  <c:v>100.40978519589375</c:v>
                </c:pt>
                <c:pt idx="170">
                  <c:v>101.40111855843226</c:v>
                </c:pt>
                <c:pt idx="171">
                  <c:v>101.55554095296505</c:v>
                </c:pt>
                <c:pt idx="172">
                  <c:v>102.57863494984009</c:v>
                </c:pt>
                <c:pt idx="173">
                  <c:v>101.68878959127348</c:v>
                </c:pt>
                <c:pt idx="174">
                  <c:v>99.048458696572766</c:v>
                </c:pt>
                <c:pt idx="175">
                  <c:v>99.197770184430723</c:v>
                </c:pt>
                <c:pt idx="176">
                  <c:v>97.682751420101923</c:v>
                </c:pt>
                <c:pt idx="177">
                  <c:v>105.8014266730918</c:v>
                </c:pt>
                <c:pt idx="178">
                  <c:v>111.5864254318716</c:v>
                </c:pt>
                <c:pt idx="179">
                  <c:v>110.18786232677675</c:v>
                </c:pt>
                <c:pt idx="180">
                  <c:v>108.008243162337</c:v>
                </c:pt>
                <c:pt idx="181">
                  <c:v>109.52892043048436</c:v>
                </c:pt>
                <c:pt idx="182">
                  <c:v>109.06912136212965</c:v>
                </c:pt>
                <c:pt idx="183">
                  <c:v>106.24534542427826</c:v>
                </c:pt>
                <c:pt idx="184">
                  <c:v>104.86667834873906</c:v>
                </c:pt>
                <c:pt idx="185">
                  <c:v>103.72986667834874</c:v>
                </c:pt>
                <c:pt idx="186">
                  <c:v>101.23921233626845</c:v>
                </c:pt>
                <c:pt idx="187">
                  <c:v>101.36954045647697</c:v>
                </c:pt>
                <c:pt idx="188">
                  <c:v>105.08699493290108</c:v>
                </c:pt>
                <c:pt idx="189">
                  <c:v>102.2672347074371</c:v>
                </c:pt>
                <c:pt idx="190">
                  <c:v>102.37328602094011</c:v>
                </c:pt>
                <c:pt idx="191">
                  <c:v>102.88236883223082</c:v>
                </c:pt>
                <c:pt idx="192">
                  <c:v>104.24460799345803</c:v>
                </c:pt>
                <c:pt idx="193">
                  <c:v>104.18510243717233</c:v>
                </c:pt>
                <c:pt idx="194">
                  <c:v>105.83026678932843</c:v>
                </c:pt>
                <c:pt idx="195">
                  <c:v>106.30777149866387</c:v>
                </c:pt>
                <c:pt idx="196">
                  <c:v>107.36974489274398</c:v>
                </c:pt>
                <c:pt idx="197">
                  <c:v>107.54661877016983</c:v>
                </c:pt>
                <c:pt idx="198">
                  <c:v>106.26286853287772</c:v>
                </c:pt>
                <c:pt idx="199">
                  <c:v>107.31425504884567</c:v>
                </c:pt>
                <c:pt idx="200">
                  <c:v>107.753610490501</c:v>
                </c:pt>
                <c:pt idx="201">
                  <c:v>109.05597903068002</c:v>
                </c:pt>
                <c:pt idx="202">
                  <c:v>109.47379565134854</c:v>
                </c:pt>
                <c:pt idx="203">
                  <c:v>109.76128415180852</c:v>
                </c:pt>
                <c:pt idx="204">
                  <c:v>110.72615031906659</c:v>
                </c:pt>
                <c:pt idx="205">
                  <c:v>110.73545947051007</c:v>
                </c:pt>
                <c:pt idx="206">
                  <c:v>110.32202362699141</c:v>
                </c:pt>
                <c:pt idx="207">
                  <c:v>111.74486353879176</c:v>
                </c:pt>
                <c:pt idx="208">
                  <c:v>111.83083629035791</c:v>
                </c:pt>
                <c:pt idx="209">
                  <c:v>112.25522407675122</c:v>
                </c:pt>
                <c:pt idx="210">
                  <c:v>113.59190870460418</c:v>
                </c:pt>
                <c:pt idx="211">
                  <c:v>111.49643696791811</c:v>
                </c:pt>
                <c:pt idx="212">
                  <c:v>112.2572319329449</c:v>
                </c:pt>
                <c:pt idx="213">
                  <c:v>113.20074181159738</c:v>
                </c:pt>
                <c:pt idx="214">
                  <c:v>113.14123625531167</c:v>
                </c:pt>
                <c:pt idx="215">
                  <c:v>114.03254187292826</c:v>
                </c:pt>
                <c:pt idx="216">
                  <c:v>114.46185803361514</c:v>
                </c:pt>
                <c:pt idx="217">
                  <c:v>114.44762050787809</c:v>
                </c:pt>
                <c:pt idx="218">
                  <c:v>113.57748864648588</c:v>
                </c:pt>
                <c:pt idx="219">
                  <c:v>115.19947138622391</c:v>
                </c:pt>
                <c:pt idx="220">
                  <c:v>115.79251909288706</c:v>
                </c:pt>
                <c:pt idx="221">
                  <c:v>116.36786115856953</c:v>
                </c:pt>
                <c:pt idx="222">
                  <c:v>117.26957112191702</c:v>
                </c:pt>
                <c:pt idx="223">
                  <c:v>116.62395408945545</c:v>
                </c:pt>
                <c:pt idx="224">
                  <c:v>116.35143324425752</c:v>
                </c:pt>
                <c:pt idx="225">
                  <c:v>115.40920109227375</c:v>
                </c:pt>
                <c:pt idx="226">
                  <c:v>116.74515559060177</c:v>
                </c:pt>
                <c:pt idx="227">
                  <c:v>115.77280559571268</c:v>
                </c:pt>
                <c:pt idx="228">
                  <c:v>114.41695506782904</c:v>
                </c:pt>
                <c:pt idx="229">
                  <c:v>114.32605394196931</c:v>
                </c:pt>
                <c:pt idx="230">
                  <c:v>113.7554577181992</c:v>
                </c:pt>
                <c:pt idx="231">
                  <c:v>114.10738014923847</c:v>
                </c:pt>
                <c:pt idx="232">
                  <c:v>115.59939983353047</c:v>
                </c:pt>
                <c:pt idx="233">
                  <c:v>116.87274572509163</c:v>
                </c:pt>
                <c:pt idx="234">
                  <c:v>116.72653728771482</c:v>
                </c:pt>
                <c:pt idx="235">
                  <c:v>117.33272732582761</c:v>
                </c:pt>
                <c:pt idx="236">
                  <c:v>117.71239467881603</c:v>
                </c:pt>
                <c:pt idx="237">
                  <c:v>117.70217286546634</c:v>
                </c:pt>
                <c:pt idx="238">
                  <c:v>118.22604079963786</c:v>
                </c:pt>
                <c:pt idx="239">
                  <c:v>118.05993633270542</c:v>
                </c:pt>
                <c:pt idx="240">
                  <c:v>117.84564331712446</c:v>
                </c:pt>
                <c:pt idx="241">
                  <c:v>116.81232750689972</c:v>
                </c:pt>
                <c:pt idx="242">
                  <c:v>118.3260685445598</c:v>
                </c:pt>
                <c:pt idx="243">
                  <c:v>118.11633883850996</c:v>
                </c:pt>
                <c:pt idx="244">
                  <c:v>117.41085118500021</c:v>
                </c:pt>
                <c:pt idx="245">
                  <c:v>117.19637563703802</c:v>
                </c:pt>
                <c:pt idx="246">
                  <c:v>118.44106394474379</c:v>
                </c:pt>
                <c:pt idx="247">
                  <c:v>117.07353134446051</c:v>
                </c:pt>
                <c:pt idx="248">
                  <c:v>114.03582745579067</c:v>
                </c:pt>
                <c:pt idx="249">
                  <c:v>114.62814503292884</c:v>
                </c:pt>
                <c:pt idx="250">
                  <c:v>114.53414085658795</c:v>
                </c:pt>
                <c:pt idx="251">
                  <c:v>117.15804383697667</c:v>
                </c:pt>
                <c:pt idx="252">
                  <c:v>117.17629707510113</c:v>
                </c:pt>
                <c:pt idx="253">
                  <c:v>117.46926154699844</c:v>
                </c:pt>
                <c:pt idx="254">
                  <c:v>117.08229289876024</c:v>
                </c:pt>
                <c:pt idx="255">
                  <c:v>116.18149559731896</c:v>
                </c:pt>
                <c:pt idx="256">
                  <c:v>116.28736437844074</c:v>
                </c:pt>
                <c:pt idx="257">
                  <c:v>115.3263313911888</c:v>
                </c:pt>
                <c:pt idx="258">
                  <c:v>113.46450110249557</c:v>
                </c:pt>
                <c:pt idx="259">
                  <c:v>112.97859990362289</c:v>
                </c:pt>
                <c:pt idx="260">
                  <c:v>112.0801755231378</c:v>
                </c:pt>
                <c:pt idx="261">
                  <c:v>113.1848614944291</c:v>
                </c:pt>
                <c:pt idx="262">
                  <c:v>114.05262043486515</c:v>
                </c:pt>
                <c:pt idx="263">
                  <c:v>112.57648106774141</c:v>
                </c:pt>
                <c:pt idx="264">
                  <c:v>112.29903184824988</c:v>
                </c:pt>
                <c:pt idx="265">
                  <c:v>112.72104671368702</c:v>
                </c:pt>
                <c:pt idx="266">
                  <c:v>111.88285801901256</c:v>
                </c:pt>
                <c:pt idx="267">
                  <c:v>112.56260860676683</c:v>
                </c:pt>
                <c:pt idx="268">
                  <c:v>108.8655977570421</c:v>
                </c:pt>
                <c:pt idx="269">
                  <c:v>109.60430630393832</c:v>
                </c:pt>
                <c:pt idx="270">
                  <c:v>112.02632847067069</c:v>
                </c:pt>
                <c:pt idx="271">
                  <c:v>113.17719513441685</c:v>
                </c:pt>
                <c:pt idx="272">
                  <c:v>114.28005578189571</c:v>
                </c:pt>
                <c:pt idx="273">
                  <c:v>113.90732465939458</c:v>
                </c:pt>
                <c:pt idx="274">
                  <c:v>113.3823615309356</c:v>
                </c:pt>
                <c:pt idx="275">
                  <c:v>114.26746104758982</c:v>
                </c:pt>
                <c:pt idx="276">
                  <c:v>114.96948058585592</c:v>
                </c:pt>
                <c:pt idx="277">
                  <c:v>114.01063798717892</c:v>
                </c:pt>
                <c:pt idx="278">
                  <c:v>112.56698938391669</c:v>
                </c:pt>
                <c:pt idx="279">
                  <c:v>112.00442458492137</c:v>
                </c:pt>
                <c:pt idx="280">
                  <c:v>111.57291803565951</c:v>
                </c:pt>
                <c:pt idx="281">
                  <c:v>112.57940158584132</c:v>
                </c:pt>
                <c:pt idx="282">
                  <c:v>112.96144185978592</c:v>
                </c:pt>
                <c:pt idx="283">
                  <c:v>111.18083848074647</c:v>
                </c:pt>
                <c:pt idx="284">
                  <c:v>111.09906397394897</c:v>
                </c:pt>
                <c:pt idx="285">
                  <c:v>110.63962997035672</c:v>
                </c:pt>
                <c:pt idx="286">
                  <c:v>110.20209985251384</c:v>
                </c:pt>
                <c:pt idx="287">
                  <c:v>106.40597391977337</c:v>
                </c:pt>
                <c:pt idx="288">
                  <c:v>105.38835589433566</c:v>
                </c:pt>
                <c:pt idx="289">
                  <c:v>106.51512828375753</c:v>
                </c:pt>
                <c:pt idx="290">
                  <c:v>104.60456184927205</c:v>
                </c:pt>
                <c:pt idx="291">
                  <c:v>105.1946890378353</c:v>
                </c:pt>
                <c:pt idx="292">
                  <c:v>101.49329741096069</c:v>
                </c:pt>
                <c:pt idx="293">
                  <c:v>96.60562783837851</c:v>
                </c:pt>
                <c:pt idx="294">
                  <c:v>96.697624158525713</c:v>
                </c:pt>
                <c:pt idx="295">
                  <c:v>87.510221813349688</c:v>
                </c:pt>
                <c:pt idx="296">
                  <c:v>91.873840919379091</c:v>
                </c:pt>
                <c:pt idx="297">
                  <c:v>84.334158379696561</c:v>
                </c:pt>
                <c:pt idx="298">
                  <c:v>80.88064572655189</c:v>
                </c:pt>
                <c:pt idx="299">
                  <c:v>75.131058249733513</c:v>
                </c:pt>
                <c:pt idx="300">
                  <c:v>73.317781574451303</c:v>
                </c:pt>
                <c:pt idx="301">
                  <c:v>74.172398183437735</c:v>
                </c:pt>
                <c:pt idx="302">
                  <c:v>61.760378791197553</c:v>
                </c:pt>
                <c:pt idx="303">
                  <c:v>62.452724113257688</c:v>
                </c:pt>
                <c:pt idx="304">
                  <c:v>67.467801287948475</c:v>
                </c:pt>
                <c:pt idx="305">
                  <c:v>71.603437449803593</c:v>
                </c:pt>
                <c:pt idx="306">
                  <c:v>72.899782421401554</c:v>
                </c:pt>
                <c:pt idx="307">
                  <c:v>68.567923949708671</c:v>
                </c:pt>
                <c:pt idx="308">
                  <c:v>69.887998130868411</c:v>
                </c:pt>
                <c:pt idx="309">
                  <c:v>66.472269680641332</c:v>
                </c:pt>
                <c:pt idx="310">
                  <c:v>62.971116075991873</c:v>
                </c:pt>
                <c:pt idx="311">
                  <c:v>69.590470349439997</c:v>
                </c:pt>
                <c:pt idx="312">
                  <c:v>69.166812692571668</c:v>
                </c:pt>
                <c:pt idx="313">
                  <c:v>72.697536542982718</c:v>
                </c:pt>
                <c:pt idx="314">
                  <c:v>71.143820913830112</c:v>
                </c:pt>
                <c:pt idx="315">
                  <c:v>69.570574319884344</c:v>
                </c:pt>
                <c:pt idx="316">
                  <c:v>70.822563922839905</c:v>
                </c:pt>
                <c:pt idx="317">
                  <c:v>75.500686321753477</c:v>
                </c:pt>
                <c:pt idx="318">
                  <c:v>74.920963478921166</c:v>
                </c:pt>
                <c:pt idx="319">
                  <c:v>70.856697478132617</c:v>
                </c:pt>
                <c:pt idx="320">
                  <c:v>71.924511908412541</c:v>
                </c:pt>
                <c:pt idx="321">
                  <c:v>73.991143528862011</c:v>
                </c:pt>
                <c:pt idx="322">
                  <c:v>71.503957302025384</c:v>
                </c:pt>
                <c:pt idx="323">
                  <c:v>73.309202552532824</c:v>
                </c:pt>
                <c:pt idx="324">
                  <c:v>75.462902118835871</c:v>
                </c:pt>
                <c:pt idx="325">
                  <c:v>76.992888538426712</c:v>
                </c:pt>
                <c:pt idx="326">
                  <c:v>78.614871278164742</c:v>
                </c:pt>
                <c:pt idx="327">
                  <c:v>72.077474043895378</c:v>
                </c:pt>
                <c:pt idx="328">
                  <c:v>70.354368364947945</c:v>
                </c:pt>
                <c:pt idx="329">
                  <c:v>71.897862180750863</c:v>
                </c:pt>
                <c:pt idx="330">
                  <c:v>71.157693374804694</c:v>
                </c:pt>
                <c:pt idx="331">
                  <c:v>70.650618419707655</c:v>
                </c:pt>
                <c:pt idx="332">
                  <c:v>69.181597815452449</c:v>
                </c:pt>
                <c:pt idx="333">
                  <c:v>68.86161855113096</c:v>
                </c:pt>
                <c:pt idx="334">
                  <c:v>71.680283582307496</c:v>
                </c:pt>
                <c:pt idx="335">
                  <c:v>69.612374235189321</c:v>
                </c:pt>
                <c:pt idx="336">
                  <c:v>68.756114834771694</c:v>
                </c:pt>
                <c:pt idx="337">
                  <c:v>64.15356084169332</c:v>
                </c:pt>
                <c:pt idx="338">
                  <c:v>63.836137030709239</c:v>
                </c:pt>
                <c:pt idx="339">
                  <c:v>65.128283757538583</c:v>
                </c:pt>
                <c:pt idx="340">
                  <c:v>64.744600692162777</c:v>
                </c:pt>
                <c:pt idx="341">
                  <c:v>63.079175245688589</c:v>
                </c:pt>
                <c:pt idx="342">
                  <c:v>63.668572304726844</c:v>
                </c:pt>
                <c:pt idx="343">
                  <c:v>68.305624917860413</c:v>
                </c:pt>
                <c:pt idx="344">
                  <c:v>69.982184839590531</c:v>
                </c:pt>
                <c:pt idx="345">
                  <c:v>70.447459879382606</c:v>
                </c:pt>
                <c:pt idx="346">
                  <c:v>72.866561528015069</c:v>
                </c:pt>
                <c:pt idx="347">
                  <c:v>74.948525868489071</c:v>
                </c:pt>
                <c:pt idx="348">
                  <c:v>76.447116718505853</c:v>
                </c:pt>
                <c:pt idx="349">
                  <c:v>74.438347862910888</c:v>
                </c:pt>
                <c:pt idx="350">
                  <c:v>76.789547465720418</c:v>
                </c:pt>
                <c:pt idx="351">
                  <c:v>77.347548955184635</c:v>
                </c:pt>
                <c:pt idx="352">
                  <c:v>75.659306961054895</c:v>
                </c:pt>
                <c:pt idx="353">
                  <c:v>77.029029949913109</c:v>
                </c:pt>
                <c:pt idx="354">
                  <c:v>74.930090097983381</c:v>
                </c:pt>
                <c:pt idx="355">
                  <c:v>75.402483900643972</c:v>
                </c:pt>
                <c:pt idx="356">
                  <c:v>72.69498108964531</c:v>
                </c:pt>
                <c:pt idx="357">
                  <c:v>74.096099648077569</c:v>
                </c:pt>
                <c:pt idx="358">
                  <c:v>73.749470656094388</c:v>
                </c:pt>
                <c:pt idx="359">
                  <c:v>76.504066821454117</c:v>
                </c:pt>
                <c:pt idx="360">
                  <c:v>77.897884084636601</c:v>
                </c:pt>
                <c:pt idx="361">
                  <c:v>79.249536367751631</c:v>
                </c:pt>
                <c:pt idx="362">
                  <c:v>81.281304303383422</c:v>
                </c:pt>
                <c:pt idx="363">
                  <c:v>78.22169652896423</c:v>
                </c:pt>
                <c:pt idx="364">
                  <c:v>78.511375417999147</c:v>
                </c:pt>
                <c:pt idx="365">
                  <c:v>78.824966048977089</c:v>
                </c:pt>
                <c:pt idx="366">
                  <c:v>77.974182619996782</c:v>
                </c:pt>
                <c:pt idx="367">
                  <c:v>78.014887341014287</c:v>
                </c:pt>
                <c:pt idx="368">
                  <c:v>80.232473240752896</c:v>
                </c:pt>
                <c:pt idx="369">
                  <c:v>80.14339743870562</c:v>
                </c:pt>
                <c:pt idx="370">
                  <c:v>79.77541215811685</c:v>
                </c:pt>
                <c:pt idx="371">
                  <c:v>81.040544092522012</c:v>
                </c:pt>
                <c:pt idx="372">
                  <c:v>82.606854455980482</c:v>
                </c:pt>
                <c:pt idx="373">
                  <c:v>82.448598881441569</c:v>
                </c:pt>
                <c:pt idx="374">
                  <c:v>83.626115272849404</c:v>
                </c:pt>
                <c:pt idx="375">
                  <c:v>81.768848293687299</c:v>
                </c:pt>
                <c:pt idx="376">
                  <c:v>80.640068048071726</c:v>
                </c:pt>
                <c:pt idx="377">
                  <c:v>78.095384121143084</c:v>
                </c:pt>
                <c:pt idx="378">
                  <c:v>77.907558300842567</c:v>
                </c:pt>
                <c:pt idx="379">
                  <c:v>78.843584351864024</c:v>
                </c:pt>
                <c:pt idx="380">
                  <c:v>80.193046246404109</c:v>
                </c:pt>
                <c:pt idx="381">
                  <c:v>81.489208685620824</c:v>
                </c:pt>
                <c:pt idx="382">
                  <c:v>83.169054190213345</c:v>
                </c:pt>
                <c:pt idx="383">
                  <c:v>83.536309341277132</c:v>
                </c:pt>
                <c:pt idx="384">
                  <c:v>84.27118470816724</c:v>
                </c:pt>
                <c:pt idx="385">
                  <c:v>82.731159007607943</c:v>
                </c:pt>
                <c:pt idx="386">
                  <c:v>79.762087294286005</c:v>
                </c:pt>
                <c:pt idx="387">
                  <c:v>80.698295877688693</c:v>
                </c:pt>
                <c:pt idx="388">
                  <c:v>80.593887355616872</c:v>
                </c:pt>
                <c:pt idx="389">
                  <c:v>79.025021538820965</c:v>
                </c:pt>
                <c:pt idx="390">
                  <c:v>79.000197134971742</c:v>
                </c:pt>
                <c:pt idx="391">
                  <c:v>76.926811816416219</c:v>
                </c:pt>
                <c:pt idx="392">
                  <c:v>78.454242782669638</c:v>
                </c:pt>
                <c:pt idx="393">
                  <c:v>78.52524787897373</c:v>
                </c:pt>
                <c:pt idx="394">
                  <c:v>79.009506286415203</c:v>
                </c:pt>
                <c:pt idx="395">
                  <c:v>79.416188431827806</c:v>
                </c:pt>
                <c:pt idx="396">
                  <c:v>79.950095646967767</c:v>
                </c:pt>
                <c:pt idx="397">
                  <c:v>81.143674887925116</c:v>
                </c:pt>
                <c:pt idx="398">
                  <c:v>81.278018720521018</c:v>
                </c:pt>
                <c:pt idx="399">
                  <c:v>81.031052408697292</c:v>
                </c:pt>
                <c:pt idx="400">
                  <c:v>79.14385011901112</c:v>
                </c:pt>
                <c:pt idx="401">
                  <c:v>79.222156510564972</c:v>
                </c:pt>
                <c:pt idx="402">
                  <c:v>80.937048232356418</c:v>
                </c:pt>
                <c:pt idx="403">
                  <c:v>81.357967903506079</c:v>
                </c:pt>
                <c:pt idx="404">
                  <c:v>80.312239891356725</c:v>
                </c:pt>
                <c:pt idx="405">
                  <c:v>81.407981775967045</c:v>
                </c:pt>
                <c:pt idx="406">
                  <c:v>83.355237219082653</c:v>
                </c:pt>
                <c:pt idx="407">
                  <c:v>84.301302551072567</c:v>
                </c:pt>
                <c:pt idx="408">
                  <c:v>85.476993618667947</c:v>
                </c:pt>
                <c:pt idx="409">
                  <c:v>86.156561674040972</c:v>
                </c:pt>
                <c:pt idx="410">
                  <c:v>89.527752223244391</c:v>
                </c:pt>
                <c:pt idx="411">
                  <c:v>86.718761408273821</c:v>
                </c:pt>
                <c:pt idx="412">
                  <c:v>86.929221243848659</c:v>
                </c:pt>
                <c:pt idx="413">
                  <c:v>87.157569252785436</c:v>
                </c:pt>
                <c:pt idx="414">
                  <c:v>85.902841664111207</c:v>
                </c:pt>
                <c:pt idx="415">
                  <c:v>84.006877820125283</c:v>
                </c:pt>
                <c:pt idx="416">
                  <c:v>83.764292285451432</c:v>
                </c:pt>
                <c:pt idx="417">
                  <c:v>83.031789839517529</c:v>
                </c:pt>
                <c:pt idx="418">
                  <c:v>81.288970663395673</c:v>
                </c:pt>
                <c:pt idx="419">
                  <c:v>82.016179670273502</c:v>
                </c:pt>
                <c:pt idx="420">
                  <c:v>82.066376075115727</c:v>
                </c:pt>
                <c:pt idx="421">
                  <c:v>80.683875819570389</c:v>
                </c:pt>
                <c:pt idx="422">
                  <c:v>82.014171814079816</c:v>
                </c:pt>
                <c:pt idx="423">
                  <c:v>82.408076692805295</c:v>
                </c:pt>
                <c:pt idx="424">
                  <c:v>81.483732714183489</c:v>
                </c:pt>
                <c:pt idx="425">
                  <c:v>80.427600356303202</c:v>
                </c:pt>
                <c:pt idx="426">
                  <c:v>78.002657671470914</c:v>
                </c:pt>
                <c:pt idx="427">
                  <c:v>77.171405207283755</c:v>
                </c:pt>
                <c:pt idx="428">
                  <c:v>77.315240723704378</c:v>
                </c:pt>
                <c:pt idx="429">
                  <c:v>74.680750865203478</c:v>
                </c:pt>
                <c:pt idx="430">
                  <c:v>76.599166192082464</c:v>
                </c:pt>
                <c:pt idx="431">
                  <c:v>79.093106117025158</c:v>
                </c:pt>
                <c:pt idx="432">
                  <c:v>78.165111490778457</c:v>
                </c:pt>
                <c:pt idx="433">
                  <c:v>78.312962719586437</c:v>
                </c:pt>
                <c:pt idx="434">
                  <c:v>81.212307063273016</c:v>
                </c:pt>
                <c:pt idx="435">
                  <c:v>81.668455484002862</c:v>
                </c:pt>
                <c:pt idx="436">
                  <c:v>83.430805624917852</c:v>
                </c:pt>
                <c:pt idx="437">
                  <c:v>83.836392576042982</c:v>
                </c:pt>
                <c:pt idx="438">
                  <c:v>84.66344679546151</c:v>
                </c:pt>
                <c:pt idx="439">
                  <c:v>87.056263781194772</c:v>
                </c:pt>
                <c:pt idx="440">
                  <c:v>86.567076999459701</c:v>
                </c:pt>
                <c:pt idx="441">
                  <c:v>85.761744133409266</c:v>
                </c:pt>
                <c:pt idx="442">
                  <c:v>87.157934317547941</c:v>
                </c:pt>
                <c:pt idx="443">
                  <c:v>84.229202260481003</c:v>
                </c:pt>
                <c:pt idx="444">
                  <c:v>85.911603218410932</c:v>
                </c:pt>
                <c:pt idx="445">
                  <c:v>88.589353251266772</c:v>
                </c:pt>
                <c:pt idx="446">
                  <c:v>88.753814926768001</c:v>
                </c:pt>
                <c:pt idx="447">
                  <c:v>89.933886771513258</c:v>
                </c:pt>
                <c:pt idx="448">
                  <c:v>89.38300404491757</c:v>
                </c:pt>
                <c:pt idx="449">
                  <c:v>89.361647756311953</c:v>
                </c:pt>
                <c:pt idx="450">
                  <c:v>87.890984360625566</c:v>
                </c:pt>
                <c:pt idx="451">
                  <c:v>90.424716344679553</c:v>
                </c:pt>
                <c:pt idx="452">
                  <c:v>88.46431857011433</c:v>
                </c:pt>
                <c:pt idx="453">
                  <c:v>87.951402578817479</c:v>
                </c:pt>
                <c:pt idx="454">
                  <c:v>87.253763817701255</c:v>
                </c:pt>
                <c:pt idx="455">
                  <c:v>90.873746002540841</c:v>
                </c:pt>
                <c:pt idx="456">
                  <c:v>93.758852820490347</c:v>
                </c:pt>
                <c:pt idx="457">
                  <c:v>94.083030329580453</c:v>
                </c:pt>
                <c:pt idx="458">
                  <c:v>96.059856018457666</c:v>
                </c:pt>
                <c:pt idx="459">
                  <c:v>97.83352316700983</c:v>
                </c:pt>
                <c:pt idx="460">
                  <c:v>100.51729676844671</c:v>
                </c:pt>
                <c:pt idx="461">
                  <c:v>104.43042595756486</c:v>
                </c:pt>
                <c:pt idx="462">
                  <c:v>105.30293073991326</c:v>
                </c:pt>
                <c:pt idx="463">
                  <c:v>103.2359340547013</c:v>
                </c:pt>
                <c:pt idx="464">
                  <c:v>103.91824009579298</c:v>
                </c:pt>
                <c:pt idx="465">
                  <c:v>104.38771338035366</c:v>
                </c:pt>
                <c:pt idx="466">
                  <c:v>106.53064353616331</c:v>
                </c:pt>
                <c:pt idx="467">
                  <c:v>108.60621924329375</c:v>
                </c:pt>
                <c:pt idx="468">
                  <c:v>105.51485083453804</c:v>
                </c:pt>
                <c:pt idx="469">
                  <c:v>106.73033396124471</c:v>
                </c:pt>
                <c:pt idx="470">
                  <c:v>105.9571267942933</c:v>
                </c:pt>
                <c:pt idx="471">
                  <c:v>108.56022108322017</c:v>
                </c:pt>
                <c:pt idx="472">
                  <c:v>106.58576831529913</c:v>
                </c:pt>
                <c:pt idx="473">
                  <c:v>107.87572465355353</c:v>
                </c:pt>
                <c:pt idx="474">
                  <c:v>108.09220805770943</c:v>
                </c:pt>
                <c:pt idx="475">
                  <c:v>108.85446328178618</c:v>
                </c:pt>
                <c:pt idx="476">
                  <c:v>107.55957856923818</c:v>
                </c:pt>
                <c:pt idx="477">
                  <c:v>107.50700924343978</c:v>
                </c:pt>
                <c:pt idx="478">
                  <c:v>109.71072268220384</c:v>
                </c:pt>
                <c:pt idx="479">
                  <c:v>110.29172325170484</c:v>
                </c:pt>
                <c:pt idx="480">
                  <c:v>110.475533359618</c:v>
                </c:pt>
                <c:pt idx="481">
                  <c:v>112.10919817175566</c:v>
                </c:pt>
                <c:pt idx="482">
                  <c:v>111.38253676202157</c:v>
                </c:pt>
                <c:pt idx="483">
                  <c:v>111.72752296257356</c:v>
                </c:pt>
                <c:pt idx="484">
                  <c:v>112.2424468100641</c:v>
                </c:pt>
                <c:pt idx="485">
                  <c:v>112.04220878783894</c:v>
                </c:pt>
                <c:pt idx="486">
                  <c:v>112.0690410478819</c:v>
                </c:pt>
                <c:pt idx="487">
                  <c:v>112.61170981732158</c:v>
                </c:pt>
                <c:pt idx="488">
                  <c:v>112.12836407178632</c:v>
                </c:pt>
                <c:pt idx="489">
                  <c:v>107.53511923015142</c:v>
                </c:pt>
                <c:pt idx="490">
                  <c:v>108.15390400257006</c:v>
                </c:pt>
                <c:pt idx="491">
                  <c:v>109.09339816883514</c:v>
                </c:pt>
                <c:pt idx="492">
                  <c:v>110.98771922138988</c:v>
                </c:pt>
                <c:pt idx="493">
                  <c:v>112.73546677180531</c:v>
                </c:pt>
                <c:pt idx="494">
                  <c:v>114.34741023057491</c:v>
                </c:pt>
                <c:pt idx="495">
                  <c:v>114.27640513427082</c:v>
                </c:pt>
                <c:pt idx="496">
                  <c:v>114.13402987690016</c:v>
                </c:pt>
                <c:pt idx="497">
                  <c:v>113.99457513762941</c:v>
                </c:pt>
                <c:pt idx="498">
                  <c:v>113.94565645945592</c:v>
                </c:pt>
                <c:pt idx="499">
                  <c:v>115.80675661862414</c:v>
                </c:pt>
                <c:pt idx="500">
                  <c:v>116.08292811144696</c:v>
                </c:pt>
                <c:pt idx="501">
                  <c:v>116.66009550094185</c:v>
                </c:pt>
                <c:pt idx="502">
                  <c:v>117.12810852645259</c:v>
                </c:pt>
                <c:pt idx="503">
                  <c:v>116.8167082840496</c:v>
                </c:pt>
                <c:pt idx="504">
                  <c:v>118.05829354127422</c:v>
                </c:pt>
                <c:pt idx="505">
                  <c:v>118.91856865407924</c:v>
                </c:pt>
                <c:pt idx="506">
                  <c:v>118.71814809947283</c:v>
                </c:pt>
                <c:pt idx="507">
                  <c:v>117.72170383025949</c:v>
                </c:pt>
                <c:pt idx="508">
                  <c:v>116.13348958105168</c:v>
                </c:pt>
                <c:pt idx="509">
                  <c:v>118.37170163987089</c:v>
                </c:pt>
                <c:pt idx="510">
                  <c:v>118.80558111008892</c:v>
                </c:pt>
                <c:pt idx="511">
                  <c:v>117.50303003752866</c:v>
                </c:pt>
                <c:pt idx="512">
                  <c:v>113.78064718681094</c:v>
                </c:pt>
                <c:pt idx="513">
                  <c:v>113.89436486032622</c:v>
                </c:pt>
                <c:pt idx="514">
                  <c:v>110.55822052832171</c:v>
                </c:pt>
                <c:pt idx="515">
                  <c:v>110.82745579065725</c:v>
                </c:pt>
                <c:pt idx="516">
                  <c:v>111.58386997853418</c:v>
                </c:pt>
                <c:pt idx="517">
                  <c:v>120.79646179232195</c:v>
                </c:pt>
                <c:pt idx="518">
                  <c:v>125.10002774492195</c:v>
                </c:pt>
                <c:pt idx="519">
                  <c:v>126.89085293731107</c:v>
                </c:pt>
                <c:pt idx="520">
                  <c:v>129.03141017216456</c:v>
                </c:pt>
                <c:pt idx="521">
                  <c:v>130.16201574159254</c:v>
                </c:pt>
                <c:pt idx="522">
                  <c:v>131.36362640732466</c:v>
                </c:pt>
                <c:pt idx="523">
                  <c:v>131.62957608679778</c:v>
                </c:pt>
                <c:pt idx="524">
                  <c:v>130.63148902615322</c:v>
                </c:pt>
                <c:pt idx="525">
                  <c:v>130.51831894978167</c:v>
                </c:pt>
                <c:pt idx="526">
                  <c:v>131.82087002234195</c:v>
                </c:pt>
                <c:pt idx="527">
                  <c:v>136.19197295600239</c:v>
                </c:pt>
                <c:pt idx="528">
                  <c:v>135.43318584716928</c:v>
                </c:pt>
                <c:pt idx="529">
                  <c:v>134.74887194988389</c:v>
                </c:pt>
                <c:pt idx="530">
                  <c:v>133.56624465180121</c:v>
                </c:pt>
                <c:pt idx="531">
                  <c:v>130.84505191220921</c:v>
                </c:pt>
                <c:pt idx="532">
                  <c:v>128.71161344022428</c:v>
                </c:pt>
                <c:pt idx="533">
                  <c:v>128.19961011083365</c:v>
                </c:pt>
                <c:pt idx="534">
                  <c:v>133.07450241672873</c:v>
                </c:pt>
                <c:pt idx="535">
                  <c:v>133.42752004205545</c:v>
                </c:pt>
                <c:pt idx="536">
                  <c:v>127.05567967757479</c:v>
                </c:pt>
                <c:pt idx="537">
                  <c:v>128.85325856806998</c:v>
                </c:pt>
                <c:pt idx="538">
                  <c:v>129.30484367926869</c:v>
                </c:pt>
                <c:pt idx="539">
                  <c:v>132.76693535433185</c:v>
                </c:pt>
                <c:pt idx="540">
                  <c:v>130.70231159007608</c:v>
                </c:pt>
                <c:pt idx="541">
                  <c:v>128.60556212672128</c:v>
                </c:pt>
                <c:pt idx="542">
                  <c:v>128.77933295366597</c:v>
                </c:pt>
                <c:pt idx="543">
                  <c:v>130.93284998758782</c:v>
                </c:pt>
                <c:pt idx="544">
                  <c:v>131.19806953753596</c:v>
                </c:pt>
                <c:pt idx="545">
                  <c:v>129.58576101400388</c:v>
                </c:pt>
                <c:pt idx="546">
                  <c:v>128.43909259502638</c:v>
                </c:pt>
                <c:pt idx="547">
                  <c:v>127.05933032519967</c:v>
                </c:pt>
                <c:pt idx="548">
                  <c:v>124.95893021422</c:v>
                </c:pt>
                <c:pt idx="549">
                  <c:v>123.59924650633023</c:v>
                </c:pt>
                <c:pt idx="550">
                  <c:v>124.71196390239628</c:v>
                </c:pt>
                <c:pt idx="551">
                  <c:v>122.67435493056466</c:v>
                </c:pt>
                <c:pt idx="552">
                  <c:v>124.79519866824373</c:v>
                </c:pt>
                <c:pt idx="553">
                  <c:v>121.54192403732422</c:v>
                </c:pt>
                <c:pt idx="554">
                  <c:v>120.49491829850614</c:v>
                </c:pt>
                <c:pt idx="555">
                  <c:v>121.63300769556517</c:v>
                </c:pt>
                <c:pt idx="556">
                  <c:v>123.66605335786566</c:v>
                </c:pt>
                <c:pt idx="557">
                  <c:v>121.58080343452929</c:v>
                </c:pt>
                <c:pt idx="558">
                  <c:v>123.60362728348009</c:v>
                </c:pt>
                <c:pt idx="559">
                  <c:v>119.29896613659261</c:v>
                </c:pt>
                <c:pt idx="560">
                  <c:v>118.65097618317489</c:v>
                </c:pt>
                <c:pt idx="561">
                  <c:v>120.43924592222659</c:v>
                </c:pt>
                <c:pt idx="562">
                  <c:v>119.67863348958103</c:v>
                </c:pt>
                <c:pt idx="563">
                  <c:v>118.45639666476832</c:v>
                </c:pt>
                <c:pt idx="564">
                  <c:v>112.41074166557145</c:v>
                </c:pt>
                <c:pt idx="565">
                  <c:v>115.98691607891239</c:v>
                </c:pt>
                <c:pt idx="566">
                  <c:v>117.23269958090563</c:v>
                </c:pt>
                <c:pt idx="567">
                  <c:v>116.73840189249573</c:v>
                </c:pt>
                <c:pt idx="568">
                  <c:v>113.93087133657511</c:v>
                </c:pt>
                <c:pt idx="569">
                  <c:v>113.58150435887326</c:v>
                </c:pt>
                <c:pt idx="570">
                  <c:v>116.02707320278616</c:v>
                </c:pt>
                <c:pt idx="571">
                  <c:v>115.80693915100537</c:v>
                </c:pt>
                <c:pt idx="572">
                  <c:v>117.82519969042508</c:v>
                </c:pt>
                <c:pt idx="573">
                  <c:v>119.50522772739882</c:v>
                </c:pt>
                <c:pt idx="574">
                  <c:v>123.11005972459515</c:v>
                </c:pt>
                <c:pt idx="575">
                  <c:v>123.07975934930857</c:v>
                </c:pt>
                <c:pt idx="576">
                  <c:v>119.67480030957492</c:v>
                </c:pt>
                <c:pt idx="577">
                  <c:v>118.52101312772885</c:v>
                </c:pt>
                <c:pt idx="578">
                  <c:v>117.8076765818256</c:v>
                </c:pt>
                <c:pt idx="579">
                  <c:v>119.6817365400622</c:v>
                </c:pt>
                <c:pt idx="580">
                  <c:v>119.84273010031981</c:v>
                </c:pt>
                <c:pt idx="581">
                  <c:v>120.12273477314875</c:v>
                </c:pt>
                <c:pt idx="582">
                  <c:v>120.99122384310976</c:v>
                </c:pt>
                <c:pt idx="583">
                  <c:v>120.00481885486482</c:v>
                </c:pt>
                <c:pt idx="584">
                  <c:v>118.4719119171741</c:v>
                </c:pt>
                <c:pt idx="585">
                  <c:v>117.43969130123683</c:v>
                </c:pt>
                <c:pt idx="586">
                  <c:v>122.14793154305572</c:v>
                </c:pt>
                <c:pt idx="587">
                  <c:v>123.83872899052292</c:v>
                </c:pt>
                <c:pt idx="588">
                  <c:v>122.97279537389932</c:v>
                </c:pt>
                <c:pt idx="589">
                  <c:v>121.69269578423211</c:v>
                </c:pt>
                <c:pt idx="590">
                  <c:v>126.3375972897592</c:v>
                </c:pt>
                <c:pt idx="591">
                  <c:v>127.56677034505921</c:v>
                </c:pt>
                <c:pt idx="592">
                  <c:v>126.53874797389055</c:v>
                </c:pt>
                <c:pt idx="593">
                  <c:v>126.61979235116307</c:v>
                </c:pt>
                <c:pt idx="594">
                  <c:v>128.1196609278486</c:v>
                </c:pt>
                <c:pt idx="595">
                  <c:v>128.28905097764343</c:v>
                </c:pt>
                <c:pt idx="596">
                  <c:v>129.69528044275054</c:v>
                </c:pt>
                <c:pt idx="597">
                  <c:v>129.00366525021536</c:v>
                </c:pt>
                <c:pt idx="598">
                  <c:v>129.13709642090504</c:v>
                </c:pt>
                <c:pt idx="599">
                  <c:v>130.14193717965566</c:v>
                </c:pt>
                <c:pt idx="600">
                  <c:v>128.83737825090171</c:v>
                </c:pt>
                <c:pt idx="601">
                  <c:v>129.39227668988477</c:v>
                </c:pt>
                <c:pt idx="602">
                  <c:v>128.08406711350594</c:v>
                </c:pt>
                <c:pt idx="603">
                  <c:v>127.04436266993764</c:v>
                </c:pt>
                <c:pt idx="604">
                  <c:v>128.25163183948831</c:v>
                </c:pt>
                <c:pt idx="605">
                  <c:v>127.94570756852266</c:v>
                </c:pt>
                <c:pt idx="606">
                  <c:v>127.59232487843342</c:v>
                </c:pt>
                <c:pt idx="607">
                  <c:v>128.67711482016909</c:v>
                </c:pt>
                <c:pt idx="608">
                  <c:v>127.78544413779002</c:v>
                </c:pt>
                <c:pt idx="609">
                  <c:v>126.33212131832188</c:v>
                </c:pt>
                <c:pt idx="610">
                  <c:v>126.15908062090213</c:v>
                </c:pt>
                <c:pt idx="611">
                  <c:v>127.30282852177976</c:v>
                </c:pt>
                <c:pt idx="612">
                  <c:v>126.84175172675631</c:v>
                </c:pt>
                <c:pt idx="613">
                  <c:v>126.21749098290036</c:v>
                </c:pt>
                <c:pt idx="614">
                  <c:v>127.14110483199718</c:v>
                </c:pt>
                <c:pt idx="615">
                  <c:v>129.1038755275186</c:v>
                </c:pt>
                <c:pt idx="616">
                  <c:v>129.08489215986913</c:v>
                </c:pt>
                <c:pt idx="617">
                  <c:v>127.81026854163929</c:v>
                </c:pt>
                <c:pt idx="618">
                  <c:v>126.94104934215329</c:v>
                </c:pt>
                <c:pt idx="619">
                  <c:v>126.6190622216381</c:v>
                </c:pt>
                <c:pt idx="620">
                  <c:v>127.07867875761161</c:v>
                </c:pt>
                <c:pt idx="621">
                  <c:v>128.54660416757932</c:v>
                </c:pt>
                <c:pt idx="622">
                  <c:v>129.8869394430572</c:v>
                </c:pt>
                <c:pt idx="623">
                  <c:v>130.58841138417955</c:v>
                </c:pt>
                <c:pt idx="624">
                  <c:v>128.7733093850849</c:v>
                </c:pt>
                <c:pt idx="625">
                  <c:v>128.03533096771363</c:v>
                </c:pt>
                <c:pt idx="626">
                  <c:v>128.4987806836933</c:v>
                </c:pt>
                <c:pt idx="627">
                  <c:v>130.23101298170295</c:v>
                </c:pt>
                <c:pt idx="628">
                  <c:v>130.21221214643478</c:v>
                </c:pt>
                <c:pt idx="629">
                  <c:v>131.08617718783313</c:v>
                </c:pt>
                <c:pt idx="630">
                  <c:v>130.51722375549423</c:v>
                </c:pt>
                <c:pt idx="631">
                  <c:v>128.06179816299411</c:v>
                </c:pt>
                <c:pt idx="632">
                  <c:v>125.63868080197425</c:v>
                </c:pt>
                <c:pt idx="633">
                  <c:v>126.59460288255137</c:v>
                </c:pt>
                <c:pt idx="634">
                  <c:v>127.89824914939911</c:v>
                </c:pt>
                <c:pt idx="635">
                  <c:v>127.58903929557101</c:v>
                </c:pt>
                <c:pt idx="636">
                  <c:v>127.03322819468173</c:v>
                </c:pt>
                <c:pt idx="637">
                  <c:v>126.06744936551743</c:v>
                </c:pt>
                <c:pt idx="638">
                  <c:v>126.64644207882478</c:v>
                </c:pt>
                <c:pt idx="639">
                  <c:v>126.25527518581796</c:v>
                </c:pt>
                <c:pt idx="640">
                  <c:v>126.71397905988522</c:v>
                </c:pt>
                <c:pt idx="641">
                  <c:v>128.52999372088607</c:v>
                </c:pt>
                <c:pt idx="642">
                  <c:v>131.52571516186973</c:v>
                </c:pt>
                <c:pt idx="643">
                  <c:v>130.82004497597873</c:v>
                </c:pt>
                <c:pt idx="644">
                  <c:v>130.72695346154407</c:v>
                </c:pt>
                <c:pt idx="645">
                  <c:v>131.52900074473212</c:v>
                </c:pt>
                <c:pt idx="646">
                  <c:v>131.54780158000028</c:v>
                </c:pt>
                <c:pt idx="647">
                  <c:v>130.71654911581314</c:v>
                </c:pt>
                <c:pt idx="648">
                  <c:v>131.19350622800485</c:v>
                </c:pt>
                <c:pt idx="649">
                  <c:v>132.04155167126649</c:v>
                </c:pt>
                <c:pt idx="650">
                  <c:v>131.76830069654355</c:v>
                </c:pt>
                <c:pt idx="651">
                  <c:v>130.93942115331259</c:v>
                </c:pt>
                <c:pt idx="652">
                  <c:v>129.79695097910368</c:v>
                </c:pt>
                <c:pt idx="653">
                  <c:v>127.89624129320541</c:v>
                </c:pt>
                <c:pt idx="654">
                  <c:v>128.22680743563907</c:v>
                </c:pt>
                <c:pt idx="655">
                  <c:v>130.37229304478612</c:v>
                </c:pt>
                <c:pt idx="656">
                  <c:v>129.91285904119388</c:v>
                </c:pt>
                <c:pt idx="657">
                  <c:v>130.02712431185293</c:v>
                </c:pt>
                <c:pt idx="658">
                  <c:v>130.06454345000805</c:v>
                </c:pt>
                <c:pt idx="659">
                  <c:v>132.69246214278411</c:v>
                </c:pt>
                <c:pt idx="660">
                  <c:v>132.9733794775193</c:v>
                </c:pt>
                <c:pt idx="661">
                  <c:v>133.51988142696513</c:v>
                </c:pt>
                <c:pt idx="662">
                  <c:v>134.45809786656153</c:v>
                </c:pt>
                <c:pt idx="663">
                  <c:v>134.20200493567557</c:v>
                </c:pt>
                <c:pt idx="664">
                  <c:v>133.58577561659436</c:v>
                </c:pt>
                <c:pt idx="665">
                  <c:v>133.13473810253939</c:v>
                </c:pt>
                <c:pt idx="666">
                  <c:v>134.22774200143104</c:v>
                </c:pt>
                <c:pt idx="667">
                  <c:v>133.9174369533155</c:v>
                </c:pt>
                <c:pt idx="668">
                  <c:v>133.14569004541406</c:v>
                </c:pt>
                <c:pt idx="669">
                  <c:v>133.66134402242957</c:v>
                </c:pt>
                <c:pt idx="670">
                  <c:v>134.53457893430294</c:v>
                </c:pt>
                <c:pt idx="671">
                  <c:v>137.51478512288077</c:v>
                </c:pt>
                <c:pt idx="672">
                  <c:v>138.03810545990856</c:v>
                </c:pt>
                <c:pt idx="673">
                  <c:v>135.6058614798265</c:v>
                </c:pt>
                <c:pt idx="674">
                  <c:v>135.93496736321023</c:v>
                </c:pt>
                <c:pt idx="675">
                  <c:v>134.87189877484263</c:v>
                </c:pt>
                <c:pt idx="676">
                  <c:v>137.89116689300681</c:v>
                </c:pt>
                <c:pt idx="677">
                  <c:v>138.1050948438253</c:v>
                </c:pt>
                <c:pt idx="678">
                  <c:v>139.34978315153108</c:v>
                </c:pt>
                <c:pt idx="679">
                  <c:v>138.5238241264</c:v>
                </c:pt>
                <c:pt idx="680">
                  <c:v>137.7863933061725</c:v>
                </c:pt>
                <c:pt idx="681">
                  <c:v>136.6258524262204</c:v>
                </c:pt>
                <c:pt idx="682">
                  <c:v>135.89864341934259</c:v>
                </c:pt>
                <c:pt idx="683">
                  <c:v>137.19006001664695</c:v>
                </c:pt>
                <c:pt idx="684">
                  <c:v>137.77909201092274</c:v>
                </c:pt>
                <c:pt idx="685">
                  <c:v>136.97795738964095</c:v>
                </c:pt>
                <c:pt idx="686">
                  <c:v>137.82362991194637</c:v>
                </c:pt>
                <c:pt idx="687">
                  <c:v>137.90412669207518</c:v>
                </c:pt>
                <c:pt idx="688">
                  <c:v>139.79717001796118</c:v>
                </c:pt>
                <c:pt idx="689">
                  <c:v>140.62842248214832</c:v>
                </c:pt>
                <c:pt idx="690">
                  <c:v>141.04550897329185</c:v>
                </c:pt>
                <c:pt idx="691">
                  <c:v>143.61976314598209</c:v>
                </c:pt>
                <c:pt idx="692">
                  <c:v>144.8752208641813</c:v>
                </c:pt>
                <c:pt idx="693">
                  <c:v>144.34843241190987</c:v>
                </c:pt>
                <c:pt idx="694">
                  <c:v>144.26702296987483</c:v>
                </c:pt>
                <c:pt idx="695">
                  <c:v>146.13615455381785</c:v>
                </c:pt>
                <c:pt idx="696">
                  <c:v>147.20743709934143</c:v>
                </c:pt>
                <c:pt idx="697">
                  <c:v>150.37893722346345</c:v>
                </c:pt>
                <c:pt idx="698">
                  <c:v>150.54650194944583</c:v>
                </c:pt>
                <c:pt idx="699">
                  <c:v>149.21784874636759</c:v>
                </c:pt>
                <c:pt idx="700">
                  <c:v>144.23325447934459</c:v>
                </c:pt>
                <c:pt idx="701">
                  <c:v>142.79727223609467</c:v>
                </c:pt>
                <c:pt idx="702">
                  <c:v>145.16343949416625</c:v>
                </c:pt>
                <c:pt idx="703">
                  <c:v>145.80120763423429</c:v>
                </c:pt>
                <c:pt idx="704">
                  <c:v>143.84300024824404</c:v>
                </c:pt>
                <c:pt idx="705">
                  <c:v>144.46963391305616</c:v>
                </c:pt>
                <c:pt idx="706">
                  <c:v>143.975153692265</c:v>
                </c:pt>
                <c:pt idx="707">
                  <c:v>143.72161621471648</c:v>
                </c:pt>
                <c:pt idx="708">
                  <c:v>142.46013492793622</c:v>
                </c:pt>
                <c:pt idx="709">
                  <c:v>140.76970254523152</c:v>
                </c:pt>
                <c:pt idx="710">
                  <c:v>141.40181218148098</c:v>
                </c:pt>
                <c:pt idx="711">
                  <c:v>141.28864210510943</c:v>
                </c:pt>
                <c:pt idx="712">
                  <c:v>139.84572363137221</c:v>
                </c:pt>
                <c:pt idx="713">
                  <c:v>138.87629415458304</c:v>
                </c:pt>
                <c:pt idx="714">
                  <c:v>138.63790686467777</c:v>
                </c:pt>
                <c:pt idx="715">
                  <c:v>135.54416553496591</c:v>
                </c:pt>
                <c:pt idx="716">
                  <c:v>136.06985879294987</c:v>
                </c:pt>
                <c:pt idx="717">
                  <c:v>136.68736583869975</c:v>
                </c:pt>
                <c:pt idx="718">
                  <c:v>136.40553584205836</c:v>
                </c:pt>
                <c:pt idx="719">
                  <c:v>131.51640601042624</c:v>
                </c:pt>
                <c:pt idx="720">
                  <c:v>131.33734174442543</c:v>
                </c:pt>
                <c:pt idx="721">
                  <c:v>130.31096216468802</c:v>
                </c:pt>
                <c:pt idx="722">
                  <c:v>132.75543581431347</c:v>
                </c:pt>
                <c:pt idx="723">
                  <c:v>133.27875615134124</c:v>
                </c:pt>
                <c:pt idx="724">
                  <c:v>132.14303967523838</c:v>
                </c:pt>
                <c:pt idx="725">
                  <c:v>130.45917845825849</c:v>
                </c:pt>
                <c:pt idx="726">
                  <c:v>133.68087498722275</c:v>
                </c:pt>
                <c:pt idx="727">
                  <c:v>136.11330149968603</c:v>
                </c:pt>
                <c:pt idx="728">
                  <c:v>135.3749580175523</c:v>
                </c:pt>
                <c:pt idx="729">
                  <c:v>135.45965304244973</c:v>
                </c:pt>
                <c:pt idx="730">
                  <c:v>134.8010762109198</c:v>
                </c:pt>
                <c:pt idx="731">
                  <c:v>134.68681094026078</c:v>
                </c:pt>
                <c:pt idx="732">
                  <c:v>134.30568332822244</c:v>
                </c:pt>
                <c:pt idx="733">
                  <c:v>133.42624231538676</c:v>
                </c:pt>
                <c:pt idx="734">
                  <c:v>130.0311400242403</c:v>
                </c:pt>
                <c:pt idx="735">
                  <c:v>125.72775660402154</c:v>
                </c:pt>
                <c:pt idx="736">
                  <c:v>126.34106540500282</c:v>
                </c:pt>
                <c:pt idx="737">
                  <c:v>127.88036097603714</c:v>
                </c:pt>
                <c:pt idx="738">
                  <c:v>128.4704881646004</c:v>
                </c:pt>
                <c:pt idx="739">
                  <c:v>127.25080679312511</c:v>
                </c:pt>
                <c:pt idx="740">
                  <c:v>127.98403936858398</c:v>
                </c:pt>
                <c:pt idx="741">
                  <c:v>128.44365590455746</c:v>
                </c:pt>
                <c:pt idx="742">
                  <c:v>127.93840627327289</c:v>
                </c:pt>
                <c:pt idx="743">
                  <c:v>128.00484806004584</c:v>
                </c:pt>
                <c:pt idx="744">
                  <c:v>129.53118383201178</c:v>
                </c:pt>
                <c:pt idx="745">
                  <c:v>132.96352272893211</c:v>
                </c:pt>
                <c:pt idx="746">
                  <c:v>134.4904060980418</c:v>
                </c:pt>
                <c:pt idx="747">
                  <c:v>137.61444780304026</c:v>
                </c:pt>
                <c:pt idx="748">
                  <c:v>136.8636921189819</c:v>
                </c:pt>
                <c:pt idx="749">
                  <c:v>137.77398110424787</c:v>
                </c:pt>
                <c:pt idx="750">
                  <c:v>139.99467005446766</c:v>
                </c:pt>
                <c:pt idx="751">
                  <c:v>140.33892612549462</c:v>
                </c:pt>
                <c:pt idx="752">
                  <c:v>141.38063842525662</c:v>
                </c:pt>
                <c:pt idx="753">
                  <c:v>140.4402315970853</c:v>
                </c:pt>
                <c:pt idx="754">
                  <c:v>140.07680962602765</c:v>
                </c:pt>
                <c:pt idx="755">
                  <c:v>139.51369722988858</c:v>
                </c:pt>
                <c:pt idx="756">
                  <c:v>139.49234094128298</c:v>
                </c:pt>
                <c:pt idx="757">
                  <c:v>138.87556402505803</c:v>
                </c:pt>
                <c:pt idx="758">
                  <c:v>138.18011565251675</c:v>
                </c:pt>
                <c:pt idx="759">
                  <c:v>137.1705290518538</c:v>
                </c:pt>
                <c:pt idx="760">
                  <c:v>134.88248565295484</c:v>
                </c:pt>
                <c:pt idx="761">
                  <c:v>137.6540573297703</c:v>
                </c:pt>
                <c:pt idx="762">
                  <c:v>138.65926315328338</c:v>
                </c:pt>
                <c:pt idx="763">
                  <c:v>137.5907185934785</c:v>
                </c:pt>
                <c:pt idx="764">
                  <c:v>138.63462128181538</c:v>
                </c:pt>
                <c:pt idx="765">
                  <c:v>140.5700121201501</c:v>
                </c:pt>
                <c:pt idx="766">
                  <c:v>143.58179641068324</c:v>
                </c:pt>
                <c:pt idx="767">
                  <c:v>142.41176384690644</c:v>
                </c:pt>
                <c:pt idx="768">
                  <c:v>141.60624844847473</c:v>
                </c:pt>
                <c:pt idx="769">
                  <c:v>138.70799929907565</c:v>
                </c:pt>
                <c:pt idx="770">
                  <c:v>138.82847067069696</c:v>
                </c:pt>
                <c:pt idx="771">
                  <c:v>140.95241745885721</c:v>
                </c:pt>
                <c:pt idx="772">
                  <c:v>142.41523196215007</c:v>
                </c:pt>
                <c:pt idx="773">
                  <c:v>140.61290722974255</c:v>
                </c:pt>
                <c:pt idx="774">
                  <c:v>134.74011039558417</c:v>
                </c:pt>
                <c:pt idx="775">
                  <c:v>139.34558490676244</c:v>
                </c:pt>
                <c:pt idx="776">
                  <c:v>138.55594982549903</c:v>
                </c:pt>
                <c:pt idx="777">
                  <c:v>137.0148289306523</c:v>
                </c:pt>
                <c:pt idx="778">
                  <c:v>137.26124764533228</c:v>
                </c:pt>
                <c:pt idx="779">
                  <c:v>137.5768461325039</c:v>
                </c:pt>
                <c:pt idx="780">
                  <c:v>136.43072531067011</c:v>
                </c:pt>
                <c:pt idx="781">
                  <c:v>136.50519852221785</c:v>
                </c:pt>
                <c:pt idx="782">
                  <c:v>128.60537959434001</c:v>
                </c:pt>
                <c:pt idx="783">
                  <c:v>132.99583096041238</c:v>
                </c:pt>
                <c:pt idx="784">
                  <c:v>132.17279245338122</c:v>
                </c:pt>
                <c:pt idx="785">
                  <c:v>129.13362830566143</c:v>
                </c:pt>
                <c:pt idx="786">
                  <c:v>127.56932579839663</c:v>
                </c:pt>
                <c:pt idx="787">
                  <c:v>125.61075334764386</c:v>
                </c:pt>
                <c:pt idx="788">
                  <c:v>120.00135073962119</c:v>
                </c:pt>
                <c:pt idx="789">
                  <c:v>121.04853901082051</c:v>
                </c:pt>
                <c:pt idx="790">
                  <c:v>123.44829222704105</c:v>
                </c:pt>
                <c:pt idx="791">
                  <c:v>125.85826725661131</c:v>
                </c:pt>
                <c:pt idx="792">
                  <c:v>126.11618551130969</c:v>
                </c:pt>
                <c:pt idx="793">
                  <c:v>128.91221652721191</c:v>
                </c:pt>
                <c:pt idx="794">
                  <c:v>127.85535403980666</c:v>
                </c:pt>
                <c:pt idx="795">
                  <c:v>130.50426395642586</c:v>
                </c:pt>
                <c:pt idx="796">
                  <c:v>132.98779953563761</c:v>
                </c:pt>
                <c:pt idx="797">
                  <c:v>131.49085147705202</c:v>
                </c:pt>
                <c:pt idx="798">
                  <c:v>132.69574772564653</c:v>
                </c:pt>
                <c:pt idx="799">
                  <c:v>131.96123742351892</c:v>
                </c:pt>
                <c:pt idx="800">
                  <c:v>129.69692323418172</c:v>
                </c:pt>
                <c:pt idx="801">
                  <c:v>129.26979746206976</c:v>
                </c:pt>
                <c:pt idx="802">
                  <c:v>130.36645200858632</c:v>
                </c:pt>
                <c:pt idx="803">
                  <c:v>130.86622566843357</c:v>
                </c:pt>
                <c:pt idx="804">
                  <c:v>132.64372599699189</c:v>
                </c:pt>
                <c:pt idx="805">
                  <c:v>132.78719644864998</c:v>
                </c:pt>
                <c:pt idx="806">
                  <c:v>135.61608329317622</c:v>
                </c:pt>
                <c:pt idx="807">
                  <c:v>141.04350111709815</c:v>
                </c:pt>
                <c:pt idx="808">
                  <c:v>138.97248871949884</c:v>
                </c:pt>
                <c:pt idx="809">
                  <c:v>137.3840919379098</c:v>
                </c:pt>
                <c:pt idx="810">
                  <c:v>137.10865057461191</c:v>
                </c:pt>
                <c:pt idx="811">
                  <c:v>137.81943166717775</c:v>
                </c:pt>
                <c:pt idx="812">
                  <c:v>137.3147296330369</c:v>
                </c:pt>
                <c:pt idx="813">
                  <c:v>137.80245615572201</c:v>
                </c:pt>
                <c:pt idx="814">
                  <c:v>136.76567223025364</c:v>
                </c:pt>
                <c:pt idx="815">
                  <c:v>134.08463661453541</c:v>
                </c:pt>
                <c:pt idx="816">
                  <c:v>132.67037572465355</c:v>
                </c:pt>
                <c:pt idx="817">
                  <c:v>132.57290343306903</c:v>
                </c:pt>
                <c:pt idx="818">
                  <c:v>134.40260802266323</c:v>
                </c:pt>
                <c:pt idx="819">
                  <c:v>131.58668097720533</c:v>
                </c:pt>
                <c:pt idx="820">
                  <c:v>131.72394532790116</c:v>
                </c:pt>
                <c:pt idx="821">
                  <c:v>132.90109665454654</c:v>
                </c:pt>
                <c:pt idx="822">
                  <c:v>131.52863567996963</c:v>
                </c:pt>
                <c:pt idx="823">
                  <c:v>132.96461792321958</c:v>
                </c:pt>
                <c:pt idx="824">
                  <c:v>131.74511908412552</c:v>
                </c:pt>
                <c:pt idx="825">
                  <c:v>132.02110804456711</c:v>
                </c:pt>
                <c:pt idx="826">
                  <c:v>128.73844570026722</c:v>
                </c:pt>
                <c:pt idx="827">
                  <c:v>128.62272017055824</c:v>
                </c:pt>
                <c:pt idx="828">
                  <c:v>126.28028212204842</c:v>
                </c:pt>
                <c:pt idx="829">
                  <c:v>125.1274076021086</c:v>
                </c:pt>
                <c:pt idx="830">
                  <c:v>125.88400432236679</c:v>
                </c:pt>
                <c:pt idx="831">
                  <c:v>126.65246564740585</c:v>
                </c:pt>
                <c:pt idx="832">
                  <c:v>122.41406375491013</c:v>
                </c:pt>
                <c:pt idx="833">
                  <c:v>120.91437771060585</c:v>
                </c:pt>
                <c:pt idx="834">
                  <c:v>122.65299864195907</c:v>
                </c:pt>
                <c:pt idx="835">
                  <c:v>125.22414976416816</c:v>
                </c:pt>
                <c:pt idx="836">
                  <c:v>124.71963026240853</c:v>
                </c:pt>
                <c:pt idx="837">
                  <c:v>121.62369854412172</c:v>
                </c:pt>
                <c:pt idx="838">
                  <c:v>125.1310582497335</c:v>
                </c:pt>
                <c:pt idx="839">
                  <c:v>125.0259195981367</c:v>
                </c:pt>
                <c:pt idx="840">
                  <c:v>125.18125465457572</c:v>
                </c:pt>
                <c:pt idx="841">
                  <c:v>125.36141411486396</c:v>
                </c:pt>
                <c:pt idx="842">
                  <c:v>128.11911333070486</c:v>
                </c:pt>
                <c:pt idx="843">
                  <c:v>130.01160905944715</c:v>
                </c:pt>
                <c:pt idx="844">
                  <c:v>130.79156992450459</c:v>
                </c:pt>
                <c:pt idx="845">
                  <c:v>129.55199252347367</c:v>
                </c:pt>
                <c:pt idx="846">
                  <c:v>130.03898891663383</c:v>
                </c:pt>
                <c:pt idx="847">
                  <c:v>130.01288678611584</c:v>
                </c:pt>
                <c:pt idx="848">
                  <c:v>128.77677750032856</c:v>
                </c:pt>
                <c:pt idx="849">
                  <c:v>128.90509776434337</c:v>
                </c:pt>
                <c:pt idx="850">
                  <c:v>127.75806428060336</c:v>
                </c:pt>
                <c:pt idx="851">
                  <c:v>127.57607949650267</c:v>
                </c:pt>
                <c:pt idx="852">
                  <c:v>128.08461471064965</c:v>
                </c:pt>
                <c:pt idx="853">
                  <c:v>125.88820256713542</c:v>
                </c:pt>
                <c:pt idx="854">
                  <c:v>121.95298695988667</c:v>
                </c:pt>
                <c:pt idx="855">
                  <c:v>121.60800075933469</c:v>
                </c:pt>
                <c:pt idx="856">
                  <c:v>121.70894116616286</c:v>
                </c:pt>
                <c:pt idx="857">
                  <c:v>119.07353864575573</c:v>
                </c:pt>
                <c:pt idx="858">
                  <c:v>119.53333771411047</c:v>
                </c:pt>
                <c:pt idx="859">
                  <c:v>119.32068748996072</c:v>
                </c:pt>
                <c:pt idx="860">
                  <c:v>121.171383303398</c:v>
                </c:pt>
                <c:pt idx="861">
                  <c:v>119.90661643375535</c:v>
                </c:pt>
                <c:pt idx="862">
                  <c:v>120.96420905068558</c:v>
                </c:pt>
                <c:pt idx="863">
                  <c:v>122.76197047356199</c:v>
                </c:pt>
                <c:pt idx="864">
                  <c:v>123.43295950701653</c:v>
                </c:pt>
                <c:pt idx="865">
                  <c:v>122.81673018793533</c:v>
                </c:pt>
                <c:pt idx="866">
                  <c:v>121.45668141528307</c:v>
                </c:pt>
                <c:pt idx="867">
                  <c:v>122.02326192666577</c:v>
                </c:pt>
                <c:pt idx="868">
                  <c:v>122.44071348257179</c:v>
                </c:pt>
                <c:pt idx="869">
                  <c:v>123.90626597158337</c:v>
                </c:pt>
                <c:pt idx="870">
                  <c:v>123.44993501847227</c:v>
                </c:pt>
                <c:pt idx="871">
                  <c:v>125.30574173858442</c:v>
                </c:pt>
                <c:pt idx="872">
                  <c:v>127.48171025539932</c:v>
                </c:pt>
                <c:pt idx="873">
                  <c:v>128.22552970897036</c:v>
                </c:pt>
                <c:pt idx="874">
                  <c:v>129.48719352813188</c:v>
                </c:pt>
                <c:pt idx="875">
                  <c:v>128.25546501949447</c:v>
                </c:pt>
                <c:pt idx="876">
                  <c:v>127.1440253500971</c:v>
                </c:pt>
                <c:pt idx="877">
                  <c:v>126.49932097954175</c:v>
                </c:pt>
                <c:pt idx="878">
                  <c:v>126.61413384734452</c:v>
                </c:pt>
                <c:pt idx="879">
                  <c:v>129.08215417415047</c:v>
                </c:pt>
                <c:pt idx="880">
                  <c:v>130.40241088769147</c:v>
                </c:pt>
                <c:pt idx="881">
                  <c:v>131.32146142725719</c:v>
                </c:pt>
                <c:pt idx="882">
                  <c:v>132.1570946685942</c:v>
                </c:pt>
                <c:pt idx="883">
                  <c:v>134.12096055840303</c:v>
                </c:pt>
                <c:pt idx="884">
                  <c:v>134.07514493071071</c:v>
                </c:pt>
                <c:pt idx="885">
                  <c:v>132.91460405075858</c:v>
                </c:pt>
                <c:pt idx="886">
                  <c:v>134.28450957199806</c:v>
                </c:pt>
                <c:pt idx="887">
                  <c:v>136.45445452023188</c:v>
                </c:pt>
                <c:pt idx="888">
                  <c:v>136.86789036375052</c:v>
                </c:pt>
                <c:pt idx="889">
                  <c:v>138.37122705567967</c:v>
                </c:pt>
                <c:pt idx="890">
                  <c:v>138.81222528876623</c:v>
                </c:pt>
                <c:pt idx="891">
                  <c:v>138.68536528380133</c:v>
                </c:pt>
                <c:pt idx="892">
                  <c:v>137.83220893386488</c:v>
                </c:pt>
                <c:pt idx="893">
                  <c:v>138.43474832435271</c:v>
                </c:pt>
                <c:pt idx="894">
                  <c:v>139.59127349191746</c:v>
                </c:pt>
                <c:pt idx="895">
                  <c:v>139.77544866459309</c:v>
                </c:pt>
                <c:pt idx="896">
                  <c:v>141.93663205852718</c:v>
                </c:pt>
                <c:pt idx="897">
                  <c:v>142.52967976519037</c:v>
                </c:pt>
                <c:pt idx="898">
                  <c:v>143.25013507396213</c:v>
                </c:pt>
                <c:pt idx="899">
                  <c:v>144.06076137906862</c:v>
                </c:pt>
                <c:pt idx="900">
                  <c:v>144.77062980972823</c:v>
                </c:pt>
                <c:pt idx="901">
                  <c:v>142.32396577152787</c:v>
                </c:pt>
                <c:pt idx="902">
                  <c:v>139.81159007607948</c:v>
                </c:pt>
                <c:pt idx="903">
                  <c:v>141.27148406127245</c:v>
                </c:pt>
                <c:pt idx="904">
                  <c:v>142.51580730421577</c:v>
                </c:pt>
                <c:pt idx="905">
                  <c:v>142.19546297513176</c:v>
                </c:pt>
                <c:pt idx="906">
                  <c:v>142.32834654867773</c:v>
                </c:pt>
                <c:pt idx="907">
                  <c:v>139.73474394357558</c:v>
                </c:pt>
                <c:pt idx="908">
                  <c:v>144.33474248331652</c:v>
                </c:pt>
                <c:pt idx="909">
                  <c:v>143.47501496765526</c:v>
                </c:pt>
                <c:pt idx="910">
                  <c:v>143.91218002073566</c:v>
                </c:pt>
                <c:pt idx="911">
                  <c:v>145.31676669441157</c:v>
                </c:pt>
                <c:pt idx="912">
                  <c:v>144.80841401264584</c:v>
                </c:pt>
                <c:pt idx="913">
                  <c:v>144.03958762284429</c:v>
                </c:pt>
                <c:pt idx="914">
                  <c:v>146.78870781676667</c:v>
                </c:pt>
                <c:pt idx="915">
                  <c:v>147.54347921321241</c:v>
                </c:pt>
                <c:pt idx="916">
                  <c:v>148.12137673223228</c:v>
                </c:pt>
                <c:pt idx="917">
                  <c:v>149.21328543683649</c:v>
                </c:pt>
                <c:pt idx="918">
                  <c:v>151.15652516756472</c:v>
                </c:pt>
                <c:pt idx="919">
                  <c:v>150.44026810356155</c:v>
                </c:pt>
                <c:pt idx="920">
                  <c:v>148.86172807055974</c:v>
                </c:pt>
                <c:pt idx="921">
                  <c:v>149.3275507074955</c:v>
                </c:pt>
                <c:pt idx="922">
                  <c:v>151.38615090317023</c:v>
                </c:pt>
                <c:pt idx="923">
                  <c:v>150.41927687971844</c:v>
                </c:pt>
                <c:pt idx="924">
                  <c:v>148.32800338780098</c:v>
                </c:pt>
                <c:pt idx="925">
                  <c:v>144.36942363575298</c:v>
                </c:pt>
                <c:pt idx="926">
                  <c:v>140.97432134460652</c:v>
                </c:pt>
                <c:pt idx="927">
                  <c:v>140.03573984024766</c:v>
                </c:pt>
                <c:pt idx="928">
                  <c:v>137.84790671865187</c:v>
                </c:pt>
                <c:pt idx="929">
                  <c:v>137.43866911990185</c:v>
                </c:pt>
                <c:pt idx="930">
                  <c:v>141.03163651231728</c:v>
                </c:pt>
                <c:pt idx="931">
                  <c:v>138.83285144784685</c:v>
                </c:pt>
                <c:pt idx="932">
                  <c:v>142.77701114177654</c:v>
                </c:pt>
                <c:pt idx="933">
                  <c:v>143.4078430513573</c:v>
                </c:pt>
                <c:pt idx="934">
                  <c:v>143.02525518026897</c:v>
                </c:pt>
                <c:pt idx="935">
                  <c:v>142.71513266453468</c:v>
                </c:pt>
                <c:pt idx="936">
                  <c:v>141.32551364612081</c:v>
                </c:pt>
                <c:pt idx="937">
                  <c:v>142.80804164658812</c:v>
                </c:pt>
                <c:pt idx="938">
                  <c:v>141.00261386369942</c:v>
                </c:pt>
                <c:pt idx="939">
                  <c:v>143.49089528482349</c:v>
                </c:pt>
                <c:pt idx="940">
                  <c:v>145.7354959769863</c:v>
                </c:pt>
                <c:pt idx="941">
                  <c:v>147.18954892597947</c:v>
                </c:pt>
                <c:pt idx="942">
                  <c:v>147.38832668915464</c:v>
                </c:pt>
                <c:pt idx="943">
                  <c:v>146.38932696660387</c:v>
                </c:pt>
                <c:pt idx="944">
                  <c:v>148.88819526584015</c:v>
                </c:pt>
                <c:pt idx="945">
                  <c:v>150.78963508126341</c:v>
                </c:pt>
                <c:pt idx="946">
                  <c:v>150.12466961638995</c:v>
                </c:pt>
                <c:pt idx="947">
                  <c:v>150.76919145456404</c:v>
                </c:pt>
                <c:pt idx="948">
                  <c:v>149.64314919466713</c:v>
                </c:pt>
                <c:pt idx="949">
                  <c:v>150.80058702413808</c:v>
                </c:pt>
                <c:pt idx="950">
                  <c:v>150.73359764022138</c:v>
                </c:pt>
                <c:pt idx="951">
                  <c:v>150.21192009462479</c:v>
                </c:pt>
                <c:pt idx="952">
                  <c:v>150.7657233393204</c:v>
                </c:pt>
                <c:pt idx="953">
                  <c:v>150.62006249908734</c:v>
                </c:pt>
                <c:pt idx="954">
                  <c:v>152.18345234444587</c:v>
                </c:pt>
                <c:pt idx="955">
                  <c:v>152.53573984024763</c:v>
                </c:pt>
                <c:pt idx="956">
                  <c:v>151.88063112396136</c:v>
                </c:pt>
                <c:pt idx="957">
                  <c:v>153.82752150231451</c:v>
                </c:pt>
                <c:pt idx="958">
                  <c:v>153.60738745053371</c:v>
                </c:pt>
                <c:pt idx="959">
                  <c:v>154.68779661511951</c:v>
                </c:pt>
                <c:pt idx="960">
                  <c:v>155.28139191892643</c:v>
                </c:pt>
                <c:pt idx="961">
                  <c:v>154.99937938990377</c:v>
                </c:pt>
                <c:pt idx="962">
                  <c:v>154.92417604883104</c:v>
                </c:pt>
                <c:pt idx="963">
                  <c:v>154.59233217972869</c:v>
                </c:pt>
                <c:pt idx="964">
                  <c:v>154.99572874227889</c:v>
                </c:pt>
                <c:pt idx="965">
                  <c:v>155.98888742862982</c:v>
                </c:pt>
                <c:pt idx="966">
                  <c:v>157.25310670112879</c:v>
                </c:pt>
                <c:pt idx="967">
                  <c:v>156.9192549758327</c:v>
                </c:pt>
                <c:pt idx="968">
                  <c:v>157.05250361414113</c:v>
                </c:pt>
                <c:pt idx="969">
                  <c:v>157.17297498576247</c:v>
                </c:pt>
                <c:pt idx="970">
                  <c:v>157.82114747156143</c:v>
                </c:pt>
                <c:pt idx="971">
                  <c:v>157.92938917363938</c:v>
                </c:pt>
                <c:pt idx="972">
                  <c:v>157.35660256129435</c:v>
                </c:pt>
                <c:pt idx="973">
                  <c:v>158.19333099691883</c:v>
                </c:pt>
                <c:pt idx="974">
                  <c:v>157.48364509864049</c:v>
                </c:pt>
                <c:pt idx="975">
                  <c:v>157.33816679078868</c:v>
                </c:pt>
                <c:pt idx="976">
                  <c:v>159.15673690512696</c:v>
                </c:pt>
                <c:pt idx="977">
                  <c:v>159.29035060819788</c:v>
                </c:pt>
                <c:pt idx="978">
                  <c:v>159.56524437435201</c:v>
                </c:pt>
                <c:pt idx="979">
                  <c:v>160.43336837955053</c:v>
                </c:pt>
                <c:pt idx="980">
                  <c:v>160.80774229348285</c:v>
                </c:pt>
                <c:pt idx="981">
                  <c:v>158.79660051693168</c:v>
                </c:pt>
                <c:pt idx="982">
                  <c:v>157.77916502387524</c:v>
                </c:pt>
                <c:pt idx="983">
                  <c:v>158.48830332500984</c:v>
                </c:pt>
                <c:pt idx="984">
                  <c:v>158.29025569135965</c:v>
                </c:pt>
                <c:pt idx="985">
                  <c:v>155.58311794512346</c:v>
                </c:pt>
                <c:pt idx="986">
                  <c:v>154.819584994378</c:v>
                </c:pt>
                <c:pt idx="987">
                  <c:v>152.11536776624172</c:v>
                </c:pt>
                <c:pt idx="988">
                  <c:v>155.62765584614709</c:v>
                </c:pt>
                <c:pt idx="989">
                  <c:v>156.46493187891531</c:v>
                </c:pt>
                <c:pt idx="990">
                  <c:v>156.34884128444384</c:v>
                </c:pt>
                <c:pt idx="991">
                  <c:v>157.89908879835281</c:v>
                </c:pt>
                <c:pt idx="992">
                  <c:v>156.92838159489492</c:v>
                </c:pt>
                <c:pt idx="993">
                  <c:v>157.71929440282705</c:v>
                </c:pt>
                <c:pt idx="994">
                  <c:v>158.53028577269609</c:v>
                </c:pt>
                <c:pt idx="995">
                  <c:v>156.82744118806679</c:v>
                </c:pt>
                <c:pt idx="996">
                  <c:v>155.54934945459323</c:v>
                </c:pt>
                <c:pt idx="997">
                  <c:v>154.01644251690249</c:v>
                </c:pt>
                <c:pt idx="998">
                  <c:v>155.45461514872738</c:v>
                </c:pt>
                <c:pt idx="999">
                  <c:v>153.38104729779062</c:v>
                </c:pt>
                <c:pt idx="1000">
                  <c:v>154.17670594763507</c:v>
                </c:pt>
                <c:pt idx="1001">
                  <c:v>153.62746601247062</c:v>
                </c:pt>
                <c:pt idx="1002">
                  <c:v>154.68250317606342</c:v>
                </c:pt>
                <c:pt idx="1003">
                  <c:v>153.9388662548736</c:v>
                </c:pt>
                <c:pt idx="1004">
                  <c:v>154.18528496955361</c:v>
                </c:pt>
                <c:pt idx="1005">
                  <c:v>154.99919685752252</c:v>
                </c:pt>
                <c:pt idx="1006">
                  <c:v>154.52771571676814</c:v>
                </c:pt>
                <c:pt idx="1007">
                  <c:v>155.1773484616171</c:v>
                </c:pt>
                <c:pt idx="1008">
                  <c:v>156.32529460726332</c:v>
                </c:pt>
                <c:pt idx="1009">
                  <c:v>156.00476774579809</c:v>
                </c:pt>
                <c:pt idx="1010">
                  <c:v>152.04089455469401</c:v>
                </c:pt>
                <c:pt idx="1011">
                  <c:v>147.28647362042025</c:v>
                </c:pt>
                <c:pt idx="1012">
                  <c:v>147.4403484178093</c:v>
                </c:pt>
                <c:pt idx="1013">
                  <c:v>148.41726172222954</c:v>
                </c:pt>
                <c:pt idx="1014">
                  <c:v>147.89868722711407</c:v>
                </c:pt>
                <c:pt idx="1015">
                  <c:v>148.46928345088421</c:v>
                </c:pt>
                <c:pt idx="1016">
                  <c:v>151.50078123859168</c:v>
                </c:pt>
                <c:pt idx="1017">
                  <c:v>151.0442677530994</c:v>
                </c:pt>
                <c:pt idx="1018">
                  <c:v>151.46883807187393</c:v>
                </c:pt>
                <c:pt idx="1019">
                  <c:v>151.63932331595623</c:v>
                </c:pt>
                <c:pt idx="1020">
                  <c:v>151.70010659891065</c:v>
                </c:pt>
                <c:pt idx="1021">
                  <c:v>151.7187249017976</c:v>
                </c:pt>
                <c:pt idx="1022">
                  <c:v>150.70676538017841</c:v>
                </c:pt>
                <c:pt idx="1023">
                  <c:v>152.04345000803141</c:v>
                </c:pt>
                <c:pt idx="1024">
                  <c:v>152.34535856660972</c:v>
                </c:pt>
                <c:pt idx="1025">
                  <c:v>151.98138899840831</c:v>
                </c:pt>
                <c:pt idx="1026">
                  <c:v>150.15752544501393</c:v>
                </c:pt>
                <c:pt idx="1027">
                  <c:v>148.58756443393054</c:v>
                </c:pt>
                <c:pt idx="1028">
                  <c:v>148.4849812356712</c:v>
                </c:pt>
                <c:pt idx="1029">
                  <c:v>146.01093734028416</c:v>
                </c:pt>
                <c:pt idx="1030">
                  <c:v>146.03156349936478</c:v>
                </c:pt>
                <c:pt idx="1031">
                  <c:v>145.69515632073129</c:v>
                </c:pt>
                <c:pt idx="1032">
                  <c:v>147.14701888114951</c:v>
                </c:pt>
                <c:pt idx="1033">
                  <c:v>147.0081117390225</c:v>
                </c:pt>
                <c:pt idx="1034">
                  <c:v>148.57460463486223</c:v>
                </c:pt>
                <c:pt idx="1035">
                  <c:v>147.44892743972781</c:v>
                </c:pt>
                <c:pt idx="1036">
                  <c:v>150.5941429009506</c:v>
                </c:pt>
                <c:pt idx="1037">
                  <c:v>150.95573954819585</c:v>
                </c:pt>
                <c:pt idx="1038">
                  <c:v>151.78334136475809</c:v>
                </c:pt>
                <c:pt idx="1039">
                  <c:v>150.61385639812502</c:v>
                </c:pt>
                <c:pt idx="1040">
                  <c:v>147.7981118850484</c:v>
                </c:pt>
                <c:pt idx="1041">
                  <c:v>144.43677808443215</c:v>
                </c:pt>
                <c:pt idx="1042">
                  <c:v>143.87713380353674</c:v>
                </c:pt>
                <c:pt idx="1043">
                  <c:v>142.5632657233393</c:v>
                </c:pt>
                <c:pt idx="1044">
                  <c:v>142.85933324571778</c:v>
                </c:pt>
                <c:pt idx="1045">
                  <c:v>144.55870971510345</c:v>
                </c:pt>
                <c:pt idx="1046">
                  <c:v>143.69660927848597</c:v>
                </c:pt>
                <c:pt idx="1047">
                  <c:v>145.64149180064541</c:v>
                </c:pt>
                <c:pt idx="1048">
                  <c:v>146.02243688030256</c:v>
                </c:pt>
                <c:pt idx="1049">
                  <c:v>144.62734189045136</c:v>
                </c:pt>
                <c:pt idx="1050">
                  <c:v>143.81854090915726</c:v>
                </c:pt>
                <c:pt idx="1051">
                  <c:v>143.94978169127205</c:v>
                </c:pt>
                <c:pt idx="1052">
                  <c:v>144.44846015683183</c:v>
                </c:pt>
                <c:pt idx="1053">
                  <c:v>145.69789430644997</c:v>
                </c:pt>
                <c:pt idx="1054">
                  <c:v>148.24787167243468</c:v>
                </c:pt>
                <c:pt idx="1055">
                  <c:v>148.99406404696194</c:v>
                </c:pt>
                <c:pt idx="1056">
                  <c:v>149.6734495699537</c:v>
                </c:pt>
                <c:pt idx="1057">
                  <c:v>149.82622917305531</c:v>
                </c:pt>
                <c:pt idx="1058">
                  <c:v>149.07291803565951</c:v>
                </c:pt>
                <c:pt idx="1059">
                  <c:v>151.01451497495654</c:v>
                </c:pt>
                <c:pt idx="1060">
                  <c:v>151.71343146274148</c:v>
                </c:pt>
                <c:pt idx="1061">
                  <c:v>153.81109358800251</c:v>
                </c:pt>
                <c:pt idx="1062">
                  <c:v>154.28567777923803</c:v>
                </c:pt>
                <c:pt idx="1063">
                  <c:v>154.29535199544398</c:v>
                </c:pt>
                <c:pt idx="1064">
                  <c:v>153.88939997955637</c:v>
                </c:pt>
                <c:pt idx="1065">
                  <c:v>154.311049780231</c:v>
                </c:pt>
                <c:pt idx="1066">
                  <c:v>153.75797666506037</c:v>
                </c:pt>
                <c:pt idx="1067">
                  <c:v>155.64809947284647</c:v>
                </c:pt>
                <c:pt idx="1068">
                  <c:v>155.80416465881046</c:v>
                </c:pt>
                <c:pt idx="1069">
                  <c:v>156.35687270921861</c:v>
                </c:pt>
                <c:pt idx="1070">
                  <c:v>156.98095092069332</c:v>
                </c:pt>
                <c:pt idx="1071">
                  <c:v>157.83173434967364</c:v>
                </c:pt>
                <c:pt idx="1072">
                  <c:v>158.26324089893546</c:v>
                </c:pt>
                <c:pt idx="1073">
                  <c:v>158.11940538251483</c:v>
                </c:pt>
                <c:pt idx="1074">
                  <c:v>159.48018428469209</c:v>
                </c:pt>
                <c:pt idx="1075">
                  <c:v>155.74100845489988</c:v>
                </c:pt>
                <c:pt idx="1076">
                  <c:v>158.01463179568054</c:v>
                </c:pt>
                <c:pt idx="1077">
                  <c:v>157.70122369708386</c:v>
                </c:pt>
                <c:pt idx="1078">
                  <c:v>158.18639476643156</c:v>
                </c:pt>
                <c:pt idx="1079">
                  <c:v>158.71300068632175</c:v>
                </c:pt>
                <c:pt idx="1080">
                  <c:v>159.87481929294256</c:v>
                </c:pt>
                <c:pt idx="1081">
                  <c:v>160.89170718885529</c:v>
                </c:pt>
                <c:pt idx="1082">
                  <c:v>160.27693812882404</c:v>
                </c:pt>
                <c:pt idx="1083">
                  <c:v>159.52855536572187</c:v>
                </c:pt>
                <c:pt idx="1084">
                  <c:v>159.72423007841593</c:v>
                </c:pt>
                <c:pt idx="1085">
                  <c:v>160.51678567777924</c:v>
                </c:pt>
                <c:pt idx="1086">
                  <c:v>160.20903608300111</c:v>
                </c:pt>
                <c:pt idx="1087">
                  <c:v>160.46220849578714</c:v>
                </c:pt>
                <c:pt idx="1088">
                  <c:v>159.45243936274295</c:v>
                </c:pt>
                <c:pt idx="1089">
                  <c:v>159.46539916181132</c:v>
                </c:pt>
                <c:pt idx="1090">
                  <c:v>160.69420715234881</c:v>
                </c:pt>
                <c:pt idx="1091">
                  <c:v>161.76713248930358</c:v>
                </c:pt>
                <c:pt idx="1092">
                  <c:v>162.221455586221</c:v>
                </c:pt>
                <c:pt idx="1093">
                  <c:v>161.09632598823032</c:v>
                </c:pt>
                <c:pt idx="1094">
                  <c:v>159.86258962339917</c:v>
                </c:pt>
                <c:pt idx="1095">
                  <c:v>160.40160774521399</c:v>
                </c:pt>
                <c:pt idx="1096">
                  <c:v>160.99958382617078</c:v>
                </c:pt>
                <c:pt idx="1097">
                  <c:v>161.22920956177626</c:v>
                </c:pt>
                <c:pt idx="1098">
                  <c:v>161.63351878623268</c:v>
                </c:pt>
                <c:pt idx="1099">
                  <c:v>160.61115491888259</c:v>
                </c:pt>
                <c:pt idx="1100">
                  <c:v>160.58833837122705</c:v>
                </c:pt>
                <c:pt idx="1101">
                  <c:v>160.42478935763202</c:v>
                </c:pt>
                <c:pt idx="1102">
                  <c:v>160.91999970794816</c:v>
                </c:pt>
                <c:pt idx="1103">
                  <c:v>160.58468772360214</c:v>
                </c:pt>
                <c:pt idx="1104">
                  <c:v>158.59727515661277</c:v>
                </c:pt>
                <c:pt idx="1105">
                  <c:v>160.40270293950147</c:v>
                </c:pt>
                <c:pt idx="1106">
                  <c:v>159.29144580248536</c:v>
                </c:pt>
                <c:pt idx="1107">
                  <c:v>159.77606927468932</c:v>
                </c:pt>
                <c:pt idx="1108">
                  <c:v>160.11448430951648</c:v>
                </c:pt>
                <c:pt idx="1109">
                  <c:v>159.62401980111269</c:v>
                </c:pt>
                <c:pt idx="1110">
                  <c:v>159.25183627575532</c:v>
                </c:pt>
                <c:pt idx="1111">
                  <c:v>159.31809553014705</c:v>
                </c:pt>
                <c:pt idx="1112">
                  <c:v>161.07204918152479</c:v>
                </c:pt>
                <c:pt idx="1113">
                  <c:v>161.82517778653934</c:v>
                </c:pt>
                <c:pt idx="1114">
                  <c:v>163.35680699756134</c:v>
                </c:pt>
                <c:pt idx="1115">
                  <c:v>164.85631050948436</c:v>
                </c:pt>
                <c:pt idx="1116">
                  <c:v>165.37963084651216</c:v>
                </c:pt>
                <c:pt idx="1117">
                  <c:v>164.8333114294476</c:v>
                </c:pt>
                <c:pt idx="1118">
                  <c:v>165.51999824768913</c:v>
                </c:pt>
                <c:pt idx="1119">
                  <c:v>164.00534454812282</c:v>
                </c:pt>
                <c:pt idx="1120">
                  <c:v>163.77115550298623</c:v>
                </c:pt>
                <c:pt idx="1121">
                  <c:v>163.34841050802413</c:v>
                </c:pt>
                <c:pt idx="1122">
                  <c:v>162.96290211883587</c:v>
                </c:pt>
                <c:pt idx="1123">
                  <c:v>163.05635869803302</c:v>
                </c:pt>
                <c:pt idx="1124">
                  <c:v>163.6194710941721</c:v>
                </c:pt>
                <c:pt idx="1125">
                  <c:v>165.92102188928314</c:v>
                </c:pt>
                <c:pt idx="1126">
                  <c:v>165.77901169667498</c:v>
                </c:pt>
                <c:pt idx="1127">
                  <c:v>166.72252157532748</c:v>
                </c:pt>
                <c:pt idx="1128">
                  <c:v>168.61209678596981</c:v>
                </c:pt>
                <c:pt idx="1129">
                  <c:v>168.20431944626975</c:v>
                </c:pt>
                <c:pt idx="1130">
                  <c:v>167.64887341014295</c:v>
                </c:pt>
                <c:pt idx="1131">
                  <c:v>167.36394036302039</c:v>
                </c:pt>
                <c:pt idx="1132">
                  <c:v>168.15740862428993</c:v>
                </c:pt>
                <c:pt idx="1133">
                  <c:v>166.75902805157634</c:v>
                </c:pt>
                <c:pt idx="1134">
                  <c:v>165.98801127319985</c:v>
                </c:pt>
                <c:pt idx="1135">
                  <c:v>166.65607978855448</c:v>
                </c:pt>
                <c:pt idx="1136">
                  <c:v>166.44215183773602</c:v>
                </c:pt>
                <c:pt idx="1137">
                  <c:v>164.26344533520245</c:v>
                </c:pt>
                <c:pt idx="1138">
                  <c:v>162.5029205180999</c:v>
                </c:pt>
                <c:pt idx="1139">
                  <c:v>163.83924008119038</c:v>
                </c:pt>
                <c:pt idx="1140">
                  <c:v>163.68591288094507</c:v>
                </c:pt>
                <c:pt idx="1141">
                  <c:v>164.14936259692468</c:v>
                </c:pt>
                <c:pt idx="1142">
                  <c:v>163.84362085834024</c:v>
                </c:pt>
                <c:pt idx="1143">
                  <c:v>162.60641637826552</c:v>
                </c:pt>
                <c:pt idx="1144">
                  <c:v>161.35533943721614</c:v>
                </c:pt>
                <c:pt idx="1145">
                  <c:v>160.96052189658442</c:v>
                </c:pt>
                <c:pt idx="1146">
                  <c:v>160.43282078240679</c:v>
                </c:pt>
                <c:pt idx="1147">
                  <c:v>160.23185263065668</c:v>
                </c:pt>
                <c:pt idx="1148">
                  <c:v>160.08473153137365</c:v>
                </c:pt>
                <c:pt idx="1149">
                  <c:v>160.63579679035061</c:v>
                </c:pt>
                <c:pt idx="1150">
                  <c:v>160.60385362363283</c:v>
                </c:pt>
                <c:pt idx="1151">
                  <c:v>162.37733823980375</c:v>
                </c:pt>
                <c:pt idx="1152">
                  <c:v>162.43994684657056</c:v>
                </c:pt>
                <c:pt idx="1153">
                  <c:v>161.47343788788129</c:v>
                </c:pt>
                <c:pt idx="1154">
                  <c:v>162.43428834275198</c:v>
                </c:pt>
                <c:pt idx="1155">
                  <c:v>162.43647873132693</c:v>
                </c:pt>
                <c:pt idx="1156">
                  <c:v>161.47763613264991</c:v>
                </c:pt>
                <c:pt idx="1157">
                  <c:v>160.58888596837079</c:v>
                </c:pt>
                <c:pt idx="1158">
                  <c:v>162.22054292431477</c:v>
                </c:pt>
                <c:pt idx="1159">
                  <c:v>162.73966501657392</c:v>
                </c:pt>
                <c:pt idx="1160">
                  <c:v>162.57118762868532</c:v>
                </c:pt>
                <c:pt idx="1161">
                  <c:v>162.12197543844275</c:v>
                </c:pt>
                <c:pt idx="1162">
                  <c:v>163.83504183642177</c:v>
                </c:pt>
                <c:pt idx="1163">
                  <c:v>164.85010440852207</c:v>
                </c:pt>
                <c:pt idx="1164">
                  <c:v>166.36256771951344</c:v>
                </c:pt>
                <c:pt idx="1165">
                  <c:v>166.14590178297627</c:v>
                </c:pt>
                <c:pt idx="1166">
                  <c:v>167.59922460244445</c:v>
                </c:pt>
                <c:pt idx="1167">
                  <c:v>167.93289379535926</c:v>
                </c:pt>
                <c:pt idx="1168">
                  <c:v>168.77491567003986</c:v>
                </c:pt>
                <c:pt idx="1169">
                  <c:v>167.85623019523661</c:v>
                </c:pt>
                <c:pt idx="1170">
                  <c:v>165.68318219652164</c:v>
                </c:pt>
                <c:pt idx="1171">
                  <c:v>162.90595201588761</c:v>
                </c:pt>
                <c:pt idx="1172">
                  <c:v>162.86287437391394</c:v>
                </c:pt>
                <c:pt idx="1173">
                  <c:v>163.425256640528</c:v>
                </c:pt>
                <c:pt idx="1174">
                  <c:v>162.90722974255632</c:v>
                </c:pt>
                <c:pt idx="1175">
                  <c:v>162.77617149282281</c:v>
                </c:pt>
                <c:pt idx="1176">
                  <c:v>161.72715789781105</c:v>
                </c:pt>
                <c:pt idx="1177">
                  <c:v>162.76248156422949</c:v>
                </c:pt>
                <c:pt idx="1178">
                  <c:v>162.08528642981267</c:v>
                </c:pt>
                <c:pt idx="1179">
                  <c:v>160.49725471298609</c:v>
                </c:pt>
                <c:pt idx="1180">
                  <c:v>161.40736116587081</c:v>
                </c:pt>
                <c:pt idx="1181">
                  <c:v>161.94491902863567</c:v>
                </c:pt>
                <c:pt idx="1182">
                  <c:v>160.21414698967595</c:v>
                </c:pt>
                <c:pt idx="1183">
                  <c:v>161.94327623720449</c:v>
                </c:pt>
                <c:pt idx="1184">
                  <c:v>162.51551525240578</c:v>
                </c:pt>
                <c:pt idx="1185">
                  <c:v>162.81596355193409</c:v>
                </c:pt>
                <c:pt idx="1186">
                  <c:v>161.6796994786875</c:v>
                </c:pt>
                <c:pt idx="1187">
                  <c:v>161.45317679356316</c:v>
                </c:pt>
                <c:pt idx="1188">
                  <c:v>162.12343569749271</c:v>
                </c:pt>
                <c:pt idx="1189">
                  <c:v>160.2221784144507</c:v>
                </c:pt>
                <c:pt idx="1190">
                  <c:v>159.73226150319067</c:v>
                </c:pt>
                <c:pt idx="1191">
                  <c:v>159.61744863538792</c:v>
                </c:pt>
                <c:pt idx="1192">
                  <c:v>157.52982579109531</c:v>
                </c:pt>
                <c:pt idx="1193">
                  <c:v>156.36453906923086</c:v>
                </c:pt>
                <c:pt idx="1194">
                  <c:v>154.34992917743608</c:v>
                </c:pt>
                <c:pt idx="1195">
                  <c:v>156.18200668798642</c:v>
                </c:pt>
                <c:pt idx="1196">
                  <c:v>157.12077072472655</c:v>
                </c:pt>
                <c:pt idx="1197">
                  <c:v>156.41546560359808</c:v>
                </c:pt>
                <c:pt idx="1198">
                  <c:v>155.88612169798921</c:v>
                </c:pt>
                <c:pt idx="1199">
                  <c:v>157.04063900936026</c:v>
                </c:pt>
                <c:pt idx="1200">
                  <c:v>158.13966647683299</c:v>
                </c:pt>
                <c:pt idx="1201">
                  <c:v>159.2390590090682</c:v>
                </c:pt>
                <c:pt idx="1202">
                  <c:v>159.67166075261753</c:v>
                </c:pt>
                <c:pt idx="1203">
                  <c:v>159.38234692834507</c:v>
                </c:pt>
                <c:pt idx="1204">
                  <c:v>159.47343058658606</c:v>
                </c:pt>
                <c:pt idx="1205">
                  <c:v>159.97174398738335</c:v>
                </c:pt>
                <c:pt idx="1206">
                  <c:v>160.61626582555746</c:v>
                </c:pt>
                <c:pt idx="1207">
                  <c:v>160.23148756589418</c:v>
                </c:pt>
                <c:pt idx="1208">
                  <c:v>161.36483112104085</c:v>
                </c:pt>
                <c:pt idx="1209">
                  <c:v>161.21825761890162</c:v>
                </c:pt>
                <c:pt idx="1210">
                  <c:v>159.1096435507659</c:v>
                </c:pt>
                <c:pt idx="1211">
                  <c:v>159.11329419839078</c:v>
                </c:pt>
                <c:pt idx="1212">
                  <c:v>159.49369168090419</c:v>
                </c:pt>
                <c:pt idx="1213">
                  <c:v>158.61917904236208</c:v>
                </c:pt>
                <c:pt idx="1214">
                  <c:v>159.08609687358538</c:v>
                </c:pt>
                <c:pt idx="1215">
                  <c:v>159.78556095851403</c:v>
                </c:pt>
                <c:pt idx="1216">
                  <c:v>160.19388589535782</c:v>
                </c:pt>
                <c:pt idx="1217">
                  <c:v>162.69640484221898</c:v>
                </c:pt>
                <c:pt idx="1218">
                  <c:v>162.38719498839095</c:v>
                </c:pt>
                <c:pt idx="1219">
                  <c:v>163.60085279128515</c:v>
                </c:pt>
                <c:pt idx="1220">
                  <c:v>169.50468013025511</c:v>
                </c:pt>
                <c:pt idx="1221">
                  <c:v>171.62515880317167</c:v>
                </c:pt>
                <c:pt idx="1222">
                  <c:v>170.97643872022897</c:v>
                </c:pt>
                <c:pt idx="1223">
                  <c:v>171.00144565645945</c:v>
                </c:pt>
                <c:pt idx="1224">
                  <c:v>172.53690804748763</c:v>
                </c:pt>
                <c:pt idx="1225">
                  <c:v>172.72765438588803</c:v>
                </c:pt>
                <c:pt idx="1226">
                  <c:v>171.93655904557468</c:v>
                </c:pt>
                <c:pt idx="1227">
                  <c:v>171.91721061316275</c:v>
                </c:pt>
                <c:pt idx="1228">
                  <c:v>174.25380762547275</c:v>
                </c:pt>
                <c:pt idx="1229">
                  <c:v>175.75513646120822</c:v>
                </c:pt>
                <c:pt idx="1230">
                  <c:v>174.74810531388266</c:v>
                </c:pt>
                <c:pt idx="1231">
                  <c:v>174.75978738628234</c:v>
                </c:pt>
                <c:pt idx="1232">
                  <c:v>173.20607175712973</c:v>
                </c:pt>
                <c:pt idx="1233">
                  <c:v>174.64752997181699</c:v>
                </c:pt>
                <c:pt idx="1234">
                  <c:v>173.37600940406827</c:v>
                </c:pt>
                <c:pt idx="1235">
                  <c:v>174.22661030066732</c:v>
                </c:pt>
                <c:pt idx="1236">
                  <c:v>176.26129875439901</c:v>
                </c:pt>
                <c:pt idx="1237">
                  <c:v>177.08762284429258</c:v>
                </c:pt>
                <c:pt idx="1238">
                  <c:v>176.29798776302917</c:v>
                </c:pt>
                <c:pt idx="1239">
                  <c:v>176.08643273316687</c:v>
                </c:pt>
                <c:pt idx="1240">
                  <c:v>174.36095413326325</c:v>
                </c:pt>
                <c:pt idx="1241">
                  <c:v>174.15396241293203</c:v>
                </c:pt>
                <c:pt idx="1242">
                  <c:v>175.9460653319899</c:v>
                </c:pt>
                <c:pt idx="1243">
                  <c:v>175.81153896701272</c:v>
                </c:pt>
                <c:pt idx="1244">
                  <c:v>173.22414246287289</c:v>
                </c:pt>
                <c:pt idx="1245">
                  <c:v>172.46626801594601</c:v>
                </c:pt>
                <c:pt idx="1246">
                  <c:v>172.89777456520784</c:v>
                </c:pt>
                <c:pt idx="1247">
                  <c:v>173.18069975613673</c:v>
                </c:pt>
                <c:pt idx="1248">
                  <c:v>174.17166805391278</c:v>
                </c:pt>
                <c:pt idx="1249">
                  <c:v>175.80898351367534</c:v>
                </c:pt>
                <c:pt idx="1250">
                  <c:v>175.68778201252903</c:v>
                </c:pt>
                <c:pt idx="1251">
                  <c:v>168.16507498430221</c:v>
                </c:pt>
                <c:pt idx="1252">
                  <c:v>166.88406273272878</c:v>
                </c:pt>
                <c:pt idx="1253">
                  <c:v>166.83879470218017</c:v>
                </c:pt>
                <c:pt idx="1254">
                  <c:v>168.14225843664664</c:v>
                </c:pt>
                <c:pt idx="1255">
                  <c:v>164.33408536674406</c:v>
                </c:pt>
                <c:pt idx="1256">
                  <c:v>164.5799564842803</c:v>
                </c:pt>
                <c:pt idx="1257">
                  <c:v>163.79050393539814</c:v>
                </c:pt>
                <c:pt idx="1258">
                  <c:v>165.89400709685899</c:v>
                </c:pt>
                <c:pt idx="1259">
                  <c:v>165.62166878404227</c:v>
                </c:pt>
                <c:pt idx="1260">
                  <c:v>167.9181086724785</c:v>
                </c:pt>
                <c:pt idx="1261">
                  <c:v>168.6184854193134</c:v>
                </c:pt>
                <c:pt idx="1262">
                  <c:v>167.82373943137509</c:v>
                </c:pt>
                <c:pt idx="1263">
                  <c:v>167.29293526671631</c:v>
                </c:pt>
                <c:pt idx="1264">
                  <c:v>166.80101049926256</c:v>
                </c:pt>
                <c:pt idx="1265">
                  <c:v>167.26719820096082</c:v>
                </c:pt>
                <c:pt idx="1266">
                  <c:v>164.32295089148815</c:v>
                </c:pt>
                <c:pt idx="1267">
                  <c:v>166.59566157036258</c:v>
                </c:pt>
                <c:pt idx="1268">
                  <c:v>163.84927936215882</c:v>
                </c:pt>
                <c:pt idx="1269">
                  <c:v>166.11322848673353</c:v>
                </c:pt>
                <c:pt idx="1270">
                  <c:v>167.59502635767583</c:v>
                </c:pt>
                <c:pt idx="1271">
                  <c:v>168.72891750996627</c:v>
                </c:pt>
                <c:pt idx="1272">
                  <c:v>169.33474248331652</c:v>
                </c:pt>
                <c:pt idx="1273">
                  <c:v>169.88471254800601</c:v>
                </c:pt>
                <c:pt idx="1274">
                  <c:v>171.9243293760313</c:v>
                </c:pt>
                <c:pt idx="1275">
                  <c:v>171.6523561279771</c:v>
                </c:pt>
                <c:pt idx="1276">
                  <c:v>171.28765643025073</c:v>
                </c:pt>
                <c:pt idx="1277">
                  <c:v>170.89320395438151</c:v>
                </c:pt>
                <c:pt idx="1278">
                  <c:v>170.03438910062644</c:v>
                </c:pt>
                <c:pt idx="1279">
                  <c:v>170.07655408069391</c:v>
                </c:pt>
                <c:pt idx="1280">
                  <c:v>167.795264379901</c:v>
                </c:pt>
                <c:pt idx="1281">
                  <c:v>168.37115404272717</c:v>
                </c:pt>
                <c:pt idx="1282">
                  <c:v>172.62780917334734</c:v>
                </c:pt>
                <c:pt idx="1283">
                  <c:v>172.66650603817115</c:v>
                </c:pt>
                <c:pt idx="1284">
                  <c:v>173.24549875147849</c:v>
                </c:pt>
                <c:pt idx="1285">
                  <c:v>173.70146463982709</c:v>
                </c:pt>
                <c:pt idx="1286">
                  <c:v>175.10477358683428</c:v>
                </c:pt>
                <c:pt idx="1287">
                  <c:v>174.63164965464875</c:v>
                </c:pt>
                <c:pt idx="1288">
                  <c:v>172.77730319358653</c:v>
                </c:pt>
                <c:pt idx="1289">
                  <c:v>172.61138125903534</c:v>
                </c:pt>
                <c:pt idx="1290">
                  <c:v>171.5121712591814</c:v>
                </c:pt>
                <c:pt idx="1291">
                  <c:v>170.81361983615892</c:v>
                </c:pt>
                <c:pt idx="1292">
                  <c:v>170.09864049882449</c:v>
                </c:pt>
                <c:pt idx="1293">
                  <c:v>170.0321987120515</c:v>
                </c:pt>
                <c:pt idx="1294">
                  <c:v>169.3345599509353</c:v>
                </c:pt>
                <c:pt idx="1295">
                  <c:v>169.06477709145602</c:v>
                </c:pt>
                <c:pt idx="1296">
                  <c:v>170.43011930316439</c:v>
                </c:pt>
                <c:pt idx="1297">
                  <c:v>171.08303763087571</c:v>
                </c:pt>
                <c:pt idx="1298">
                  <c:v>170.1209094493363</c:v>
                </c:pt>
                <c:pt idx="1299">
                  <c:v>170.79901724565934</c:v>
                </c:pt>
                <c:pt idx="1300">
                  <c:v>172.03530906382792</c:v>
                </c:pt>
                <c:pt idx="1301">
                  <c:v>173.69142535885865</c:v>
                </c:pt>
                <c:pt idx="1302">
                  <c:v>173.5716841167623</c:v>
                </c:pt>
                <c:pt idx="1303">
                  <c:v>173.85935514960354</c:v>
                </c:pt>
                <c:pt idx="1304">
                  <c:v>175.45304537024867</c:v>
                </c:pt>
                <c:pt idx="1305">
                  <c:v>177.03103780610681</c:v>
                </c:pt>
                <c:pt idx="1306">
                  <c:v>177.35466771805318</c:v>
                </c:pt>
                <c:pt idx="1307">
                  <c:v>177.89806661701786</c:v>
                </c:pt>
                <c:pt idx="1308">
                  <c:v>178.83281494137057</c:v>
                </c:pt>
                <c:pt idx="1309">
                  <c:v>177.29205911128633</c:v>
                </c:pt>
                <c:pt idx="1310">
                  <c:v>174.40330164571193</c:v>
                </c:pt>
                <c:pt idx="1311">
                  <c:v>173.35027233831281</c:v>
                </c:pt>
                <c:pt idx="1312">
                  <c:v>171.83397584731529</c:v>
                </c:pt>
                <c:pt idx="1313">
                  <c:v>173.67645770359661</c:v>
                </c:pt>
                <c:pt idx="1314">
                  <c:v>174.9569223580263</c:v>
                </c:pt>
                <c:pt idx="1315">
                  <c:v>175.12320935733999</c:v>
                </c:pt>
                <c:pt idx="1316">
                  <c:v>175.92105839575939</c:v>
                </c:pt>
                <c:pt idx="1317">
                  <c:v>177.03797403659408</c:v>
                </c:pt>
                <c:pt idx="1318">
                  <c:v>175.96504869963931</c:v>
                </c:pt>
                <c:pt idx="1319">
                  <c:v>180.42979074487815</c:v>
                </c:pt>
                <c:pt idx="1320">
                  <c:v>180.33012806471868</c:v>
                </c:pt>
                <c:pt idx="1321">
                  <c:v>179.72521575327463</c:v>
                </c:pt>
                <c:pt idx="1322">
                  <c:v>178.60264160862135</c:v>
                </c:pt>
                <c:pt idx="1323">
                  <c:v>178.49951081321825</c:v>
                </c:pt>
                <c:pt idx="1324">
                  <c:v>176.27279829441741</c:v>
                </c:pt>
                <c:pt idx="1325">
                  <c:v>175.30811465954059</c:v>
                </c:pt>
                <c:pt idx="1326">
                  <c:v>173.36158934594997</c:v>
                </c:pt>
                <c:pt idx="1327">
                  <c:v>173.1177260846074</c:v>
                </c:pt>
                <c:pt idx="1328">
                  <c:v>174.3333917436953</c:v>
                </c:pt>
                <c:pt idx="1329">
                  <c:v>174.71798747097733</c:v>
                </c:pt>
                <c:pt idx="1330">
                  <c:v>174.0900760794965</c:v>
                </c:pt>
                <c:pt idx="1331">
                  <c:v>175.14730363166427</c:v>
                </c:pt>
                <c:pt idx="1332">
                  <c:v>175.65328339247381</c:v>
                </c:pt>
                <c:pt idx="1333">
                  <c:v>175.95939019582073</c:v>
                </c:pt>
                <c:pt idx="1334">
                  <c:v>175.40704721017505</c:v>
                </c:pt>
                <c:pt idx="1335">
                  <c:v>174.43506228004847</c:v>
                </c:pt>
                <c:pt idx="1336">
                  <c:v>178.03697375914487</c:v>
                </c:pt>
                <c:pt idx="1337">
                  <c:v>178.7782377593785</c:v>
                </c:pt>
                <c:pt idx="1338">
                  <c:v>179.91048612023772</c:v>
                </c:pt>
                <c:pt idx="1339">
                  <c:v>179.40067317942203</c:v>
                </c:pt>
                <c:pt idx="1340">
                  <c:v>177.06133818139335</c:v>
                </c:pt>
                <c:pt idx="1341">
                  <c:v>177.72210540149823</c:v>
                </c:pt>
                <c:pt idx="1342">
                  <c:v>178.82314072516462</c:v>
                </c:pt>
                <c:pt idx="1343">
                  <c:v>186.10983338444237</c:v>
                </c:pt>
                <c:pt idx="1344">
                  <c:v>171.31978212934973</c:v>
                </c:pt>
                <c:pt idx="1345">
                  <c:v>179.08105897986303</c:v>
                </c:pt>
                <c:pt idx="1346">
                  <c:v>179.9473576612491</c:v>
                </c:pt>
                <c:pt idx="1347">
                  <c:v>181.81393379185465</c:v>
                </c:pt>
                <c:pt idx="1348">
                  <c:v>181.73252434981967</c:v>
                </c:pt>
                <c:pt idx="1349">
                  <c:v>181.45817818080928</c:v>
                </c:pt>
                <c:pt idx="1350">
                  <c:v>182.14942830858192</c:v>
                </c:pt>
                <c:pt idx="1351">
                  <c:v>181.9727369635373</c:v>
                </c:pt>
                <c:pt idx="1352">
                  <c:v>182.53968253968253</c:v>
                </c:pt>
                <c:pt idx="1353">
                  <c:v>184.14195178224617</c:v>
                </c:pt>
                <c:pt idx="1354">
                  <c:v>187.63616915640836</c:v>
                </c:pt>
                <c:pt idx="1355">
                  <c:v>189.04239862151545</c:v>
                </c:pt>
                <c:pt idx="1356">
                  <c:v>188.59774974080398</c:v>
                </c:pt>
                <c:pt idx="1357">
                  <c:v>188.75290226486177</c:v>
                </c:pt>
                <c:pt idx="1358">
                  <c:v>192.0459689548926</c:v>
                </c:pt>
                <c:pt idx="1359">
                  <c:v>193.01156525167565</c:v>
                </c:pt>
                <c:pt idx="1360">
                  <c:v>192.79544691228224</c:v>
                </c:pt>
                <c:pt idx="1361">
                  <c:v>191.08311064382821</c:v>
                </c:pt>
                <c:pt idx="1362">
                  <c:v>191.9318862166148</c:v>
                </c:pt>
                <c:pt idx="1363">
                  <c:v>190.44735035995384</c:v>
                </c:pt>
                <c:pt idx="1364">
                  <c:v>193.81014441962003</c:v>
                </c:pt>
                <c:pt idx="1365">
                  <c:v>193.86289627779968</c:v>
                </c:pt>
                <c:pt idx="1366">
                  <c:v>192.24438165330528</c:v>
                </c:pt>
                <c:pt idx="1367">
                  <c:v>191.38812225288765</c:v>
                </c:pt>
                <c:pt idx="1368">
                  <c:v>191.91016486324673</c:v>
                </c:pt>
                <c:pt idx="1369">
                  <c:v>190.52474408960148</c:v>
                </c:pt>
                <c:pt idx="1370">
                  <c:v>190.82172427388616</c:v>
                </c:pt>
                <c:pt idx="1371">
                  <c:v>190.85184211679152</c:v>
                </c:pt>
                <c:pt idx="1372">
                  <c:v>191.49800674639681</c:v>
                </c:pt>
                <c:pt idx="1373">
                  <c:v>191.2822534717659</c:v>
                </c:pt>
                <c:pt idx="1374">
                  <c:v>192.09963347497845</c:v>
                </c:pt>
                <c:pt idx="1375">
                  <c:v>190.80328850338049</c:v>
                </c:pt>
                <c:pt idx="1376">
                  <c:v>190.85731808822885</c:v>
                </c:pt>
                <c:pt idx="1377">
                  <c:v>189.02432791577226</c:v>
                </c:pt>
                <c:pt idx="1378">
                  <c:v>187.3402841664111</c:v>
                </c:pt>
                <c:pt idx="1379">
                  <c:v>185.77689432105257</c:v>
                </c:pt>
                <c:pt idx="1380">
                  <c:v>187.26343803390719</c:v>
                </c:pt>
                <c:pt idx="1381">
                  <c:v>187.66610446693241</c:v>
                </c:pt>
                <c:pt idx="1382">
                  <c:v>188.00579722842832</c:v>
                </c:pt>
                <c:pt idx="1383">
                  <c:v>188.20329726493478</c:v>
                </c:pt>
                <c:pt idx="1384">
                  <c:v>188.24199412975861</c:v>
                </c:pt>
                <c:pt idx="1385">
                  <c:v>187.46130313517617</c:v>
                </c:pt>
                <c:pt idx="1386">
                  <c:v>182.86860589068499</c:v>
                </c:pt>
                <c:pt idx="1387">
                  <c:v>181.61351323724827</c:v>
                </c:pt>
                <c:pt idx="1388">
                  <c:v>182.96680831179449</c:v>
                </c:pt>
                <c:pt idx="1389">
                  <c:v>183.10443772725279</c:v>
                </c:pt>
                <c:pt idx="1390">
                  <c:v>184.30112001869131</c:v>
                </c:pt>
                <c:pt idx="1391">
                  <c:v>184.64227303923715</c:v>
                </c:pt>
                <c:pt idx="1392">
                  <c:v>181.91852484630772</c:v>
                </c:pt>
                <c:pt idx="1393">
                  <c:v>181.53684963712561</c:v>
                </c:pt>
                <c:pt idx="1394">
                  <c:v>184.4194010017377</c:v>
                </c:pt>
                <c:pt idx="1395">
                  <c:v>183.87709729706049</c:v>
                </c:pt>
                <c:pt idx="1396">
                  <c:v>185.46439888436208</c:v>
                </c:pt>
                <c:pt idx="1397">
                  <c:v>185.03508272367517</c:v>
                </c:pt>
                <c:pt idx="1398">
                  <c:v>186.13082460828551</c:v>
                </c:pt>
                <c:pt idx="1399">
                  <c:v>185.94007826988505</c:v>
                </c:pt>
                <c:pt idx="1400">
                  <c:v>186.72368978256742</c:v>
                </c:pt>
                <c:pt idx="1401">
                  <c:v>187.20064689475913</c:v>
                </c:pt>
                <c:pt idx="1402">
                  <c:v>186.70817453016164</c:v>
                </c:pt>
                <c:pt idx="1403">
                  <c:v>186.74066529402316</c:v>
                </c:pt>
                <c:pt idx="1404">
                  <c:v>187.46440618565731</c:v>
                </c:pt>
                <c:pt idx="1405">
                  <c:v>187.78767103284122</c:v>
                </c:pt>
                <c:pt idx="1406">
                  <c:v>188.69869014763216</c:v>
                </c:pt>
                <c:pt idx="1407">
                  <c:v>187.6442005811831</c:v>
                </c:pt>
                <c:pt idx="1408">
                  <c:v>187.90996772827501</c:v>
                </c:pt>
                <c:pt idx="1409">
                  <c:v>184.63825732684978</c:v>
                </c:pt>
                <c:pt idx="1410">
                  <c:v>186.61307515953328</c:v>
                </c:pt>
                <c:pt idx="1411">
                  <c:v>187.17710021757861</c:v>
                </c:pt>
                <c:pt idx="1412">
                  <c:v>186.21953534557031</c:v>
                </c:pt>
                <c:pt idx="1413">
                  <c:v>189.00278909478541</c:v>
                </c:pt>
                <c:pt idx="1414">
                  <c:v>189.60751887384822</c:v>
                </c:pt>
                <c:pt idx="1415">
                  <c:v>190.39277317796177</c:v>
                </c:pt>
                <c:pt idx="1416">
                  <c:v>190.52237116864532</c:v>
                </c:pt>
                <c:pt idx="1417">
                  <c:v>192.5731224719265</c:v>
                </c:pt>
                <c:pt idx="1418">
                  <c:v>193.62158846979455</c:v>
                </c:pt>
                <c:pt idx="1419">
                  <c:v>196.38001781516039</c:v>
                </c:pt>
                <c:pt idx="1420">
                  <c:v>197.52121026270061</c:v>
                </c:pt>
                <c:pt idx="1421">
                  <c:v>197.02034140856586</c:v>
                </c:pt>
                <c:pt idx="1422">
                  <c:v>197.50606007505732</c:v>
                </c:pt>
                <c:pt idx="1423">
                  <c:v>198.50524232998933</c:v>
                </c:pt>
                <c:pt idx="1424">
                  <c:v>196.53005943254334</c:v>
                </c:pt>
                <c:pt idx="1425">
                  <c:v>193.40437493611364</c:v>
                </c:pt>
                <c:pt idx="1426">
                  <c:v>193.20176399293234</c:v>
                </c:pt>
                <c:pt idx="1427">
                  <c:v>189.26855624187729</c:v>
                </c:pt>
                <c:pt idx="1428">
                  <c:v>187.86981060440121</c:v>
                </c:pt>
                <c:pt idx="1429">
                  <c:v>184.28067639199193</c:v>
                </c:pt>
                <c:pt idx="1430">
                  <c:v>186.25969246944408</c:v>
                </c:pt>
                <c:pt idx="1431">
                  <c:v>186.20858340269564</c:v>
                </c:pt>
                <c:pt idx="1432">
                  <c:v>188.12115769337481</c:v>
                </c:pt>
                <c:pt idx="1433">
                  <c:v>186.81203545508973</c:v>
                </c:pt>
                <c:pt idx="1434">
                  <c:v>189.16524291409297</c:v>
                </c:pt>
                <c:pt idx="1435">
                  <c:v>189.49051561747052</c:v>
                </c:pt>
                <c:pt idx="1436">
                  <c:v>189.10738014923848</c:v>
                </c:pt>
                <c:pt idx="1437">
                  <c:v>187.23733590338927</c:v>
                </c:pt>
                <c:pt idx="1438">
                  <c:v>190.17756750047457</c:v>
                </c:pt>
                <c:pt idx="1439">
                  <c:v>189.69750733780171</c:v>
                </c:pt>
                <c:pt idx="1440">
                  <c:v>187.12179290606153</c:v>
                </c:pt>
                <c:pt idx="1441">
                  <c:v>187.0555336516698</c:v>
                </c:pt>
                <c:pt idx="1442">
                  <c:v>188.12207035528101</c:v>
                </c:pt>
                <c:pt idx="1443">
                  <c:v>185.4070837166513</c:v>
                </c:pt>
                <c:pt idx="1444">
                  <c:v>187.12964179845503</c:v>
                </c:pt>
                <c:pt idx="1445">
                  <c:v>191.00443918751185</c:v>
                </c:pt>
                <c:pt idx="1446">
                  <c:v>189.130926826419</c:v>
                </c:pt>
                <c:pt idx="1447">
                  <c:v>187.91836421781224</c:v>
                </c:pt>
                <c:pt idx="1448">
                  <c:v>188.64320030373386</c:v>
                </c:pt>
                <c:pt idx="1449">
                  <c:v>186.96883077057868</c:v>
                </c:pt>
                <c:pt idx="1450">
                  <c:v>190.59027321446825</c:v>
                </c:pt>
                <c:pt idx="1451">
                  <c:v>190.99239205034974</c:v>
                </c:pt>
                <c:pt idx="1452">
                  <c:v>189.52884741753186</c:v>
                </c:pt>
                <c:pt idx="1453">
                  <c:v>188.23177231640892</c:v>
                </c:pt>
                <c:pt idx="1454">
                  <c:v>189.38373417444254</c:v>
                </c:pt>
                <c:pt idx="1455">
                  <c:v>186.75910106452883</c:v>
                </c:pt>
                <c:pt idx="1456">
                  <c:v>182.85491596209167</c:v>
                </c:pt>
                <c:pt idx="1457">
                  <c:v>183.18785502548153</c:v>
                </c:pt>
                <c:pt idx="1458">
                  <c:v>183.86048685036727</c:v>
                </c:pt>
                <c:pt idx="1459">
                  <c:v>184.81951198142551</c:v>
                </c:pt>
                <c:pt idx="1460">
                  <c:v>183.89370774375374</c:v>
                </c:pt>
                <c:pt idx="1461">
                  <c:v>186.67732655773133</c:v>
                </c:pt>
                <c:pt idx="1462">
                  <c:v>190.59118587637448</c:v>
                </c:pt>
                <c:pt idx="1463">
                  <c:v>190.53277551437623</c:v>
                </c:pt>
                <c:pt idx="1464">
                  <c:v>190.93544194740147</c:v>
                </c:pt>
                <c:pt idx="1465">
                  <c:v>189.49361866795167</c:v>
                </c:pt>
                <c:pt idx="1466">
                  <c:v>190.03665250215386</c:v>
                </c:pt>
                <c:pt idx="1467">
                  <c:v>190.23159708532293</c:v>
                </c:pt>
                <c:pt idx="1468">
                  <c:v>192.37361457922634</c:v>
                </c:pt>
                <c:pt idx="1469">
                  <c:v>194.45868197018149</c:v>
                </c:pt>
                <c:pt idx="1470">
                  <c:v>195.68767249310028</c:v>
                </c:pt>
                <c:pt idx="1471">
                  <c:v>195.34432908397949</c:v>
                </c:pt>
                <c:pt idx="1472">
                  <c:v>194.97287568814707</c:v>
                </c:pt>
                <c:pt idx="1473">
                  <c:v>195.59330325199687</c:v>
                </c:pt>
                <c:pt idx="1474">
                  <c:v>194.91300506709888</c:v>
                </c:pt>
                <c:pt idx="1475">
                  <c:v>194.27450679750586</c:v>
                </c:pt>
                <c:pt idx="1476">
                  <c:v>195.61557220250873</c:v>
                </c:pt>
                <c:pt idx="1477">
                  <c:v>195.60662811582773</c:v>
                </c:pt>
                <c:pt idx="1478">
                  <c:v>192.88123713146712</c:v>
                </c:pt>
                <c:pt idx="1479">
                  <c:v>190.3431243702633</c:v>
                </c:pt>
                <c:pt idx="1480">
                  <c:v>188.28470670696979</c:v>
                </c:pt>
                <c:pt idx="1481">
                  <c:v>185.30395292124823</c:v>
                </c:pt>
                <c:pt idx="1482">
                  <c:v>187.34247455498604</c:v>
                </c:pt>
                <c:pt idx="1483">
                  <c:v>187.03362976592047</c:v>
                </c:pt>
                <c:pt idx="1484">
                  <c:v>186.80619441888987</c:v>
                </c:pt>
                <c:pt idx="1485">
                  <c:v>187.31947547494926</c:v>
                </c:pt>
                <c:pt idx="1486">
                  <c:v>186.01053576904542</c:v>
                </c:pt>
                <c:pt idx="1487">
                  <c:v>185.67266833136196</c:v>
                </c:pt>
                <c:pt idx="1488">
                  <c:v>186.40425811538967</c:v>
                </c:pt>
                <c:pt idx="1489">
                  <c:v>188.39367853857274</c:v>
                </c:pt>
                <c:pt idx="1490">
                  <c:v>186.14214161592267</c:v>
                </c:pt>
                <c:pt idx="1491">
                  <c:v>182.24763072969142</c:v>
                </c:pt>
                <c:pt idx="1492">
                  <c:v>183.27035966180401</c:v>
                </c:pt>
                <c:pt idx="1493">
                  <c:v>181.93020691870737</c:v>
                </c:pt>
                <c:pt idx="1494">
                  <c:v>180.71983469867553</c:v>
                </c:pt>
                <c:pt idx="1495">
                  <c:v>177.91120894846745</c:v>
                </c:pt>
                <c:pt idx="1496">
                  <c:v>175.38167520918211</c:v>
                </c:pt>
                <c:pt idx="1497">
                  <c:v>177.89295571034302</c:v>
                </c:pt>
                <c:pt idx="1498">
                  <c:v>177.97527781428423</c:v>
                </c:pt>
                <c:pt idx="1499">
                  <c:v>179.89916911260056</c:v>
                </c:pt>
                <c:pt idx="1500">
                  <c:v>177.20462610067025</c:v>
                </c:pt>
                <c:pt idx="1501">
                  <c:v>180.16238080635506</c:v>
                </c:pt>
                <c:pt idx="1502">
                  <c:v>177.31524072370436</c:v>
                </c:pt>
                <c:pt idx="1503">
                  <c:v>177.87561513412479</c:v>
                </c:pt>
                <c:pt idx="1504">
                  <c:v>177.38131744571487</c:v>
                </c:pt>
                <c:pt idx="1505">
                  <c:v>176.57379419108949</c:v>
                </c:pt>
                <c:pt idx="1506">
                  <c:v>175.46710036360449</c:v>
                </c:pt>
                <c:pt idx="1507">
                  <c:v>178.39564988829017</c:v>
                </c:pt>
                <c:pt idx="1508">
                  <c:v>179.48755859289435</c:v>
                </c:pt>
                <c:pt idx="1509">
                  <c:v>180.02055314612809</c:v>
                </c:pt>
                <c:pt idx="1510">
                  <c:v>181.02539390487871</c:v>
                </c:pt>
                <c:pt idx="1511">
                  <c:v>180.73242943298141</c:v>
                </c:pt>
                <c:pt idx="1512">
                  <c:v>179.65037747696442</c:v>
                </c:pt>
                <c:pt idx="1513">
                  <c:v>183.10900103678392</c:v>
                </c:pt>
                <c:pt idx="1514">
                  <c:v>183.78473591215081</c:v>
                </c:pt>
                <c:pt idx="1515">
                  <c:v>183.9272937019027</c:v>
                </c:pt>
                <c:pt idx="1516">
                  <c:v>183.11228661964631</c:v>
                </c:pt>
                <c:pt idx="1517">
                  <c:v>182.46301893955987</c:v>
                </c:pt>
                <c:pt idx="1518">
                  <c:v>180.35440487142418</c:v>
                </c:pt>
                <c:pt idx="1519">
                  <c:v>180.63203662329695</c:v>
                </c:pt>
                <c:pt idx="1520">
                  <c:v>180.19541916736028</c:v>
                </c:pt>
                <c:pt idx="1521">
                  <c:v>179.24479052583925</c:v>
                </c:pt>
                <c:pt idx="1522">
                  <c:v>179.82688628962777</c:v>
                </c:pt>
                <c:pt idx="1523">
                  <c:v>179.20043515719689</c:v>
                </c:pt>
                <c:pt idx="1524">
                  <c:v>180.96296783049311</c:v>
                </c:pt>
                <c:pt idx="1525">
                  <c:v>180.10305778245061</c:v>
                </c:pt>
                <c:pt idx="1526">
                  <c:v>178.81310144419618</c:v>
                </c:pt>
                <c:pt idx="1527">
                  <c:v>177.6111257137016</c:v>
                </c:pt>
                <c:pt idx="1528">
                  <c:v>177.45195747725646</c:v>
                </c:pt>
                <c:pt idx="1529">
                  <c:v>177.94643769804765</c:v>
                </c:pt>
                <c:pt idx="1530">
                  <c:v>176.48946423095455</c:v>
                </c:pt>
                <c:pt idx="1531">
                  <c:v>175.64835501818024</c:v>
                </c:pt>
                <c:pt idx="1532">
                  <c:v>176.12622479227812</c:v>
                </c:pt>
                <c:pt idx="1533">
                  <c:v>177.01972079846965</c:v>
                </c:pt>
                <c:pt idx="1534">
                  <c:v>177.52259750879804</c:v>
                </c:pt>
                <c:pt idx="1535">
                  <c:v>177.04728318803754</c:v>
                </c:pt>
                <c:pt idx="1536">
                  <c:v>176.02254639973131</c:v>
                </c:pt>
                <c:pt idx="1537">
                  <c:v>174.69790890904045</c:v>
                </c:pt>
                <c:pt idx="1538">
                  <c:v>175.43789518260539</c:v>
                </c:pt>
                <c:pt idx="1539">
                  <c:v>175.45158511119871</c:v>
                </c:pt>
                <c:pt idx="1540">
                  <c:v>176.52396285100977</c:v>
                </c:pt>
                <c:pt idx="1541">
                  <c:v>180.02986229757158</c:v>
                </c:pt>
                <c:pt idx="1542">
                  <c:v>181.44667864079088</c:v>
                </c:pt>
                <c:pt idx="1543">
                  <c:v>182.76182444765701</c:v>
                </c:pt>
                <c:pt idx="1544">
                  <c:v>184.69922314218542</c:v>
                </c:pt>
                <c:pt idx="1545">
                  <c:v>188.75655291248665</c:v>
                </c:pt>
                <c:pt idx="1546">
                  <c:v>188.40244009287247</c:v>
                </c:pt>
                <c:pt idx="1547">
                  <c:v>186.94601422292314</c:v>
                </c:pt>
                <c:pt idx="1548">
                  <c:v>188.28525430411355</c:v>
                </c:pt>
                <c:pt idx="1549">
                  <c:v>188.24509718023975</c:v>
                </c:pt>
              </c:numCache>
            </c:numRef>
          </c:val>
          <c:smooth val="0"/>
          <c:extLst>
            <c:ext xmlns:c16="http://schemas.microsoft.com/office/drawing/2014/chart" uri="{C3380CC4-5D6E-409C-BE32-E72D297353CC}">
              <c16:uniqueId val="{00000001-C9F5-7A4A-B402-9C2ABB2F5BCB}"/>
            </c:ext>
          </c:extLst>
        </c:ser>
        <c:ser>
          <c:idx val="2"/>
          <c:order val="2"/>
          <c:tx>
            <c:strRef>
              <c:f>'Sectoral Data'!$BS$4</c:f>
              <c:strCache>
                <c:ptCount val="1"/>
                <c:pt idx="0">
                  <c:v>NIFTY Pharma</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'Sectoral Data'!$BP$5:$BP$1554</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'Sectoral Data'!$BS$5:$BS$1554</c:f>
              <c:numCache>
                <c:formatCode>_(* #,##0_);_(* \(#,##0\);_(* "-"??_);_(@_)</c:formatCode>
                <c:ptCount val="1550"/>
                <c:pt idx="0">
                  <c:v>100</c:v>
                </c:pt>
                <c:pt idx="1">
                  <c:v>99.527130866532687</c:v>
                </c:pt>
                <c:pt idx="2">
                  <c:v>98.20253435337959</c:v>
                </c:pt>
                <c:pt idx="3">
                  <c:v>98.942799723033787</c:v>
                </c:pt>
                <c:pt idx="4">
                  <c:v>98.319062818412604</c:v>
                </c:pt>
                <c:pt idx="5">
                  <c:v>99.806348831056241</c:v>
                </c:pt>
                <c:pt idx="6">
                  <c:v>100.27865502507896</c:v>
                </c:pt>
                <c:pt idx="7">
                  <c:v>100.59502699294636</c:v>
                </c:pt>
                <c:pt idx="8">
                  <c:v>100.23080517228762</c:v>
                </c:pt>
                <c:pt idx="9">
                  <c:v>100.75827943188149</c:v>
                </c:pt>
                <c:pt idx="10">
                  <c:v>101.63871672324207</c:v>
                </c:pt>
                <c:pt idx="11">
                  <c:v>101.93932638666058</c:v>
                </c:pt>
                <c:pt idx="12">
                  <c:v>100.54661420071042</c:v>
                </c:pt>
                <c:pt idx="13">
                  <c:v>97.834371956608621</c:v>
                </c:pt>
                <c:pt idx="14">
                  <c:v>98.342143335641381</c:v>
                </c:pt>
                <c:pt idx="15">
                  <c:v>100.11990610170062</c:v>
                </c:pt>
                <c:pt idx="16">
                  <c:v>100.72337718631607</c:v>
                </c:pt>
                <c:pt idx="17">
                  <c:v>100.14129780059558</c:v>
                </c:pt>
                <c:pt idx="18">
                  <c:v>100.10189203947331</c:v>
                </c:pt>
                <c:pt idx="19">
                  <c:v>97.545021082082187</c:v>
                </c:pt>
                <c:pt idx="20">
                  <c:v>98.592088449045519</c:v>
                </c:pt>
                <c:pt idx="21">
                  <c:v>98.341017456752184</c:v>
                </c:pt>
                <c:pt idx="22">
                  <c:v>99.362752548708329</c:v>
                </c:pt>
                <c:pt idx="23">
                  <c:v>100.98626990694611</c:v>
                </c:pt>
                <c:pt idx="24">
                  <c:v>99.211321838109868</c:v>
                </c:pt>
                <c:pt idx="25">
                  <c:v>99.084097523629381</c:v>
                </c:pt>
                <c:pt idx="26">
                  <c:v>100.28090678285734</c:v>
                </c:pt>
                <c:pt idx="27">
                  <c:v>101.96128102500013</c:v>
                </c:pt>
                <c:pt idx="28">
                  <c:v>101.15852937699492</c:v>
                </c:pt>
                <c:pt idx="29">
                  <c:v>99.505176228193122</c:v>
                </c:pt>
                <c:pt idx="30">
                  <c:v>100.25895214451781</c:v>
                </c:pt>
                <c:pt idx="31">
                  <c:v>99.524879108754263</c:v>
                </c:pt>
                <c:pt idx="32">
                  <c:v>100.43852982734647</c:v>
                </c:pt>
                <c:pt idx="33">
                  <c:v>97.313090030905357</c:v>
                </c:pt>
                <c:pt idx="34">
                  <c:v>96.532293021239695</c:v>
                </c:pt>
                <c:pt idx="35">
                  <c:v>96.29304375728303</c:v>
                </c:pt>
                <c:pt idx="36">
                  <c:v>96.897077781343057</c:v>
                </c:pt>
                <c:pt idx="37">
                  <c:v>98.02295667055094</c:v>
                </c:pt>
                <c:pt idx="38">
                  <c:v>98.768851434651168</c:v>
                </c:pt>
                <c:pt idx="39">
                  <c:v>99.259734630345804</c:v>
                </c:pt>
                <c:pt idx="40">
                  <c:v>99.408913583165855</c:v>
                </c:pt>
                <c:pt idx="41">
                  <c:v>99.822674074949759</c:v>
                </c:pt>
                <c:pt idx="42">
                  <c:v>100.03265048778702</c:v>
                </c:pt>
                <c:pt idx="43">
                  <c:v>101.02117215251154</c:v>
                </c:pt>
                <c:pt idx="44">
                  <c:v>101.94439284166201</c:v>
                </c:pt>
                <c:pt idx="45">
                  <c:v>103.07421230698213</c:v>
                </c:pt>
                <c:pt idx="46">
                  <c:v>101.8430637416333</c:v>
                </c:pt>
                <c:pt idx="47">
                  <c:v>101.57510456600183</c:v>
                </c:pt>
                <c:pt idx="48">
                  <c:v>103.07477524642673</c:v>
                </c:pt>
                <c:pt idx="49">
                  <c:v>104.42301521625316</c:v>
                </c:pt>
                <c:pt idx="50">
                  <c:v>102.4577936151408</c:v>
                </c:pt>
                <c:pt idx="51">
                  <c:v>103.41085009485529</c:v>
                </c:pt>
                <c:pt idx="52">
                  <c:v>103.82573646552839</c:v>
                </c:pt>
                <c:pt idx="53">
                  <c:v>103.63658881214148</c:v>
                </c:pt>
                <c:pt idx="54">
                  <c:v>104.08299979171241</c:v>
                </c:pt>
                <c:pt idx="55">
                  <c:v>104.30704969066478</c:v>
                </c:pt>
                <c:pt idx="56">
                  <c:v>103.57353959434583</c:v>
                </c:pt>
                <c:pt idx="57">
                  <c:v>103.24478295869713</c:v>
                </c:pt>
                <c:pt idx="58">
                  <c:v>104.08750330726923</c:v>
                </c:pt>
                <c:pt idx="59">
                  <c:v>103.00440781585122</c:v>
                </c:pt>
                <c:pt idx="60">
                  <c:v>103.57410253379042</c:v>
                </c:pt>
                <c:pt idx="61">
                  <c:v>105.23083331925982</c:v>
                </c:pt>
                <c:pt idx="62">
                  <c:v>105.55564937879632</c:v>
                </c:pt>
                <c:pt idx="63">
                  <c:v>104.67239739021272</c:v>
                </c:pt>
                <c:pt idx="64">
                  <c:v>103.35905966595172</c:v>
                </c:pt>
                <c:pt idx="65">
                  <c:v>104.29466502288346</c:v>
                </c:pt>
                <c:pt idx="66">
                  <c:v>104.38642415235391</c:v>
                </c:pt>
                <c:pt idx="67">
                  <c:v>104.07511863948793</c:v>
                </c:pt>
                <c:pt idx="68">
                  <c:v>105.08165436643979</c:v>
                </c:pt>
                <c:pt idx="69">
                  <c:v>105.92156001778888</c:v>
                </c:pt>
                <c:pt idx="70">
                  <c:v>105.73297530384656</c:v>
                </c:pt>
                <c:pt idx="71">
                  <c:v>106.13041055173696</c:v>
                </c:pt>
                <c:pt idx="72">
                  <c:v>106.03245908837586</c:v>
                </c:pt>
                <c:pt idx="73">
                  <c:v>106.03302202782045</c:v>
                </c:pt>
                <c:pt idx="74">
                  <c:v>105.94407759557302</c:v>
                </c:pt>
                <c:pt idx="75">
                  <c:v>104.54292131795381</c:v>
                </c:pt>
                <c:pt idx="76">
                  <c:v>105.70651714995016</c:v>
                </c:pt>
                <c:pt idx="77">
                  <c:v>106.49688413017411</c:v>
                </c:pt>
                <c:pt idx="78">
                  <c:v>106.31167705289941</c:v>
                </c:pt>
                <c:pt idx="79">
                  <c:v>106.52728286018274</c:v>
                </c:pt>
                <c:pt idx="80">
                  <c:v>105.86076255777166</c:v>
                </c:pt>
                <c:pt idx="81">
                  <c:v>104.60878523297248</c:v>
                </c:pt>
                <c:pt idx="82">
                  <c:v>103.81110003996869</c:v>
                </c:pt>
                <c:pt idx="83">
                  <c:v>103.46545522098187</c:v>
                </c:pt>
                <c:pt idx="84">
                  <c:v>102.99765254251601</c:v>
                </c:pt>
                <c:pt idx="85">
                  <c:v>101.36681697149837</c:v>
                </c:pt>
                <c:pt idx="86">
                  <c:v>101.06902200530288</c:v>
                </c:pt>
                <c:pt idx="87">
                  <c:v>100.70536312408873</c:v>
                </c:pt>
                <c:pt idx="88">
                  <c:v>96.302050788396684</c:v>
                </c:pt>
                <c:pt idx="89">
                  <c:v>97.770196859923757</c:v>
                </c:pt>
                <c:pt idx="90">
                  <c:v>96.777734619087013</c:v>
                </c:pt>
                <c:pt idx="91">
                  <c:v>96.57057290347278</c:v>
                </c:pt>
                <c:pt idx="92">
                  <c:v>95.124944409729849</c:v>
                </c:pt>
                <c:pt idx="93">
                  <c:v>95.76669537657834</c:v>
                </c:pt>
                <c:pt idx="94">
                  <c:v>95.567414813188535</c:v>
                </c:pt>
                <c:pt idx="95">
                  <c:v>95.821863442149521</c:v>
                </c:pt>
                <c:pt idx="96">
                  <c:v>95.67268448932947</c:v>
                </c:pt>
                <c:pt idx="97">
                  <c:v>96.920721238016426</c:v>
                </c:pt>
                <c:pt idx="98">
                  <c:v>95.981175304972439</c:v>
                </c:pt>
                <c:pt idx="99">
                  <c:v>95.855639808825771</c:v>
                </c:pt>
                <c:pt idx="100">
                  <c:v>95.52688317317704</c:v>
                </c:pt>
                <c:pt idx="101">
                  <c:v>95.414858223700875</c:v>
                </c:pt>
                <c:pt idx="102">
                  <c:v>95.194185961416125</c:v>
                </c:pt>
                <c:pt idx="103">
                  <c:v>96.111777256120561</c:v>
                </c:pt>
                <c:pt idx="104">
                  <c:v>94.944803787456593</c:v>
                </c:pt>
                <c:pt idx="105">
                  <c:v>93.212639116410244</c:v>
                </c:pt>
                <c:pt idx="106">
                  <c:v>92.092389621648394</c:v>
                </c:pt>
                <c:pt idx="107">
                  <c:v>92.847854356306897</c:v>
                </c:pt>
                <c:pt idx="108">
                  <c:v>92.811826231852237</c:v>
                </c:pt>
                <c:pt idx="109">
                  <c:v>92.087323166646954</c:v>
                </c:pt>
                <c:pt idx="110">
                  <c:v>91.742804226549339</c:v>
                </c:pt>
                <c:pt idx="111">
                  <c:v>91.010982948564219</c:v>
                </c:pt>
                <c:pt idx="112">
                  <c:v>89.791656111552072</c:v>
                </c:pt>
                <c:pt idx="113">
                  <c:v>89.135268719143866</c:v>
                </c:pt>
                <c:pt idx="114">
                  <c:v>87.711594863740501</c:v>
                </c:pt>
                <c:pt idx="115">
                  <c:v>90.396816014501312</c:v>
                </c:pt>
                <c:pt idx="116">
                  <c:v>89.074471259126653</c:v>
                </c:pt>
                <c:pt idx="117">
                  <c:v>88.966949825207294</c:v>
                </c:pt>
                <c:pt idx="118">
                  <c:v>89.475847083129253</c:v>
                </c:pt>
                <c:pt idx="119">
                  <c:v>91.041944618017439</c:v>
                </c:pt>
                <c:pt idx="120">
                  <c:v>91.06108455913396</c:v>
                </c:pt>
                <c:pt idx="121">
                  <c:v>90.803821232949957</c:v>
                </c:pt>
                <c:pt idx="122">
                  <c:v>92.08338259053474</c:v>
                </c:pt>
                <c:pt idx="123">
                  <c:v>91.214767027510831</c:v>
                </c:pt>
                <c:pt idx="124">
                  <c:v>91.108371472480698</c:v>
                </c:pt>
                <c:pt idx="125">
                  <c:v>90.597222456780329</c:v>
                </c:pt>
                <c:pt idx="126">
                  <c:v>89.242790153063225</c:v>
                </c:pt>
                <c:pt idx="127">
                  <c:v>87.838256238776395</c:v>
                </c:pt>
                <c:pt idx="128">
                  <c:v>90.205979542780582</c:v>
                </c:pt>
                <c:pt idx="129">
                  <c:v>90.177269631105773</c:v>
                </c:pt>
                <c:pt idx="130">
                  <c:v>91.309340854204308</c:v>
                </c:pt>
                <c:pt idx="131">
                  <c:v>91.694954373758009</c:v>
                </c:pt>
                <c:pt idx="132">
                  <c:v>92.680661341259523</c:v>
                </c:pt>
                <c:pt idx="133">
                  <c:v>93.987806731629874</c:v>
                </c:pt>
                <c:pt idx="134">
                  <c:v>93.794155562686115</c:v>
                </c:pt>
                <c:pt idx="135">
                  <c:v>92.582709877898424</c:v>
                </c:pt>
                <c:pt idx="136">
                  <c:v>90.521788571203388</c:v>
                </c:pt>
                <c:pt idx="137">
                  <c:v>91.430935774238762</c:v>
                </c:pt>
                <c:pt idx="138">
                  <c:v>90.786933049611847</c:v>
                </c:pt>
                <c:pt idx="139">
                  <c:v>89.176926238044558</c:v>
                </c:pt>
                <c:pt idx="140">
                  <c:v>91.132577868598673</c:v>
                </c:pt>
                <c:pt idx="141">
                  <c:v>92.084508469423938</c:v>
                </c:pt>
                <c:pt idx="142">
                  <c:v>90.518410934535765</c:v>
                </c:pt>
                <c:pt idx="143">
                  <c:v>88.693924194574379</c:v>
                </c:pt>
                <c:pt idx="144">
                  <c:v>89.929576275480045</c:v>
                </c:pt>
                <c:pt idx="145">
                  <c:v>88.705182983466457</c:v>
                </c:pt>
                <c:pt idx="146">
                  <c:v>88.58640276065502</c:v>
                </c:pt>
                <c:pt idx="147">
                  <c:v>87.908060729907277</c:v>
                </c:pt>
                <c:pt idx="148">
                  <c:v>88.026840952718715</c:v>
                </c:pt>
                <c:pt idx="149">
                  <c:v>88.71644177235855</c:v>
                </c:pt>
                <c:pt idx="150">
                  <c:v>89.674001767629846</c:v>
                </c:pt>
                <c:pt idx="151">
                  <c:v>89.215206120277628</c:v>
                </c:pt>
                <c:pt idx="152">
                  <c:v>88.403447441158747</c:v>
                </c:pt>
                <c:pt idx="153">
                  <c:v>87.191438816926464</c:v>
                </c:pt>
                <c:pt idx="154">
                  <c:v>86.515911483401737</c:v>
                </c:pt>
                <c:pt idx="155">
                  <c:v>87.158225389694834</c:v>
                </c:pt>
                <c:pt idx="156">
                  <c:v>87.252236276943691</c:v>
                </c:pt>
                <c:pt idx="157">
                  <c:v>86.436537021712567</c:v>
                </c:pt>
                <c:pt idx="158">
                  <c:v>86.364480772803262</c:v>
                </c:pt>
                <c:pt idx="159">
                  <c:v>87.599569914264322</c:v>
                </c:pt>
                <c:pt idx="160">
                  <c:v>88.092141928292762</c:v>
                </c:pt>
                <c:pt idx="161">
                  <c:v>87.954784703809409</c:v>
                </c:pt>
                <c:pt idx="162">
                  <c:v>87.127826659686207</c:v>
                </c:pt>
                <c:pt idx="163">
                  <c:v>89.085167108574126</c:v>
                </c:pt>
                <c:pt idx="164">
                  <c:v>90.881506876305309</c:v>
                </c:pt>
                <c:pt idx="165">
                  <c:v>89.805166658222575</c:v>
                </c:pt>
                <c:pt idx="166">
                  <c:v>89.706089315972264</c:v>
                </c:pt>
                <c:pt idx="167">
                  <c:v>90.878129239637687</c:v>
                </c:pt>
                <c:pt idx="168">
                  <c:v>90.844352872961451</c:v>
                </c:pt>
                <c:pt idx="169">
                  <c:v>90.947370791323962</c:v>
                </c:pt>
                <c:pt idx="170">
                  <c:v>91.003664735784355</c:v>
                </c:pt>
                <c:pt idx="171">
                  <c:v>91.220396421956877</c:v>
                </c:pt>
                <c:pt idx="172">
                  <c:v>90.442414109514232</c:v>
                </c:pt>
                <c:pt idx="173">
                  <c:v>90.865744571856396</c:v>
                </c:pt>
                <c:pt idx="174">
                  <c:v>89.325542251420003</c:v>
                </c:pt>
                <c:pt idx="175">
                  <c:v>89.208450846942384</c:v>
                </c:pt>
                <c:pt idx="176">
                  <c:v>87.81404984265842</c:v>
                </c:pt>
                <c:pt idx="177">
                  <c:v>89.885104059356323</c:v>
                </c:pt>
                <c:pt idx="178">
                  <c:v>88.463119022286762</c:v>
                </c:pt>
                <c:pt idx="179">
                  <c:v>88.853798996841903</c:v>
                </c:pt>
                <c:pt idx="180">
                  <c:v>87.702587832626833</c:v>
                </c:pt>
                <c:pt idx="181">
                  <c:v>88.463681961731368</c:v>
                </c:pt>
                <c:pt idx="182">
                  <c:v>86.639758161214601</c:v>
                </c:pt>
                <c:pt idx="183">
                  <c:v>84.978523860188346</c:v>
                </c:pt>
                <c:pt idx="184">
                  <c:v>84.063184323262334</c:v>
                </c:pt>
                <c:pt idx="185">
                  <c:v>84.010268015469563</c:v>
                </c:pt>
                <c:pt idx="186">
                  <c:v>83.280135555818248</c:v>
                </c:pt>
                <c:pt idx="187">
                  <c:v>80.48851885002729</c:v>
                </c:pt>
                <c:pt idx="188">
                  <c:v>81.464092907525938</c:v>
                </c:pt>
                <c:pt idx="189">
                  <c:v>81.464092907525938</c:v>
                </c:pt>
                <c:pt idx="190">
                  <c:v>81.946532011551511</c:v>
                </c:pt>
                <c:pt idx="191">
                  <c:v>82.883826186817075</c:v>
                </c:pt>
                <c:pt idx="192">
                  <c:v>83.547531792005131</c:v>
                </c:pt>
                <c:pt idx="193">
                  <c:v>84.163387544401843</c:v>
                </c:pt>
                <c:pt idx="194">
                  <c:v>84.81752317903161</c:v>
                </c:pt>
                <c:pt idx="195">
                  <c:v>85.658554709269907</c:v>
                </c:pt>
                <c:pt idx="196">
                  <c:v>87.212267576376803</c:v>
                </c:pt>
                <c:pt idx="197">
                  <c:v>87.389030561982437</c:v>
                </c:pt>
                <c:pt idx="198">
                  <c:v>87.009609376319375</c:v>
                </c:pt>
                <c:pt idx="199">
                  <c:v>87.104183203012838</c:v>
                </c:pt>
                <c:pt idx="200">
                  <c:v>87.599851383986632</c:v>
                </c:pt>
                <c:pt idx="201">
                  <c:v>88.095519564960384</c:v>
                </c:pt>
                <c:pt idx="202">
                  <c:v>88.036410923276975</c:v>
                </c:pt>
                <c:pt idx="203">
                  <c:v>88.698427710131213</c:v>
                </c:pt>
                <c:pt idx="204">
                  <c:v>89.50117935813644</c:v>
                </c:pt>
                <c:pt idx="205">
                  <c:v>89.69708228485861</c:v>
                </c:pt>
                <c:pt idx="206">
                  <c:v>88.714190014580126</c:v>
                </c:pt>
                <c:pt idx="207">
                  <c:v>89.241101334729422</c:v>
                </c:pt>
                <c:pt idx="208">
                  <c:v>89.687512314300349</c:v>
                </c:pt>
                <c:pt idx="209">
                  <c:v>87.676692618175053</c:v>
                </c:pt>
                <c:pt idx="210">
                  <c:v>87.64854564594485</c:v>
                </c:pt>
                <c:pt idx="211">
                  <c:v>86.247389368325642</c:v>
                </c:pt>
                <c:pt idx="212">
                  <c:v>85.470532934772194</c:v>
                </c:pt>
                <c:pt idx="213">
                  <c:v>86.924605520184201</c:v>
                </c:pt>
                <c:pt idx="214">
                  <c:v>88.004886314379164</c:v>
                </c:pt>
                <c:pt idx="215">
                  <c:v>88.3978180467127</c:v>
                </c:pt>
                <c:pt idx="216">
                  <c:v>91.281756821418711</c:v>
                </c:pt>
                <c:pt idx="217">
                  <c:v>90.846604630739861</c:v>
                </c:pt>
                <c:pt idx="218">
                  <c:v>90.82690175017872</c:v>
                </c:pt>
                <c:pt idx="219">
                  <c:v>92.452107926750301</c:v>
                </c:pt>
                <c:pt idx="220">
                  <c:v>92.072686741087267</c:v>
                </c:pt>
                <c:pt idx="221">
                  <c:v>92.841099082971652</c:v>
                </c:pt>
                <c:pt idx="222">
                  <c:v>93.151278716948411</c:v>
                </c:pt>
                <c:pt idx="223">
                  <c:v>92.208918086681408</c:v>
                </c:pt>
                <c:pt idx="224">
                  <c:v>91.522131964264602</c:v>
                </c:pt>
                <c:pt idx="225">
                  <c:v>90.575267818440764</c:v>
                </c:pt>
                <c:pt idx="226">
                  <c:v>91.438253987018612</c:v>
                </c:pt>
                <c:pt idx="227">
                  <c:v>90.654079340685328</c:v>
                </c:pt>
                <c:pt idx="228">
                  <c:v>89.592375548162281</c:v>
                </c:pt>
                <c:pt idx="229">
                  <c:v>89.623900157060092</c:v>
                </c:pt>
                <c:pt idx="230">
                  <c:v>89.400413197552325</c:v>
                </c:pt>
                <c:pt idx="231">
                  <c:v>89.708341073750702</c:v>
                </c:pt>
                <c:pt idx="232">
                  <c:v>90.580897212886796</c:v>
                </c:pt>
                <c:pt idx="233">
                  <c:v>90.577519576219174</c:v>
                </c:pt>
                <c:pt idx="234">
                  <c:v>90.361350829491272</c:v>
                </c:pt>
                <c:pt idx="235">
                  <c:v>90.0658076210742</c:v>
                </c:pt>
                <c:pt idx="236">
                  <c:v>91.095986804699407</c:v>
                </c:pt>
                <c:pt idx="237">
                  <c:v>90.892765665197402</c:v>
                </c:pt>
                <c:pt idx="238">
                  <c:v>90.627058247344323</c:v>
                </c:pt>
                <c:pt idx="239">
                  <c:v>90.650138764573086</c:v>
                </c:pt>
                <c:pt idx="240">
                  <c:v>90.90120975686645</c:v>
                </c:pt>
                <c:pt idx="241">
                  <c:v>90.043290043290042</c:v>
                </c:pt>
                <c:pt idx="242">
                  <c:v>90.836471720736995</c:v>
                </c:pt>
                <c:pt idx="243">
                  <c:v>91.005916493562793</c:v>
                </c:pt>
                <c:pt idx="244">
                  <c:v>90.522351510647994</c:v>
                </c:pt>
                <c:pt idx="245">
                  <c:v>90.600600093447952</c:v>
                </c:pt>
                <c:pt idx="246">
                  <c:v>90.677722797358683</c:v>
                </c:pt>
                <c:pt idx="247">
                  <c:v>91.330732553099253</c:v>
                </c:pt>
                <c:pt idx="248">
                  <c:v>89.927887457146227</c:v>
                </c:pt>
                <c:pt idx="249">
                  <c:v>90.481256931191893</c:v>
                </c:pt>
                <c:pt idx="250">
                  <c:v>90.026964799396509</c:v>
                </c:pt>
                <c:pt idx="251">
                  <c:v>90.44353998840343</c:v>
                </c:pt>
                <c:pt idx="252">
                  <c:v>90.72895028681765</c:v>
                </c:pt>
                <c:pt idx="253">
                  <c:v>90.953563125214615</c:v>
                </c:pt>
                <c:pt idx="254">
                  <c:v>91.387589437004252</c:v>
                </c:pt>
                <c:pt idx="255">
                  <c:v>91.941521850494539</c:v>
                </c:pt>
                <c:pt idx="256">
                  <c:v>92.356971160612247</c:v>
                </c:pt>
                <c:pt idx="257">
                  <c:v>93.957970941065852</c:v>
                </c:pt>
                <c:pt idx="258">
                  <c:v>93.102865924712475</c:v>
                </c:pt>
                <c:pt idx="259">
                  <c:v>93.157471050839064</c:v>
                </c:pt>
                <c:pt idx="260">
                  <c:v>92.959879305783062</c:v>
                </c:pt>
                <c:pt idx="261">
                  <c:v>93.450199562033106</c:v>
                </c:pt>
                <c:pt idx="262">
                  <c:v>93.380958010346816</c:v>
                </c:pt>
                <c:pt idx="263">
                  <c:v>94.757907891848063</c:v>
                </c:pt>
                <c:pt idx="264">
                  <c:v>94.801817168527165</c:v>
                </c:pt>
                <c:pt idx="265">
                  <c:v>94.717939191281175</c:v>
                </c:pt>
                <c:pt idx="266">
                  <c:v>92.739207043498311</c:v>
                </c:pt>
                <c:pt idx="267">
                  <c:v>91.63077927707316</c:v>
                </c:pt>
                <c:pt idx="268">
                  <c:v>90.225119483897103</c:v>
                </c:pt>
                <c:pt idx="269">
                  <c:v>89.704963437083066</c:v>
                </c:pt>
                <c:pt idx="270">
                  <c:v>91.448386897021479</c:v>
                </c:pt>
                <c:pt idx="271">
                  <c:v>91.484415021476138</c:v>
                </c:pt>
                <c:pt idx="272">
                  <c:v>92.636189125135786</c:v>
                </c:pt>
                <c:pt idx="273">
                  <c:v>93.919128119388191</c:v>
                </c:pt>
                <c:pt idx="274">
                  <c:v>93.011669734686635</c:v>
                </c:pt>
                <c:pt idx="275">
                  <c:v>93.725476950444431</c:v>
                </c:pt>
                <c:pt idx="276">
                  <c:v>93.054453132476525</c:v>
                </c:pt>
                <c:pt idx="277">
                  <c:v>93.849886567701915</c:v>
                </c:pt>
                <c:pt idx="278">
                  <c:v>93.804851412133587</c:v>
                </c:pt>
                <c:pt idx="279">
                  <c:v>92.376674041173388</c:v>
                </c:pt>
                <c:pt idx="280">
                  <c:v>92.30292897393025</c:v>
                </c:pt>
                <c:pt idx="281">
                  <c:v>94.333451550616687</c:v>
                </c:pt>
                <c:pt idx="282">
                  <c:v>94.172450869459965</c:v>
                </c:pt>
                <c:pt idx="283">
                  <c:v>91.371264193110747</c:v>
                </c:pt>
                <c:pt idx="284">
                  <c:v>89.377332680323576</c:v>
                </c:pt>
                <c:pt idx="285">
                  <c:v>88.259897882784742</c:v>
                </c:pt>
                <c:pt idx="286">
                  <c:v>88.777239232375763</c:v>
                </c:pt>
                <c:pt idx="287">
                  <c:v>85.305028738058638</c:v>
                </c:pt>
                <c:pt idx="288">
                  <c:v>84.836100180703554</c:v>
                </c:pt>
                <c:pt idx="289">
                  <c:v>89.176363298599966</c:v>
                </c:pt>
                <c:pt idx="290">
                  <c:v>91.044759315240455</c:v>
                </c:pt>
                <c:pt idx="291">
                  <c:v>91.714094314874544</c:v>
                </c:pt>
                <c:pt idx="292">
                  <c:v>90.27634697335607</c:v>
                </c:pt>
                <c:pt idx="293">
                  <c:v>87.32823310196521</c:v>
                </c:pt>
                <c:pt idx="294">
                  <c:v>85.826310663761902</c:v>
                </c:pt>
                <c:pt idx="295">
                  <c:v>78.16470482270222</c:v>
                </c:pt>
                <c:pt idx="296">
                  <c:v>81.828877667629285</c:v>
                </c:pt>
                <c:pt idx="297">
                  <c:v>78.353852476089145</c:v>
                </c:pt>
                <c:pt idx="298">
                  <c:v>78.576213556707714</c:v>
                </c:pt>
                <c:pt idx="299">
                  <c:v>75.49862361305793</c:v>
                </c:pt>
                <c:pt idx="300">
                  <c:v>74.932869471230973</c:v>
                </c:pt>
                <c:pt idx="301">
                  <c:v>78.269974498843155</c:v>
                </c:pt>
                <c:pt idx="302">
                  <c:v>72.419907790518963</c:v>
                </c:pt>
                <c:pt idx="303">
                  <c:v>74.432416304978062</c:v>
                </c:pt>
                <c:pt idx="304">
                  <c:v>75.383783966358735</c:v>
                </c:pt>
                <c:pt idx="305">
                  <c:v>76.278294743834394</c:v>
                </c:pt>
                <c:pt idx="306">
                  <c:v>76.706691661178013</c:v>
                </c:pt>
                <c:pt idx="307">
                  <c:v>77.64060819977594</c:v>
                </c:pt>
                <c:pt idx="308">
                  <c:v>80.798698484004078</c:v>
                </c:pt>
                <c:pt idx="309">
                  <c:v>79.11213190797065</c:v>
                </c:pt>
                <c:pt idx="310">
                  <c:v>82.882700307927877</c:v>
                </c:pt>
                <c:pt idx="311">
                  <c:v>91.475970929807076</c:v>
                </c:pt>
                <c:pt idx="312">
                  <c:v>94.711183917945945</c:v>
                </c:pt>
                <c:pt idx="313">
                  <c:v>99.082408705295563</c:v>
                </c:pt>
                <c:pt idx="314">
                  <c:v>101.8284273160736</c:v>
                </c:pt>
                <c:pt idx="315">
                  <c:v>101.76594103772257</c:v>
                </c:pt>
                <c:pt idx="316">
                  <c:v>103.57297665490121</c:v>
                </c:pt>
                <c:pt idx="317">
                  <c:v>103.10517397643535</c:v>
                </c:pt>
                <c:pt idx="318">
                  <c:v>103.00891133140809</c:v>
                </c:pt>
                <c:pt idx="319">
                  <c:v>105.62601680937181</c:v>
                </c:pt>
                <c:pt idx="320">
                  <c:v>105.57366344102364</c:v>
                </c:pt>
                <c:pt idx="321">
                  <c:v>105.70764302883937</c:v>
                </c:pt>
                <c:pt idx="322">
                  <c:v>107.16621912980821</c:v>
                </c:pt>
                <c:pt idx="323">
                  <c:v>108.10745388118599</c:v>
                </c:pt>
                <c:pt idx="324">
                  <c:v>105.67724429883076</c:v>
                </c:pt>
                <c:pt idx="325">
                  <c:v>105.66880020716172</c:v>
                </c:pt>
                <c:pt idx="326">
                  <c:v>105.01184987530891</c:v>
                </c:pt>
                <c:pt idx="327">
                  <c:v>105.43405445876186</c:v>
                </c:pt>
                <c:pt idx="328">
                  <c:v>103.37257021262222</c:v>
                </c:pt>
                <c:pt idx="329">
                  <c:v>103.88653392554561</c:v>
                </c:pt>
                <c:pt idx="330">
                  <c:v>102.9965266636268</c:v>
                </c:pt>
                <c:pt idx="331">
                  <c:v>105.1948051948052</c:v>
                </c:pt>
                <c:pt idx="332">
                  <c:v>104.78892585524574</c:v>
                </c:pt>
                <c:pt idx="333">
                  <c:v>104.10608030894115</c:v>
                </c:pt>
                <c:pt idx="334">
                  <c:v>102.99258608751455</c:v>
                </c:pt>
                <c:pt idx="335">
                  <c:v>103.26786347592589</c:v>
                </c:pt>
                <c:pt idx="336">
                  <c:v>102.37616739567324</c:v>
                </c:pt>
                <c:pt idx="337">
                  <c:v>102.37222681956099</c:v>
                </c:pt>
                <c:pt idx="338">
                  <c:v>102.28159356897979</c:v>
                </c:pt>
                <c:pt idx="339">
                  <c:v>106.47211479461151</c:v>
                </c:pt>
                <c:pt idx="340">
                  <c:v>107.18986258648155</c:v>
                </c:pt>
                <c:pt idx="341">
                  <c:v>108.09169157673708</c:v>
                </c:pt>
                <c:pt idx="342">
                  <c:v>106.77272445803003</c:v>
                </c:pt>
                <c:pt idx="343">
                  <c:v>106.54980043796689</c:v>
                </c:pt>
                <c:pt idx="344">
                  <c:v>106.55880746908055</c:v>
                </c:pt>
                <c:pt idx="345">
                  <c:v>109.98260517116174</c:v>
                </c:pt>
                <c:pt idx="346">
                  <c:v>110.35977459904637</c:v>
                </c:pt>
                <c:pt idx="347">
                  <c:v>110.71442644914686</c:v>
                </c:pt>
                <c:pt idx="348">
                  <c:v>111.05725657091065</c:v>
                </c:pt>
                <c:pt idx="349">
                  <c:v>113.46438563603714</c:v>
                </c:pt>
                <c:pt idx="350">
                  <c:v>113.50322845771478</c:v>
                </c:pt>
                <c:pt idx="351">
                  <c:v>111.90222867726118</c:v>
                </c:pt>
                <c:pt idx="352">
                  <c:v>113.962024105067</c:v>
                </c:pt>
                <c:pt idx="353">
                  <c:v>114.26826316293155</c:v>
                </c:pt>
                <c:pt idx="354">
                  <c:v>111.83805358057633</c:v>
                </c:pt>
                <c:pt idx="355">
                  <c:v>112.39423775184503</c:v>
                </c:pt>
                <c:pt idx="356">
                  <c:v>112.46460518242051</c:v>
                </c:pt>
                <c:pt idx="357">
                  <c:v>111.75924205833176</c:v>
                </c:pt>
                <c:pt idx="358">
                  <c:v>112.3311885340494</c:v>
                </c:pt>
                <c:pt idx="359">
                  <c:v>112.30979683515443</c:v>
                </c:pt>
                <c:pt idx="360">
                  <c:v>112.61209531690675</c:v>
                </c:pt>
                <c:pt idx="361">
                  <c:v>115.04624547537421</c:v>
                </c:pt>
                <c:pt idx="362">
                  <c:v>116.65005995305083</c:v>
                </c:pt>
                <c:pt idx="363">
                  <c:v>113.8319850933635</c:v>
                </c:pt>
                <c:pt idx="364">
                  <c:v>114.7625239952938</c:v>
                </c:pt>
                <c:pt idx="365">
                  <c:v>114.13991296956185</c:v>
                </c:pt>
                <c:pt idx="366">
                  <c:v>114.1179583312223</c:v>
                </c:pt>
                <c:pt idx="367">
                  <c:v>112.4206959057414</c:v>
                </c:pt>
                <c:pt idx="368">
                  <c:v>111.26892180208175</c:v>
                </c:pt>
                <c:pt idx="369">
                  <c:v>111.95345616672012</c:v>
                </c:pt>
                <c:pt idx="370">
                  <c:v>112.1758172473387</c:v>
                </c:pt>
                <c:pt idx="371">
                  <c:v>111.476083517696</c:v>
                </c:pt>
                <c:pt idx="372">
                  <c:v>111.21431667595516</c:v>
                </c:pt>
                <c:pt idx="373">
                  <c:v>112.00806129284673</c:v>
                </c:pt>
                <c:pt idx="374">
                  <c:v>112.44771699908239</c:v>
                </c:pt>
                <c:pt idx="375">
                  <c:v>113.40133641824148</c:v>
                </c:pt>
                <c:pt idx="376">
                  <c:v>113.7880758166844</c:v>
                </c:pt>
                <c:pt idx="377">
                  <c:v>114.33356413850559</c:v>
                </c:pt>
                <c:pt idx="378">
                  <c:v>114.9606786797944</c:v>
                </c:pt>
                <c:pt idx="379">
                  <c:v>116.89212391423054</c:v>
                </c:pt>
                <c:pt idx="380">
                  <c:v>117.90372609618383</c:v>
                </c:pt>
                <c:pt idx="381">
                  <c:v>116.01731601731602</c:v>
                </c:pt>
                <c:pt idx="382">
                  <c:v>114.31949065239051</c:v>
                </c:pt>
                <c:pt idx="383">
                  <c:v>114.56042873468103</c:v>
                </c:pt>
                <c:pt idx="384">
                  <c:v>116.21490776237198</c:v>
                </c:pt>
                <c:pt idx="385">
                  <c:v>115.26691773765896</c:v>
                </c:pt>
                <c:pt idx="386">
                  <c:v>113.28649677154228</c:v>
                </c:pt>
                <c:pt idx="387">
                  <c:v>114.02957683841947</c:v>
                </c:pt>
                <c:pt idx="388">
                  <c:v>117.55470364052938</c:v>
                </c:pt>
                <c:pt idx="389">
                  <c:v>121.21268415156581</c:v>
                </c:pt>
                <c:pt idx="390">
                  <c:v>125.52311147889822</c:v>
                </c:pt>
                <c:pt idx="391">
                  <c:v>125.29230630661058</c:v>
                </c:pt>
                <c:pt idx="392">
                  <c:v>127.41515095221207</c:v>
                </c:pt>
                <c:pt idx="393">
                  <c:v>126.81618338315346</c:v>
                </c:pt>
                <c:pt idx="394">
                  <c:v>128.3912879491553</c:v>
                </c:pt>
                <c:pt idx="395">
                  <c:v>127.59585451392992</c:v>
                </c:pt>
                <c:pt idx="396">
                  <c:v>134.44570167587071</c:v>
                </c:pt>
                <c:pt idx="397">
                  <c:v>132.54127753477559</c:v>
                </c:pt>
                <c:pt idx="398">
                  <c:v>130.49217795641721</c:v>
                </c:pt>
                <c:pt idx="399">
                  <c:v>129.22781596383678</c:v>
                </c:pt>
                <c:pt idx="400">
                  <c:v>131.05680621935497</c:v>
                </c:pt>
                <c:pt idx="401">
                  <c:v>130.54959777976683</c:v>
                </c:pt>
                <c:pt idx="402">
                  <c:v>130.39591531138996</c:v>
                </c:pt>
                <c:pt idx="403">
                  <c:v>129.9027803579169</c:v>
                </c:pt>
                <c:pt idx="404">
                  <c:v>129.93655672459312</c:v>
                </c:pt>
                <c:pt idx="405">
                  <c:v>130.76970710260696</c:v>
                </c:pt>
                <c:pt idx="406">
                  <c:v>130.28951975635979</c:v>
                </c:pt>
                <c:pt idx="407">
                  <c:v>129.4760722589071</c:v>
                </c:pt>
                <c:pt idx="408">
                  <c:v>129.30212397052446</c:v>
                </c:pt>
                <c:pt idx="409">
                  <c:v>130.46740862085466</c:v>
                </c:pt>
                <c:pt idx="410">
                  <c:v>130.85977741374359</c:v>
                </c:pt>
                <c:pt idx="411">
                  <c:v>124.74512916645554</c:v>
                </c:pt>
                <c:pt idx="412">
                  <c:v>127.66903664172844</c:v>
                </c:pt>
                <c:pt idx="413">
                  <c:v>128.39804322249054</c:v>
                </c:pt>
                <c:pt idx="414">
                  <c:v>129.60948890727823</c:v>
                </c:pt>
                <c:pt idx="415">
                  <c:v>127.01546394654326</c:v>
                </c:pt>
                <c:pt idx="416">
                  <c:v>126.88486199539514</c:v>
                </c:pt>
                <c:pt idx="417">
                  <c:v>124.89599693760943</c:v>
                </c:pt>
                <c:pt idx="418">
                  <c:v>127.27047551494886</c:v>
                </c:pt>
                <c:pt idx="419">
                  <c:v>127.26259436272439</c:v>
                </c:pt>
                <c:pt idx="420">
                  <c:v>127.37405637275596</c:v>
                </c:pt>
                <c:pt idx="421">
                  <c:v>126.47335326138965</c:v>
                </c:pt>
                <c:pt idx="422">
                  <c:v>128.9187622087492</c:v>
                </c:pt>
                <c:pt idx="423">
                  <c:v>131.59891690450854</c:v>
                </c:pt>
                <c:pt idx="424">
                  <c:v>132.13258349799312</c:v>
                </c:pt>
                <c:pt idx="425">
                  <c:v>138.71841206041464</c:v>
                </c:pt>
                <c:pt idx="426">
                  <c:v>132.84864247152933</c:v>
                </c:pt>
                <c:pt idx="427">
                  <c:v>133.71894685288703</c:v>
                </c:pt>
                <c:pt idx="428">
                  <c:v>131.56908111394458</c:v>
                </c:pt>
                <c:pt idx="429">
                  <c:v>127.61386857615726</c:v>
                </c:pt>
                <c:pt idx="430">
                  <c:v>130.55579011365745</c:v>
                </c:pt>
                <c:pt idx="431">
                  <c:v>132.8154290442977</c:v>
                </c:pt>
                <c:pt idx="432">
                  <c:v>131.83478853179761</c:v>
                </c:pt>
                <c:pt idx="433">
                  <c:v>132.54803280811083</c:v>
                </c:pt>
                <c:pt idx="434">
                  <c:v>133.11153519215938</c:v>
                </c:pt>
                <c:pt idx="435">
                  <c:v>135.37567763835642</c:v>
                </c:pt>
                <c:pt idx="436">
                  <c:v>135.2118622599767</c:v>
                </c:pt>
                <c:pt idx="437">
                  <c:v>134.14846964911985</c:v>
                </c:pt>
                <c:pt idx="438">
                  <c:v>137.46080534116945</c:v>
                </c:pt>
                <c:pt idx="439">
                  <c:v>135.60029047675343</c:v>
                </c:pt>
                <c:pt idx="440">
                  <c:v>136.84551252821734</c:v>
                </c:pt>
                <c:pt idx="441">
                  <c:v>134.39728888363479</c:v>
                </c:pt>
                <c:pt idx="442">
                  <c:v>133.49827459060228</c:v>
                </c:pt>
                <c:pt idx="443">
                  <c:v>131.02865924712478</c:v>
                </c:pt>
                <c:pt idx="444">
                  <c:v>133.01245784990908</c:v>
                </c:pt>
                <c:pt idx="445">
                  <c:v>130.7894099831681</c:v>
                </c:pt>
                <c:pt idx="446">
                  <c:v>131.10184137492328</c:v>
                </c:pt>
                <c:pt idx="447">
                  <c:v>131.11647780048298</c:v>
                </c:pt>
                <c:pt idx="448">
                  <c:v>129.98609539571825</c:v>
                </c:pt>
                <c:pt idx="449">
                  <c:v>129.51041156502794</c:v>
                </c:pt>
                <c:pt idx="450">
                  <c:v>127.60936506060044</c:v>
                </c:pt>
                <c:pt idx="451">
                  <c:v>129.60554833116601</c:v>
                </c:pt>
                <c:pt idx="452">
                  <c:v>127.50691008168251</c:v>
                </c:pt>
                <c:pt idx="453">
                  <c:v>126.39116410247749</c:v>
                </c:pt>
                <c:pt idx="454">
                  <c:v>126.59100760531187</c:v>
                </c:pt>
                <c:pt idx="455">
                  <c:v>125.82034350564908</c:v>
                </c:pt>
                <c:pt idx="456">
                  <c:v>127.91110060290814</c:v>
                </c:pt>
                <c:pt idx="457">
                  <c:v>130.69933967203147</c:v>
                </c:pt>
                <c:pt idx="458">
                  <c:v>131.78356104233868</c:v>
                </c:pt>
                <c:pt idx="459">
                  <c:v>130.86484386874503</c:v>
                </c:pt>
                <c:pt idx="460">
                  <c:v>131.43904210224107</c:v>
                </c:pt>
                <c:pt idx="461">
                  <c:v>125.74828725673979</c:v>
                </c:pt>
                <c:pt idx="462">
                  <c:v>130.26812805746485</c:v>
                </c:pt>
                <c:pt idx="463">
                  <c:v>130.61095817922862</c:v>
                </c:pt>
                <c:pt idx="464">
                  <c:v>132.02562500351837</c:v>
                </c:pt>
                <c:pt idx="465">
                  <c:v>131.82493709151706</c:v>
                </c:pt>
                <c:pt idx="466">
                  <c:v>131.62424917951574</c:v>
                </c:pt>
                <c:pt idx="467">
                  <c:v>130.74775246426742</c:v>
                </c:pt>
                <c:pt idx="468">
                  <c:v>130.22590759911955</c:v>
                </c:pt>
                <c:pt idx="469">
                  <c:v>129.77724486177021</c:v>
                </c:pt>
                <c:pt idx="470">
                  <c:v>132.1466569841082</c:v>
                </c:pt>
                <c:pt idx="471">
                  <c:v>133.76341906901072</c:v>
                </c:pt>
                <c:pt idx="472">
                  <c:v>130.99826051711617</c:v>
                </c:pt>
                <c:pt idx="473">
                  <c:v>132.86778241264585</c:v>
                </c:pt>
                <c:pt idx="474">
                  <c:v>133.29449051165565</c:v>
                </c:pt>
                <c:pt idx="475">
                  <c:v>135.61380102342389</c:v>
                </c:pt>
                <c:pt idx="476">
                  <c:v>136.10299540078472</c:v>
                </c:pt>
                <c:pt idx="477">
                  <c:v>137.43547306616227</c:v>
                </c:pt>
                <c:pt idx="478">
                  <c:v>139.08657445718563</c:v>
                </c:pt>
                <c:pt idx="479">
                  <c:v>141.36479038949781</c:v>
                </c:pt>
                <c:pt idx="480">
                  <c:v>139.69117142069024</c:v>
                </c:pt>
                <c:pt idx="481">
                  <c:v>140.10324309414034</c:v>
                </c:pt>
                <c:pt idx="482">
                  <c:v>140.06608909079651</c:v>
                </c:pt>
                <c:pt idx="483">
                  <c:v>139.22618343944742</c:v>
                </c:pt>
                <c:pt idx="484">
                  <c:v>140.2833837164136</c:v>
                </c:pt>
                <c:pt idx="485">
                  <c:v>139.97601877965985</c:v>
                </c:pt>
                <c:pt idx="486">
                  <c:v>141.26965362335972</c:v>
                </c:pt>
                <c:pt idx="487">
                  <c:v>141.88776113353484</c:v>
                </c:pt>
                <c:pt idx="488">
                  <c:v>143.68860441682287</c:v>
                </c:pt>
                <c:pt idx="489">
                  <c:v>138.23709883527829</c:v>
                </c:pt>
                <c:pt idx="490">
                  <c:v>141.30849644503741</c:v>
                </c:pt>
                <c:pt idx="491">
                  <c:v>143.58614943790496</c:v>
                </c:pt>
                <c:pt idx="492">
                  <c:v>145.33914286840164</c:v>
                </c:pt>
                <c:pt idx="493">
                  <c:v>144.94958877273572</c:v>
                </c:pt>
                <c:pt idx="494">
                  <c:v>144.6067586509719</c:v>
                </c:pt>
                <c:pt idx="495">
                  <c:v>144.38158287313033</c:v>
                </c:pt>
                <c:pt idx="496">
                  <c:v>145.41739145120158</c:v>
                </c:pt>
                <c:pt idx="497">
                  <c:v>146.38621023536498</c:v>
                </c:pt>
                <c:pt idx="498">
                  <c:v>148.05082217305883</c:v>
                </c:pt>
                <c:pt idx="499">
                  <c:v>148.23715512922274</c:v>
                </c:pt>
                <c:pt idx="500">
                  <c:v>147.69391856517993</c:v>
                </c:pt>
                <c:pt idx="501">
                  <c:v>147.04822702221921</c:v>
                </c:pt>
                <c:pt idx="502">
                  <c:v>149.42157972066943</c:v>
                </c:pt>
                <c:pt idx="503">
                  <c:v>151.00681719667415</c:v>
                </c:pt>
                <c:pt idx="504">
                  <c:v>149.11928123891713</c:v>
                </c:pt>
                <c:pt idx="505">
                  <c:v>147.74402017574968</c:v>
                </c:pt>
                <c:pt idx="506">
                  <c:v>148.98248695387835</c:v>
                </c:pt>
                <c:pt idx="507">
                  <c:v>146.52469333873753</c:v>
                </c:pt>
                <c:pt idx="508">
                  <c:v>142.4630852459201</c:v>
                </c:pt>
                <c:pt idx="509">
                  <c:v>144.85614082493143</c:v>
                </c:pt>
                <c:pt idx="510">
                  <c:v>145.02671147664645</c:v>
                </c:pt>
                <c:pt idx="511">
                  <c:v>142.95453138105933</c:v>
                </c:pt>
                <c:pt idx="512">
                  <c:v>141.20885616334252</c:v>
                </c:pt>
                <c:pt idx="513">
                  <c:v>143.62555519902722</c:v>
                </c:pt>
                <c:pt idx="514">
                  <c:v>140.68870011652845</c:v>
                </c:pt>
                <c:pt idx="515">
                  <c:v>139.56338416676516</c:v>
                </c:pt>
                <c:pt idx="516">
                  <c:v>137.02227551382299</c:v>
                </c:pt>
                <c:pt idx="517">
                  <c:v>136.27131429472129</c:v>
                </c:pt>
                <c:pt idx="518">
                  <c:v>139.17608182887764</c:v>
                </c:pt>
                <c:pt idx="519">
                  <c:v>143.06148987553405</c:v>
                </c:pt>
                <c:pt idx="520">
                  <c:v>143.42627463563741</c:v>
                </c:pt>
                <c:pt idx="521">
                  <c:v>145.80863436520133</c:v>
                </c:pt>
                <c:pt idx="522">
                  <c:v>146.03775071915513</c:v>
                </c:pt>
                <c:pt idx="523">
                  <c:v>144.25661031642824</c:v>
                </c:pt>
                <c:pt idx="524">
                  <c:v>145.30086298616857</c:v>
                </c:pt>
                <c:pt idx="525">
                  <c:v>145.57388861680147</c:v>
                </c:pt>
                <c:pt idx="526">
                  <c:v>143.95206007689751</c:v>
                </c:pt>
                <c:pt idx="527">
                  <c:v>143.4943903084345</c:v>
                </c:pt>
                <c:pt idx="528">
                  <c:v>144.15922179251177</c:v>
                </c:pt>
                <c:pt idx="529">
                  <c:v>141.68453999403283</c:v>
                </c:pt>
                <c:pt idx="530">
                  <c:v>140.93188995659736</c:v>
                </c:pt>
                <c:pt idx="531">
                  <c:v>139.01676996605474</c:v>
                </c:pt>
                <c:pt idx="532">
                  <c:v>135.46912558616069</c:v>
                </c:pt>
                <c:pt idx="533">
                  <c:v>135.43760097726286</c:v>
                </c:pt>
                <c:pt idx="534">
                  <c:v>135.50909428672756</c:v>
                </c:pt>
                <c:pt idx="535">
                  <c:v>136.70083709095414</c:v>
                </c:pt>
                <c:pt idx="536">
                  <c:v>134.29370802582764</c:v>
                </c:pt>
                <c:pt idx="537">
                  <c:v>136.14915643524225</c:v>
                </c:pt>
                <c:pt idx="538">
                  <c:v>138.00235308687843</c:v>
                </c:pt>
                <c:pt idx="539">
                  <c:v>139.37930296837968</c:v>
                </c:pt>
                <c:pt idx="540">
                  <c:v>139.06574569773528</c:v>
                </c:pt>
                <c:pt idx="541">
                  <c:v>137.27559826389475</c:v>
                </c:pt>
                <c:pt idx="542">
                  <c:v>137.80588722071167</c:v>
                </c:pt>
                <c:pt idx="543">
                  <c:v>136.61245559815129</c:v>
                </c:pt>
                <c:pt idx="544">
                  <c:v>138.63228232539024</c:v>
                </c:pt>
                <c:pt idx="545">
                  <c:v>137.17989855831206</c:v>
                </c:pt>
                <c:pt idx="546">
                  <c:v>135.38130703280245</c:v>
                </c:pt>
                <c:pt idx="547">
                  <c:v>135.25183096054357</c:v>
                </c:pt>
                <c:pt idx="548">
                  <c:v>132.7129740653798</c:v>
                </c:pt>
                <c:pt idx="549">
                  <c:v>129.63876175839764</c:v>
                </c:pt>
                <c:pt idx="550">
                  <c:v>131.35741588277347</c:v>
                </c:pt>
                <c:pt idx="551">
                  <c:v>133.42509246280378</c:v>
                </c:pt>
                <c:pt idx="552">
                  <c:v>134.06065109576161</c:v>
                </c:pt>
                <c:pt idx="553">
                  <c:v>134.16310607467952</c:v>
                </c:pt>
                <c:pt idx="554">
                  <c:v>133.04285657991767</c:v>
                </c:pt>
                <c:pt idx="555">
                  <c:v>133.79044016235173</c:v>
                </c:pt>
                <c:pt idx="556">
                  <c:v>137.43153249005005</c:v>
                </c:pt>
                <c:pt idx="557">
                  <c:v>138.17461255692726</c:v>
                </c:pt>
                <c:pt idx="558">
                  <c:v>139.35115599614949</c:v>
                </c:pt>
                <c:pt idx="559">
                  <c:v>138.83775522267067</c:v>
                </c:pt>
                <c:pt idx="560">
                  <c:v>141.28203829114102</c:v>
                </c:pt>
                <c:pt idx="561">
                  <c:v>142.04482123857935</c:v>
                </c:pt>
                <c:pt idx="562">
                  <c:v>141.9924678702312</c:v>
                </c:pt>
                <c:pt idx="563">
                  <c:v>146.31190222867724</c:v>
                </c:pt>
                <c:pt idx="564">
                  <c:v>145.9347328007926</c:v>
                </c:pt>
                <c:pt idx="565">
                  <c:v>144.19693873530025</c:v>
                </c:pt>
                <c:pt idx="566">
                  <c:v>146.21845428087298</c:v>
                </c:pt>
                <c:pt idx="567">
                  <c:v>149.0016268949949</c:v>
                </c:pt>
                <c:pt idx="568">
                  <c:v>149.24932025062063</c:v>
                </c:pt>
                <c:pt idx="569">
                  <c:v>151.17063257505387</c:v>
                </c:pt>
                <c:pt idx="570">
                  <c:v>150.63077364767872</c:v>
                </c:pt>
                <c:pt idx="571">
                  <c:v>149.96425334526765</c:v>
                </c:pt>
                <c:pt idx="572">
                  <c:v>148.65935971267569</c:v>
                </c:pt>
                <c:pt idx="573">
                  <c:v>149.70530120074983</c:v>
                </c:pt>
                <c:pt idx="574">
                  <c:v>149.21216624727677</c:v>
                </c:pt>
                <c:pt idx="575">
                  <c:v>149.72669289964477</c:v>
                </c:pt>
                <c:pt idx="576">
                  <c:v>151.64744228463343</c:v>
                </c:pt>
                <c:pt idx="577">
                  <c:v>152.07752802031084</c:v>
                </c:pt>
                <c:pt idx="578">
                  <c:v>149.00725628944093</c:v>
                </c:pt>
                <c:pt idx="579">
                  <c:v>155.14273329617933</c:v>
                </c:pt>
                <c:pt idx="580">
                  <c:v>154.78301499107741</c:v>
                </c:pt>
                <c:pt idx="581">
                  <c:v>154.77569677829754</c:v>
                </c:pt>
                <c:pt idx="582">
                  <c:v>159.10751580452489</c:v>
                </c:pt>
                <c:pt idx="583">
                  <c:v>158.37344276876135</c:v>
                </c:pt>
                <c:pt idx="584">
                  <c:v>158.35542870653401</c:v>
                </c:pt>
                <c:pt idx="585">
                  <c:v>156.33391316096126</c:v>
                </c:pt>
                <c:pt idx="586">
                  <c:v>156.03217761865355</c:v>
                </c:pt>
                <c:pt idx="587">
                  <c:v>155.73607147079187</c:v>
                </c:pt>
                <c:pt idx="588">
                  <c:v>157.63824385410859</c:v>
                </c:pt>
                <c:pt idx="589">
                  <c:v>157.28753258012037</c:v>
                </c:pt>
                <c:pt idx="590">
                  <c:v>157.55211411908419</c:v>
                </c:pt>
                <c:pt idx="591">
                  <c:v>158.01316152421484</c:v>
                </c:pt>
                <c:pt idx="592">
                  <c:v>158.63746136828061</c:v>
                </c:pt>
                <c:pt idx="593">
                  <c:v>159.05572537562134</c:v>
                </c:pt>
                <c:pt idx="594">
                  <c:v>158.74948631775678</c:v>
                </c:pt>
                <c:pt idx="595">
                  <c:v>156.8810903011163</c:v>
                </c:pt>
                <c:pt idx="596">
                  <c:v>158.2056868142694</c:v>
                </c:pt>
                <c:pt idx="597">
                  <c:v>158.27661718428948</c:v>
                </c:pt>
                <c:pt idx="598">
                  <c:v>159.33269158236646</c:v>
                </c:pt>
                <c:pt idx="599">
                  <c:v>158.9110499383581</c:v>
                </c:pt>
                <c:pt idx="600">
                  <c:v>158.7663745010949</c:v>
                </c:pt>
                <c:pt idx="601">
                  <c:v>158.39990092265774</c:v>
                </c:pt>
                <c:pt idx="602">
                  <c:v>159.76052556026548</c:v>
                </c:pt>
                <c:pt idx="603">
                  <c:v>158.96171448837245</c:v>
                </c:pt>
                <c:pt idx="604">
                  <c:v>161.15717832232787</c:v>
                </c:pt>
                <c:pt idx="605">
                  <c:v>162.84768547447348</c:v>
                </c:pt>
                <c:pt idx="606">
                  <c:v>162.68499597498297</c:v>
                </c:pt>
                <c:pt idx="607">
                  <c:v>161.25569272513354</c:v>
                </c:pt>
                <c:pt idx="608">
                  <c:v>160.05156525312572</c:v>
                </c:pt>
                <c:pt idx="609">
                  <c:v>158.54176166269792</c:v>
                </c:pt>
                <c:pt idx="610">
                  <c:v>157.9675634292019</c:v>
                </c:pt>
                <c:pt idx="611">
                  <c:v>158.55696102770224</c:v>
                </c:pt>
                <c:pt idx="612">
                  <c:v>158.69262943385178</c:v>
                </c:pt>
                <c:pt idx="613">
                  <c:v>157.82626562860631</c:v>
                </c:pt>
                <c:pt idx="614">
                  <c:v>157.26220030511317</c:v>
                </c:pt>
                <c:pt idx="615">
                  <c:v>158.40665619599298</c:v>
                </c:pt>
                <c:pt idx="616">
                  <c:v>160.41072061878305</c:v>
                </c:pt>
                <c:pt idx="617">
                  <c:v>161.34069658126876</c:v>
                </c:pt>
                <c:pt idx="618">
                  <c:v>161.10088437786746</c:v>
                </c:pt>
                <c:pt idx="619">
                  <c:v>162.6044956344046</c:v>
                </c:pt>
                <c:pt idx="620">
                  <c:v>163.58626202579387</c:v>
                </c:pt>
                <c:pt idx="621">
                  <c:v>163.57331441856797</c:v>
                </c:pt>
                <c:pt idx="622">
                  <c:v>162.2048086287358</c:v>
                </c:pt>
                <c:pt idx="623">
                  <c:v>162.72552761499446</c:v>
                </c:pt>
                <c:pt idx="624">
                  <c:v>160.65503633774111</c:v>
                </c:pt>
                <c:pt idx="625">
                  <c:v>161.67846024803112</c:v>
                </c:pt>
                <c:pt idx="626">
                  <c:v>161.81356571473606</c:v>
                </c:pt>
                <c:pt idx="627">
                  <c:v>162.80265031890517</c:v>
                </c:pt>
                <c:pt idx="628">
                  <c:v>163.33125045738828</c:v>
                </c:pt>
                <c:pt idx="629">
                  <c:v>162.88596535670655</c:v>
                </c:pt>
                <c:pt idx="630">
                  <c:v>164.77293837501898</c:v>
                </c:pt>
                <c:pt idx="631">
                  <c:v>165.16530716790794</c:v>
                </c:pt>
                <c:pt idx="632">
                  <c:v>163.0182561261885</c:v>
                </c:pt>
                <c:pt idx="633">
                  <c:v>164.1013516176065</c:v>
                </c:pt>
                <c:pt idx="634">
                  <c:v>164.35411142823367</c:v>
                </c:pt>
                <c:pt idx="635">
                  <c:v>164.96996718063036</c:v>
                </c:pt>
                <c:pt idx="636">
                  <c:v>157.83302090194155</c:v>
                </c:pt>
                <c:pt idx="637">
                  <c:v>157.22617218065849</c:v>
                </c:pt>
                <c:pt idx="638">
                  <c:v>156.72628195385022</c:v>
                </c:pt>
                <c:pt idx="639">
                  <c:v>162.41140740490542</c:v>
                </c:pt>
                <c:pt idx="640">
                  <c:v>162.97040627339717</c:v>
                </c:pt>
                <c:pt idx="641">
                  <c:v>164.91705087283759</c:v>
                </c:pt>
                <c:pt idx="642">
                  <c:v>164.31470566711138</c:v>
                </c:pt>
                <c:pt idx="643">
                  <c:v>164.15145322817622</c:v>
                </c:pt>
                <c:pt idx="644">
                  <c:v>163.4494677407551</c:v>
                </c:pt>
                <c:pt idx="645">
                  <c:v>163.62904542358379</c:v>
                </c:pt>
                <c:pt idx="646">
                  <c:v>163.28508942293075</c:v>
                </c:pt>
                <c:pt idx="647">
                  <c:v>160.90104087503306</c:v>
                </c:pt>
                <c:pt idx="648">
                  <c:v>159.12102635119538</c:v>
                </c:pt>
                <c:pt idx="649">
                  <c:v>158.17528808426076</c:v>
                </c:pt>
                <c:pt idx="650">
                  <c:v>157.23349039343836</c:v>
                </c:pt>
                <c:pt idx="651">
                  <c:v>158.08746953090255</c:v>
                </c:pt>
                <c:pt idx="652">
                  <c:v>158.42635907655415</c:v>
                </c:pt>
                <c:pt idx="653">
                  <c:v>154.37094331762731</c:v>
                </c:pt>
                <c:pt idx="654">
                  <c:v>154.2521630948159</c:v>
                </c:pt>
                <c:pt idx="655">
                  <c:v>156.2275176059311</c:v>
                </c:pt>
                <c:pt idx="656">
                  <c:v>155.71467977189693</c:v>
                </c:pt>
                <c:pt idx="657">
                  <c:v>154.90517285055645</c:v>
                </c:pt>
                <c:pt idx="658">
                  <c:v>157.04546861894067</c:v>
                </c:pt>
                <c:pt idx="659">
                  <c:v>160.12812501759183</c:v>
                </c:pt>
                <c:pt idx="660">
                  <c:v>161.50451195964848</c:v>
                </c:pt>
                <c:pt idx="661">
                  <c:v>161.22416811623572</c:v>
                </c:pt>
                <c:pt idx="662">
                  <c:v>162.78519919612248</c:v>
                </c:pt>
                <c:pt idx="663">
                  <c:v>163.09087531454242</c:v>
                </c:pt>
                <c:pt idx="664">
                  <c:v>163.04471428008486</c:v>
                </c:pt>
                <c:pt idx="665">
                  <c:v>161.98413636645105</c:v>
                </c:pt>
                <c:pt idx="666">
                  <c:v>161.55742826744125</c:v>
                </c:pt>
                <c:pt idx="667">
                  <c:v>161.3367560051565</c:v>
                </c:pt>
                <c:pt idx="668">
                  <c:v>161.86817084086263</c:v>
                </c:pt>
                <c:pt idx="669">
                  <c:v>162.24984378430412</c:v>
                </c:pt>
                <c:pt idx="670">
                  <c:v>163.11620758954956</c:v>
                </c:pt>
                <c:pt idx="671">
                  <c:v>163.15505041122725</c:v>
                </c:pt>
                <c:pt idx="672">
                  <c:v>161.62160336412609</c:v>
                </c:pt>
                <c:pt idx="673">
                  <c:v>158.71796170885898</c:v>
                </c:pt>
                <c:pt idx="674">
                  <c:v>160.76368365054972</c:v>
                </c:pt>
                <c:pt idx="675">
                  <c:v>161.38629467628164</c:v>
                </c:pt>
                <c:pt idx="676">
                  <c:v>161.90701366254029</c:v>
                </c:pt>
                <c:pt idx="677">
                  <c:v>160.8785232972489</c:v>
                </c:pt>
                <c:pt idx="678">
                  <c:v>159.38729670849307</c:v>
                </c:pt>
                <c:pt idx="679">
                  <c:v>159.55505266298505</c:v>
                </c:pt>
                <c:pt idx="680">
                  <c:v>162.18229105095165</c:v>
                </c:pt>
                <c:pt idx="681">
                  <c:v>162.87526950725911</c:v>
                </c:pt>
                <c:pt idx="682">
                  <c:v>164.23927178153443</c:v>
                </c:pt>
                <c:pt idx="683">
                  <c:v>166.76968458502915</c:v>
                </c:pt>
                <c:pt idx="684">
                  <c:v>165.93484538868154</c:v>
                </c:pt>
                <c:pt idx="685">
                  <c:v>162.82404201780014</c:v>
                </c:pt>
                <c:pt idx="686">
                  <c:v>163.95273560423104</c:v>
                </c:pt>
                <c:pt idx="687">
                  <c:v>163.41906901074651</c:v>
                </c:pt>
                <c:pt idx="688">
                  <c:v>164.55114023384502</c:v>
                </c:pt>
                <c:pt idx="689">
                  <c:v>164.70707446000031</c:v>
                </c:pt>
                <c:pt idx="690">
                  <c:v>165.27226566238269</c:v>
                </c:pt>
                <c:pt idx="691">
                  <c:v>165.82676101531757</c:v>
                </c:pt>
                <c:pt idx="692">
                  <c:v>164.35805200434586</c:v>
                </c:pt>
                <c:pt idx="693">
                  <c:v>161.9503599997748</c:v>
                </c:pt>
                <c:pt idx="694">
                  <c:v>159.6197906991145</c:v>
                </c:pt>
                <c:pt idx="695">
                  <c:v>159.53647566131309</c:v>
                </c:pt>
                <c:pt idx="696">
                  <c:v>157.05616446838812</c:v>
                </c:pt>
                <c:pt idx="697">
                  <c:v>156.99086349281407</c:v>
                </c:pt>
                <c:pt idx="698">
                  <c:v>157.29259903512178</c:v>
                </c:pt>
                <c:pt idx="699">
                  <c:v>158.68418534218273</c:v>
                </c:pt>
                <c:pt idx="700">
                  <c:v>155.15286620618218</c:v>
                </c:pt>
                <c:pt idx="701">
                  <c:v>156.26467160927498</c:v>
                </c:pt>
                <c:pt idx="702">
                  <c:v>158.17979159981761</c:v>
                </c:pt>
                <c:pt idx="703">
                  <c:v>157.54648472463816</c:v>
                </c:pt>
                <c:pt idx="704">
                  <c:v>156.36543776985908</c:v>
                </c:pt>
                <c:pt idx="705">
                  <c:v>157.03983922449461</c:v>
                </c:pt>
                <c:pt idx="706">
                  <c:v>155.94829964140754</c:v>
                </c:pt>
                <c:pt idx="707">
                  <c:v>156.25735339649515</c:v>
                </c:pt>
                <c:pt idx="708">
                  <c:v>156.62438991437688</c:v>
                </c:pt>
                <c:pt idx="709">
                  <c:v>154.44581426375962</c:v>
                </c:pt>
                <c:pt idx="710">
                  <c:v>155.0858764122743</c:v>
                </c:pt>
                <c:pt idx="711">
                  <c:v>157.33425655402246</c:v>
                </c:pt>
                <c:pt idx="712">
                  <c:v>155.35777616401802</c:v>
                </c:pt>
                <c:pt idx="713">
                  <c:v>153.36609640900926</c:v>
                </c:pt>
                <c:pt idx="714">
                  <c:v>151.7842365696722</c:v>
                </c:pt>
                <c:pt idx="715">
                  <c:v>149.12659945169696</c:v>
                </c:pt>
                <c:pt idx="716">
                  <c:v>151.88049921469946</c:v>
                </c:pt>
                <c:pt idx="717">
                  <c:v>150.95896734388282</c:v>
                </c:pt>
                <c:pt idx="718">
                  <c:v>152.74235950438811</c:v>
                </c:pt>
                <c:pt idx="719">
                  <c:v>155.3386362229015</c:v>
                </c:pt>
                <c:pt idx="720">
                  <c:v>153.66895783020618</c:v>
                </c:pt>
                <c:pt idx="721">
                  <c:v>153.82658087469531</c:v>
                </c:pt>
                <c:pt idx="722">
                  <c:v>151.34176616621349</c:v>
                </c:pt>
                <c:pt idx="723">
                  <c:v>152.63540100991335</c:v>
                </c:pt>
                <c:pt idx="724">
                  <c:v>151.36146904677463</c:v>
                </c:pt>
                <c:pt idx="725">
                  <c:v>148.52875776152757</c:v>
                </c:pt>
                <c:pt idx="726">
                  <c:v>149.00275277388411</c:v>
                </c:pt>
                <c:pt idx="727">
                  <c:v>151.24888115785384</c:v>
                </c:pt>
                <c:pt idx="728">
                  <c:v>151.42395532512566</c:v>
                </c:pt>
                <c:pt idx="729">
                  <c:v>151.3868013217818</c:v>
                </c:pt>
                <c:pt idx="730">
                  <c:v>151.23818530840637</c:v>
                </c:pt>
                <c:pt idx="731">
                  <c:v>152.84819211997365</c:v>
                </c:pt>
                <c:pt idx="732">
                  <c:v>152.1293184492144</c:v>
                </c:pt>
                <c:pt idx="733">
                  <c:v>150.79627784439228</c:v>
                </c:pt>
                <c:pt idx="734">
                  <c:v>148.96165819442803</c:v>
                </c:pt>
                <c:pt idx="735">
                  <c:v>148.44093920816937</c:v>
                </c:pt>
                <c:pt idx="736">
                  <c:v>149.54880403514994</c:v>
                </c:pt>
                <c:pt idx="737">
                  <c:v>152.53069427321702</c:v>
                </c:pt>
                <c:pt idx="738">
                  <c:v>153.62054503797026</c:v>
                </c:pt>
                <c:pt idx="739">
                  <c:v>151.89513564025916</c:v>
                </c:pt>
                <c:pt idx="740">
                  <c:v>154.35968452873524</c:v>
                </c:pt>
                <c:pt idx="741">
                  <c:v>155.77829192913717</c:v>
                </c:pt>
                <c:pt idx="742">
                  <c:v>158.44381019933684</c:v>
                </c:pt>
                <c:pt idx="743">
                  <c:v>159.14861038398098</c:v>
                </c:pt>
                <c:pt idx="744">
                  <c:v>160.13375441203789</c:v>
                </c:pt>
                <c:pt idx="745">
                  <c:v>159.38391907182543</c:v>
                </c:pt>
                <c:pt idx="746">
                  <c:v>158.08071425756728</c:v>
                </c:pt>
                <c:pt idx="747">
                  <c:v>157.6213556707705</c:v>
                </c:pt>
                <c:pt idx="748">
                  <c:v>156.63508576382438</c:v>
                </c:pt>
                <c:pt idx="749">
                  <c:v>156.0237335269845</c:v>
                </c:pt>
                <c:pt idx="750">
                  <c:v>156.03499231587659</c:v>
                </c:pt>
                <c:pt idx="751">
                  <c:v>155.98207600808379</c:v>
                </c:pt>
                <c:pt idx="752">
                  <c:v>155.7507078963516</c:v>
                </c:pt>
                <c:pt idx="753">
                  <c:v>158.19893154093413</c:v>
                </c:pt>
                <c:pt idx="754">
                  <c:v>157.21941690732325</c:v>
                </c:pt>
                <c:pt idx="755">
                  <c:v>156.07439807699885</c:v>
                </c:pt>
                <c:pt idx="756">
                  <c:v>154.21838672813965</c:v>
                </c:pt>
                <c:pt idx="757">
                  <c:v>154.05063077364767</c:v>
                </c:pt>
                <c:pt idx="758">
                  <c:v>151.4858786640321</c:v>
                </c:pt>
                <c:pt idx="759">
                  <c:v>149.10070423724517</c:v>
                </c:pt>
                <c:pt idx="760">
                  <c:v>146.34849329257651</c:v>
                </c:pt>
                <c:pt idx="761">
                  <c:v>147.40119005398589</c:v>
                </c:pt>
                <c:pt idx="762">
                  <c:v>144.65179380654021</c:v>
                </c:pt>
                <c:pt idx="763">
                  <c:v>146.17341912530466</c:v>
                </c:pt>
                <c:pt idx="764">
                  <c:v>148.3897117187104</c:v>
                </c:pt>
                <c:pt idx="765">
                  <c:v>151.74032729299307</c:v>
                </c:pt>
                <c:pt idx="766">
                  <c:v>153.610975067412</c:v>
                </c:pt>
                <c:pt idx="767">
                  <c:v>153.31768361677334</c:v>
                </c:pt>
                <c:pt idx="768">
                  <c:v>152.89773079109878</c:v>
                </c:pt>
                <c:pt idx="769">
                  <c:v>150.66173531713193</c:v>
                </c:pt>
                <c:pt idx="770">
                  <c:v>151.37103901733292</c:v>
                </c:pt>
                <c:pt idx="771">
                  <c:v>152.78514290217799</c:v>
                </c:pt>
                <c:pt idx="772">
                  <c:v>153.26645612731434</c:v>
                </c:pt>
                <c:pt idx="773">
                  <c:v>152.10961556865325</c:v>
                </c:pt>
                <c:pt idx="774">
                  <c:v>149.2031592161631</c:v>
                </c:pt>
                <c:pt idx="775">
                  <c:v>150.38251735260837</c:v>
                </c:pt>
                <c:pt idx="776">
                  <c:v>151.15036675504817</c:v>
                </c:pt>
                <c:pt idx="777">
                  <c:v>150.0166067136158</c:v>
                </c:pt>
                <c:pt idx="778">
                  <c:v>148.71509071769145</c:v>
                </c:pt>
                <c:pt idx="779">
                  <c:v>146.70089338489859</c:v>
                </c:pt>
                <c:pt idx="780">
                  <c:v>145.85198070243584</c:v>
                </c:pt>
                <c:pt idx="781">
                  <c:v>146.09742230028314</c:v>
                </c:pt>
                <c:pt idx="782">
                  <c:v>140.73598702987519</c:v>
                </c:pt>
                <c:pt idx="783">
                  <c:v>145.2366878894837</c:v>
                </c:pt>
                <c:pt idx="784">
                  <c:v>145.54911928123892</c:v>
                </c:pt>
                <c:pt idx="785">
                  <c:v>142.86896458547952</c:v>
                </c:pt>
                <c:pt idx="786">
                  <c:v>142.35331205422233</c:v>
                </c:pt>
                <c:pt idx="787">
                  <c:v>141.86242885852766</c:v>
                </c:pt>
                <c:pt idx="788">
                  <c:v>141.26233541057988</c:v>
                </c:pt>
                <c:pt idx="789">
                  <c:v>144.6174545004194</c:v>
                </c:pt>
                <c:pt idx="790">
                  <c:v>147.03133883888108</c:v>
                </c:pt>
                <c:pt idx="791">
                  <c:v>147.23174528116007</c:v>
                </c:pt>
                <c:pt idx="792">
                  <c:v>150.85651236496489</c:v>
                </c:pt>
                <c:pt idx="793">
                  <c:v>150.32622340814797</c:v>
                </c:pt>
                <c:pt idx="794">
                  <c:v>149.95412043526477</c:v>
                </c:pt>
                <c:pt idx="795">
                  <c:v>150.58067203710897</c:v>
                </c:pt>
                <c:pt idx="796">
                  <c:v>152.51211727154507</c:v>
                </c:pt>
                <c:pt idx="797">
                  <c:v>152.55152303266735</c:v>
                </c:pt>
                <c:pt idx="798">
                  <c:v>152.1417031169957</c:v>
                </c:pt>
                <c:pt idx="799">
                  <c:v>152.77782468939813</c:v>
                </c:pt>
                <c:pt idx="800">
                  <c:v>154.52124814933657</c:v>
                </c:pt>
                <c:pt idx="801">
                  <c:v>153.1989033939619</c:v>
                </c:pt>
                <c:pt idx="802">
                  <c:v>152.69450965159677</c:v>
                </c:pt>
                <c:pt idx="803">
                  <c:v>155.04928534837507</c:v>
                </c:pt>
                <c:pt idx="804">
                  <c:v>154.75880859495942</c:v>
                </c:pt>
                <c:pt idx="805">
                  <c:v>152.9405141888887</c:v>
                </c:pt>
                <c:pt idx="806">
                  <c:v>152.89322727554196</c:v>
                </c:pt>
                <c:pt idx="807">
                  <c:v>155.25025473009867</c:v>
                </c:pt>
                <c:pt idx="808">
                  <c:v>155.47543050794025</c:v>
                </c:pt>
                <c:pt idx="809">
                  <c:v>154.90348403222265</c:v>
                </c:pt>
                <c:pt idx="810">
                  <c:v>155.5401685440697</c:v>
                </c:pt>
                <c:pt idx="811">
                  <c:v>155.80587596192277</c:v>
                </c:pt>
                <c:pt idx="812">
                  <c:v>155.79743187025369</c:v>
                </c:pt>
                <c:pt idx="813">
                  <c:v>154.74811274551195</c:v>
                </c:pt>
                <c:pt idx="814">
                  <c:v>155.06448471337936</c:v>
                </c:pt>
                <c:pt idx="815">
                  <c:v>154.44018486931358</c:v>
                </c:pt>
                <c:pt idx="816">
                  <c:v>152.24640985369206</c:v>
                </c:pt>
                <c:pt idx="817">
                  <c:v>153.80237447857732</c:v>
                </c:pt>
                <c:pt idx="818">
                  <c:v>155.61109891408981</c:v>
                </c:pt>
                <c:pt idx="819">
                  <c:v>152.78007644717658</c:v>
                </c:pt>
                <c:pt idx="820">
                  <c:v>149.70530120074983</c:v>
                </c:pt>
                <c:pt idx="821">
                  <c:v>151.36428374399765</c:v>
                </c:pt>
                <c:pt idx="822">
                  <c:v>150.39659083872345</c:v>
                </c:pt>
                <c:pt idx="823">
                  <c:v>151.76847426522329</c:v>
                </c:pt>
                <c:pt idx="824">
                  <c:v>151.57538603572414</c:v>
                </c:pt>
                <c:pt idx="825">
                  <c:v>151.54611318460471</c:v>
                </c:pt>
                <c:pt idx="826">
                  <c:v>147.5892118284836</c:v>
                </c:pt>
                <c:pt idx="827">
                  <c:v>146.45995530260808</c:v>
                </c:pt>
                <c:pt idx="828">
                  <c:v>144.34780650645408</c:v>
                </c:pt>
                <c:pt idx="829">
                  <c:v>143.94361598522846</c:v>
                </c:pt>
                <c:pt idx="830">
                  <c:v>141.81908252129315</c:v>
                </c:pt>
                <c:pt idx="831">
                  <c:v>141.38393033061431</c:v>
                </c:pt>
                <c:pt idx="832">
                  <c:v>139.88425965018942</c:v>
                </c:pt>
                <c:pt idx="833">
                  <c:v>142.19287431251018</c:v>
                </c:pt>
                <c:pt idx="834">
                  <c:v>141.9536250485535</c:v>
                </c:pt>
                <c:pt idx="835">
                  <c:v>143.50396027899279</c:v>
                </c:pt>
                <c:pt idx="836">
                  <c:v>145.03065205275868</c:v>
                </c:pt>
                <c:pt idx="837">
                  <c:v>141.87031001075215</c:v>
                </c:pt>
                <c:pt idx="838">
                  <c:v>147.10170626945657</c:v>
                </c:pt>
                <c:pt idx="839">
                  <c:v>145.11678178778308</c:v>
                </c:pt>
                <c:pt idx="840">
                  <c:v>142.89204510270829</c:v>
                </c:pt>
                <c:pt idx="841">
                  <c:v>141.22855904390363</c:v>
                </c:pt>
                <c:pt idx="842">
                  <c:v>141.38224151228053</c:v>
                </c:pt>
                <c:pt idx="843">
                  <c:v>142.64829232319477</c:v>
                </c:pt>
                <c:pt idx="844">
                  <c:v>142.66180286986528</c:v>
                </c:pt>
                <c:pt idx="845">
                  <c:v>141.91084165076362</c:v>
                </c:pt>
                <c:pt idx="846">
                  <c:v>140.10155427580656</c:v>
                </c:pt>
                <c:pt idx="847">
                  <c:v>140.73880172709821</c:v>
                </c:pt>
                <c:pt idx="848">
                  <c:v>139.82064749294915</c:v>
                </c:pt>
                <c:pt idx="849">
                  <c:v>139.74859124403986</c:v>
                </c:pt>
                <c:pt idx="850">
                  <c:v>138.25398701861639</c:v>
                </c:pt>
                <c:pt idx="851">
                  <c:v>138.6835098148492</c:v>
                </c:pt>
                <c:pt idx="852">
                  <c:v>140.3509364497661</c:v>
                </c:pt>
                <c:pt idx="853">
                  <c:v>139.825151008506</c:v>
                </c:pt>
                <c:pt idx="854">
                  <c:v>137.26546535389187</c:v>
                </c:pt>
                <c:pt idx="855">
                  <c:v>137.56551207786578</c:v>
                </c:pt>
                <c:pt idx="856">
                  <c:v>138.04795118189134</c:v>
                </c:pt>
                <c:pt idx="857">
                  <c:v>135.85586498460358</c:v>
                </c:pt>
                <c:pt idx="858">
                  <c:v>132.89818114265449</c:v>
                </c:pt>
                <c:pt idx="859">
                  <c:v>133.39300491446133</c:v>
                </c:pt>
                <c:pt idx="860">
                  <c:v>136.21276859248249</c:v>
                </c:pt>
                <c:pt idx="861">
                  <c:v>134.41924352197432</c:v>
                </c:pt>
                <c:pt idx="862">
                  <c:v>136.53758465201898</c:v>
                </c:pt>
                <c:pt idx="863">
                  <c:v>137.11403464329342</c:v>
                </c:pt>
                <c:pt idx="864">
                  <c:v>137.59985138398662</c:v>
                </c:pt>
                <c:pt idx="865">
                  <c:v>137.52103986174205</c:v>
                </c:pt>
                <c:pt idx="866">
                  <c:v>137.48050822173059</c:v>
                </c:pt>
                <c:pt idx="867">
                  <c:v>136.89955471489932</c:v>
                </c:pt>
                <c:pt idx="868">
                  <c:v>138.04288472688989</c:v>
                </c:pt>
                <c:pt idx="869">
                  <c:v>137.56213444119817</c:v>
                </c:pt>
                <c:pt idx="870">
                  <c:v>137.73720860846998</c:v>
                </c:pt>
                <c:pt idx="871">
                  <c:v>138.83381464655847</c:v>
                </c:pt>
                <c:pt idx="872">
                  <c:v>139.49301673618967</c:v>
                </c:pt>
                <c:pt idx="873">
                  <c:v>140.1657293724914</c:v>
                </c:pt>
                <c:pt idx="874">
                  <c:v>141.46499361063729</c:v>
                </c:pt>
                <c:pt idx="875">
                  <c:v>140.17923991916189</c:v>
                </c:pt>
                <c:pt idx="876">
                  <c:v>142.11181103248722</c:v>
                </c:pt>
                <c:pt idx="877">
                  <c:v>143.22305349613541</c:v>
                </c:pt>
                <c:pt idx="878">
                  <c:v>143.34690017394826</c:v>
                </c:pt>
                <c:pt idx="879">
                  <c:v>143.13804964000022</c:v>
                </c:pt>
                <c:pt idx="880">
                  <c:v>142.78621248712275</c:v>
                </c:pt>
                <c:pt idx="881">
                  <c:v>143.11609500166068</c:v>
                </c:pt>
                <c:pt idx="882">
                  <c:v>142.44338236535893</c:v>
                </c:pt>
                <c:pt idx="883">
                  <c:v>142.05833178524983</c:v>
                </c:pt>
                <c:pt idx="884">
                  <c:v>140.60876271539468</c:v>
                </c:pt>
                <c:pt idx="885">
                  <c:v>138.9548466271483</c:v>
                </c:pt>
                <c:pt idx="886">
                  <c:v>142.18668197861956</c:v>
                </c:pt>
                <c:pt idx="887">
                  <c:v>142.54358558649844</c:v>
                </c:pt>
                <c:pt idx="888">
                  <c:v>143.84847921909039</c:v>
                </c:pt>
                <c:pt idx="889">
                  <c:v>143.73926896683722</c:v>
                </c:pt>
                <c:pt idx="890">
                  <c:v>143.8918255563249</c:v>
                </c:pt>
                <c:pt idx="891">
                  <c:v>142.78396072934433</c:v>
                </c:pt>
                <c:pt idx="892">
                  <c:v>146.16553797308023</c:v>
                </c:pt>
                <c:pt idx="893">
                  <c:v>145.68591356627766</c:v>
                </c:pt>
                <c:pt idx="894">
                  <c:v>145.69154296072369</c:v>
                </c:pt>
                <c:pt idx="895">
                  <c:v>145.80919730464595</c:v>
                </c:pt>
                <c:pt idx="896">
                  <c:v>146.52413039929294</c:v>
                </c:pt>
                <c:pt idx="897">
                  <c:v>144.83306030770268</c:v>
                </c:pt>
                <c:pt idx="898">
                  <c:v>145.6194867118144</c:v>
                </c:pt>
                <c:pt idx="899">
                  <c:v>146.13063572751477</c:v>
                </c:pt>
                <c:pt idx="900">
                  <c:v>145.64087841070935</c:v>
                </c:pt>
                <c:pt idx="901">
                  <c:v>144.11193487916506</c:v>
                </c:pt>
                <c:pt idx="902">
                  <c:v>141.72844927071193</c:v>
                </c:pt>
                <c:pt idx="903">
                  <c:v>142.80141185212705</c:v>
                </c:pt>
                <c:pt idx="904">
                  <c:v>142.35612675144534</c:v>
                </c:pt>
                <c:pt idx="905">
                  <c:v>141.78474321517234</c:v>
                </c:pt>
                <c:pt idx="906">
                  <c:v>141.64063071735373</c:v>
                </c:pt>
                <c:pt idx="907">
                  <c:v>141.24995074279857</c:v>
                </c:pt>
                <c:pt idx="908">
                  <c:v>142.9798636560665</c:v>
                </c:pt>
                <c:pt idx="909">
                  <c:v>141.35409454005031</c:v>
                </c:pt>
                <c:pt idx="910">
                  <c:v>140.80410270267225</c:v>
                </c:pt>
                <c:pt idx="911">
                  <c:v>141.47287476286175</c:v>
                </c:pt>
                <c:pt idx="912">
                  <c:v>141.8382224624097</c:v>
                </c:pt>
                <c:pt idx="913">
                  <c:v>142.94496141050107</c:v>
                </c:pt>
                <c:pt idx="914">
                  <c:v>142.87346810103637</c:v>
                </c:pt>
                <c:pt idx="915">
                  <c:v>142.8661498882565</c:v>
                </c:pt>
                <c:pt idx="916">
                  <c:v>143.15831546000595</c:v>
                </c:pt>
                <c:pt idx="917">
                  <c:v>143.50001970288056</c:v>
                </c:pt>
                <c:pt idx="918">
                  <c:v>142.78621248712275</c:v>
                </c:pt>
                <c:pt idx="919">
                  <c:v>140.94708932160168</c:v>
                </c:pt>
                <c:pt idx="920">
                  <c:v>139.01057763216411</c:v>
                </c:pt>
                <c:pt idx="921">
                  <c:v>139.26671507945889</c:v>
                </c:pt>
                <c:pt idx="922">
                  <c:v>143.55743952623016</c:v>
                </c:pt>
                <c:pt idx="923">
                  <c:v>141.56294507399838</c:v>
                </c:pt>
                <c:pt idx="924">
                  <c:v>142.00541547745709</c:v>
                </c:pt>
                <c:pt idx="925">
                  <c:v>141.98064614189448</c:v>
                </c:pt>
                <c:pt idx="926">
                  <c:v>140.45902082313003</c:v>
                </c:pt>
                <c:pt idx="927">
                  <c:v>141.8382224624097</c:v>
                </c:pt>
                <c:pt idx="928">
                  <c:v>143.04741638941897</c:v>
                </c:pt>
                <c:pt idx="929">
                  <c:v>144.9490258332911</c:v>
                </c:pt>
                <c:pt idx="930">
                  <c:v>146.04788362915798</c:v>
                </c:pt>
                <c:pt idx="931">
                  <c:v>147.70348853573822</c:v>
                </c:pt>
                <c:pt idx="932">
                  <c:v>148.99261986388123</c:v>
                </c:pt>
                <c:pt idx="933">
                  <c:v>148.48090790873624</c:v>
                </c:pt>
                <c:pt idx="934">
                  <c:v>147.88081446078846</c:v>
                </c:pt>
                <c:pt idx="935">
                  <c:v>146.68400520156044</c:v>
                </c:pt>
                <c:pt idx="936">
                  <c:v>144.41423336091734</c:v>
                </c:pt>
                <c:pt idx="937">
                  <c:v>144.55553116151293</c:v>
                </c:pt>
                <c:pt idx="938">
                  <c:v>144.86852549271273</c:v>
                </c:pt>
                <c:pt idx="939">
                  <c:v>145.8063826074229</c:v>
                </c:pt>
                <c:pt idx="940">
                  <c:v>146.16610091252483</c:v>
                </c:pt>
                <c:pt idx="941">
                  <c:v>146.45714060538506</c:v>
                </c:pt>
                <c:pt idx="942">
                  <c:v>146.60913425542813</c:v>
                </c:pt>
                <c:pt idx="943">
                  <c:v>147.36853956619888</c:v>
                </c:pt>
                <c:pt idx="944">
                  <c:v>146.1323245458486</c:v>
                </c:pt>
                <c:pt idx="945">
                  <c:v>147.05216759833144</c:v>
                </c:pt>
                <c:pt idx="946">
                  <c:v>147.62749171071667</c:v>
                </c:pt>
                <c:pt idx="947">
                  <c:v>148.931822403864</c:v>
                </c:pt>
                <c:pt idx="948">
                  <c:v>146.90805510051283</c:v>
                </c:pt>
                <c:pt idx="949">
                  <c:v>148.75393353936917</c:v>
                </c:pt>
                <c:pt idx="950">
                  <c:v>151.90414267137282</c:v>
                </c:pt>
                <c:pt idx="951">
                  <c:v>152.63427513102414</c:v>
                </c:pt>
                <c:pt idx="952">
                  <c:v>152.66861443714498</c:v>
                </c:pt>
                <c:pt idx="953">
                  <c:v>151.11715332781651</c:v>
                </c:pt>
                <c:pt idx="954">
                  <c:v>148.95377704220357</c:v>
                </c:pt>
                <c:pt idx="955">
                  <c:v>147.2593293139457</c:v>
                </c:pt>
                <c:pt idx="956">
                  <c:v>146.17398206474931</c:v>
                </c:pt>
                <c:pt idx="957">
                  <c:v>146.54045564318645</c:v>
                </c:pt>
                <c:pt idx="958">
                  <c:v>146.58774255653319</c:v>
                </c:pt>
                <c:pt idx="959">
                  <c:v>146.77970490714313</c:v>
                </c:pt>
                <c:pt idx="960">
                  <c:v>146.34736741368729</c:v>
                </c:pt>
                <c:pt idx="961">
                  <c:v>145.78161327186035</c:v>
                </c:pt>
                <c:pt idx="962">
                  <c:v>144.80378745658328</c:v>
                </c:pt>
                <c:pt idx="963">
                  <c:v>144.05170035859243</c:v>
                </c:pt>
                <c:pt idx="964">
                  <c:v>144.52175479483671</c:v>
                </c:pt>
                <c:pt idx="965">
                  <c:v>144.97886162385512</c:v>
                </c:pt>
                <c:pt idx="966">
                  <c:v>145.1049600594464</c:v>
                </c:pt>
                <c:pt idx="967">
                  <c:v>146.00904080748035</c:v>
                </c:pt>
                <c:pt idx="968">
                  <c:v>146.29613992422833</c:v>
                </c:pt>
                <c:pt idx="969">
                  <c:v>147.34771080674852</c:v>
                </c:pt>
                <c:pt idx="970">
                  <c:v>147.98777295526321</c:v>
                </c:pt>
                <c:pt idx="971">
                  <c:v>147.72262847685474</c:v>
                </c:pt>
                <c:pt idx="972">
                  <c:v>147.34320729119167</c:v>
                </c:pt>
                <c:pt idx="973">
                  <c:v>146.95984552941638</c:v>
                </c:pt>
                <c:pt idx="974">
                  <c:v>145.8615506729941</c:v>
                </c:pt>
                <c:pt idx="975">
                  <c:v>144.89836128327673</c:v>
                </c:pt>
                <c:pt idx="976">
                  <c:v>143.30974617060443</c:v>
                </c:pt>
                <c:pt idx="977">
                  <c:v>143.82765045964007</c:v>
                </c:pt>
                <c:pt idx="978">
                  <c:v>143.64019162458692</c:v>
                </c:pt>
                <c:pt idx="979">
                  <c:v>144.08716554360245</c:v>
                </c:pt>
                <c:pt idx="980">
                  <c:v>145.05373256998743</c:v>
                </c:pt>
                <c:pt idx="981">
                  <c:v>144.29376431977212</c:v>
                </c:pt>
                <c:pt idx="982">
                  <c:v>142.26830819808714</c:v>
                </c:pt>
                <c:pt idx="983">
                  <c:v>142.38371078423094</c:v>
                </c:pt>
                <c:pt idx="984">
                  <c:v>142.06846469525274</c:v>
                </c:pt>
                <c:pt idx="985">
                  <c:v>145.46805600121593</c:v>
                </c:pt>
                <c:pt idx="986">
                  <c:v>145.15675048834996</c:v>
                </c:pt>
                <c:pt idx="987">
                  <c:v>143.93742365133781</c:v>
                </c:pt>
                <c:pt idx="988">
                  <c:v>142.72879266377313</c:v>
                </c:pt>
                <c:pt idx="989">
                  <c:v>142.92751028771832</c:v>
                </c:pt>
                <c:pt idx="990">
                  <c:v>142.13263979193758</c:v>
                </c:pt>
                <c:pt idx="991">
                  <c:v>142.24691649919217</c:v>
                </c:pt>
                <c:pt idx="992">
                  <c:v>141.83371894685288</c:v>
                </c:pt>
                <c:pt idx="993">
                  <c:v>141.31356290003882</c:v>
                </c:pt>
                <c:pt idx="994">
                  <c:v>142.33079447643814</c:v>
                </c:pt>
                <c:pt idx="995">
                  <c:v>142.11687748748867</c:v>
                </c:pt>
                <c:pt idx="996">
                  <c:v>143.58558649846037</c:v>
                </c:pt>
                <c:pt idx="997">
                  <c:v>142.4794104898136</c:v>
                </c:pt>
                <c:pt idx="998">
                  <c:v>143.78148942518251</c:v>
                </c:pt>
                <c:pt idx="999">
                  <c:v>143.7364542696142</c:v>
                </c:pt>
                <c:pt idx="1000">
                  <c:v>142.78677542656735</c:v>
                </c:pt>
                <c:pt idx="1001">
                  <c:v>142.66518050653292</c:v>
                </c:pt>
                <c:pt idx="1002">
                  <c:v>142.63534471596887</c:v>
                </c:pt>
                <c:pt idx="1003">
                  <c:v>142.52951210038333</c:v>
                </c:pt>
                <c:pt idx="1004">
                  <c:v>142.40116190701363</c:v>
                </c:pt>
                <c:pt idx="1005">
                  <c:v>143.37504714617847</c:v>
                </c:pt>
                <c:pt idx="1006">
                  <c:v>142.97592307995427</c:v>
                </c:pt>
                <c:pt idx="1007">
                  <c:v>141.93335922854777</c:v>
                </c:pt>
                <c:pt idx="1008">
                  <c:v>143.19434358446063</c:v>
                </c:pt>
                <c:pt idx="1009">
                  <c:v>141.79149848850759</c:v>
                </c:pt>
                <c:pt idx="1010">
                  <c:v>140.06045969635045</c:v>
                </c:pt>
                <c:pt idx="1011">
                  <c:v>140.8254944015672</c:v>
                </c:pt>
                <c:pt idx="1012">
                  <c:v>140.55472052871272</c:v>
                </c:pt>
                <c:pt idx="1013">
                  <c:v>139.16144540331797</c:v>
                </c:pt>
                <c:pt idx="1014">
                  <c:v>139.11134379274819</c:v>
                </c:pt>
                <c:pt idx="1015">
                  <c:v>138.55403374259029</c:v>
                </c:pt>
                <c:pt idx="1016">
                  <c:v>137.18383913442432</c:v>
                </c:pt>
                <c:pt idx="1017">
                  <c:v>137.27953884000698</c:v>
                </c:pt>
                <c:pt idx="1018">
                  <c:v>137.26039889889043</c:v>
                </c:pt>
                <c:pt idx="1019">
                  <c:v>139.12823197608631</c:v>
                </c:pt>
                <c:pt idx="1020">
                  <c:v>138.5112503448004</c:v>
                </c:pt>
                <c:pt idx="1021">
                  <c:v>138.78709067265632</c:v>
                </c:pt>
                <c:pt idx="1022">
                  <c:v>138.12394800691291</c:v>
                </c:pt>
                <c:pt idx="1023">
                  <c:v>137.90665338129574</c:v>
                </c:pt>
                <c:pt idx="1024">
                  <c:v>137.77492555125846</c:v>
                </c:pt>
                <c:pt idx="1025">
                  <c:v>138.4673410681213</c:v>
                </c:pt>
                <c:pt idx="1026">
                  <c:v>136.83988313377128</c:v>
                </c:pt>
                <c:pt idx="1027">
                  <c:v>135.72920360956772</c:v>
                </c:pt>
                <c:pt idx="1028">
                  <c:v>135.32501308834208</c:v>
                </c:pt>
                <c:pt idx="1029">
                  <c:v>135.0137075754761</c:v>
                </c:pt>
                <c:pt idx="1030">
                  <c:v>134.74743721817845</c:v>
                </c:pt>
                <c:pt idx="1031">
                  <c:v>135.06268330715665</c:v>
                </c:pt>
                <c:pt idx="1032">
                  <c:v>134.00773478796884</c:v>
                </c:pt>
                <c:pt idx="1033">
                  <c:v>132.25811899413981</c:v>
                </c:pt>
                <c:pt idx="1034">
                  <c:v>132.45514779975119</c:v>
                </c:pt>
                <c:pt idx="1035">
                  <c:v>132.41574203862888</c:v>
                </c:pt>
                <c:pt idx="1036">
                  <c:v>132.64879896869493</c:v>
                </c:pt>
                <c:pt idx="1037">
                  <c:v>132.94265335877816</c:v>
                </c:pt>
                <c:pt idx="1038">
                  <c:v>132.29245830026062</c:v>
                </c:pt>
                <c:pt idx="1039">
                  <c:v>131.73233355287971</c:v>
                </c:pt>
                <c:pt idx="1040">
                  <c:v>131.54712647560501</c:v>
                </c:pt>
                <c:pt idx="1041">
                  <c:v>130.57211535755098</c:v>
                </c:pt>
                <c:pt idx="1042">
                  <c:v>130.57887063088623</c:v>
                </c:pt>
                <c:pt idx="1043">
                  <c:v>130.98418703100108</c:v>
                </c:pt>
                <c:pt idx="1044">
                  <c:v>132.2142097174607</c:v>
                </c:pt>
                <c:pt idx="1045">
                  <c:v>131.45930792224678</c:v>
                </c:pt>
                <c:pt idx="1046">
                  <c:v>131.31463248498358</c:v>
                </c:pt>
                <c:pt idx="1047">
                  <c:v>130.98193527322263</c:v>
                </c:pt>
                <c:pt idx="1048">
                  <c:v>132.34368578971959</c:v>
                </c:pt>
                <c:pt idx="1049">
                  <c:v>132.63810311924746</c:v>
                </c:pt>
                <c:pt idx="1050">
                  <c:v>132.35100400249945</c:v>
                </c:pt>
                <c:pt idx="1051">
                  <c:v>133.78537370735029</c:v>
                </c:pt>
                <c:pt idx="1052">
                  <c:v>133.67785227343094</c:v>
                </c:pt>
                <c:pt idx="1053">
                  <c:v>134.45808634365198</c:v>
                </c:pt>
                <c:pt idx="1054">
                  <c:v>135.29742905555648</c:v>
                </c:pt>
                <c:pt idx="1055">
                  <c:v>135.87050141016331</c:v>
                </c:pt>
                <c:pt idx="1056">
                  <c:v>137.15287746497108</c:v>
                </c:pt>
                <c:pt idx="1057">
                  <c:v>138.1943154374884</c:v>
                </c:pt>
                <c:pt idx="1058">
                  <c:v>138.4690298864551</c:v>
                </c:pt>
                <c:pt idx="1059">
                  <c:v>138.48310337257018</c:v>
                </c:pt>
                <c:pt idx="1060">
                  <c:v>141.57026328677824</c:v>
                </c:pt>
                <c:pt idx="1061">
                  <c:v>140.4973007053631</c:v>
                </c:pt>
                <c:pt idx="1062">
                  <c:v>139.64951390178956</c:v>
                </c:pt>
                <c:pt idx="1063">
                  <c:v>141.94349213855065</c:v>
                </c:pt>
                <c:pt idx="1064">
                  <c:v>142.14558739916345</c:v>
                </c:pt>
                <c:pt idx="1065">
                  <c:v>140.5687940148278</c:v>
                </c:pt>
                <c:pt idx="1066">
                  <c:v>141.24995074279857</c:v>
                </c:pt>
                <c:pt idx="1067">
                  <c:v>140.22089743806259</c:v>
                </c:pt>
                <c:pt idx="1068">
                  <c:v>140.24622971306974</c:v>
                </c:pt>
                <c:pt idx="1069">
                  <c:v>140.26030319918485</c:v>
                </c:pt>
                <c:pt idx="1070">
                  <c:v>140.95271871604771</c:v>
                </c:pt>
                <c:pt idx="1071">
                  <c:v>142.01780014523837</c:v>
                </c:pt>
                <c:pt idx="1072">
                  <c:v>141.75152978794071</c:v>
                </c:pt>
                <c:pt idx="1073">
                  <c:v>141.7121240268184</c:v>
                </c:pt>
                <c:pt idx="1074">
                  <c:v>142.47603285314597</c:v>
                </c:pt>
                <c:pt idx="1075">
                  <c:v>141.95475092744272</c:v>
                </c:pt>
                <c:pt idx="1076">
                  <c:v>142.57116961928403</c:v>
                </c:pt>
                <c:pt idx="1077">
                  <c:v>143.17464070389946</c:v>
                </c:pt>
                <c:pt idx="1078">
                  <c:v>143.17689246167788</c:v>
                </c:pt>
                <c:pt idx="1079">
                  <c:v>141.37717505727906</c:v>
                </c:pt>
                <c:pt idx="1080">
                  <c:v>140.58511925872133</c:v>
                </c:pt>
                <c:pt idx="1081">
                  <c:v>140.59300041094579</c:v>
                </c:pt>
                <c:pt idx="1082">
                  <c:v>140.2225862563964</c:v>
                </c:pt>
                <c:pt idx="1083">
                  <c:v>139.59265701788456</c:v>
                </c:pt>
                <c:pt idx="1084">
                  <c:v>137.82277540404976</c:v>
                </c:pt>
                <c:pt idx="1085">
                  <c:v>136.50437122478735</c:v>
                </c:pt>
                <c:pt idx="1086">
                  <c:v>137.85486295239221</c:v>
                </c:pt>
                <c:pt idx="1087">
                  <c:v>138.64297817483774</c:v>
                </c:pt>
                <c:pt idx="1088">
                  <c:v>140.06440027246271</c:v>
                </c:pt>
                <c:pt idx="1089">
                  <c:v>140.23384504528846</c:v>
                </c:pt>
                <c:pt idx="1090">
                  <c:v>141.87819116297658</c:v>
                </c:pt>
                <c:pt idx="1091">
                  <c:v>142.1332027313822</c:v>
                </c:pt>
                <c:pt idx="1092">
                  <c:v>141.91365634798666</c:v>
                </c:pt>
                <c:pt idx="1093">
                  <c:v>142.74342908933284</c:v>
                </c:pt>
                <c:pt idx="1094">
                  <c:v>144.25661031642824</c:v>
                </c:pt>
                <c:pt idx="1095">
                  <c:v>145.24513198115278</c:v>
                </c:pt>
                <c:pt idx="1096">
                  <c:v>145.62680492459427</c:v>
                </c:pt>
                <c:pt idx="1097">
                  <c:v>146.50949397373324</c:v>
                </c:pt>
                <c:pt idx="1098">
                  <c:v>146.87821930994883</c:v>
                </c:pt>
                <c:pt idx="1099">
                  <c:v>145.36616396174261</c:v>
                </c:pt>
                <c:pt idx="1100">
                  <c:v>144.79984688047105</c:v>
                </c:pt>
                <c:pt idx="1101">
                  <c:v>144.74355293601064</c:v>
                </c:pt>
                <c:pt idx="1102">
                  <c:v>146.29388816644993</c:v>
                </c:pt>
                <c:pt idx="1103">
                  <c:v>146.10305169472917</c:v>
                </c:pt>
                <c:pt idx="1104">
                  <c:v>148.17241709309329</c:v>
                </c:pt>
                <c:pt idx="1105">
                  <c:v>149.08831956946392</c:v>
                </c:pt>
                <c:pt idx="1106">
                  <c:v>149.34389407731408</c:v>
                </c:pt>
                <c:pt idx="1107">
                  <c:v>149.05341732389846</c:v>
                </c:pt>
                <c:pt idx="1108">
                  <c:v>149.15305760559338</c:v>
                </c:pt>
                <c:pt idx="1109">
                  <c:v>148.2427845236688</c:v>
                </c:pt>
                <c:pt idx="1110">
                  <c:v>148.46176796761969</c:v>
                </c:pt>
                <c:pt idx="1111">
                  <c:v>150.73942096048728</c:v>
                </c:pt>
                <c:pt idx="1112">
                  <c:v>151.17063257505387</c:v>
                </c:pt>
                <c:pt idx="1113">
                  <c:v>153.37566637956755</c:v>
                </c:pt>
                <c:pt idx="1114">
                  <c:v>155.00537607169596</c:v>
                </c:pt>
                <c:pt idx="1115">
                  <c:v>153.27715197676184</c:v>
                </c:pt>
                <c:pt idx="1116">
                  <c:v>153.96900455418009</c:v>
                </c:pt>
                <c:pt idx="1117">
                  <c:v>155.05604062171031</c:v>
                </c:pt>
                <c:pt idx="1118">
                  <c:v>156.17741599536137</c:v>
                </c:pt>
                <c:pt idx="1119">
                  <c:v>155.02226425503406</c:v>
                </c:pt>
                <c:pt idx="1120">
                  <c:v>154.82861308609031</c:v>
                </c:pt>
                <c:pt idx="1121">
                  <c:v>156.44537517099283</c:v>
                </c:pt>
                <c:pt idx="1122">
                  <c:v>156.9103631522357</c:v>
                </c:pt>
                <c:pt idx="1123">
                  <c:v>156.23314700037716</c:v>
                </c:pt>
                <c:pt idx="1124">
                  <c:v>157.0111293128198</c:v>
                </c:pt>
                <c:pt idx="1125">
                  <c:v>158.22764145260894</c:v>
                </c:pt>
                <c:pt idx="1126">
                  <c:v>157.81613271860346</c:v>
                </c:pt>
                <c:pt idx="1127">
                  <c:v>158.6656083405108</c:v>
                </c:pt>
                <c:pt idx="1128">
                  <c:v>160.98998530728048</c:v>
                </c:pt>
                <c:pt idx="1129">
                  <c:v>160.70795264553391</c:v>
                </c:pt>
                <c:pt idx="1130">
                  <c:v>161.36152534071908</c:v>
                </c:pt>
                <c:pt idx="1131">
                  <c:v>161.93797533199353</c:v>
                </c:pt>
                <c:pt idx="1132">
                  <c:v>163.00868615563022</c:v>
                </c:pt>
                <c:pt idx="1133">
                  <c:v>167.98056733037228</c:v>
                </c:pt>
                <c:pt idx="1134">
                  <c:v>168.46019173717482</c:v>
                </c:pt>
                <c:pt idx="1135">
                  <c:v>168.79345188838036</c:v>
                </c:pt>
                <c:pt idx="1136">
                  <c:v>168.89646980674286</c:v>
                </c:pt>
                <c:pt idx="1137">
                  <c:v>168.24458592989151</c:v>
                </c:pt>
                <c:pt idx="1138">
                  <c:v>169.9987052392774</c:v>
                </c:pt>
                <c:pt idx="1139">
                  <c:v>171.59520150417418</c:v>
                </c:pt>
                <c:pt idx="1140">
                  <c:v>174.27760795771198</c:v>
                </c:pt>
                <c:pt idx="1141">
                  <c:v>175.39504275525078</c:v>
                </c:pt>
                <c:pt idx="1142">
                  <c:v>176.72752042062834</c:v>
                </c:pt>
                <c:pt idx="1143">
                  <c:v>175.41981209081339</c:v>
                </c:pt>
                <c:pt idx="1144">
                  <c:v>172.8843328323172</c:v>
                </c:pt>
                <c:pt idx="1145">
                  <c:v>172.32026750882406</c:v>
                </c:pt>
                <c:pt idx="1146">
                  <c:v>173.37183839134423</c:v>
                </c:pt>
                <c:pt idx="1147">
                  <c:v>172.91754625954886</c:v>
                </c:pt>
                <c:pt idx="1148">
                  <c:v>171.93859456538257</c:v>
                </c:pt>
                <c:pt idx="1149">
                  <c:v>172.63495065835767</c:v>
                </c:pt>
                <c:pt idx="1150">
                  <c:v>172.28874289992623</c:v>
                </c:pt>
                <c:pt idx="1151">
                  <c:v>172.06244124319545</c:v>
                </c:pt>
                <c:pt idx="1152">
                  <c:v>171.05646845568822</c:v>
                </c:pt>
                <c:pt idx="1153">
                  <c:v>169.16555486126356</c:v>
                </c:pt>
                <c:pt idx="1154">
                  <c:v>170.70350542392151</c:v>
                </c:pt>
                <c:pt idx="1155">
                  <c:v>170.24527271601391</c:v>
                </c:pt>
                <c:pt idx="1156">
                  <c:v>170.29481138713908</c:v>
                </c:pt>
                <c:pt idx="1157">
                  <c:v>169.96155123593354</c:v>
                </c:pt>
                <c:pt idx="1158">
                  <c:v>169.0146870901097</c:v>
                </c:pt>
                <c:pt idx="1159">
                  <c:v>169.47404567690651</c:v>
                </c:pt>
                <c:pt idx="1160">
                  <c:v>171.33906405687941</c:v>
                </c:pt>
                <c:pt idx="1161">
                  <c:v>172.8820810745388</c:v>
                </c:pt>
                <c:pt idx="1162">
                  <c:v>172.32871160049314</c:v>
                </c:pt>
                <c:pt idx="1163">
                  <c:v>171.70272293809353</c:v>
                </c:pt>
                <c:pt idx="1164">
                  <c:v>172.37149499828303</c:v>
                </c:pt>
                <c:pt idx="1165">
                  <c:v>172.5820343505649</c:v>
                </c:pt>
                <c:pt idx="1166">
                  <c:v>173.93646665428199</c:v>
                </c:pt>
                <c:pt idx="1167">
                  <c:v>174.39075878607736</c:v>
                </c:pt>
                <c:pt idx="1168">
                  <c:v>175.45189963915578</c:v>
                </c:pt>
                <c:pt idx="1169">
                  <c:v>174.55007064890029</c:v>
                </c:pt>
                <c:pt idx="1170">
                  <c:v>174.06312802931788</c:v>
                </c:pt>
                <c:pt idx="1171">
                  <c:v>172.33490393438379</c:v>
                </c:pt>
                <c:pt idx="1172">
                  <c:v>169.65981569362583</c:v>
                </c:pt>
                <c:pt idx="1173">
                  <c:v>169.07773630790535</c:v>
                </c:pt>
                <c:pt idx="1174">
                  <c:v>168.67523460501351</c:v>
                </c:pt>
                <c:pt idx="1175">
                  <c:v>170.68098784613736</c:v>
                </c:pt>
                <c:pt idx="1176">
                  <c:v>169.14247434403481</c:v>
                </c:pt>
                <c:pt idx="1177">
                  <c:v>173.64148638530952</c:v>
                </c:pt>
                <c:pt idx="1178">
                  <c:v>172.04893069652496</c:v>
                </c:pt>
                <c:pt idx="1179">
                  <c:v>169.63786105528627</c:v>
                </c:pt>
                <c:pt idx="1180">
                  <c:v>169.12277146347364</c:v>
                </c:pt>
                <c:pt idx="1181">
                  <c:v>170.32802481437071</c:v>
                </c:pt>
                <c:pt idx="1182">
                  <c:v>170.05105860762558</c:v>
                </c:pt>
                <c:pt idx="1183">
                  <c:v>170.083146155968</c:v>
                </c:pt>
                <c:pt idx="1184">
                  <c:v>170.87013549952431</c:v>
                </c:pt>
                <c:pt idx="1185">
                  <c:v>170.97821987288825</c:v>
                </c:pt>
                <c:pt idx="1186">
                  <c:v>171.52821171026631</c:v>
                </c:pt>
                <c:pt idx="1187">
                  <c:v>170.73671885115317</c:v>
                </c:pt>
                <c:pt idx="1188">
                  <c:v>171.2681336868593</c:v>
                </c:pt>
                <c:pt idx="1189">
                  <c:v>172.61187014112889</c:v>
                </c:pt>
                <c:pt idx="1190">
                  <c:v>171.95998626427752</c:v>
                </c:pt>
                <c:pt idx="1191">
                  <c:v>170.08821261096944</c:v>
                </c:pt>
                <c:pt idx="1192">
                  <c:v>167.88711938256799</c:v>
                </c:pt>
                <c:pt idx="1193">
                  <c:v>166.63176442110122</c:v>
                </c:pt>
                <c:pt idx="1194">
                  <c:v>164.92493202506205</c:v>
                </c:pt>
                <c:pt idx="1195">
                  <c:v>165.93766008590453</c:v>
                </c:pt>
                <c:pt idx="1196">
                  <c:v>166.35536115380069</c:v>
                </c:pt>
                <c:pt idx="1197">
                  <c:v>165.320115515174</c:v>
                </c:pt>
                <c:pt idx="1198">
                  <c:v>165.90106902200529</c:v>
                </c:pt>
                <c:pt idx="1199">
                  <c:v>167.0179408800995</c:v>
                </c:pt>
                <c:pt idx="1200">
                  <c:v>167.55723686803009</c:v>
                </c:pt>
                <c:pt idx="1201">
                  <c:v>169.69584381808048</c:v>
                </c:pt>
                <c:pt idx="1202">
                  <c:v>171.94140926260562</c:v>
                </c:pt>
                <c:pt idx="1203">
                  <c:v>174.48026615776939</c:v>
                </c:pt>
                <c:pt idx="1204">
                  <c:v>174.41946869775217</c:v>
                </c:pt>
                <c:pt idx="1205">
                  <c:v>174.69699784394192</c:v>
                </c:pt>
                <c:pt idx="1206">
                  <c:v>175.21659095131133</c:v>
                </c:pt>
                <c:pt idx="1207">
                  <c:v>174.47914027888018</c:v>
                </c:pt>
                <c:pt idx="1208">
                  <c:v>174.6941831467189</c:v>
                </c:pt>
                <c:pt idx="1209">
                  <c:v>176.21243082881571</c:v>
                </c:pt>
                <c:pt idx="1210">
                  <c:v>177.93952904486062</c:v>
                </c:pt>
                <c:pt idx="1211">
                  <c:v>177.96486131986782</c:v>
                </c:pt>
                <c:pt idx="1212">
                  <c:v>179.79047393871838</c:v>
                </c:pt>
                <c:pt idx="1213">
                  <c:v>180.92648573792914</c:v>
                </c:pt>
                <c:pt idx="1214">
                  <c:v>178.08533036101306</c:v>
                </c:pt>
                <c:pt idx="1215">
                  <c:v>179.62834737867246</c:v>
                </c:pt>
                <c:pt idx="1216">
                  <c:v>179.01812102072179</c:v>
                </c:pt>
                <c:pt idx="1217">
                  <c:v>180.02916026323049</c:v>
                </c:pt>
                <c:pt idx="1218">
                  <c:v>182.8303469395797</c:v>
                </c:pt>
                <c:pt idx="1219">
                  <c:v>183.03469395797092</c:v>
                </c:pt>
                <c:pt idx="1220">
                  <c:v>182.71212965621285</c:v>
                </c:pt>
                <c:pt idx="1221">
                  <c:v>182.72620314232796</c:v>
                </c:pt>
                <c:pt idx="1222">
                  <c:v>182.04954992991404</c:v>
                </c:pt>
                <c:pt idx="1223">
                  <c:v>183.45295796531167</c:v>
                </c:pt>
                <c:pt idx="1224">
                  <c:v>181.97749368100472</c:v>
                </c:pt>
                <c:pt idx="1225">
                  <c:v>180.589847950056</c:v>
                </c:pt>
                <c:pt idx="1226">
                  <c:v>179.72967647870118</c:v>
                </c:pt>
                <c:pt idx="1227">
                  <c:v>181.7438738114941</c:v>
                </c:pt>
                <c:pt idx="1228">
                  <c:v>181.89361570375874</c:v>
                </c:pt>
                <c:pt idx="1229">
                  <c:v>182.16495251605781</c:v>
                </c:pt>
                <c:pt idx="1230">
                  <c:v>183.88022900376603</c:v>
                </c:pt>
                <c:pt idx="1231">
                  <c:v>184.54562342728792</c:v>
                </c:pt>
                <c:pt idx="1232">
                  <c:v>181.5057504264266</c:v>
                </c:pt>
                <c:pt idx="1233">
                  <c:v>182.82190284791062</c:v>
                </c:pt>
                <c:pt idx="1234">
                  <c:v>184.58052567285335</c:v>
                </c:pt>
                <c:pt idx="1235">
                  <c:v>186.47481690394559</c:v>
                </c:pt>
                <c:pt idx="1236">
                  <c:v>187.5258248470212</c:v>
                </c:pt>
                <c:pt idx="1237">
                  <c:v>189.83275069100813</c:v>
                </c:pt>
                <c:pt idx="1238">
                  <c:v>189.50568287369325</c:v>
                </c:pt>
                <c:pt idx="1239">
                  <c:v>189.80910723433479</c:v>
                </c:pt>
                <c:pt idx="1240">
                  <c:v>194.48769695843816</c:v>
                </c:pt>
                <c:pt idx="1241">
                  <c:v>195.67549918655246</c:v>
                </c:pt>
                <c:pt idx="1242">
                  <c:v>196.05154273554791</c:v>
                </c:pt>
                <c:pt idx="1243">
                  <c:v>195.4368128620404</c:v>
                </c:pt>
                <c:pt idx="1244">
                  <c:v>193.60557084874378</c:v>
                </c:pt>
                <c:pt idx="1245">
                  <c:v>195.29832975866782</c:v>
                </c:pt>
                <c:pt idx="1246">
                  <c:v>195.92431842106745</c:v>
                </c:pt>
                <c:pt idx="1247">
                  <c:v>195.68394327822153</c:v>
                </c:pt>
                <c:pt idx="1248">
                  <c:v>195.31127736589374</c:v>
                </c:pt>
                <c:pt idx="1249">
                  <c:v>197.2590478442234</c:v>
                </c:pt>
                <c:pt idx="1250">
                  <c:v>195.00391242914</c:v>
                </c:pt>
                <c:pt idx="1251">
                  <c:v>193.13326465472107</c:v>
                </c:pt>
                <c:pt idx="1252">
                  <c:v>195.12888498584206</c:v>
                </c:pt>
                <c:pt idx="1253">
                  <c:v>195.76782125546751</c:v>
                </c:pt>
                <c:pt idx="1254">
                  <c:v>194.0441006760903</c:v>
                </c:pt>
                <c:pt idx="1255">
                  <c:v>197.25735902588957</c:v>
                </c:pt>
                <c:pt idx="1256">
                  <c:v>199.99774824222158</c:v>
                </c:pt>
                <c:pt idx="1257">
                  <c:v>197.39527918981753</c:v>
                </c:pt>
                <c:pt idx="1258">
                  <c:v>198.42039191844128</c:v>
                </c:pt>
                <c:pt idx="1259">
                  <c:v>196.69273076295184</c:v>
                </c:pt>
                <c:pt idx="1260">
                  <c:v>201.9674733588908</c:v>
                </c:pt>
                <c:pt idx="1261">
                  <c:v>200.84778680357354</c:v>
                </c:pt>
                <c:pt idx="1262">
                  <c:v>202.34407984733079</c:v>
                </c:pt>
                <c:pt idx="1263">
                  <c:v>205.95646226335433</c:v>
                </c:pt>
                <c:pt idx="1264">
                  <c:v>208.1530519761989</c:v>
                </c:pt>
                <c:pt idx="1265">
                  <c:v>209.01772696311056</c:v>
                </c:pt>
                <c:pt idx="1266">
                  <c:v>208.51614791796842</c:v>
                </c:pt>
                <c:pt idx="1267">
                  <c:v>209.60599868272166</c:v>
                </c:pt>
                <c:pt idx="1268">
                  <c:v>210.19652216011119</c:v>
                </c:pt>
                <c:pt idx="1269">
                  <c:v>211.14676394260269</c:v>
                </c:pt>
                <c:pt idx="1270">
                  <c:v>209.23727334650607</c:v>
                </c:pt>
                <c:pt idx="1271">
                  <c:v>209.04981451145298</c:v>
                </c:pt>
                <c:pt idx="1272">
                  <c:v>212.46235342464212</c:v>
                </c:pt>
                <c:pt idx="1273">
                  <c:v>214.34144529073004</c:v>
                </c:pt>
                <c:pt idx="1274">
                  <c:v>213.83817742725415</c:v>
                </c:pt>
                <c:pt idx="1275">
                  <c:v>212.9763171375655</c:v>
                </c:pt>
                <c:pt idx="1276">
                  <c:v>213.57303294884565</c:v>
                </c:pt>
                <c:pt idx="1277">
                  <c:v>214.46191433187533</c:v>
                </c:pt>
                <c:pt idx="1278">
                  <c:v>213.42666869324867</c:v>
                </c:pt>
                <c:pt idx="1279">
                  <c:v>214.63980319637014</c:v>
                </c:pt>
                <c:pt idx="1280">
                  <c:v>213.27017152764873</c:v>
                </c:pt>
                <c:pt idx="1281">
                  <c:v>213.95245413450877</c:v>
                </c:pt>
                <c:pt idx="1282">
                  <c:v>211.91630216337626</c:v>
                </c:pt>
                <c:pt idx="1283">
                  <c:v>212.85359633864184</c:v>
                </c:pt>
                <c:pt idx="1284">
                  <c:v>213.46888915159394</c:v>
                </c:pt>
                <c:pt idx="1285">
                  <c:v>214.12527654400213</c:v>
                </c:pt>
                <c:pt idx="1286">
                  <c:v>215.49321939438974</c:v>
                </c:pt>
                <c:pt idx="1287">
                  <c:v>216.10231987345117</c:v>
                </c:pt>
                <c:pt idx="1288">
                  <c:v>216.1918272451432</c:v>
                </c:pt>
                <c:pt idx="1289">
                  <c:v>213.45200096825585</c:v>
                </c:pt>
                <c:pt idx="1290">
                  <c:v>209.81541215611435</c:v>
                </c:pt>
                <c:pt idx="1291">
                  <c:v>212.75845957250374</c:v>
                </c:pt>
                <c:pt idx="1292">
                  <c:v>210.74707693693387</c:v>
                </c:pt>
                <c:pt idx="1293">
                  <c:v>211.82679479168422</c:v>
                </c:pt>
                <c:pt idx="1294">
                  <c:v>207.22532777149164</c:v>
                </c:pt>
                <c:pt idx="1295">
                  <c:v>206.72712636301713</c:v>
                </c:pt>
                <c:pt idx="1296">
                  <c:v>209.21757046594496</c:v>
                </c:pt>
                <c:pt idx="1297">
                  <c:v>211.84086827779933</c:v>
                </c:pt>
                <c:pt idx="1298">
                  <c:v>211.77162672611308</c:v>
                </c:pt>
                <c:pt idx="1299">
                  <c:v>211.30945344209323</c:v>
                </c:pt>
                <c:pt idx="1300">
                  <c:v>213.87364261226418</c:v>
                </c:pt>
                <c:pt idx="1301">
                  <c:v>216.25769116016193</c:v>
                </c:pt>
                <c:pt idx="1302">
                  <c:v>216.00155371286709</c:v>
                </c:pt>
                <c:pt idx="1303">
                  <c:v>215.64014658943137</c:v>
                </c:pt>
                <c:pt idx="1304">
                  <c:v>215.32658931878697</c:v>
                </c:pt>
                <c:pt idx="1305">
                  <c:v>215.72683926390036</c:v>
                </c:pt>
                <c:pt idx="1306">
                  <c:v>216.38097489853016</c:v>
                </c:pt>
                <c:pt idx="1307">
                  <c:v>215.96946616452465</c:v>
                </c:pt>
                <c:pt idx="1308">
                  <c:v>215.23426724987195</c:v>
                </c:pt>
                <c:pt idx="1309">
                  <c:v>211.53744391715782</c:v>
                </c:pt>
                <c:pt idx="1310">
                  <c:v>209.61219101661234</c:v>
                </c:pt>
                <c:pt idx="1311">
                  <c:v>210.48981361074985</c:v>
                </c:pt>
                <c:pt idx="1312">
                  <c:v>208.5775083174303</c:v>
                </c:pt>
                <c:pt idx="1313">
                  <c:v>207.21350604315489</c:v>
                </c:pt>
                <c:pt idx="1314">
                  <c:v>209.89760131502652</c:v>
                </c:pt>
                <c:pt idx="1315">
                  <c:v>207.8794634061214</c:v>
                </c:pt>
                <c:pt idx="1316">
                  <c:v>209.25810210595643</c:v>
                </c:pt>
                <c:pt idx="1317">
                  <c:v>212.54510552299891</c:v>
                </c:pt>
                <c:pt idx="1318">
                  <c:v>213.85675442892608</c:v>
                </c:pt>
                <c:pt idx="1319">
                  <c:v>215.00796559314114</c:v>
                </c:pt>
                <c:pt idx="1320">
                  <c:v>213.58598055607155</c:v>
                </c:pt>
                <c:pt idx="1321">
                  <c:v>215.31814522711792</c:v>
                </c:pt>
                <c:pt idx="1322">
                  <c:v>215.41891138770205</c:v>
                </c:pt>
                <c:pt idx="1323">
                  <c:v>216.20590073125831</c:v>
                </c:pt>
                <c:pt idx="1324">
                  <c:v>212.18651309678614</c:v>
                </c:pt>
                <c:pt idx="1325">
                  <c:v>212.23774058624508</c:v>
                </c:pt>
                <c:pt idx="1326">
                  <c:v>207.57885374270288</c:v>
                </c:pt>
                <c:pt idx="1327">
                  <c:v>209.51986894769726</c:v>
                </c:pt>
                <c:pt idx="1328">
                  <c:v>213.23020282708188</c:v>
                </c:pt>
                <c:pt idx="1329">
                  <c:v>212.3503284751659</c:v>
                </c:pt>
                <c:pt idx="1330">
                  <c:v>212.63967934969236</c:v>
                </c:pt>
                <c:pt idx="1331">
                  <c:v>213.87364261226418</c:v>
                </c:pt>
                <c:pt idx="1332">
                  <c:v>213.70982723388443</c:v>
                </c:pt>
                <c:pt idx="1333">
                  <c:v>215.1329381498432</c:v>
                </c:pt>
                <c:pt idx="1334">
                  <c:v>216.22729243015328</c:v>
                </c:pt>
                <c:pt idx="1335">
                  <c:v>217.4905285438445</c:v>
                </c:pt>
                <c:pt idx="1336">
                  <c:v>216.35282792629994</c:v>
                </c:pt>
                <c:pt idx="1337">
                  <c:v>215.26241422210211</c:v>
                </c:pt>
                <c:pt idx="1338">
                  <c:v>215.17741036596695</c:v>
                </c:pt>
                <c:pt idx="1339">
                  <c:v>216.34607265296469</c:v>
                </c:pt>
                <c:pt idx="1340">
                  <c:v>217.5350007599682</c:v>
                </c:pt>
                <c:pt idx="1341">
                  <c:v>213.59048407162842</c:v>
                </c:pt>
                <c:pt idx="1342">
                  <c:v>211.62357365218222</c:v>
                </c:pt>
                <c:pt idx="1343">
                  <c:v>212.38748247850978</c:v>
                </c:pt>
                <c:pt idx="1344">
                  <c:v>209.44893857767721</c:v>
                </c:pt>
                <c:pt idx="1345">
                  <c:v>217.08352332539587</c:v>
                </c:pt>
                <c:pt idx="1346">
                  <c:v>216.53015385135018</c:v>
                </c:pt>
                <c:pt idx="1347">
                  <c:v>220.42456892912026</c:v>
                </c:pt>
                <c:pt idx="1348">
                  <c:v>222.63917270419219</c:v>
                </c:pt>
                <c:pt idx="1349">
                  <c:v>221.68217564836547</c:v>
                </c:pt>
                <c:pt idx="1350">
                  <c:v>222.23835981963416</c:v>
                </c:pt>
                <c:pt idx="1351">
                  <c:v>223.35748343550682</c:v>
                </c:pt>
                <c:pt idx="1352">
                  <c:v>224.00092322068917</c:v>
                </c:pt>
                <c:pt idx="1353">
                  <c:v>223.22406678713568</c:v>
                </c:pt>
                <c:pt idx="1354">
                  <c:v>221.17327839044353</c:v>
                </c:pt>
                <c:pt idx="1355">
                  <c:v>220.04796244068024</c:v>
                </c:pt>
                <c:pt idx="1356">
                  <c:v>219.86613300007315</c:v>
                </c:pt>
                <c:pt idx="1357">
                  <c:v>219.7845067806056</c:v>
                </c:pt>
                <c:pt idx="1358">
                  <c:v>219.91004227675228</c:v>
                </c:pt>
                <c:pt idx="1359">
                  <c:v>220.05696947179391</c:v>
                </c:pt>
                <c:pt idx="1360">
                  <c:v>219.71301347114087</c:v>
                </c:pt>
                <c:pt idx="1361">
                  <c:v>222.153355963499</c:v>
                </c:pt>
                <c:pt idx="1362">
                  <c:v>222.45396562691749</c:v>
                </c:pt>
                <c:pt idx="1363">
                  <c:v>222.77090053422955</c:v>
                </c:pt>
                <c:pt idx="1364">
                  <c:v>224.22215842241849</c:v>
                </c:pt>
                <c:pt idx="1365">
                  <c:v>227.34422058219192</c:v>
                </c:pt>
                <c:pt idx="1366">
                  <c:v>230.28557918024751</c:v>
                </c:pt>
                <c:pt idx="1367">
                  <c:v>228.84389126261686</c:v>
                </c:pt>
                <c:pt idx="1368">
                  <c:v>232.44670370808208</c:v>
                </c:pt>
                <c:pt idx="1369">
                  <c:v>233.3490956377822</c:v>
                </c:pt>
                <c:pt idx="1370">
                  <c:v>231.95019111794144</c:v>
                </c:pt>
                <c:pt idx="1371">
                  <c:v>232.0734748563097</c:v>
                </c:pt>
                <c:pt idx="1372">
                  <c:v>234.6843880003828</c:v>
                </c:pt>
                <c:pt idx="1373">
                  <c:v>233.79381779901937</c:v>
                </c:pt>
                <c:pt idx="1374">
                  <c:v>233.82646828680635</c:v>
                </c:pt>
                <c:pt idx="1375">
                  <c:v>229.96526663626793</c:v>
                </c:pt>
                <c:pt idx="1376">
                  <c:v>232.39885385529075</c:v>
                </c:pt>
                <c:pt idx="1377">
                  <c:v>233.68010403120931</c:v>
                </c:pt>
                <c:pt idx="1378">
                  <c:v>235.4043875500312</c:v>
                </c:pt>
                <c:pt idx="1379">
                  <c:v>237.62236896177077</c:v>
                </c:pt>
                <c:pt idx="1380">
                  <c:v>243.22474231446921</c:v>
                </c:pt>
                <c:pt idx="1381">
                  <c:v>244.03368629636509</c:v>
                </c:pt>
                <c:pt idx="1382">
                  <c:v>242.5233197664927</c:v>
                </c:pt>
                <c:pt idx="1383">
                  <c:v>245.18433452113558</c:v>
                </c:pt>
                <c:pt idx="1384">
                  <c:v>245.33295053451099</c:v>
                </c:pt>
                <c:pt idx="1385">
                  <c:v>246.59956428486981</c:v>
                </c:pt>
                <c:pt idx="1386">
                  <c:v>242.99900359718299</c:v>
                </c:pt>
                <c:pt idx="1387">
                  <c:v>242.76819842489542</c:v>
                </c:pt>
                <c:pt idx="1388">
                  <c:v>248.10936787529764</c:v>
                </c:pt>
                <c:pt idx="1389">
                  <c:v>248.97967225665533</c:v>
                </c:pt>
                <c:pt idx="1390">
                  <c:v>250.05263483807045</c:v>
                </c:pt>
                <c:pt idx="1391">
                  <c:v>250.00816262194672</c:v>
                </c:pt>
                <c:pt idx="1392">
                  <c:v>249.8505395774576</c:v>
                </c:pt>
                <c:pt idx="1393">
                  <c:v>247.83634224466473</c:v>
                </c:pt>
                <c:pt idx="1394">
                  <c:v>248.89241664274172</c:v>
                </c:pt>
                <c:pt idx="1395">
                  <c:v>250.37125856371625</c:v>
                </c:pt>
                <c:pt idx="1396">
                  <c:v>251.90695736859584</c:v>
                </c:pt>
                <c:pt idx="1397">
                  <c:v>254.19980972646772</c:v>
                </c:pt>
                <c:pt idx="1398">
                  <c:v>253.84178023969957</c:v>
                </c:pt>
                <c:pt idx="1399">
                  <c:v>253.63630734241914</c:v>
                </c:pt>
                <c:pt idx="1400">
                  <c:v>253.94142052139452</c:v>
                </c:pt>
                <c:pt idx="1401">
                  <c:v>255.90101272806081</c:v>
                </c:pt>
                <c:pt idx="1402">
                  <c:v>258.82942371889055</c:v>
                </c:pt>
                <c:pt idx="1403">
                  <c:v>257.57913521242517</c:v>
                </c:pt>
                <c:pt idx="1404">
                  <c:v>261.40205698073055</c:v>
                </c:pt>
                <c:pt idx="1405">
                  <c:v>258.81084671721862</c:v>
                </c:pt>
                <c:pt idx="1406">
                  <c:v>259.11314519897093</c:v>
                </c:pt>
                <c:pt idx="1407">
                  <c:v>261.02826518951355</c:v>
                </c:pt>
                <c:pt idx="1408">
                  <c:v>260.71639673720296</c:v>
                </c:pt>
                <c:pt idx="1409">
                  <c:v>259.44077595573043</c:v>
                </c:pt>
                <c:pt idx="1410">
                  <c:v>259.05797713339973</c:v>
                </c:pt>
                <c:pt idx="1411">
                  <c:v>261.84396444474464</c:v>
                </c:pt>
                <c:pt idx="1412">
                  <c:v>261.43358158962837</c:v>
                </c:pt>
                <c:pt idx="1413">
                  <c:v>263.78892022585126</c:v>
                </c:pt>
                <c:pt idx="1414">
                  <c:v>264.1047292542741</c:v>
                </c:pt>
                <c:pt idx="1415">
                  <c:v>264.0045260331346</c:v>
                </c:pt>
                <c:pt idx="1416">
                  <c:v>263.27157887626026</c:v>
                </c:pt>
                <c:pt idx="1417">
                  <c:v>259.23586599789462</c:v>
                </c:pt>
                <c:pt idx="1418">
                  <c:v>258.1657181137025</c:v>
                </c:pt>
                <c:pt idx="1419">
                  <c:v>259.01125315949758</c:v>
                </c:pt>
                <c:pt idx="1420">
                  <c:v>260.46363692657576</c:v>
                </c:pt>
                <c:pt idx="1421">
                  <c:v>261.07330034508192</c:v>
                </c:pt>
                <c:pt idx="1422">
                  <c:v>261.75558295194185</c:v>
                </c:pt>
                <c:pt idx="1423">
                  <c:v>261.77697465083679</c:v>
                </c:pt>
                <c:pt idx="1424">
                  <c:v>264.79658183169232</c:v>
                </c:pt>
                <c:pt idx="1425">
                  <c:v>262.11811595426678</c:v>
                </c:pt>
                <c:pt idx="1426">
                  <c:v>262.29093836376018</c:v>
                </c:pt>
                <c:pt idx="1427">
                  <c:v>260.9646530322733</c:v>
                </c:pt>
                <c:pt idx="1428">
                  <c:v>260.01835182589406</c:v>
                </c:pt>
                <c:pt idx="1429">
                  <c:v>258.70219940441007</c:v>
                </c:pt>
                <c:pt idx="1430">
                  <c:v>262.4192885571299</c:v>
                </c:pt>
                <c:pt idx="1431">
                  <c:v>267.77678325142563</c:v>
                </c:pt>
                <c:pt idx="1432">
                  <c:v>262.38776394823208</c:v>
                </c:pt>
                <c:pt idx="1433">
                  <c:v>265.50757435022712</c:v>
                </c:pt>
                <c:pt idx="1434">
                  <c:v>266.60812096442783</c:v>
                </c:pt>
                <c:pt idx="1435">
                  <c:v>265.20865350514242</c:v>
                </c:pt>
                <c:pt idx="1436">
                  <c:v>264.21393950652725</c:v>
                </c:pt>
                <c:pt idx="1437">
                  <c:v>261.81187689640223</c:v>
                </c:pt>
                <c:pt idx="1438">
                  <c:v>262.96252512117269</c:v>
                </c:pt>
                <c:pt idx="1439">
                  <c:v>260.33359791487231</c:v>
                </c:pt>
                <c:pt idx="1440">
                  <c:v>257.01788458615505</c:v>
                </c:pt>
                <c:pt idx="1441">
                  <c:v>253.0030004672397</c:v>
                </c:pt>
                <c:pt idx="1442">
                  <c:v>254.11987232533394</c:v>
                </c:pt>
                <c:pt idx="1443">
                  <c:v>254.16209278367921</c:v>
                </c:pt>
                <c:pt idx="1444">
                  <c:v>257.3449524034699</c:v>
                </c:pt>
                <c:pt idx="1445">
                  <c:v>254.4643912654316</c:v>
                </c:pt>
                <c:pt idx="1446">
                  <c:v>251.9148385208203</c:v>
                </c:pt>
                <c:pt idx="1447">
                  <c:v>255.97475779530393</c:v>
                </c:pt>
                <c:pt idx="1448">
                  <c:v>256.78088707997682</c:v>
                </c:pt>
                <c:pt idx="1449">
                  <c:v>254.87984057554925</c:v>
                </c:pt>
                <c:pt idx="1450">
                  <c:v>255.13822978062248</c:v>
                </c:pt>
                <c:pt idx="1451">
                  <c:v>258.05538198256011</c:v>
                </c:pt>
                <c:pt idx="1452">
                  <c:v>253.62617443241629</c:v>
                </c:pt>
                <c:pt idx="1453">
                  <c:v>253.79843390246509</c:v>
                </c:pt>
                <c:pt idx="1454">
                  <c:v>251.56919370183348</c:v>
                </c:pt>
                <c:pt idx="1455">
                  <c:v>249.40018802177448</c:v>
                </c:pt>
                <c:pt idx="1456">
                  <c:v>245.54630458401587</c:v>
                </c:pt>
                <c:pt idx="1457">
                  <c:v>244.90117598049977</c:v>
                </c:pt>
                <c:pt idx="1458">
                  <c:v>242.56103670928121</c:v>
                </c:pt>
                <c:pt idx="1459">
                  <c:v>245.09088657333126</c:v>
                </c:pt>
                <c:pt idx="1460">
                  <c:v>244.76719639268399</c:v>
                </c:pt>
                <c:pt idx="1461">
                  <c:v>247.26608458728089</c:v>
                </c:pt>
                <c:pt idx="1462">
                  <c:v>249.6867241990779</c:v>
                </c:pt>
                <c:pt idx="1463">
                  <c:v>247.26270695061331</c:v>
                </c:pt>
                <c:pt idx="1464">
                  <c:v>245.76359920963299</c:v>
                </c:pt>
                <c:pt idx="1465">
                  <c:v>244.63772032042507</c:v>
                </c:pt>
                <c:pt idx="1466">
                  <c:v>250.39771671761267</c:v>
                </c:pt>
                <c:pt idx="1467">
                  <c:v>252.76206238494922</c:v>
                </c:pt>
                <c:pt idx="1468">
                  <c:v>252.7113978349349</c:v>
                </c:pt>
                <c:pt idx="1469">
                  <c:v>252.4546974481955</c:v>
                </c:pt>
                <c:pt idx="1470">
                  <c:v>252.91067839832468</c:v>
                </c:pt>
                <c:pt idx="1471">
                  <c:v>252.58811409656664</c:v>
                </c:pt>
                <c:pt idx="1472">
                  <c:v>251.17344727227692</c:v>
                </c:pt>
                <c:pt idx="1473">
                  <c:v>250.9747296483317</c:v>
                </c:pt>
                <c:pt idx="1474">
                  <c:v>251.10026514447839</c:v>
                </c:pt>
                <c:pt idx="1475">
                  <c:v>250.274995918689</c:v>
                </c:pt>
                <c:pt idx="1476">
                  <c:v>249.46492605790391</c:v>
                </c:pt>
                <c:pt idx="1477">
                  <c:v>250.57053912710609</c:v>
                </c:pt>
                <c:pt idx="1478">
                  <c:v>248.53269833763977</c:v>
                </c:pt>
                <c:pt idx="1479">
                  <c:v>251.23480767173874</c:v>
                </c:pt>
                <c:pt idx="1480">
                  <c:v>255.5508643935172</c:v>
                </c:pt>
                <c:pt idx="1481">
                  <c:v>253.3435788312251</c:v>
                </c:pt>
                <c:pt idx="1482">
                  <c:v>254.13394581144902</c:v>
                </c:pt>
                <c:pt idx="1483">
                  <c:v>253.98589273751821</c:v>
                </c:pt>
                <c:pt idx="1484">
                  <c:v>255.71580565078614</c:v>
                </c:pt>
                <c:pt idx="1485">
                  <c:v>259.04615540506308</c:v>
                </c:pt>
                <c:pt idx="1486">
                  <c:v>261.66720145913899</c:v>
                </c:pt>
                <c:pt idx="1487">
                  <c:v>263.59358023857374</c:v>
                </c:pt>
                <c:pt idx="1488">
                  <c:v>264.12837271094747</c:v>
                </c:pt>
                <c:pt idx="1489">
                  <c:v>265.18275829069069</c:v>
                </c:pt>
                <c:pt idx="1490">
                  <c:v>261.91883539087695</c:v>
                </c:pt>
                <c:pt idx="1491">
                  <c:v>259.77459904638056</c:v>
                </c:pt>
                <c:pt idx="1492">
                  <c:v>261.52534071909884</c:v>
                </c:pt>
                <c:pt idx="1493">
                  <c:v>259.07711707451625</c:v>
                </c:pt>
                <c:pt idx="1494">
                  <c:v>257.46711026294895</c:v>
                </c:pt>
                <c:pt idx="1495">
                  <c:v>251.98126537528353</c:v>
                </c:pt>
                <c:pt idx="1496">
                  <c:v>246.60519367931587</c:v>
                </c:pt>
                <c:pt idx="1497">
                  <c:v>249.9890226808302</c:v>
                </c:pt>
                <c:pt idx="1498">
                  <c:v>247.38599068898156</c:v>
                </c:pt>
                <c:pt idx="1499">
                  <c:v>246.67724992822522</c:v>
                </c:pt>
                <c:pt idx="1500">
                  <c:v>248.38802290037657</c:v>
                </c:pt>
                <c:pt idx="1501">
                  <c:v>249.74695871965054</c:v>
                </c:pt>
                <c:pt idx="1502">
                  <c:v>246.37495144647289</c:v>
                </c:pt>
                <c:pt idx="1503">
                  <c:v>248.08685029751351</c:v>
                </c:pt>
                <c:pt idx="1504">
                  <c:v>251.55849785238598</c:v>
                </c:pt>
                <c:pt idx="1505">
                  <c:v>246.25673416310607</c:v>
                </c:pt>
                <c:pt idx="1506">
                  <c:v>239.72551072681108</c:v>
                </c:pt>
                <c:pt idx="1507">
                  <c:v>234.14452907300759</c:v>
                </c:pt>
                <c:pt idx="1508">
                  <c:v>238.27988223306821</c:v>
                </c:pt>
                <c:pt idx="1509">
                  <c:v>241.15931749221735</c:v>
                </c:pt>
                <c:pt idx="1510">
                  <c:v>241.37267154172224</c:v>
                </c:pt>
                <c:pt idx="1511">
                  <c:v>240.20400925472444</c:v>
                </c:pt>
                <c:pt idx="1512">
                  <c:v>240.50574479703215</c:v>
                </c:pt>
                <c:pt idx="1513">
                  <c:v>244.69795484099771</c:v>
                </c:pt>
                <c:pt idx="1514">
                  <c:v>246.21282488642694</c:v>
                </c:pt>
                <c:pt idx="1515">
                  <c:v>247.79524766520865</c:v>
                </c:pt>
                <c:pt idx="1516">
                  <c:v>248.56028237042537</c:v>
                </c:pt>
                <c:pt idx="1517">
                  <c:v>243.92897955966876</c:v>
                </c:pt>
                <c:pt idx="1518">
                  <c:v>239.24363456223011</c:v>
                </c:pt>
                <c:pt idx="1519">
                  <c:v>238.03387769577623</c:v>
                </c:pt>
                <c:pt idx="1520">
                  <c:v>241.24319546946333</c:v>
                </c:pt>
                <c:pt idx="1521">
                  <c:v>234.31284796694416</c:v>
                </c:pt>
                <c:pt idx="1522">
                  <c:v>237.29023468945445</c:v>
                </c:pt>
                <c:pt idx="1523">
                  <c:v>236.08779603578043</c:v>
                </c:pt>
                <c:pt idx="1524">
                  <c:v>234.40798473308226</c:v>
                </c:pt>
                <c:pt idx="1525">
                  <c:v>234.02237121352854</c:v>
                </c:pt>
                <c:pt idx="1526">
                  <c:v>229.5177297778078</c:v>
                </c:pt>
                <c:pt idx="1527">
                  <c:v>229.56332787282071</c:v>
                </c:pt>
                <c:pt idx="1528">
                  <c:v>227.98090509403903</c:v>
                </c:pt>
                <c:pt idx="1529">
                  <c:v>227.44160910610844</c:v>
                </c:pt>
                <c:pt idx="1530">
                  <c:v>223.07601371320484</c:v>
                </c:pt>
                <c:pt idx="1531">
                  <c:v>223.82247141674969</c:v>
                </c:pt>
                <c:pt idx="1532">
                  <c:v>223.15651405378324</c:v>
                </c:pt>
                <c:pt idx="1533">
                  <c:v>226.60339227309314</c:v>
                </c:pt>
                <c:pt idx="1534">
                  <c:v>229.94218611903915</c:v>
                </c:pt>
                <c:pt idx="1535">
                  <c:v>229.43497767945101</c:v>
                </c:pt>
                <c:pt idx="1536">
                  <c:v>228.06422013184039</c:v>
                </c:pt>
                <c:pt idx="1537">
                  <c:v>228.91482163263692</c:v>
                </c:pt>
                <c:pt idx="1538">
                  <c:v>229.94950433181901</c:v>
                </c:pt>
                <c:pt idx="1539">
                  <c:v>229.53124032447823</c:v>
                </c:pt>
                <c:pt idx="1540">
                  <c:v>233.10140228215647</c:v>
                </c:pt>
                <c:pt idx="1541">
                  <c:v>236.89955471489927</c:v>
                </c:pt>
                <c:pt idx="1542">
                  <c:v>238.07440933578775</c:v>
                </c:pt>
                <c:pt idx="1543">
                  <c:v>240.26931023029849</c:v>
                </c:pt>
                <c:pt idx="1544">
                  <c:v>243.48144270120864</c:v>
                </c:pt>
                <c:pt idx="1545">
                  <c:v>245.11678178778305</c:v>
                </c:pt>
                <c:pt idx="1546">
                  <c:v>242.54245970760923</c:v>
                </c:pt>
                <c:pt idx="1547">
                  <c:v>240.49448600814009</c:v>
                </c:pt>
                <c:pt idx="1548">
                  <c:v>239.53242249731198</c:v>
                </c:pt>
                <c:pt idx="1549">
                  <c:v>237.98208726687272</c:v>
                </c:pt>
              </c:numCache>
            </c:numRef>
          </c:val>
          <c:smooth val="0"/>
          <c:extLst>
            <c:ext xmlns:c16="http://schemas.microsoft.com/office/drawing/2014/chart" uri="{C3380CC4-5D6E-409C-BE32-E72D297353CC}">
              <c16:uniqueId val="{00000002-C9F5-7A4A-B402-9C2ABB2F5BCB}"/>
            </c:ext>
          </c:extLst>
        </c:ser>
        <c:ser>
          <c:idx val="3"/>
          <c:order val="3"/>
          <c:tx>
            <c:strRef>
              <c:f>'Sectoral Data'!$BT$4</c:f>
              <c:strCache>
                <c:ptCount val="1"/>
                <c:pt idx="0">
                  <c:v>NIFTY FMCG</c:v>
                </c:pt>
              </c:strCache>
            </c:strRef>
          </c:tx>
          <c:spPr>
            <a:ln w="12700" cap="rnd">
              <a:solidFill>
                <a:srgbClr val="002060"/>
              </a:solidFill>
              <a:round/>
            </a:ln>
            <a:effectLst>
              <a:outerShdw blurRad="50800" dist="38100" dir="2700000" algn="tl" rotWithShape="0">
                <a:prstClr val="black">
                  <a:alpha val="40000"/>
                </a:prstClr>
              </a:outerShdw>
            </a:effectLst>
          </c:spPr>
          <c:marker>
            <c:symbol val="none"/>
          </c:marker>
          <c:cat>
            <c:numRef>
              <c:f>'Sectoral Data'!$BP$5:$BP$1554</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'Sectoral Data'!$BT$5:$BT$1554</c:f>
              <c:numCache>
                <c:formatCode>_(* #,##0_);_(* \(#,##0\);_(* "-"??_);_(@_)</c:formatCode>
                <c:ptCount val="1550"/>
                <c:pt idx="0">
                  <c:v>100</c:v>
                </c:pt>
                <c:pt idx="1">
                  <c:v>99.331380382881363</c:v>
                </c:pt>
                <c:pt idx="2">
                  <c:v>99.311642534405536</c:v>
                </c:pt>
                <c:pt idx="3">
                  <c:v>99.314932175818171</c:v>
                </c:pt>
                <c:pt idx="4">
                  <c:v>99.618895042345898</c:v>
                </c:pt>
                <c:pt idx="5">
                  <c:v>99.584024843371949</c:v>
                </c:pt>
                <c:pt idx="6">
                  <c:v>100.5885168487209</c:v>
                </c:pt>
                <c:pt idx="7">
                  <c:v>100.56976589266888</c:v>
                </c:pt>
                <c:pt idx="8">
                  <c:v>101.18624469339719</c:v>
                </c:pt>
                <c:pt idx="9">
                  <c:v>101.04594148714821</c:v>
                </c:pt>
                <c:pt idx="10">
                  <c:v>102.01523432938193</c:v>
                </c:pt>
                <c:pt idx="11">
                  <c:v>101.2678278004306</c:v>
                </c:pt>
                <c:pt idx="12">
                  <c:v>101.11453051060168</c:v>
                </c:pt>
                <c:pt idx="13">
                  <c:v>100.4668001164533</c:v>
                </c:pt>
                <c:pt idx="14">
                  <c:v>100.28471846426382</c:v>
                </c:pt>
                <c:pt idx="15">
                  <c:v>100.35906436018942</c:v>
                </c:pt>
                <c:pt idx="16">
                  <c:v>98.660951462985778</c:v>
                </c:pt>
                <c:pt idx="17">
                  <c:v>98.810136701048904</c:v>
                </c:pt>
                <c:pt idx="18">
                  <c:v>98.48544909362154</c:v>
                </c:pt>
                <c:pt idx="19">
                  <c:v>97.26005766741396</c:v>
                </c:pt>
                <c:pt idx="20">
                  <c:v>97.896109834547488</c:v>
                </c:pt>
                <c:pt idx="21">
                  <c:v>96.925501135748689</c:v>
                </c:pt>
                <c:pt idx="22">
                  <c:v>98.033123399383854</c:v>
                </c:pt>
                <c:pt idx="23">
                  <c:v>99.346841697520759</c:v>
                </c:pt>
                <c:pt idx="24">
                  <c:v>98.718520187706943</c:v>
                </c:pt>
                <c:pt idx="25">
                  <c:v>97.899234993889479</c:v>
                </c:pt>
                <c:pt idx="26">
                  <c:v>98.784641980100957</c:v>
                </c:pt>
                <c:pt idx="27">
                  <c:v>99.565273887319904</c:v>
                </c:pt>
                <c:pt idx="28">
                  <c:v>97.929499694885763</c:v>
                </c:pt>
                <c:pt idx="29">
                  <c:v>97.796104735603294</c:v>
                </c:pt>
                <c:pt idx="30">
                  <c:v>97.123373066718869</c:v>
                </c:pt>
                <c:pt idx="31">
                  <c:v>96.842108725938331</c:v>
                </c:pt>
                <c:pt idx="32">
                  <c:v>96.884709582231991</c:v>
                </c:pt>
                <c:pt idx="33">
                  <c:v>96.41642912714299</c:v>
                </c:pt>
                <c:pt idx="34">
                  <c:v>95.284956963266225</c:v>
                </c:pt>
                <c:pt idx="35">
                  <c:v>95.431510488199237</c:v>
                </c:pt>
                <c:pt idx="36">
                  <c:v>95.575267817931504</c:v>
                </c:pt>
                <c:pt idx="37">
                  <c:v>95.946832815488932</c:v>
                </c:pt>
                <c:pt idx="38">
                  <c:v>96.193062475224892</c:v>
                </c:pt>
                <c:pt idx="39">
                  <c:v>96.475478190499842</c:v>
                </c:pt>
                <c:pt idx="40">
                  <c:v>96.234018510812234</c:v>
                </c:pt>
                <c:pt idx="41">
                  <c:v>95.965254807399731</c:v>
                </c:pt>
                <c:pt idx="42">
                  <c:v>96.26428321180849</c:v>
                </c:pt>
                <c:pt idx="43">
                  <c:v>96.928955259231969</c:v>
                </c:pt>
                <c:pt idx="44">
                  <c:v>97.535236171581118</c:v>
                </c:pt>
                <c:pt idx="45">
                  <c:v>97.736233261893275</c:v>
                </c:pt>
                <c:pt idx="46">
                  <c:v>98.37360128559186</c:v>
                </c:pt>
                <c:pt idx="47">
                  <c:v>98.510779332498856</c:v>
                </c:pt>
                <c:pt idx="48">
                  <c:v>99.532706437334809</c:v>
                </c:pt>
                <c:pt idx="49">
                  <c:v>100.27090197033073</c:v>
                </c:pt>
                <c:pt idx="50">
                  <c:v>100.17484444108169</c:v>
                </c:pt>
                <c:pt idx="51">
                  <c:v>100.2264918112601</c:v>
                </c:pt>
                <c:pt idx="52">
                  <c:v>98.535945089305542</c:v>
                </c:pt>
                <c:pt idx="53">
                  <c:v>99.25604759453195</c:v>
                </c:pt>
                <c:pt idx="54">
                  <c:v>100.11415055701853</c:v>
                </c:pt>
                <c:pt idx="55">
                  <c:v>99.667417253182307</c:v>
                </c:pt>
                <c:pt idx="56">
                  <c:v>99.343387574037493</c:v>
                </c:pt>
                <c:pt idx="57">
                  <c:v>98.430841046171764</c:v>
                </c:pt>
                <c:pt idx="58">
                  <c:v>98.550419511521142</c:v>
                </c:pt>
                <c:pt idx="59">
                  <c:v>98.331822839651366</c:v>
                </c:pt>
                <c:pt idx="60">
                  <c:v>99.489447652758614</c:v>
                </c:pt>
                <c:pt idx="61">
                  <c:v>99.746533129156262</c:v>
                </c:pt>
                <c:pt idx="62">
                  <c:v>99.324636617985462</c:v>
                </c:pt>
                <c:pt idx="63">
                  <c:v>98.929879648468926</c:v>
                </c:pt>
                <c:pt idx="64">
                  <c:v>98.587263495342697</c:v>
                </c:pt>
                <c:pt idx="65">
                  <c:v>98.684965845298038</c:v>
                </c:pt>
                <c:pt idx="66">
                  <c:v>98.258792800290806</c:v>
                </c:pt>
                <c:pt idx="67">
                  <c:v>98.045953000893135</c:v>
                </c:pt>
                <c:pt idx="68">
                  <c:v>98.75256797632774</c:v>
                </c:pt>
                <c:pt idx="69">
                  <c:v>98.672629690000647</c:v>
                </c:pt>
                <c:pt idx="70">
                  <c:v>99.186471678654669</c:v>
                </c:pt>
                <c:pt idx="71">
                  <c:v>100.44492400105926</c:v>
                </c:pt>
                <c:pt idx="72">
                  <c:v>100.48999208841241</c:v>
                </c:pt>
                <c:pt idx="73">
                  <c:v>101.13213009215929</c:v>
                </c:pt>
                <c:pt idx="74">
                  <c:v>100.52798744672837</c:v>
                </c:pt>
                <c:pt idx="75">
                  <c:v>100.06464145375833</c:v>
                </c:pt>
                <c:pt idx="76">
                  <c:v>100.3177793604608</c:v>
                </c:pt>
                <c:pt idx="77">
                  <c:v>100.76582852086209</c:v>
                </c:pt>
                <c:pt idx="78">
                  <c:v>99.910686235646878</c:v>
                </c:pt>
                <c:pt idx="79">
                  <c:v>100.13915183175457</c:v>
                </c:pt>
                <c:pt idx="80">
                  <c:v>99.797522571052141</c:v>
                </c:pt>
                <c:pt idx="81">
                  <c:v>98.989422158037669</c:v>
                </c:pt>
                <c:pt idx="82">
                  <c:v>97.868641328751963</c:v>
                </c:pt>
                <c:pt idx="83">
                  <c:v>97.293940973964126</c:v>
                </c:pt>
                <c:pt idx="84">
                  <c:v>97.232095715406544</c:v>
                </c:pt>
                <c:pt idx="85">
                  <c:v>96.701312073477425</c:v>
                </c:pt>
                <c:pt idx="86">
                  <c:v>96.961522709217078</c:v>
                </c:pt>
                <c:pt idx="87">
                  <c:v>96.580746715704251</c:v>
                </c:pt>
                <c:pt idx="88">
                  <c:v>95.60026909266756</c:v>
                </c:pt>
                <c:pt idx="89">
                  <c:v>96.172995662607789</c:v>
                </c:pt>
                <c:pt idx="90">
                  <c:v>96.008513591975898</c:v>
                </c:pt>
                <c:pt idx="91">
                  <c:v>96.151941957566905</c:v>
                </c:pt>
                <c:pt idx="92">
                  <c:v>98.564729451666125</c:v>
                </c:pt>
                <c:pt idx="93">
                  <c:v>100.49081449876556</c:v>
                </c:pt>
                <c:pt idx="94">
                  <c:v>100.45874049499236</c:v>
                </c:pt>
                <c:pt idx="95">
                  <c:v>99.503922074974213</c:v>
                </c:pt>
                <c:pt idx="96">
                  <c:v>97.780643420963898</c:v>
                </c:pt>
                <c:pt idx="97">
                  <c:v>98.575420786257197</c:v>
                </c:pt>
                <c:pt idx="98">
                  <c:v>99.035970584026487</c:v>
                </c:pt>
                <c:pt idx="99">
                  <c:v>98.916063154535834</c:v>
                </c:pt>
                <c:pt idx="100">
                  <c:v>98.735955287193917</c:v>
                </c:pt>
                <c:pt idx="101">
                  <c:v>98.697137518524798</c:v>
                </c:pt>
                <c:pt idx="102">
                  <c:v>98.19711202380384</c:v>
                </c:pt>
                <c:pt idx="103">
                  <c:v>99.606229922907247</c:v>
                </c:pt>
                <c:pt idx="104">
                  <c:v>99.340426896766118</c:v>
                </c:pt>
                <c:pt idx="105">
                  <c:v>98.878067796219867</c:v>
                </c:pt>
                <c:pt idx="106">
                  <c:v>98.595323116803655</c:v>
                </c:pt>
                <c:pt idx="107">
                  <c:v>99.876473964955451</c:v>
                </c:pt>
                <c:pt idx="108">
                  <c:v>99.713307750888617</c:v>
                </c:pt>
                <c:pt idx="109">
                  <c:v>99.936838884877361</c:v>
                </c:pt>
                <c:pt idx="110">
                  <c:v>99.855584741985197</c:v>
                </c:pt>
                <c:pt idx="111">
                  <c:v>98.577723535246037</c:v>
                </c:pt>
                <c:pt idx="112">
                  <c:v>97.715179556852405</c:v>
                </c:pt>
                <c:pt idx="113">
                  <c:v>97.310060216886058</c:v>
                </c:pt>
                <c:pt idx="114">
                  <c:v>97.325357049454837</c:v>
                </c:pt>
                <c:pt idx="115">
                  <c:v>97.542637864759556</c:v>
                </c:pt>
                <c:pt idx="116">
                  <c:v>96.793915479243182</c:v>
                </c:pt>
                <c:pt idx="117">
                  <c:v>96.926652510243116</c:v>
                </c:pt>
                <c:pt idx="118">
                  <c:v>97.2174568111203</c:v>
                </c:pt>
                <c:pt idx="119">
                  <c:v>97.123702030860116</c:v>
                </c:pt>
                <c:pt idx="120">
                  <c:v>97.000998406168719</c:v>
                </c:pt>
                <c:pt idx="121">
                  <c:v>97.195909659867525</c:v>
                </c:pt>
                <c:pt idx="122">
                  <c:v>97.374701670644399</c:v>
                </c:pt>
                <c:pt idx="123">
                  <c:v>97.738371528811513</c:v>
                </c:pt>
                <c:pt idx="124">
                  <c:v>98.072928060476769</c:v>
                </c:pt>
                <c:pt idx="125">
                  <c:v>98.325572520967356</c:v>
                </c:pt>
                <c:pt idx="126">
                  <c:v>98.601244471346391</c:v>
                </c:pt>
                <c:pt idx="127">
                  <c:v>97.355786232521723</c:v>
                </c:pt>
                <c:pt idx="128">
                  <c:v>96.456562752377167</c:v>
                </c:pt>
                <c:pt idx="129">
                  <c:v>95.906370226113495</c:v>
                </c:pt>
                <c:pt idx="130">
                  <c:v>96.365604167317741</c:v>
                </c:pt>
                <c:pt idx="131">
                  <c:v>96.228590602481376</c:v>
                </c:pt>
                <c:pt idx="132">
                  <c:v>95.662443315366403</c:v>
                </c:pt>
                <c:pt idx="133">
                  <c:v>96.605583508369662</c:v>
                </c:pt>
                <c:pt idx="134">
                  <c:v>97.420263204209419</c:v>
                </c:pt>
                <c:pt idx="135">
                  <c:v>97.221733344956746</c:v>
                </c:pt>
                <c:pt idx="136">
                  <c:v>95.490230587414814</c:v>
                </c:pt>
                <c:pt idx="137">
                  <c:v>94.461888681824234</c:v>
                </c:pt>
                <c:pt idx="138">
                  <c:v>95.36966522964164</c:v>
                </c:pt>
                <c:pt idx="139">
                  <c:v>95.374928655901854</c:v>
                </c:pt>
                <c:pt idx="140">
                  <c:v>95.345486365258751</c:v>
                </c:pt>
                <c:pt idx="141">
                  <c:v>95.867716939515006</c:v>
                </c:pt>
                <c:pt idx="142">
                  <c:v>95.317195449110073</c:v>
                </c:pt>
                <c:pt idx="143">
                  <c:v>94.954183519225481</c:v>
                </c:pt>
                <c:pt idx="144">
                  <c:v>95.616552817660121</c:v>
                </c:pt>
                <c:pt idx="145">
                  <c:v>95.154029235043225</c:v>
                </c:pt>
                <c:pt idx="146">
                  <c:v>95.171793298671474</c:v>
                </c:pt>
                <c:pt idx="147">
                  <c:v>94.667820234255359</c:v>
                </c:pt>
                <c:pt idx="148">
                  <c:v>94.897437204857482</c:v>
                </c:pt>
                <c:pt idx="149">
                  <c:v>94.789536966522959</c:v>
                </c:pt>
                <c:pt idx="150">
                  <c:v>95.833175704682304</c:v>
                </c:pt>
                <c:pt idx="151">
                  <c:v>96.393730601395802</c:v>
                </c:pt>
                <c:pt idx="152">
                  <c:v>94.506463322965473</c:v>
                </c:pt>
                <c:pt idx="153">
                  <c:v>94.871942483909535</c:v>
                </c:pt>
                <c:pt idx="154">
                  <c:v>95.037575929035853</c:v>
                </c:pt>
                <c:pt idx="155">
                  <c:v>94.865034236943004</c:v>
                </c:pt>
                <c:pt idx="156">
                  <c:v>94.31352585411426</c:v>
                </c:pt>
                <c:pt idx="157">
                  <c:v>93.422855441642568</c:v>
                </c:pt>
                <c:pt idx="158">
                  <c:v>93.413150999475306</c:v>
                </c:pt>
                <c:pt idx="159">
                  <c:v>92.955726361048008</c:v>
                </c:pt>
                <c:pt idx="160">
                  <c:v>94.438367745723866</c:v>
                </c:pt>
                <c:pt idx="161">
                  <c:v>95.16027955372725</c:v>
                </c:pt>
                <c:pt idx="162">
                  <c:v>94.791017305158647</c:v>
                </c:pt>
                <c:pt idx="163">
                  <c:v>94.583111967879944</c:v>
                </c:pt>
                <c:pt idx="164">
                  <c:v>96.24619018403898</c:v>
                </c:pt>
                <c:pt idx="165">
                  <c:v>94.63278555321078</c:v>
                </c:pt>
                <c:pt idx="166">
                  <c:v>94.497087844939472</c:v>
                </c:pt>
                <c:pt idx="167">
                  <c:v>94.445604956831673</c:v>
                </c:pt>
                <c:pt idx="168">
                  <c:v>94.247404061720246</c:v>
                </c:pt>
                <c:pt idx="169">
                  <c:v>94.891844814456007</c:v>
                </c:pt>
                <c:pt idx="170">
                  <c:v>94.607948760545341</c:v>
                </c:pt>
                <c:pt idx="171">
                  <c:v>94.002161294408097</c:v>
                </c:pt>
                <c:pt idx="172">
                  <c:v>94.057591752211039</c:v>
                </c:pt>
                <c:pt idx="173">
                  <c:v>94.582947485809314</c:v>
                </c:pt>
                <c:pt idx="174">
                  <c:v>94.33145439981314</c:v>
                </c:pt>
                <c:pt idx="175">
                  <c:v>94.584263342374371</c:v>
                </c:pt>
                <c:pt idx="176">
                  <c:v>94.00347715097314</c:v>
                </c:pt>
                <c:pt idx="177">
                  <c:v>98.147602920543648</c:v>
                </c:pt>
                <c:pt idx="178">
                  <c:v>102.37396972543007</c:v>
                </c:pt>
                <c:pt idx="179">
                  <c:v>103.00656776908032</c:v>
                </c:pt>
                <c:pt idx="180">
                  <c:v>101.73528584516644</c:v>
                </c:pt>
                <c:pt idx="181">
                  <c:v>102.07000685890235</c:v>
                </c:pt>
                <c:pt idx="182">
                  <c:v>102.06441446850086</c:v>
                </c:pt>
                <c:pt idx="183">
                  <c:v>102.42134056177206</c:v>
                </c:pt>
                <c:pt idx="184">
                  <c:v>101.32539652515177</c:v>
                </c:pt>
                <c:pt idx="185">
                  <c:v>101.29134873653096</c:v>
                </c:pt>
                <c:pt idx="186">
                  <c:v>99.765448567278924</c:v>
                </c:pt>
                <c:pt idx="187">
                  <c:v>99.406713171230763</c:v>
                </c:pt>
                <c:pt idx="188">
                  <c:v>99.574649365345934</c:v>
                </c:pt>
                <c:pt idx="189">
                  <c:v>99.173477595074743</c:v>
                </c:pt>
                <c:pt idx="190">
                  <c:v>100.05839113507433</c:v>
                </c:pt>
                <c:pt idx="191">
                  <c:v>100.63342045400341</c:v>
                </c:pt>
                <c:pt idx="192">
                  <c:v>101.7417006459211</c:v>
                </c:pt>
                <c:pt idx="193">
                  <c:v>101.64663000909586</c:v>
                </c:pt>
                <c:pt idx="194">
                  <c:v>103.07071577662677</c:v>
                </c:pt>
                <c:pt idx="195">
                  <c:v>103.62847447813952</c:v>
                </c:pt>
                <c:pt idx="196">
                  <c:v>104.14807333926565</c:v>
                </c:pt>
                <c:pt idx="197">
                  <c:v>104.93808072451063</c:v>
                </c:pt>
                <c:pt idx="198">
                  <c:v>104.45532584720603</c:v>
                </c:pt>
                <c:pt idx="199">
                  <c:v>104.23426194427677</c:v>
                </c:pt>
                <c:pt idx="200">
                  <c:v>104.67038615455722</c:v>
                </c:pt>
                <c:pt idx="201">
                  <c:v>105.10651036483767</c:v>
                </c:pt>
                <c:pt idx="202">
                  <c:v>106.17021591561411</c:v>
                </c:pt>
                <c:pt idx="203">
                  <c:v>106.32038804610102</c:v>
                </c:pt>
                <c:pt idx="204">
                  <c:v>106.74837039388521</c:v>
                </c:pt>
                <c:pt idx="205">
                  <c:v>106.10968651362158</c:v>
                </c:pt>
                <c:pt idx="206">
                  <c:v>106.45756609300803</c:v>
                </c:pt>
                <c:pt idx="207">
                  <c:v>106.56135427957676</c:v>
                </c:pt>
                <c:pt idx="208">
                  <c:v>107.0314440374427</c:v>
                </c:pt>
                <c:pt idx="209">
                  <c:v>105.0958190302466</c:v>
                </c:pt>
                <c:pt idx="210">
                  <c:v>104.61898550748474</c:v>
                </c:pt>
                <c:pt idx="211">
                  <c:v>103.89493543256316</c:v>
                </c:pt>
                <c:pt idx="212">
                  <c:v>103.42451671055596</c:v>
                </c:pt>
                <c:pt idx="213">
                  <c:v>102.93189290901346</c:v>
                </c:pt>
                <c:pt idx="214">
                  <c:v>102.52249703521068</c:v>
                </c:pt>
                <c:pt idx="215">
                  <c:v>101.88989899156043</c:v>
                </c:pt>
                <c:pt idx="216">
                  <c:v>102.27281325199147</c:v>
                </c:pt>
                <c:pt idx="217">
                  <c:v>101.62870146339698</c:v>
                </c:pt>
                <c:pt idx="218">
                  <c:v>101.35237158473541</c:v>
                </c:pt>
                <c:pt idx="219">
                  <c:v>102.26047709669406</c:v>
                </c:pt>
                <c:pt idx="220">
                  <c:v>102.16096544396179</c:v>
                </c:pt>
                <c:pt idx="221">
                  <c:v>102.70901970330723</c:v>
                </c:pt>
                <c:pt idx="222">
                  <c:v>102.84537533986109</c:v>
                </c:pt>
                <c:pt idx="223">
                  <c:v>101.89828757716263</c:v>
                </c:pt>
                <c:pt idx="224">
                  <c:v>101.61537841567581</c:v>
                </c:pt>
                <c:pt idx="225">
                  <c:v>100.91797443619659</c:v>
                </c:pt>
                <c:pt idx="226">
                  <c:v>101.01024887782106</c:v>
                </c:pt>
                <c:pt idx="227">
                  <c:v>101.30483626632278</c:v>
                </c:pt>
                <c:pt idx="228">
                  <c:v>100.45397051494402</c:v>
                </c:pt>
                <c:pt idx="229">
                  <c:v>99.922857908873638</c:v>
                </c:pt>
                <c:pt idx="230">
                  <c:v>98.883331222480081</c:v>
                </c:pt>
                <c:pt idx="231">
                  <c:v>99.02626614185921</c:v>
                </c:pt>
                <c:pt idx="232">
                  <c:v>99.439116139145256</c:v>
                </c:pt>
                <c:pt idx="233">
                  <c:v>100.09145203127132</c:v>
                </c:pt>
                <c:pt idx="234">
                  <c:v>98.831025924019144</c:v>
                </c:pt>
                <c:pt idx="235">
                  <c:v>99.288121598305167</c:v>
                </c:pt>
                <c:pt idx="236">
                  <c:v>99.646692512282698</c:v>
                </c:pt>
                <c:pt idx="237">
                  <c:v>99.959372928553918</c:v>
                </c:pt>
                <c:pt idx="238">
                  <c:v>99.861506096527947</c:v>
                </c:pt>
                <c:pt idx="239">
                  <c:v>99.406219725018872</c:v>
                </c:pt>
                <c:pt idx="240">
                  <c:v>99.339111040201061</c:v>
                </c:pt>
                <c:pt idx="241">
                  <c:v>98.898299090907599</c:v>
                </c:pt>
                <c:pt idx="242">
                  <c:v>99.167720722602638</c:v>
                </c:pt>
                <c:pt idx="243">
                  <c:v>99.430563071472392</c:v>
                </c:pt>
                <c:pt idx="244">
                  <c:v>99.088933810769959</c:v>
                </c:pt>
                <c:pt idx="245">
                  <c:v>99.459840880044865</c:v>
                </c:pt>
                <c:pt idx="246">
                  <c:v>99.564944923178643</c:v>
                </c:pt>
                <c:pt idx="247">
                  <c:v>99.048635703465138</c:v>
                </c:pt>
                <c:pt idx="248">
                  <c:v>98.029011347618038</c:v>
                </c:pt>
                <c:pt idx="249">
                  <c:v>98.234613935907916</c:v>
                </c:pt>
                <c:pt idx="250">
                  <c:v>98.337908676264746</c:v>
                </c:pt>
                <c:pt idx="251">
                  <c:v>99.09584205773649</c:v>
                </c:pt>
                <c:pt idx="252">
                  <c:v>99.907890040446148</c:v>
                </c:pt>
                <c:pt idx="253">
                  <c:v>101.03623704498091</c:v>
                </c:pt>
                <c:pt idx="254">
                  <c:v>102.45719765316983</c:v>
                </c:pt>
                <c:pt idx="255">
                  <c:v>102.7588577707087</c:v>
                </c:pt>
                <c:pt idx="256">
                  <c:v>103.09144051752639</c:v>
                </c:pt>
                <c:pt idx="257">
                  <c:v>103.2008210944966</c:v>
                </c:pt>
                <c:pt idx="258">
                  <c:v>103.38273826461545</c:v>
                </c:pt>
                <c:pt idx="259">
                  <c:v>102.45900695594676</c:v>
                </c:pt>
                <c:pt idx="260">
                  <c:v>102.48269237411776</c:v>
                </c:pt>
                <c:pt idx="261">
                  <c:v>102.7253034282998</c:v>
                </c:pt>
                <c:pt idx="262">
                  <c:v>103.54113449863398</c:v>
                </c:pt>
                <c:pt idx="263">
                  <c:v>102.47134311124415</c:v>
                </c:pt>
                <c:pt idx="264">
                  <c:v>102.06786859198414</c:v>
                </c:pt>
                <c:pt idx="265">
                  <c:v>103.38109344390914</c:v>
                </c:pt>
                <c:pt idx="266">
                  <c:v>101.76982707999915</c:v>
                </c:pt>
                <c:pt idx="267">
                  <c:v>101.23970136635256</c:v>
                </c:pt>
                <c:pt idx="268">
                  <c:v>99.336150362929686</c:v>
                </c:pt>
                <c:pt idx="269">
                  <c:v>100.12122328605571</c:v>
                </c:pt>
                <c:pt idx="270">
                  <c:v>101.13673559013701</c:v>
                </c:pt>
                <c:pt idx="271">
                  <c:v>101.76308331510324</c:v>
                </c:pt>
                <c:pt idx="272">
                  <c:v>101.11239224368347</c:v>
                </c:pt>
                <c:pt idx="273">
                  <c:v>101.35220710266478</c:v>
                </c:pt>
                <c:pt idx="274">
                  <c:v>100.42765338364292</c:v>
                </c:pt>
                <c:pt idx="275">
                  <c:v>100.05296322674346</c:v>
                </c:pt>
                <c:pt idx="276">
                  <c:v>101.9336512223485</c:v>
                </c:pt>
                <c:pt idx="277">
                  <c:v>102.10816669928894</c:v>
                </c:pt>
                <c:pt idx="278">
                  <c:v>100.81681796275797</c:v>
                </c:pt>
                <c:pt idx="279">
                  <c:v>100.27172438068388</c:v>
                </c:pt>
                <c:pt idx="280">
                  <c:v>99.875487072531655</c:v>
                </c:pt>
                <c:pt idx="281">
                  <c:v>101.43609295868703</c:v>
                </c:pt>
                <c:pt idx="282">
                  <c:v>100.78227672792528</c:v>
                </c:pt>
                <c:pt idx="283">
                  <c:v>99.1747934516398</c:v>
                </c:pt>
                <c:pt idx="284">
                  <c:v>99.259008271803324</c:v>
                </c:pt>
                <c:pt idx="285">
                  <c:v>98.575914232469088</c:v>
                </c:pt>
                <c:pt idx="286">
                  <c:v>98.627397120576873</c:v>
                </c:pt>
                <c:pt idx="287">
                  <c:v>96.420212214767531</c:v>
                </c:pt>
                <c:pt idx="288">
                  <c:v>95.856532158712042</c:v>
                </c:pt>
                <c:pt idx="289">
                  <c:v>96.735853308310126</c:v>
                </c:pt>
                <c:pt idx="290">
                  <c:v>96.135658232574357</c:v>
                </c:pt>
                <c:pt idx="291">
                  <c:v>97.144755735901001</c:v>
                </c:pt>
                <c:pt idx="292">
                  <c:v>95.192353557500468</c:v>
                </c:pt>
                <c:pt idx="293">
                  <c:v>92.295824293672865</c:v>
                </c:pt>
                <c:pt idx="294">
                  <c:v>92.369018815104056</c:v>
                </c:pt>
                <c:pt idx="295">
                  <c:v>85.803716965832137</c:v>
                </c:pt>
                <c:pt idx="296">
                  <c:v>86.214922142411865</c:v>
                </c:pt>
                <c:pt idx="297">
                  <c:v>81.279308648960722</c:v>
                </c:pt>
                <c:pt idx="298">
                  <c:v>82.010266970848832</c:v>
                </c:pt>
                <c:pt idx="299">
                  <c:v>79.564912026764517</c:v>
                </c:pt>
                <c:pt idx="300">
                  <c:v>78.855171891987908</c:v>
                </c:pt>
                <c:pt idx="301">
                  <c:v>85.305665255958758</c:v>
                </c:pt>
                <c:pt idx="302">
                  <c:v>76.267210992665738</c:v>
                </c:pt>
                <c:pt idx="303">
                  <c:v>78.738554103909891</c:v>
                </c:pt>
                <c:pt idx="304">
                  <c:v>80.503117757648823</c:v>
                </c:pt>
                <c:pt idx="305">
                  <c:v>84.478320440680349</c:v>
                </c:pt>
                <c:pt idx="306">
                  <c:v>84.676850299933065</c:v>
                </c:pt>
                <c:pt idx="307">
                  <c:v>84.976536632624359</c:v>
                </c:pt>
                <c:pt idx="308">
                  <c:v>89.870371680135008</c:v>
                </c:pt>
                <c:pt idx="309">
                  <c:v>86.711000067437652</c:v>
                </c:pt>
                <c:pt idx="310">
                  <c:v>87.299681398229183</c:v>
                </c:pt>
                <c:pt idx="311">
                  <c:v>94.561729298697799</c:v>
                </c:pt>
                <c:pt idx="312">
                  <c:v>94.872929376333332</c:v>
                </c:pt>
                <c:pt idx="313">
                  <c:v>95.245645748385201</c:v>
                </c:pt>
                <c:pt idx="314">
                  <c:v>93.787183228092218</c:v>
                </c:pt>
                <c:pt idx="315">
                  <c:v>97.659420134908189</c:v>
                </c:pt>
                <c:pt idx="316">
                  <c:v>97.084884262190997</c:v>
                </c:pt>
                <c:pt idx="317">
                  <c:v>96.065259906343897</c:v>
                </c:pt>
                <c:pt idx="318">
                  <c:v>94.077494082757511</c:v>
                </c:pt>
                <c:pt idx="319">
                  <c:v>93.690961216772564</c:v>
                </c:pt>
                <c:pt idx="320">
                  <c:v>96.008678074046543</c:v>
                </c:pt>
                <c:pt idx="321">
                  <c:v>94.696440114545311</c:v>
                </c:pt>
                <c:pt idx="322">
                  <c:v>94.204474241285325</c:v>
                </c:pt>
                <c:pt idx="323">
                  <c:v>95.57247162273076</c:v>
                </c:pt>
                <c:pt idx="324">
                  <c:v>94.669794019102952</c:v>
                </c:pt>
                <c:pt idx="325">
                  <c:v>94.297571093262974</c:v>
                </c:pt>
                <c:pt idx="326">
                  <c:v>94.311716551337327</c:v>
                </c:pt>
                <c:pt idx="327">
                  <c:v>90.790813347391065</c:v>
                </c:pt>
                <c:pt idx="328">
                  <c:v>89.276262441012605</c:v>
                </c:pt>
                <c:pt idx="329">
                  <c:v>87.603808746827553</c:v>
                </c:pt>
                <c:pt idx="330">
                  <c:v>86.368054950170148</c:v>
                </c:pt>
                <c:pt idx="331">
                  <c:v>88.030146273905402</c:v>
                </c:pt>
                <c:pt idx="332">
                  <c:v>87.727499263942732</c:v>
                </c:pt>
                <c:pt idx="333">
                  <c:v>88.350392865425704</c:v>
                </c:pt>
                <c:pt idx="334">
                  <c:v>87.986394043117329</c:v>
                </c:pt>
                <c:pt idx="335">
                  <c:v>88.602050433492494</c:v>
                </c:pt>
                <c:pt idx="336">
                  <c:v>88.684291468808439</c:v>
                </c:pt>
                <c:pt idx="337">
                  <c:v>87.815826135872072</c:v>
                </c:pt>
                <c:pt idx="338">
                  <c:v>88.477373023953518</c:v>
                </c:pt>
                <c:pt idx="339">
                  <c:v>89.775465525380397</c:v>
                </c:pt>
                <c:pt idx="340">
                  <c:v>91.738559038372017</c:v>
                </c:pt>
                <c:pt idx="341">
                  <c:v>91.406305255695599</c:v>
                </c:pt>
                <c:pt idx="342">
                  <c:v>92.512282698624432</c:v>
                </c:pt>
                <c:pt idx="343">
                  <c:v>92.841575804029489</c:v>
                </c:pt>
                <c:pt idx="344">
                  <c:v>93.595561615806062</c:v>
                </c:pt>
                <c:pt idx="345">
                  <c:v>96.376459983979444</c:v>
                </c:pt>
                <c:pt idx="346">
                  <c:v>97.278973105536622</c:v>
                </c:pt>
                <c:pt idx="347">
                  <c:v>96.583378428834351</c:v>
                </c:pt>
                <c:pt idx="348">
                  <c:v>97.133241990956776</c:v>
                </c:pt>
                <c:pt idx="349">
                  <c:v>97.444277586521679</c:v>
                </c:pt>
                <c:pt idx="350">
                  <c:v>97.182586612146338</c:v>
                </c:pt>
                <c:pt idx="351">
                  <c:v>97.051494401852736</c:v>
                </c:pt>
                <c:pt idx="352">
                  <c:v>97.12633374399023</c:v>
                </c:pt>
                <c:pt idx="353">
                  <c:v>97.054948525335988</c:v>
                </c:pt>
                <c:pt idx="354">
                  <c:v>95.70372831509502</c:v>
                </c:pt>
                <c:pt idx="355">
                  <c:v>95.878572756176709</c:v>
                </c:pt>
                <c:pt idx="356">
                  <c:v>94.418629897248039</c:v>
                </c:pt>
                <c:pt idx="357">
                  <c:v>94.002654740619988</c:v>
                </c:pt>
                <c:pt idx="358">
                  <c:v>93.5302622337652</c:v>
                </c:pt>
                <c:pt idx="359">
                  <c:v>94.24394993823698</c:v>
                </c:pt>
                <c:pt idx="360">
                  <c:v>94.443795654054725</c:v>
                </c:pt>
                <c:pt idx="361">
                  <c:v>94.956979714426225</c:v>
                </c:pt>
                <c:pt idx="362">
                  <c:v>96.5680815962656</c:v>
                </c:pt>
                <c:pt idx="363">
                  <c:v>97.002972191016326</c:v>
                </c:pt>
                <c:pt idx="364">
                  <c:v>99.061794269115694</c:v>
                </c:pt>
                <c:pt idx="365">
                  <c:v>97.890023997934108</c:v>
                </c:pt>
                <c:pt idx="366">
                  <c:v>98.595981045086177</c:v>
                </c:pt>
                <c:pt idx="367">
                  <c:v>98.897312198483803</c:v>
                </c:pt>
                <c:pt idx="368">
                  <c:v>99.454084007572746</c:v>
                </c:pt>
                <c:pt idx="369">
                  <c:v>99.729426993810549</c:v>
                </c:pt>
                <c:pt idx="370">
                  <c:v>100.42979165056111</c:v>
                </c:pt>
                <c:pt idx="371">
                  <c:v>100.81977864002936</c:v>
                </c:pt>
                <c:pt idx="372">
                  <c:v>100.39393455916338</c:v>
                </c:pt>
                <c:pt idx="373">
                  <c:v>101.23509586837487</c:v>
                </c:pt>
                <c:pt idx="374">
                  <c:v>100.89905899807393</c:v>
                </c:pt>
                <c:pt idx="375">
                  <c:v>101.39053142512199</c:v>
                </c:pt>
                <c:pt idx="376">
                  <c:v>102.68582773134816</c:v>
                </c:pt>
                <c:pt idx="377">
                  <c:v>101.75798437091363</c:v>
                </c:pt>
                <c:pt idx="378">
                  <c:v>102.44091392817727</c:v>
                </c:pt>
                <c:pt idx="379">
                  <c:v>102.57874990336677</c:v>
                </c:pt>
                <c:pt idx="380">
                  <c:v>103.42402326434406</c:v>
                </c:pt>
                <c:pt idx="381">
                  <c:v>103.74328296344055</c:v>
                </c:pt>
                <c:pt idx="382">
                  <c:v>102.90080579766403</c:v>
                </c:pt>
                <c:pt idx="383">
                  <c:v>102.14862928866437</c:v>
                </c:pt>
                <c:pt idx="384">
                  <c:v>102.31409825172007</c:v>
                </c:pt>
                <c:pt idx="385">
                  <c:v>102.04089353240049</c:v>
                </c:pt>
                <c:pt idx="386">
                  <c:v>101.3859259271443</c:v>
                </c:pt>
                <c:pt idx="387">
                  <c:v>101.68577674190624</c:v>
                </c:pt>
                <c:pt idx="388">
                  <c:v>101.80946725902143</c:v>
                </c:pt>
                <c:pt idx="389">
                  <c:v>100.98014865889544</c:v>
                </c:pt>
                <c:pt idx="390">
                  <c:v>101.55929002959031</c:v>
                </c:pt>
                <c:pt idx="391">
                  <c:v>101.18871192445667</c:v>
                </c:pt>
                <c:pt idx="392">
                  <c:v>101.65534755883937</c:v>
                </c:pt>
                <c:pt idx="393">
                  <c:v>101.53017670308849</c:v>
                </c:pt>
                <c:pt idx="394">
                  <c:v>102.92498466204691</c:v>
                </c:pt>
                <c:pt idx="395">
                  <c:v>103.59278186881238</c:v>
                </c:pt>
                <c:pt idx="396">
                  <c:v>104.02421834007984</c:v>
                </c:pt>
                <c:pt idx="397">
                  <c:v>104.50450598632497</c:v>
                </c:pt>
                <c:pt idx="398">
                  <c:v>104.07339847919876</c:v>
                </c:pt>
                <c:pt idx="399">
                  <c:v>104.17685770162623</c:v>
                </c:pt>
                <c:pt idx="400">
                  <c:v>102.76165396590943</c:v>
                </c:pt>
                <c:pt idx="401">
                  <c:v>103.77223180787179</c:v>
                </c:pt>
                <c:pt idx="402">
                  <c:v>104.36765690355922</c:v>
                </c:pt>
                <c:pt idx="403">
                  <c:v>103.90677814164866</c:v>
                </c:pt>
                <c:pt idx="404">
                  <c:v>103.42599704919166</c:v>
                </c:pt>
                <c:pt idx="405">
                  <c:v>103.96714306157058</c:v>
                </c:pt>
                <c:pt idx="406">
                  <c:v>104.09083357868576</c:v>
                </c:pt>
                <c:pt idx="407">
                  <c:v>103.49310573400945</c:v>
                </c:pt>
                <c:pt idx="408">
                  <c:v>103.32253782676419</c:v>
                </c:pt>
                <c:pt idx="409">
                  <c:v>103.01331153397624</c:v>
                </c:pt>
                <c:pt idx="410">
                  <c:v>102.81264340780534</c:v>
                </c:pt>
                <c:pt idx="411">
                  <c:v>100.64707246586586</c:v>
                </c:pt>
                <c:pt idx="412">
                  <c:v>101.93990154103251</c:v>
                </c:pt>
                <c:pt idx="413">
                  <c:v>102.25636504492827</c:v>
                </c:pt>
                <c:pt idx="414">
                  <c:v>103.02120667336656</c:v>
                </c:pt>
                <c:pt idx="415">
                  <c:v>101.4152037357168</c:v>
                </c:pt>
                <c:pt idx="416">
                  <c:v>101.99154891121091</c:v>
                </c:pt>
                <c:pt idx="417">
                  <c:v>101.3816493933079</c:v>
                </c:pt>
                <c:pt idx="418">
                  <c:v>100.77355917818178</c:v>
                </c:pt>
                <c:pt idx="419">
                  <c:v>101.25105062922617</c:v>
                </c:pt>
                <c:pt idx="420">
                  <c:v>101.88759624257158</c:v>
                </c:pt>
                <c:pt idx="421">
                  <c:v>101.19101467344551</c:v>
                </c:pt>
                <c:pt idx="422">
                  <c:v>101.03212499321512</c:v>
                </c:pt>
                <c:pt idx="423">
                  <c:v>101.44448154428926</c:v>
                </c:pt>
                <c:pt idx="424">
                  <c:v>100.83326616982116</c:v>
                </c:pt>
                <c:pt idx="425">
                  <c:v>100.20527362414859</c:v>
                </c:pt>
                <c:pt idx="426">
                  <c:v>97.181764201793186</c:v>
                </c:pt>
                <c:pt idx="427">
                  <c:v>96.427284943804707</c:v>
                </c:pt>
                <c:pt idx="428">
                  <c:v>96.460016875860447</c:v>
                </c:pt>
                <c:pt idx="429">
                  <c:v>95.547470347994718</c:v>
                </c:pt>
                <c:pt idx="430">
                  <c:v>97.483588801402703</c:v>
                </c:pt>
                <c:pt idx="431">
                  <c:v>98.314881186376283</c:v>
                </c:pt>
                <c:pt idx="432">
                  <c:v>96.829937052711571</c:v>
                </c:pt>
                <c:pt idx="433">
                  <c:v>98.168656625584532</c:v>
                </c:pt>
                <c:pt idx="434">
                  <c:v>98.720658454625152</c:v>
                </c:pt>
                <c:pt idx="435">
                  <c:v>99.058175663561798</c:v>
                </c:pt>
                <c:pt idx="436">
                  <c:v>98.869185764405756</c:v>
                </c:pt>
                <c:pt idx="437">
                  <c:v>99.244533849587725</c:v>
                </c:pt>
                <c:pt idx="438">
                  <c:v>99.136798093323833</c:v>
                </c:pt>
                <c:pt idx="439">
                  <c:v>98.438900667632723</c:v>
                </c:pt>
                <c:pt idx="440">
                  <c:v>98.769016183390917</c:v>
                </c:pt>
                <c:pt idx="441">
                  <c:v>98.448111663588108</c:v>
                </c:pt>
                <c:pt idx="442">
                  <c:v>98.556340866063891</c:v>
                </c:pt>
                <c:pt idx="443">
                  <c:v>97.520761749365505</c:v>
                </c:pt>
                <c:pt idx="444">
                  <c:v>97.607114836447252</c:v>
                </c:pt>
                <c:pt idx="445">
                  <c:v>98.915734190394573</c:v>
                </c:pt>
                <c:pt idx="446">
                  <c:v>98.572789073127069</c:v>
                </c:pt>
                <c:pt idx="447">
                  <c:v>97.650044656882173</c:v>
                </c:pt>
                <c:pt idx="448">
                  <c:v>97.752845951027098</c:v>
                </c:pt>
                <c:pt idx="449">
                  <c:v>97.972758479461945</c:v>
                </c:pt>
                <c:pt idx="450">
                  <c:v>97.947921686796533</c:v>
                </c:pt>
                <c:pt idx="451">
                  <c:v>99.227756678383273</c:v>
                </c:pt>
                <c:pt idx="452">
                  <c:v>98.518509989818554</c:v>
                </c:pt>
                <c:pt idx="453">
                  <c:v>97.582113561711196</c:v>
                </c:pt>
                <c:pt idx="454">
                  <c:v>96.809047829741317</c:v>
                </c:pt>
                <c:pt idx="455">
                  <c:v>96.851813168105622</c:v>
                </c:pt>
                <c:pt idx="456">
                  <c:v>97.131103724038553</c:v>
                </c:pt>
                <c:pt idx="457">
                  <c:v>97.414177367596039</c:v>
                </c:pt>
                <c:pt idx="458">
                  <c:v>99.281542315479896</c:v>
                </c:pt>
                <c:pt idx="459">
                  <c:v>99.184826857948352</c:v>
                </c:pt>
                <c:pt idx="460">
                  <c:v>100.18175268804823</c:v>
                </c:pt>
                <c:pt idx="461">
                  <c:v>100.31679246803702</c:v>
                </c:pt>
                <c:pt idx="462">
                  <c:v>101.470963157661</c:v>
                </c:pt>
                <c:pt idx="463">
                  <c:v>102.76905565908787</c:v>
                </c:pt>
                <c:pt idx="464">
                  <c:v>102.70951314951913</c:v>
                </c:pt>
                <c:pt idx="465">
                  <c:v>102.82358146550234</c:v>
                </c:pt>
                <c:pt idx="466">
                  <c:v>102.93764978148556</c:v>
                </c:pt>
                <c:pt idx="467">
                  <c:v>101.8237771991664</c:v>
                </c:pt>
                <c:pt idx="468">
                  <c:v>102.25916124012902</c:v>
                </c:pt>
                <c:pt idx="469">
                  <c:v>103.47353236760426</c:v>
                </c:pt>
                <c:pt idx="470">
                  <c:v>103.84772907829181</c:v>
                </c:pt>
                <c:pt idx="471">
                  <c:v>104.71652337536948</c:v>
                </c:pt>
                <c:pt idx="472">
                  <c:v>103.4319184037344</c:v>
                </c:pt>
                <c:pt idx="473">
                  <c:v>104.28590931445518</c:v>
                </c:pt>
                <c:pt idx="474">
                  <c:v>104.34347803917635</c:v>
                </c:pt>
                <c:pt idx="475">
                  <c:v>104.29890339803509</c:v>
                </c:pt>
                <c:pt idx="476">
                  <c:v>104.67721216048844</c:v>
                </c:pt>
                <c:pt idx="477">
                  <c:v>104.96801646136562</c:v>
                </c:pt>
                <c:pt idx="478">
                  <c:v>106.44210477836864</c:v>
                </c:pt>
                <c:pt idx="479">
                  <c:v>108.12031534502582</c:v>
                </c:pt>
                <c:pt idx="480">
                  <c:v>108.06422695894034</c:v>
                </c:pt>
                <c:pt idx="481">
                  <c:v>108.97101661433395</c:v>
                </c:pt>
                <c:pt idx="482">
                  <c:v>112.02808037909828</c:v>
                </c:pt>
                <c:pt idx="483">
                  <c:v>113.04803369908663</c:v>
                </c:pt>
                <c:pt idx="484">
                  <c:v>113.20198891719808</c:v>
                </c:pt>
                <c:pt idx="485">
                  <c:v>111.74221054034005</c:v>
                </c:pt>
                <c:pt idx="486">
                  <c:v>112.49208430035083</c:v>
                </c:pt>
                <c:pt idx="487">
                  <c:v>111.89238267082698</c:v>
                </c:pt>
                <c:pt idx="488">
                  <c:v>112.1856542027636</c:v>
                </c:pt>
                <c:pt idx="489">
                  <c:v>109.05523143449747</c:v>
                </c:pt>
                <c:pt idx="490">
                  <c:v>109.6406231238764</c:v>
                </c:pt>
                <c:pt idx="491">
                  <c:v>111.73596022165604</c:v>
                </c:pt>
                <c:pt idx="492">
                  <c:v>112.22825505905729</c:v>
                </c:pt>
                <c:pt idx="493">
                  <c:v>112.44356208951443</c:v>
                </c:pt>
                <c:pt idx="494">
                  <c:v>112.44635828471516</c:v>
                </c:pt>
                <c:pt idx="495">
                  <c:v>112.8797685408302</c:v>
                </c:pt>
                <c:pt idx="496">
                  <c:v>112.43040352386386</c:v>
                </c:pt>
                <c:pt idx="497">
                  <c:v>113.13685401722783</c:v>
                </c:pt>
                <c:pt idx="498">
                  <c:v>113.88639881309737</c:v>
                </c:pt>
                <c:pt idx="499">
                  <c:v>114.2171722571381</c:v>
                </c:pt>
                <c:pt idx="500">
                  <c:v>112.9246721461127</c:v>
                </c:pt>
                <c:pt idx="501">
                  <c:v>111.95422792938454</c:v>
                </c:pt>
                <c:pt idx="502">
                  <c:v>112.75821629063323</c:v>
                </c:pt>
                <c:pt idx="503">
                  <c:v>114.08887624204522</c:v>
                </c:pt>
                <c:pt idx="504">
                  <c:v>113.45529130597119</c:v>
                </c:pt>
                <c:pt idx="505">
                  <c:v>113.87949056613083</c:v>
                </c:pt>
                <c:pt idx="506">
                  <c:v>114.76144342885904</c:v>
                </c:pt>
                <c:pt idx="507">
                  <c:v>113.92044660171818</c:v>
                </c:pt>
                <c:pt idx="508">
                  <c:v>113.50200421403065</c:v>
                </c:pt>
                <c:pt idx="509">
                  <c:v>114.01847791581478</c:v>
                </c:pt>
                <c:pt idx="510">
                  <c:v>113.83919245882601</c:v>
                </c:pt>
                <c:pt idx="511">
                  <c:v>113.47420674409385</c:v>
                </c:pt>
                <c:pt idx="512">
                  <c:v>113.26334072954378</c:v>
                </c:pt>
                <c:pt idx="513">
                  <c:v>112.43533798598281</c:v>
                </c:pt>
                <c:pt idx="514">
                  <c:v>112.77351312320201</c:v>
                </c:pt>
                <c:pt idx="515">
                  <c:v>110.61698869514727</c:v>
                </c:pt>
                <c:pt idx="516">
                  <c:v>108.95637771004772</c:v>
                </c:pt>
                <c:pt idx="517">
                  <c:v>110.82686781727358</c:v>
                </c:pt>
                <c:pt idx="518">
                  <c:v>110.96240104347426</c:v>
                </c:pt>
                <c:pt idx="519">
                  <c:v>110.80285343496132</c:v>
                </c:pt>
                <c:pt idx="520">
                  <c:v>113.51779449281132</c:v>
                </c:pt>
                <c:pt idx="521">
                  <c:v>113.9679819201308</c:v>
                </c:pt>
                <c:pt idx="522">
                  <c:v>113.33554835855118</c:v>
                </c:pt>
                <c:pt idx="523">
                  <c:v>112.60870208842886</c:v>
                </c:pt>
                <c:pt idx="524">
                  <c:v>112.46626061526163</c:v>
                </c:pt>
                <c:pt idx="525">
                  <c:v>113.37337923479652</c:v>
                </c:pt>
                <c:pt idx="526">
                  <c:v>111.61194074039959</c:v>
                </c:pt>
                <c:pt idx="527">
                  <c:v>111.71589340903896</c:v>
                </c:pt>
                <c:pt idx="528">
                  <c:v>110.941511820504</c:v>
                </c:pt>
                <c:pt idx="529">
                  <c:v>110.26729981298389</c:v>
                </c:pt>
                <c:pt idx="530">
                  <c:v>109.7881635412332</c:v>
                </c:pt>
                <c:pt idx="531">
                  <c:v>109.66611784482434</c:v>
                </c:pt>
                <c:pt idx="532">
                  <c:v>108.20189845205923</c:v>
                </c:pt>
                <c:pt idx="533">
                  <c:v>108.64353281170584</c:v>
                </c:pt>
                <c:pt idx="534">
                  <c:v>108.85982673458679</c:v>
                </c:pt>
                <c:pt idx="535">
                  <c:v>108.56408797159067</c:v>
                </c:pt>
                <c:pt idx="536">
                  <c:v>106.72632979642054</c:v>
                </c:pt>
                <c:pt idx="537">
                  <c:v>107.89250767720064</c:v>
                </c:pt>
                <c:pt idx="538">
                  <c:v>109.38353764747875</c:v>
                </c:pt>
                <c:pt idx="539">
                  <c:v>110.05297967495054</c:v>
                </c:pt>
                <c:pt idx="540">
                  <c:v>110.01810947597659</c:v>
                </c:pt>
                <c:pt idx="541">
                  <c:v>109.74342441802132</c:v>
                </c:pt>
                <c:pt idx="542">
                  <c:v>109.18434985994352</c:v>
                </c:pt>
                <c:pt idx="543">
                  <c:v>109.26823571596577</c:v>
                </c:pt>
                <c:pt idx="544">
                  <c:v>109.88306969598779</c:v>
                </c:pt>
                <c:pt idx="545">
                  <c:v>108.78350705381359</c:v>
                </c:pt>
                <c:pt idx="546">
                  <c:v>108.75176201418164</c:v>
                </c:pt>
                <c:pt idx="547">
                  <c:v>109.71529798394326</c:v>
                </c:pt>
                <c:pt idx="548">
                  <c:v>109.19833083594722</c:v>
                </c:pt>
                <c:pt idx="549">
                  <c:v>109.29044079550107</c:v>
                </c:pt>
                <c:pt idx="550">
                  <c:v>111.941069363734</c:v>
                </c:pt>
                <c:pt idx="551">
                  <c:v>113.84791000856951</c:v>
                </c:pt>
                <c:pt idx="552">
                  <c:v>113.4062756489229</c:v>
                </c:pt>
                <c:pt idx="553">
                  <c:v>111.80537165546269</c:v>
                </c:pt>
                <c:pt idx="554">
                  <c:v>109.25935368415168</c:v>
                </c:pt>
                <c:pt idx="555">
                  <c:v>111.2505736312213</c:v>
                </c:pt>
                <c:pt idx="556">
                  <c:v>113.75201696139112</c:v>
                </c:pt>
                <c:pt idx="557">
                  <c:v>114.91276693384036</c:v>
                </c:pt>
                <c:pt idx="558">
                  <c:v>114.72476392710813</c:v>
                </c:pt>
                <c:pt idx="559">
                  <c:v>112.84966832190457</c:v>
                </c:pt>
                <c:pt idx="560">
                  <c:v>113.88689225930926</c:v>
                </c:pt>
                <c:pt idx="561">
                  <c:v>114.5956455016621</c:v>
                </c:pt>
                <c:pt idx="562">
                  <c:v>115.08169002037934</c:v>
                </c:pt>
                <c:pt idx="563">
                  <c:v>115.97005768386217</c:v>
                </c:pt>
                <c:pt idx="564">
                  <c:v>113.69444823666997</c:v>
                </c:pt>
                <c:pt idx="565">
                  <c:v>114.21750122127936</c:v>
                </c:pt>
                <c:pt idx="566">
                  <c:v>114.01436586404898</c:v>
                </c:pt>
                <c:pt idx="567">
                  <c:v>114.65436560087767</c:v>
                </c:pt>
                <c:pt idx="568">
                  <c:v>113.55513192284474</c:v>
                </c:pt>
                <c:pt idx="569">
                  <c:v>112.82318670853284</c:v>
                </c:pt>
                <c:pt idx="570">
                  <c:v>111.9894270924998</c:v>
                </c:pt>
                <c:pt idx="571">
                  <c:v>110.94677524676422</c:v>
                </c:pt>
                <c:pt idx="572">
                  <c:v>111.40600918796846</c:v>
                </c:pt>
                <c:pt idx="573">
                  <c:v>111.87856617689388</c:v>
                </c:pt>
                <c:pt idx="574">
                  <c:v>112.27266521812791</c:v>
                </c:pt>
                <c:pt idx="575">
                  <c:v>111.87741480239946</c:v>
                </c:pt>
                <c:pt idx="576">
                  <c:v>110.60909355575694</c:v>
                </c:pt>
                <c:pt idx="577">
                  <c:v>111.8287281094924</c:v>
                </c:pt>
                <c:pt idx="578">
                  <c:v>111.26471908929567</c:v>
                </c:pt>
                <c:pt idx="579">
                  <c:v>111.51226460559667</c:v>
                </c:pt>
                <c:pt idx="580">
                  <c:v>112.00735563819866</c:v>
                </c:pt>
                <c:pt idx="581">
                  <c:v>112.2540787441465</c:v>
                </c:pt>
                <c:pt idx="582">
                  <c:v>112.519717288217</c:v>
                </c:pt>
                <c:pt idx="583">
                  <c:v>112.2731586643398</c:v>
                </c:pt>
                <c:pt idx="584">
                  <c:v>112.03663344677113</c:v>
                </c:pt>
                <c:pt idx="585">
                  <c:v>114.41866279366218</c:v>
                </c:pt>
                <c:pt idx="586">
                  <c:v>114.5038645062495</c:v>
                </c:pt>
                <c:pt idx="587">
                  <c:v>114.28691265508601</c:v>
                </c:pt>
                <c:pt idx="588">
                  <c:v>114.24825936848752</c:v>
                </c:pt>
                <c:pt idx="589">
                  <c:v>113.41236148553627</c:v>
                </c:pt>
                <c:pt idx="590">
                  <c:v>114.11946990718278</c:v>
                </c:pt>
                <c:pt idx="591">
                  <c:v>113.73112773842087</c:v>
                </c:pt>
                <c:pt idx="592">
                  <c:v>114.41652452674396</c:v>
                </c:pt>
                <c:pt idx="593">
                  <c:v>114.53116852997438</c:v>
                </c:pt>
                <c:pt idx="594">
                  <c:v>114.51998374917143</c:v>
                </c:pt>
                <c:pt idx="595">
                  <c:v>114.77723370763971</c:v>
                </c:pt>
                <c:pt idx="596">
                  <c:v>115.93716126973578</c:v>
                </c:pt>
                <c:pt idx="597">
                  <c:v>115.93091095105177</c:v>
                </c:pt>
                <c:pt idx="598">
                  <c:v>115.33022242910411</c:v>
                </c:pt>
                <c:pt idx="599">
                  <c:v>116.0141388787915</c:v>
                </c:pt>
                <c:pt idx="600">
                  <c:v>115.59141995726756</c:v>
                </c:pt>
                <c:pt idx="601">
                  <c:v>116.37221634655714</c:v>
                </c:pt>
                <c:pt idx="602">
                  <c:v>117.34956881025182</c:v>
                </c:pt>
                <c:pt idx="603">
                  <c:v>117.07488375229657</c:v>
                </c:pt>
                <c:pt idx="604">
                  <c:v>117.54316420738557</c:v>
                </c:pt>
                <c:pt idx="605">
                  <c:v>117.26568295422956</c:v>
                </c:pt>
                <c:pt idx="606">
                  <c:v>117.30844829259385</c:v>
                </c:pt>
                <c:pt idx="607">
                  <c:v>118.16885400406929</c:v>
                </c:pt>
                <c:pt idx="608">
                  <c:v>118.85885629037007</c:v>
                </c:pt>
                <c:pt idx="609">
                  <c:v>119.03090453625103</c:v>
                </c:pt>
                <c:pt idx="610">
                  <c:v>119.3717113866003</c:v>
                </c:pt>
                <c:pt idx="611">
                  <c:v>119.66925945237338</c:v>
                </c:pt>
                <c:pt idx="612">
                  <c:v>119.41283190425828</c:v>
                </c:pt>
                <c:pt idx="613">
                  <c:v>119.04801067159674</c:v>
                </c:pt>
                <c:pt idx="614">
                  <c:v>119.22499337959667</c:v>
                </c:pt>
                <c:pt idx="615">
                  <c:v>118.44863800621414</c:v>
                </c:pt>
                <c:pt idx="616">
                  <c:v>118.60621182987947</c:v>
                </c:pt>
                <c:pt idx="617">
                  <c:v>119.19867624829557</c:v>
                </c:pt>
                <c:pt idx="618">
                  <c:v>118.73368543461919</c:v>
                </c:pt>
                <c:pt idx="619">
                  <c:v>119.19982762278998</c:v>
                </c:pt>
                <c:pt idx="620">
                  <c:v>119.13995614907995</c:v>
                </c:pt>
                <c:pt idx="621">
                  <c:v>119.71301168316148</c:v>
                </c:pt>
                <c:pt idx="622">
                  <c:v>119.21167033187547</c:v>
                </c:pt>
                <c:pt idx="623">
                  <c:v>119.89772504848111</c:v>
                </c:pt>
                <c:pt idx="624">
                  <c:v>119.01626563196479</c:v>
                </c:pt>
                <c:pt idx="625">
                  <c:v>119.03370073145176</c:v>
                </c:pt>
                <c:pt idx="626">
                  <c:v>119.00820601050384</c:v>
                </c:pt>
                <c:pt idx="627">
                  <c:v>118.78993830277531</c:v>
                </c:pt>
                <c:pt idx="628">
                  <c:v>118.66789260636644</c:v>
                </c:pt>
                <c:pt idx="629">
                  <c:v>119.02893075140344</c:v>
                </c:pt>
                <c:pt idx="630">
                  <c:v>119.26117943513567</c:v>
                </c:pt>
                <c:pt idx="631">
                  <c:v>119.02054216580123</c:v>
                </c:pt>
                <c:pt idx="632">
                  <c:v>119.1845307902212</c:v>
                </c:pt>
                <c:pt idx="633">
                  <c:v>119.29424033133267</c:v>
                </c:pt>
                <c:pt idx="634">
                  <c:v>120.26484903013149</c:v>
                </c:pt>
                <c:pt idx="635">
                  <c:v>120.0283238125628</c:v>
                </c:pt>
                <c:pt idx="636">
                  <c:v>119.61399347664108</c:v>
                </c:pt>
                <c:pt idx="637">
                  <c:v>119.61251313800538</c:v>
                </c:pt>
                <c:pt idx="638">
                  <c:v>118.39435892290562</c:v>
                </c:pt>
                <c:pt idx="639">
                  <c:v>118.59782324427725</c:v>
                </c:pt>
                <c:pt idx="640">
                  <c:v>119.08485465541827</c:v>
                </c:pt>
                <c:pt idx="641">
                  <c:v>121.14449914387082</c:v>
                </c:pt>
                <c:pt idx="642">
                  <c:v>120.01417835448846</c:v>
                </c:pt>
                <c:pt idx="643">
                  <c:v>120.73460982385613</c:v>
                </c:pt>
                <c:pt idx="644">
                  <c:v>120.63049267314616</c:v>
                </c:pt>
                <c:pt idx="645">
                  <c:v>120.70319374836546</c:v>
                </c:pt>
                <c:pt idx="646">
                  <c:v>120.19445070390103</c:v>
                </c:pt>
                <c:pt idx="647">
                  <c:v>119.82798465053317</c:v>
                </c:pt>
                <c:pt idx="648">
                  <c:v>120.14379022614638</c:v>
                </c:pt>
                <c:pt idx="649">
                  <c:v>121.19713340647303</c:v>
                </c:pt>
                <c:pt idx="650">
                  <c:v>121.56623117297099</c:v>
                </c:pt>
                <c:pt idx="651">
                  <c:v>123.290990165617</c:v>
                </c:pt>
                <c:pt idx="652">
                  <c:v>124.14547452254968</c:v>
                </c:pt>
                <c:pt idx="653">
                  <c:v>126.96716444423977</c:v>
                </c:pt>
                <c:pt idx="654">
                  <c:v>126.61665315172318</c:v>
                </c:pt>
                <c:pt idx="655">
                  <c:v>125.77220220109908</c:v>
                </c:pt>
                <c:pt idx="656">
                  <c:v>126.48046199723998</c:v>
                </c:pt>
                <c:pt idx="657">
                  <c:v>127.21273617569315</c:v>
                </c:pt>
                <c:pt idx="658">
                  <c:v>127.70223481789367</c:v>
                </c:pt>
                <c:pt idx="659">
                  <c:v>128.79011923305299</c:v>
                </c:pt>
                <c:pt idx="660">
                  <c:v>130.03853814914902</c:v>
                </c:pt>
                <c:pt idx="661">
                  <c:v>130.41684691160239</c:v>
                </c:pt>
                <c:pt idx="662">
                  <c:v>132.56070622021846</c:v>
                </c:pt>
                <c:pt idx="663">
                  <c:v>132.32993787512191</c:v>
                </c:pt>
                <c:pt idx="664">
                  <c:v>132.14177038631905</c:v>
                </c:pt>
                <c:pt idx="665">
                  <c:v>132.53915906896566</c:v>
                </c:pt>
                <c:pt idx="666">
                  <c:v>132.45231253567204</c:v>
                </c:pt>
                <c:pt idx="667">
                  <c:v>133.48690475994661</c:v>
                </c:pt>
                <c:pt idx="668">
                  <c:v>133.53427559628861</c:v>
                </c:pt>
                <c:pt idx="669">
                  <c:v>133.1303076308167</c:v>
                </c:pt>
                <c:pt idx="670">
                  <c:v>133.2452805981884</c:v>
                </c:pt>
                <c:pt idx="671">
                  <c:v>134.90029919288645</c:v>
                </c:pt>
                <c:pt idx="672">
                  <c:v>134.21375103006895</c:v>
                </c:pt>
                <c:pt idx="673">
                  <c:v>135.43355006587504</c:v>
                </c:pt>
                <c:pt idx="674">
                  <c:v>136.91471111191524</c:v>
                </c:pt>
                <c:pt idx="675">
                  <c:v>136.54396852471095</c:v>
                </c:pt>
                <c:pt idx="676">
                  <c:v>136.68065312540608</c:v>
                </c:pt>
                <c:pt idx="677">
                  <c:v>135.17432632255921</c:v>
                </c:pt>
                <c:pt idx="678">
                  <c:v>133.95617210745942</c:v>
                </c:pt>
                <c:pt idx="679">
                  <c:v>133.8323171082736</c:v>
                </c:pt>
                <c:pt idx="680">
                  <c:v>133.13886069848957</c:v>
                </c:pt>
                <c:pt idx="681">
                  <c:v>132.98885305007329</c:v>
                </c:pt>
                <c:pt idx="682">
                  <c:v>132.89822342915508</c:v>
                </c:pt>
                <c:pt idx="683">
                  <c:v>133.0510272727721</c:v>
                </c:pt>
                <c:pt idx="684">
                  <c:v>132.99197820941529</c:v>
                </c:pt>
                <c:pt idx="685">
                  <c:v>132.1365069600588</c:v>
                </c:pt>
                <c:pt idx="686">
                  <c:v>132.33043132133383</c:v>
                </c:pt>
                <c:pt idx="687">
                  <c:v>131.56378039011855</c:v>
                </c:pt>
                <c:pt idx="688">
                  <c:v>132.63192695680209</c:v>
                </c:pt>
                <c:pt idx="689">
                  <c:v>134.24615399798344</c:v>
                </c:pt>
                <c:pt idx="690">
                  <c:v>135.36677034519852</c:v>
                </c:pt>
                <c:pt idx="691">
                  <c:v>136.11615065899741</c:v>
                </c:pt>
                <c:pt idx="692">
                  <c:v>136.73114912109006</c:v>
                </c:pt>
                <c:pt idx="693">
                  <c:v>132.36628841273156</c:v>
                </c:pt>
                <c:pt idx="694">
                  <c:v>130.58675689056514</c:v>
                </c:pt>
                <c:pt idx="695">
                  <c:v>129.46202849158425</c:v>
                </c:pt>
                <c:pt idx="696">
                  <c:v>127.88415198801255</c:v>
                </c:pt>
                <c:pt idx="697">
                  <c:v>126.62158761384215</c:v>
                </c:pt>
                <c:pt idx="698">
                  <c:v>127.72641368227656</c:v>
                </c:pt>
                <c:pt idx="699">
                  <c:v>128.11870342073362</c:v>
                </c:pt>
                <c:pt idx="700">
                  <c:v>125.6924283968426</c:v>
                </c:pt>
                <c:pt idx="701">
                  <c:v>125.73700303798383</c:v>
                </c:pt>
                <c:pt idx="702">
                  <c:v>127.18954420373407</c:v>
                </c:pt>
                <c:pt idx="703">
                  <c:v>127.0334507187044</c:v>
                </c:pt>
                <c:pt idx="704">
                  <c:v>126.22386996705424</c:v>
                </c:pt>
                <c:pt idx="705">
                  <c:v>127.34234804735109</c:v>
                </c:pt>
                <c:pt idx="706">
                  <c:v>128.60770861672225</c:v>
                </c:pt>
                <c:pt idx="707">
                  <c:v>128.17841041237298</c:v>
                </c:pt>
                <c:pt idx="708">
                  <c:v>128.02412623012026</c:v>
                </c:pt>
                <c:pt idx="709">
                  <c:v>126.79116862866364</c:v>
                </c:pt>
                <c:pt idx="710">
                  <c:v>128.00899387962215</c:v>
                </c:pt>
                <c:pt idx="711">
                  <c:v>129.21152229801191</c:v>
                </c:pt>
                <c:pt idx="712">
                  <c:v>128.34420833956995</c:v>
                </c:pt>
                <c:pt idx="713">
                  <c:v>128.34026076987476</c:v>
                </c:pt>
                <c:pt idx="714">
                  <c:v>127.85684796428765</c:v>
                </c:pt>
                <c:pt idx="715">
                  <c:v>126.16317608299109</c:v>
                </c:pt>
                <c:pt idx="716">
                  <c:v>126.84890183545541</c:v>
                </c:pt>
                <c:pt idx="717">
                  <c:v>125.59258777996902</c:v>
                </c:pt>
                <c:pt idx="718">
                  <c:v>125.86085803716966</c:v>
                </c:pt>
                <c:pt idx="719">
                  <c:v>123.51665956652396</c:v>
                </c:pt>
                <c:pt idx="720">
                  <c:v>122.78537228049456</c:v>
                </c:pt>
                <c:pt idx="721">
                  <c:v>122.98965901221936</c:v>
                </c:pt>
                <c:pt idx="722">
                  <c:v>123.22289458837538</c:v>
                </c:pt>
                <c:pt idx="723">
                  <c:v>124.65306619251967</c:v>
                </c:pt>
                <c:pt idx="724">
                  <c:v>123.35530265523407</c:v>
                </c:pt>
                <c:pt idx="725">
                  <c:v>121.13068264993774</c:v>
                </c:pt>
                <c:pt idx="726">
                  <c:v>122.29521571001152</c:v>
                </c:pt>
                <c:pt idx="727">
                  <c:v>123.88773111786948</c:v>
                </c:pt>
                <c:pt idx="728">
                  <c:v>125.6697298710954</c:v>
                </c:pt>
                <c:pt idx="729">
                  <c:v>125.6299252100025</c:v>
                </c:pt>
                <c:pt idx="730">
                  <c:v>124.42591645297705</c:v>
                </c:pt>
                <c:pt idx="731">
                  <c:v>123.83065583936022</c:v>
                </c:pt>
                <c:pt idx="732">
                  <c:v>123.11367849347583</c:v>
                </c:pt>
                <c:pt idx="733">
                  <c:v>122.52055614677721</c:v>
                </c:pt>
                <c:pt idx="734">
                  <c:v>119.86795379369673</c:v>
                </c:pt>
                <c:pt idx="735">
                  <c:v>118.70555900054114</c:v>
                </c:pt>
                <c:pt idx="736">
                  <c:v>119.53504208273777</c:v>
                </c:pt>
                <c:pt idx="737">
                  <c:v>120.0901690711204</c:v>
                </c:pt>
                <c:pt idx="738">
                  <c:v>121.70061302467722</c:v>
                </c:pt>
                <c:pt idx="739">
                  <c:v>121.43300069575915</c:v>
                </c:pt>
                <c:pt idx="740">
                  <c:v>121.3331600788856</c:v>
                </c:pt>
                <c:pt idx="741">
                  <c:v>122.25195692543534</c:v>
                </c:pt>
                <c:pt idx="742">
                  <c:v>121.81114497614188</c:v>
                </c:pt>
                <c:pt idx="743">
                  <c:v>121.96559364046522</c:v>
                </c:pt>
                <c:pt idx="744">
                  <c:v>123.62455980485846</c:v>
                </c:pt>
                <c:pt idx="745">
                  <c:v>123.71041944572832</c:v>
                </c:pt>
                <c:pt idx="746">
                  <c:v>124.34959677220382</c:v>
                </c:pt>
                <c:pt idx="747">
                  <c:v>124.71343111244157</c:v>
                </c:pt>
                <c:pt idx="748">
                  <c:v>123.76453404696622</c:v>
                </c:pt>
                <c:pt idx="749">
                  <c:v>124.56046278675392</c:v>
                </c:pt>
                <c:pt idx="750">
                  <c:v>124.95390389970542</c:v>
                </c:pt>
                <c:pt idx="751">
                  <c:v>124.51259850420004</c:v>
                </c:pt>
                <c:pt idx="752">
                  <c:v>124.98318170827787</c:v>
                </c:pt>
                <c:pt idx="753">
                  <c:v>125.29339489348963</c:v>
                </c:pt>
                <c:pt idx="754">
                  <c:v>124.40107966031162</c:v>
                </c:pt>
                <c:pt idx="755">
                  <c:v>124.9698586605567</c:v>
                </c:pt>
                <c:pt idx="756">
                  <c:v>123.37191534436789</c:v>
                </c:pt>
                <c:pt idx="757">
                  <c:v>122.06675011390385</c:v>
                </c:pt>
                <c:pt idx="758">
                  <c:v>120.66865251353276</c:v>
                </c:pt>
                <c:pt idx="759">
                  <c:v>121.10124035929464</c:v>
                </c:pt>
                <c:pt idx="760">
                  <c:v>118.23415338611014</c:v>
                </c:pt>
                <c:pt idx="761">
                  <c:v>119.68653006978973</c:v>
                </c:pt>
                <c:pt idx="762">
                  <c:v>118.3178747600618</c:v>
                </c:pt>
                <c:pt idx="763">
                  <c:v>119.04653033296107</c:v>
                </c:pt>
                <c:pt idx="764">
                  <c:v>119.96417580501637</c:v>
                </c:pt>
                <c:pt idx="765">
                  <c:v>122.32136835924202</c:v>
                </c:pt>
                <c:pt idx="766">
                  <c:v>123.62965874904805</c:v>
                </c:pt>
                <c:pt idx="767">
                  <c:v>123.25365273558356</c:v>
                </c:pt>
                <c:pt idx="768">
                  <c:v>123.38918596178424</c:v>
                </c:pt>
                <c:pt idx="769">
                  <c:v>120.94350205355863</c:v>
                </c:pt>
                <c:pt idx="770">
                  <c:v>120.94679169497127</c:v>
                </c:pt>
                <c:pt idx="771">
                  <c:v>121.23266153372951</c:v>
                </c:pt>
                <c:pt idx="772">
                  <c:v>121.65932802494865</c:v>
                </c:pt>
                <c:pt idx="773">
                  <c:v>120.63657850975954</c:v>
                </c:pt>
                <c:pt idx="774">
                  <c:v>117.3127248264303</c:v>
                </c:pt>
                <c:pt idx="775">
                  <c:v>119.87025654268555</c:v>
                </c:pt>
                <c:pt idx="776">
                  <c:v>119.94279313583422</c:v>
                </c:pt>
                <c:pt idx="777">
                  <c:v>120.30777885056638</c:v>
                </c:pt>
                <c:pt idx="778">
                  <c:v>120.06763502744381</c:v>
                </c:pt>
                <c:pt idx="779">
                  <c:v>119.08600602991271</c:v>
                </c:pt>
                <c:pt idx="780">
                  <c:v>118.03184043923292</c:v>
                </c:pt>
                <c:pt idx="781">
                  <c:v>118.20701384445589</c:v>
                </c:pt>
                <c:pt idx="782">
                  <c:v>114.26618791418642</c:v>
                </c:pt>
                <c:pt idx="783">
                  <c:v>116.09983403759074</c:v>
                </c:pt>
                <c:pt idx="784">
                  <c:v>116.83293062639709</c:v>
                </c:pt>
                <c:pt idx="785">
                  <c:v>116.33635925515937</c:v>
                </c:pt>
                <c:pt idx="786">
                  <c:v>115.20192641401124</c:v>
                </c:pt>
                <c:pt idx="787">
                  <c:v>113.91320939061036</c:v>
                </c:pt>
                <c:pt idx="788">
                  <c:v>110.72094136378664</c:v>
                </c:pt>
                <c:pt idx="789">
                  <c:v>111.87050655543294</c:v>
                </c:pt>
                <c:pt idx="790">
                  <c:v>113.44969891556968</c:v>
                </c:pt>
                <c:pt idx="791">
                  <c:v>116.88194628344537</c:v>
                </c:pt>
                <c:pt idx="792">
                  <c:v>117.15613789518872</c:v>
                </c:pt>
                <c:pt idx="793">
                  <c:v>117.07636409093227</c:v>
                </c:pt>
                <c:pt idx="794">
                  <c:v>117.27555187846748</c:v>
                </c:pt>
                <c:pt idx="795">
                  <c:v>119.32713674545906</c:v>
                </c:pt>
                <c:pt idx="796">
                  <c:v>121.00189318863298</c:v>
                </c:pt>
                <c:pt idx="797">
                  <c:v>118.9183987999388</c:v>
                </c:pt>
                <c:pt idx="798">
                  <c:v>118.05552585740394</c:v>
                </c:pt>
                <c:pt idx="799">
                  <c:v>117.73577271209552</c:v>
                </c:pt>
                <c:pt idx="800">
                  <c:v>117.75978709440777</c:v>
                </c:pt>
                <c:pt idx="801">
                  <c:v>116.85710949077996</c:v>
                </c:pt>
                <c:pt idx="802">
                  <c:v>117.30680347188753</c:v>
                </c:pt>
                <c:pt idx="803">
                  <c:v>117.24331339262363</c:v>
                </c:pt>
                <c:pt idx="804">
                  <c:v>117.96078418471994</c:v>
                </c:pt>
                <c:pt idx="805">
                  <c:v>119.37368517144789</c:v>
                </c:pt>
                <c:pt idx="806">
                  <c:v>120.76980898697138</c:v>
                </c:pt>
                <c:pt idx="807">
                  <c:v>122.34752100847246</c:v>
                </c:pt>
                <c:pt idx="808">
                  <c:v>123.87736874741971</c:v>
                </c:pt>
                <c:pt idx="809">
                  <c:v>123.6540020955016</c:v>
                </c:pt>
                <c:pt idx="810">
                  <c:v>123.56452384907782</c:v>
                </c:pt>
                <c:pt idx="811">
                  <c:v>126.06777648202458</c:v>
                </c:pt>
                <c:pt idx="812">
                  <c:v>125.78355146397267</c:v>
                </c:pt>
                <c:pt idx="813">
                  <c:v>124.78070427933004</c:v>
                </c:pt>
                <c:pt idx="814">
                  <c:v>125.63601104661586</c:v>
                </c:pt>
                <c:pt idx="815">
                  <c:v>126.3949313205114</c:v>
                </c:pt>
                <c:pt idx="816">
                  <c:v>122.82665728022317</c:v>
                </c:pt>
                <c:pt idx="817">
                  <c:v>124.0944850806538</c:v>
                </c:pt>
                <c:pt idx="818">
                  <c:v>125.02578256457156</c:v>
                </c:pt>
                <c:pt idx="819">
                  <c:v>124.26768470102915</c:v>
                </c:pt>
                <c:pt idx="820">
                  <c:v>122.26741824007475</c:v>
                </c:pt>
                <c:pt idx="821">
                  <c:v>124.56786447993235</c:v>
                </c:pt>
                <c:pt idx="822">
                  <c:v>123.80400974391786</c:v>
                </c:pt>
                <c:pt idx="823">
                  <c:v>126.52043114040355</c:v>
                </c:pt>
                <c:pt idx="824">
                  <c:v>125.677953974627</c:v>
                </c:pt>
                <c:pt idx="825">
                  <c:v>125.94490837526256</c:v>
                </c:pt>
                <c:pt idx="826">
                  <c:v>123.76223129797737</c:v>
                </c:pt>
                <c:pt idx="827">
                  <c:v>123.05907044602604</c:v>
                </c:pt>
                <c:pt idx="828">
                  <c:v>122.63552911414892</c:v>
                </c:pt>
                <c:pt idx="829">
                  <c:v>120.83510836901223</c:v>
                </c:pt>
                <c:pt idx="830">
                  <c:v>121.42691485914578</c:v>
                </c:pt>
                <c:pt idx="831">
                  <c:v>120.59299076104209</c:v>
                </c:pt>
                <c:pt idx="832">
                  <c:v>119.1565688382138</c:v>
                </c:pt>
                <c:pt idx="833">
                  <c:v>121.345496234183</c:v>
                </c:pt>
                <c:pt idx="834">
                  <c:v>120.92557350785978</c:v>
                </c:pt>
                <c:pt idx="835">
                  <c:v>123.42323375040503</c:v>
                </c:pt>
                <c:pt idx="836">
                  <c:v>124.97035210676862</c:v>
                </c:pt>
                <c:pt idx="837">
                  <c:v>124.15254725158682</c:v>
                </c:pt>
                <c:pt idx="838">
                  <c:v>126.80366926603163</c:v>
                </c:pt>
                <c:pt idx="839">
                  <c:v>126.68672251381238</c:v>
                </c:pt>
                <c:pt idx="840">
                  <c:v>125.04206628956409</c:v>
                </c:pt>
                <c:pt idx="841">
                  <c:v>124.77922394069434</c:v>
                </c:pt>
                <c:pt idx="842">
                  <c:v>124.5102957552112</c:v>
                </c:pt>
                <c:pt idx="843">
                  <c:v>125.80476965108419</c:v>
                </c:pt>
                <c:pt idx="844">
                  <c:v>127.0143707985111</c:v>
                </c:pt>
                <c:pt idx="845">
                  <c:v>127.35336834608341</c:v>
                </c:pt>
                <c:pt idx="846">
                  <c:v>126.43588735609876</c:v>
                </c:pt>
                <c:pt idx="847">
                  <c:v>126.64231235474178</c:v>
                </c:pt>
                <c:pt idx="848">
                  <c:v>125.90740646315848</c:v>
                </c:pt>
                <c:pt idx="849">
                  <c:v>125.79078867508046</c:v>
                </c:pt>
                <c:pt idx="850">
                  <c:v>123.85121609818921</c:v>
                </c:pt>
                <c:pt idx="851">
                  <c:v>122.55345256090359</c:v>
                </c:pt>
                <c:pt idx="852">
                  <c:v>123.16631275607803</c:v>
                </c:pt>
                <c:pt idx="853">
                  <c:v>123.12700154119698</c:v>
                </c:pt>
                <c:pt idx="854">
                  <c:v>121.97365326192617</c:v>
                </c:pt>
                <c:pt idx="855">
                  <c:v>121.71393607239843</c:v>
                </c:pt>
                <c:pt idx="856">
                  <c:v>121.16045390472212</c:v>
                </c:pt>
                <c:pt idx="857">
                  <c:v>120.47045161842134</c:v>
                </c:pt>
                <c:pt idx="858">
                  <c:v>119.29736549067469</c:v>
                </c:pt>
                <c:pt idx="859">
                  <c:v>121.43957997858443</c:v>
                </c:pt>
                <c:pt idx="860">
                  <c:v>122.76201582646485</c:v>
                </c:pt>
                <c:pt idx="861">
                  <c:v>121.59600242775537</c:v>
                </c:pt>
                <c:pt idx="862">
                  <c:v>122.75790377469905</c:v>
                </c:pt>
                <c:pt idx="863">
                  <c:v>124.27886948183213</c:v>
                </c:pt>
                <c:pt idx="864">
                  <c:v>125.3458646740212</c:v>
                </c:pt>
                <c:pt idx="865">
                  <c:v>125.5758106087646</c:v>
                </c:pt>
                <c:pt idx="866">
                  <c:v>123.98115693398842</c:v>
                </c:pt>
                <c:pt idx="867">
                  <c:v>123.90286346836763</c:v>
                </c:pt>
                <c:pt idx="868">
                  <c:v>127.39415989960014</c:v>
                </c:pt>
                <c:pt idx="869">
                  <c:v>130.78183262633456</c:v>
                </c:pt>
                <c:pt idx="870">
                  <c:v>130.56784145244248</c:v>
                </c:pt>
                <c:pt idx="871">
                  <c:v>134.02048459707649</c:v>
                </c:pt>
                <c:pt idx="872">
                  <c:v>133.91702537464903</c:v>
                </c:pt>
                <c:pt idx="873">
                  <c:v>134.62939722255575</c:v>
                </c:pt>
                <c:pt idx="874">
                  <c:v>135.01724594510577</c:v>
                </c:pt>
                <c:pt idx="875">
                  <c:v>133.47654238949684</c:v>
                </c:pt>
                <c:pt idx="876">
                  <c:v>134.72529026973413</c:v>
                </c:pt>
                <c:pt idx="877">
                  <c:v>134.53745174507253</c:v>
                </c:pt>
                <c:pt idx="878">
                  <c:v>136.51617105477419</c:v>
                </c:pt>
                <c:pt idx="879">
                  <c:v>136.38951986038762</c:v>
                </c:pt>
                <c:pt idx="880">
                  <c:v>136.45383235000469</c:v>
                </c:pt>
                <c:pt idx="881">
                  <c:v>138.00095070636826</c:v>
                </c:pt>
                <c:pt idx="882">
                  <c:v>139.09590785056474</c:v>
                </c:pt>
                <c:pt idx="883">
                  <c:v>139.81880655099189</c:v>
                </c:pt>
                <c:pt idx="884">
                  <c:v>139.43786607540844</c:v>
                </c:pt>
                <c:pt idx="885">
                  <c:v>137.50388588891869</c:v>
                </c:pt>
                <c:pt idx="886">
                  <c:v>138.284353314067</c:v>
                </c:pt>
                <c:pt idx="887">
                  <c:v>139.05857042053131</c:v>
                </c:pt>
                <c:pt idx="888">
                  <c:v>139.76831055530792</c:v>
                </c:pt>
                <c:pt idx="889">
                  <c:v>139.8977579448952</c:v>
                </c:pt>
                <c:pt idx="890">
                  <c:v>140.79171799877955</c:v>
                </c:pt>
                <c:pt idx="891">
                  <c:v>140.21816901848615</c:v>
                </c:pt>
                <c:pt idx="892">
                  <c:v>140.89616411363079</c:v>
                </c:pt>
                <c:pt idx="893">
                  <c:v>141.22726652181279</c:v>
                </c:pt>
                <c:pt idx="894">
                  <c:v>141.38385345305434</c:v>
                </c:pt>
                <c:pt idx="895">
                  <c:v>140.86770871541148</c:v>
                </c:pt>
                <c:pt idx="896">
                  <c:v>139.73903274673546</c:v>
                </c:pt>
                <c:pt idx="897">
                  <c:v>139.66929234878754</c:v>
                </c:pt>
                <c:pt idx="898">
                  <c:v>141.33648261671237</c:v>
                </c:pt>
                <c:pt idx="899">
                  <c:v>142.36202832710219</c:v>
                </c:pt>
                <c:pt idx="900">
                  <c:v>143.17276045324681</c:v>
                </c:pt>
                <c:pt idx="901">
                  <c:v>141.27480184022539</c:v>
                </c:pt>
                <c:pt idx="902">
                  <c:v>141.09485845495411</c:v>
                </c:pt>
                <c:pt idx="903">
                  <c:v>141.24947160134809</c:v>
                </c:pt>
                <c:pt idx="904">
                  <c:v>141.45359385100227</c:v>
                </c:pt>
                <c:pt idx="905">
                  <c:v>140.89550618534827</c:v>
                </c:pt>
                <c:pt idx="906">
                  <c:v>140.6945090950361</c:v>
                </c:pt>
                <c:pt idx="907">
                  <c:v>141.2371354460507</c:v>
                </c:pt>
                <c:pt idx="908">
                  <c:v>144.15586978941363</c:v>
                </c:pt>
                <c:pt idx="909">
                  <c:v>143.09068390000149</c:v>
                </c:pt>
                <c:pt idx="910">
                  <c:v>143.64729122701979</c:v>
                </c:pt>
                <c:pt idx="911">
                  <c:v>143.94105620516834</c:v>
                </c:pt>
                <c:pt idx="912">
                  <c:v>143.19447208657022</c:v>
                </c:pt>
                <c:pt idx="913">
                  <c:v>143.47754573012767</c:v>
                </c:pt>
                <c:pt idx="914">
                  <c:v>144.04171923239505</c:v>
                </c:pt>
                <c:pt idx="915">
                  <c:v>144.21031335479276</c:v>
                </c:pt>
                <c:pt idx="916">
                  <c:v>144.48713667966621</c:v>
                </c:pt>
                <c:pt idx="917">
                  <c:v>145.57173145341292</c:v>
                </c:pt>
                <c:pt idx="918">
                  <c:v>145.34507516008216</c:v>
                </c:pt>
                <c:pt idx="919">
                  <c:v>144.88107123882961</c:v>
                </c:pt>
                <c:pt idx="920">
                  <c:v>142.08833016157075</c:v>
                </c:pt>
                <c:pt idx="921">
                  <c:v>143.61143413562206</c:v>
                </c:pt>
                <c:pt idx="922">
                  <c:v>144.68254137957692</c:v>
                </c:pt>
                <c:pt idx="923">
                  <c:v>146.38953630859467</c:v>
                </c:pt>
                <c:pt idx="924">
                  <c:v>148.29851522034841</c:v>
                </c:pt>
                <c:pt idx="925">
                  <c:v>147.55571418937478</c:v>
                </c:pt>
                <c:pt idx="926">
                  <c:v>144.53829060363276</c:v>
                </c:pt>
                <c:pt idx="927">
                  <c:v>145.46185743023082</c:v>
                </c:pt>
                <c:pt idx="928">
                  <c:v>144.62793333212713</c:v>
                </c:pt>
                <c:pt idx="929">
                  <c:v>145.9161569093161</c:v>
                </c:pt>
                <c:pt idx="930">
                  <c:v>146.0786651951004</c:v>
                </c:pt>
                <c:pt idx="931">
                  <c:v>143.0247265896781</c:v>
                </c:pt>
                <c:pt idx="932">
                  <c:v>145.68851372356158</c:v>
                </c:pt>
                <c:pt idx="933">
                  <c:v>145.06397530137224</c:v>
                </c:pt>
                <c:pt idx="934">
                  <c:v>144.13004610432441</c:v>
                </c:pt>
                <c:pt idx="935">
                  <c:v>142.53753069646643</c:v>
                </c:pt>
                <c:pt idx="936">
                  <c:v>140.02243535443421</c:v>
                </c:pt>
                <c:pt idx="937">
                  <c:v>142.10214665550382</c:v>
                </c:pt>
                <c:pt idx="938">
                  <c:v>141.57514610119924</c:v>
                </c:pt>
                <c:pt idx="939">
                  <c:v>141.95806036163029</c:v>
                </c:pt>
                <c:pt idx="940">
                  <c:v>142.05625615779752</c:v>
                </c:pt>
                <c:pt idx="941">
                  <c:v>143.80914158452157</c:v>
                </c:pt>
                <c:pt idx="942">
                  <c:v>144.38417090345069</c:v>
                </c:pt>
                <c:pt idx="943">
                  <c:v>145.669104839227</c:v>
                </c:pt>
                <c:pt idx="944">
                  <c:v>145.62979362434595</c:v>
                </c:pt>
                <c:pt idx="945">
                  <c:v>145.43537581685908</c:v>
                </c:pt>
                <c:pt idx="946">
                  <c:v>143.93118728093043</c:v>
                </c:pt>
                <c:pt idx="947">
                  <c:v>144.59487243593011</c:v>
                </c:pt>
                <c:pt idx="948">
                  <c:v>144.56033120109743</c:v>
                </c:pt>
                <c:pt idx="949">
                  <c:v>145.71894290662848</c:v>
                </c:pt>
                <c:pt idx="950">
                  <c:v>146.602540590063</c:v>
                </c:pt>
                <c:pt idx="951">
                  <c:v>146.49875240349425</c:v>
                </c:pt>
                <c:pt idx="952">
                  <c:v>146.92147132501822</c:v>
                </c:pt>
                <c:pt idx="953">
                  <c:v>146.42045893787349</c:v>
                </c:pt>
                <c:pt idx="954">
                  <c:v>147.07805825625977</c:v>
                </c:pt>
                <c:pt idx="955">
                  <c:v>147.46327526567967</c:v>
                </c:pt>
                <c:pt idx="956">
                  <c:v>146.67491270114101</c:v>
                </c:pt>
                <c:pt idx="957">
                  <c:v>146.45648051134185</c:v>
                </c:pt>
                <c:pt idx="958">
                  <c:v>144.47825464785211</c:v>
                </c:pt>
                <c:pt idx="959">
                  <c:v>144.45160855240974</c:v>
                </c:pt>
                <c:pt idx="960">
                  <c:v>144.44914132135028</c:v>
                </c:pt>
                <c:pt idx="961">
                  <c:v>144.23465670124628</c:v>
                </c:pt>
                <c:pt idx="962">
                  <c:v>143.91194287866651</c:v>
                </c:pt>
                <c:pt idx="963">
                  <c:v>143.46455164654776</c:v>
                </c:pt>
                <c:pt idx="964">
                  <c:v>144.26442795603066</c:v>
                </c:pt>
                <c:pt idx="965">
                  <c:v>144.26459243810129</c:v>
                </c:pt>
                <c:pt idx="966">
                  <c:v>145.53949296756906</c:v>
                </c:pt>
                <c:pt idx="967">
                  <c:v>145.08173936500052</c:v>
                </c:pt>
                <c:pt idx="968">
                  <c:v>145.57008663270662</c:v>
                </c:pt>
                <c:pt idx="969">
                  <c:v>148.2922649016644</c:v>
                </c:pt>
                <c:pt idx="970">
                  <c:v>149.79892066865253</c:v>
                </c:pt>
                <c:pt idx="971">
                  <c:v>149.25316915829589</c:v>
                </c:pt>
                <c:pt idx="972">
                  <c:v>148.54112627453043</c:v>
                </c:pt>
                <c:pt idx="973">
                  <c:v>148.53109286822189</c:v>
                </c:pt>
                <c:pt idx="974">
                  <c:v>148.98078684932946</c:v>
                </c:pt>
                <c:pt idx="975">
                  <c:v>150.41753773629904</c:v>
                </c:pt>
                <c:pt idx="976">
                  <c:v>150.55718301426552</c:v>
                </c:pt>
                <c:pt idx="977">
                  <c:v>151.84820278665524</c:v>
                </c:pt>
                <c:pt idx="978">
                  <c:v>152.03143581333916</c:v>
                </c:pt>
                <c:pt idx="979">
                  <c:v>151.80231228894897</c:v>
                </c:pt>
                <c:pt idx="980">
                  <c:v>151.1568846437894</c:v>
                </c:pt>
                <c:pt idx="981">
                  <c:v>149.82523779995361</c:v>
                </c:pt>
                <c:pt idx="982">
                  <c:v>149.08901605180526</c:v>
                </c:pt>
                <c:pt idx="983">
                  <c:v>151.26248213313508</c:v>
                </c:pt>
                <c:pt idx="984">
                  <c:v>150.31917745806118</c:v>
                </c:pt>
                <c:pt idx="985">
                  <c:v>148.97042447887966</c:v>
                </c:pt>
                <c:pt idx="986">
                  <c:v>148.31529239155284</c:v>
                </c:pt>
                <c:pt idx="987">
                  <c:v>145.78013023690352</c:v>
                </c:pt>
                <c:pt idx="988">
                  <c:v>147.19187984913705</c:v>
                </c:pt>
                <c:pt idx="989">
                  <c:v>146.58444756229346</c:v>
                </c:pt>
                <c:pt idx="990">
                  <c:v>146.68231439431943</c:v>
                </c:pt>
                <c:pt idx="991">
                  <c:v>146.41535999368389</c:v>
                </c:pt>
                <c:pt idx="992">
                  <c:v>145.30823117626062</c:v>
                </c:pt>
                <c:pt idx="993">
                  <c:v>145.37862950249107</c:v>
                </c:pt>
                <c:pt idx="994">
                  <c:v>144.78912576134638</c:v>
                </c:pt>
                <c:pt idx="995">
                  <c:v>143.83480078754016</c:v>
                </c:pt>
                <c:pt idx="996">
                  <c:v>146.06501318323797</c:v>
                </c:pt>
                <c:pt idx="997">
                  <c:v>146.1023506132714</c:v>
                </c:pt>
                <c:pt idx="998">
                  <c:v>147.36491498744181</c:v>
                </c:pt>
                <c:pt idx="999">
                  <c:v>146.80370216244577</c:v>
                </c:pt>
                <c:pt idx="1000">
                  <c:v>145.14884804981833</c:v>
                </c:pt>
                <c:pt idx="1001">
                  <c:v>144.63352572252862</c:v>
                </c:pt>
                <c:pt idx="1002">
                  <c:v>144.59816207734275</c:v>
                </c:pt>
                <c:pt idx="1003">
                  <c:v>144.7664272355992</c:v>
                </c:pt>
                <c:pt idx="1004">
                  <c:v>146.50779891737901</c:v>
                </c:pt>
                <c:pt idx="1005">
                  <c:v>147.08463753908504</c:v>
                </c:pt>
                <c:pt idx="1006">
                  <c:v>145.81680973865446</c:v>
                </c:pt>
                <c:pt idx="1007">
                  <c:v>144.41394215823505</c:v>
                </c:pt>
                <c:pt idx="1008">
                  <c:v>145.60577924203372</c:v>
                </c:pt>
                <c:pt idx="1009">
                  <c:v>145.81121734825297</c:v>
                </c:pt>
                <c:pt idx="1010">
                  <c:v>145.67897376346494</c:v>
                </c:pt>
                <c:pt idx="1011">
                  <c:v>146.34512614952405</c:v>
                </c:pt>
                <c:pt idx="1012">
                  <c:v>145.46909464133861</c:v>
                </c:pt>
                <c:pt idx="1013">
                  <c:v>146.24725931749808</c:v>
                </c:pt>
                <c:pt idx="1014">
                  <c:v>147.89668552179472</c:v>
                </c:pt>
                <c:pt idx="1015">
                  <c:v>151.26281109727634</c:v>
                </c:pt>
                <c:pt idx="1016">
                  <c:v>151.44587964188963</c:v>
                </c:pt>
                <c:pt idx="1017">
                  <c:v>152.28934370008997</c:v>
                </c:pt>
                <c:pt idx="1018">
                  <c:v>150.5277407236224</c:v>
                </c:pt>
                <c:pt idx="1019">
                  <c:v>150.57215088269302</c:v>
                </c:pt>
                <c:pt idx="1020">
                  <c:v>150.24203536693483</c:v>
                </c:pt>
                <c:pt idx="1021">
                  <c:v>149.63953754221021</c:v>
                </c:pt>
                <c:pt idx="1022">
                  <c:v>149.70631726288676</c:v>
                </c:pt>
                <c:pt idx="1023">
                  <c:v>151.24767874677821</c:v>
                </c:pt>
                <c:pt idx="1024">
                  <c:v>150.66294498568183</c:v>
                </c:pt>
                <c:pt idx="1025">
                  <c:v>150.52806968776366</c:v>
                </c:pt>
                <c:pt idx="1026">
                  <c:v>150.06455921272303</c:v>
                </c:pt>
                <c:pt idx="1027">
                  <c:v>149.68263184471576</c:v>
                </c:pt>
                <c:pt idx="1028">
                  <c:v>149.8495811464071</c:v>
                </c:pt>
                <c:pt idx="1029">
                  <c:v>149.39199202590919</c:v>
                </c:pt>
                <c:pt idx="1030">
                  <c:v>149.77770248154098</c:v>
                </c:pt>
                <c:pt idx="1031">
                  <c:v>149.2592549949093</c:v>
                </c:pt>
                <c:pt idx="1032">
                  <c:v>148.16791645626668</c:v>
                </c:pt>
                <c:pt idx="1033">
                  <c:v>147.83796542257909</c:v>
                </c:pt>
                <c:pt idx="1034">
                  <c:v>148.2396306390622</c:v>
                </c:pt>
                <c:pt idx="1035">
                  <c:v>147.47988795481348</c:v>
                </c:pt>
                <c:pt idx="1036">
                  <c:v>149.38261654788317</c:v>
                </c:pt>
                <c:pt idx="1037">
                  <c:v>149.85007459261902</c:v>
                </c:pt>
                <c:pt idx="1038">
                  <c:v>150.4089846686262</c:v>
                </c:pt>
                <c:pt idx="1039">
                  <c:v>148.8906506746232</c:v>
                </c:pt>
                <c:pt idx="1040">
                  <c:v>149.13507103158219</c:v>
                </c:pt>
                <c:pt idx="1041">
                  <c:v>147.88122420715527</c:v>
                </c:pt>
                <c:pt idx="1042">
                  <c:v>147.09615128402928</c:v>
                </c:pt>
                <c:pt idx="1043">
                  <c:v>146.27176714602223</c:v>
                </c:pt>
                <c:pt idx="1044">
                  <c:v>147.93912189601772</c:v>
                </c:pt>
                <c:pt idx="1045">
                  <c:v>147.56772138053091</c:v>
                </c:pt>
                <c:pt idx="1046">
                  <c:v>148.7347216716642</c:v>
                </c:pt>
                <c:pt idx="1047">
                  <c:v>147.74898062236724</c:v>
                </c:pt>
                <c:pt idx="1048">
                  <c:v>148.39407930338552</c:v>
                </c:pt>
                <c:pt idx="1049">
                  <c:v>148.91367816451165</c:v>
                </c:pt>
                <c:pt idx="1050">
                  <c:v>148.23124205345997</c:v>
                </c:pt>
                <c:pt idx="1051">
                  <c:v>148.6523161542776</c:v>
                </c:pt>
                <c:pt idx="1052">
                  <c:v>148.17943020121092</c:v>
                </c:pt>
                <c:pt idx="1053">
                  <c:v>149.42094087034044</c:v>
                </c:pt>
                <c:pt idx="1054">
                  <c:v>151.01066008299767</c:v>
                </c:pt>
                <c:pt idx="1055">
                  <c:v>150.46309926986407</c:v>
                </c:pt>
                <c:pt idx="1056">
                  <c:v>152.51188794165492</c:v>
                </c:pt>
                <c:pt idx="1057">
                  <c:v>151.68256934152893</c:v>
                </c:pt>
                <c:pt idx="1058">
                  <c:v>151.02628587970767</c:v>
                </c:pt>
                <c:pt idx="1059">
                  <c:v>152.21072127032789</c:v>
                </c:pt>
                <c:pt idx="1060">
                  <c:v>151.69391860440251</c:v>
                </c:pt>
                <c:pt idx="1061">
                  <c:v>152.02074447874807</c:v>
                </c:pt>
                <c:pt idx="1062">
                  <c:v>153.58875205808189</c:v>
                </c:pt>
                <c:pt idx="1063">
                  <c:v>153.0879041530078</c:v>
                </c:pt>
                <c:pt idx="1064">
                  <c:v>152.70992435469572</c:v>
                </c:pt>
                <c:pt idx="1065">
                  <c:v>152.16581766504541</c:v>
                </c:pt>
                <c:pt idx="1066">
                  <c:v>153.52657783538305</c:v>
                </c:pt>
                <c:pt idx="1067">
                  <c:v>154.42580131552762</c:v>
                </c:pt>
                <c:pt idx="1068">
                  <c:v>154.7837143012226</c:v>
                </c:pt>
                <c:pt idx="1069">
                  <c:v>155.88788244137447</c:v>
                </c:pt>
                <c:pt idx="1070">
                  <c:v>155.79791074873884</c:v>
                </c:pt>
                <c:pt idx="1071">
                  <c:v>157.29124346800575</c:v>
                </c:pt>
                <c:pt idx="1072">
                  <c:v>157.08103538173822</c:v>
                </c:pt>
                <c:pt idx="1073">
                  <c:v>158.2996830430499</c:v>
                </c:pt>
                <c:pt idx="1074">
                  <c:v>158.0914487416299</c:v>
                </c:pt>
                <c:pt idx="1075">
                  <c:v>158.51515455557768</c:v>
                </c:pt>
                <c:pt idx="1076">
                  <c:v>159.67409522524997</c:v>
                </c:pt>
                <c:pt idx="1077">
                  <c:v>159.11699445201975</c:v>
                </c:pt>
                <c:pt idx="1078">
                  <c:v>160.01917860943567</c:v>
                </c:pt>
                <c:pt idx="1079">
                  <c:v>160.74832762854686</c:v>
                </c:pt>
                <c:pt idx="1080">
                  <c:v>161.03041437968054</c:v>
                </c:pt>
                <c:pt idx="1081">
                  <c:v>162.85879707682466</c:v>
                </c:pt>
                <c:pt idx="1082">
                  <c:v>162.52835259692517</c:v>
                </c:pt>
                <c:pt idx="1083">
                  <c:v>162.62013359233777</c:v>
                </c:pt>
                <c:pt idx="1084">
                  <c:v>160.82826591487395</c:v>
                </c:pt>
                <c:pt idx="1085">
                  <c:v>160.77875681161376</c:v>
                </c:pt>
                <c:pt idx="1086">
                  <c:v>161.36431298306329</c:v>
                </c:pt>
                <c:pt idx="1087">
                  <c:v>161.58323861907434</c:v>
                </c:pt>
                <c:pt idx="1088">
                  <c:v>162.36107433109254</c:v>
                </c:pt>
                <c:pt idx="1089">
                  <c:v>163.353723627356</c:v>
                </c:pt>
                <c:pt idx="1090">
                  <c:v>165.75845149999424</c:v>
                </c:pt>
                <c:pt idx="1091">
                  <c:v>166.54270201276711</c:v>
                </c:pt>
                <c:pt idx="1092">
                  <c:v>167.53222614968854</c:v>
                </c:pt>
                <c:pt idx="1093">
                  <c:v>167.91234421491885</c:v>
                </c:pt>
                <c:pt idx="1094">
                  <c:v>167.76825792104532</c:v>
                </c:pt>
                <c:pt idx="1095">
                  <c:v>168.7212670382865</c:v>
                </c:pt>
                <c:pt idx="1096">
                  <c:v>167.96382710302663</c:v>
                </c:pt>
                <c:pt idx="1097">
                  <c:v>167.89803427477386</c:v>
                </c:pt>
                <c:pt idx="1098">
                  <c:v>169.77641952139007</c:v>
                </c:pt>
                <c:pt idx="1099">
                  <c:v>168.24377558724211</c:v>
                </c:pt>
                <c:pt idx="1100">
                  <c:v>166.7020851392094</c:v>
                </c:pt>
                <c:pt idx="1101">
                  <c:v>166.99058669109775</c:v>
                </c:pt>
                <c:pt idx="1102">
                  <c:v>169.29382912615608</c:v>
                </c:pt>
                <c:pt idx="1103">
                  <c:v>170.29782768529316</c:v>
                </c:pt>
                <c:pt idx="1104">
                  <c:v>171.21415730078343</c:v>
                </c:pt>
                <c:pt idx="1105">
                  <c:v>172.50945360700956</c:v>
                </c:pt>
                <c:pt idx="1106">
                  <c:v>171.46877554612158</c:v>
                </c:pt>
                <c:pt idx="1107">
                  <c:v>171.60315739782783</c:v>
                </c:pt>
                <c:pt idx="1108">
                  <c:v>170.84505953428547</c:v>
                </c:pt>
                <c:pt idx="1109">
                  <c:v>169.60667402449795</c:v>
                </c:pt>
                <c:pt idx="1110">
                  <c:v>168.70514779536455</c:v>
                </c:pt>
                <c:pt idx="1111">
                  <c:v>169.86063434155358</c:v>
                </c:pt>
                <c:pt idx="1112">
                  <c:v>169.74089139413357</c:v>
                </c:pt>
                <c:pt idx="1113">
                  <c:v>170.71067768257922</c:v>
                </c:pt>
                <c:pt idx="1114">
                  <c:v>171.70201112227761</c:v>
                </c:pt>
                <c:pt idx="1115">
                  <c:v>173.50062256463735</c:v>
                </c:pt>
                <c:pt idx="1116">
                  <c:v>173.7417532801837</c:v>
                </c:pt>
                <c:pt idx="1117">
                  <c:v>176.90441453429369</c:v>
                </c:pt>
                <c:pt idx="1118">
                  <c:v>176.86970881739038</c:v>
                </c:pt>
                <c:pt idx="1119">
                  <c:v>174.16167600650689</c:v>
                </c:pt>
                <c:pt idx="1120">
                  <c:v>172.82509470055217</c:v>
                </c:pt>
                <c:pt idx="1121">
                  <c:v>174.95760474629463</c:v>
                </c:pt>
                <c:pt idx="1122">
                  <c:v>175.27044964463647</c:v>
                </c:pt>
                <c:pt idx="1123">
                  <c:v>174.44951963011272</c:v>
                </c:pt>
                <c:pt idx="1124">
                  <c:v>175.84350517871798</c:v>
                </c:pt>
                <c:pt idx="1125">
                  <c:v>175.90238976000421</c:v>
                </c:pt>
                <c:pt idx="1126">
                  <c:v>175.47161121701927</c:v>
                </c:pt>
                <c:pt idx="1127">
                  <c:v>176.05272637256178</c:v>
                </c:pt>
                <c:pt idx="1128">
                  <c:v>178.42916332905131</c:v>
                </c:pt>
                <c:pt idx="1129">
                  <c:v>176.64535527304847</c:v>
                </c:pt>
                <c:pt idx="1130">
                  <c:v>173.599969735299</c:v>
                </c:pt>
                <c:pt idx="1131">
                  <c:v>172.10071566148929</c:v>
                </c:pt>
                <c:pt idx="1132">
                  <c:v>173.9078801715219</c:v>
                </c:pt>
                <c:pt idx="1133">
                  <c:v>172.70584519934405</c:v>
                </c:pt>
                <c:pt idx="1134">
                  <c:v>174.23273226101989</c:v>
                </c:pt>
                <c:pt idx="1135">
                  <c:v>173.15636159080478</c:v>
                </c:pt>
                <c:pt idx="1136">
                  <c:v>172.70995725110984</c:v>
                </c:pt>
                <c:pt idx="1137">
                  <c:v>172.27424424600594</c:v>
                </c:pt>
                <c:pt idx="1138">
                  <c:v>171.26646259924436</c:v>
                </c:pt>
                <c:pt idx="1139">
                  <c:v>171.22797379471649</c:v>
                </c:pt>
                <c:pt idx="1140">
                  <c:v>171.29985245958264</c:v>
                </c:pt>
                <c:pt idx="1141">
                  <c:v>170.812656566371</c:v>
                </c:pt>
                <c:pt idx="1142">
                  <c:v>171.7396775164523</c:v>
                </c:pt>
                <c:pt idx="1143">
                  <c:v>170.16870925984713</c:v>
                </c:pt>
                <c:pt idx="1144">
                  <c:v>168.92867892935328</c:v>
                </c:pt>
                <c:pt idx="1145">
                  <c:v>169.75997131432686</c:v>
                </c:pt>
                <c:pt idx="1146">
                  <c:v>170.45408565239347</c:v>
                </c:pt>
                <c:pt idx="1147">
                  <c:v>168.93542269424921</c:v>
                </c:pt>
                <c:pt idx="1148">
                  <c:v>169.30057289105201</c:v>
                </c:pt>
                <c:pt idx="1149">
                  <c:v>170.40013553322621</c:v>
                </c:pt>
                <c:pt idx="1150">
                  <c:v>171.52733116326655</c:v>
                </c:pt>
                <c:pt idx="1151">
                  <c:v>170.69390051137475</c:v>
                </c:pt>
                <c:pt idx="1152">
                  <c:v>171.18224777908085</c:v>
                </c:pt>
                <c:pt idx="1153">
                  <c:v>169.43890231245345</c:v>
                </c:pt>
                <c:pt idx="1154">
                  <c:v>169.05730390858744</c:v>
                </c:pt>
                <c:pt idx="1155">
                  <c:v>168.50546656161748</c:v>
                </c:pt>
                <c:pt idx="1156">
                  <c:v>169.46110739198875</c:v>
                </c:pt>
                <c:pt idx="1157">
                  <c:v>168.07649732140948</c:v>
                </c:pt>
                <c:pt idx="1158">
                  <c:v>168.56287080426796</c:v>
                </c:pt>
                <c:pt idx="1159">
                  <c:v>168.33670795714912</c:v>
                </c:pt>
                <c:pt idx="1160">
                  <c:v>169.57591587728979</c:v>
                </c:pt>
                <c:pt idx="1161">
                  <c:v>171.27468670277594</c:v>
                </c:pt>
                <c:pt idx="1162">
                  <c:v>170.5781051336499</c:v>
                </c:pt>
                <c:pt idx="1163">
                  <c:v>170.33203995598461</c:v>
                </c:pt>
                <c:pt idx="1164">
                  <c:v>171.84774223685747</c:v>
                </c:pt>
                <c:pt idx="1165">
                  <c:v>171.27814082625923</c:v>
                </c:pt>
                <c:pt idx="1166">
                  <c:v>171.79708175910284</c:v>
                </c:pt>
                <c:pt idx="1167">
                  <c:v>171.53243010745612</c:v>
                </c:pt>
                <c:pt idx="1168">
                  <c:v>170.71643455505131</c:v>
                </c:pt>
                <c:pt idx="1169">
                  <c:v>171.71467624171626</c:v>
                </c:pt>
                <c:pt idx="1170">
                  <c:v>170.81183415601782</c:v>
                </c:pt>
                <c:pt idx="1171">
                  <c:v>169.98448934073943</c:v>
                </c:pt>
                <c:pt idx="1172">
                  <c:v>169.77345884411869</c:v>
                </c:pt>
                <c:pt idx="1173">
                  <c:v>169.88514217007773</c:v>
                </c:pt>
                <c:pt idx="1174">
                  <c:v>170.77466120805499</c:v>
                </c:pt>
                <c:pt idx="1175">
                  <c:v>172.14529030263054</c:v>
                </c:pt>
                <c:pt idx="1176">
                  <c:v>168.85433303342768</c:v>
                </c:pt>
                <c:pt idx="1177">
                  <c:v>169.75421444185477</c:v>
                </c:pt>
                <c:pt idx="1178">
                  <c:v>168.82719349177341</c:v>
                </c:pt>
                <c:pt idx="1179">
                  <c:v>169.2051732900855</c:v>
                </c:pt>
                <c:pt idx="1180">
                  <c:v>169.03674364975848</c:v>
                </c:pt>
                <c:pt idx="1181">
                  <c:v>169.67279581689198</c:v>
                </c:pt>
                <c:pt idx="1182">
                  <c:v>169.42590822887351</c:v>
                </c:pt>
                <c:pt idx="1183">
                  <c:v>170.41641925821875</c:v>
                </c:pt>
                <c:pt idx="1184">
                  <c:v>171.89840271461208</c:v>
                </c:pt>
                <c:pt idx="1185">
                  <c:v>172.25861844929594</c:v>
                </c:pt>
                <c:pt idx="1186">
                  <c:v>172.77426974072688</c:v>
                </c:pt>
                <c:pt idx="1187">
                  <c:v>172.38362482297615</c:v>
                </c:pt>
                <c:pt idx="1188">
                  <c:v>173.24995188899436</c:v>
                </c:pt>
                <c:pt idx="1189">
                  <c:v>172.51553944362294</c:v>
                </c:pt>
                <c:pt idx="1190">
                  <c:v>172.75995980058192</c:v>
                </c:pt>
                <c:pt idx="1191">
                  <c:v>170.48023830162393</c:v>
                </c:pt>
                <c:pt idx="1192">
                  <c:v>169.15878934616734</c:v>
                </c:pt>
                <c:pt idx="1193">
                  <c:v>168.48507078485909</c:v>
                </c:pt>
                <c:pt idx="1194">
                  <c:v>167.57795216532421</c:v>
                </c:pt>
                <c:pt idx="1195">
                  <c:v>169.07112040252053</c:v>
                </c:pt>
                <c:pt idx="1196">
                  <c:v>168.36615024779223</c:v>
                </c:pt>
                <c:pt idx="1197">
                  <c:v>168.63557187948729</c:v>
                </c:pt>
                <c:pt idx="1198">
                  <c:v>168.06054256055819</c:v>
                </c:pt>
                <c:pt idx="1199">
                  <c:v>169.70931083657226</c:v>
                </c:pt>
                <c:pt idx="1200">
                  <c:v>170.73732377802159</c:v>
                </c:pt>
                <c:pt idx="1201">
                  <c:v>171.31037931210307</c:v>
                </c:pt>
                <c:pt idx="1202">
                  <c:v>171.48900684080931</c:v>
                </c:pt>
                <c:pt idx="1203">
                  <c:v>172.55879822819912</c:v>
                </c:pt>
                <c:pt idx="1204">
                  <c:v>171.00542955315154</c:v>
                </c:pt>
                <c:pt idx="1205">
                  <c:v>171.31153068659751</c:v>
                </c:pt>
                <c:pt idx="1206">
                  <c:v>171.91172576233328</c:v>
                </c:pt>
                <c:pt idx="1207">
                  <c:v>171.14556827732991</c:v>
                </c:pt>
                <c:pt idx="1208">
                  <c:v>172.32276645684237</c:v>
                </c:pt>
                <c:pt idx="1209">
                  <c:v>172.06716131908041</c:v>
                </c:pt>
                <c:pt idx="1210">
                  <c:v>173.54865132926184</c:v>
                </c:pt>
                <c:pt idx="1211">
                  <c:v>172.87098519825847</c:v>
                </c:pt>
                <c:pt idx="1212">
                  <c:v>172.59498428373814</c:v>
                </c:pt>
                <c:pt idx="1213">
                  <c:v>173.33515360158165</c:v>
                </c:pt>
                <c:pt idx="1214">
                  <c:v>173.76889282183797</c:v>
                </c:pt>
                <c:pt idx="1215">
                  <c:v>172.95914758811716</c:v>
                </c:pt>
                <c:pt idx="1216">
                  <c:v>172.67163292865263</c:v>
                </c:pt>
                <c:pt idx="1217">
                  <c:v>173.4478238199645</c:v>
                </c:pt>
                <c:pt idx="1218">
                  <c:v>174.39639192129863</c:v>
                </c:pt>
                <c:pt idx="1219">
                  <c:v>177.15196005059468</c:v>
                </c:pt>
                <c:pt idx="1220">
                  <c:v>178.42258404622601</c:v>
                </c:pt>
                <c:pt idx="1221">
                  <c:v>178.00545751510356</c:v>
                </c:pt>
                <c:pt idx="1222">
                  <c:v>179.82018820038522</c:v>
                </c:pt>
                <c:pt idx="1223">
                  <c:v>178.21023769304028</c:v>
                </c:pt>
                <c:pt idx="1224">
                  <c:v>176.44435818273627</c:v>
                </c:pt>
                <c:pt idx="1225">
                  <c:v>177.56464556581011</c:v>
                </c:pt>
                <c:pt idx="1226">
                  <c:v>177.10442473218205</c:v>
                </c:pt>
                <c:pt idx="1227">
                  <c:v>178.34906056065358</c:v>
                </c:pt>
                <c:pt idx="1228">
                  <c:v>178.82967717103995</c:v>
                </c:pt>
                <c:pt idx="1229">
                  <c:v>178.25316751347518</c:v>
                </c:pt>
                <c:pt idx="1230">
                  <c:v>177.69672466852751</c:v>
                </c:pt>
                <c:pt idx="1231">
                  <c:v>180.19520732142593</c:v>
                </c:pt>
                <c:pt idx="1232">
                  <c:v>179.60751288305818</c:v>
                </c:pt>
                <c:pt idx="1233">
                  <c:v>180.28320522921399</c:v>
                </c:pt>
                <c:pt idx="1234">
                  <c:v>181.26269595982691</c:v>
                </c:pt>
                <c:pt idx="1235">
                  <c:v>182.52377999536159</c:v>
                </c:pt>
                <c:pt idx="1236">
                  <c:v>183.39866012905262</c:v>
                </c:pt>
                <c:pt idx="1237">
                  <c:v>185.87954320039344</c:v>
                </c:pt>
                <c:pt idx="1238">
                  <c:v>187.46745311027371</c:v>
                </c:pt>
                <c:pt idx="1239">
                  <c:v>188.47128718734015</c:v>
                </c:pt>
                <c:pt idx="1240">
                  <c:v>188.19874039630309</c:v>
                </c:pt>
                <c:pt idx="1241">
                  <c:v>188.21124103367112</c:v>
                </c:pt>
                <c:pt idx="1242">
                  <c:v>189.82513911071123</c:v>
                </c:pt>
                <c:pt idx="1243">
                  <c:v>189.70490271707931</c:v>
                </c:pt>
                <c:pt idx="1244">
                  <c:v>186.433354332211</c:v>
                </c:pt>
                <c:pt idx="1245">
                  <c:v>186.10521260130039</c:v>
                </c:pt>
                <c:pt idx="1246">
                  <c:v>185.36783947865763</c:v>
                </c:pt>
                <c:pt idx="1247">
                  <c:v>184.97176665257604</c:v>
                </c:pt>
                <c:pt idx="1248">
                  <c:v>185.81786242390649</c:v>
                </c:pt>
                <c:pt idx="1249">
                  <c:v>186.3822004082445</c:v>
                </c:pt>
                <c:pt idx="1250">
                  <c:v>186.70639456945995</c:v>
                </c:pt>
                <c:pt idx="1251">
                  <c:v>185.07358105429716</c:v>
                </c:pt>
                <c:pt idx="1252">
                  <c:v>184.06727974617127</c:v>
                </c:pt>
                <c:pt idx="1253">
                  <c:v>186.32693443251219</c:v>
                </c:pt>
                <c:pt idx="1254">
                  <c:v>184.13225016407085</c:v>
                </c:pt>
                <c:pt idx="1255">
                  <c:v>180.84441805421</c:v>
                </c:pt>
                <c:pt idx="1256">
                  <c:v>183.75509277611192</c:v>
                </c:pt>
                <c:pt idx="1257">
                  <c:v>181.63458992152559</c:v>
                </c:pt>
                <c:pt idx="1258">
                  <c:v>181.38786681557778</c:v>
                </c:pt>
                <c:pt idx="1259">
                  <c:v>179.53004182779054</c:v>
                </c:pt>
                <c:pt idx="1260">
                  <c:v>181.16515809194217</c:v>
                </c:pt>
                <c:pt idx="1261">
                  <c:v>181.64018231192708</c:v>
                </c:pt>
                <c:pt idx="1262">
                  <c:v>181.31977123833616</c:v>
                </c:pt>
                <c:pt idx="1263">
                  <c:v>179.93812184502829</c:v>
                </c:pt>
                <c:pt idx="1264">
                  <c:v>179.64336997445594</c:v>
                </c:pt>
                <c:pt idx="1265">
                  <c:v>180.18221323784601</c:v>
                </c:pt>
                <c:pt idx="1266">
                  <c:v>176.47676115065076</c:v>
                </c:pt>
                <c:pt idx="1267">
                  <c:v>177.20344293870244</c:v>
                </c:pt>
                <c:pt idx="1268">
                  <c:v>175.31469532163646</c:v>
                </c:pt>
                <c:pt idx="1269">
                  <c:v>175.77228444213441</c:v>
                </c:pt>
                <c:pt idx="1270">
                  <c:v>177.11116849707798</c:v>
                </c:pt>
                <c:pt idx="1271">
                  <c:v>175.40812113775536</c:v>
                </c:pt>
                <c:pt idx="1272">
                  <c:v>176.0570029063982</c:v>
                </c:pt>
                <c:pt idx="1273">
                  <c:v>177.45411361434546</c:v>
                </c:pt>
                <c:pt idx="1274">
                  <c:v>177.2541034164571</c:v>
                </c:pt>
                <c:pt idx="1275">
                  <c:v>177.28650638437156</c:v>
                </c:pt>
                <c:pt idx="1276">
                  <c:v>179.01965396261977</c:v>
                </c:pt>
                <c:pt idx="1277">
                  <c:v>178.75171266956045</c:v>
                </c:pt>
                <c:pt idx="1278">
                  <c:v>178.68443950267201</c:v>
                </c:pt>
                <c:pt idx="1279">
                  <c:v>178.64874689334488</c:v>
                </c:pt>
                <c:pt idx="1280">
                  <c:v>177.06462007108914</c:v>
                </c:pt>
                <c:pt idx="1281">
                  <c:v>177.69195468847917</c:v>
                </c:pt>
                <c:pt idx="1282">
                  <c:v>178.38129904649745</c:v>
                </c:pt>
                <c:pt idx="1283">
                  <c:v>179.17393814487249</c:v>
                </c:pt>
                <c:pt idx="1284">
                  <c:v>178.37011426569447</c:v>
                </c:pt>
                <c:pt idx="1285">
                  <c:v>176.49945967639798</c:v>
                </c:pt>
                <c:pt idx="1286">
                  <c:v>177.24456345636042</c:v>
                </c:pt>
                <c:pt idx="1287">
                  <c:v>178.97721758839677</c:v>
                </c:pt>
                <c:pt idx="1288">
                  <c:v>177.92831542397721</c:v>
                </c:pt>
                <c:pt idx="1289">
                  <c:v>176.44353577238311</c:v>
                </c:pt>
                <c:pt idx="1290">
                  <c:v>176.53581021400763</c:v>
                </c:pt>
                <c:pt idx="1291">
                  <c:v>178.12026600040463</c:v>
                </c:pt>
                <c:pt idx="1292">
                  <c:v>178.15201104003657</c:v>
                </c:pt>
                <c:pt idx="1293">
                  <c:v>177.33749582626746</c:v>
                </c:pt>
                <c:pt idx="1294">
                  <c:v>173.49864877978976</c:v>
                </c:pt>
                <c:pt idx="1295">
                  <c:v>174.32961220062205</c:v>
                </c:pt>
                <c:pt idx="1296">
                  <c:v>175.46404504177022</c:v>
                </c:pt>
                <c:pt idx="1297">
                  <c:v>176.90276971358736</c:v>
                </c:pt>
                <c:pt idx="1298">
                  <c:v>176.61328126927523</c:v>
                </c:pt>
                <c:pt idx="1299">
                  <c:v>176.13907945964351</c:v>
                </c:pt>
                <c:pt idx="1300">
                  <c:v>177.47352249868001</c:v>
                </c:pt>
                <c:pt idx="1301">
                  <c:v>177.27597953185114</c:v>
                </c:pt>
                <c:pt idx="1302">
                  <c:v>177.95956701739726</c:v>
                </c:pt>
                <c:pt idx="1303">
                  <c:v>177.20212708213739</c:v>
                </c:pt>
                <c:pt idx="1304">
                  <c:v>176.43810786405228</c:v>
                </c:pt>
                <c:pt idx="1305">
                  <c:v>177.39703833583619</c:v>
                </c:pt>
                <c:pt idx="1306">
                  <c:v>177.52895295648298</c:v>
                </c:pt>
                <c:pt idx="1307">
                  <c:v>176.42133069284782</c:v>
                </c:pt>
                <c:pt idx="1308">
                  <c:v>178.59759296937838</c:v>
                </c:pt>
                <c:pt idx="1309">
                  <c:v>176.65834935662838</c:v>
                </c:pt>
                <c:pt idx="1310">
                  <c:v>174.92651763494521</c:v>
                </c:pt>
                <c:pt idx="1311">
                  <c:v>175.67425312803778</c:v>
                </c:pt>
                <c:pt idx="1312">
                  <c:v>173.77695244329891</c:v>
                </c:pt>
                <c:pt idx="1313">
                  <c:v>174.53340548613497</c:v>
                </c:pt>
                <c:pt idx="1314">
                  <c:v>175.99400627334617</c:v>
                </c:pt>
                <c:pt idx="1315">
                  <c:v>177.32910724066525</c:v>
                </c:pt>
                <c:pt idx="1316">
                  <c:v>177.41858548708899</c:v>
                </c:pt>
                <c:pt idx="1317">
                  <c:v>178.60006020043787</c:v>
                </c:pt>
                <c:pt idx="1318">
                  <c:v>178.62999593729285</c:v>
                </c:pt>
                <c:pt idx="1319">
                  <c:v>178.73329067764971</c:v>
                </c:pt>
                <c:pt idx="1320">
                  <c:v>178.43212400632268</c:v>
                </c:pt>
                <c:pt idx="1321">
                  <c:v>179.25436987741153</c:v>
                </c:pt>
                <c:pt idx="1322">
                  <c:v>178.54166906536352</c:v>
                </c:pt>
                <c:pt idx="1323">
                  <c:v>179.81229306099488</c:v>
                </c:pt>
                <c:pt idx="1324">
                  <c:v>183.44866267852473</c:v>
                </c:pt>
                <c:pt idx="1325">
                  <c:v>184.24886795214888</c:v>
                </c:pt>
                <c:pt idx="1326">
                  <c:v>179.69699112948192</c:v>
                </c:pt>
                <c:pt idx="1327">
                  <c:v>181.83986354567421</c:v>
                </c:pt>
                <c:pt idx="1328">
                  <c:v>182.05105852436554</c:v>
                </c:pt>
                <c:pt idx="1329">
                  <c:v>181.10890522378608</c:v>
                </c:pt>
                <c:pt idx="1330">
                  <c:v>179.469512425798</c:v>
                </c:pt>
                <c:pt idx="1331">
                  <c:v>180.92040877084193</c:v>
                </c:pt>
                <c:pt idx="1332">
                  <c:v>181.14311749447748</c:v>
                </c:pt>
                <c:pt idx="1333">
                  <c:v>181.64692607682298</c:v>
                </c:pt>
                <c:pt idx="1334">
                  <c:v>180.82912122164123</c:v>
                </c:pt>
                <c:pt idx="1335">
                  <c:v>183.41033835606751</c:v>
                </c:pt>
                <c:pt idx="1336">
                  <c:v>183.88766532504124</c:v>
                </c:pt>
                <c:pt idx="1337">
                  <c:v>182.40782013556611</c:v>
                </c:pt>
                <c:pt idx="1338">
                  <c:v>181.78722928307201</c:v>
                </c:pt>
                <c:pt idx="1339">
                  <c:v>181.8248956772467</c:v>
                </c:pt>
                <c:pt idx="1340">
                  <c:v>180.84556942870444</c:v>
                </c:pt>
                <c:pt idx="1341">
                  <c:v>178.56206484212186</c:v>
                </c:pt>
                <c:pt idx="1342">
                  <c:v>177.99377928808869</c:v>
                </c:pt>
                <c:pt idx="1343">
                  <c:v>179.7907459097421</c:v>
                </c:pt>
                <c:pt idx="1344">
                  <c:v>181.49774083875988</c:v>
                </c:pt>
                <c:pt idx="1345">
                  <c:v>189.37610305788616</c:v>
                </c:pt>
                <c:pt idx="1346">
                  <c:v>188.73857055211695</c:v>
                </c:pt>
                <c:pt idx="1347">
                  <c:v>190.64574016109373</c:v>
                </c:pt>
                <c:pt idx="1348">
                  <c:v>190.77206239133903</c:v>
                </c:pt>
                <c:pt idx="1349">
                  <c:v>190.11775271436534</c:v>
                </c:pt>
                <c:pt idx="1350">
                  <c:v>189.13974232238814</c:v>
                </c:pt>
                <c:pt idx="1351">
                  <c:v>187.89444856563412</c:v>
                </c:pt>
                <c:pt idx="1352">
                  <c:v>188.25252603339973</c:v>
                </c:pt>
                <c:pt idx="1353">
                  <c:v>188.06024649283103</c:v>
                </c:pt>
                <c:pt idx="1354">
                  <c:v>186.34683676305866</c:v>
                </c:pt>
                <c:pt idx="1355">
                  <c:v>186.42282747969057</c:v>
                </c:pt>
                <c:pt idx="1356">
                  <c:v>184.18735165773253</c:v>
                </c:pt>
                <c:pt idx="1357">
                  <c:v>185.51176129046053</c:v>
                </c:pt>
                <c:pt idx="1358">
                  <c:v>185.03032226972098</c:v>
                </c:pt>
                <c:pt idx="1359">
                  <c:v>185.75026029287676</c:v>
                </c:pt>
                <c:pt idx="1360">
                  <c:v>186.42595263903257</c:v>
                </c:pt>
                <c:pt idx="1361">
                  <c:v>186.70968421087258</c:v>
                </c:pt>
                <c:pt idx="1362">
                  <c:v>188.01846804689052</c:v>
                </c:pt>
                <c:pt idx="1363">
                  <c:v>186.42134714105487</c:v>
                </c:pt>
                <c:pt idx="1364">
                  <c:v>188.09363635316933</c:v>
                </c:pt>
                <c:pt idx="1365">
                  <c:v>187.70167557885352</c:v>
                </c:pt>
                <c:pt idx="1366">
                  <c:v>189.72348919106074</c:v>
                </c:pt>
                <c:pt idx="1367">
                  <c:v>192.8098307643975</c:v>
                </c:pt>
                <c:pt idx="1368">
                  <c:v>194.68969634964941</c:v>
                </c:pt>
                <c:pt idx="1369">
                  <c:v>195.23890198348928</c:v>
                </c:pt>
                <c:pt idx="1370">
                  <c:v>195.78860106354105</c:v>
                </c:pt>
                <c:pt idx="1371">
                  <c:v>196.47630060085299</c:v>
                </c:pt>
                <c:pt idx="1372">
                  <c:v>197.61106240614242</c:v>
                </c:pt>
                <c:pt idx="1373">
                  <c:v>199.50079691563221</c:v>
                </c:pt>
                <c:pt idx="1374">
                  <c:v>201.40944686324468</c:v>
                </c:pt>
                <c:pt idx="1375">
                  <c:v>200.9572856510776</c:v>
                </c:pt>
                <c:pt idx="1376">
                  <c:v>200.27912607386233</c:v>
                </c:pt>
                <c:pt idx="1377">
                  <c:v>205.63959675575566</c:v>
                </c:pt>
                <c:pt idx="1378">
                  <c:v>204.55763369513903</c:v>
                </c:pt>
                <c:pt idx="1379">
                  <c:v>204.41667256060754</c:v>
                </c:pt>
                <c:pt idx="1380">
                  <c:v>206.35525824507499</c:v>
                </c:pt>
                <c:pt idx="1381">
                  <c:v>205.64814982342847</c:v>
                </c:pt>
                <c:pt idx="1382">
                  <c:v>203.36234248785709</c:v>
                </c:pt>
                <c:pt idx="1383">
                  <c:v>204.22817610766339</c:v>
                </c:pt>
                <c:pt idx="1384">
                  <c:v>204.52753347621342</c:v>
                </c:pt>
                <c:pt idx="1385">
                  <c:v>203.11940246953378</c:v>
                </c:pt>
                <c:pt idx="1386">
                  <c:v>202.47890928649321</c:v>
                </c:pt>
                <c:pt idx="1387">
                  <c:v>202.65556303035189</c:v>
                </c:pt>
                <c:pt idx="1388">
                  <c:v>205.01917038533213</c:v>
                </c:pt>
                <c:pt idx="1389">
                  <c:v>204.09774182565229</c:v>
                </c:pt>
                <c:pt idx="1390">
                  <c:v>204.47539265982311</c:v>
                </c:pt>
                <c:pt idx="1391">
                  <c:v>202.86708697318448</c:v>
                </c:pt>
                <c:pt idx="1392">
                  <c:v>202.29896590122195</c:v>
                </c:pt>
                <c:pt idx="1393">
                  <c:v>201.67245369418504</c:v>
                </c:pt>
                <c:pt idx="1394">
                  <c:v>204.65846120443643</c:v>
                </c:pt>
                <c:pt idx="1395">
                  <c:v>205.03035516613514</c:v>
                </c:pt>
                <c:pt idx="1396">
                  <c:v>204.74925530742522</c:v>
                </c:pt>
                <c:pt idx="1397">
                  <c:v>207.54972704200378</c:v>
                </c:pt>
                <c:pt idx="1398">
                  <c:v>208.83827958333404</c:v>
                </c:pt>
                <c:pt idx="1399">
                  <c:v>208.59369474430437</c:v>
                </c:pt>
                <c:pt idx="1400">
                  <c:v>209.41182856362741</c:v>
                </c:pt>
                <c:pt idx="1401">
                  <c:v>207.18539925555416</c:v>
                </c:pt>
                <c:pt idx="1402">
                  <c:v>206.30525569560288</c:v>
                </c:pt>
                <c:pt idx="1403">
                  <c:v>207.78345606437171</c:v>
                </c:pt>
                <c:pt idx="1404">
                  <c:v>207.4439650705875</c:v>
                </c:pt>
                <c:pt idx="1405">
                  <c:v>209.15079551753459</c:v>
                </c:pt>
                <c:pt idx="1406">
                  <c:v>208.84535231237118</c:v>
                </c:pt>
                <c:pt idx="1407">
                  <c:v>209.691283601631</c:v>
                </c:pt>
                <c:pt idx="1408">
                  <c:v>209.55147384159392</c:v>
                </c:pt>
                <c:pt idx="1409">
                  <c:v>207.82539899238284</c:v>
                </c:pt>
                <c:pt idx="1410">
                  <c:v>212.06952986089749</c:v>
                </c:pt>
                <c:pt idx="1411">
                  <c:v>212.46132615314269</c:v>
                </c:pt>
                <c:pt idx="1412">
                  <c:v>213.06398845993789</c:v>
                </c:pt>
                <c:pt idx="1413">
                  <c:v>215.51493579442371</c:v>
                </c:pt>
                <c:pt idx="1414">
                  <c:v>214.03328130217164</c:v>
                </c:pt>
                <c:pt idx="1415">
                  <c:v>212.50096633216495</c:v>
                </c:pt>
                <c:pt idx="1416">
                  <c:v>212.79522475652541</c:v>
                </c:pt>
                <c:pt idx="1417">
                  <c:v>212.56034435966308</c:v>
                </c:pt>
                <c:pt idx="1418">
                  <c:v>213.74708249927215</c:v>
                </c:pt>
                <c:pt idx="1419">
                  <c:v>216.69131156358304</c:v>
                </c:pt>
                <c:pt idx="1420">
                  <c:v>218.12033179323285</c:v>
                </c:pt>
                <c:pt idx="1421">
                  <c:v>216.44738465283589</c:v>
                </c:pt>
                <c:pt idx="1422">
                  <c:v>215.54289774643115</c:v>
                </c:pt>
                <c:pt idx="1423">
                  <c:v>217.63247797173869</c:v>
                </c:pt>
                <c:pt idx="1424">
                  <c:v>216.60791915377266</c:v>
                </c:pt>
                <c:pt idx="1425">
                  <c:v>215.60424955877684</c:v>
                </c:pt>
                <c:pt idx="1426">
                  <c:v>215.37594844473978</c:v>
                </c:pt>
                <c:pt idx="1427">
                  <c:v>212.18861488003503</c:v>
                </c:pt>
                <c:pt idx="1428">
                  <c:v>208.49763721505536</c:v>
                </c:pt>
                <c:pt idx="1429">
                  <c:v>207.34067033023064</c:v>
                </c:pt>
                <c:pt idx="1430">
                  <c:v>208.32164139947923</c:v>
                </c:pt>
                <c:pt idx="1431">
                  <c:v>205.05765918985998</c:v>
                </c:pt>
                <c:pt idx="1432">
                  <c:v>204.14297439507604</c:v>
                </c:pt>
                <c:pt idx="1433">
                  <c:v>204.22159682483812</c:v>
                </c:pt>
                <c:pt idx="1434">
                  <c:v>205.18250108146964</c:v>
                </c:pt>
                <c:pt idx="1435">
                  <c:v>205.95688267000455</c:v>
                </c:pt>
                <c:pt idx="1436">
                  <c:v>205.18562624081162</c:v>
                </c:pt>
                <c:pt idx="1437">
                  <c:v>201.82854717921472</c:v>
                </c:pt>
                <c:pt idx="1438">
                  <c:v>200.80662007437877</c:v>
                </c:pt>
                <c:pt idx="1439">
                  <c:v>198.30040676416067</c:v>
                </c:pt>
                <c:pt idx="1440">
                  <c:v>197.38160991761092</c:v>
                </c:pt>
                <c:pt idx="1441">
                  <c:v>197.69971824221301</c:v>
                </c:pt>
                <c:pt idx="1442">
                  <c:v>192.10486060966926</c:v>
                </c:pt>
                <c:pt idx="1443">
                  <c:v>193.78784115637475</c:v>
                </c:pt>
                <c:pt idx="1444">
                  <c:v>194.91997124853407</c:v>
                </c:pt>
                <c:pt idx="1445">
                  <c:v>194.75943674759733</c:v>
                </c:pt>
                <c:pt idx="1446">
                  <c:v>196.55245579955556</c:v>
                </c:pt>
                <c:pt idx="1447">
                  <c:v>194.75664055239659</c:v>
                </c:pt>
                <c:pt idx="1448">
                  <c:v>195.5139160055858</c:v>
                </c:pt>
                <c:pt idx="1449">
                  <c:v>193.24570825157201</c:v>
                </c:pt>
                <c:pt idx="1450">
                  <c:v>192.58284550692551</c:v>
                </c:pt>
                <c:pt idx="1451">
                  <c:v>193.28222327125232</c:v>
                </c:pt>
                <c:pt idx="1452">
                  <c:v>191.39215979762125</c:v>
                </c:pt>
                <c:pt idx="1453">
                  <c:v>191.98149905669533</c:v>
                </c:pt>
                <c:pt idx="1454">
                  <c:v>190.28585339055115</c:v>
                </c:pt>
                <c:pt idx="1455">
                  <c:v>187.18898496469393</c:v>
                </c:pt>
                <c:pt idx="1456">
                  <c:v>186.35111329689508</c:v>
                </c:pt>
                <c:pt idx="1457">
                  <c:v>183.50508002875145</c:v>
                </c:pt>
                <c:pt idx="1458">
                  <c:v>185.25401788578034</c:v>
                </c:pt>
                <c:pt idx="1459">
                  <c:v>185.46521286447171</c:v>
                </c:pt>
                <c:pt idx="1460">
                  <c:v>183.21230194302669</c:v>
                </c:pt>
                <c:pt idx="1461">
                  <c:v>187.36629663683507</c:v>
                </c:pt>
                <c:pt idx="1462">
                  <c:v>188.68791007436232</c:v>
                </c:pt>
                <c:pt idx="1463">
                  <c:v>190.26710243449912</c:v>
                </c:pt>
                <c:pt idx="1464">
                  <c:v>190.89328567739472</c:v>
                </c:pt>
                <c:pt idx="1465">
                  <c:v>189.83221183974842</c:v>
                </c:pt>
                <c:pt idx="1466">
                  <c:v>190.61399512146178</c:v>
                </c:pt>
                <c:pt idx="1467">
                  <c:v>190.52616169574435</c:v>
                </c:pt>
                <c:pt idx="1468">
                  <c:v>189.77678138194545</c:v>
                </c:pt>
                <c:pt idx="1469">
                  <c:v>188.39891507626209</c:v>
                </c:pt>
                <c:pt idx="1470">
                  <c:v>189.50045150328387</c:v>
                </c:pt>
                <c:pt idx="1471">
                  <c:v>189.95804062378181</c:v>
                </c:pt>
                <c:pt idx="1472">
                  <c:v>185.73512794237863</c:v>
                </c:pt>
                <c:pt idx="1473">
                  <c:v>185.96425146676887</c:v>
                </c:pt>
                <c:pt idx="1474">
                  <c:v>186.74241614292833</c:v>
                </c:pt>
                <c:pt idx="1475">
                  <c:v>184.70250950295161</c:v>
                </c:pt>
                <c:pt idx="1476">
                  <c:v>187.07993335186498</c:v>
                </c:pt>
                <c:pt idx="1477">
                  <c:v>186.51345710060875</c:v>
                </c:pt>
                <c:pt idx="1478">
                  <c:v>185.75766198605518</c:v>
                </c:pt>
                <c:pt idx="1479">
                  <c:v>185.75881336054965</c:v>
                </c:pt>
                <c:pt idx="1480">
                  <c:v>184.73935348677318</c:v>
                </c:pt>
                <c:pt idx="1481">
                  <c:v>182.90669425579264</c:v>
                </c:pt>
                <c:pt idx="1482">
                  <c:v>184.6641851804944</c:v>
                </c:pt>
                <c:pt idx="1483">
                  <c:v>185.66505858028947</c:v>
                </c:pt>
                <c:pt idx="1484">
                  <c:v>185.0686465921782</c:v>
                </c:pt>
                <c:pt idx="1485">
                  <c:v>185.68134230528202</c:v>
                </c:pt>
                <c:pt idx="1486">
                  <c:v>186.25423335729289</c:v>
                </c:pt>
                <c:pt idx="1487">
                  <c:v>186.8504808633335</c:v>
                </c:pt>
                <c:pt idx="1488">
                  <c:v>187.56762269128853</c:v>
                </c:pt>
                <c:pt idx="1489">
                  <c:v>189.71806128272988</c:v>
                </c:pt>
                <c:pt idx="1490">
                  <c:v>190.19719755448057</c:v>
                </c:pt>
                <c:pt idx="1491">
                  <c:v>186.5700389329061</c:v>
                </c:pt>
                <c:pt idx="1492">
                  <c:v>186.58698058618123</c:v>
                </c:pt>
                <c:pt idx="1493">
                  <c:v>187.40297613858601</c:v>
                </c:pt>
                <c:pt idx="1494">
                  <c:v>189.13990680445878</c:v>
                </c:pt>
                <c:pt idx="1495">
                  <c:v>187.89675131462295</c:v>
                </c:pt>
                <c:pt idx="1496">
                  <c:v>185.60206194723744</c:v>
                </c:pt>
                <c:pt idx="1497">
                  <c:v>182.99354078908627</c:v>
                </c:pt>
                <c:pt idx="1498">
                  <c:v>182.73908702581875</c:v>
                </c:pt>
                <c:pt idx="1499">
                  <c:v>181.71979163411291</c:v>
                </c:pt>
                <c:pt idx="1500">
                  <c:v>183.56478702039084</c:v>
                </c:pt>
                <c:pt idx="1501">
                  <c:v>183.35819753967718</c:v>
                </c:pt>
                <c:pt idx="1502">
                  <c:v>182.97857292065879</c:v>
                </c:pt>
                <c:pt idx="1503">
                  <c:v>182.89106845908262</c:v>
                </c:pt>
                <c:pt idx="1504">
                  <c:v>183.50211935148008</c:v>
                </c:pt>
                <c:pt idx="1505">
                  <c:v>184.44805573968409</c:v>
                </c:pt>
                <c:pt idx="1506">
                  <c:v>183.08334799965129</c:v>
                </c:pt>
                <c:pt idx="1507">
                  <c:v>182.38413471739511</c:v>
                </c:pt>
                <c:pt idx="1508">
                  <c:v>181.46665372741043</c:v>
                </c:pt>
                <c:pt idx="1509">
                  <c:v>182.76902276267376</c:v>
                </c:pt>
                <c:pt idx="1510">
                  <c:v>186.49618648319239</c:v>
                </c:pt>
                <c:pt idx="1511">
                  <c:v>192.10206441446851</c:v>
                </c:pt>
                <c:pt idx="1512">
                  <c:v>188.88972957502767</c:v>
                </c:pt>
                <c:pt idx="1513">
                  <c:v>188.41322501640707</c:v>
                </c:pt>
                <c:pt idx="1514">
                  <c:v>185.48231899981741</c:v>
                </c:pt>
                <c:pt idx="1515">
                  <c:v>183.69949783623835</c:v>
                </c:pt>
                <c:pt idx="1516">
                  <c:v>181.30299406713172</c:v>
                </c:pt>
                <c:pt idx="1517">
                  <c:v>180.45870759857823</c:v>
                </c:pt>
                <c:pt idx="1518">
                  <c:v>176.96379256179179</c:v>
                </c:pt>
                <c:pt idx="1519">
                  <c:v>176.78203987374357</c:v>
                </c:pt>
                <c:pt idx="1520">
                  <c:v>175.38640950443195</c:v>
                </c:pt>
                <c:pt idx="1521">
                  <c:v>174.80677468752518</c:v>
                </c:pt>
                <c:pt idx="1522">
                  <c:v>174.17006459210913</c:v>
                </c:pt>
                <c:pt idx="1523">
                  <c:v>172.64202615593888</c:v>
                </c:pt>
                <c:pt idx="1524">
                  <c:v>172.2471047043517</c:v>
                </c:pt>
                <c:pt idx="1525">
                  <c:v>172.17094950564916</c:v>
                </c:pt>
                <c:pt idx="1526">
                  <c:v>171.38423176181681</c:v>
                </c:pt>
                <c:pt idx="1527">
                  <c:v>172.00153297289827</c:v>
                </c:pt>
                <c:pt idx="1528">
                  <c:v>172.55271239158574</c:v>
                </c:pt>
                <c:pt idx="1529">
                  <c:v>171.24277718107336</c:v>
                </c:pt>
                <c:pt idx="1530">
                  <c:v>166.74863356519822</c:v>
                </c:pt>
                <c:pt idx="1531">
                  <c:v>167.06986704914232</c:v>
                </c:pt>
                <c:pt idx="1532">
                  <c:v>166.20666514246614</c:v>
                </c:pt>
                <c:pt idx="1533">
                  <c:v>168.68985096279579</c:v>
                </c:pt>
                <c:pt idx="1534">
                  <c:v>170.70047979420005</c:v>
                </c:pt>
                <c:pt idx="1535">
                  <c:v>170.70541425631899</c:v>
                </c:pt>
                <c:pt idx="1536">
                  <c:v>171.08240716220729</c:v>
                </c:pt>
                <c:pt idx="1537">
                  <c:v>170.90164136658282</c:v>
                </c:pt>
                <c:pt idx="1538">
                  <c:v>170.92072128677614</c:v>
                </c:pt>
                <c:pt idx="1539">
                  <c:v>170.66412925659037</c:v>
                </c:pt>
                <c:pt idx="1540">
                  <c:v>170.31509830270952</c:v>
                </c:pt>
                <c:pt idx="1541">
                  <c:v>172.62393312816934</c:v>
                </c:pt>
                <c:pt idx="1542">
                  <c:v>171.666976441233</c:v>
                </c:pt>
                <c:pt idx="1543">
                  <c:v>173.88353682506838</c:v>
                </c:pt>
                <c:pt idx="1544">
                  <c:v>174.30510437209793</c:v>
                </c:pt>
                <c:pt idx="1545">
                  <c:v>175.11665890859567</c:v>
                </c:pt>
                <c:pt idx="1546">
                  <c:v>174.78292478728358</c:v>
                </c:pt>
                <c:pt idx="1547">
                  <c:v>174.31316399355887</c:v>
                </c:pt>
                <c:pt idx="1548">
                  <c:v>175.26090968453983</c:v>
                </c:pt>
                <c:pt idx="1549">
                  <c:v>176.29122537497801</c:v>
                </c:pt>
              </c:numCache>
            </c:numRef>
          </c:val>
          <c:smooth val="0"/>
          <c:extLst>
            <c:ext xmlns:c16="http://schemas.microsoft.com/office/drawing/2014/chart" uri="{C3380CC4-5D6E-409C-BE32-E72D297353CC}">
              <c16:uniqueId val="{00000003-C9F5-7A4A-B402-9C2ABB2F5BCB}"/>
            </c:ext>
          </c:extLst>
        </c:ser>
        <c:ser>
          <c:idx val="4"/>
          <c:order val="4"/>
          <c:tx>
            <c:strRef>
              <c:f>'Sectoral Data'!$BU$4</c:f>
              <c:strCache>
                <c:ptCount val="1"/>
                <c:pt idx="0">
                  <c:v>NIFTY Infra</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'Sectoral Data'!$BP$5:$BP$1554</c:f>
              <c:numCache>
                <c:formatCode>d\-mmm\-yy</c:formatCode>
                <c:ptCount val="155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43523</c:v>
                </c:pt>
                <c:pt idx="42">
                  <c:v>43524</c:v>
                </c:pt>
                <c:pt idx="43">
                  <c:v>43525</c:v>
                </c:pt>
                <c:pt idx="44">
                  <c:v>43529</c:v>
                </c:pt>
                <c:pt idx="45">
                  <c:v>43530</c:v>
                </c:pt>
                <c:pt idx="46">
                  <c:v>43531</c:v>
                </c:pt>
                <c:pt idx="47">
                  <c:v>43532</c:v>
                </c:pt>
                <c:pt idx="48">
                  <c:v>43535</c:v>
                </c:pt>
                <c:pt idx="49">
                  <c:v>43536</c:v>
                </c:pt>
                <c:pt idx="50">
                  <c:v>43537</c:v>
                </c:pt>
                <c:pt idx="51">
                  <c:v>43538</c:v>
                </c:pt>
                <c:pt idx="52">
                  <c:v>43539</c:v>
                </c:pt>
                <c:pt idx="53">
                  <c:v>43542</c:v>
                </c:pt>
                <c:pt idx="54">
                  <c:v>43543</c:v>
                </c:pt>
                <c:pt idx="55">
                  <c:v>43544</c:v>
                </c:pt>
                <c:pt idx="56">
                  <c:v>43546</c:v>
                </c:pt>
                <c:pt idx="57">
                  <c:v>43549</c:v>
                </c:pt>
                <c:pt idx="58">
                  <c:v>43550</c:v>
                </c:pt>
                <c:pt idx="59">
                  <c:v>43551</c:v>
                </c:pt>
                <c:pt idx="60">
                  <c:v>43552</c:v>
                </c:pt>
                <c:pt idx="61">
                  <c:v>43553</c:v>
                </c:pt>
                <c:pt idx="62">
                  <c:v>43556</c:v>
                </c:pt>
                <c:pt idx="63">
                  <c:v>43557</c:v>
                </c:pt>
                <c:pt idx="64">
                  <c:v>43558</c:v>
                </c:pt>
                <c:pt idx="65">
                  <c:v>43559</c:v>
                </c:pt>
                <c:pt idx="66">
                  <c:v>43560</c:v>
                </c:pt>
                <c:pt idx="67">
                  <c:v>43563</c:v>
                </c:pt>
                <c:pt idx="68">
                  <c:v>43564</c:v>
                </c:pt>
                <c:pt idx="69">
                  <c:v>43565</c:v>
                </c:pt>
                <c:pt idx="70">
                  <c:v>43566</c:v>
                </c:pt>
                <c:pt idx="71">
                  <c:v>43567</c:v>
                </c:pt>
                <c:pt idx="72">
                  <c:v>43570</c:v>
                </c:pt>
                <c:pt idx="73">
                  <c:v>43571</c:v>
                </c:pt>
                <c:pt idx="74">
                  <c:v>43573</c:v>
                </c:pt>
                <c:pt idx="75">
                  <c:v>43577</c:v>
                </c:pt>
                <c:pt idx="76">
                  <c:v>43578</c:v>
                </c:pt>
                <c:pt idx="77">
                  <c:v>43579</c:v>
                </c:pt>
                <c:pt idx="78">
                  <c:v>43580</c:v>
                </c:pt>
                <c:pt idx="79">
                  <c:v>43581</c:v>
                </c:pt>
                <c:pt idx="80">
                  <c:v>43585</c:v>
                </c:pt>
                <c:pt idx="81">
                  <c:v>43587</c:v>
                </c:pt>
                <c:pt idx="82">
                  <c:v>43588</c:v>
                </c:pt>
                <c:pt idx="83">
                  <c:v>43591</c:v>
                </c:pt>
                <c:pt idx="84">
                  <c:v>43592</c:v>
                </c:pt>
                <c:pt idx="85">
                  <c:v>43593</c:v>
                </c:pt>
                <c:pt idx="86">
                  <c:v>43594</c:v>
                </c:pt>
                <c:pt idx="87">
                  <c:v>43595</c:v>
                </c:pt>
                <c:pt idx="88">
                  <c:v>43598</c:v>
                </c:pt>
                <c:pt idx="89">
                  <c:v>43599</c:v>
                </c:pt>
                <c:pt idx="90">
                  <c:v>43600</c:v>
                </c:pt>
                <c:pt idx="91">
                  <c:v>43601</c:v>
                </c:pt>
                <c:pt idx="92">
                  <c:v>43602</c:v>
                </c:pt>
                <c:pt idx="93">
                  <c:v>43605</c:v>
                </c:pt>
                <c:pt idx="94">
                  <c:v>43606</c:v>
                </c:pt>
                <c:pt idx="95">
                  <c:v>43607</c:v>
                </c:pt>
                <c:pt idx="96">
                  <c:v>43608</c:v>
                </c:pt>
                <c:pt idx="97">
                  <c:v>43609</c:v>
                </c:pt>
                <c:pt idx="98">
                  <c:v>43612</c:v>
                </c:pt>
                <c:pt idx="99">
                  <c:v>43613</c:v>
                </c:pt>
                <c:pt idx="100">
                  <c:v>43614</c:v>
                </c:pt>
                <c:pt idx="101">
                  <c:v>43615</c:v>
                </c:pt>
                <c:pt idx="102">
                  <c:v>43616</c:v>
                </c:pt>
                <c:pt idx="103">
                  <c:v>43619</c:v>
                </c:pt>
                <c:pt idx="104">
                  <c:v>43620</c:v>
                </c:pt>
                <c:pt idx="105">
                  <c:v>43622</c:v>
                </c:pt>
                <c:pt idx="106">
                  <c:v>43623</c:v>
                </c:pt>
                <c:pt idx="107">
                  <c:v>43626</c:v>
                </c:pt>
                <c:pt idx="108">
                  <c:v>43627</c:v>
                </c:pt>
                <c:pt idx="109">
                  <c:v>43628</c:v>
                </c:pt>
                <c:pt idx="110">
                  <c:v>43629</c:v>
                </c:pt>
                <c:pt idx="111">
                  <c:v>43630</c:v>
                </c:pt>
                <c:pt idx="112">
                  <c:v>43633</c:v>
                </c:pt>
                <c:pt idx="113">
                  <c:v>43634</c:v>
                </c:pt>
                <c:pt idx="114">
                  <c:v>43635</c:v>
                </c:pt>
                <c:pt idx="115">
                  <c:v>43636</c:v>
                </c:pt>
                <c:pt idx="116">
                  <c:v>43637</c:v>
                </c:pt>
                <c:pt idx="117">
                  <c:v>43640</c:v>
                </c:pt>
                <c:pt idx="118">
                  <c:v>43641</c:v>
                </c:pt>
                <c:pt idx="119">
                  <c:v>43642</c:v>
                </c:pt>
                <c:pt idx="120">
                  <c:v>43643</c:v>
                </c:pt>
                <c:pt idx="121">
                  <c:v>43644</c:v>
                </c:pt>
                <c:pt idx="122">
                  <c:v>43647</c:v>
                </c:pt>
                <c:pt idx="123">
                  <c:v>43648</c:v>
                </c:pt>
                <c:pt idx="124">
                  <c:v>43649</c:v>
                </c:pt>
                <c:pt idx="125">
                  <c:v>43650</c:v>
                </c:pt>
                <c:pt idx="126">
                  <c:v>43651</c:v>
                </c:pt>
                <c:pt idx="127">
                  <c:v>43654</c:v>
                </c:pt>
                <c:pt idx="128">
                  <c:v>43655</c:v>
                </c:pt>
                <c:pt idx="129">
                  <c:v>43656</c:v>
                </c:pt>
                <c:pt idx="130">
                  <c:v>43657</c:v>
                </c:pt>
                <c:pt idx="131">
                  <c:v>43658</c:v>
                </c:pt>
                <c:pt idx="132">
                  <c:v>43661</c:v>
                </c:pt>
                <c:pt idx="133">
                  <c:v>43662</c:v>
                </c:pt>
                <c:pt idx="134">
                  <c:v>43663</c:v>
                </c:pt>
                <c:pt idx="135">
                  <c:v>43664</c:v>
                </c:pt>
                <c:pt idx="136">
                  <c:v>43665</c:v>
                </c:pt>
                <c:pt idx="137">
                  <c:v>43668</c:v>
                </c:pt>
                <c:pt idx="138">
                  <c:v>43669</c:v>
                </c:pt>
                <c:pt idx="139">
                  <c:v>43670</c:v>
                </c:pt>
                <c:pt idx="140">
                  <c:v>43671</c:v>
                </c:pt>
                <c:pt idx="141">
                  <c:v>43672</c:v>
                </c:pt>
                <c:pt idx="142">
                  <c:v>43675</c:v>
                </c:pt>
                <c:pt idx="143">
                  <c:v>43676</c:v>
                </c:pt>
                <c:pt idx="144">
                  <c:v>43677</c:v>
                </c:pt>
                <c:pt idx="145">
                  <c:v>43678</c:v>
                </c:pt>
                <c:pt idx="146">
                  <c:v>43679</c:v>
                </c:pt>
                <c:pt idx="147">
                  <c:v>43682</c:v>
                </c:pt>
                <c:pt idx="148">
                  <c:v>43683</c:v>
                </c:pt>
                <c:pt idx="149">
                  <c:v>43684</c:v>
                </c:pt>
                <c:pt idx="150">
                  <c:v>43685</c:v>
                </c:pt>
                <c:pt idx="151">
                  <c:v>43686</c:v>
                </c:pt>
                <c:pt idx="152">
                  <c:v>43690</c:v>
                </c:pt>
                <c:pt idx="153">
                  <c:v>43691</c:v>
                </c:pt>
                <c:pt idx="154">
                  <c:v>43693</c:v>
                </c:pt>
                <c:pt idx="155">
                  <c:v>43696</c:v>
                </c:pt>
                <c:pt idx="156">
                  <c:v>43697</c:v>
                </c:pt>
                <c:pt idx="157">
                  <c:v>43698</c:v>
                </c:pt>
                <c:pt idx="158">
                  <c:v>43699</c:v>
                </c:pt>
                <c:pt idx="159">
                  <c:v>43700</c:v>
                </c:pt>
                <c:pt idx="160">
                  <c:v>43703</c:v>
                </c:pt>
                <c:pt idx="161">
                  <c:v>43704</c:v>
                </c:pt>
                <c:pt idx="162">
                  <c:v>43705</c:v>
                </c:pt>
                <c:pt idx="163">
                  <c:v>43706</c:v>
                </c:pt>
                <c:pt idx="164">
                  <c:v>43707</c:v>
                </c:pt>
                <c:pt idx="165">
                  <c:v>43711</c:v>
                </c:pt>
                <c:pt idx="166">
                  <c:v>43712</c:v>
                </c:pt>
                <c:pt idx="167">
                  <c:v>43713</c:v>
                </c:pt>
                <c:pt idx="168">
                  <c:v>43714</c:v>
                </c:pt>
                <c:pt idx="169">
                  <c:v>43717</c:v>
                </c:pt>
                <c:pt idx="170">
                  <c:v>43719</c:v>
                </c:pt>
                <c:pt idx="171">
                  <c:v>43720</c:v>
                </c:pt>
                <c:pt idx="172">
                  <c:v>43721</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43739</c:v>
                </c:pt>
                <c:pt idx="185">
                  <c:v>43741</c:v>
                </c:pt>
                <c:pt idx="186">
                  <c:v>43742</c:v>
                </c:pt>
                <c:pt idx="187">
                  <c:v>43745</c:v>
                </c:pt>
                <c:pt idx="188">
                  <c:v>43747</c:v>
                </c:pt>
                <c:pt idx="189">
                  <c:v>43748</c:v>
                </c:pt>
                <c:pt idx="190">
                  <c:v>43749</c:v>
                </c:pt>
                <c:pt idx="191">
                  <c:v>43752</c:v>
                </c:pt>
                <c:pt idx="192">
                  <c:v>43753</c:v>
                </c:pt>
                <c:pt idx="193">
                  <c:v>43754</c:v>
                </c:pt>
                <c:pt idx="194">
                  <c:v>43755</c:v>
                </c:pt>
                <c:pt idx="195">
                  <c:v>43756</c:v>
                </c:pt>
                <c:pt idx="196">
                  <c:v>43760</c:v>
                </c:pt>
                <c:pt idx="197">
                  <c:v>43761</c:v>
                </c:pt>
                <c:pt idx="198">
                  <c:v>43762</c:v>
                </c:pt>
                <c:pt idx="199">
                  <c:v>43763</c:v>
                </c:pt>
                <c:pt idx="200">
                  <c:v>43765</c:v>
                </c:pt>
                <c:pt idx="201">
                  <c:v>43767</c:v>
                </c:pt>
                <c:pt idx="202">
                  <c:v>43768</c:v>
                </c:pt>
                <c:pt idx="203">
                  <c:v>43769</c:v>
                </c:pt>
                <c:pt idx="204">
                  <c:v>43770</c:v>
                </c:pt>
                <c:pt idx="205">
                  <c:v>43773</c:v>
                </c:pt>
                <c:pt idx="206">
                  <c:v>43774</c:v>
                </c:pt>
                <c:pt idx="207">
                  <c:v>43775</c:v>
                </c:pt>
                <c:pt idx="208">
                  <c:v>43776</c:v>
                </c:pt>
                <c:pt idx="209">
                  <c:v>43777</c:v>
                </c:pt>
                <c:pt idx="210">
                  <c:v>43780</c:v>
                </c:pt>
                <c:pt idx="211">
                  <c:v>43782</c:v>
                </c:pt>
                <c:pt idx="212">
                  <c:v>43783</c:v>
                </c:pt>
                <c:pt idx="213">
                  <c:v>43784</c:v>
                </c:pt>
                <c:pt idx="214">
                  <c:v>43787</c:v>
                </c:pt>
                <c:pt idx="215">
                  <c:v>43788</c:v>
                </c:pt>
                <c:pt idx="216">
                  <c:v>43789</c:v>
                </c:pt>
                <c:pt idx="217">
                  <c:v>43790</c:v>
                </c:pt>
                <c:pt idx="218">
                  <c:v>43791</c:v>
                </c:pt>
                <c:pt idx="219">
                  <c:v>43794</c:v>
                </c:pt>
                <c:pt idx="220">
                  <c:v>43795</c:v>
                </c:pt>
                <c:pt idx="221">
                  <c:v>43796</c:v>
                </c:pt>
                <c:pt idx="222">
                  <c:v>43797</c:v>
                </c:pt>
                <c:pt idx="223">
                  <c:v>43798</c:v>
                </c:pt>
                <c:pt idx="224">
                  <c:v>43801</c:v>
                </c:pt>
                <c:pt idx="225">
                  <c:v>43802</c:v>
                </c:pt>
                <c:pt idx="226">
                  <c:v>43803</c:v>
                </c:pt>
                <c:pt idx="227">
                  <c:v>43804</c:v>
                </c:pt>
                <c:pt idx="228">
                  <c:v>43805</c:v>
                </c:pt>
                <c:pt idx="229">
                  <c:v>43808</c:v>
                </c:pt>
                <c:pt idx="230">
                  <c:v>43809</c:v>
                </c:pt>
                <c:pt idx="231">
                  <c:v>43810</c:v>
                </c:pt>
                <c:pt idx="232">
                  <c:v>43811</c:v>
                </c:pt>
                <c:pt idx="233">
                  <c:v>43812</c:v>
                </c:pt>
                <c:pt idx="234">
                  <c:v>43815</c:v>
                </c:pt>
                <c:pt idx="235">
                  <c:v>43816</c:v>
                </c:pt>
                <c:pt idx="236">
                  <c:v>43817</c:v>
                </c:pt>
                <c:pt idx="237">
                  <c:v>43818</c:v>
                </c:pt>
                <c:pt idx="238">
                  <c:v>43819</c:v>
                </c:pt>
                <c:pt idx="239">
                  <c:v>43822</c:v>
                </c:pt>
                <c:pt idx="240">
                  <c:v>43823</c:v>
                </c:pt>
                <c:pt idx="241">
                  <c:v>43825</c:v>
                </c:pt>
                <c:pt idx="242">
                  <c:v>43826</c:v>
                </c:pt>
                <c:pt idx="243">
                  <c:v>43829</c:v>
                </c:pt>
                <c:pt idx="244">
                  <c:v>43830</c:v>
                </c:pt>
                <c:pt idx="245">
                  <c:v>43831</c:v>
                </c:pt>
                <c:pt idx="246">
                  <c:v>43832</c:v>
                </c:pt>
                <c:pt idx="247">
                  <c:v>43833</c:v>
                </c:pt>
                <c:pt idx="248">
                  <c:v>43836</c:v>
                </c:pt>
                <c:pt idx="249">
                  <c:v>43837</c:v>
                </c:pt>
                <c:pt idx="250">
                  <c:v>43838</c:v>
                </c:pt>
                <c:pt idx="251">
                  <c:v>43839</c:v>
                </c:pt>
                <c:pt idx="252">
                  <c:v>43840</c:v>
                </c:pt>
                <c:pt idx="253">
                  <c:v>43843</c:v>
                </c:pt>
                <c:pt idx="254">
                  <c:v>43844</c:v>
                </c:pt>
                <c:pt idx="255">
                  <c:v>43845</c:v>
                </c:pt>
                <c:pt idx="256">
                  <c:v>43846</c:v>
                </c:pt>
                <c:pt idx="257">
                  <c:v>43847</c:v>
                </c:pt>
                <c:pt idx="258">
                  <c:v>43850</c:v>
                </c:pt>
                <c:pt idx="259">
                  <c:v>43851</c:v>
                </c:pt>
                <c:pt idx="260">
                  <c:v>43852</c:v>
                </c:pt>
                <c:pt idx="261">
                  <c:v>43853</c:v>
                </c:pt>
                <c:pt idx="262">
                  <c:v>43854</c:v>
                </c:pt>
                <c:pt idx="263">
                  <c:v>43857</c:v>
                </c:pt>
                <c:pt idx="264">
                  <c:v>43858</c:v>
                </c:pt>
                <c:pt idx="265">
                  <c:v>43859</c:v>
                </c:pt>
                <c:pt idx="266">
                  <c:v>43860</c:v>
                </c:pt>
                <c:pt idx="267">
                  <c:v>43861</c:v>
                </c:pt>
                <c:pt idx="268">
                  <c:v>43862</c:v>
                </c:pt>
                <c:pt idx="269">
                  <c:v>43864</c:v>
                </c:pt>
                <c:pt idx="270">
                  <c:v>43865</c:v>
                </c:pt>
                <c:pt idx="271">
                  <c:v>43866</c:v>
                </c:pt>
                <c:pt idx="272">
                  <c:v>43867</c:v>
                </c:pt>
                <c:pt idx="273">
                  <c:v>43868</c:v>
                </c:pt>
                <c:pt idx="274">
                  <c:v>43871</c:v>
                </c:pt>
                <c:pt idx="275">
                  <c:v>43872</c:v>
                </c:pt>
                <c:pt idx="276">
                  <c:v>43873</c:v>
                </c:pt>
                <c:pt idx="277">
                  <c:v>43874</c:v>
                </c:pt>
                <c:pt idx="278">
                  <c:v>43875</c:v>
                </c:pt>
                <c:pt idx="279">
                  <c:v>43878</c:v>
                </c:pt>
                <c:pt idx="280">
                  <c:v>43879</c:v>
                </c:pt>
                <c:pt idx="281">
                  <c:v>43880</c:v>
                </c:pt>
                <c:pt idx="282">
                  <c:v>43881</c:v>
                </c:pt>
                <c:pt idx="283">
                  <c:v>43885</c:v>
                </c:pt>
                <c:pt idx="284">
                  <c:v>43886</c:v>
                </c:pt>
                <c:pt idx="285">
                  <c:v>43887</c:v>
                </c:pt>
                <c:pt idx="286">
                  <c:v>43888</c:v>
                </c:pt>
                <c:pt idx="287">
                  <c:v>43889</c:v>
                </c:pt>
                <c:pt idx="288">
                  <c:v>43892</c:v>
                </c:pt>
                <c:pt idx="289">
                  <c:v>43893</c:v>
                </c:pt>
                <c:pt idx="290">
                  <c:v>43894</c:v>
                </c:pt>
                <c:pt idx="291">
                  <c:v>43895</c:v>
                </c:pt>
                <c:pt idx="292">
                  <c:v>43896</c:v>
                </c:pt>
                <c:pt idx="293">
                  <c:v>43899</c:v>
                </c:pt>
                <c:pt idx="294">
                  <c:v>43901</c:v>
                </c:pt>
                <c:pt idx="295">
                  <c:v>43902</c:v>
                </c:pt>
                <c:pt idx="296">
                  <c:v>43903</c:v>
                </c:pt>
                <c:pt idx="297">
                  <c:v>43906</c:v>
                </c:pt>
                <c:pt idx="298">
                  <c:v>43907</c:v>
                </c:pt>
                <c:pt idx="299">
                  <c:v>43908</c:v>
                </c:pt>
                <c:pt idx="300">
                  <c:v>43909</c:v>
                </c:pt>
                <c:pt idx="301">
                  <c:v>43910</c:v>
                </c:pt>
                <c:pt idx="302">
                  <c:v>43913</c:v>
                </c:pt>
                <c:pt idx="303">
                  <c:v>43914</c:v>
                </c:pt>
                <c:pt idx="304">
                  <c:v>43915</c:v>
                </c:pt>
                <c:pt idx="305">
                  <c:v>43916</c:v>
                </c:pt>
                <c:pt idx="306">
                  <c:v>43917</c:v>
                </c:pt>
                <c:pt idx="307">
                  <c:v>43920</c:v>
                </c:pt>
                <c:pt idx="308">
                  <c:v>43921</c:v>
                </c:pt>
                <c:pt idx="309">
                  <c:v>43922</c:v>
                </c:pt>
                <c:pt idx="310">
                  <c:v>43924</c:v>
                </c:pt>
                <c:pt idx="311">
                  <c:v>43928</c:v>
                </c:pt>
                <c:pt idx="312">
                  <c:v>43929</c:v>
                </c:pt>
                <c:pt idx="313">
                  <c:v>43930</c:v>
                </c:pt>
                <c:pt idx="314">
                  <c:v>43934</c:v>
                </c:pt>
                <c:pt idx="315">
                  <c:v>43936</c:v>
                </c:pt>
                <c:pt idx="316">
                  <c:v>43937</c:v>
                </c:pt>
                <c:pt idx="317">
                  <c:v>43938</c:v>
                </c:pt>
                <c:pt idx="318">
                  <c:v>43941</c:v>
                </c:pt>
                <c:pt idx="319">
                  <c:v>43942</c:v>
                </c:pt>
                <c:pt idx="320">
                  <c:v>43943</c:v>
                </c:pt>
                <c:pt idx="321">
                  <c:v>43944</c:v>
                </c:pt>
                <c:pt idx="322">
                  <c:v>43945</c:v>
                </c:pt>
                <c:pt idx="323">
                  <c:v>43948</c:v>
                </c:pt>
                <c:pt idx="324">
                  <c:v>43949</c:v>
                </c:pt>
                <c:pt idx="325">
                  <c:v>43950</c:v>
                </c:pt>
                <c:pt idx="326">
                  <c:v>43951</c:v>
                </c:pt>
                <c:pt idx="327">
                  <c:v>43955</c:v>
                </c:pt>
                <c:pt idx="328">
                  <c:v>43956</c:v>
                </c:pt>
                <c:pt idx="329">
                  <c:v>43957</c:v>
                </c:pt>
                <c:pt idx="330">
                  <c:v>43958</c:v>
                </c:pt>
                <c:pt idx="331">
                  <c:v>43959</c:v>
                </c:pt>
                <c:pt idx="332">
                  <c:v>43962</c:v>
                </c:pt>
                <c:pt idx="333">
                  <c:v>43963</c:v>
                </c:pt>
                <c:pt idx="334">
                  <c:v>43964</c:v>
                </c:pt>
                <c:pt idx="335">
                  <c:v>43965</c:v>
                </c:pt>
                <c:pt idx="336">
                  <c:v>43966</c:v>
                </c:pt>
                <c:pt idx="337">
                  <c:v>43969</c:v>
                </c:pt>
                <c:pt idx="338">
                  <c:v>43970</c:v>
                </c:pt>
                <c:pt idx="339">
                  <c:v>43971</c:v>
                </c:pt>
                <c:pt idx="340">
                  <c:v>43972</c:v>
                </c:pt>
                <c:pt idx="341">
                  <c:v>43973</c:v>
                </c:pt>
                <c:pt idx="342">
                  <c:v>43977</c:v>
                </c:pt>
                <c:pt idx="343">
                  <c:v>43978</c:v>
                </c:pt>
                <c:pt idx="344">
                  <c:v>43979</c:v>
                </c:pt>
                <c:pt idx="345">
                  <c:v>43980</c:v>
                </c:pt>
                <c:pt idx="346">
                  <c:v>43983</c:v>
                </c:pt>
                <c:pt idx="347">
                  <c:v>43984</c:v>
                </c:pt>
                <c:pt idx="348">
                  <c:v>43985</c:v>
                </c:pt>
                <c:pt idx="349">
                  <c:v>43986</c:v>
                </c:pt>
                <c:pt idx="350">
                  <c:v>43987</c:v>
                </c:pt>
                <c:pt idx="351">
                  <c:v>43990</c:v>
                </c:pt>
                <c:pt idx="352">
                  <c:v>43991</c:v>
                </c:pt>
                <c:pt idx="353">
                  <c:v>43992</c:v>
                </c:pt>
                <c:pt idx="354">
                  <c:v>43993</c:v>
                </c:pt>
                <c:pt idx="355">
                  <c:v>43994</c:v>
                </c:pt>
                <c:pt idx="356">
                  <c:v>43997</c:v>
                </c:pt>
                <c:pt idx="357">
                  <c:v>43998</c:v>
                </c:pt>
                <c:pt idx="358">
                  <c:v>43999</c:v>
                </c:pt>
                <c:pt idx="359">
                  <c:v>44000</c:v>
                </c:pt>
                <c:pt idx="360">
                  <c:v>44001</c:v>
                </c:pt>
                <c:pt idx="361">
                  <c:v>44004</c:v>
                </c:pt>
                <c:pt idx="362">
                  <c:v>44005</c:v>
                </c:pt>
                <c:pt idx="363">
                  <c:v>44006</c:v>
                </c:pt>
                <c:pt idx="364">
                  <c:v>44007</c:v>
                </c:pt>
                <c:pt idx="365">
                  <c:v>44008</c:v>
                </c:pt>
                <c:pt idx="366">
                  <c:v>44011</c:v>
                </c:pt>
                <c:pt idx="367">
                  <c:v>44012</c:v>
                </c:pt>
                <c:pt idx="368">
                  <c:v>44013</c:v>
                </c:pt>
                <c:pt idx="369">
                  <c:v>44014</c:v>
                </c:pt>
                <c:pt idx="370">
                  <c:v>44015</c:v>
                </c:pt>
                <c:pt idx="371">
                  <c:v>44018</c:v>
                </c:pt>
                <c:pt idx="372">
                  <c:v>44019</c:v>
                </c:pt>
                <c:pt idx="373">
                  <c:v>44020</c:v>
                </c:pt>
                <c:pt idx="374">
                  <c:v>44021</c:v>
                </c:pt>
                <c:pt idx="375">
                  <c:v>44022</c:v>
                </c:pt>
                <c:pt idx="376">
                  <c:v>44025</c:v>
                </c:pt>
                <c:pt idx="377">
                  <c:v>44026</c:v>
                </c:pt>
                <c:pt idx="378">
                  <c:v>44027</c:v>
                </c:pt>
                <c:pt idx="379">
                  <c:v>44028</c:v>
                </c:pt>
                <c:pt idx="380">
                  <c:v>44029</c:v>
                </c:pt>
                <c:pt idx="381">
                  <c:v>44032</c:v>
                </c:pt>
                <c:pt idx="382">
                  <c:v>44033</c:v>
                </c:pt>
                <c:pt idx="383">
                  <c:v>44034</c:v>
                </c:pt>
                <c:pt idx="384">
                  <c:v>44035</c:v>
                </c:pt>
                <c:pt idx="385">
                  <c:v>44036</c:v>
                </c:pt>
                <c:pt idx="386">
                  <c:v>44039</c:v>
                </c:pt>
                <c:pt idx="387">
                  <c:v>44040</c:v>
                </c:pt>
                <c:pt idx="388">
                  <c:v>44041</c:v>
                </c:pt>
                <c:pt idx="389">
                  <c:v>44042</c:v>
                </c:pt>
                <c:pt idx="390">
                  <c:v>44043</c:v>
                </c:pt>
                <c:pt idx="391">
                  <c:v>44046</c:v>
                </c:pt>
                <c:pt idx="392">
                  <c:v>44047</c:v>
                </c:pt>
                <c:pt idx="393">
                  <c:v>44048</c:v>
                </c:pt>
                <c:pt idx="394">
                  <c:v>44049</c:v>
                </c:pt>
                <c:pt idx="395">
                  <c:v>44050</c:v>
                </c:pt>
                <c:pt idx="396">
                  <c:v>44053</c:v>
                </c:pt>
                <c:pt idx="397">
                  <c:v>44054</c:v>
                </c:pt>
                <c:pt idx="398">
                  <c:v>44055</c:v>
                </c:pt>
                <c:pt idx="399">
                  <c:v>44056</c:v>
                </c:pt>
                <c:pt idx="400">
                  <c:v>44057</c:v>
                </c:pt>
                <c:pt idx="401">
                  <c:v>44060</c:v>
                </c:pt>
                <c:pt idx="402">
                  <c:v>44061</c:v>
                </c:pt>
                <c:pt idx="403">
                  <c:v>44062</c:v>
                </c:pt>
                <c:pt idx="404">
                  <c:v>44063</c:v>
                </c:pt>
                <c:pt idx="405">
                  <c:v>44064</c:v>
                </c:pt>
                <c:pt idx="406">
                  <c:v>44067</c:v>
                </c:pt>
                <c:pt idx="407">
                  <c:v>44068</c:v>
                </c:pt>
                <c:pt idx="408">
                  <c:v>44069</c:v>
                </c:pt>
                <c:pt idx="409">
                  <c:v>44070</c:v>
                </c:pt>
                <c:pt idx="410">
                  <c:v>44071</c:v>
                </c:pt>
                <c:pt idx="411">
                  <c:v>44074</c:v>
                </c:pt>
                <c:pt idx="412">
                  <c:v>44075</c:v>
                </c:pt>
                <c:pt idx="413">
                  <c:v>44076</c:v>
                </c:pt>
                <c:pt idx="414">
                  <c:v>44077</c:v>
                </c:pt>
                <c:pt idx="415">
                  <c:v>44078</c:v>
                </c:pt>
                <c:pt idx="416">
                  <c:v>44081</c:v>
                </c:pt>
                <c:pt idx="417">
                  <c:v>44082</c:v>
                </c:pt>
                <c:pt idx="418">
                  <c:v>44083</c:v>
                </c:pt>
                <c:pt idx="419">
                  <c:v>44084</c:v>
                </c:pt>
                <c:pt idx="420">
                  <c:v>44085</c:v>
                </c:pt>
                <c:pt idx="421">
                  <c:v>44088</c:v>
                </c:pt>
                <c:pt idx="422">
                  <c:v>44089</c:v>
                </c:pt>
                <c:pt idx="423">
                  <c:v>44090</c:v>
                </c:pt>
                <c:pt idx="424">
                  <c:v>44091</c:v>
                </c:pt>
                <c:pt idx="425">
                  <c:v>44092</c:v>
                </c:pt>
                <c:pt idx="426">
                  <c:v>44095</c:v>
                </c:pt>
                <c:pt idx="427">
                  <c:v>44096</c:v>
                </c:pt>
                <c:pt idx="428">
                  <c:v>44097</c:v>
                </c:pt>
                <c:pt idx="429">
                  <c:v>44098</c:v>
                </c:pt>
                <c:pt idx="430">
                  <c:v>44099</c:v>
                </c:pt>
                <c:pt idx="431">
                  <c:v>44102</c:v>
                </c:pt>
                <c:pt idx="432">
                  <c:v>44103</c:v>
                </c:pt>
                <c:pt idx="433">
                  <c:v>44104</c:v>
                </c:pt>
                <c:pt idx="434">
                  <c:v>44105</c:v>
                </c:pt>
                <c:pt idx="435">
                  <c:v>44109</c:v>
                </c:pt>
                <c:pt idx="436">
                  <c:v>44110</c:v>
                </c:pt>
                <c:pt idx="437">
                  <c:v>44111</c:v>
                </c:pt>
                <c:pt idx="438">
                  <c:v>44112</c:v>
                </c:pt>
                <c:pt idx="439">
                  <c:v>44113</c:v>
                </c:pt>
                <c:pt idx="440">
                  <c:v>44116</c:v>
                </c:pt>
                <c:pt idx="441">
                  <c:v>44117</c:v>
                </c:pt>
                <c:pt idx="442">
                  <c:v>44118</c:v>
                </c:pt>
                <c:pt idx="443">
                  <c:v>44119</c:v>
                </c:pt>
                <c:pt idx="444">
                  <c:v>44120</c:v>
                </c:pt>
                <c:pt idx="445">
                  <c:v>44123</c:v>
                </c:pt>
                <c:pt idx="446">
                  <c:v>44124</c:v>
                </c:pt>
                <c:pt idx="447">
                  <c:v>44125</c:v>
                </c:pt>
                <c:pt idx="448">
                  <c:v>44126</c:v>
                </c:pt>
                <c:pt idx="449">
                  <c:v>44127</c:v>
                </c:pt>
                <c:pt idx="450">
                  <c:v>44130</c:v>
                </c:pt>
                <c:pt idx="451">
                  <c:v>44131</c:v>
                </c:pt>
                <c:pt idx="452">
                  <c:v>44132</c:v>
                </c:pt>
                <c:pt idx="453">
                  <c:v>44133</c:v>
                </c:pt>
                <c:pt idx="454">
                  <c:v>44134</c:v>
                </c:pt>
                <c:pt idx="455">
                  <c:v>44137</c:v>
                </c:pt>
                <c:pt idx="456">
                  <c:v>44138</c:v>
                </c:pt>
                <c:pt idx="457">
                  <c:v>44139</c:v>
                </c:pt>
                <c:pt idx="458">
                  <c:v>44140</c:v>
                </c:pt>
                <c:pt idx="459">
                  <c:v>44141</c:v>
                </c:pt>
                <c:pt idx="460">
                  <c:v>44144</c:v>
                </c:pt>
                <c:pt idx="461">
                  <c:v>44145</c:v>
                </c:pt>
                <c:pt idx="462">
                  <c:v>44146</c:v>
                </c:pt>
                <c:pt idx="463">
                  <c:v>44147</c:v>
                </c:pt>
                <c:pt idx="464">
                  <c:v>44148</c:v>
                </c:pt>
                <c:pt idx="465">
                  <c:v>44149</c:v>
                </c:pt>
                <c:pt idx="466">
                  <c:v>44152</c:v>
                </c:pt>
                <c:pt idx="467">
                  <c:v>44153</c:v>
                </c:pt>
                <c:pt idx="468">
                  <c:v>44154</c:v>
                </c:pt>
                <c:pt idx="469">
                  <c:v>44155</c:v>
                </c:pt>
                <c:pt idx="470">
                  <c:v>44158</c:v>
                </c:pt>
                <c:pt idx="471">
                  <c:v>44159</c:v>
                </c:pt>
                <c:pt idx="472">
                  <c:v>44160</c:v>
                </c:pt>
                <c:pt idx="473">
                  <c:v>44161</c:v>
                </c:pt>
                <c:pt idx="474">
                  <c:v>44162</c:v>
                </c:pt>
                <c:pt idx="475">
                  <c:v>44166</c:v>
                </c:pt>
                <c:pt idx="476">
                  <c:v>44167</c:v>
                </c:pt>
                <c:pt idx="477">
                  <c:v>44168</c:v>
                </c:pt>
                <c:pt idx="478">
                  <c:v>44169</c:v>
                </c:pt>
                <c:pt idx="479">
                  <c:v>44172</c:v>
                </c:pt>
                <c:pt idx="480">
                  <c:v>44173</c:v>
                </c:pt>
                <c:pt idx="481">
                  <c:v>44174</c:v>
                </c:pt>
                <c:pt idx="482">
                  <c:v>44175</c:v>
                </c:pt>
                <c:pt idx="483">
                  <c:v>44176</c:v>
                </c:pt>
                <c:pt idx="484">
                  <c:v>44179</c:v>
                </c:pt>
                <c:pt idx="485">
                  <c:v>44180</c:v>
                </c:pt>
                <c:pt idx="486">
                  <c:v>44181</c:v>
                </c:pt>
                <c:pt idx="487">
                  <c:v>44182</c:v>
                </c:pt>
                <c:pt idx="488">
                  <c:v>44183</c:v>
                </c:pt>
                <c:pt idx="489">
                  <c:v>44186</c:v>
                </c:pt>
                <c:pt idx="490">
                  <c:v>44187</c:v>
                </c:pt>
                <c:pt idx="491">
                  <c:v>44188</c:v>
                </c:pt>
                <c:pt idx="492">
                  <c:v>44189</c:v>
                </c:pt>
                <c:pt idx="493">
                  <c:v>44193</c:v>
                </c:pt>
                <c:pt idx="494">
                  <c:v>44194</c:v>
                </c:pt>
                <c:pt idx="495">
                  <c:v>44195</c:v>
                </c:pt>
                <c:pt idx="496">
                  <c:v>44196</c:v>
                </c:pt>
                <c:pt idx="497">
                  <c:v>44197</c:v>
                </c:pt>
                <c:pt idx="498">
                  <c:v>44200</c:v>
                </c:pt>
                <c:pt idx="499">
                  <c:v>44201</c:v>
                </c:pt>
                <c:pt idx="500">
                  <c:v>44202</c:v>
                </c:pt>
                <c:pt idx="501">
                  <c:v>44203</c:v>
                </c:pt>
                <c:pt idx="502">
                  <c:v>44204</c:v>
                </c:pt>
                <c:pt idx="503">
                  <c:v>44207</c:v>
                </c:pt>
                <c:pt idx="504">
                  <c:v>44208</c:v>
                </c:pt>
                <c:pt idx="505">
                  <c:v>44209</c:v>
                </c:pt>
                <c:pt idx="506">
                  <c:v>44210</c:v>
                </c:pt>
                <c:pt idx="507">
                  <c:v>44211</c:v>
                </c:pt>
                <c:pt idx="508">
                  <c:v>44214</c:v>
                </c:pt>
                <c:pt idx="509">
                  <c:v>44215</c:v>
                </c:pt>
                <c:pt idx="510">
                  <c:v>44216</c:v>
                </c:pt>
                <c:pt idx="511">
                  <c:v>44217</c:v>
                </c:pt>
                <c:pt idx="512">
                  <c:v>44218</c:v>
                </c:pt>
                <c:pt idx="513">
                  <c:v>44221</c:v>
                </c:pt>
                <c:pt idx="514">
                  <c:v>44223</c:v>
                </c:pt>
                <c:pt idx="515">
                  <c:v>44224</c:v>
                </c:pt>
                <c:pt idx="516">
                  <c:v>44225</c:v>
                </c:pt>
                <c:pt idx="517">
                  <c:v>44228</c:v>
                </c:pt>
                <c:pt idx="518">
                  <c:v>44229</c:v>
                </c:pt>
                <c:pt idx="519">
                  <c:v>44230</c:v>
                </c:pt>
                <c:pt idx="520">
                  <c:v>44231</c:v>
                </c:pt>
                <c:pt idx="521">
                  <c:v>44232</c:v>
                </c:pt>
                <c:pt idx="522">
                  <c:v>44235</c:v>
                </c:pt>
                <c:pt idx="523">
                  <c:v>44236</c:v>
                </c:pt>
                <c:pt idx="524">
                  <c:v>44237</c:v>
                </c:pt>
                <c:pt idx="525">
                  <c:v>44238</c:v>
                </c:pt>
                <c:pt idx="526">
                  <c:v>44239</c:v>
                </c:pt>
                <c:pt idx="527">
                  <c:v>44242</c:v>
                </c:pt>
                <c:pt idx="528">
                  <c:v>44243</c:v>
                </c:pt>
                <c:pt idx="529">
                  <c:v>44244</c:v>
                </c:pt>
                <c:pt idx="530">
                  <c:v>44245</c:v>
                </c:pt>
                <c:pt idx="531">
                  <c:v>44246</c:v>
                </c:pt>
                <c:pt idx="532">
                  <c:v>44249</c:v>
                </c:pt>
                <c:pt idx="533">
                  <c:v>44250</c:v>
                </c:pt>
                <c:pt idx="534">
                  <c:v>44251</c:v>
                </c:pt>
                <c:pt idx="535">
                  <c:v>44252</c:v>
                </c:pt>
                <c:pt idx="536">
                  <c:v>44253</c:v>
                </c:pt>
                <c:pt idx="537">
                  <c:v>44256</c:v>
                </c:pt>
                <c:pt idx="538">
                  <c:v>44257</c:v>
                </c:pt>
                <c:pt idx="539">
                  <c:v>44258</c:v>
                </c:pt>
                <c:pt idx="540">
                  <c:v>44259</c:v>
                </c:pt>
                <c:pt idx="541">
                  <c:v>44260</c:v>
                </c:pt>
                <c:pt idx="542">
                  <c:v>44263</c:v>
                </c:pt>
                <c:pt idx="543">
                  <c:v>44264</c:v>
                </c:pt>
                <c:pt idx="544">
                  <c:v>44265</c:v>
                </c:pt>
                <c:pt idx="545">
                  <c:v>44267</c:v>
                </c:pt>
                <c:pt idx="546">
                  <c:v>44270</c:v>
                </c:pt>
                <c:pt idx="547">
                  <c:v>44271</c:v>
                </c:pt>
                <c:pt idx="548">
                  <c:v>44272</c:v>
                </c:pt>
                <c:pt idx="549">
                  <c:v>44273</c:v>
                </c:pt>
                <c:pt idx="550">
                  <c:v>44274</c:v>
                </c:pt>
                <c:pt idx="551">
                  <c:v>44277</c:v>
                </c:pt>
                <c:pt idx="552">
                  <c:v>44278</c:v>
                </c:pt>
                <c:pt idx="553">
                  <c:v>44279</c:v>
                </c:pt>
                <c:pt idx="554">
                  <c:v>44280</c:v>
                </c:pt>
                <c:pt idx="555">
                  <c:v>44281</c:v>
                </c:pt>
                <c:pt idx="556">
                  <c:v>44285</c:v>
                </c:pt>
                <c:pt idx="557">
                  <c:v>44286</c:v>
                </c:pt>
                <c:pt idx="558">
                  <c:v>44287</c:v>
                </c:pt>
                <c:pt idx="559">
                  <c:v>44291</c:v>
                </c:pt>
                <c:pt idx="560">
                  <c:v>44292</c:v>
                </c:pt>
                <c:pt idx="561">
                  <c:v>44293</c:v>
                </c:pt>
                <c:pt idx="562">
                  <c:v>44294</c:v>
                </c:pt>
                <c:pt idx="563">
                  <c:v>44295</c:v>
                </c:pt>
                <c:pt idx="564">
                  <c:v>44298</c:v>
                </c:pt>
                <c:pt idx="565">
                  <c:v>44299</c:v>
                </c:pt>
                <c:pt idx="566">
                  <c:v>44301</c:v>
                </c:pt>
                <c:pt idx="567">
                  <c:v>44302</c:v>
                </c:pt>
                <c:pt idx="568">
                  <c:v>44305</c:v>
                </c:pt>
                <c:pt idx="569">
                  <c:v>44306</c:v>
                </c:pt>
                <c:pt idx="570">
                  <c:v>44308</c:v>
                </c:pt>
                <c:pt idx="571">
                  <c:v>44309</c:v>
                </c:pt>
                <c:pt idx="572">
                  <c:v>44312</c:v>
                </c:pt>
                <c:pt idx="573">
                  <c:v>44313</c:v>
                </c:pt>
                <c:pt idx="574">
                  <c:v>44314</c:v>
                </c:pt>
                <c:pt idx="575">
                  <c:v>44315</c:v>
                </c:pt>
                <c:pt idx="576">
                  <c:v>44316</c:v>
                </c:pt>
                <c:pt idx="577">
                  <c:v>44319</c:v>
                </c:pt>
                <c:pt idx="578">
                  <c:v>44320</c:v>
                </c:pt>
                <c:pt idx="579">
                  <c:v>44321</c:v>
                </c:pt>
                <c:pt idx="580">
                  <c:v>44322</c:v>
                </c:pt>
                <c:pt idx="581">
                  <c:v>44323</c:v>
                </c:pt>
                <c:pt idx="582">
                  <c:v>44326</c:v>
                </c:pt>
                <c:pt idx="583">
                  <c:v>44327</c:v>
                </c:pt>
                <c:pt idx="584">
                  <c:v>44328</c:v>
                </c:pt>
                <c:pt idx="585">
                  <c:v>44330</c:v>
                </c:pt>
                <c:pt idx="586">
                  <c:v>44333</c:v>
                </c:pt>
                <c:pt idx="587">
                  <c:v>44334</c:v>
                </c:pt>
                <c:pt idx="588">
                  <c:v>44335</c:v>
                </c:pt>
                <c:pt idx="589">
                  <c:v>44336</c:v>
                </c:pt>
                <c:pt idx="590">
                  <c:v>44337</c:v>
                </c:pt>
                <c:pt idx="591">
                  <c:v>44340</c:v>
                </c:pt>
                <c:pt idx="592">
                  <c:v>44341</c:v>
                </c:pt>
                <c:pt idx="593">
                  <c:v>44342</c:v>
                </c:pt>
                <c:pt idx="594">
                  <c:v>44343</c:v>
                </c:pt>
                <c:pt idx="595">
                  <c:v>44344</c:v>
                </c:pt>
                <c:pt idx="596">
                  <c:v>44347</c:v>
                </c:pt>
                <c:pt idx="597">
                  <c:v>44348</c:v>
                </c:pt>
                <c:pt idx="598">
                  <c:v>44349</c:v>
                </c:pt>
                <c:pt idx="599">
                  <c:v>44350</c:v>
                </c:pt>
                <c:pt idx="600">
                  <c:v>44351</c:v>
                </c:pt>
                <c:pt idx="601">
                  <c:v>44354</c:v>
                </c:pt>
                <c:pt idx="602">
                  <c:v>44355</c:v>
                </c:pt>
                <c:pt idx="603">
                  <c:v>44356</c:v>
                </c:pt>
                <c:pt idx="604">
                  <c:v>44357</c:v>
                </c:pt>
                <c:pt idx="605">
                  <c:v>44358</c:v>
                </c:pt>
                <c:pt idx="606">
                  <c:v>44361</c:v>
                </c:pt>
                <c:pt idx="607">
                  <c:v>44362</c:v>
                </c:pt>
                <c:pt idx="608">
                  <c:v>44363</c:v>
                </c:pt>
                <c:pt idx="609">
                  <c:v>44364</c:v>
                </c:pt>
                <c:pt idx="610">
                  <c:v>44365</c:v>
                </c:pt>
                <c:pt idx="611">
                  <c:v>44368</c:v>
                </c:pt>
                <c:pt idx="612">
                  <c:v>44369</c:v>
                </c:pt>
                <c:pt idx="613">
                  <c:v>44370</c:v>
                </c:pt>
                <c:pt idx="614">
                  <c:v>44371</c:v>
                </c:pt>
                <c:pt idx="615">
                  <c:v>44372</c:v>
                </c:pt>
                <c:pt idx="616">
                  <c:v>44375</c:v>
                </c:pt>
                <c:pt idx="617">
                  <c:v>44376</c:v>
                </c:pt>
                <c:pt idx="618">
                  <c:v>44377</c:v>
                </c:pt>
                <c:pt idx="619">
                  <c:v>44378</c:v>
                </c:pt>
                <c:pt idx="620">
                  <c:v>44379</c:v>
                </c:pt>
                <c:pt idx="621">
                  <c:v>44382</c:v>
                </c:pt>
                <c:pt idx="622">
                  <c:v>44383</c:v>
                </c:pt>
                <c:pt idx="623">
                  <c:v>44384</c:v>
                </c:pt>
                <c:pt idx="624">
                  <c:v>44385</c:v>
                </c:pt>
                <c:pt idx="625">
                  <c:v>44386</c:v>
                </c:pt>
                <c:pt idx="626">
                  <c:v>44389</c:v>
                </c:pt>
                <c:pt idx="627">
                  <c:v>44390</c:v>
                </c:pt>
                <c:pt idx="628">
                  <c:v>44391</c:v>
                </c:pt>
                <c:pt idx="629">
                  <c:v>44392</c:v>
                </c:pt>
                <c:pt idx="630">
                  <c:v>44393</c:v>
                </c:pt>
                <c:pt idx="631">
                  <c:v>44396</c:v>
                </c:pt>
                <c:pt idx="632">
                  <c:v>44397</c:v>
                </c:pt>
                <c:pt idx="633">
                  <c:v>44399</c:v>
                </c:pt>
                <c:pt idx="634">
                  <c:v>44400</c:v>
                </c:pt>
                <c:pt idx="635">
                  <c:v>44403</c:v>
                </c:pt>
                <c:pt idx="636">
                  <c:v>44404</c:v>
                </c:pt>
                <c:pt idx="637">
                  <c:v>44405</c:v>
                </c:pt>
                <c:pt idx="638">
                  <c:v>44406</c:v>
                </c:pt>
                <c:pt idx="639">
                  <c:v>44407</c:v>
                </c:pt>
                <c:pt idx="640">
                  <c:v>44410</c:v>
                </c:pt>
                <c:pt idx="641">
                  <c:v>44411</c:v>
                </c:pt>
                <c:pt idx="642">
                  <c:v>44412</c:v>
                </c:pt>
                <c:pt idx="643">
                  <c:v>44413</c:v>
                </c:pt>
                <c:pt idx="644">
                  <c:v>44414</c:v>
                </c:pt>
                <c:pt idx="645">
                  <c:v>44417</c:v>
                </c:pt>
                <c:pt idx="646">
                  <c:v>44418</c:v>
                </c:pt>
                <c:pt idx="647">
                  <c:v>44419</c:v>
                </c:pt>
                <c:pt idx="648">
                  <c:v>44420</c:v>
                </c:pt>
                <c:pt idx="649">
                  <c:v>44421</c:v>
                </c:pt>
                <c:pt idx="650">
                  <c:v>44424</c:v>
                </c:pt>
                <c:pt idx="651">
                  <c:v>44425</c:v>
                </c:pt>
                <c:pt idx="652">
                  <c:v>44426</c:v>
                </c:pt>
                <c:pt idx="653">
                  <c:v>44428</c:v>
                </c:pt>
                <c:pt idx="654">
                  <c:v>44431</c:v>
                </c:pt>
                <c:pt idx="655">
                  <c:v>44432</c:v>
                </c:pt>
                <c:pt idx="656">
                  <c:v>44433</c:v>
                </c:pt>
                <c:pt idx="657">
                  <c:v>44434</c:v>
                </c:pt>
                <c:pt idx="658">
                  <c:v>44435</c:v>
                </c:pt>
                <c:pt idx="659">
                  <c:v>44438</c:v>
                </c:pt>
                <c:pt idx="660">
                  <c:v>44439</c:v>
                </c:pt>
                <c:pt idx="661">
                  <c:v>44440</c:v>
                </c:pt>
                <c:pt idx="662">
                  <c:v>44441</c:v>
                </c:pt>
                <c:pt idx="663">
                  <c:v>44442</c:v>
                </c:pt>
                <c:pt idx="664">
                  <c:v>44445</c:v>
                </c:pt>
                <c:pt idx="665">
                  <c:v>44446</c:v>
                </c:pt>
                <c:pt idx="666">
                  <c:v>44447</c:v>
                </c:pt>
                <c:pt idx="667">
                  <c:v>44448</c:v>
                </c:pt>
                <c:pt idx="668">
                  <c:v>44452</c:v>
                </c:pt>
                <c:pt idx="669">
                  <c:v>44453</c:v>
                </c:pt>
                <c:pt idx="670">
                  <c:v>44454</c:v>
                </c:pt>
                <c:pt idx="671">
                  <c:v>44455</c:v>
                </c:pt>
                <c:pt idx="672">
                  <c:v>44456</c:v>
                </c:pt>
                <c:pt idx="673">
                  <c:v>44459</c:v>
                </c:pt>
                <c:pt idx="674">
                  <c:v>44460</c:v>
                </c:pt>
                <c:pt idx="675">
                  <c:v>44461</c:v>
                </c:pt>
                <c:pt idx="676">
                  <c:v>44462</c:v>
                </c:pt>
                <c:pt idx="677">
                  <c:v>44463</c:v>
                </c:pt>
                <c:pt idx="678">
                  <c:v>44466</c:v>
                </c:pt>
                <c:pt idx="679">
                  <c:v>44467</c:v>
                </c:pt>
                <c:pt idx="680">
                  <c:v>44468</c:v>
                </c:pt>
                <c:pt idx="681">
                  <c:v>44469</c:v>
                </c:pt>
                <c:pt idx="682">
                  <c:v>44470</c:v>
                </c:pt>
                <c:pt idx="683">
                  <c:v>44473</c:v>
                </c:pt>
                <c:pt idx="684">
                  <c:v>44474</c:v>
                </c:pt>
                <c:pt idx="685">
                  <c:v>44475</c:v>
                </c:pt>
                <c:pt idx="686">
                  <c:v>44476</c:v>
                </c:pt>
                <c:pt idx="687">
                  <c:v>44477</c:v>
                </c:pt>
                <c:pt idx="688">
                  <c:v>44480</c:v>
                </c:pt>
                <c:pt idx="689">
                  <c:v>44481</c:v>
                </c:pt>
                <c:pt idx="690">
                  <c:v>44482</c:v>
                </c:pt>
                <c:pt idx="691">
                  <c:v>44483</c:v>
                </c:pt>
                <c:pt idx="692">
                  <c:v>44487</c:v>
                </c:pt>
                <c:pt idx="693">
                  <c:v>44488</c:v>
                </c:pt>
                <c:pt idx="694">
                  <c:v>44489</c:v>
                </c:pt>
                <c:pt idx="695">
                  <c:v>44490</c:v>
                </c:pt>
                <c:pt idx="696">
                  <c:v>44491</c:v>
                </c:pt>
                <c:pt idx="697">
                  <c:v>44494</c:v>
                </c:pt>
                <c:pt idx="698">
                  <c:v>44495</c:v>
                </c:pt>
                <c:pt idx="699">
                  <c:v>44496</c:v>
                </c:pt>
                <c:pt idx="700">
                  <c:v>44497</c:v>
                </c:pt>
                <c:pt idx="701">
                  <c:v>44498</c:v>
                </c:pt>
                <c:pt idx="702">
                  <c:v>44501</c:v>
                </c:pt>
                <c:pt idx="703">
                  <c:v>44502</c:v>
                </c:pt>
                <c:pt idx="704">
                  <c:v>44503</c:v>
                </c:pt>
                <c:pt idx="705">
                  <c:v>44504</c:v>
                </c:pt>
                <c:pt idx="706">
                  <c:v>44508</c:v>
                </c:pt>
                <c:pt idx="707">
                  <c:v>44509</c:v>
                </c:pt>
                <c:pt idx="708">
                  <c:v>44510</c:v>
                </c:pt>
                <c:pt idx="709">
                  <c:v>44511</c:v>
                </c:pt>
                <c:pt idx="710">
                  <c:v>44512</c:v>
                </c:pt>
                <c:pt idx="711">
                  <c:v>44515</c:v>
                </c:pt>
                <c:pt idx="712">
                  <c:v>44516</c:v>
                </c:pt>
                <c:pt idx="713">
                  <c:v>44517</c:v>
                </c:pt>
                <c:pt idx="714">
                  <c:v>44518</c:v>
                </c:pt>
                <c:pt idx="715">
                  <c:v>44522</c:v>
                </c:pt>
                <c:pt idx="716">
                  <c:v>44523</c:v>
                </c:pt>
                <c:pt idx="717">
                  <c:v>44524</c:v>
                </c:pt>
                <c:pt idx="718">
                  <c:v>44525</c:v>
                </c:pt>
                <c:pt idx="719">
                  <c:v>44526</c:v>
                </c:pt>
                <c:pt idx="720">
                  <c:v>44529</c:v>
                </c:pt>
                <c:pt idx="721">
                  <c:v>44530</c:v>
                </c:pt>
                <c:pt idx="722">
                  <c:v>44531</c:v>
                </c:pt>
                <c:pt idx="723">
                  <c:v>44532</c:v>
                </c:pt>
                <c:pt idx="724">
                  <c:v>44533</c:v>
                </c:pt>
                <c:pt idx="725">
                  <c:v>44536</c:v>
                </c:pt>
                <c:pt idx="726">
                  <c:v>44537</c:v>
                </c:pt>
                <c:pt idx="727">
                  <c:v>44538</c:v>
                </c:pt>
                <c:pt idx="728">
                  <c:v>44539</c:v>
                </c:pt>
                <c:pt idx="729">
                  <c:v>44540</c:v>
                </c:pt>
                <c:pt idx="730">
                  <c:v>44543</c:v>
                </c:pt>
                <c:pt idx="731">
                  <c:v>44544</c:v>
                </c:pt>
                <c:pt idx="732">
                  <c:v>44545</c:v>
                </c:pt>
                <c:pt idx="733">
                  <c:v>44546</c:v>
                </c:pt>
                <c:pt idx="734">
                  <c:v>44547</c:v>
                </c:pt>
                <c:pt idx="735">
                  <c:v>44550</c:v>
                </c:pt>
                <c:pt idx="736">
                  <c:v>44551</c:v>
                </c:pt>
                <c:pt idx="737">
                  <c:v>44552</c:v>
                </c:pt>
                <c:pt idx="738">
                  <c:v>44553</c:v>
                </c:pt>
                <c:pt idx="739">
                  <c:v>44554</c:v>
                </c:pt>
                <c:pt idx="740">
                  <c:v>44557</c:v>
                </c:pt>
                <c:pt idx="741">
                  <c:v>44558</c:v>
                </c:pt>
                <c:pt idx="742">
                  <c:v>44559</c:v>
                </c:pt>
                <c:pt idx="743">
                  <c:v>44560</c:v>
                </c:pt>
                <c:pt idx="744">
                  <c:v>44561</c:v>
                </c:pt>
                <c:pt idx="745">
                  <c:v>44564</c:v>
                </c:pt>
                <c:pt idx="746">
                  <c:v>44565</c:v>
                </c:pt>
                <c:pt idx="747">
                  <c:v>44566</c:v>
                </c:pt>
                <c:pt idx="748">
                  <c:v>44567</c:v>
                </c:pt>
                <c:pt idx="749">
                  <c:v>44568</c:v>
                </c:pt>
                <c:pt idx="750">
                  <c:v>44571</c:v>
                </c:pt>
                <c:pt idx="751">
                  <c:v>44572</c:v>
                </c:pt>
                <c:pt idx="752">
                  <c:v>44573</c:v>
                </c:pt>
                <c:pt idx="753">
                  <c:v>44574</c:v>
                </c:pt>
                <c:pt idx="754">
                  <c:v>44575</c:v>
                </c:pt>
                <c:pt idx="755">
                  <c:v>44578</c:v>
                </c:pt>
                <c:pt idx="756">
                  <c:v>44579</c:v>
                </c:pt>
                <c:pt idx="757">
                  <c:v>44580</c:v>
                </c:pt>
                <c:pt idx="758">
                  <c:v>44581</c:v>
                </c:pt>
                <c:pt idx="759">
                  <c:v>44582</c:v>
                </c:pt>
                <c:pt idx="760">
                  <c:v>44585</c:v>
                </c:pt>
                <c:pt idx="761">
                  <c:v>44586</c:v>
                </c:pt>
                <c:pt idx="762">
                  <c:v>44588</c:v>
                </c:pt>
                <c:pt idx="763">
                  <c:v>44589</c:v>
                </c:pt>
                <c:pt idx="764">
                  <c:v>44592</c:v>
                </c:pt>
                <c:pt idx="765">
                  <c:v>44593</c:v>
                </c:pt>
                <c:pt idx="766">
                  <c:v>44594</c:v>
                </c:pt>
                <c:pt idx="767">
                  <c:v>44595</c:v>
                </c:pt>
                <c:pt idx="768">
                  <c:v>44596</c:v>
                </c:pt>
                <c:pt idx="769">
                  <c:v>44599</c:v>
                </c:pt>
                <c:pt idx="770">
                  <c:v>44600</c:v>
                </c:pt>
                <c:pt idx="771">
                  <c:v>44601</c:v>
                </c:pt>
                <c:pt idx="772">
                  <c:v>44602</c:v>
                </c:pt>
                <c:pt idx="773">
                  <c:v>44603</c:v>
                </c:pt>
                <c:pt idx="774">
                  <c:v>44606</c:v>
                </c:pt>
                <c:pt idx="775">
                  <c:v>44607</c:v>
                </c:pt>
                <c:pt idx="776">
                  <c:v>44608</c:v>
                </c:pt>
                <c:pt idx="777">
                  <c:v>44609</c:v>
                </c:pt>
                <c:pt idx="778">
                  <c:v>44610</c:v>
                </c:pt>
                <c:pt idx="779">
                  <c:v>44613</c:v>
                </c:pt>
                <c:pt idx="780">
                  <c:v>44614</c:v>
                </c:pt>
                <c:pt idx="781">
                  <c:v>44615</c:v>
                </c:pt>
                <c:pt idx="782">
                  <c:v>44616</c:v>
                </c:pt>
                <c:pt idx="783">
                  <c:v>44617</c:v>
                </c:pt>
                <c:pt idx="784">
                  <c:v>44620</c:v>
                </c:pt>
                <c:pt idx="785">
                  <c:v>44622</c:v>
                </c:pt>
                <c:pt idx="786">
                  <c:v>44623</c:v>
                </c:pt>
                <c:pt idx="787">
                  <c:v>44624</c:v>
                </c:pt>
                <c:pt idx="788">
                  <c:v>44627</c:v>
                </c:pt>
                <c:pt idx="789">
                  <c:v>44628</c:v>
                </c:pt>
                <c:pt idx="790">
                  <c:v>44629</c:v>
                </c:pt>
                <c:pt idx="791">
                  <c:v>44630</c:v>
                </c:pt>
                <c:pt idx="792">
                  <c:v>44631</c:v>
                </c:pt>
                <c:pt idx="793">
                  <c:v>44634</c:v>
                </c:pt>
                <c:pt idx="794">
                  <c:v>44635</c:v>
                </c:pt>
                <c:pt idx="795">
                  <c:v>44636</c:v>
                </c:pt>
                <c:pt idx="796">
                  <c:v>44637</c:v>
                </c:pt>
                <c:pt idx="797">
                  <c:v>44641</c:v>
                </c:pt>
                <c:pt idx="798">
                  <c:v>44642</c:v>
                </c:pt>
                <c:pt idx="799">
                  <c:v>44643</c:v>
                </c:pt>
                <c:pt idx="800">
                  <c:v>44644</c:v>
                </c:pt>
                <c:pt idx="801">
                  <c:v>44645</c:v>
                </c:pt>
                <c:pt idx="802">
                  <c:v>44648</c:v>
                </c:pt>
                <c:pt idx="803">
                  <c:v>44649</c:v>
                </c:pt>
                <c:pt idx="804">
                  <c:v>44650</c:v>
                </c:pt>
                <c:pt idx="805">
                  <c:v>44651</c:v>
                </c:pt>
                <c:pt idx="806">
                  <c:v>44652</c:v>
                </c:pt>
                <c:pt idx="807">
                  <c:v>44655</c:v>
                </c:pt>
                <c:pt idx="808">
                  <c:v>44656</c:v>
                </c:pt>
                <c:pt idx="809">
                  <c:v>44657</c:v>
                </c:pt>
                <c:pt idx="810">
                  <c:v>44658</c:v>
                </c:pt>
                <c:pt idx="811">
                  <c:v>44659</c:v>
                </c:pt>
                <c:pt idx="812">
                  <c:v>44662</c:v>
                </c:pt>
                <c:pt idx="813">
                  <c:v>44663</c:v>
                </c:pt>
                <c:pt idx="814">
                  <c:v>44664</c:v>
                </c:pt>
                <c:pt idx="815">
                  <c:v>44669</c:v>
                </c:pt>
                <c:pt idx="816">
                  <c:v>44670</c:v>
                </c:pt>
                <c:pt idx="817">
                  <c:v>44671</c:v>
                </c:pt>
                <c:pt idx="818">
                  <c:v>44672</c:v>
                </c:pt>
                <c:pt idx="819">
                  <c:v>44673</c:v>
                </c:pt>
                <c:pt idx="820">
                  <c:v>44676</c:v>
                </c:pt>
                <c:pt idx="821">
                  <c:v>44677</c:v>
                </c:pt>
                <c:pt idx="822">
                  <c:v>44678</c:v>
                </c:pt>
                <c:pt idx="823">
                  <c:v>44679</c:v>
                </c:pt>
                <c:pt idx="824">
                  <c:v>44680</c:v>
                </c:pt>
                <c:pt idx="825">
                  <c:v>44683</c:v>
                </c:pt>
                <c:pt idx="826">
                  <c:v>44685</c:v>
                </c:pt>
                <c:pt idx="827">
                  <c:v>44686</c:v>
                </c:pt>
                <c:pt idx="828">
                  <c:v>44687</c:v>
                </c:pt>
                <c:pt idx="829">
                  <c:v>44690</c:v>
                </c:pt>
                <c:pt idx="830">
                  <c:v>44691</c:v>
                </c:pt>
                <c:pt idx="831">
                  <c:v>44692</c:v>
                </c:pt>
                <c:pt idx="832">
                  <c:v>44693</c:v>
                </c:pt>
                <c:pt idx="833">
                  <c:v>44694</c:v>
                </c:pt>
                <c:pt idx="834">
                  <c:v>44697</c:v>
                </c:pt>
                <c:pt idx="835">
                  <c:v>44698</c:v>
                </c:pt>
                <c:pt idx="836">
                  <c:v>44699</c:v>
                </c:pt>
                <c:pt idx="837">
                  <c:v>44700</c:v>
                </c:pt>
                <c:pt idx="838">
                  <c:v>44701</c:v>
                </c:pt>
                <c:pt idx="839">
                  <c:v>44704</c:v>
                </c:pt>
                <c:pt idx="840">
                  <c:v>44705</c:v>
                </c:pt>
                <c:pt idx="841">
                  <c:v>44706</c:v>
                </c:pt>
                <c:pt idx="842">
                  <c:v>44707</c:v>
                </c:pt>
                <c:pt idx="843">
                  <c:v>44708</c:v>
                </c:pt>
                <c:pt idx="844">
                  <c:v>44711</c:v>
                </c:pt>
                <c:pt idx="845">
                  <c:v>44712</c:v>
                </c:pt>
                <c:pt idx="846">
                  <c:v>44713</c:v>
                </c:pt>
                <c:pt idx="847">
                  <c:v>44714</c:v>
                </c:pt>
                <c:pt idx="848">
                  <c:v>44715</c:v>
                </c:pt>
                <c:pt idx="849">
                  <c:v>44718</c:v>
                </c:pt>
                <c:pt idx="850">
                  <c:v>44719</c:v>
                </c:pt>
                <c:pt idx="851">
                  <c:v>44720</c:v>
                </c:pt>
                <c:pt idx="852">
                  <c:v>44721</c:v>
                </c:pt>
                <c:pt idx="853">
                  <c:v>44722</c:v>
                </c:pt>
                <c:pt idx="854">
                  <c:v>44725</c:v>
                </c:pt>
                <c:pt idx="855">
                  <c:v>44726</c:v>
                </c:pt>
                <c:pt idx="856">
                  <c:v>44727</c:v>
                </c:pt>
                <c:pt idx="857">
                  <c:v>44728</c:v>
                </c:pt>
                <c:pt idx="858">
                  <c:v>44729</c:v>
                </c:pt>
                <c:pt idx="859">
                  <c:v>44732</c:v>
                </c:pt>
                <c:pt idx="860">
                  <c:v>44733</c:v>
                </c:pt>
                <c:pt idx="861">
                  <c:v>44734</c:v>
                </c:pt>
                <c:pt idx="862">
                  <c:v>44735</c:v>
                </c:pt>
                <c:pt idx="863">
                  <c:v>44736</c:v>
                </c:pt>
                <c:pt idx="864">
                  <c:v>44739</c:v>
                </c:pt>
                <c:pt idx="865">
                  <c:v>44740</c:v>
                </c:pt>
                <c:pt idx="866">
                  <c:v>44741</c:v>
                </c:pt>
                <c:pt idx="867">
                  <c:v>44742</c:v>
                </c:pt>
                <c:pt idx="868">
                  <c:v>44743</c:v>
                </c:pt>
                <c:pt idx="869">
                  <c:v>44746</c:v>
                </c:pt>
                <c:pt idx="870">
                  <c:v>44747</c:v>
                </c:pt>
                <c:pt idx="871">
                  <c:v>44748</c:v>
                </c:pt>
                <c:pt idx="872">
                  <c:v>44749</c:v>
                </c:pt>
                <c:pt idx="873">
                  <c:v>44750</c:v>
                </c:pt>
                <c:pt idx="874">
                  <c:v>44753</c:v>
                </c:pt>
                <c:pt idx="875">
                  <c:v>44754</c:v>
                </c:pt>
                <c:pt idx="876">
                  <c:v>44755</c:v>
                </c:pt>
                <c:pt idx="877">
                  <c:v>44756</c:v>
                </c:pt>
                <c:pt idx="878">
                  <c:v>44757</c:v>
                </c:pt>
                <c:pt idx="879">
                  <c:v>44760</c:v>
                </c:pt>
                <c:pt idx="880">
                  <c:v>44761</c:v>
                </c:pt>
                <c:pt idx="881">
                  <c:v>44762</c:v>
                </c:pt>
                <c:pt idx="882">
                  <c:v>44763</c:v>
                </c:pt>
                <c:pt idx="883">
                  <c:v>44764</c:v>
                </c:pt>
                <c:pt idx="884">
                  <c:v>44767</c:v>
                </c:pt>
                <c:pt idx="885">
                  <c:v>44768</c:v>
                </c:pt>
                <c:pt idx="886">
                  <c:v>44769</c:v>
                </c:pt>
                <c:pt idx="887">
                  <c:v>44770</c:v>
                </c:pt>
                <c:pt idx="888">
                  <c:v>44771</c:v>
                </c:pt>
                <c:pt idx="889">
                  <c:v>44774</c:v>
                </c:pt>
                <c:pt idx="890">
                  <c:v>44775</c:v>
                </c:pt>
                <c:pt idx="891">
                  <c:v>44776</c:v>
                </c:pt>
                <c:pt idx="892">
                  <c:v>44777</c:v>
                </c:pt>
                <c:pt idx="893">
                  <c:v>44778</c:v>
                </c:pt>
                <c:pt idx="894">
                  <c:v>44781</c:v>
                </c:pt>
                <c:pt idx="895">
                  <c:v>44783</c:v>
                </c:pt>
                <c:pt idx="896">
                  <c:v>44784</c:v>
                </c:pt>
                <c:pt idx="897">
                  <c:v>44785</c:v>
                </c:pt>
                <c:pt idx="898">
                  <c:v>44789</c:v>
                </c:pt>
                <c:pt idx="899">
                  <c:v>44790</c:v>
                </c:pt>
                <c:pt idx="900">
                  <c:v>44791</c:v>
                </c:pt>
                <c:pt idx="901">
                  <c:v>44792</c:v>
                </c:pt>
                <c:pt idx="902">
                  <c:v>44795</c:v>
                </c:pt>
                <c:pt idx="903">
                  <c:v>44796</c:v>
                </c:pt>
                <c:pt idx="904">
                  <c:v>44797</c:v>
                </c:pt>
                <c:pt idx="905">
                  <c:v>44798</c:v>
                </c:pt>
                <c:pt idx="906">
                  <c:v>44799</c:v>
                </c:pt>
                <c:pt idx="907">
                  <c:v>44802</c:v>
                </c:pt>
                <c:pt idx="908">
                  <c:v>44803</c:v>
                </c:pt>
                <c:pt idx="909">
                  <c:v>44805</c:v>
                </c:pt>
                <c:pt idx="910">
                  <c:v>44806</c:v>
                </c:pt>
                <c:pt idx="911">
                  <c:v>44809</c:v>
                </c:pt>
                <c:pt idx="912">
                  <c:v>44810</c:v>
                </c:pt>
                <c:pt idx="913">
                  <c:v>44811</c:v>
                </c:pt>
                <c:pt idx="914">
                  <c:v>44812</c:v>
                </c:pt>
                <c:pt idx="915">
                  <c:v>44813</c:v>
                </c:pt>
                <c:pt idx="916">
                  <c:v>44816</c:v>
                </c:pt>
                <c:pt idx="917">
                  <c:v>44817</c:v>
                </c:pt>
                <c:pt idx="918">
                  <c:v>44818</c:v>
                </c:pt>
                <c:pt idx="919">
                  <c:v>44819</c:v>
                </c:pt>
                <c:pt idx="920">
                  <c:v>44820</c:v>
                </c:pt>
                <c:pt idx="921">
                  <c:v>44823</c:v>
                </c:pt>
                <c:pt idx="922">
                  <c:v>44824</c:v>
                </c:pt>
                <c:pt idx="923">
                  <c:v>44825</c:v>
                </c:pt>
                <c:pt idx="924">
                  <c:v>44826</c:v>
                </c:pt>
                <c:pt idx="925">
                  <c:v>44827</c:v>
                </c:pt>
                <c:pt idx="926">
                  <c:v>44830</c:v>
                </c:pt>
                <c:pt idx="927">
                  <c:v>44831</c:v>
                </c:pt>
                <c:pt idx="928">
                  <c:v>44832</c:v>
                </c:pt>
                <c:pt idx="929">
                  <c:v>44833</c:v>
                </c:pt>
                <c:pt idx="930">
                  <c:v>44834</c:v>
                </c:pt>
                <c:pt idx="931">
                  <c:v>44837</c:v>
                </c:pt>
                <c:pt idx="932">
                  <c:v>44838</c:v>
                </c:pt>
                <c:pt idx="933">
                  <c:v>44840</c:v>
                </c:pt>
                <c:pt idx="934">
                  <c:v>44841</c:v>
                </c:pt>
                <c:pt idx="935">
                  <c:v>44844</c:v>
                </c:pt>
                <c:pt idx="936">
                  <c:v>44845</c:v>
                </c:pt>
                <c:pt idx="937">
                  <c:v>44846</c:v>
                </c:pt>
                <c:pt idx="938">
                  <c:v>44847</c:v>
                </c:pt>
                <c:pt idx="939">
                  <c:v>44848</c:v>
                </c:pt>
                <c:pt idx="940">
                  <c:v>44851</c:v>
                </c:pt>
                <c:pt idx="941">
                  <c:v>44852</c:v>
                </c:pt>
                <c:pt idx="942">
                  <c:v>44853</c:v>
                </c:pt>
                <c:pt idx="943">
                  <c:v>44854</c:v>
                </c:pt>
                <c:pt idx="944">
                  <c:v>44855</c:v>
                </c:pt>
                <c:pt idx="945">
                  <c:v>44858</c:v>
                </c:pt>
                <c:pt idx="946">
                  <c:v>44859</c:v>
                </c:pt>
                <c:pt idx="947">
                  <c:v>44861</c:v>
                </c:pt>
                <c:pt idx="948">
                  <c:v>44862</c:v>
                </c:pt>
                <c:pt idx="949">
                  <c:v>44865</c:v>
                </c:pt>
                <c:pt idx="950">
                  <c:v>44866</c:v>
                </c:pt>
                <c:pt idx="951">
                  <c:v>44867</c:v>
                </c:pt>
                <c:pt idx="952">
                  <c:v>44868</c:v>
                </c:pt>
                <c:pt idx="953">
                  <c:v>44869</c:v>
                </c:pt>
                <c:pt idx="954">
                  <c:v>44872</c:v>
                </c:pt>
                <c:pt idx="955">
                  <c:v>44874</c:v>
                </c:pt>
                <c:pt idx="956">
                  <c:v>44875</c:v>
                </c:pt>
                <c:pt idx="957">
                  <c:v>44876</c:v>
                </c:pt>
                <c:pt idx="958">
                  <c:v>44879</c:v>
                </c:pt>
                <c:pt idx="959">
                  <c:v>44880</c:v>
                </c:pt>
                <c:pt idx="960">
                  <c:v>44881</c:v>
                </c:pt>
                <c:pt idx="961">
                  <c:v>44882</c:v>
                </c:pt>
                <c:pt idx="962">
                  <c:v>44883</c:v>
                </c:pt>
                <c:pt idx="963">
                  <c:v>44886</c:v>
                </c:pt>
                <c:pt idx="964">
                  <c:v>44887</c:v>
                </c:pt>
                <c:pt idx="965">
                  <c:v>44888</c:v>
                </c:pt>
                <c:pt idx="966">
                  <c:v>44889</c:v>
                </c:pt>
                <c:pt idx="967">
                  <c:v>44890</c:v>
                </c:pt>
                <c:pt idx="968">
                  <c:v>44893</c:v>
                </c:pt>
                <c:pt idx="969">
                  <c:v>44894</c:v>
                </c:pt>
                <c:pt idx="970">
                  <c:v>44895</c:v>
                </c:pt>
                <c:pt idx="971">
                  <c:v>44896</c:v>
                </c:pt>
                <c:pt idx="972">
                  <c:v>44897</c:v>
                </c:pt>
                <c:pt idx="973">
                  <c:v>44900</c:v>
                </c:pt>
                <c:pt idx="974">
                  <c:v>44901</c:v>
                </c:pt>
                <c:pt idx="975">
                  <c:v>44902</c:v>
                </c:pt>
                <c:pt idx="976">
                  <c:v>44903</c:v>
                </c:pt>
                <c:pt idx="977">
                  <c:v>44904</c:v>
                </c:pt>
                <c:pt idx="978">
                  <c:v>44907</c:v>
                </c:pt>
                <c:pt idx="979">
                  <c:v>44908</c:v>
                </c:pt>
                <c:pt idx="980">
                  <c:v>44909</c:v>
                </c:pt>
                <c:pt idx="981">
                  <c:v>44910</c:v>
                </c:pt>
                <c:pt idx="982">
                  <c:v>44911</c:v>
                </c:pt>
                <c:pt idx="983">
                  <c:v>44914</c:v>
                </c:pt>
                <c:pt idx="984">
                  <c:v>44915</c:v>
                </c:pt>
                <c:pt idx="985">
                  <c:v>44916</c:v>
                </c:pt>
                <c:pt idx="986">
                  <c:v>44917</c:v>
                </c:pt>
                <c:pt idx="987">
                  <c:v>44918</c:v>
                </c:pt>
                <c:pt idx="988">
                  <c:v>44921</c:v>
                </c:pt>
                <c:pt idx="989">
                  <c:v>44922</c:v>
                </c:pt>
                <c:pt idx="990">
                  <c:v>44923</c:v>
                </c:pt>
                <c:pt idx="991">
                  <c:v>44924</c:v>
                </c:pt>
                <c:pt idx="992">
                  <c:v>44925</c:v>
                </c:pt>
                <c:pt idx="993">
                  <c:v>44928</c:v>
                </c:pt>
                <c:pt idx="994">
                  <c:v>44929</c:v>
                </c:pt>
                <c:pt idx="995">
                  <c:v>44930</c:v>
                </c:pt>
                <c:pt idx="996">
                  <c:v>44931</c:v>
                </c:pt>
                <c:pt idx="997">
                  <c:v>44932</c:v>
                </c:pt>
                <c:pt idx="998">
                  <c:v>44935</c:v>
                </c:pt>
                <c:pt idx="999">
                  <c:v>44936</c:v>
                </c:pt>
                <c:pt idx="1000">
                  <c:v>44937</c:v>
                </c:pt>
                <c:pt idx="1001">
                  <c:v>44938</c:v>
                </c:pt>
                <c:pt idx="1002">
                  <c:v>44939</c:v>
                </c:pt>
                <c:pt idx="1003">
                  <c:v>44942</c:v>
                </c:pt>
                <c:pt idx="1004">
                  <c:v>44943</c:v>
                </c:pt>
                <c:pt idx="1005">
                  <c:v>44944</c:v>
                </c:pt>
                <c:pt idx="1006">
                  <c:v>44945</c:v>
                </c:pt>
                <c:pt idx="1007">
                  <c:v>44946</c:v>
                </c:pt>
                <c:pt idx="1008">
                  <c:v>44949</c:v>
                </c:pt>
                <c:pt idx="1009">
                  <c:v>44950</c:v>
                </c:pt>
                <c:pt idx="1010">
                  <c:v>44951</c:v>
                </c:pt>
                <c:pt idx="1011">
                  <c:v>44953</c:v>
                </c:pt>
                <c:pt idx="1012">
                  <c:v>44956</c:v>
                </c:pt>
                <c:pt idx="1013">
                  <c:v>44957</c:v>
                </c:pt>
                <c:pt idx="1014">
                  <c:v>44958</c:v>
                </c:pt>
                <c:pt idx="1015">
                  <c:v>44959</c:v>
                </c:pt>
                <c:pt idx="1016">
                  <c:v>44960</c:v>
                </c:pt>
                <c:pt idx="1017">
                  <c:v>44963</c:v>
                </c:pt>
                <c:pt idx="1018">
                  <c:v>44964</c:v>
                </c:pt>
                <c:pt idx="1019">
                  <c:v>44965</c:v>
                </c:pt>
                <c:pt idx="1020">
                  <c:v>44966</c:v>
                </c:pt>
                <c:pt idx="1021">
                  <c:v>44967</c:v>
                </c:pt>
                <c:pt idx="1022">
                  <c:v>44970</c:v>
                </c:pt>
                <c:pt idx="1023">
                  <c:v>44971</c:v>
                </c:pt>
                <c:pt idx="1024">
                  <c:v>44972</c:v>
                </c:pt>
                <c:pt idx="1025">
                  <c:v>44973</c:v>
                </c:pt>
                <c:pt idx="1026">
                  <c:v>44974</c:v>
                </c:pt>
                <c:pt idx="1027">
                  <c:v>44977</c:v>
                </c:pt>
                <c:pt idx="1028">
                  <c:v>44978</c:v>
                </c:pt>
                <c:pt idx="1029">
                  <c:v>44979</c:v>
                </c:pt>
                <c:pt idx="1030">
                  <c:v>44980</c:v>
                </c:pt>
                <c:pt idx="1031">
                  <c:v>44981</c:v>
                </c:pt>
                <c:pt idx="1032">
                  <c:v>44984</c:v>
                </c:pt>
                <c:pt idx="1033">
                  <c:v>44985</c:v>
                </c:pt>
                <c:pt idx="1034">
                  <c:v>44986</c:v>
                </c:pt>
                <c:pt idx="1035">
                  <c:v>44987</c:v>
                </c:pt>
                <c:pt idx="1036">
                  <c:v>44988</c:v>
                </c:pt>
                <c:pt idx="1037">
                  <c:v>44991</c:v>
                </c:pt>
                <c:pt idx="1038">
                  <c:v>44993</c:v>
                </c:pt>
                <c:pt idx="1039">
                  <c:v>44994</c:v>
                </c:pt>
                <c:pt idx="1040">
                  <c:v>44995</c:v>
                </c:pt>
                <c:pt idx="1041">
                  <c:v>44998</c:v>
                </c:pt>
                <c:pt idx="1042">
                  <c:v>44999</c:v>
                </c:pt>
                <c:pt idx="1043">
                  <c:v>45000</c:v>
                </c:pt>
                <c:pt idx="1044">
                  <c:v>45001</c:v>
                </c:pt>
                <c:pt idx="1045">
                  <c:v>45002</c:v>
                </c:pt>
                <c:pt idx="1046">
                  <c:v>45005</c:v>
                </c:pt>
                <c:pt idx="1047">
                  <c:v>45006</c:v>
                </c:pt>
                <c:pt idx="1048">
                  <c:v>45007</c:v>
                </c:pt>
                <c:pt idx="1049">
                  <c:v>45008</c:v>
                </c:pt>
                <c:pt idx="1050">
                  <c:v>45009</c:v>
                </c:pt>
                <c:pt idx="1051">
                  <c:v>45012</c:v>
                </c:pt>
                <c:pt idx="1052">
                  <c:v>45013</c:v>
                </c:pt>
                <c:pt idx="1053">
                  <c:v>45014</c:v>
                </c:pt>
                <c:pt idx="1054">
                  <c:v>45016</c:v>
                </c:pt>
                <c:pt idx="1055">
                  <c:v>45019</c:v>
                </c:pt>
                <c:pt idx="1056">
                  <c:v>45021</c:v>
                </c:pt>
                <c:pt idx="1057">
                  <c:v>45022</c:v>
                </c:pt>
                <c:pt idx="1058">
                  <c:v>45026</c:v>
                </c:pt>
                <c:pt idx="1059">
                  <c:v>45027</c:v>
                </c:pt>
                <c:pt idx="1060">
                  <c:v>45028</c:v>
                </c:pt>
                <c:pt idx="1061">
                  <c:v>45029</c:v>
                </c:pt>
                <c:pt idx="1062">
                  <c:v>45033</c:v>
                </c:pt>
                <c:pt idx="1063">
                  <c:v>45034</c:v>
                </c:pt>
                <c:pt idx="1064">
                  <c:v>45035</c:v>
                </c:pt>
                <c:pt idx="1065">
                  <c:v>45036</c:v>
                </c:pt>
                <c:pt idx="1066">
                  <c:v>45037</c:v>
                </c:pt>
                <c:pt idx="1067">
                  <c:v>45040</c:v>
                </c:pt>
                <c:pt idx="1068">
                  <c:v>45041</c:v>
                </c:pt>
                <c:pt idx="1069">
                  <c:v>45042</c:v>
                </c:pt>
                <c:pt idx="1070">
                  <c:v>45043</c:v>
                </c:pt>
                <c:pt idx="1071">
                  <c:v>45044</c:v>
                </c:pt>
                <c:pt idx="1072">
                  <c:v>45048</c:v>
                </c:pt>
                <c:pt idx="1073">
                  <c:v>45049</c:v>
                </c:pt>
                <c:pt idx="1074">
                  <c:v>45050</c:v>
                </c:pt>
                <c:pt idx="1075">
                  <c:v>45051</c:v>
                </c:pt>
                <c:pt idx="1076">
                  <c:v>45054</c:v>
                </c:pt>
                <c:pt idx="1077">
                  <c:v>45055</c:v>
                </c:pt>
                <c:pt idx="1078">
                  <c:v>45056</c:v>
                </c:pt>
                <c:pt idx="1079">
                  <c:v>45057</c:v>
                </c:pt>
                <c:pt idx="1080">
                  <c:v>45058</c:v>
                </c:pt>
                <c:pt idx="1081">
                  <c:v>45061</c:v>
                </c:pt>
                <c:pt idx="1082">
                  <c:v>45062</c:v>
                </c:pt>
                <c:pt idx="1083">
                  <c:v>45063</c:v>
                </c:pt>
                <c:pt idx="1084">
                  <c:v>45064</c:v>
                </c:pt>
                <c:pt idx="1085">
                  <c:v>45065</c:v>
                </c:pt>
                <c:pt idx="1086">
                  <c:v>45068</c:v>
                </c:pt>
                <c:pt idx="1087">
                  <c:v>45069</c:v>
                </c:pt>
                <c:pt idx="1088">
                  <c:v>45070</c:v>
                </c:pt>
                <c:pt idx="1089">
                  <c:v>45071</c:v>
                </c:pt>
                <c:pt idx="1090">
                  <c:v>45072</c:v>
                </c:pt>
                <c:pt idx="1091">
                  <c:v>45075</c:v>
                </c:pt>
                <c:pt idx="1092">
                  <c:v>45076</c:v>
                </c:pt>
                <c:pt idx="1093">
                  <c:v>45077</c:v>
                </c:pt>
                <c:pt idx="1094">
                  <c:v>45078</c:v>
                </c:pt>
                <c:pt idx="1095">
                  <c:v>45079</c:v>
                </c:pt>
                <c:pt idx="1096">
                  <c:v>45082</c:v>
                </c:pt>
                <c:pt idx="1097">
                  <c:v>45083</c:v>
                </c:pt>
                <c:pt idx="1098">
                  <c:v>45084</c:v>
                </c:pt>
                <c:pt idx="1099">
                  <c:v>45085</c:v>
                </c:pt>
                <c:pt idx="1100">
                  <c:v>45086</c:v>
                </c:pt>
                <c:pt idx="1101">
                  <c:v>45089</c:v>
                </c:pt>
                <c:pt idx="1102">
                  <c:v>45090</c:v>
                </c:pt>
                <c:pt idx="1103">
                  <c:v>45091</c:v>
                </c:pt>
                <c:pt idx="1104">
                  <c:v>45092</c:v>
                </c:pt>
                <c:pt idx="1105">
                  <c:v>45093</c:v>
                </c:pt>
                <c:pt idx="1106">
                  <c:v>45096</c:v>
                </c:pt>
                <c:pt idx="1107">
                  <c:v>45097</c:v>
                </c:pt>
                <c:pt idx="1108">
                  <c:v>45098</c:v>
                </c:pt>
                <c:pt idx="1109">
                  <c:v>45099</c:v>
                </c:pt>
                <c:pt idx="1110">
                  <c:v>45100</c:v>
                </c:pt>
                <c:pt idx="1111">
                  <c:v>45103</c:v>
                </c:pt>
                <c:pt idx="1112">
                  <c:v>45104</c:v>
                </c:pt>
                <c:pt idx="1113">
                  <c:v>45105</c:v>
                </c:pt>
                <c:pt idx="1114">
                  <c:v>45107</c:v>
                </c:pt>
                <c:pt idx="1115">
                  <c:v>45110</c:v>
                </c:pt>
                <c:pt idx="1116">
                  <c:v>45111</c:v>
                </c:pt>
                <c:pt idx="1117">
                  <c:v>45112</c:v>
                </c:pt>
                <c:pt idx="1118">
                  <c:v>45113</c:v>
                </c:pt>
                <c:pt idx="1119">
                  <c:v>45114</c:v>
                </c:pt>
                <c:pt idx="1120">
                  <c:v>45117</c:v>
                </c:pt>
                <c:pt idx="1121">
                  <c:v>45118</c:v>
                </c:pt>
                <c:pt idx="1122">
                  <c:v>45119</c:v>
                </c:pt>
                <c:pt idx="1123">
                  <c:v>45120</c:v>
                </c:pt>
                <c:pt idx="1124">
                  <c:v>45121</c:v>
                </c:pt>
                <c:pt idx="1125">
                  <c:v>45124</c:v>
                </c:pt>
                <c:pt idx="1126">
                  <c:v>45125</c:v>
                </c:pt>
                <c:pt idx="1127">
                  <c:v>45126</c:v>
                </c:pt>
                <c:pt idx="1128">
                  <c:v>45127</c:v>
                </c:pt>
                <c:pt idx="1129">
                  <c:v>45128</c:v>
                </c:pt>
                <c:pt idx="1130">
                  <c:v>45131</c:v>
                </c:pt>
                <c:pt idx="1131">
                  <c:v>45132</c:v>
                </c:pt>
                <c:pt idx="1132">
                  <c:v>45133</c:v>
                </c:pt>
                <c:pt idx="1133">
                  <c:v>45134</c:v>
                </c:pt>
                <c:pt idx="1134">
                  <c:v>45135</c:v>
                </c:pt>
                <c:pt idx="1135">
                  <c:v>45138</c:v>
                </c:pt>
                <c:pt idx="1136">
                  <c:v>45139</c:v>
                </c:pt>
                <c:pt idx="1137">
                  <c:v>45140</c:v>
                </c:pt>
                <c:pt idx="1138">
                  <c:v>45141</c:v>
                </c:pt>
                <c:pt idx="1139">
                  <c:v>45142</c:v>
                </c:pt>
                <c:pt idx="1140">
                  <c:v>45145</c:v>
                </c:pt>
                <c:pt idx="1141">
                  <c:v>45146</c:v>
                </c:pt>
                <c:pt idx="1142">
                  <c:v>45147</c:v>
                </c:pt>
                <c:pt idx="1143">
                  <c:v>45148</c:v>
                </c:pt>
                <c:pt idx="1144">
                  <c:v>45149</c:v>
                </c:pt>
                <c:pt idx="1145">
                  <c:v>45152</c:v>
                </c:pt>
                <c:pt idx="1146">
                  <c:v>45154</c:v>
                </c:pt>
                <c:pt idx="1147">
                  <c:v>45155</c:v>
                </c:pt>
                <c:pt idx="1148">
                  <c:v>45156</c:v>
                </c:pt>
                <c:pt idx="1149">
                  <c:v>45159</c:v>
                </c:pt>
                <c:pt idx="1150">
                  <c:v>45160</c:v>
                </c:pt>
                <c:pt idx="1151">
                  <c:v>45161</c:v>
                </c:pt>
                <c:pt idx="1152">
                  <c:v>45162</c:v>
                </c:pt>
                <c:pt idx="1153">
                  <c:v>45163</c:v>
                </c:pt>
                <c:pt idx="1154">
                  <c:v>45166</c:v>
                </c:pt>
                <c:pt idx="1155">
                  <c:v>45167</c:v>
                </c:pt>
                <c:pt idx="1156">
                  <c:v>45168</c:v>
                </c:pt>
                <c:pt idx="1157">
                  <c:v>45169</c:v>
                </c:pt>
                <c:pt idx="1158">
                  <c:v>45170</c:v>
                </c:pt>
                <c:pt idx="1159">
                  <c:v>45173</c:v>
                </c:pt>
                <c:pt idx="1160">
                  <c:v>45174</c:v>
                </c:pt>
                <c:pt idx="1161">
                  <c:v>45175</c:v>
                </c:pt>
                <c:pt idx="1162">
                  <c:v>45176</c:v>
                </c:pt>
                <c:pt idx="1163">
                  <c:v>45177</c:v>
                </c:pt>
                <c:pt idx="1164">
                  <c:v>45180</c:v>
                </c:pt>
                <c:pt idx="1165">
                  <c:v>45181</c:v>
                </c:pt>
                <c:pt idx="1166">
                  <c:v>45182</c:v>
                </c:pt>
                <c:pt idx="1167">
                  <c:v>45183</c:v>
                </c:pt>
                <c:pt idx="1168">
                  <c:v>45184</c:v>
                </c:pt>
                <c:pt idx="1169">
                  <c:v>45187</c:v>
                </c:pt>
                <c:pt idx="1170">
                  <c:v>45189</c:v>
                </c:pt>
                <c:pt idx="1171">
                  <c:v>45190</c:v>
                </c:pt>
                <c:pt idx="1172">
                  <c:v>45191</c:v>
                </c:pt>
                <c:pt idx="1173">
                  <c:v>45194</c:v>
                </c:pt>
                <c:pt idx="1174">
                  <c:v>45195</c:v>
                </c:pt>
                <c:pt idx="1175">
                  <c:v>45196</c:v>
                </c:pt>
                <c:pt idx="1176">
                  <c:v>45197</c:v>
                </c:pt>
                <c:pt idx="1177">
                  <c:v>45198</c:v>
                </c:pt>
                <c:pt idx="1178">
                  <c:v>45202</c:v>
                </c:pt>
                <c:pt idx="1179">
                  <c:v>45203</c:v>
                </c:pt>
                <c:pt idx="1180">
                  <c:v>45204</c:v>
                </c:pt>
                <c:pt idx="1181">
                  <c:v>45205</c:v>
                </c:pt>
                <c:pt idx="1182">
                  <c:v>45208</c:v>
                </c:pt>
                <c:pt idx="1183">
                  <c:v>45209</c:v>
                </c:pt>
                <c:pt idx="1184">
                  <c:v>45210</c:v>
                </c:pt>
                <c:pt idx="1185">
                  <c:v>45211</c:v>
                </c:pt>
                <c:pt idx="1186">
                  <c:v>45212</c:v>
                </c:pt>
                <c:pt idx="1187">
                  <c:v>45215</c:v>
                </c:pt>
                <c:pt idx="1188">
                  <c:v>45216</c:v>
                </c:pt>
                <c:pt idx="1189">
                  <c:v>45217</c:v>
                </c:pt>
                <c:pt idx="1190">
                  <c:v>45218</c:v>
                </c:pt>
                <c:pt idx="1191">
                  <c:v>45219</c:v>
                </c:pt>
                <c:pt idx="1192">
                  <c:v>45222</c:v>
                </c:pt>
                <c:pt idx="1193">
                  <c:v>45224</c:v>
                </c:pt>
                <c:pt idx="1194">
                  <c:v>45225</c:v>
                </c:pt>
                <c:pt idx="1195">
                  <c:v>45226</c:v>
                </c:pt>
                <c:pt idx="1196">
                  <c:v>45229</c:v>
                </c:pt>
                <c:pt idx="1197">
                  <c:v>45230</c:v>
                </c:pt>
                <c:pt idx="1198">
                  <c:v>45231</c:v>
                </c:pt>
                <c:pt idx="1199">
                  <c:v>45232</c:v>
                </c:pt>
                <c:pt idx="1200">
                  <c:v>45233</c:v>
                </c:pt>
                <c:pt idx="1201">
                  <c:v>45236</c:v>
                </c:pt>
                <c:pt idx="1202">
                  <c:v>45237</c:v>
                </c:pt>
                <c:pt idx="1203">
                  <c:v>45238</c:v>
                </c:pt>
                <c:pt idx="1204">
                  <c:v>45239</c:v>
                </c:pt>
                <c:pt idx="1205">
                  <c:v>45240</c:v>
                </c:pt>
                <c:pt idx="1206">
                  <c:v>45242</c:v>
                </c:pt>
                <c:pt idx="1207">
                  <c:v>45243</c:v>
                </c:pt>
                <c:pt idx="1208">
                  <c:v>45245</c:v>
                </c:pt>
                <c:pt idx="1209">
                  <c:v>45246</c:v>
                </c:pt>
                <c:pt idx="1210">
                  <c:v>45247</c:v>
                </c:pt>
                <c:pt idx="1211">
                  <c:v>45250</c:v>
                </c:pt>
                <c:pt idx="1212">
                  <c:v>45251</c:v>
                </c:pt>
                <c:pt idx="1213">
                  <c:v>45252</c:v>
                </c:pt>
                <c:pt idx="1214">
                  <c:v>45253</c:v>
                </c:pt>
                <c:pt idx="1215">
                  <c:v>45254</c:v>
                </c:pt>
                <c:pt idx="1216">
                  <c:v>45258</c:v>
                </c:pt>
                <c:pt idx="1217">
                  <c:v>45259</c:v>
                </c:pt>
                <c:pt idx="1218">
                  <c:v>45260</c:v>
                </c:pt>
                <c:pt idx="1219">
                  <c:v>45261</c:v>
                </c:pt>
                <c:pt idx="1220">
                  <c:v>45264</c:v>
                </c:pt>
                <c:pt idx="1221">
                  <c:v>45265</c:v>
                </c:pt>
                <c:pt idx="1222">
                  <c:v>45266</c:v>
                </c:pt>
                <c:pt idx="1223">
                  <c:v>45267</c:v>
                </c:pt>
                <c:pt idx="1224">
                  <c:v>45268</c:v>
                </c:pt>
                <c:pt idx="1225">
                  <c:v>45271</c:v>
                </c:pt>
                <c:pt idx="1226">
                  <c:v>45272</c:v>
                </c:pt>
                <c:pt idx="1227">
                  <c:v>45273</c:v>
                </c:pt>
                <c:pt idx="1228">
                  <c:v>45274</c:v>
                </c:pt>
                <c:pt idx="1229">
                  <c:v>45275</c:v>
                </c:pt>
                <c:pt idx="1230">
                  <c:v>45278</c:v>
                </c:pt>
                <c:pt idx="1231">
                  <c:v>45279</c:v>
                </c:pt>
                <c:pt idx="1232">
                  <c:v>45280</c:v>
                </c:pt>
                <c:pt idx="1233">
                  <c:v>45281</c:v>
                </c:pt>
                <c:pt idx="1234">
                  <c:v>45282</c:v>
                </c:pt>
                <c:pt idx="1235">
                  <c:v>45286</c:v>
                </c:pt>
                <c:pt idx="1236">
                  <c:v>45287</c:v>
                </c:pt>
                <c:pt idx="1237">
                  <c:v>45288</c:v>
                </c:pt>
                <c:pt idx="1238">
                  <c:v>45289</c:v>
                </c:pt>
                <c:pt idx="1239">
                  <c:v>45292</c:v>
                </c:pt>
                <c:pt idx="1240">
                  <c:v>45293</c:v>
                </c:pt>
                <c:pt idx="1241">
                  <c:v>45294</c:v>
                </c:pt>
                <c:pt idx="1242">
                  <c:v>45295</c:v>
                </c:pt>
                <c:pt idx="1243">
                  <c:v>45296</c:v>
                </c:pt>
                <c:pt idx="1244">
                  <c:v>45299</c:v>
                </c:pt>
                <c:pt idx="1245">
                  <c:v>45300</c:v>
                </c:pt>
                <c:pt idx="1246">
                  <c:v>45301</c:v>
                </c:pt>
                <c:pt idx="1247">
                  <c:v>45302</c:v>
                </c:pt>
                <c:pt idx="1248">
                  <c:v>45303</c:v>
                </c:pt>
                <c:pt idx="1249">
                  <c:v>45306</c:v>
                </c:pt>
                <c:pt idx="1250">
                  <c:v>45307</c:v>
                </c:pt>
                <c:pt idx="1251">
                  <c:v>45308</c:v>
                </c:pt>
                <c:pt idx="1252">
                  <c:v>45309</c:v>
                </c:pt>
                <c:pt idx="1253">
                  <c:v>45310</c:v>
                </c:pt>
                <c:pt idx="1254">
                  <c:v>45311</c:v>
                </c:pt>
                <c:pt idx="1255">
                  <c:v>45314</c:v>
                </c:pt>
                <c:pt idx="1256">
                  <c:v>45315</c:v>
                </c:pt>
                <c:pt idx="1257">
                  <c:v>45316</c:v>
                </c:pt>
                <c:pt idx="1258">
                  <c:v>45320</c:v>
                </c:pt>
                <c:pt idx="1259">
                  <c:v>45321</c:v>
                </c:pt>
                <c:pt idx="1260">
                  <c:v>45322</c:v>
                </c:pt>
                <c:pt idx="1261">
                  <c:v>45323</c:v>
                </c:pt>
                <c:pt idx="1262">
                  <c:v>45324</c:v>
                </c:pt>
                <c:pt idx="1263">
                  <c:v>45327</c:v>
                </c:pt>
                <c:pt idx="1264">
                  <c:v>45328</c:v>
                </c:pt>
                <c:pt idx="1265">
                  <c:v>45329</c:v>
                </c:pt>
                <c:pt idx="1266">
                  <c:v>45330</c:v>
                </c:pt>
                <c:pt idx="1267">
                  <c:v>45331</c:v>
                </c:pt>
                <c:pt idx="1268">
                  <c:v>45334</c:v>
                </c:pt>
                <c:pt idx="1269">
                  <c:v>45335</c:v>
                </c:pt>
                <c:pt idx="1270">
                  <c:v>45336</c:v>
                </c:pt>
                <c:pt idx="1271">
                  <c:v>45337</c:v>
                </c:pt>
                <c:pt idx="1272">
                  <c:v>45338</c:v>
                </c:pt>
                <c:pt idx="1273">
                  <c:v>45341</c:v>
                </c:pt>
                <c:pt idx="1274">
                  <c:v>45342</c:v>
                </c:pt>
                <c:pt idx="1275">
                  <c:v>45343</c:v>
                </c:pt>
                <c:pt idx="1276">
                  <c:v>45344</c:v>
                </c:pt>
                <c:pt idx="1277">
                  <c:v>45345</c:v>
                </c:pt>
                <c:pt idx="1278">
                  <c:v>45348</c:v>
                </c:pt>
                <c:pt idx="1279">
                  <c:v>45349</c:v>
                </c:pt>
                <c:pt idx="1280">
                  <c:v>45350</c:v>
                </c:pt>
                <c:pt idx="1281">
                  <c:v>45351</c:v>
                </c:pt>
                <c:pt idx="1282">
                  <c:v>45352</c:v>
                </c:pt>
                <c:pt idx="1283">
                  <c:v>45353</c:v>
                </c:pt>
                <c:pt idx="1284">
                  <c:v>45355</c:v>
                </c:pt>
                <c:pt idx="1285">
                  <c:v>45356</c:v>
                </c:pt>
                <c:pt idx="1286">
                  <c:v>45357</c:v>
                </c:pt>
                <c:pt idx="1287">
                  <c:v>45358</c:v>
                </c:pt>
                <c:pt idx="1288">
                  <c:v>45362</c:v>
                </c:pt>
                <c:pt idx="1289">
                  <c:v>45363</c:v>
                </c:pt>
                <c:pt idx="1290">
                  <c:v>45364</c:v>
                </c:pt>
                <c:pt idx="1291">
                  <c:v>45365</c:v>
                </c:pt>
                <c:pt idx="1292">
                  <c:v>45366</c:v>
                </c:pt>
                <c:pt idx="1293">
                  <c:v>45369</c:v>
                </c:pt>
                <c:pt idx="1294">
                  <c:v>45370</c:v>
                </c:pt>
                <c:pt idx="1295">
                  <c:v>45371</c:v>
                </c:pt>
                <c:pt idx="1296">
                  <c:v>45372</c:v>
                </c:pt>
                <c:pt idx="1297">
                  <c:v>45373</c:v>
                </c:pt>
                <c:pt idx="1298">
                  <c:v>45377</c:v>
                </c:pt>
                <c:pt idx="1299">
                  <c:v>45378</c:v>
                </c:pt>
                <c:pt idx="1300">
                  <c:v>45379</c:v>
                </c:pt>
                <c:pt idx="1301">
                  <c:v>45383</c:v>
                </c:pt>
                <c:pt idx="1302">
                  <c:v>45384</c:v>
                </c:pt>
                <c:pt idx="1303">
                  <c:v>45385</c:v>
                </c:pt>
                <c:pt idx="1304">
                  <c:v>45386</c:v>
                </c:pt>
                <c:pt idx="1305">
                  <c:v>45387</c:v>
                </c:pt>
                <c:pt idx="1306">
                  <c:v>45390</c:v>
                </c:pt>
                <c:pt idx="1307">
                  <c:v>45391</c:v>
                </c:pt>
                <c:pt idx="1308">
                  <c:v>45392</c:v>
                </c:pt>
                <c:pt idx="1309">
                  <c:v>45394</c:v>
                </c:pt>
                <c:pt idx="1310">
                  <c:v>45397</c:v>
                </c:pt>
                <c:pt idx="1311">
                  <c:v>45398</c:v>
                </c:pt>
                <c:pt idx="1312">
                  <c:v>45400</c:v>
                </c:pt>
                <c:pt idx="1313">
                  <c:v>45401</c:v>
                </c:pt>
                <c:pt idx="1314">
                  <c:v>45404</c:v>
                </c:pt>
                <c:pt idx="1315">
                  <c:v>45405</c:v>
                </c:pt>
                <c:pt idx="1316">
                  <c:v>45406</c:v>
                </c:pt>
                <c:pt idx="1317">
                  <c:v>45407</c:v>
                </c:pt>
                <c:pt idx="1318">
                  <c:v>45408</c:v>
                </c:pt>
                <c:pt idx="1319">
                  <c:v>45411</c:v>
                </c:pt>
                <c:pt idx="1320">
                  <c:v>45412</c:v>
                </c:pt>
                <c:pt idx="1321">
                  <c:v>45414</c:v>
                </c:pt>
                <c:pt idx="1322">
                  <c:v>45415</c:v>
                </c:pt>
                <c:pt idx="1323">
                  <c:v>45418</c:v>
                </c:pt>
                <c:pt idx="1324">
                  <c:v>45419</c:v>
                </c:pt>
                <c:pt idx="1325">
                  <c:v>45420</c:v>
                </c:pt>
                <c:pt idx="1326">
                  <c:v>45421</c:v>
                </c:pt>
                <c:pt idx="1327">
                  <c:v>45422</c:v>
                </c:pt>
                <c:pt idx="1328">
                  <c:v>45425</c:v>
                </c:pt>
                <c:pt idx="1329">
                  <c:v>45426</c:v>
                </c:pt>
                <c:pt idx="1330">
                  <c:v>45427</c:v>
                </c:pt>
                <c:pt idx="1331">
                  <c:v>45428</c:v>
                </c:pt>
                <c:pt idx="1332">
                  <c:v>45429</c:v>
                </c:pt>
                <c:pt idx="1333">
                  <c:v>45430</c:v>
                </c:pt>
                <c:pt idx="1334">
                  <c:v>45433</c:v>
                </c:pt>
                <c:pt idx="1335">
                  <c:v>45434</c:v>
                </c:pt>
                <c:pt idx="1336">
                  <c:v>45435</c:v>
                </c:pt>
                <c:pt idx="1337">
                  <c:v>45436</c:v>
                </c:pt>
                <c:pt idx="1338">
                  <c:v>45439</c:v>
                </c:pt>
                <c:pt idx="1339">
                  <c:v>45440</c:v>
                </c:pt>
                <c:pt idx="1340">
                  <c:v>45441</c:v>
                </c:pt>
                <c:pt idx="1341">
                  <c:v>45442</c:v>
                </c:pt>
                <c:pt idx="1342">
                  <c:v>45443</c:v>
                </c:pt>
                <c:pt idx="1343">
                  <c:v>45446</c:v>
                </c:pt>
                <c:pt idx="1344">
                  <c:v>45447</c:v>
                </c:pt>
                <c:pt idx="1345">
                  <c:v>45448</c:v>
                </c:pt>
                <c:pt idx="1346">
                  <c:v>45449</c:v>
                </c:pt>
                <c:pt idx="1347">
                  <c:v>45450</c:v>
                </c:pt>
                <c:pt idx="1348">
                  <c:v>45453</c:v>
                </c:pt>
                <c:pt idx="1349">
                  <c:v>45454</c:v>
                </c:pt>
                <c:pt idx="1350">
                  <c:v>45455</c:v>
                </c:pt>
                <c:pt idx="1351">
                  <c:v>45456</c:v>
                </c:pt>
                <c:pt idx="1352">
                  <c:v>45457</c:v>
                </c:pt>
                <c:pt idx="1353">
                  <c:v>45461</c:v>
                </c:pt>
                <c:pt idx="1354">
                  <c:v>45462</c:v>
                </c:pt>
                <c:pt idx="1355">
                  <c:v>45463</c:v>
                </c:pt>
                <c:pt idx="1356">
                  <c:v>45464</c:v>
                </c:pt>
                <c:pt idx="1357">
                  <c:v>45467</c:v>
                </c:pt>
                <c:pt idx="1358">
                  <c:v>45468</c:v>
                </c:pt>
                <c:pt idx="1359">
                  <c:v>45469</c:v>
                </c:pt>
                <c:pt idx="1360">
                  <c:v>45470</c:v>
                </c:pt>
                <c:pt idx="1361">
                  <c:v>45471</c:v>
                </c:pt>
                <c:pt idx="1362">
                  <c:v>45474</c:v>
                </c:pt>
                <c:pt idx="1363">
                  <c:v>45475</c:v>
                </c:pt>
                <c:pt idx="1364">
                  <c:v>45476</c:v>
                </c:pt>
                <c:pt idx="1365">
                  <c:v>45477</c:v>
                </c:pt>
                <c:pt idx="1366">
                  <c:v>45478</c:v>
                </c:pt>
                <c:pt idx="1367">
                  <c:v>45481</c:v>
                </c:pt>
                <c:pt idx="1368">
                  <c:v>45482</c:v>
                </c:pt>
                <c:pt idx="1369">
                  <c:v>45483</c:v>
                </c:pt>
                <c:pt idx="1370">
                  <c:v>45484</c:v>
                </c:pt>
                <c:pt idx="1371">
                  <c:v>45485</c:v>
                </c:pt>
                <c:pt idx="1372">
                  <c:v>45488</c:v>
                </c:pt>
                <c:pt idx="1373">
                  <c:v>45489</c:v>
                </c:pt>
                <c:pt idx="1374">
                  <c:v>45491</c:v>
                </c:pt>
                <c:pt idx="1375">
                  <c:v>45492</c:v>
                </c:pt>
                <c:pt idx="1376">
                  <c:v>45495</c:v>
                </c:pt>
                <c:pt idx="1377">
                  <c:v>45496</c:v>
                </c:pt>
                <c:pt idx="1378">
                  <c:v>45497</c:v>
                </c:pt>
                <c:pt idx="1379">
                  <c:v>45498</c:v>
                </c:pt>
                <c:pt idx="1380">
                  <c:v>45499</c:v>
                </c:pt>
                <c:pt idx="1381">
                  <c:v>45502</c:v>
                </c:pt>
                <c:pt idx="1382">
                  <c:v>45503</c:v>
                </c:pt>
                <c:pt idx="1383">
                  <c:v>45504</c:v>
                </c:pt>
                <c:pt idx="1384">
                  <c:v>45505</c:v>
                </c:pt>
                <c:pt idx="1385">
                  <c:v>45506</c:v>
                </c:pt>
                <c:pt idx="1386">
                  <c:v>45509</c:v>
                </c:pt>
                <c:pt idx="1387">
                  <c:v>45510</c:v>
                </c:pt>
                <c:pt idx="1388">
                  <c:v>45511</c:v>
                </c:pt>
                <c:pt idx="1389">
                  <c:v>45512</c:v>
                </c:pt>
                <c:pt idx="1390">
                  <c:v>45513</c:v>
                </c:pt>
                <c:pt idx="1391">
                  <c:v>45516</c:v>
                </c:pt>
                <c:pt idx="1392">
                  <c:v>45517</c:v>
                </c:pt>
                <c:pt idx="1393">
                  <c:v>45518</c:v>
                </c:pt>
                <c:pt idx="1394">
                  <c:v>45520</c:v>
                </c:pt>
                <c:pt idx="1395">
                  <c:v>45523</c:v>
                </c:pt>
                <c:pt idx="1396">
                  <c:v>45524</c:v>
                </c:pt>
                <c:pt idx="1397">
                  <c:v>45525</c:v>
                </c:pt>
                <c:pt idx="1398">
                  <c:v>45526</c:v>
                </c:pt>
                <c:pt idx="1399">
                  <c:v>45527</c:v>
                </c:pt>
                <c:pt idx="1400">
                  <c:v>45530</c:v>
                </c:pt>
                <c:pt idx="1401">
                  <c:v>45531</c:v>
                </c:pt>
                <c:pt idx="1402">
                  <c:v>45532</c:v>
                </c:pt>
                <c:pt idx="1403">
                  <c:v>45533</c:v>
                </c:pt>
                <c:pt idx="1404">
                  <c:v>45534</c:v>
                </c:pt>
                <c:pt idx="1405">
                  <c:v>45537</c:v>
                </c:pt>
                <c:pt idx="1406">
                  <c:v>45538</c:v>
                </c:pt>
                <c:pt idx="1407">
                  <c:v>45539</c:v>
                </c:pt>
                <c:pt idx="1408">
                  <c:v>45540</c:v>
                </c:pt>
                <c:pt idx="1409">
                  <c:v>45541</c:v>
                </c:pt>
                <c:pt idx="1410">
                  <c:v>45544</c:v>
                </c:pt>
                <c:pt idx="1411">
                  <c:v>45545</c:v>
                </c:pt>
                <c:pt idx="1412">
                  <c:v>45546</c:v>
                </c:pt>
                <c:pt idx="1413">
                  <c:v>45547</c:v>
                </c:pt>
                <c:pt idx="1414">
                  <c:v>45548</c:v>
                </c:pt>
                <c:pt idx="1415">
                  <c:v>45551</c:v>
                </c:pt>
                <c:pt idx="1416">
                  <c:v>45552</c:v>
                </c:pt>
                <c:pt idx="1417">
                  <c:v>45553</c:v>
                </c:pt>
                <c:pt idx="1418">
                  <c:v>45554</c:v>
                </c:pt>
                <c:pt idx="1419">
                  <c:v>45555</c:v>
                </c:pt>
                <c:pt idx="1420">
                  <c:v>45558</c:v>
                </c:pt>
                <c:pt idx="1421">
                  <c:v>45559</c:v>
                </c:pt>
                <c:pt idx="1422">
                  <c:v>45560</c:v>
                </c:pt>
                <c:pt idx="1423">
                  <c:v>45561</c:v>
                </c:pt>
                <c:pt idx="1424">
                  <c:v>45562</c:v>
                </c:pt>
                <c:pt idx="1425">
                  <c:v>45565</c:v>
                </c:pt>
                <c:pt idx="1426">
                  <c:v>45566</c:v>
                </c:pt>
                <c:pt idx="1427">
                  <c:v>45568</c:v>
                </c:pt>
                <c:pt idx="1428">
                  <c:v>45569</c:v>
                </c:pt>
                <c:pt idx="1429">
                  <c:v>45572</c:v>
                </c:pt>
                <c:pt idx="1430">
                  <c:v>45573</c:v>
                </c:pt>
                <c:pt idx="1431">
                  <c:v>45574</c:v>
                </c:pt>
                <c:pt idx="1432">
                  <c:v>45575</c:v>
                </c:pt>
                <c:pt idx="1433">
                  <c:v>45576</c:v>
                </c:pt>
                <c:pt idx="1434">
                  <c:v>45579</c:v>
                </c:pt>
                <c:pt idx="1435">
                  <c:v>45580</c:v>
                </c:pt>
                <c:pt idx="1436">
                  <c:v>45581</c:v>
                </c:pt>
                <c:pt idx="1437">
                  <c:v>45582</c:v>
                </c:pt>
                <c:pt idx="1438">
                  <c:v>45583</c:v>
                </c:pt>
                <c:pt idx="1439">
                  <c:v>45586</c:v>
                </c:pt>
                <c:pt idx="1440">
                  <c:v>45587</c:v>
                </c:pt>
                <c:pt idx="1441">
                  <c:v>45588</c:v>
                </c:pt>
                <c:pt idx="1442">
                  <c:v>45589</c:v>
                </c:pt>
                <c:pt idx="1443">
                  <c:v>45590</c:v>
                </c:pt>
                <c:pt idx="1444">
                  <c:v>45593</c:v>
                </c:pt>
                <c:pt idx="1445">
                  <c:v>45594</c:v>
                </c:pt>
                <c:pt idx="1446">
                  <c:v>45595</c:v>
                </c:pt>
                <c:pt idx="1447">
                  <c:v>45596</c:v>
                </c:pt>
                <c:pt idx="1448">
                  <c:v>45597</c:v>
                </c:pt>
                <c:pt idx="1449">
                  <c:v>45600</c:v>
                </c:pt>
                <c:pt idx="1450">
                  <c:v>45601</c:v>
                </c:pt>
                <c:pt idx="1451">
                  <c:v>45602</c:v>
                </c:pt>
                <c:pt idx="1452">
                  <c:v>45603</c:v>
                </c:pt>
                <c:pt idx="1453">
                  <c:v>45604</c:v>
                </c:pt>
                <c:pt idx="1454">
                  <c:v>45607</c:v>
                </c:pt>
                <c:pt idx="1455">
                  <c:v>45608</c:v>
                </c:pt>
                <c:pt idx="1456">
                  <c:v>45609</c:v>
                </c:pt>
                <c:pt idx="1457">
                  <c:v>45610</c:v>
                </c:pt>
                <c:pt idx="1458">
                  <c:v>45614</c:v>
                </c:pt>
                <c:pt idx="1459">
                  <c:v>45615</c:v>
                </c:pt>
                <c:pt idx="1460">
                  <c:v>45617</c:v>
                </c:pt>
                <c:pt idx="1461">
                  <c:v>45618</c:v>
                </c:pt>
                <c:pt idx="1462">
                  <c:v>45621</c:v>
                </c:pt>
                <c:pt idx="1463">
                  <c:v>45622</c:v>
                </c:pt>
                <c:pt idx="1464">
                  <c:v>45623</c:v>
                </c:pt>
                <c:pt idx="1465">
                  <c:v>45624</c:v>
                </c:pt>
                <c:pt idx="1466">
                  <c:v>45625</c:v>
                </c:pt>
                <c:pt idx="1467">
                  <c:v>45628</c:v>
                </c:pt>
                <c:pt idx="1468">
                  <c:v>45629</c:v>
                </c:pt>
                <c:pt idx="1469">
                  <c:v>45630</c:v>
                </c:pt>
                <c:pt idx="1470">
                  <c:v>45631</c:v>
                </c:pt>
                <c:pt idx="1471">
                  <c:v>45632</c:v>
                </c:pt>
                <c:pt idx="1472">
                  <c:v>45635</c:v>
                </c:pt>
                <c:pt idx="1473">
                  <c:v>45636</c:v>
                </c:pt>
                <c:pt idx="1474">
                  <c:v>45637</c:v>
                </c:pt>
                <c:pt idx="1475">
                  <c:v>45638</c:v>
                </c:pt>
                <c:pt idx="1476">
                  <c:v>45639</c:v>
                </c:pt>
                <c:pt idx="1477">
                  <c:v>45642</c:v>
                </c:pt>
                <c:pt idx="1478">
                  <c:v>45643</c:v>
                </c:pt>
                <c:pt idx="1479">
                  <c:v>45644</c:v>
                </c:pt>
                <c:pt idx="1480">
                  <c:v>45645</c:v>
                </c:pt>
                <c:pt idx="1481">
                  <c:v>45646</c:v>
                </c:pt>
                <c:pt idx="1482">
                  <c:v>45649</c:v>
                </c:pt>
                <c:pt idx="1483">
                  <c:v>45650</c:v>
                </c:pt>
                <c:pt idx="1484">
                  <c:v>45652</c:v>
                </c:pt>
                <c:pt idx="1485">
                  <c:v>45653</c:v>
                </c:pt>
                <c:pt idx="1486">
                  <c:v>45656</c:v>
                </c:pt>
                <c:pt idx="1487">
                  <c:v>45657</c:v>
                </c:pt>
                <c:pt idx="1488">
                  <c:v>45658</c:v>
                </c:pt>
                <c:pt idx="1489">
                  <c:v>45659</c:v>
                </c:pt>
                <c:pt idx="1490">
                  <c:v>45660</c:v>
                </c:pt>
                <c:pt idx="1491">
                  <c:v>45663</c:v>
                </c:pt>
                <c:pt idx="1492">
                  <c:v>45664</c:v>
                </c:pt>
                <c:pt idx="1493">
                  <c:v>45665</c:v>
                </c:pt>
                <c:pt idx="1494">
                  <c:v>45666</c:v>
                </c:pt>
                <c:pt idx="1495">
                  <c:v>45667</c:v>
                </c:pt>
                <c:pt idx="1496">
                  <c:v>45670</c:v>
                </c:pt>
                <c:pt idx="1497">
                  <c:v>45671</c:v>
                </c:pt>
                <c:pt idx="1498">
                  <c:v>45672</c:v>
                </c:pt>
                <c:pt idx="1499">
                  <c:v>45673</c:v>
                </c:pt>
                <c:pt idx="1500">
                  <c:v>45674</c:v>
                </c:pt>
                <c:pt idx="1501">
                  <c:v>45677</c:v>
                </c:pt>
                <c:pt idx="1502">
                  <c:v>45678</c:v>
                </c:pt>
                <c:pt idx="1503">
                  <c:v>45679</c:v>
                </c:pt>
                <c:pt idx="1504">
                  <c:v>45680</c:v>
                </c:pt>
                <c:pt idx="1505">
                  <c:v>45681</c:v>
                </c:pt>
                <c:pt idx="1506">
                  <c:v>45684</c:v>
                </c:pt>
                <c:pt idx="1507">
                  <c:v>45685</c:v>
                </c:pt>
                <c:pt idx="1508">
                  <c:v>45686</c:v>
                </c:pt>
                <c:pt idx="1509">
                  <c:v>45687</c:v>
                </c:pt>
                <c:pt idx="1510">
                  <c:v>45688</c:v>
                </c:pt>
                <c:pt idx="1511">
                  <c:v>45689</c:v>
                </c:pt>
                <c:pt idx="1512">
                  <c:v>45691</c:v>
                </c:pt>
                <c:pt idx="1513">
                  <c:v>45692</c:v>
                </c:pt>
                <c:pt idx="1514">
                  <c:v>45693</c:v>
                </c:pt>
                <c:pt idx="1515">
                  <c:v>45694</c:v>
                </c:pt>
                <c:pt idx="1516">
                  <c:v>45695</c:v>
                </c:pt>
                <c:pt idx="1517">
                  <c:v>45698</c:v>
                </c:pt>
                <c:pt idx="1518">
                  <c:v>45699</c:v>
                </c:pt>
                <c:pt idx="1519">
                  <c:v>45700</c:v>
                </c:pt>
                <c:pt idx="1520">
                  <c:v>45701</c:v>
                </c:pt>
                <c:pt idx="1521">
                  <c:v>45702</c:v>
                </c:pt>
                <c:pt idx="1522">
                  <c:v>45705</c:v>
                </c:pt>
                <c:pt idx="1523">
                  <c:v>45706</c:v>
                </c:pt>
                <c:pt idx="1524">
                  <c:v>45707</c:v>
                </c:pt>
                <c:pt idx="1525">
                  <c:v>45708</c:v>
                </c:pt>
                <c:pt idx="1526">
                  <c:v>45709</c:v>
                </c:pt>
                <c:pt idx="1527">
                  <c:v>45712</c:v>
                </c:pt>
                <c:pt idx="1528">
                  <c:v>45713</c:v>
                </c:pt>
                <c:pt idx="1529">
                  <c:v>45715</c:v>
                </c:pt>
                <c:pt idx="1530">
                  <c:v>45716</c:v>
                </c:pt>
                <c:pt idx="1531">
                  <c:v>45719</c:v>
                </c:pt>
                <c:pt idx="1532">
                  <c:v>45720</c:v>
                </c:pt>
                <c:pt idx="1533">
                  <c:v>45721</c:v>
                </c:pt>
                <c:pt idx="1534">
                  <c:v>45722</c:v>
                </c:pt>
                <c:pt idx="1535">
                  <c:v>45723</c:v>
                </c:pt>
                <c:pt idx="1536">
                  <c:v>45726</c:v>
                </c:pt>
                <c:pt idx="1537">
                  <c:v>45727</c:v>
                </c:pt>
                <c:pt idx="1538">
                  <c:v>45728</c:v>
                </c:pt>
                <c:pt idx="1539">
                  <c:v>45729</c:v>
                </c:pt>
                <c:pt idx="1540">
                  <c:v>45733</c:v>
                </c:pt>
                <c:pt idx="1541">
                  <c:v>45734</c:v>
                </c:pt>
                <c:pt idx="1542">
                  <c:v>45735</c:v>
                </c:pt>
                <c:pt idx="1543">
                  <c:v>45736</c:v>
                </c:pt>
                <c:pt idx="1544">
                  <c:v>45737</c:v>
                </c:pt>
                <c:pt idx="1545">
                  <c:v>45740</c:v>
                </c:pt>
                <c:pt idx="1546">
                  <c:v>45741</c:v>
                </c:pt>
                <c:pt idx="1547">
                  <c:v>45742</c:v>
                </c:pt>
                <c:pt idx="1548">
                  <c:v>45743</c:v>
                </c:pt>
                <c:pt idx="1549">
                  <c:v>45744</c:v>
                </c:pt>
              </c:numCache>
            </c:numRef>
          </c:cat>
          <c:val>
            <c:numRef>
              <c:f>'Sectoral Data'!$BU$5:$BU$1554</c:f>
              <c:numCache>
                <c:formatCode>_(* #,##0_);_(* \(#,##0\);_(* "-"??_);_(@_)</c:formatCode>
                <c:ptCount val="1550"/>
                <c:pt idx="0">
                  <c:v>100</c:v>
                </c:pt>
                <c:pt idx="1">
                  <c:v>98.539436774223859</c:v>
                </c:pt>
                <c:pt idx="2">
                  <c:v>97.288868690351194</c:v>
                </c:pt>
                <c:pt idx="3">
                  <c:v>98.122580746266323</c:v>
                </c:pt>
                <c:pt idx="4">
                  <c:v>98.616226042531849</c:v>
                </c:pt>
                <c:pt idx="5">
                  <c:v>98.594286251586709</c:v>
                </c:pt>
                <c:pt idx="6">
                  <c:v>98.597420507436013</c:v>
                </c:pt>
                <c:pt idx="7">
                  <c:v>98.865399382551587</c:v>
                </c:pt>
                <c:pt idx="8">
                  <c:v>97.773111219068809</c:v>
                </c:pt>
                <c:pt idx="9">
                  <c:v>96.386203005751355</c:v>
                </c:pt>
                <c:pt idx="10">
                  <c:v>97.061635141276582</c:v>
                </c:pt>
                <c:pt idx="11">
                  <c:v>97.215213677892521</c:v>
                </c:pt>
                <c:pt idx="12">
                  <c:v>97.318644120919586</c:v>
                </c:pt>
                <c:pt idx="13">
                  <c:v>95.767187475513609</c:v>
                </c:pt>
                <c:pt idx="14">
                  <c:v>95.129366410180054</c:v>
                </c:pt>
                <c:pt idx="15">
                  <c:v>94.635721113914528</c:v>
                </c:pt>
                <c:pt idx="16">
                  <c:v>94.008869944053529</c:v>
                </c:pt>
                <c:pt idx="17">
                  <c:v>93.534030182883825</c:v>
                </c:pt>
                <c:pt idx="18">
                  <c:v>93.052921910015513</c:v>
                </c:pt>
                <c:pt idx="19">
                  <c:v>92.195702935230599</c:v>
                </c:pt>
                <c:pt idx="20">
                  <c:v>92.371221262791678</c:v>
                </c:pt>
                <c:pt idx="21">
                  <c:v>92.435473507702426</c:v>
                </c:pt>
                <c:pt idx="22">
                  <c:v>93.302095250035251</c:v>
                </c:pt>
                <c:pt idx="23">
                  <c:v>93.96342323423859</c:v>
                </c:pt>
                <c:pt idx="24">
                  <c:v>92.278760715237169</c:v>
                </c:pt>
                <c:pt idx="25">
                  <c:v>91.69735625519111</c:v>
                </c:pt>
                <c:pt idx="26">
                  <c:v>91.899515757471278</c:v>
                </c:pt>
                <c:pt idx="27">
                  <c:v>91.598627195937993</c:v>
                </c:pt>
                <c:pt idx="28">
                  <c:v>90.407609973202113</c:v>
                </c:pt>
                <c:pt idx="29">
                  <c:v>89.67732836031405</c:v>
                </c:pt>
                <c:pt idx="30">
                  <c:v>89.472034602184564</c:v>
                </c:pt>
                <c:pt idx="31">
                  <c:v>88.022441271881021</c:v>
                </c:pt>
                <c:pt idx="32">
                  <c:v>88.323329833414306</c:v>
                </c:pt>
                <c:pt idx="33">
                  <c:v>89.520615567848793</c:v>
                </c:pt>
                <c:pt idx="34">
                  <c:v>89.378006926705424</c:v>
                </c:pt>
                <c:pt idx="35">
                  <c:v>89.378006926705424</c:v>
                </c:pt>
                <c:pt idx="36">
                  <c:v>90.918493676638818</c:v>
                </c:pt>
                <c:pt idx="37">
                  <c:v>91.104981899672467</c:v>
                </c:pt>
                <c:pt idx="38">
                  <c:v>91.440347275548092</c:v>
                </c:pt>
                <c:pt idx="39">
                  <c:v>90.818197489461056</c:v>
                </c:pt>
                <c:pt idx="40">
                  <c:v>90.569024149441319</c:v>
                </c:pt>
                <c:pt idx="41">
                  <c:v>90.894986757769033</c:v>
                </c:pt>
                <c:pt idx="42">
                  <c:v>91.448182915171344</c:v>
                </c:pt>
                <c:pt idx="43">
                  <c:v>92.230179749572955</c:v>
                </c:pt>
                <c:pt idx="44">
                  <c:v>93.386720157966494</c:v>
                </c:pt>
                <c:pt idx="45">
                  <c:v>94.311325633511473</c:v>
                </c:pt>
                <c:pt idx="46">
                  <c:v>95.055711397721396</c:v>
                </c:pt>
                <c:pt idx="47">
                  <c:v>95.235931109056438</c:v>
                </c:pt>
                <c:pt idx="48">
                  <c:v>97.533340646596983</c:v>
                </c:pt>
                <c:pt idx="49">
                  <c:v>99.316732224851506</c:v>
                </c:pt>
                <c:pt idx="50">
                  <c:v>98.498691448182925</c:v>
                </c:pt>
                <c:pt idx="51">
                  <c:v>98.498691448182925</c:v>
                </c:pt>
                <c:pt idx="52">
                  <c:v>99.45777373807023</c:v>
                </c:pt>
                <c:pt idx="53">
                  <c:v>99.170989327858834</c:v>
                </c:pt>
                <c:pt idx="54">
                  <c:v>99.417028412029268</c:v>
                </c:pt>
                <c:pt idx="55">
                  <c:v>99.120841234269946</c:v>
                </c:pt>
                <c:pt idx="56">
                  <c:v>99.854257103007313</c:v>
                </c:pt>
                <c:pt idx="57">
                  <c:v>99.006440895770311</c:v>
                </c:pt>
                <c:pt idx="58">
                  <c:v>99.985895848678126</c:v>
                </c:pt>
                <c:pt idx="59">
                  <c:v>99.211734653899796</c:v>
                </c:pt>
                <c:pt idx="60">
                  <c:v>100.22096503737599</c:v>
                </c:pt>
                <c:pt idx="61">
                  <c:v>100.54379338985441</c:v>
                </c:pt>
                <c:pt idx="62">
                  <c:v>101.5075770635157</c:v>
                </c:pt>
                <c:pt idx="63">
                  <c:v>101.83510679976806</c:v>
                </c:pt>
                <c:pt idx="64">
                  <c:v>100.54692764570372</c:v>
                </c:pt>
                <c:pt idx="65">
                  <c:v>100.36357367851937</c:v>
                </c:pt>
                <c:pt idx="66">
                  <c:v>100.55633041325163</c:v>
                </c:pt>
                <c:pt idx="67">
                  <c:v>100.53595775023115</c:v>
                </c:pt>
                <c:pt idx="68">
                  <c:v>100.42155741173151</c:v>
                </c:pt>
                <c:pt idx="69">
                  <c:v>99.761796555452804</c:v>
                </c:pt>
                <c:pt idx="70">
                  <c:v>100.16141417623921</c:v>
                </c:pt>
                <c:pt idx="71">
                  <c:v>100.11596746642428</c:v>
                </c:pt>
                <c:pt idx="72">
                  <c:v>100.39021485323846</c:v>
                </c:pt>
                <c:pt idx="73">
                  <c:v>101.57182930842643</c:v>
                </c:pt>
                <c:pt idx="74">
                  <c:v>100.1582799203899</c:v>
                </c:pt>
                <c:pt idx="75">
                  <c:v>99.470310761467445</c:v>
                </c:pt>
                <c:pt idx="76">
                  <c:v>98.577047844415532</c:v>
                </c:pt>
                <c:pt idx="77">
                  <c:v>99.355910422967824</c:v>
                </c:pt>
                <c:pt idx="78">
                  <c:v>98.52219836705271</c:v>
                </c:pt>
                <c:pt idx="79">
                  <c:v>98.492422936484289</c:v>
                </c:pt>
                <c:pt idx="80">
                  <c:v>97.397000517152208</c:v>
                </c:pt>
                <c:pt idx="81">
                  <c:v>98.169594584005893</c:v>
                </c:pt>
                <c:pt idx="82">
                  <c:v>98.740029148579396</c:v>
                </c:pt>
                <c:pt idx="83">
                  <c:v>97.989374872670851</c:v>
                </c:pt>
                <c:pt idx="84">
                  <c:v>97.422074563946666</c:v>
                </c:pt>
                <c:pt idx="85">
                  <c:v>96.394038645374607</c:v>
                </c:pt>
                <c:pt idx="86">
                  <c:v>95.398912413220287</c:v>
                </c:pt>
                <c:pt idx="87">
                  <c:v>95.680995439657735</c:v>
                </c:pt>
                <c:pt idx="88">
                  <c:v>93.555969973828951</c:v>
                </c:pt>
                <c:pt idx="89">
                  <c:v>95.409882308692858</c:v>
                </c:pt>
                <c:pt idx="90">
                  <c:v>93.903872373101819</c:v>
                </c:pt>
                <c:pt idx="91">
                  <c:v>94.35363808747708</c:v>
                </c:pt>
                <c:pt idx="92">
                  <c:v>95.035338734700915</c:v>
                </c:pt>
                <c:pt idx="93">
                  <c:v>99.923210731692024</c:v>
                </c:pt>
                <c:pt idx="94">
                  <c:v>98.788610114243625</c:v>
                </c:pt>
                <c:pt idx="95">
                  <c:v>99.337104887872002</c:v>
                </c:pt>
                <c:pt idx="96">
                  <c:v>100.65192521665543</c:v>
                </c:pt>
                <c:pt idx="97">
                  <c:v>103.61536412217329</c:v>
                </c:pt>
                <c:pt idx="98">
                  <c:v>105.93941483443294</c:v>
                </c:pt>
                <c:pt idx="99">
                  <c:v>105.21383460531884</c:v>
                </c:pt>
                <c:pt idx="100">
                  <c:v>103.93975960257636</c:v>
                </c:pt>
                <c:pt idx="101">
                  <c:v>105.11353841814106</c:v>
                </c:pt>
                <c:pt idx="102">
                  <c:v>104.64810142451928</c:v>
                </c:pt>
                <c:pt idx="103">
                  <c:v>105.24517716381187</c:v>
                </c:pt>
                <c:pt idx="104">
                  <c:v>105.62128786572849</c:v>
                </c:pt>
                <c:pt idx="105">
                  <c:v>104.08863675541834</c:v>
                </c:pt>
                <c:pt idx="106">
                  <c:v>103.95386375389822</c:v>
                </c:pt>
                <c:pt idx="107">
                  <c:v>104.64653429659462</c:v>
                </c:pt>
                <c:pt idx="108">
                  <c:v>104.66847408753976</c:v>
                </c:pt>
                <c:pt idx="109">
                  <c:v>103.64200529689238</c:v>
                </c:pt>
                <c:pt idx="110">
                  <c:v>104.12154644183605</c:v>
                </c:pt>
                <c:pt idx="111">
                  <c:v>103.69685477425521</c:v>
                </c:pt>
                <c:pt idx="112">
                  <c:v>102.27390261867075</c:v>
                </c:pt>
                <c:pt idx="113">
                  <c:v>102.55598564510819</c:v>
                </c:pt>
                <c:pt idx="114">
                  <c:v>102.22375452508187</c:v>
                </c:pt>
                <c:pt idx="115">
                  <c:v>104.23594678033568</c:v>
                </c:pt>
                <c:pt idx="116">
                  <c:v>103.62946827349515</c:v>
                </c:pt>
                <c:pt idx="117">
                  <c:v>103.90841704408331</c:v>
                </c:pt>
                <c:pt idx="118">
                  <c:v>104.45064330601308</c:v>
                </c:pt>
                <c:pt idx="119">
                  <c:v>105.82814875178259</c:v>
                </c:pt>
                <c:pt idx="120">
                  <c:v>105.82501449593329</c:v>
                </c:pt>
                <c:pt idx="121">
                  <c:v>105.59934807478332</c:v>
                </c:pt>
                <c:pt idx="122">
                  <c:v>106.21836360502105</c:v>
                </c:pt>
                <c:pt idx="123">
                  <c:v>106.77469401827271</c:v>
                </c:pt>
                <c:pt idx="124">
                  <c:v>107.37490401341461</c:v>
                </c:pt>
                <c:pt idx="125">
                  <c:v>107.74161194778328</c:v>
                </c:pt>
                <c:pt idx="126">
                  <c:v>105.73255394837879</c:v>
                </c:pt>
                <c:pt idx="127">
                  <c:v>102.4274811552867</c:v>
                </c:pt>
                <c:pt idx="128">
                  <c:v>103.87237310181629</c:v>
                </c:pt>
                <c:pt idx="129">
                  <c:v>102.40710849226622</c:v>
                </c:pt>
                <c:pt idx="130">
                  <c:v>102.84747143909357</c:v>
                </c:pt>
                <c:pt idx="131">
                  <c:v>101.85391233486389</c:v>
                </c:pt>
                <c:pt idx="132">
                  <c:v>100.76789268307974</c:v>
                </c:pt>
                <c:pt idx="133">
                  <c:v>102.05920609299338</c:v>
                </c:pt>
                <c:pt idx="134">
                  <c:v>101.58593345974832</c:v>
                </c:pt>
                <c:pt idx="135">
                  <c:v>100.11440033849961</c:v>
                </c:pt>
                <c:pt idx="136">
                  <c:v>99.390387237310179</c:v>
                </c:pt>
                <c:pt idx="137">
                  <c:v>99.600382379213613</c:v>
                </c:pt>
                <c:pt idx="138">
                  <c:v>100.07522214038332</c:v>
                </c:pt>
                <c:pt idx="139">
                  <c:v>98.697716694613774</c:v>
                </c:pt>
                <c:pt idx="140">
                  <c:v>98.052059989656954</c:v>
                </c:pt>
                <c:pt idx="141">
                  <c:v>98.326307376471135</c:v>
                </c:pt>
                <c:pt idx="142">
                  <c:v>96.506871855949598</c:v>
                </c:pt>
                <c:pt idx="143">
                  <c:v>96.426948331792332</c:v>
                </c:pt>
                <c:pt idx="144">
                  <c:v>96.74350817257212</c:v>
                </c:pt>
                <c:pt idx="145">
                  <c:v>95.536819670589708</c:v>
                </c:pt>
                <c:pt idx="146">
                  <c:v>95.912930372506295</c:v>
                </c:pt>
                <c:pt idx="147">
                  <c:v>94.648258137311743</c:v>
                </c:pt>
                <c:pt idx="148">
                  <c:v>96.24672862045729</c:v>
                </c:pt>
                <c:pt idx="149">
                  <c:v>95.425553587939376</c:v>
                </c:pt>
                <c:pt idx="150">
                  <c:v>96.284339690648949</c:v>
                </c:pt>
                <c:pt idx="151">
                  <c:v>96.231057341210771</c:v>
                </c:pt>
                <c:pt idx="152">
                  <c:v>92.730093557537103</c:v>
                </c:pt>
                <c:pt idx="153">
                  <c:v>94.207895190484393</c:v>
                </c:pt>
                <c:pt idx="154">
                  <c:v>94.68743633542806</c:v>
                </c:pt>
                <c:pt idx="155">
                  <c:v>95.065114165269307</c:v>
                </c:pt>
                <c:pt idx="156">
                  <c:v>94.424158844086435</c:v>
                </c:pt>
                <c:pt idx="157">
                  <c:v>92.872702198680486</c:v>
                </c:pt>
                <c:pt idx="158">
                  <c:v>91.774145523499072</c:v>
                </c:pt>
                <c:pt idx="159">
                  <c:v>92.448010531099641</c:v>
                </c:pt>
                <c:pt idx="160">
                  <c:v>94.508783752017663</c:v>
                </c:pt>
                <c:pt idx="161">
                  <c:v>95.21869270188526</c:v>
                </c:pt>
                <c:pt idx="162">
                  <c:v>94.229834981429534</c:v>
                </c:pt>
                <c:pt idx="163">
                  <c:v>94.442964379182271</c:v>
                </c:pt>
                <c:pt idx="164">
                  <c:v>94.063719421416366</c:v>
                </c:pt>
                <c:pt idx="165">
                  <c:v>91.659745184999437</c:v>
                </c:pt>
                <c:pt idx="166">
                  <c:v>92.640767265831897</c:v>
                </c:pt>
                <c:pt idx="167">
                  <c:v>93.754995220259829</c:v>
                </c:pt>
                <c:pt idx="168">
                  <c:v>94.81437369732491</c:v>
                </c:pt>
                <c:pt idx="169">
                  <c:v>96.160536584601402</c:v>
                </c:pt>
                <c:pt idx="170">
                  <c:v>96.364263214806229</c:v>
                </c:pt>
                <c:pt idx="171">
                  <c:v>95.876886430239296</c:v>
                </c:pt>
                <c:pt idx="172">
                  <c:v>96.259265643854491</c:v>
                </c:pt>
                <c:pt idx="173">
                  <c:v>95.455329018507783</c:v>
                </c:pt>
                <c:pt idx="174">
                  <c:v>93.870962686684109</c:v>
                </c:pt>
                <c:pt idx="175">
                  <c:v>94.160881352744823</c:v>
                </c:pt>
                <c:pt idx="176">
                  <c:v>93.51052326401404</c:v>
                </c:pt>
                <c:pt idx="177">
                  <c:v>97.821692184733038</c:v>
                </c:pt>
                <c:pt idx="178">
                  <c:v>100.69737192647035</c:v>
                </c:pt>
                <c:pt idx="179">
                  <c:v>99.520458855056333</c:v>
                </c:pt>
                <c:pt idx="180">
                  <c:v>98.909278964441853</c:v>
                </c:pt>
                <c:pt idx="181">
                  <c:v>100.43252730720408</c:v>
                </c:pt>
                <c:pt idx="182">
                  <c:v>99.858958486781276</c:v>
                </c:pt>
                <c:pt idx="183">
                  <c:v>100.55946466910093</c:v>
                </c:pt>
                <c:pt idx="184">
                  <c:v>99.174123583708123</c:v>
                </c:pt>
                <c:pt idx="185">
                  <c:v>99.393521493159483</c:v>
                </c:pt>
                <c:pt idx="186">
                  <c:v>98.146087665136108</c:v>
                </c:pt>
                <c:pt idx="187">
                  <c:v>96.980144489194643</c:v>
                </c:pt>
                <c:pt idx="188">
                  <c:v>98.774505962921751</c:v>
                </c:pt>
                <c:pt idx="189">
                  <c:v>99.418595539953927</c:v>
                </c:pt>
                <c:pt idx="190">
                  <c:v>99.553368541474043</c:v>
                </c:pt>
                <c:pt idx="191">
                  <c:v>100.3134255849305</c:v>
                </c:pt>
                <c:pt idx="192">
                  <c:v>100.99669336007896</c:v>
                </c:pt>
                <c:pt idx="193">
                  <c:v>101.41511651596117</c:v>
                </c:pt>
                <c:pt idx="194">
                  <c:v>102.1109213145069</c:v>
                </c:pt>
                <c:pt idx="195">
                  <c:v>103.45551707385874</c:v>
                </c:pt>
                <c:pt idx="196">
                  <c:v>103.34581811913306</c:v>
                </c:pt>
                <c:pt idx="197">
                  <c:v>102.25509708357492</c:v>
                </c:pt>
                <c:pt idx="198">
                  <c:v>102.53247872623841</c:v>
                </c:pt>
                <c:pt idx="199">
                  <c:v>101.96047703374025</c:v>
                </c:pt>
                <c:pt idx="200">
                  <c:v>102.43374966698531</c:v>
                </c:pt>
                <c:pt idx="201">
                  <c:v>102.90702230023037</c:v>
                </c:pt>
                <c:pt idx="202">
                  <c:v>103.85043331087115</c:v>
                </c:pt>
                <c:pt idx="203">
                  <c:v>104.13721772108258</c:v>
                </c:pt>
                <c:pt idx="204">
                  <c:v>103.50723229537226</c:v>
                </c:pt>
                <c:pt idx="205">
                  <c:v>103.72819733274827</c:v>
                </c:pt>
                <c:pt idx="206">
                  <c:v>103.13112159345566</c:v>
                </c:pt>
                <c:pt idx="207">
                  <c:v>103.01985551080534</c:v>
                </c:pt>
                <c:pt idx="208">
                  <c:v>103.0182883828807</c:v>
                </c:pt>
                <c:pt idx="209">
                  <c:v>102.00749087147982</c:v>
                </c:pt>
                <c:pt idx="210">
                  <c:v>101.99495384808262</c:v>
                </c:pt>
                <c:pt idx="211">
                  <c:v>101.44019056275565</c:v>
                </c:pt>
                <c:pt idx="212">
                  <c:v>100.89483004497657</c:v>
                </c:pt>
                <c:pt idx="213">
                  <c:v>101.48563727257054</c:v>
                </c:pt>
                <c:pt idx="214">
                  <c:v>101.81316700882293</c:v>
                </c:pt>
                <c:pt idx="215">
                  <c:v>103.3708921659275</c:v>
                </c:pt>
                <c:pt idx="216">
                  <c:v>104.2249768848631</c:v>
                </c:pt>
                <c:pt idx="217">
                  <c:v>103.4696212251806</c:v>
                </c:pt>
                <c:pt idx="218">
                  <c:v>103.47118835310528</c:v>
                </c:pt>
                <c:pt idx="219">
                  <c:v>104.80951560075849</c:v>
                </c:pt>
                <c:pt idx="220">
                  <c:v>103.56521602858442</c:v>
                </c:pt>
                <c:pt idx="221">
                  <c:v>103.77521117048785</c:v>
                </c:pt>
                <c:pt idx="222">
                  <c:v>104.70921941358074</c:v>
                </c:pt>
                <c:pt idx="223">
                  <c:v>104.16072463995236</c:v>
                </c:pt>
                <c:pt idx="224">
                  <c:v>104.48041873658147</c:v>
                </c:pt>
                <c:pt idx="225">
                  <c:v>103.17813543119523</c:v>
                </c:pt>
                <c:pt idx="226">
                  <c:v>102.65471470436131</c:v>
                </c:pt>
                <c:pt idx="227">
                  <c:v>102.05763896506869</c:v>
                </c:pt>
                <c:pt idx="228">
                  <c:v>101.49504004011847</c:v>
                </c:pt>
                <c:pt idx="229">
                  <c:v>101.79592860165174</c:v>
                </c:pt>
                <c:pt idx="230">
                  <c:v>100.74908714798387</c:v>
                </c:pt>
                <c:pt idx="231">
                  <c:v>100.99199197630502</c:v>
                </c:pt>
                <c:pt idx="232">
                  <c:v>101.55772515710457</c:v>
                </c:pt>
                <c:pt idx="233">
                  <c:v>102.40083998056761</c:v>
                </c:pt>
                <c:pt idx="234">
                  <c:v>101.67055836767955</c:v>
                </c:pt>
                <c:pt idx="235">
                  <c:v>102.44471956245789</c:v>
                </c:pt>
                <c:pt idx="236">
                  <c:v>102.28487251414332</c:v>
                </c:pt>
                <c:pt idx="237">
                  <c:v>102.90545517230572</c:v>
                </c:pt>
                <c:pt idx="238">
                  <c:v>102.96030464966854</c:v>
                </c:pt>
                <c:pt idx="239">
                  <c:v>102.51210606321793</c:v>
                </c:pt>
                <c:pt idx="240">
                  <c:v>101.96361128958955</c:v>
                </c:pt>
                <c:pt idx="241">
                  <c:v>100.90579994044913</c:v>
                </c:pt>
                <c:pt idx="242">
                  <c:v>102.23315729262981</c:v>
                </c:pt>
                <c:pt idx="243">
                  <c:v>102.52777734246446</c:v>
                </c:pt>
                <c:pt idx="244">
                  <c:v>102.02943066242499</c:v>
                </c:pt>
                <c:pt idx="245">
                  <c:v>102.27860400244471</c:v>
                </c:pt>
                <c:pt idx="246">
                  <c:v>103.80498660105624</c:v>
                </c:pt>
                <c:pt idx="247">
                  <c:v>103.25022331572926</c:v>
                </c:pt>
                <c:pt idx="248">
                  <c:v>101.46056322577613</c:v>
                </c:pt>
                <c:pt idx="249">
                  <c:v>102.07331024431522</c:v>
                </c:pt>
                <c:pt idx="250">
                  <c:v>101.62824591371393</c:v>
                </c:pt>
                <c:pt idx="251">
                  <c:v>103.38342918932473</c:v>
                </c:pt>
                <c:pt idx="252">
                  <c:v>103.76894265878924</c:v>
                </c:pt>
                <c:pt idx="253">
                  <c:v>104.45377756186238</c:v>
                </c:pt>
                <c:pt idx="254">
                  <c:v>104.39892808449953</c:v>
                </c:pt>
                <c:pt idx="255">
                  <c:v>104.45534468978701</c:v>
                </c:pt>
                <c:pt idx="256">
                  <c:v>104.55564087696479</c:v>
                </c:pt>
                <c:pt idx="257">
                  <c:v>105.30629515287333</c:v>
                </c:pt>
                <c:pt idx="258">
                  <c:v>104.66063844791648</c:v>
                </c:pt>
                <c:pt idx="259">
                  <c:v>104.54310385356756</c:v>
                </c:pt>
                <c:pt idx="260">
                  <c:v>104.10900941843882</c:v>
                </c:pt>
                <c:pt idx="261">
                  <c:v>105.52726019024932</c:v>
                </c:pt>
                <c:pt idx="262">
                  <c:v>106.12433592954191</c:v>
                </c:pt>
                <c:pt idx="263">
                  <c:v>105.23107301249</c:v>
                </c:pt>
                <c:pt idx="264">
                  <c:v>103.98363918446663</c:v>
                </c:pt>
                <c:pt idx="265">
                  <c:v>104.383256805253</c:v>
                </c:pt>
                <c:pt idx="266">
                  <c:v>103.38813057309868</c:v>
                </c:pt>
                <c:pt idx="267">
                  <c:v>101.92600021939791</c:v>
                </c:pt>
                <c:pt idx="268">
                  <c:v>98.895174813119993</c:v>
                </c:pt>
                <c:pt idx="269">
                  <c:v>99.763363683377477</c:v>
                </c:pt>
                <c:pt idx="270">
                  <c:v>101.98084969676073</c:v>
                </c:pt>
                <c:pt idx="271">
                  <c:v>103.15306138440081</c:v>
                </c:pt>
                <c:pt idx="272">
                  <c:v>103.96640077729545</c:v>
                </c:pt>
                <c:pt idx="273">
                  <c:v>103.20477660591433</c:v>
                </c:pt>
                <c:pt idx="274">
                  <c:v>102.24569431602701</c:v>
                </c:pt>
                <c:pt idx="275">
                  <c:v>102.83806867154566</c:v>
                </c:pt>
                <c:pt idx="276">
                  <c:v>103.12171882590775</c:v>
                </c:pt>
                <c:pt idx="277">
                  <c:v>102.86157559041544</c:v>
                </c:pt>
                <c:pt idx="278">
                  <c:v>102.80045760135398</c:v>
                </c:pt>
                <c:pt idx="279">
                  <c:v>101.78652583410384</c:v>
                </c:pt>
                <c:pt idx="280">
                  <c:v>101.22706116500288</c:v>
                </c:pt>
                <c:pt idx="281">
                  <c:v>102.53561298208771</c:v>
                </c:pt>
                <c:pt idx="282">
                  <c:v>102.14853238469857</c:v>
                </c:pt>
                <c:pt idx="283">
                  <c:v>99.915375092068757</c:v>
                </c:pt>
                <c:pt idx="284">
                  <c:v>99.011142279544273</c:v>
                </c:pt>
                <c:pt idx="285">
                  <c:v>97.679083543589655</c:v>
                </c:pt>
                <c:pt idx="286">
                  <c:v>97.240287724686965</c:v>
                </c:pt>
                <c:pt idx="287">
                  <c:v>94.380279262196169</c:v>
                </c:pt>
                <c:pt idx="288">
                  <c:v>93.161053736816527</c:v>
                </c:pt>
                <c:pt idx="289">
                  <c:v>95.431822099637998</c:v>
                </c:pt>
                <c:pt idx="290">
                  <c:v>94.800269546003037</c:v>
                </c:pt>
                <c:pt idx="291">
                  <c:v>94.488411088997182</c:v>
                </c:pt>
                <c:pt idx="292">
                  <c:v>92.44644340317501</c:v>
                </c:pt>
                <c:pt idx="293">
                  <c:v>87.497453417122443</c:v>
                </c:pt>
                <c:pt idx="294">
                  <c:v>87.373650311074883</c:v>
                </c:pt>
                <c:pt idx="295">
                  <c:v>80.296500603344242</c:v>
                </c:pt>
                <c:pt idx="296">
                  <c:v>83.838209713058873</c:v>
                </c:pt>
                <c:pt idx="297">
                  <c:v>78.351694848850499</c:v>
                </c:pt>
                <c:pt idx="298">
                  <c:v>77.406716710285053</c:v>
                </c:pt>
                <c:pt idx="299">
                  <c:v>73.19897823259312</c:v>
                </c:pt>
                <c:pt idx="300">
                  <c:v>70.254344862171095</c:v>
                </c:pt>
                <c:pt idx="301">
                  <c:v>75.117142812367774</c:v>
                </c:pt>
                <c:pt idx="302">
                  <c:v>66.068546175424288</c:v>
                </c:pt>
                <c:pt idx="303">
                  <c:v>66.607638181504754</c:v>
                </c:pt>
                <c:pt idx="304">
                  <c:v>70.887464543730687</c:v>
                </c:pt>
                <c:pt idx="305">
                  <c:v>73.191142592969854</c:v>
                </c:pt>
                <c:pt idx="306">
                  <c:v>72.558022911410262</c:v>
                </c:pt>
                <c:pt idx="307">
                  <c:v>70.54269640030715</c:v>
                </c:pt>
                <c:pt idx="308">
                  <c:v>73.98410932284402</c:v>
                </c:pt>
                <c:pt idx="309">
                  <c:v>71.573866574728484</c:v>
                </c:pt>
                <c:pt idx="310">
                  <c:v>71.475137515475367</c:v>
                </c:pt>
                <c:pt idx="311">
                  <c:v>76.602780084938331</c:v>
                </c:pt>
                <c:pt idx="312">
                  <c:v>76.457037187945659</c:v>
                </c:pt>
                <c:pt idx="313">
                  <c:v>78.987948786259423</c:v>
                </c:pt>
                <c:pt idx="314">
                  <c:v>79.707260503674902</c:v>
                </c:pt>
                <c:pt idx="315">
                  <c:v>79.556816222908282</c:v>
                </c:pt>
                <c:pt idx="316">
                  <c:v>80.671044177336199</c:v>
                </c:pt>
                <c:pt idx="317">
                  <c:v>82.271081788406391</c:v>
                </c:pt>
                <c:pt idx="318">
                  <c:v>82.072056541975527</c:v>
                </c:pt>
                <c:pt idx="319">
                  <c:v>80.401498174295966</c:v>
                </c:pt>
                <c:pt idx="320">
                  <c:v>82.347871056714354</c:v>
                </c:pt>
                <c:pt idx="321">
                  <c:v>82.089294949146691</c:v>
                </c:pt>
                <c:pt idx="322">
                  <c:v>81.959223331400537</c:v>
                </c:pt>
                <c:pt idx="323">
                  <c:v>82.593910140884788</c:v>
                </c:pt>
                <c:pt idx="324">
                  <c:v>82.510852360878218</c:v>
                </c:pt>
                <c:pt idx="325">
                  <c:v>83.507545720957197</c:v>
                </c:pt>
                <c:pt idx="326">
                  <c:v>86.290764915140016</c:v>
                </c:pt>
                <c:pt idx="327">
                  <c:v>83.578066477566566</c:v>
                </c:pt>
                <c:pt idx="328">
                  <c:v>83.69403394399086</c:v>
                </c:pt>
                <c:pt idx="329">
                  <c:v>84.306780962529956</c:v>
                </c:pt>
                <c:pt idx="330">
                  <c:v>83.916566109291495</c:v>
                </c:pt>
                <c:pt idx="331">
                  <c:v>84.557521430474353</c:v>
                </c:pt>
                <c:pt idx="332">
                  <c:v>85.457052859224902</c:v>
                </c:pt>
                <c:pt idx="333">
                  <c:v>84.649981978028862</c:v>
                </c:pt>
                <c:pt idx="334">
                  <c:v>86.577549325351427</c:v>
                </c:pt>
                <c:pt idx="335">
                  <c:v>84.839604456911815</c:v>
                </c:pt>
                <c:pt idx="336">
                  <c:v>85.533842127532864</c:v>
                </c:pt>
                <c:pt idx="337">
                  <c:v>82.271081788406391</c:v>
                </c:pt>
                <c:pt idx="338">
                  <c:v>83.722242246634579</c:v>
                </c:pt>
                <c:pt idx="339">
                  <c:v>85.300340066759645</c:v>
                </c:pt>
                <c:pt idx="340">
                  <c:v>85.422576044882533</c:v>
                </c:pt>
                <c:pt idx="341">
                  <c:v>85.256460484869379</c:v>
                </c:pt>
                <c:pt idx="342">
                  <c:v>85.391233486389481</c:v>
                </c:pt>
                <c:pt idx="343">
                  <c:v>86.497625801194147</c:v>
                </c:pt>
                <c:pt idx="344">
                  <c:v>88.232436413784455</c:v>
                </c:pt>
                <c:pt idx="345">
                  <c:v>89.174280296500598</c:v>
                </c:pt>
                <c:pt idx="346">
                  <c:v>90.45148955509238</c:v>
                </c:pt>
                <c:pt idx="347">
                  <c:v>91.283634483082849</c:v>
                </c:pt>
                <c:pt idx="348">
                  <c:v>91.612731347259867</c:v>
                </c:pt>
                <c:pt idx="349">
                  <c:v>92.422936484305211</c:v>
                </c:pt>
                <c:pt idx="350">
                  <c:v>94.104464747457328</c:v>
                </c:pt>
                <c:pt idx="351">
                  <c:v>94.109166131231277</c:v>
                </c:pt>
                <c:pt idx="352">
                  <c:v>92.759868988105495</c:v>
                </c:pt>
                <c:pt idx="353">
                  <c:v>93.093667236056461</c:v>
                </c:pt>
                <c:pt idx="354">
                  <c:v>91.167667016658555</c:v>
                </c:pt>
                <c:pt idx="355">
                  <c:v>92.592186300167668</c:v>
                </c:pt>
                <c:pt idx="356">
                  <c:v>91.706759022739021</c:v>
                </c:pt>
                <c:pt idx="357">
                  <c:v>91.47952547366441</c:v>
                </c:pt>
                <c:pt idx="358">
                  <c:v>91.496763880835587</c:v>
                </c:pt>
                <c:pt idx="359">
                  <c:v>92.698750999044037</c:v>
                </c:pt>
                <c:pt idx="360">
                  <c:v>95.239065364905741</c:v>
                </c:pt>
                <c:pt idx="361">
                  <c:v>95.980316873266375</c:v>
                </c:pt>
                <c:pt idx="362">
                  <c:v>97.334315400166105</c:v>
                </c:pt>
                <c:pt idx="363">
                  <c:v>95.884722069862562</c:v>
                </c:pt>
                <c:pt idx="364">
                  <c:v>95.231229725282475</c:v>
                </c:pt>
                <c:pt idx="365">
                  <c:v>96.488066320853761</c:v>
                </c:pt>
                <c:pt idx="366">
                  <c:v>95.364435598877932</c:v>
                </c:pt>
                <c:pt idx="367">
                  <c:v>95.041607246399522</c:v>
                </c:pt>
                <c:pt idx="368">
                  <c:v>95.01183181583113</c:v>
                </c:pt>
                <c:pt idx="369">
                  <c:v>95.892557709485814</c:v>
                </c:pt>
                <c:pt idx="370">
                  <c:v>97.353120935261941</c:v>
                </c:pt>
                <c:pt idx="371">
                  <c:v>98.45167761044334</c:v>
                </c:pt>
                <c:pt idx="372">
                  <c:v>96.931563523530428</c:v>
                </c:pt>
                <c:pt idx="373">
                  <c:v>95.919198884204917</c:v>
                </c:pt>
                <c:pt idx="374">
                  <c:v>96.594631019730144</c:v>
                </c:pt>
                <c:pt idx="375">
                  <c:v>96.660450392565551</c:v>
                </c:pt>
                <c:pt idx="376">
                  <c:v>97.536474902446287</c:v>
                </c:pt>
                <c:pt idx="377">
                  <c:v>96.268668411402416</c:v>
                </c:pt>
                <c:pt idx="378">
                  <c:v>94.45863565842879</c:v>
                </c:pt>
                <c:pt idx="379">
                  <c:v>94.524455031264196</c:v>
                </c:pt>
                <c:pt idx="380">
                  <c:v>96.906489476735985</c:v>
                </c:pt>
                <c:pt idx="381">
                  <c:v>97.295137202049801</c:v>
                </c:pt>
                <c:pt idx="382">
                  <c:v>98.940621522934919</c:v>
                </c:pt>
                <c:pt idx="383">
                  <c:v>98.909278964441853</c:v>
                </c:pt>
                <c:pt idx="384">
                  <c:v>99.663067496199716</c:v>
                </c:pt>
                <c:pt idx="385">
                  <c:v>99.540831518076828</c:v>
                </c:pt>
                <c:pt idx="386">
                  <c:v>99.445236714673015</c:v>
                </c:pt>
                <c:pt idx="387">
                  <c:v>100.89169578912727</c:v>
                </c:pt>
                <c:pt idx="388">
                  <c:v>100.30402281738257</c:v>
                </c:pt>
                <c:pt idx="389">
                  <c:v>99.111438466722021</c:v>
                </c:pt>
                <c:pt idx="390">
                  <c:v>98.835623951983195</c:v>
                </c:pt>
                <c:pt idx="391">
                  <c:v>97.57565310056259</c:v>
                </c:pt>
                <c:pt idx="392">
                  <c:v>99.282255410509151</c:v>
                </c:pt>
                <c:pt idx="393">
                  <c:v>99.625456426008043</c:v>
                </c:pt>
                <c:pt idx="394">
                  <c:v>99.572174076569866</c:v>
                </c:pt>
                <c:pt idx="395">
                  <c:v>99.927912115465972</c:v>
                </c:pt>
                <c:pt idx="396">
                  <c:v>100.26954600304023</c:v>
                </c:pt>
                <c:pt idx="397">
                  <c:v>100.19589099058157</c:v>
                </c:pt>
                <c:pt idx="398">
                  <c:v>100.1943238626569</c:v>
                </c:pt>
                <c:pt idx="399">
                  <c:v>100.82274216044256</c:v>
                </c:pt>
                <c:pt idx="400">
                  <c:v>99.769632195076071</c:v>
                </c:pt>
                <c:pt idx="401">
                  <c:v>100.39961762078637</c:v>
                </c:pt>
                <c:pt idx="402">
                  <c:v>101.58436633182366</c:v>
                </c:pt>
                <c:pt idx="403">
                  <c:v>102.06860886054127</c:v>
                </c:pt>
                <c:pt idx="404">
                  <c:v>101.96987980128817</c:v>
                </c:pt>
                <c:pt idx="405">
                  <c:v>102.20024760621209</c:v>
                </c:pt>
                <c:pt idx="406">
                  <c:v>102.18300919904091</c:v>
                </c:pt>
                <c:pt idx="407">
                  <c:v>101.74421338013822</c:v>
                </c:pt>
                <c:pt idx="408">
                  <c:v>101.83510679976806</c:v>
                </c:pt>
                <c:pt idx="409">
                  <c:v>101.48720440049522</c:v>
                </c:pt>
                <c:pt idx="410">
                  <c:v>102.00278948770587</c:v>
                </c:pt>
                <c:pt idx="411">
                  <c:v>99.152183792762997</c:v>
                </c:pt>
                <c:pt idx="412">
                  <c:v>100.38708059738917</c:v>
                </c:pt>
                <c:pt idx="413">
                  <c:v>101.42138502765981</c:v>
                </c:pt>
                <c:pt idx="414">
                  <c:v>101.36653555029697</c:v>
                </c:pt>
                <c:pt idx="415">
                  <c:v>99.388820109385534</c:v>
                </c:pt>
                <c:pt idx="416">
                  <c:v>98.909278964441853</c:v>
                </c:pt>
                <c:pt idx="417">
                  <c:v>97.838930591904202</c:v>
                </c:pt>
                <c:pt idx="418">
                  <c:v>98.193101502875678</c:v>
                </c:pt>
                <c:pt idx="419">
                  <c:v>100.42939305135479</c:v>
                </c:pt>
                <c:pt idx="420">
                  <c:v>100.35103665512214</c:v>
                </c:pt>
                <c:pt idx="421">
                  <c:v>99.735155380733715</c:v>
                </c:pt>
                <c:pt idx="422">
                  <c:v>100.7020733102443</c:v>
                </c:pt>
                <c:pt idx="423">
                  <c:v>100.86818887025748</c:v>
                </c:pt>
                <c:pt idx="424">
                  <c:v>100.08619203585589</c:v>
                </c:pt>
                <c:pt idx="425">
                  <c:v>100.87602450988074</c:v>
                </c:pt>
                <c:pt idx="426">
                  <c:v>97.90004858096566</c:v>
                </c:pt>
                <c:pt idx="427">
                  <c:v>96.339189168011771</c:v>
                </c:pt>
                <c:pt idx="428">
                  <c:v>95.210857062261994</c:v>
                </c:pt>
                <c:pt idx="429">
                  <c:v>92.78337590697528</c:v>
                </c:pt>
                <c:pt idx="430">
                  <c:v>95.58853489210324</c:v>
                </c:pt>
                <c:pt idx="431">
                  <c:v>97.516102239425805</c:v>
                </c:pt>
                <c:pt idx="432">
                  <c:v>97.154095688831077</c:v>
                </c:pt>
                <c:pt idx="433">
                  <c:v>96.564855589161738</c:v>
                </c:pt>
                <c:pt idx="434">
                  <c:v>97.197975270721344</c:v>
                </c:pt>
                <c:pt idx="435">
                  <c:v>96.699628590681854</c:v>
                </c:pt>
                <c:pt idx="436">
                  <c:v>97.055366629577961</c:v>
                </c:pt>
                <c:pt idx="437">
                  <c:v>97.429910203569918</c:v>
                </c:pt>
                <c:pt idx="438">
                  <c:v>97.4267759477206</c:v>
                </c:pt>
                <c:pt idx="439">
                  <c:v>97.76057419567158</c:v>
                </c:pt>
                <c:pt idx="440">
                  <c:v>97.174468351851559</c:v>
                </c:pt>
                <c:pt idx="441">
                  <c:v>97.428343075645259</c:v>
                </c:pt>
                <c:pt idx="442">
                  <c:v>97.467521273761577</c:v>
                </c:pt>
                <c:pt idx="443">
                  <c:v>95.411449436617517</c:v>
                </c:pt>
                <c:pt idx="444">
                  <c:v>96.398740029148584</c:v>
                </c:pt>
                <c:pt idx="445">
                  <c:v>96.87201266239363</c:v>
                </c:pt>
                <c:pt idx="446">
                  <c:v>96.947234802776947</c:v>
                </c:pt>
                <c:pt idx="447">
                  <c:v>97.85303474322609</c:v>
                </c:pt>
                <c:pt idx="448">
                  <c:v>98.575480716490887</c:v>
                </c:pt>
                <c:pt idx="449">
                  <c:v>98.804281393490143</c:v>
                </c:pt>
                <c:pt idx="450">
                  <c:v>97.57565310056259</c:v>
                </c:pt>
                <c:pt idx="451">
                  <c:v>98.97196408142797</c:v>
                </c:pt>
                <c:pt idx="452">
                  <c:v>98.4657817617652</c:v>
                </c:pt>
                <c:pt idx="453">
                  <c:v>97.926689755684762</c:v>
                </c:pt>
                <c:pt idx="454">
                  <c:v>98.091238187773271</c:v>
                </c:pt>
                <c:pt idx="455">
                  <c:v>97.121186002413367</c:v>
                </c:pt>
                <c:pt idx="456">
                  <c:v>97.483192553008095</c:v>
                </c:pt>
                <c:pt idx="457">
                  <c:v>97.793483882089291</c:v>
                </c:pt>
                <c:pt idx="458">
                  <c:v>99.764930811302122</c:v>
                </c:pt>
                <c:pt idx="459">
                  <c:v>99.97806020905486</c:v>
                </c:pt>
                <c:pt idx="460">
                  <c:v>101.66428985598095</c:v>
                </c:pt>
                <c:pt idx="461">
                  <c:v>103.61066273839934</c:v>
                </c:pt>
                <c:pt idx="462">
                  <c:v>104.64810142451928</c:v>
                </c:pt>
                <c:pt idx="463">
                  <c:v>104.81264985660779</c:v>
                </c:pt>
                <c:pt idx="464">
                  <c:v>105.16368651172996</c:v>
                </c:pt>
                <c:pt idx="465">
                  <c:v>105.7145319772453</c:v>
                </c:pt>
                <c:pt idx="466">
                  <c:v>106.26537744276064</c:v>
                </c:pt>
                <c:pt idx="467">
                  <c:v>107.23856388396985</c:v>
                </c:pt>
                <c:pt idx="468">
                  <c:v>106.25284041936342</c:v>
                </c:pt>
                <c:pt idx="469">
                  <c:v>106.73081443638243</c:v>
                </c:pt>
                <c:pt idx="470">
                  <c:v>107.7087022613656</c:v>
                </c:pt>
                <c:pt idx="471">
                  <c:v>108.00645656704957</c:v>
                </c:pt>
                <c:pt idx="472">
                  <c:v>106.79506668129319</c:v>
                </c:pt>
                <c:pt idx="473">
                  <c:v>107.55512372474965</c:v>
                </c:pt>
                <c:pt idx="474">
                  <c:v>107.34042719907227</c:v>
                </c:pt>
                <c:pt idx="475">
                  <c:v>108.97337449656015</c:v>
                </c:pt>
                <c:pt idx="476">
                  <c:v>109.75537133096174</c:v>
                </c:pt>
                <c:pt idx="477">
                  <c:v>110.59378477065083</c:v>
                </c:pt>
                <c:pt idx="478">
                  <c:v>111.76442933036623</c:v>
                </c:pt>
                <c:pt idx="479">
                  <c:v>112.96798357649935</c:v>
                </c:pt>
                <c:pt idx="480">
                  <c:v>113.05887699612917</c:v>
                </c:pt>
                <c:pt idx="481">
                  <c:v>113.56819357164125</c:v>
                </c:pt>
                <c:pt idx="482">
                  <c:v>112.83634483082854</c:v>
                </c:pt>
                <c:pt idx="483">
                  <c:v>113.40207801162809</c:v>
                </c:pt>
                <c:pt idx="484">
                  <c:v>114.46302361661782</c:v>
                </c:pt>
                <c:pt idx="485">
                  <c:v>114.47712776793968</c:v>
                </c:pt>
                <c:pt idx="486">
                  <c:v>115.42524016235444</c:v>
                </c:pt>
                <c:pt idx="487">
                  <c:v>115.22621491592358</c:v>
                </c:pt>
                <c:pt idx="488">
                  <c:v>114.93002773816426</c:v>
                </c:pt>
                <c:pt idx="489">
                  <c:v>110.05939414834431</c:v>
                </c:pt>
                <c:pt idx="490">
                  <c:v>111.6562975035652</c:v>
                </c:pt>
                <c:pt idx="491">
                  <c:v>112.35837081380953</c:v>
                </c:pt>
                <c:pt idx="492">
                  <c:v>113.48983717540861</c:v>
                </c:pt>
                <c:pt idx="493">
                  <c:v>114.59936374606259</c:v>
                </c:pt>
                <c:pt idx="494">
                  <c:v>114.25772985848835</c:v>
                </c:pt>
                <c:pt idx="495">
                  <c:v>115.00368275062294</c:v>
                </c:pt>
                <c:pt idx="496">
                  <c:v>114.43011393020011</c:v>
                </c:pt>
                <c:pt idx="497">
                  <c:v>115.15882841516351</c:v>
                </c:pt>
                <c:pt idx="498">
                  <c:v>116.47208161602232</c:v>
                </c:pt>
                <c:pt idx="499">
                  <c:v>116.17746156618765</c:v>
                </c:pt>
                <c:pt idx="500">
                  <c:v>116.87326636473334</c:v>
                </c:pt>
                <c:pt idx="501">
                  <c:v>118.07055209916784</c:v>
                </c:pt>
                <c:pt idx="502">
                  <c:v>120.15013085518169</c:v>
                </c:pt>
                <c:pt idx="503">
                  <c:v>119.70820078042969</c:v>
                </c:pt>
                <c:pt idx="504">
                  <c:v>121.55427747567033</c:v>
                </c:pt>
                <c:pt idx="505">
                  <c:v>122.069862562881</c:v>
                </c:pt>
                <c:pt idx="506">
                  <c:v>122.94431994483708</c:v>
                </c:pt>
                <c:pt idx="507">
                  <c:v>121.93665668928553</c:v>
                </c:pt>
                <c:pt idx="508">
                  <c:v>120.36169312500977</c:v>
                </c:pt>
                <c:pt idx="509">
                  <c:v>122.63872999952984</c:v>
                </c:pt>
                <c:pt idx="510">
                  <c:v>123.54923132375295</c:v>
                </c:pt>
                <c:pt idx="511">
                  <c:v>122.40836219460593</c:v>
                </c:pt>
                <c:pt idx="512">
                  <c:v>121.10607888921972</c:v>
                </c:pt>
                <c:pt idx="513">
                  <c:v>119.15657175095203</c:v>
                </c:pt>
                <c:pt idx="514">
                  <c:v>117.48758051119712</c:v>
                </c:pt>
                <c:pt idx="515">
                  <c:v>117.32146495118397</c:v>
                </c:pt>
                <c:pt idx="516">
                  <c:v>115.08517340270485</c:v>
                </c:pt>
                <c:pt idx="517">
                  <c:v>120.77541489711805</c:v>
                </c:pt>
                <c:pt idx="518">
                  <c:v>125.02546582877561</c:v>
                </c:pt>
                <c:pt idx="519">
                  <c:v>125.91089310620424</c:v>
                </c:pt>
                <c:pt idx="520">
                  <c:v>126.88721380326275</c:v>
                </c:pt>
                <c:pt idx="521">
                  <c:v>126.01902493300527</c:v>
                </c:pt>
                <c:pt idx="522">
                  <c:v>128.52486248452459</c:v>
                </c:pt>
                <c:pt idx="523">
                  <c:v>128.93231574493424</c:v>
                </c:pt>
                <c:pt idx="524">
                  <c:v>128.62515867170237</c:v>
                </c:pt>
                <c:pt idx="525">
                  <c:v>129.5764053219664</c:v>
                </c:pt>
                <c:pt idx="526">
                  <c:v>128.75836454529784</c:v>
                </c:pt>
                <c:pt idx="527">
                  <c:v>129.56543542649385</c:v>
                </c:pt>
                <c:pt idx="528">
                  <c:v>130.93667236056478</c:v>
                </c:pt>
                <c:pt idx="529">
                  <c:v>131.49300277381644</c:v>
                </c:pt>
                <c:pt idx="530">
                  <c:v>131.77195154440454</c:v>
                </c:pt>
                <c:pt idx="531">
                  <c:v>130.38034194731316</c:v>
                </c:pt>
                <c:pt idx="532">
                  <c:v>127.78831235993793</c:v>
                </c:pt>
                <c:pt idx="533">
                  <c:v>129.22693579476891</c:v>
                </c:pt>
                <c:pt idx="534">
                  <c:v>131.08398238548213</c:v>
                </c:pt>
                <c:pt idx="535">
                  <c:v>133.58355142530286</c:v>
                </c:pt>
                <c:pt idx="536">
                  <c:v>128.82888530190718</c:v>
                </c:pt>
                <c:pt idx="537">
                  <c:v>130.85831596433218</c:v>
                </c:pt>
                <c:pt idx="538">
                  <c:v>132.27499960821802</c:v>
                </c:pt>
                <c:pt idx="539">
                  <c:v>134.21980536271175</c:v>
                </c:pt>
                <c:pt idx="540">
                  <c:v>134.14301609440378</c:v>
                </c:pt>
                <c:pt idx="541">
                  <c:v>133.03035526790049</c:v>
                </c:pt>
                <c:pt idx="542">
                  <c:v>133.82959050947326</c:v>
                </c:pt>
                <c:pt idx="543">
                  <c:v>133.12751719922898</c:v>
                </c:pt>
                <c:pt idx="544">
                  <c:v>133.40333171396782</c:v>
                </c:pt>
                <c:pt idx="545">
                  <c:v>132.65267743805927</c:v>
                </c:pt>
                <c:pt idx="546">
                  <c:v>131.71240068326776</c:v>
                </c:pt>
                <c:pt idx="547">
                  <c:v>131.57762768174766</c:v>
                </c:pt>
                <c:pt idx="548">
                  <c:v>128.52799674037391</c:v>
                </c:pt>
                <c:pt idx="549">
                  <c:v>127.49055805425395</c:v>
                </c:pt>
                <c:pt idx="550">
                  <c:v>129.49178041403519</c:v>
                </c:pt>
                <c:pt idx="551">
                  <c:v>129.56230117064456</c:v>
                </c:pt>
                <c:pt idx="552">
                  <c:v>130.43832568052528</c:v>
                </c:pt>
                <c:pt idx="553">
                  <c:v>127.97009919919762</c:v>
                </c:pt>
                <c:pt idx="554">
                  <c:v>125.18217862124084</c:v>
                </c:pt>
                <c:pt idx="555">
                  <c:v>126.71953111532494</c:v>
                </c:pt>
                <c:pt idx="556">
                  <c:v>128.65650123019543</c:v>
                </c:pt>
                <c:pt idx="557">
                  <c:v>128.12211060788891</c:v>
                </c:pt>
                <c:pt idx="558">
                  <c:v>130.04811082728682</c:v>
                </c:pt>
                <c:pt idx="559">
                  <c:v>128.28195765620347</c:v>
                </c:pt>
                <c:pt idx="560">
                  <c:v>128.79127423171553</c:v>
                </c:pt>
                <c:pt idx="561">
                  <c:v>129.70647693971259</c:v>
                </c:pt>
                <c:pt idx="562">
                  <c:v>130.9257024650922</c:v>
                </c:pt>
                <c:pt idx="563">
                  <c:v>130.0057983733212</c:v>
                </c:pt>
                <c:pt idx="564">
                  <c:v>123.97235586340913</c:v>
                </c:pt>
                <c:pt idx="565">
                  <c:v>126.07387441036811</c:v>
                </c:pt>
                <c:pt idx="566">
                  <c:v>126.15379793452539</c:v>
                </c:pt>
                <c:pt idx="567">
                  <c:v>126.71326260362632</c:v>
                </c:pt>
                <c:pt idx="568">
                  <c:v>123.47871056714359</c:v>
                </c:pt>
                <c:pt idx="569">
                  <c:v>123.3987870429863</c:v>
                </c:pt>
                <c:pt idx="570">
                  <c:v>123.70751124414285</c:v>
                </c:pt>
                <c:pt idx="571">
                  <c:v>123.25617840184293</c:v>
                </c:pt>
                <c:pt idx="572">
                  <c:v>124.62428108006456</c:v>
                </c:pt>
                <c:pt idx="573">
                  <c:v>126.62393631192113</c:v>
                </c:pt>
                <c:pt idx="574">
                  <c:v>127.42787293726788</c:v>
                </c:pt>
                <c:pt idx="575">
                  <c:v>127.48115528670606</c:v>
                </c:pt>
                <c:pt idx="576">
                  <c:v>127.03452382818008</c:v>
                </c:pt>
                <c:pt idx="577">
                  <c:v>127.62376392784942</c:v>
                </c:pt>
                <c:pt idx="578">
                  <c:v>126.78691761608498</c:v>
                </c:pt>
                <c:pt idx="579">
                  <c:v>127.39026186707621</c:v>
                </c:pt>
                <c:pt idx="580">
                  <c:v>127.98420335051949</c:v>
                </c:pt>
                <c:pt idx="581">
                  <c:v>128.73329049850341</c:v>
                </c:pt>
                <c:pt idx="582">
                  <c:v>130.15467552616317</c:v>
                </c:pt>
                <c:pt idx="583">
                  <c:v>131.19838272398175</c:v>
                </c:pt>
                <c:pt idx="584">
                  <c:v>129.91647208161604</c:v>
                </c:pt>
                <c:pt idx="585">
                  <c:v>129.28491952798106</c:v>
                </c:pt>
                <c:pt idx="586">
                  <c:v>130.03243954804029</c:v>
                </c:pt>
                <c:pt idx="587">
                  <c:v>131.57762768174766</c:v>
                </c:pt>
                <c:pt idx="588">
                  <c:v>131.35822977229631</c:v>
                </c:pt>
                <c:pt idx="589">
                  <c:v>130.59973985676453</c:v>
                </c:pt>
                <c:pt idx="590">
                  <c:v>131.47106298287127</c:v>
                </c:pt>
                <c:pt idx="591">
                  <c:v>132.0509003149927</c:v>
                </c:pt>
                <c:pt idx="592">
                  <c:v>132.14806224632116</c:v>
                </c:pt>
                <c:pt idx="593">
                  <c:v>132.18724044443749</c:v>
                </c:pt>
                <c:pt idx="594">
                  <c:v>132.58058955352524</c:v>
                </c:pt>
                <c:pt idx="595">
                  <c:v>134.16652301327358</c:v>
                </c:pt>
                <c:pt idx="596">
                  <c:v>135.64745890207016</c:v>
                </c:pt>
                <c:pt idx="597">
                  <c:v>135.79320179906284</c:v>
                </c:pt>
                <c:pt idx="598">
                  <c:v>136.78049239159392</c:v>
                </c:pt>
                <c:pt idx="599">
                  <c:v>138.36015733964362</c:v>
                </c:pt>
                <c:pt idx="600">
                  <c:v>138.93059190421712</c:v>
                </c:pt>
                <c:pt idx="601">
                  <c:v>141.20292739496324</c:v>
                </c:pt>
                <c:pt idx="602">
                  <c:v>141.23897133723025</c:v>
                </c:pt>
                <c:pt idx="603">
                  <c:v>139.65303787748192</c:v>
                </c:pt>
                <c:pt idx="604">
                  <c:v>140.19683126733636</c:v>
                </c:pt>
                <c:pt idx="605">
                  <c:v>140.16078732506935</c:v>
                </c:pt>
                <c:pt idx="606">
                  <c:v>140.17489147639122</c:v>
                </c:pt>
                <c:pt idx="607">
                  <c:v>140.28615755904153</c:v>
                </c:pt>
                <c:pt idx="608">
                  <c:v>138.60933067966337</c:v>
                </c:pt>
                <c:pt idx="609">
                  <c:v>137.62674147090627</c:v>
                </c:pt>
                <c:pt idx="610">
                  <c:v>137.17540862860633</c:v>
                </c:pt>
                <c:pt idx="611">
                  <c:v>138.12978953471972</c:v>
                </c:pt>
                <c:pt idx="612">
                  <c:v>138.71589537853976</c:v>
                </c:pt>
                <c:pt idx="613">
                  <c:v>137.67688956449513</c:v>
                </c:pt>
                <c:pt idx="614">
                  <c:v>136.87608719499772</c:v>
                </c:pt>
                <c:pt idx="615">
                  <c:v>137.01399445236714</c:v>
                </c:pt>
                <c:pt idx="616">
                  <c:v>136.71937440253248</c:v>
                </c:pt>
                <c:pt idx="617">
                  <c:v>136.34169657269121</c:v>
                </c:pt>
                <c:pt idx="618">
                  <c:v>136.00319694096626</c:v>
                </c:pt>
                <c:pt idx="619">
                  <c:v>135.63022049489902</c:v>
                </c:pt>
                <c:pt idx="620">
                  <c:v>135.97342151039788</c:v>
                </c:pt>
                <c:pt idx="621">
                  <c:v>137.02653147576436</c:v>
                </c:pt>
                <c:pt idx="622">
                  <c:v>137.01399445236714</c:v>
                </c:pt>
                <c:pt idx="623">
                  <c:v>137.19107990785287</c:v>
                </c:pt>
                <c:pt idx="624">
                  <c:v>136.37303913118427</c:v>
                </c:pt>
                <c:pt idx="625">
                  <c:v>136.60497406403283</c:v>
                </c:pt>
                <c:pt idx="626">
                  <c:v>137.10958925577094</c:v>
                </c:pt>
                <c:pt idx="627">
                  <c:v>137.85240789205622</c:v>
                </c:pt>
                <c:pt idx="628">
                  <c:v>137.97464387017911</c:v>
                </c:pt>
                <c:pt idx="629">
                  <c:v>138.56388396984843</c:v>
                </c:pt>
                <c:pt idx="630">
                  <c:v>139.68594756389962</c:v>
                </c:pt>
                <c:pt idx="631">
                  <c:v>139.11394587140146</c:v>
                </c:pt>
                <c:pt idx="632">
                  <c:v>138.29903935058218</c:v>
                </c:pt>
                <c:pt idx="633">
                  <c:v>140.55727069000642</c:v>
                </c:pt>
                <c:pt idx="634">
                  <c:v>139.67341054050243</c:v>
                </c:pt>
                <c:pt idx="635">
                  <c:v>139.36468633934587</c:v>
                </c:pt>
                <c:pt idx="636">
                  <c:v>138.40873830530785</c:v>
                </c:pt>
                <c:pt idx="637">
                  <c:v>138.45575214304745</c:v>
                </c:pt>
                <c:pt idx="638">
                  <c:v>138.54037705097866</c:v>
                </c:pt>
                <c:pt idx="639">
                  <c:v>138.91962200874457</c:v>
                </c:pt>
                <c:pt idx="640">
                  <c:v>141.04151321872405</c:v>
                </c:pt>
                <c:pt idx="641">
                  <c:v>142.66192349281471</c:v>
                </c:pt>
                <c:pt idx="642">
                  <c:v>141.6793342840576</c:v>
                </c:pt>
                <c:pt idx="643">
                  <c:v>142.39864600147308</c:v>
                </c:pt>
                <c:pt idx="644">
                  <c:v>141.6072463995236</c:v>
                </c:pt>
                <c:pt idx="645">
                  <c:v>140.29399319866479</c:v>
                </c:pt>
                <c:pt idx="646">
                  <c:v>139.92258388052215</c:v>
                </c:pt>
                <c:pt idx="647">
                  <c:v>140.69674507530047</c:v>
                </c:pt>
                <c:pt idx="648">
                  <c:v>141.94261177539923</c:v>
                </c:pt>
                <c:pt idx="649">
                  <c:v>143.09601792794348</c:v>
                </c:pt>
                <c:pt idx="650">
                  <c:v>143.22922380153892</c:v>
                </c:pt>
                <c:pt idx="651">
                  <c:v>143.19788124304586</c:v>
                </c:pt>
                <c:pt idx="652">
                  <c:v>143.34205701211388</c:v>
                </c:pt>
                <c:pt idx="653">
                  <c:v>140.75629593643728</c:v>
                </c:pt>
                <c:pt idx="654">
                  <c:v>140.19996552318563</c:v>
                </c:pt>
                <c:pt idx="655">
                  <c:v>141.86268825124193</c:v>
                </c:pt>
                <c:pt idx="656">
                  <c:v>141.85641973954333</c:v>
                </c:pt>
                <c:pt idx="657">
                  <c:v>141.33926752440803</c:v>
                </c:pt>
                <c:pt idx="658">
                  <c:v>143.02549717133411</c:v>
                </c:pt>
                <c:pt idx="659">
                  <c:v>145.44984407077149</c:v>
                </c:pt>
                <c:pt idx="660">
                  <c:v>147.61874911849054</c:v>
                </c:pt>
                <c:pt idx="661">
                  <c:v>148.17978091551615</c:v>
                </c:pt>
                <c:pt idx="662">
                  <c:v>149.61997147827176</c:v>
                </c:pt>
                <c:pt idx="663">
                  <c:v>151.40649731237559</c:v>
                </c:pt>
                <c:pt idx="664">
                  <c:v>151.72305715315542</c:v>
                </c:pt>
                <c:pt idx="665">
                  <c:v>151.9048439924151</c:v>
                </c:pt>
                <c:pt idx="666">
                  <c:v>151.47858519690962</c:v>
                </c:pt>
                <c:pt idx="667">
                  <c:v>152.07722806412687</c:v>
                </c:pt>
                <c:pt idx="668">
                  <c:v>151.77947375844289</c:v>
                </c:pt>
                <c:pt idx="669">
                  <c:v>152.38751939320804</c:v>
                </c:pt>
                <c:pt idx="670">
                  <c:v>154.57209572017362</c:v>
                </c:pt>
                <c:pt idx="671">
                  <c:v>155.28043754211654</c:v>
                </c:pt>
                <c:pt idx="672">
                  <c:v>154.55485731300246</c:v>
                </c:pt>
                <c:pt idx="673">
                  <c:v>152.84041936343263</c:v>
                </c:pt>
                <c:pt idx="674">
                  <c:v>153.88726081710053</c:v>
                </c:pt>
                <c:pt idx="675">
                  <c:v>154.7272413847142</c:v>
                </c:pt>
                <c:pt idx="676">
                  <c:v>157.34591214680853</c:v>
                </c:pt>
                <c:pt idx="677">
                  <c:v>156.6704800112833</c:v>
                </c:pt>
                <c:pt idx="678">
                  <c:v>157.38979172869881</c:v>
                </c:pt>
                <c:pt idx="679">
                  <c:v>157.48068514832866</c:v>
                </c:pt>
                <c:pt idx="680">
                  <c:v>158.08873078309381</c:v>
                </c:pt>
                <c:pt idx="681">
                  <c:v>157.50732632304775</c:v>
                </c:pt>
                <c:pt idx="682">
                  <c:v>157.43367131058906</c:v>
                </c:pt>
                <c:pt idx="683">
                  <c:v>158.87386187334471</c:v>
                </c:pt>
                <c:pt idx="684">
                  <c:v>160.64001504442805</c:v>
                </c:pt>
                <c:pt idx="685">
                  <c:v>158.60745012615379</c:v>
                </c:pt>
                <c:pt idx="686">
                  <c:v>159.46153484508937</c:v>
                </c:pt>
                <c:pt idx="687">
                  <c:v>160.56322577612011</c:v>
                </c:pt>
                <c:pt idx="688">
                  <c:v>161.32641707542587</c:v>
                </c:pt>
                <c:pt idx="689">
                  <c:v>161.4141762392064</c:v>
                </c:pt>
                <c:pt idx="690">
                  <c:v>163.45300966917929</c:v>
                </c:pt>
                <c:pt idx="691">
                  <c:v>165.17058187459844</c:v>
                </c:pt>
                <c:pt idx="692">
                  <c:v>165.99175690711633</c:v>
                </c:pt>
                <c:pt idx="693">
                  <c:v>164.50925389039506</c:v>
                </c:pt>
                <c:pt idx="694">
                  <c:v>163.02361661782453</c:v>
                </c:pt>
                <c:pt idx="695">
                  <c:v>161.72603469621222</c:v>
                </c:pt>
                <c:pt idx="696">
                  <c:v>161.1367945965429</c:v>
                </c:pt>
                <c:pt idx="697">
                  <c:v>159.8110043722869</c:v>
                </c:pt>
                <c:pt idx="698">
                  <c:v>162.01908761812228</c:v>
                </c:pt>
                <c:pt idx="699">
                  <c:v>161.28097036561093</c:v>
                </c:pt>
                <c:pt idx="700">
                  <c:v>159.28915077337763</c:v>
                </c:pt>
                <c:pt idx="701">
                  <c:v>158.12634185328548</c:v>
                </c:pt>
                <c:pt idx="702">
                  <c:v>160.96754478068044</c:v>
                </c:pt>
                <c:pt idx="703">
                  <c:v>160.5961354625378</c:v>
                </c:pt>
                <c:pt idx="704">
                  <c:v>161.65551393960286</c:v>
                </c:pt>
                <c:pt idx="705">
                  <c:v>162.54250834495619</c:v>
                </c:pt>
                <c:pt idx="706">
                  <c:v>165.04364451270158</c:v>
                </c:pt>
                <c:pt idx="707">
                  <c:v>165.79900017238404</c:v>
                </c:pt>
                <c:pt idx="708">
                  <c:v>166.50577486640233</c:v>
                </c:pt>
                <c:pt idx="709">
                  <c:v>165.03110748930433</c:v>
                </c:pt>
                <c:pt idx="710">
                  <c:v>166.83800598642867</c:v>
                </c:pt>
                <c:pt idx="711">
                  <c:v>167.18120700192756</c:v>
                </c:pt>
                <c:pt idx="712">
                  <c:v>165.29438498064596</c:v>
                </c:pt>
                <c:pt idx="713">
                  <c:v>164.41052483114197</c:v>
                </c:pt>
                <c:pt idx="714">
                  <c:v>162.26512670229269</c:v>
                </c:pt>
                <c:pt idx="715">
                  <c:v>159.06505148015233</c:v>
                </c:pt>
                <c:pt idx="716">
                  <c:v>161.30604441240538</c:v>
                </c:pt>
                <c:pt idx="717">
                  <c:v>160.91426243124226</c:v>
                </c:pt>
                <c:pt idx="718">
                  <c:v>162.9844384197082</c:v>
                </c:pt>
                <c:pt idx="719">
                  <c:v>156.80682014072809</c:v>
                </c:pt>
                <c:pt idx="720">
                  <c:v>156.05773299274418</c:v>
                </c:pt>
                <c:pt idx="721">
                  <c:v>155.43871746250645</c:v>
                </c:pt>
                <c:pt idx="722">
                  <c:v>156.49339455579758</c:v>
                </c:pt>
                <c:pt idx="723">
                  <c:v>158.23917506386044</c:v>
                </c:pt>
                <c:pt idx="724">
                  <c:v>156.6218990456191</c:v>
                </c:pt>
                <c:pt idx="725">
                  <c:v>153.70077259406682</c:v>
                </c:pt>
                <c:pt idx="726">
                  <c:v>155.48102991647207</c:v>
                </c:pt>
                <c:pt idx="727">
                  <c:v>157.70478444155393</c:v>
                </c:pt>
                <c:pt idx="728">
                  <c:v>158.91304007146101</c:v>
                </c:pt>
                <c:pt idx="729">
                  <c:v>159.32676184356927</c:v>
                </c:pt>
                <c:pt idx="730">
                  <c:v>157.94612214195044</c:v>
                </c:pt>
                <c:pt idx="731">
                  <c:v>157.66874049928694</c:v>
                </c:pt>
                <c:pt idx="732">
                  <c:v>156.71906097694753</c:v>
                </c:pt>
                <c:pt idx="733">
                  <c:v>156.8851765369607</c:v>
                </c:pt>
                <c:pt idx="734">
                  <c:v>153.30742348497907</c:v>
                </c:pt>
                <c:pt idx="735">
                  <c:v>149.00722445973261</c:v>
                </c:pt>
                <c:pt idx="736">
                  <c:v>151.16359248405448</c:v>
                </c:pt>
                <c:pt idx="737">
                  <c:v>153.21653006534922</c:v>
                </c:pt>
                <c:pt idx="738">
                  <c:v>154.36366770619486</c:v>
                </c:pt>
                <c:pt idx="739">
                  <c:v>152.97205810910344</c:v>
                </c:pt>
                <c:pt idx="740">
                  <c:v>153.05041450533605</c:v>
                </c:pt>
                <c:pt idx="741">
                  <c:v>154.90589396812462</c:v>
                </c:pt>
                <c:pt idx="742">
                  <c:v>154.62224381376251</c:v>
                </c:pt>
                <c:pt idx="743">
                  <c:v>153.73211515255989</c:v>
                </c:pt>
                <c:pt idx="744">
                  <c:v>155.14253028474712</c:v>
                </c:pt>
                <c:pt idx="745">
                  <c:v>157.03562081772736</c:v>
                </c:pt>
                <c:pt idx="746">
                  <c:v>158.86602623372144</c:v>
                </c:pt>
                <c:pt idx="747">
                  <c:v>159.945777373807</c:v>
                </c:pt>
                <c:pt idx="748">
                  <c:v>158.64506119634544</c:v>
                </c:pt>
                <c:pt idx="749">
                  <c:v>159.55556252056854</c:v>
                </c:pt>
                <c:pt idx="750">
                  <c:v>160.89388976822175</c:v>
                </c:pt>
                <c:pt idx="751">
                  <c:v>161.40320634373381</c:v>
                </c:pt>
                <c:pt idx="752">
                  <c:v>163.84009026656844</c:v>
                </c:pt>
                <c:pt idx="753">
                  <c:v>164.91984140665403</c:v>
                </c:pt>
                <c:pt idx="754">
                  <c:v>165.38997978404976</c:v>
                </c:pt>
                <c:pt idx="755">
                  <c:v>166.89128833586685</c:v>
                </c:pt>
                <c:pt idx="756">
                  <c:v>163.28375985331681</c:v>
                </c:pt>
                <c:pt idx="757">
                  <c:v>162.75250348685961</c:v>
                </c:pt>
                <c:pt idx="758">
                  <c:v>162.52683706570969</c:v>
                </c:pt>
                <c:pt idx="759">
                  <c:v>159.86115246587579</c:v>
                </c:pt>
                <c:pt idx="760">
                  <c:v>155.21618529720581</c:v>
                </c:pt>
                <c:pt idx="761">
                  <c:v>156.73473225619406</c:v>
                </c:pt>
                <c:pt idx="762">
                  <c:v>155.15820156399366</c:v>
                </c:pt>
                <c:pt idx="763">
                  <c:v>156.02168905047716</c:v>
                </c:pt>
                <c:pt idx="764">
                  <c:v>158.49148265972951</c:v>
                </c:pt>
                <c:pt idx="765">
                  <c:v>160.15733964363511</c:v>
                </c:pt>
                <c:pt idx="766">
                  <c:v>160.47860086818886</c:v>
                </c:pt>
                <c:pt idx="767">
                  <c:v>158.40215636802429</c:v>
                </c:pt>
                <c:pt idx="768">
                  <c:v>157.86933287364246</c:v>
                </c:pt>
                <c:pt idx="769">
                  <c:v>156.55137828900973</c:v>
                </c:pt>
                <c:pt idx="770">
                  <c:v>156.15176066822335</c:v>
                </c:pt>
                <c:pt idx="771">
                  <c:v>157.67657613891021</c:v>
                </c:pt>
                <c:pt idx="772">
                  <c:v>158.2407421917851</c:v>
                </c:pt>
                <c:pt idx="773">
                  <c:v>156.46048486937985</c:v>
                </c:pt>
                <c:pt idx="774">
                  <c:v>151.45977966181377</c:v>
                </c:pt>
                <c:pt idx="775">
                  <c:v>156.14862641237403</c:v>
                </c:pt>
                <c:pt idx="776">
                  <c:v>155.9950478757581</c:v>
                </c:pt>
                <c:pt idx="777">
                  <c:v>156.0608672485935</c:v>
                </c:pt>
                <c:pt idx="778">
                  <c:v>154.92156524737115</c:v>
                </c:pt>
                <c:pt idx="779">
                  <c:v>153.36697434611585</c:v>
                </c:pt>
                <c:pt idx="780">
                  <c:v>152.19632978640044</c:v>
                </c:pt>
                <c:pt idx="781">
                  <c:v>151.77320524674428</c:v>
                </c:pt>
                <c:pt idx="782">
                  <c:v>143.60063311968153</c:v>
                </c:pt>
                <c:pt idx="783">
                  <c:v>147.30218927771074</c:v>
                </c:pt>
                <c:pt idx="784">
                  <c:v>150.40510256852266</c:v>
                </c:pt>
                <c:pt idx="785">
                  <c:v>149.65288116468946</c:v>
                </c:pt>
                <c:pt idx="786">
                  <c:v>148.62014386234347</c:v>
                </c:pt>
                <c:pt idx="787">
                  <c:v>145.92154957609188</c:v>
                </c:pt>
                <c:pt idx="788">
                  <c:v>143.50190406042844</c:v>
                </c:pt>
                <c:pt idx="789">
                  <c:v>144.82456002883515</c:v>
                </c:pt>
                <c:pt idx="790">
                  <c:v>147.57800379244958</c:v>
                </c:pt>
                <c:pt idx="791">
                  <c:v>149.62780711789503</c:v>
                </c:pt>
                <c:pt idx="792">
                  <c:v>150.3643572424817</c:v>
                </c:pt>
                <c:pt idx="793">
                  <c:v>150.79061603798718</c:v>
                </c:pt>
                <c:pt idx="794">
                  <c:v>149.01192584350659</c:v>
                </c:pt>
                <c:pt idx="795">
                  <c:v>151.80298067731269</c:v>
                </c:pt>
                <c:pt idx="796">
                  <c:v>154.12389713372301</c:v>
                </c:pt>
                <c:pt idx="797">
                  <c:v>151.51462913917661</c:v>
                </c:pt>
                <c:pt idx="798">
                  <c:v>153.29488646158185</c:v>
                </c:pt>
                <c:pt idx="799">
                  <c:v>153.04101173778818</c:v>
                </c:pt>
                <c:pt idx="800">
                  <c:v>154.10509159862721</c:v>
                </c:pt>
                <c:pt idx="801">
                  <c:v>154.24143172807194</c:v>
                </c:pt>
                <c:pt idx="802">
                  <c:v>155.12059049380201</c:v>
                </c:pt>
                <c:pt idx="803">
                  <c:v>156.12825374935355</c:v>
                </c:pt>
                <c:pt idx="804">
                  <c:v>157.63896506871856</c:v>
                </c:pt>
                <c:pt idx="805">
                  <c:v>157.29419692529501</c:v>
                </c:pt>
                <c:pt idx="806">
                  <c:v>159.71384244095844</c:v>
                </c:pt>
                <c:pt idx="807">
                  <c:v>161.4862641237404</c:v>
                </c:pt>
                <c:pt idx="808">
                  <c:v>162.46415194872355</c:v>
                </c:pt>
                <c:pt idx="809">
                  <c:v>163.56427575182963</c:v>
                </c:pt>
                <c:pt idx="810">
                  <c:v>161.40634059958313</c:v>
                </c:pt>
                <c:pt idx="811">
                  <c:v>163.28375985331681</c:v>
                </c:pt>
                <c:pt idx="812">
                  <c:v>163.4357712620081</c:v>
                </c:pt>
                <c:pt idx="813">
                  <c:v>160.81553337198912</c:v>
                </c:pt>
                <c:pt idx="814">
                  <c:v>161.18224130635784</c:v>
                </c:pt>
                <c:pt idx="815">
                  <c:v>160.17301092288162</c:v>
                </c:pt>
                <c:pt idx="816">
                  <c:v>159.93637460625911</c:v>
                </c:pt>
                <c:pt idx="817">
                  <c:v>162.01908761812228</c:v>
                </c:pt>
                <c:pt idx="818">
                  <c:v>164.16762000282083</c:v>
                </c:pt>
                <c:pt idx="819">
                  <c:v>162.8888436163044</c:v>
                </c:pt>
                <c:pt idx="820">
                  <c:v>159.54145836924667</c:v>
                </c:pt>
                <c:pt idx="821">
                  <c:v>162.83399413894156</c:v>
                </c:pt>
                <c:pt idx="822">
                  <c:v>161.39537070411058</c:v>
                </c:pt>
                <c:pt idx="823">
                  <c:v>163.21794048048142</c:v>
                </c:pt>
                <c:pt idx="824">
                  <c:v>160.71993856858535</c:v>
                </c:pt>
                <c:pt idx="825">
                  <c:v>160.53971885725031</c:v>
                </c:pt>
                <c:pt idx="826">
                  <c:v>157.17822945887073</c:v>
                </c:pt>
                <c:pt idx="827">
                  <c:v>156.11258247010704</c:v>
                </c:pt>
                <c:pt idx="828">
                  <c:v>154.58933412734481</c:v>
                </c:pt>
                <c:pt idx="829">
                  <c:v>152.71034774568648</c:v>
                </c:pt>
                <c:pt idx="830">
                  <c:v>151.04449076178085</c:v>
                </c:pt>
                <c:pt idx="831">
                  <c:v>149.93182993527762</c:v>
                </c:pt>
                <c:pt idx="832">
                  <c:v>146.64556267728136</c:v>
                </c:pt>
                <c:pt idx="833">
                  <c:v>146.3431069878234</c:v>
                </c:pt>
                <c:pt idx="834">
                  <c:v>147.19719170675901</c:v>
                </c:pt>
                <c:pt idx="835">
                  <c:v>151.5475388255943</c:v>
                </c:pt>
                <c:pt idx="836">
                  <c:v>150.35338734700915</c:v>
                </c:pt>
                <c:pt idx="837">
                  <c:v>147.33196470827912</c:v>
                </c:pt>
                <c:pt idx="838">
                  <c:v>151.35164783501276</c:v>
                </c:pt>
                <c:pt idx="839">
                  <c:v>150.58532227985771</c:v>
                </c:pt>
                <c:pt idx="840">
                  <c:v>149.57609189638151</c:v>
                </c:pt>
                <c:pt idx="841">
                  <c:v>148.35686637100184</c:v>
                </c:pt>
                <c:pt idx="842">
                  <c:v>148.8270047483976</c:v>
                </c:pt>
                <c:pt idx="843">
                  <c:v>148.70006738650076</c:v>
                </c:pt>
                <c:pt idx="844">
                  <c:v>152.43139897509832</c:v>
                </c:pt>
                <c:pt idx="845">
                  <c:v>152.86706053815175</c:v>
                </c:pt>
                <c:pt idx="846">
                  <c:v>152.13051041356505</c:v>
                </c:pt>
                <c:pt idx="847">
                  <c:v>153.17108335553431</c:v>
                </c:pt>
                <c:pt idx="848">
                  <c:v>152.09916785507201</c:v>
                </c:pt>
                <c:pt idx="849">
                  <c:v>151.41119869614957</c:v>
                </c:pt>
                <c:pt idx="850">
                  <c:v>151.12911566971212</c:v>
                </c:pt>
                <c:pt idx="851">
                  <c:v>149.92242716772969</c:v>
                </c:pt>
                <c:pt idx="852">
                  <c:v>151.4456755104919</c:v>
                </c:pt>
                <c:pt idx="853">
                  <c:v>149.94593408659949</c:v>
                </c:pt>
                <c:pt idx="854">
                  <c:v>146.41676200028209</c:v>
                </c:pt>
                <c:pt idx="855">
                  <c:v>146.50295403613796</c:v>
                </c:pt>
                <c:pt idx="856">
                  <c:v>146.18012568365955</c:v>
                </c:pt>
                <c:pt idx="857">
                  <c:v>142.38767610600053</c:v>
                </c:pt>
                <c:pt idx="858">
                  <c:v>140.98196235758724</c:v>
                </c:pt>
                <c:pt idx="859">
                  <c:v>139.30356835028442</c:v>
                </c:pt>
                <c:pt idx="860">
                  <c:v>142.22312767391202</c:v>
                </c:pt>
                <c:pt idx="861">
                  <c:v>140.00094027675479</c:v>
                </c:pt>
                <c:pt idx="862">
                  <c:v>140.4585416307533</c:v>
                </c:pt>
                <c:pt idx="863">
                  <c:v>141.73575088934507</c:v>
                </c:pt>
                <c:pt idx="864">
                  <c:v>143.31384870947014</c:v>
                </c:pt>
                <c:pt idx="865">
                  <c:v>144.28233376690537</c:v>
                </c:pt>
                <c:pt idx="866">
                  <c:v>145.22261052169688</c:v>
                </c:pt>
                <c:pt idx="867">
                  <c:v>144.7963517261914</c:v>
                </c:pt>
                <c:pt idx="868">
                  <c:v>142.3061854539186</c:v>
                </c:pt>
                <c:pt idx="869">
                  <c:v>142.97848333359451</c:v>
                </c:pt>
                <c:pt idx="870">
                  <c:v>143.18377709172401</c:v>
                </c:pt>
                <c:pt idx="871">
                  <c:v>143.63040855024997</c:v>
                </c:pt>
                <c:pt idx="872">
                  <c:v>144.67881713184246</c:v>
                </c:pt>
                <c:pt idx="873">
                  <c:v>146.35877826706991</c:v>
                </c:pt>
                <c:pt idx="874">
                  <c:v>145.97483192553005</c:v>
                </c:pt>
                <c:pt idx="875">
                  <c:v>145.49372365266174</c:v>
                </c:pt>
                <c:pt idx="876">
                  <c:v>144.58635658428798</c:v>
                </c:pt>
                <c:pt idx="877">
                  <c:v>144.8527683314789</c:v>
                </c:pt>
                <c:pt idx="878">
                  <c:v>146.1080377991255</c:v>
                </c:pt>
                <c:pt idx="879">
                  <c:v>148.02306812305088</c:v>
                </c:pt>
                <c:pt idx="880">
                  <c:v>148.68909749102818</c:v>
                </c:pt>
                <c:pt idx="881">
                  <c:v>149.69676074657971</c:v>
                </c:pt>
                <c:pt idx="882">
                  <c:v>150.9050163764868</c:v>
                </c:pt>
                <c:pt idx="883">
                  <c:v>151.3892589052044</c:v>
                </c:pt>
                <c:pt idx="884">
                  <c:v>150.36122298663238</c:v>
                </c:pt>
                <c:pt idx="885">
                  <c:v>149.6121358386485</c:v>
                </c:pt>
                <c:pt idx="886">
                  <c:v>150.62606760589867</c:v>
                </c:pt>
                <c:pt idx="887">
                  <c:v>151.23881462443779</c:v>
                </c:pt>
                <c:pt idx="888">
                  <c:v>153.28234943818464</c:v>
                </c:pt>
                <c:pt idx="889">
                  <c:v>156.06400150444279</c:v>
                </c:pt>
                <c:pt idx="890">
                  <c:v>155.98877936405947</c:v>
                </c:pt>
                <c:pt idx="891">
                  <c:v>155.80385826895048</c:v>
                </c:pt>
                <c:pt idx="892">
                  <c:v>154.67082477942677</c:v>
                </c:pt>
                <c:pt idx="893">
                  <c:v>155.1660372036169</c:v>
                </c:pt>
                <c:pt idx="894">
                  <c:v>155.91669147952547</c:v>
                </c:pt>
                <c:pt idx="895">
                  <c:v>156.2818322859695</c:v>
                </c:pt>
                <c:pt idx="896">
                  <c:v>156.20347588973686</c:v>
                </c:pt>
                <c:pt idx="897">
                  <c:v>157.35844917020577</c:v>
                </c:pt>
                <c:pt idx="898">
                  <c:v>158.73908887182461</c:v>
                </c:pt>
                <c:pt idx="899">
                  <c:v>159.65899296359561</c:v>
                </c:pt>
                <c:pt idx="900">
                  <c:v>160.55382300857218</c:v>
                </c:pt>
                <c:pt idx="901">
                  <c:v>159.75615489492407</c:v>
                </c:pt>
                <c:pt idx="902">
                  <c:v>157.01524815470685</c:v>
                </c:pt>
                <c:pt idx="903">
                  <c:v>158.48364702010625</c:v>
                </c:pt>
                <c:pt idx="904">
                  <c:v>159.15751202770682</c:v>
                </c:pt>
                <c:pt idx="905">
                  <c:v>158.62155427747564</c:v>
                </c:pt>
                <c:pt idx="906">
                  <c:v>159.73421510397893</c:v>
                </c:pt>
                <c:pt idx="907">
                  <c:v>158.13574462083338</c:v>
                </c:pt>
                <c:pt idx="908">
                  <c:v>160.71053580103745</c:v>
                </c:pt>
                <c:pt idx="909">
                  <c:v>159.51795145037687</c:v>
                </c:pt>
                <c:pt idx="910">
                  <c:v>159.16064628355613</c:v>
                </c:pt>
                <c:pt idx="911">
                  <c:v>160.27330711005939</c:v>
                </c:pt>
                <c:pt idx="912">
                  <c:v>161.85610631395841</c:v>
                </c:pt>
                <c:pt idx="913">
                  <c:v>162.50019589099057</c:v>
                </c:pt>
                <c:pt idx="914">
                  <c:v>163.9043425114792</c:v>
                </c:pt>
                <c:pt idx="915">
                  <c:v>163.14585259594742</c:v>
                </c:pt>
                <c:pt idx="916">
                  <c:v>164.75999435833947</c:v>
                </c:pt>
                <c:pt idx="917">
                  <c:v>166.08421745467081</c:v>
                </c:pt>
                <c:pt idx="918">
                  <c:v>165.81153719578128</c:v>
                </c:pt>
                <c:pt idx="919">
                  <c:v>166.20331917694443</c:v>
                </c:pt>
                <c:pt idx="920">
                  <c:v>162.19617307360798</c:v>
                </c:pt>
                <c:pt idx="921">
                  <c:v>162.36542288947047</c:v>
                </c:pt>
                <c:pt idx="922">
                  <c:v>163.68964598580183</c:v>
                </c:pt>
                <c:pt idx="923">
                  <c:v>161.0882136308787</c:v>
                </c:pt>
                <c:pt idx="924">
                  <c:v>160.44882543762046</c:v>
                </c:pt>
                <c:pt idx="925">
                  <c:v>156.86637100186488</c:v>
                </c:pt>
                <c:pt idx="926">
                  <c:v>153.21496293742456</c:v>
                </c:pt>
                <c:pt idx="927">
                  <c:v>153.71801100123801</c:v>
                </c:pt>
                <c:pt idx="928">
                  <c:v>152.3796837535848</c:v>
                </c:pt>
                <c:pt idx="929">
                  <c:v>152.55833633699518</c:v>
                </c:pt>
                <c:pt idx="930">
                  <c:v>155.39170362476688</c:v>
                </c:pt>
                <c:pt idx="931">
                  <c:v>154.13956841296954</c:v>
                </c:pt>
                <c:pt idx="932">
                  <c:v>156.95413016564541</c:v>
                </c:pt>
                <c:pt idx="933">
                  <c:v>157.2879284135964</c:v>
                </c:pt>
                <c:pt idx="934">
                  <c:v>157.84896021062198</c:v>
                </c:pt>
                <c:pt idx="935">
                  <c:v>156.66577862750935</c:v>
                </c:pt>
                <c:pt idx="936">
                  <c:v>153.96248295748381</c:v>
                </c:pt>
                <c:pt idx="937">
                  <c:v>155.49513406779394</c:v>
                </c:pt>
                <c:pt idx="938">
                  <c:v>154.26964003071569</c:v>
                </c:pt>
                <c:pt idx="939">
                  <c:v>154.32605663600322</c:v>
                </c:pt>
                <c:pt idx="940">
                  <c:v>154.98425036435722</c:v>
                </c:pt>
                <c:pt idx="941">
                  <c:v>156.86166961809093</c:v>
                </c:pt>
                <c:pt idx="942">
                  <c:v>157.4164329034179</c:v>
                </c:pt>
                <c:pt idx="943">
                  <c:v>158.24544357555905</c:v>
                </c:pt>
                <c:pt idx="944">
                  <c:v>157.30673394869223</c:v>
                </c:pt>
                <c:pt idx="945">
                  <c:v>158.41939477519549</c:v>
                </c:pt>
                <c:pt idx="946">
                  <c:v>158.55730203256493</c:v>
                </c:pt>
                <c:pt idx="947">
                  <c:v>160.32658945949757</c:v>
                </c:pt>
                <c:pt idx="948">
                  <c:v>161.87021046528028</c:v>
                </c:pt>
                <c:pt idx="949">
                  <c:v>164.06889094356771</c:v>
                </c:pt>
                <c:pt idx="950">
                  <c:v>165.26617667800221</c:v>
                </c:pt>
                <c:pt idx="951">
                  <c:v>164.35567535377913</c:v>
                </c:pt>
                <c:pt idx="952">
                  <c:v>164.11277052545799</c:v>
                </c:pt>
                <c:pt idx="953">
                  <c:v>165.11729952516021</c:v>
                </c:pt>
                <c:pt idx="954">
                  <c:v>166.17197661845137</c:v>
                </c:pt>
                <c:pt idx="955">
                  <c:v>164.98409365156476</c:v>
                </c:pt>
                <c:pt idx="956">
                  <c:v>163.67084045070598</c:v>
                </c:pt>
                <c:pt idx="957">
                  <c:v>165.02797323345504</c:v>
                </c:pt>
                <c:pt idx="958">
                  <c:v>165.25520678252965</c:v>
                </c:pt>
                <c:pt idx="959">
                  <c:v>166.06854617542427</c:v>
                </c:pt>
                <c:pt idx="960">
                  <c:v>165.40094967952231</c:v>
                </c:pt>
                <c:pt idx="961">
                  <c:v>165.61094482142576</c:v>
                </c:pt>
                <c:pt idx="962">
                  <c:v>164.94178119759914</c:v>
                </c:pt>
                <c:pt idx="963">
                  <c:v>164.26478193414925</c:v>
                </c:pt>
                <c:pt idx="964">
                  <c:v>164.9339455579759</c:v>
                </c:pt>
                <c:pt idx="965">
                  <c:v>164.87909608061307</c:v>
                </c:pt>
                <c:pt idx="966">
                  <c:v>166.61233956527872</c:v>
                </c:pt>
                <c:pt idx="967">
                  <c:v>167.77044710159689</c:v>
                </c:pt>
                <c:pt idx="968">
                  <c:v>169.14168403566782</c:v>
                </c:pt>
                <c:pt idx="969">
                  <c:v>168.74676779865538</c:v>
                </c:pt>
                <c:pt idx="970">
                  <c:v>170.73545313503939</c:v>
                </c:pt>
                <c:pt idx="971">
                  <c:v>171.4782717713247</c:v>
                </c:pt>
                <c:pt idx="972">
                  <c:v>171.34976728150318</c:v>
                </c:pt>
                <c:pt idx="973">
                  <c:v>170.85455485731299</c:v>
                </c:pt>
                <c:pt idx="974">
                  <c:v>170.81694378712135</c:v>
                </c:pt>
                <c:pt idx="975">
                  <c:v>170.23867358292458</c:v>
                </c:pt>
                <c:pt idx="976">
                  <c:v>170.81694378712135</c:v>
                </c:pt>
                <c:pt idx="977">
                  <c:v>169.6462992274059</c:v>
                </c:pt>
                <c:pt idx="978">
                  <c:v>170.22927081537665</c:v>
                </c:pt>
                <c:pt idx="979">
                  <c:v>170.77776558900501</c:v>
                </c:pt>
                <c:pt idx="980">
                  <c:v>171.52215135321495</c:v>
                </c:pt>
                <c:pt idx="981">
                  <c:v>169.88920405572705</c:v>
                </c:pt>
                <c:pt idx="982">
                  <c:v>168.11208098917112</c:v>
                </c:pt>
                <c:pt idx="983">
                  <c:v>170.03808120856903</c:v>
                </c:pt>
                <c:pt idx="984">
                  <c:v>169.42690131795456</c:v>
                </c:pt>
                <c:pt idx="985">
                  <c:v>166.96024196455156</c:v>
                </c:pt>
                <c:pt idx="986">
                  <c:v>166.05757627995169</c:v>
                </c:pt>
                <c:pt idx="987">
                  <c:v>161.63357414865774</c:v>
                </c:pt>
                <c:pt idx="988">
                  <c:v>163.85419441789034</c:v>
                </c:pt>
                <c:pt idx="989">
                  <c:v>165.32886179498831</c:v>
                </c:pt>
                <c:pt idx="990">
                  <c:v>165.00760057043456</c:v>
                </c:pt>
                <c:pt idx="991">
                  <c:v>165.09692686213975</c:v>
                </c:pt>
                <c:pt idx="992">
                  <c:v>164.61425146134678</c:v>
                </c:pt>
                <c:pt idx="993">
                  <c:v>165.91496763880835</c:v>
                </c:pt>
                <c:pt idx="994">
                  <c:v>165.83504411465105</c:v>
                </c:pt>
                <c:pt idx="995">
                  <c:v>163.97016188431462</c:v>
                </c:pt>
                <c:pt idx="996">
                  <c:v>164.7521587187162</c:v>
                </c:pt>
                <c:pt idx="997">
                  <c:v>164.39642067982007</c:v>
                </c:pt>
                <c:pt idx="998">
                  <c:v>166.66875617056618</c:v>
                </c:pt>
                <c:pt idx="999">
                  <c:v>164.85872341759256</c:v>
                </c:pt>
                <c:pt idx="1000">
                  <c:v>163.94508783752016</c:v>
                </c:pt>
                <c:pt idx="1001">
                  <c:v>163.4357712620081</c:v>
                </c:pt>
                <c:pt idx="1002">
                  <c:v>163.9607591167667</c:v>
                </c:pt>
                <c:pt idx="1003">
                  <c:v>163.06122768801617</c:v>
                </c:pt>
                <c:pt idx="1004">
                  <c:v>164.81327670777765</c:v>
                </c:pt>
                <c:pt idx="1005">
                  <c:v>165.93534030182883</c:v>
                </c:pt>
                <c:pt idx="1006">
                  <c:v>165.89772923163716</c:v>
                </c:pt>
                <c:pt idx="1007">
                  <c:v>164.77879989343532</c:v>
                </c:pt>
                <c:pt idx="1008">
                  <c:v>164.18485840999199</c:v>
                </c:pt>
                <c:pt idx="1009">
                  <c:v>163.14428546802273</c:v>
                </c:pt>
                <c:pt idx="1010">
                  <c:v>160.6290451489555</c:v>
                </c:pt>
                <c:pt idx="1011">
                  <c:v>157.34747927473319</c:v>
                </c:pt>
                <c:pt idx="1012">
                  <c:v>157.09360455093949</c:v>
                </c:pt>
                <c:pt idx="1013">
                  <c:v>158.63565842879754</c:v>
                </c:pt>
                <c:pt idx="1014">
                  <c:v>157.00897964300825</c:v>
                </c:pt>
                <c:pt idx="1015">
                  <c:v>156.62816755731771</c:v>
                </c:pt>
                <c:pt idx="1016">
                  <c:v>158.04171694535424</c:v>
                </c:pt>
                <c:pt idx="1017">
                  <c:v>158.45700584538713</c:v>
                </c:pt>
                <c:pt idx="1018">
                  <c:v>158.43976743821599</c:v>
                </c:pt>
                <c:pt idx="1019">
                  <c:v>159.21549576091897</c:v>
                </c:pt>
                <c:pt idx="1020">
                  <c:v>158.72341759257807</c:v>
                </c:pt>
                <c:pt idx="1021">
                  <c:v>159.06661860807699</c:v>
                </c:pt>
                <c:pt idx="1022">
                  <c:v>158.6764037548385</c:v>
                </c:pt>
                <c:pt idx="1023">
                  <c:v>159.05094732883046</c:v>
                </c:pt>
                <c:pt idx="1024">
                  <c:v>160.42531851875069</c:v>
                </c:pt>
                <c:pt idx="1025">
                  <c:v>161.06000532823492</c:v>
                </c:pt>
                <c:pt idx="1026">
                  <c:v>161.77461566187648</c:v>
                </c:pt>
                <c:pt idx="1027">
                  <c:v>161.48469699581577</c:v>
                </c:pt>
                <c:pt idx="1028">
                  <c:v>161.7636457664039</c:v>
                </c:pt>
                <c:pt idx="1029">
                  <c:v>158.76729717446835</c:v>
                </c:pt>
                <c:pt idx="1030">
                  <c:v>157.95552490949834</c:v>
                </c:pt>
                <c:pt idx="1031">
                  <c:v>158.28775602952467</c:v>
                </c:pt>
                <c:pt idx="1032">
                  <c:v>157.70165018570466</c:v>
                </c:pt>
                <c:pt idx="1033">
                  <c:v>157.24248170378146</c:v>
                </c:pt>
                <c:pt idx="1034">
                  <c:v>158.33006848349032</c:v>
                </c:pt>
                <c:pt idx="1035">
                  <c:v>158.26424911065487</c:v>
                </c:pt>
                <c:pt idx="1036">
                  <c:v>160.84060741878358</c:v>
                </c:pt>
                <c:pt idx="1037">
                  <c:v>161.83886790678724</c:v>
                </c:pt>
                <c:pt idx="1038">
                  <c:v>163.03772076914638</c:v>
                </c:pt>
                <c:pt idx="1039">
                  <c:v>161.9846108037799</c:v>
                </c:pt>
                <c:pt idx="1040">
                  <c:v>161.0882136308787</c:v>
                </c:pt>
                <c:pt idx="1041">
                  <c:v>158.84408644277633</c:v>
                </c:pt>
                <c:pt idx="1042">
                  <c:v>158.40529062387361</c:v>
                </c:pt>
                <c:pt idx="1043">
                  <c:v>158.38805221670242</c:v>
                </c:pt>
                <c:pt idx="1044">
                  <c:v>158.85035495447494</c:v>
                </c:pt>
                <c:pt idx="1045">
                  <c:v>159.54145836924667</c:v>
                </c:pt>
                <c:pt idx="1046">
                  <c:v>158.50245255520207</c:v>
                </c:pt>
                <c:pt idx="1047">
                  <c:v>159.84548118662926</c:v>
                </c:pt>
                <c:pt idx="1048">
                  <c:v>159.97085142060146</c:v>
                </c:pt>
                <c:pt idx="1049">
                  <c:v>159.4380279262196</c:v>
                </c:pt>
                <c:pt idx="1050">
                  <c:v>157.47598376455468</c:v>
                </c:pt>
                <c:pt idx="1051">
                  <c:v>157.32867373963734</c:v>
                </c:pt>
                <c:pt idx="1052">
                  <c:v>156.13138800520287</c:v>
                </c:pt>
                <c:pt idx="1053">
                  <c:v>157.13748413282974</c:v>
                </c:pt>
                <c:pt idx="1054">
                  <c:v>159.56339816019181</c:v>
                </c:pt>
                <c:pt idx="1055">
                  <c:v>160.02883515381362</c:v>
                </c:pt>
                <c:pt idx="1056">
                  <c:v>161.16343577126199</c:v>
                </c:pt>
                <c:pt idx="1057">
                  <c:v>161.86237482565701</c:v>
                </c:pt>
                <c:pt idx="1058">
                  <c:v>163.22420899218002</c:v>
                </c:pt>
                <c:pt idx="1059">
                  <c:v>163.7554653586372</c:v>
                </c:pt>
                <c:pt idx="1060">
                  <c:v>163.66457193900737</c:v>
                </c:pt>
                <c:pt idx="1061">
                  <c:v>163.29159549294008</c:v>
                </c:pt>
                <c:pt idx="1062">
                  <c:v>163.28375985331681</c:v>
                </c:pt>
                <c:pt idx="1063">
                  <c:v>162.51900142608639</c:v>
                </c:pt>
                <c:pt idx="1064">
                  <c:v>162.28863362116249</c:v>
                </c:pt>
                <c:pt idx="1065">
                  <c:v>162.74310071931171</c:v>
                </c:pt>
                <c:pt idx="1066">
                  <c:v>162.04259453699206</c:v>
                </c:pt>
                <c:pt idx="1067">
                  <c:v>162.79324881290057</c:v>
                </c:pt>
                <c:pt idx="1068">
                  <c:v>163.81344909184935</c:v>
                </c:pt>
                <c:pt idx="1069">
                  <c:v>164.43873313378569</c:v>
                </c:pt>
                <c:pt idx="1070">
                  <c:v>165.46050054065913</c:v>
                </c:pt>
                <c:pt idx="1071">
                  <c:v>167.87701180047324</c:v>
                </c:pt>
                <c:pt idx="1072">
                  <c:v>168.84863111375782</c:v>
                </c:pt>
                <c:pt idx="1073">
                  <c:v>168.10894673332183</c:v>
                </c:pt>
                <c:pt idx="1074">
                  <c:v>169.12914701227061</c:v>
                </c:pt>
                <c:pt idx="1075">
                  <c:v>169.43473695757783</c:v>
                </c:pt>
                <c:pt idx="1076">
                  <c:v>170.94231402109352</c:v>
                </c:pt>
                <c:pt idx="1077">
                  <c:v>170.95798530034006</c:v>
                </c:pt>
                <c:pt idx="1078">
                  <c:v>171.77445894908402</c:v>
                </c:pt>
                <c:pt idx="1079">
                  <c:v>170.59127736597137</c:v>
                </c:pt>
                <c:pt idx="1080">
                  <c:v>169.52876463305697</c:v>
                </c:pt>
                <c:pt idx="1081">
                  <c:v>170.40635627086237</c:v>
                </c:pt>
                <c:pt idx="1082">
                  <c:v>169.61495666891287</c:v>
                </c:pt>
                <c:pt idx="1083">
                  <c:v>169.1620566986883</c:v>
                </c:pt>
                <c:pt idx="1084">
                  <c:v>167.62156994875491</c:v>
                </c:pt>
                <c:pt idx="1085">
                  <c:v>168.04312736048644</c:v>
                </c:pt>
                <c:pt idx="1086">
                  <c:v>169.2811584209619</c:v>
                </c:pt>
                <c:pt idx="1087">
                  <c:v>169.14795254736643</c:v>
                </c:pt>
                <c:pt idx="1088">
                  <c:v>168.60886054128599</c:v>
                </c:pt>
                <c:pt idx="1089">
                  <c:v>169.74189403080973</c:v>
                </c:pt>
                <c:pt idx="1090">
                  <c:v>171.12723511620251</c:v>
                </c:pt>
                <c:pt idx="1091">
                  <c:v>171.60050774944756</c:v>
                </c:pt>
                <c:pt idx="1092">
                  <c:v>171.54565827208475</c:v>
                </c:pt>
                <c:pt idx="1093">
                  <c:v>171.12410086035322</c:v>
                </c:pt>
                <c:pt idx="1094">
                  <c:v>170.71508047201894</c:v>
                </c:pt>
                <c:pt idx="1095">
                  <c:v>171.51901709736563</c:v>
                </c:pt>
                <c:pt idx="1096">
                  <c:v>172.25086583817836</c:v>
                </c:pt>
                <c:pt idx="1097">
                  <c:v>173.07204087069624</c:v>
                </c:pt>
                <c:pt idx="1098">
                  <c:v>174.99490683424489</c:v>
                </c:pt>
                <c:pt idx="1099">
                  <c:v>174.60782623685569</c:v>
                </c:pt>
                <c:pt idx="1100">
                  <c:v>174.71125667988275</c:v>
                </c:pt>
                <c:pt idx="1101">
                  <c:v>175.15161962671013</c:v>
                </c:pt>
                <c:pt idx="1102">
                  <c:v>176.27995173245992</c:v>
                </c:pt>
                <c:pt idx="1103">
                  <c:v>177.48193885066837</c:v>
                </c:pt>
                <c:pt idx="1104">
                  <c:v>177.6652928178527</c:v>
                </c:pt>
                <c:pt idx="1105">
                  <c:v>178.7184027832192</c:v>
                </c:pt>
                <c:pt idx="1106">
                  <c:v>177.43022362915482</c:v>
                </c:pt>
                <c:pt idx="1107">
                  <c:v>178.0288664963721</c:v>
                </c:pt>
                <c:pt idx="1108">
                  <c:v>178.95033771606774</c:v>
                </c:pt>
                <c:pt idx="1109">
                  <c:v>177.78282741220164</c:v>
                </c:pt>
                <c:pt idx="1110">
                  <c:v>176.15614862641237</c:v>
                </c:pt>
                <c:pt idx="1111">
                  <c:v>175.81294761091345</c:v>
                </c:pt>
                <c:pt idx="1112">
                  <c:v>176.6106157245616</c:v>
                </c:pt>
                <c:pt idx="1113">
                  <c:v>178.61027095641816</c:v>
                </c:pt>
                <c:pt idx="1114">
                  <c:v>179.86554042406479</c:v>
                </c:pt>
                <c:pt idx="1115">
                  <c:v>181.31043237059441</c:v>
                </c:pt>
                <c:pt idx="1116">
                  <c:v>180.31844039428938</c:v>
                </c:pt>
                <c:pt idx="1117">
                  <c:v>181.03931923962949</c:v>
                </c:pt>
                <c:pt idx="1118">
                  <c:v>183.54672391907349</c:v>
                </c:pt>
                <c:pt idx="1119">
                  <c:v>181.60505242042905</c:v>
                </c:pt>
                <c:pt idx="1120">
                  <c:v>182.70831047938441</c:v>
                </c:pt>
                <c:pt idx="1121">
                  <c:v>184.55282004670039</c:v>
                </c:pt>
                <c:pt idx="1122">
                  <c:v>184.36476469574211</c:v>
                </c:pt>
                <c:pt idx="1123">
                  <c:v>182.70360909561049</c:v>
                </c:pt>
                <c:pt idx="1124">
                  <c:v>183.11576373979406</c:v>
                </c:pt>
                <c:pt idx="1125">
                  <c:v>183.98081835420223</c:v>
                </c:pt>
                <c:pt idx="1126">
                  <c:v>183.932237388538</c:v>
                </c:pt>
                <c:pt idx="1127">
                  <c:v>185.25646048486936</c:v>
                </c:pt>
                <c:pt idx="1128">
                  <c:v>186.19517011173622</c:v>
                </c:pt>
                <c:pt idx="1129">
                  <c:v>186.09173966870915</c:v>
                </c:pt>
                <c:pt idx="1130">
                  <c:v>186.0964410524831</c:v>
                </c:pt>
                <c:pt idx="1131">
                  <c:v>186.42867217250944</c:v>
                </c:pt>
                <c:pt idx="1132">
                  <c:v>188.44086442776324</c:v>
                </c:pt>
                <c:pt idx="1133">
                  <c:v>188.16191565717509</c:v>
                </c:pt>
                <c:pt idx="1134">
                  <c:v>189.71337230258104</c:v>
                </c:pt>
                <c:pt idx="1135">
                  <c:v>191.67071508047201</c:v>
                </c:pt>
                <c:pt idx="1136">
                  <c:v>190.45462381094168</c:v>
                </c:pt>
                <c:pt idx="1137">
                  <c:v>187.96289041074422</c:v>
                </c:pt>
                <c:pt idx="1138">
                  <c:v>187.21850464653429</c:v>
                </c:pt>
                <c:pt idx="1139">
                  <c:v>188.38444782247575</c:v>
                </c:pt>
                <c:pt idx="1140">
                  <c:v>188.96585228252181</c:v>
                </c:pt>
                <c:pt idx="1141">
                  <c:v>188.2543762047296</c:v>
                </c:pt>
                <c:pt idx="1142">
                  <c:v>188.88279450251522</c:v>
                </c:pt>
                <c:pt idx="1143">
                  <c:v>188.52235507984514</c:v>
                </c:pt>
                <c:pt idx="1144">
                  <c:v>188.13997586622995</c:v>
                </c:pt>
                <c:pt idx="1145">
                  <c:v>187.90020529375812</c:v>
                </c:pt>
                <c:pt idx="1146">
                  <c:v>188.56466753381079</c:v>
                </c:pt>
                <c:pt idx="1147">
                  <c:v>187.3893215903214</c:v>
                </c:pt>
                <c:pt idx="1148">
                  <c:v>187.27962263559576</c:v>
                </c:pt>
                <c:pt idx="1149">
                  <c:v>188.33586685681149</c:v>
                </c:pt>
                <c:pt idx="1150">
                  <c:v>188.82794502515239</c:v>
                </c:pt>
                <c:pt idx="1151">
                  <c:v>188.77936405948819</c:v>
                </c:pt>
                <c:pt idx="1152">
                  <c:v>187.73252260582029</c:v>
                </c:pt>
                <c:pt idx="1153">
                  <c:v>186.12308222720219</c:v>
                </c:pt>
                <c:pt idx="1154">
                  <c:v>187.09470154048674</c:v>
                </c:pt>
                <c:pt idx="1155">
                  <c:v>187.46454373070472</c:v>
                </c:pt>
                <c:pt idx="1156">
                  <c:v>187.58051119712903</c:v>
                </c:pt>
                <c:pt idx="1157">
                  <c:v>186.39419535816708</c:v>
                </c:pt>
                <c:pt idx="1158">
                  <c:v>188.55839902211218</c:v>
                </c:pt>
                <c:pt idx="1159">
                  <c:v>190.06597608562785</c:v>
                </c:pt>
                <c:pt idx="1160">
                  <c:v>190.82289887323503</c:v>
                </c:pt>
                <c:pt idx="1161">
                  <c:v>191.45288429894529</c:v>
                </c:pt>
                <c:pt idx="1162">
                  <c:v>193.01531083982383</c:v>
                </c:pt>
                <c:pt idx="1163">
                  <c:v>195.23749823698105</c:v>
                </c:pt>
                <c:pt idx="1164">
                  <c:v>196.95977182617418</c:v>
                </c:pt>
                <c:pt idx="1165">
                  <c:v>194.5902744040996</c:v>
                </c:pt>
                <c:pt idx="1166">
                  <c:v>195.71860650984939</c:v>
                </c:pt>
                <c:pt idx="1167">
                  <c:v>196.89081819748944</c:v>
                </c:pt>
                <c:pt idx="1168">
                  <c:v>196.93626490730438</c:v>
                </c:pt>
                <c:pt idx="1169">
                  <c:v>196.48493206500447</c:v>
                </c:pt>
                <c:pt idx="1170">
                  <c:v>194.66863080033221</c:v>
                </c:pt>
                <c:pt idx="1171">
                  <c:v>193.86312704706086</c:v>
                </c:pt>
                <c:pt idx="1172">
                  <c:v>193.14381532964535</c:v>
                </c:pt>
                <c:pt idx="1173">
                  <c:v>193.33657206437761</c:v>
                </c:pt>
                <c:pt idx="1174">
                  <c:v>193.70327999874627</c:v>
                </c:pt>
                <c:pt idx="1175">
                  <c:v>194.95384808261898</c:v>
                </c:pt>
                <c:pt idx="1176">
                  <c:v>193.89133534970458</c:v>
                </c:pt>
                <c:pt idx="1177">
                  <c:v>195.66689128833588</c:v>
                </c:pt>
                <c:pt idx="1178">
                  <c:v>195.36756985472724</c:v>
                </c:pt>
                <c:pt idx="1179">
                  <c:v>193.43686825155535</c:v>
                </c:pt>
                <c:pt idx="1180">
                  <c:v>194.6231840905173</c:v>
                </c:pt>
                <c:pt idx="1181">
                  <c:v>195.27040792339878</c:v>
                </c:pt>
                <c:pt idx="1182">
                  <c:v>193.38985441381578</c:v>
                </c:pt>
                <c:pt idx="1183">
                  <c:v>195.29704909811787</c:v>
                </c:pt>
                <c:pt idx="1184">
                  <c:v>197.08514206014638</c:v>
                </c:pt>
                <c:pt idx="1185">
                  <c:v>197.56781746093932</c:v>
                </c:pt>
                <c:pt idx="1186">
                  <c:v>197.7793797307674</c:v>
                </c:pt>
                <c:pt idx="1187">
                  <c:v>197.76840983529482</c:v>
                </c:pt>
                <c:pt idx="1188">
                  <c:v>198.32630737647114</c:v>
                </c:pt>
                <c:pt idx="1189">
                  <c:v>196.66985316011346</c:v>
                </c:pt>
                <c:pt idx="1190">
                  <c:v>196.21695318988887</c:v>
                </c:pt>
                <c:pt idx="1191">
                  <c:v>194.5902744040996</c:v>
                </c:pt>
                <c:pt idx="1192">
                  <c:v>191.44191440347277</c:v>
                </c:pt>
                <c:pt idx="1193">
                  <c:v>189.79799721051228</c:v>
                </c:pt>
                <c:pt idx="1194">
                  <c:v>187.31880083371203</c:v>
                </c:pt>
                <c:pt idx="1195">
                  <c:v>189.60367334785536</c:v>
                </c:pt>
                <c:pt idx="1196">
                  <c:v>191.66287944084877</c:v>
                </c:pt>
                <c:pt idx="1197">
                  <c:v>191.04543103853567</c:v>
                </c:pt>
                <c:pt idx="1198">
                  <c:v>190.25089718073687</c:v>
                </c:pt>
                <c:pt idx="1199">
                  <c:v>192.47151744996941</c:v>
                </c:pt>
                <c:pt idx="1200">
                  <c:v>193.54970146213034</c:v>
                </c:pt>
                <c:pt idx="1201">
                  <c:v>195.9395715472254</c:v>
                </c:pt>
                <c:pt idx="1202">
                  <c:v>195.99128676873892</c:v>
                </c:pt>
                <c:pt idx="1203">
                  <c:v>197.19954239864597</c:v>
                </c:pt>
                <c:pt idx="1204">
                  <c:v>196.82186456880473</c:v>
                </c:pt>
                <c:pt idx="1205">
                  <c:v>197.75743993982229</c:v>
                </c:pt>
                <c:pt idx="1206">
                  <c:v>198.7227907414082</c:v>
                </c:pt>
                <c:pt idx="1207">
                  <c:v>198.22287693344404</c:v>
                </c:pt>
                <c:pt idx="1208">
                  <c:v>200.3729764460673</c:v>
                </c:pt>
                <c:pt idx="1209">
                  <c:v>200.94654526649012</c:v>
                </c:pt>
                <c:pt idx="1210">
                  <c:v>201.52011408691291</c:v>
                </c:pt>
                <c:pt idx="1211">
                  <c:v>201.19101722273589</c:v>
                </c:pt>
                <c:pt idx="1212">
                  <c:v>201.80846562504894</c:v>
                </c:pt>
                <c:pt idx="1213">
                  <c:v>202.20965037375998</c:v>
                </c:pt>
                <c:pt idx="1214">
                  <c:v>202.23472442055441</c:v>
                </c:pt>
                <c:pt idx="1215">
                  <c:v>201.79592860165175</c:v>
                </c:pt>
                <c:pt idx="1216">
                  <c:v>203.95543088182285</c:v>
                </c:pt>
                <c:pt idx="1217">
                  <c:v>205.0759273479494</c:v>
                </c:pt>
                <c:pt idx="1218">
                  <c:v>206.40955321182867</c:v>
                </c:pt>
                <c:pt idx="1219">
                  <c:v>208.47972920029457</c:v>
                </c:pt>
                <c:pt idx="1220">
                  <c:v>213.83773957468145</c:v>
                </c:pt>
                <c:pt idx="1221">
                  <c:v>216.65543558320667</c:v>
                </c:pt>
                <c:pt idx="1222">
                  <c:v>217.84488567801787</c:v>
                </c:pt>
                <c:pt idx="1223">
                  <c:v>218.21159361238657</c:v>
                </c:pt>
                <c:pt idx="1224">
                  <c:v>217.86995972481233</c:v>
                </c:pt>
                <c:pt idx="1225">
                  <c:v>219.14246759963015</c:v>
                </c:pt>
                <c:pt idx="1226">
                  <c:v>217.61451787309397</c:v>
                </c:pt>
                <c:pt idx="1227">
                  <c:v>219.87901772421682</c:v>
                </c:pt>
                <c:pt idx="1228">
                  <c:v>221.97270063155253</c:v>
                </c:pt>
                <c:pt idx="1229">
                  <c:v>223.82661296641646</c:v>
                </c:pt>
                <c:pt idx="1230">
                  <c:v>224.35943646079829</c:v>
                </c:pt>
                <c:pt idx="1231">
                  <c:v>225.21508830765856</c:v>
                </c:pt>
                <c:pt idx="1232">
                  <c:v>219.55305511588907</c:v>
                </c:pt>
                <c:pt idx="1233">
                  <c:v>222.13411480779178</c:v>
                </c:pt>
                <c:pt idx="1234">
                  <c:v>223.62758771998554</c:v>
                </c:pt>
                <c:pt idx="1235">
                  <c:v>225.54888655560953</c:v>
                </c:pt>
                <c:pt idx="1236">
                  <c:v>227.29780131952171</c:v>
                </c:pt>
                <c:pt idx="1237">
                  <c:v>229.21910015514567</c:v>
                </c:pt>
                <c:pt idx="1238">
                  <c:v>228.90724169813979</c:v>
                </c:pt>
                <c:pt idx="1239">
                  <c:v>228.93231574493424</c:v>
                </c:pt>
                <c:pt idx="1240">
                  <c:v>228.12994624751218</c:v>
                </c:pt>
                <c:pt idx="1241">
                  <c:v>228.40732789017565</c:v>
                </c:pt>
                <c:pt idx="1242">
                  <c:v>230.9883875820783</c:v>
                </c:pt>
                <c:pt idx="1243">
                  <c:v>231.86127783610974</c:v>
                </c:pt>
                <c:pt idx="1244">
                  <c:v>231.07771387378349</c:v>
                </c:pt>
                <c:pt idx="1245">
                  <c:v>232.96610302298976</c:v>
                </c:pt>
                <c:pt idx="1246">
                  <c:v>233.53183620378931</c:v>
                </c:pt>
                <c:pt idx="1247">
                  <c:v>235.13814232655812</c:v>
                </c:pt>
                <c:pt idx="1248">
                  <c:v>236.98578614972337</c:v>
                </c:pt>
                <c:pt idx="1249">
                  <c:v>239.5057278525646</c:v>
                </c:pt>
                <c:pt idx="1250">
                  <c:v>238.53567566720471</c:v>
                </c:pt>
                <c:pt idx="1251">
                  <c:v>236.43415712024574</c:v>
                </c:pt>
                <c:pt idx="1252">
                  <c:v>236.45609691119085</c:v>
                </c:pt>
                <c:pt idx="1253">
                  <c:v>240.26891915187036</c:v>
                </c:pt>
                <c:pt idx="1254">
                  <c:v>240.51025685226682</c:v>
                </c:pt>
                <c:pt idx="1255">
                  <c:v>235.88722947454198</c:v>
                </c:pt>
                <c:pt idx="1256">
                  <c:v>239.77057247183086</c:v>
                </c:pt>
                <c:pt idx="1257">
                  <c:v>239.98056761373428</c:v>
                </c:pt>
                <c:pt idx="1258">
                  <c:v>248.79096080613058</c:v>
                </c:pt>
                <c:pt idx="1259">
                  <c:v>245.67237623607215</c:v>
                </c:pt>
                <c:pt idx="1260">
                  <c:v>246.34937549952198</c:v>
                </c:pt>
                <c:pt idx="1261">
                  <c:v>245.28372851075829</c:v>
                </c:pt>
                <c:pt idx="1262">
                  <c:v>249.05267116954755</c:v>
                </c:pt>
                <c:pt idx="1263">
                  <c:v>248.01679961135227</c:v>
                </c:pt>
                <c:pt idx="1264">
                  <c:v>250.41607246399522</c:v>
                </c:pt>
                <c:pt idx="1265">
                  <c:v>250.57435238438512</c:v>
                </c:pt>
                <c:pt idx="1266">
                  <c:v>250.93009042328123</c:v>
                </c:pt>
                <c:pt idx="1267">
                  <c:v>250.02115622698281</c:v>
                </c:pt>
                <c:pt idx="1268">
                  <c:v>246.88533324975316</c:v>
                </c:pt>
                <c:pt idx="1269">
                  <c:v>247.9071006566266</c:v>
                </c:pt>
                <c:pt idx="1270">
                  <c:v>250.75613922364482</c:v>
                </c:pt>
                <c:pt idx="1271">
                  <c:v>252.46901004528999</c:v>
                </c:pt>
                <c:pt idx="1272">
                  <c:v>253.17735186723289</c:v>
                </c:pt>
                <c:pt idx="1273">
                  <c:v>254.23673034429802</c:v>
                </c:pt>
                <c:pt idx="1274">
                  <c:v>255.66595101158103</c:v>
                </c:pt>
                <c:pt idx="1275">
                  <c:v>253.20242591402734</c:v>
                </c:pt>
                <c:pt idx="1276">
                  <c:v>255.51393960288976</c:v>
                </c:pt>
                <c:pt idx="1277">
                  <c:v>256.09064267916187</c:v>
                </c:pt>
                <c:pt idx="1278">
                  <c:v>256.38212847314725</c:v>
                </c:pt>
                <c:pt idx="1279">
                  <c:v>257.03718794565197</c:v>
                </c:pt>
                <c:pt idx="1280">
                  <c:v>252.47057717321462</c:v>
                </c:pt>
                <c:pt idx="1281">
                  <c:v>253.42809233517733</c:v>
                </c:pt>
                <c:pt idx="1282">
                  <c:v>258.38648508877782</c:v>
                </c:pt>
                <c:pt idx="1283">
                  <c:v>259.00393349109083</c:v>
                </c:pt>
                <c:pt idx="1284">
                  <c:v>261.22141950447411</c:v>
                </c:pt>
                <c:pt idx="1285">
                  <c:v>261.70879628904106</c:v>
                </c:pt>
                <c:pt idx="1286">
                  <c:v>261.25432919089184</c:v>
                </c:pt>
                <c:pt idx="1287">
                  <c:v>261.06157245615958</c:v>
                </c:pt>
                <c:pt idx="1288">
                  <c:v>259.46466910093869</c:v>
                </c:pt>
                <c:pt idx="1289">
                  <c:v>257.83015467552616</c:v>
                </c:pt>
                <c:pt idx="1290">
                  <c:v>248.1139615426807</c:v>
                </c:pt>
                <c:pt idx="1291">
                  <c:v>252.11954051809249</c:v>
                </c:pt>
                <c:pt idx="1292">
                  <c:v>250.36592437040633</c:v>
                </c:pt>
                <c:pt idx="1293">
                  <c:v>251.62276096597762</c:v>
                </c:pt>
                <c:pt idx="1294">
                  <c:v>248.29261412609108</c:v>
                </c:pt>
                <c:pt idx="1295">
                  <c:v>249.89265173716126</c:v>
                </c:pt>
                <c:pt idx="1296">
                  <c:v>253.58793938349189</c:v>
                </c:pt>
                <c:pt idx="1297">
                  <c:v>255.32901850778077</c:v>
                </c:pt>
                <c:pt idx="1298">
                  <c:v>255.99818213160739</c:v>
                </c:pt>
                <c:pt idx="1299">
                  <c:v>258.77043143031767</c:v>
                </c:pt>
                <c:pt idx="1300">
                  <c:v>261.27156759806303</c:v>
                </c:pt>
                <c:pt idx="1301">
                  <c:v>263.99993731488297</c:v>
                </c:pt>
                <c:pt idx="1302">
                  <c:v>265.00916769835919</c:v>
                </c:pt>
                <c:pt idx="1303">
                  <c:v>264.78820266098325</c:v>
                </c:pt>
                <c:pt idx="1304">
                  <c:v>263.13331557255015</c:v>
                </c:pt>
                <c:pt idx="1305">
                  <c:v>262.07550422340972</c:v>
                </c:pt>
                <c:pt idx="1306">
                  <c:v>265.21446145648866</c:v>
                </c:pt>
                <c:pt idx="1307">
                  <c:v>264.34940684208055</c:v>
                </c:pt>
                <c:pt idx="1308">
                  <c:v>266.30361536412215</c:v>
                </c:pt>
                <c:pt idx="1309">
                  <c:v>263.72568992806879</c:v>
                </c:pt>
                <c:pt idx="1310">
                  <c:v>261.65237968375357</c:v>
                </c:pt>
                <c:pt idx="1311">
                  <c:v>260.98948457162561</c:v>
                </c:pt>
                <c:pt idx="1312">
                  <c:v>260.90799391954363</c:v>
                </c:pt>
                <c:pt idx="1313">
                  <c:v>261.36716240146683</c:v>
                </c:pt>
                <c:pt idx="1314">
                  <c:v>264.01717572205416</c:v>
                </c:pt>
                <c:pt idx="1315">
                  <c:v>265.04051025685226</c:v>
                </c:pt>
                <c:pt idx="1316">
                  <c:v>266.08578458259547</c:v>
                </c:pt>
                <c:pt idx="1317">
                  <c:v>267.92872702198679</c:v>
                </c:pt>
                <c:pt idx="1318">
                  <c:v>267.26583190985878</c:v>
                </c:pt>
                <c:pt idx="1319">
                  <c:v>269.14951967529112</c:v>
                </c:pt>
                <c:pt idx="1320">
                  <c:v>268.77027471752518</c:v>
                </c:pt>
                <c:pt idx="1321">
                  <c:v>270.50195107426617</c:v>
                </c:pt>
                <c:pt idx="1322">
                  <c:v>267.02292708153766</c:v>
                </c:pt>
                <c:pt idx="1323">
                  <c:v>264.68633934588081</c:v>
                </c:pt>
                <c:pt idx="1324">
                  <c:v>260.84844305840687</c:v>
                </c:pt>
                <c:pt idx="1325">
                  <c:v>263.95762486091741</c:v>
                </c:pt>
                <c:pt idx="1326">
                  <c:v>257.0340536898027</c:v>
                </c:pt>
                <c:pt idx="1327">
                  <c:v>259.61981476547925</c:v>
                </c:pt>
                <c:pt idx="1328">
                  <c:v>260.29054551723061</c:v>
                </c:pt>
                <c:pt idx="1329">
                  <c:v>263.77583802165765</c:v>
                </c:pt>
                <c:pt idx="1330">
                  <c:v>266.0450392565545</c:v>
                </c:pt>
                <c:pt idx="1331">
                  <c:v>268.33147889862249</c:v>
                </c:pt>
                <c:pt idx="1332">
                  <c:v>270.28412029273949</c:v>
                </c:pt>
                <c:pt idx="1333">
                  <c:v>271.33096174640741</c:v>
                </c:pt>
                <c:pt idx="1334">
                  <c:v>272.16780805817177</c:v>
                </c:pt>
                <c:pt idx="1335">
                  <c:v>273.19584397674379</c:v>
                </c:pt>
                <c:pt idx="1336">
                  <c:v>277.33462882575105</c:v>
                </c:pt>
                <c:pt idx="1337">
                  <c:v>277.56656375859961</c:v>
                </c:pt>
                <c:pt idx="1338">
                  <c:v>277.22492987102532</c:v>
                </c:pt>
                <c:pt idx="1339">
                  <c:v>275.03721928821051</c:v>
                </c:pt>
                <c:pt idx="1340">
                  <c:v>273.33845261788719</c:v>
                </c:pt>
                <c:pt idx="1341">
                  <c:v>270.2684490134929</c:v>
                </c:pt>
                <c:pt idx="1342">
                  <c:v>271.67729701775556</c:v>
                </c:pt>
                <c:pt idx="1343">
                  <c:v>286.6903825359264</c:v>
                </c:pt>
                <c:pt idx="1344">
                  <c:v>256.31944335616117</c:v>
                </c:pt>
                <c:pt idx="1345">
                  <c:v>263.40129444766575</c:v>
                </c:pt>
                <c:pt idx="1346">
                  <c:v>267.90051871934304</c:v>
                </c:pt>
                <c:pt idx="1347">
                  <c:v>274.32887746626756</c:v>
                </c:pt>
                <c:pt idx="1348">
                  <c:v>276.02450988074156</c:v>
                </c:pt>
                <c:pt idx="1349">
                  <c:v>277.57910078199683</c:v>
                </c:pt>
                <c:pt idx="1350">
                  <c:v>280.06143141464634</c:v>
                </c:pt>
                <c:pt idx="1351">
                  <c:v>281.39662440645031</c:v>
                </c:pt>
                <c:pt idx="1352">
                  <c:v>282.98255786619865</c:v>
                </c:pt>
                <c:pt idx="1353">
                  <c:v>283.74888342135364</c:v>
                </c:pt>
                <c:pt idx="1354">
                  <c:v>278.72780555076713</c:v>
                </c:pt>
                <c:pt idx="1355">
                  <c:v>279.86240616821544</c:v>
                </c:pt>
                <c:pt idx="1356">
                  <c:v>278.50057200169249</c:v>
                </c:pt>
                <c:pt idx="1357">
                  <c:v>278.92839792512262</c:v>
                </c:pt>
                <c:pt idx="1358">
                  <c:v>278.82653461002025</c:v>
                </c:pt>
                <c:pt idx="1359">
                  <c:v>282.56256758239175</c:v>
                </c:pt>
                <c:pt idx="1360">
                  <c:v>285.43354594035509</c:v>
                </c:pt>
                <c:pt idx="1361">
                  <c:v>286.28136214759212</c:v>
                </c:pt>
                <c:pt idx="1362">
                  <c:v>286.21084139098275</c:v>
                </c:pt>
                <c:pt idx="1363">
                  <c:v>286.41143376533824</c:v>
                </c:pt>
                <c:pt idx="1364">
                  <c:v>286.52269984798858</c:v>
                </c:pt>
                <c:pt idx="1365">
                  <c:v>286.38479259061916</c:v>
                </c:pt>
                <c:pt idx="1366">
                  <c:v>289.93747159580636</c:v>
                </c:pt>
                <c:pt idx="1367">
                  <c:v>289.95784425882681</c:v>
                </c:pt>
                <c:pt idx="1368">
                  <c:v>290.35119336791462</c:v>
                </c:pt>
                <c:pt idx="1369">
                  <c:v>290.79782482644055</c:v>
                </c:pt>
                <c:pt idx="1370">
                  <c:v>290.35276049583928</c:v>
                </c:pt>
                <c:pt idx="1371">
                  <c:v>290.74297534907771</c:v>
                </c:pt>
                <c:pt idx="1372">
                  <c:v>292.85546379150929</c:v>
                </c:pt>
                <c:pt idx="1373">
                  <c:v>292.45114478694893</c:v>
                </c:pt>
                <c:pt idx="1374">
                  <c:v>292.75830186018084</c:v>
                </c:pt>
                <c:pt idx="1375">
                  <c:v>285.91778846907272</c:v>
                </c:pt>
                <c:pt idx="1376">
                  <c:v>287.02888216765132</c:v>
                </c:pt>
                <c:pt idx="1377">
                  <c:v>284.75341242105594</c:v>
                </c:pt>
                <c:pt idx="1378">
                  <c:v>285.73443450188836</c:v>
                </c:pt>
                <c:pt idx="1379">
                  <c:v>287.97699456206607</c:v>
                </c:pt>
                <c:pt idx="1380">
                  <c:v>293.75029383648587</c:v>
                </c:pt>
                <c:pt idx="1381">
                  <c:v>295.35816708717931</c:v>
                </c:pt>
                <c:pt idx="1382">
                  <c:v>295.98031687326636</c:v>
                </c:pt>
                <c:pt idx="1383">
                  <c:v>297.73706727680184</c:v>
                </c:pt>
                <c:pt idx="1384">
                  <c:v>298.74316340442869</c:v>
                </c:pt>
                <c:pt idx="1385">
                  <c:v>293.96342323423858</c:v>
                </c:pt>
                <c:pt idx="1386">
                  <c:v>284.32558649762581</c:v>
                </c:pt>
                <c:pt idx="1387">
                  <c:v>283.94790866778453</c:v>
                </c:pt>
                <c:pt idx="1388">
                  <c:v>288.59287583645454</c:v>
                </c:pt>
                <c:pt idx="1389">
                  <c:v>284.51207472065943</c:v>
                </c:pt>
                <c:pt idx="1390">
                  <c:v>287.29999529861624</c:v>
                </c:pt>
                <c:pt idx="1391">
                  <c:v>285.83943207284005</c:v>
                </c:pt>
                <c:pt idx="1392">
                  <c:v>283.74261490965512</c:v>
                </c:pt>
                <c:pt idx="1393">
                  <c:v>282.89323157449343</c:v>
                </c:pt>
                <c:pt idx="1394">
                  <c:v>287.03201642350058</c:v>
                </c:pt>
                <c:pt idx="1395">
                  <c:v>287.8093118741283</c:v>
                </c:pt>
                <c:pt idx="1396">
                  <c:v>288.43302878814001</c:v>
                </c:pt>
                <c:pt idx="1397">
                  <c:v>289.42972214821896</c:v>
                </c:pt>
                <c:pt idx="1398">
                  <c:v>290.4342511479212</c:v>
                </c:pt>
                <c:pt idx="1399">
                  <c:v>290.60663521963301</c:v>
                </c:pt>
                <c:pt idx="1400">
                  <c:v>292.95262572283775</c:v>
                </c:pt>
                <c:pt idx="1401">
                  <c:v>292.70972089451658</c:v>
                </c:pt>
                <c:pt idx="1402">
                  <c:v>292.87426932660509</c:v>
                </c:pt>
                <c:pt idx="1403">
                  <c:v>293.6813402078011</c:v>
                </c:pt>
                <c:pt idx="1404">
                  <c:v>295.42712071586402</c:v>
                </c:pt>
                <c:pt idx="1405">
                  <c:v>294.62788547429125</c:v>
                </c:pt>
                <c:pt idx="1406">
                  <c:v>293.74559245271195</c:v>
                </c:pt>
                <c:pt idx="1407">
                  <c:v>293.72521978969144</c:v>
                </c:pt>
                <c:pt idx="1408">
                  <c:v>292.07346695710766</c:v>
                </c:pt>
                <c:pt idx="1409">
                  <c:v>287.84692294431989</c:v>
                </c:pt>
                <c:pt idx="1410">
                  <c:v>286.9285859804736</c:v>
                </c:pt>
                <c:pt idx="1411">
                  <c:v>289.47360173010918</c:v>
                </c:pt>
                <c:pt idx="1412">
                  <c:v>286.69351679177572</c:v>
                </c:pt>
                <c:pt idx="1413">
                  <c:v>293.51052326401407</c:v>
                </c:pt>
                <c:pt idx="1414">
                  <c:v>292.54360533450347</c:v>
                </c:pt>
                <c:pt idx="1415">
                  <c:v>293.00747520020053</c:v>
                </c:pt>
                <c:pt idx="1416">
                  <c:v>294.01043707197812</c:v>
                </c:pt>
                <c:pt idx="1417">
                  <c:v>292.69561674319476</c:v>
                </c:pt>
                <c:pt idx="1418">
                  <c:v>292.06719844540908</c:v>
                </c:pt>
                <c:pt idx="1419">
                  <c:v>296.35642757518292</c:v>
                </c:pt>
                <c:pt idx="1420">
                  <c:v>299.80410900941843</c:v>
                </c:pt>
                <c:pt idx="1421">
                  <c:v>300.31029132908117</c:v>
                </c:pt>
                <c:pt idx="1422">
                  <c:v>301.63294729748787</c:v>
                </c:pt>
                <c:pt idx="1423">
                  <c:v>302.87254548588794</c:v>
                </c:pt>
                <c:pt idx="1424">
                  <c:v>303.68118349500872</c:v>
                </c:pt>
                <c:pt idx="1425">
                  <c:v>300.09872905925306</c:v>
                </c:pt>
                <c:pt idx="1426">
                  <c:v>299.48598204071396</c:v>
                </c:pt>
                <c:pt idx="1427">
                  <c:v>290.9999843287207</c:v>
                </c:pt>
                <c:pt idx="1428">
                  <c:v>286.89410916613122</c:v>
                </c:pt>
                <c:pt idx="1429">
                  <c:v>282.54846343106988</c:v>
                </c:pt>
                <c:pt idx="1430">
                  <c:v>287.04298631897319</c:v>
                </c:pt>
                <c:pt idx="1431">
                  <c:v>286.67784551252919</c:v>
                </c:pt>
                <c:pt idx="1432">
                  <c:v>286.93328736424752</c:v>
                </c:pt>
                <c:pt idx="1433">
                  <c:v>287.27492125182175</c:v>
                </c:pt>
                <c:pt idx="1434">
                  <c:v>288.65869520928993</c:v>
                </c:pt>
                <c:pt idx="1435">
                  <c:v>288.88592875836451</c:v>
                </c:pt>
                <c:pt idx="1436">
                  <c:v>289.33099308896584</c:v>
                </c:pt>
                <c:pt idx="1437">
                  <c:v>286.29860055476331</c:v>
                </c:pt>
                <c:pt idx="1438">
                  <c:v>287.78737208318313</c:v>
                </c:pt>
                <c:pt idx="1439">
                  <c:v>285.3677265675197</c:v>
                </c:pt>
                <c:pt idx="1440">
                  <c:v>280.01755183275611</c:v>
                </c:pt>
                <c:pt idx="1441">
                  <c:v>277.75775336540721</c:v>
                </c:pt>
                <c:pt idx="1442">
                  <c:v>278.10408863675542</c:v>
                </c:pt>
                <c:pt idx="1443">
                  <c:v>273.07047374277164</c:v>
                </c:pt>
                <c:pt idx="1444">
                  <c:v>274.13298647568604</c:v>
                </c:pt>
                <c:pt idx="1445">
                  <c:v>275.29892965162742</c:v>
                </c:pt>
                <c:pt idx="1446">
                  <c:v>275.45564244409269</c:v>
                </c:pt>
                <c:pt idx="1447">
                  <c:v>276.54793060757544</c:v>
                </c:pt>
                <c:pt idx="1448">
                  <c:v>277.98185265863248</c:v>
                </c:pt>
                <c:pt idx="1449">
                  <c:v>272.10669006911036</c:v>
                </c:pt>
                <c:pt idx="1450">
                  <c:v>272.86361285671751</c:v>
                </c:pt>
                <c:pt idx="1451">
                  <c:v>277.60574195671592</c:v>
                </c:pt>
                <c:pt idx="1452">
                  <c:v>274.80215009951263</c:v>
                </c:pt>
                <c:pt idx="1453">
                  <c:v>272.97487893936778</c:v>
                </c:pt>
                <c:pt idx="1454">
                  <c:v>271.35603579320178</c:v>
                </c:pt>
                <c:pt idx="1455">
                  <c:v>268.1230508846437</c:v>
                </c:pt>
                <c:pt idx="1456">
                  <c:v>264.2444092711288</c:v>
                </c:pt>
                <c:pt idx="1457">
                  <c:v>264.30709438811493</c:v>
                </c:pt>
                <c:pt idx="1458">
                  <c:v>263.32763943520712</c:v>
                </c:pt>
                <c:pt idx="1459">
                  <c:v>262.68511698609956</c:v>
                </c:pt>
                <c:pt idx="1460">
                  <c:v>260.34069361081941</c:v>
                </c:pt>
                <c:pt idx="1461">
                  <c:v>267.60119728573443</c:v>
                </c:pt>
                <c:pt idx="1462">
                  <c:v>273.34628825751042</c:v>
                </c:pt>
                <c:pt idx="1463">
                  <c:v>271.52841986491353</c:v>
                </c:pt>
                <c:pt idx="1464">
                  <c:v>272.70533293632752</c:v>
                </c:pt>
                <c:pt idx="1465">
                  <c:v>269.62435943646079</c:v>
                </c:pt>
                <c:pt idx="1466">
                  <c:v>273.75530864584471</c:v>
                </c:pt>
                <c:pt idx="1467">
                  <c:v>275.93361646111168</c:v>
                </c:pt>
                <c:pt idx="1468">
                  <c:v>279.11018476438232</c:v>
                </c:pt>
                <c:pt idx="1469">
                  <c:v>277.86275093635891</c:v>
                </c:pt>
                <c:pt idx="1470">
                  <c:v>280.1021767406873</c:v>
                </c:pt>
                <c:pt idx="1471">
                  <c:v>279.98934353011236</c:v>
                </c:pt>
                <c:pt idx="1472">
                  <c:v>280.34978295278245</c:v>
                </c:pt>
                <c:pt idx="1473">
                  <c:v>278.94093494851984</c:v>
                </c:pt>
                <c:pt idx="1474">
                  <c:v>279.09137922928642</c:v>
                </c:pt>
                <c:pt idx="1475">
                  <c:v>277.2766450925389</c:v>
                </c:pt>
                <c:pt idx="1476">
                  <c:v>280.56918086223379</c:v>
                </c:pt>
                <c:pt idx="1477">
                  <c:v>279.79501966745545</c:v>
                </c:pt>
                <c:pt idx="1478">
                  <c:v>274.99177257839557</c:v>
                </c:pt>
                <c:pt idx="1479">
                  <c:v>272.55332152763629</c:v>
                </c:pt>
                <c:pt idx="1480">
                  <c:v>270.55366629577969</c:v>
                </c:pt>
                <c:pt idx="1481">
                  <c:v>264.91984140665397</c:v>
                </c:pt>
                <c:pt idx="1482">
                  <c:v>266.72830703170297</c:v>
                </c:pt>
                <c:pt idx="1483">
                  <c:v>266.5700271113131</c:v>
                </c:pt>
                <c:pt idx="1484">
                  <c:v>267.31598000344769</c:v>
                </c:pt>
                <c:pt idx="1485">
                  <c:v>266.25503439845795</c:v>
                </c:pt>
                <c:pt idx="1486">
                  <c:v>264.10493488583467</c:v>
                </c:pt>
                <c:pt idx="1487">
                  <c:v>265.26774380592684</c:v>
                </c:pt>
                <c:pt idx="1488">
                  <c:v>266.42585134224504</c:v>
                </c:pt>
                <c:pt idx="1489">
                  <c:v>270.25121060632176</c:v>
                </c:pt>
                <c:pt idx="1490">
                  <c:v>269.42846844587922</c:v>
                </c:pt>
                <c:pt idx="1491">
                  <c:v>263.00324395480402</c:v>
                </c:pt>
                <c:pt idx="1492">
                  <c:v>265.16901474667378</c:v>
                </c:pt>
                <c:pt idx="1493">
                  <c:v>265.00289918666056</c:v>
                </c:pt>
                <c:pt idx="1494">
                  <c:v>261.93132845434167</c:v>
                </c:pt>
                <c:pt idx="1495">
                  <c:v>258.88796602466664</c:v>
                </c:pt>
                <c:pt idx="1496">
                  <c:v>252.43923461472158</c:v>
                </c:pt>
                <c:pt idx="1497">
                  <c:v>255.11902336587733</c:v>
                </c:pt>
                <c:pt idx="1498">
                  <c:v>257.58098133550641</c:v>
                </c:pt>
                <c:pt idx="1499">
                  <c:v>260.18868220212818</c:v>
                </c:pt>
                <c:pt idx="1500">
                  <c:v>263.30569964426195</c:v>
                </c:pt>
                <c:pt idx="1501">
                  <c:v>264.90260299948284</c:v>
                </c:pt>
                <c:pt idx="1502">
                  <c:v>260.44098979799719</c:v>
                </c:pt>
                <c:pt idx="1503">
                  <c:v>259.69033552208862</c:v>
                </c:pt>
                <c:pt idx="1504">
                  <c:v>260.6039711021611</c:v>
                </c:pt>
                <c:pt idx="1505">
                  <c:v>258.37708232122986</c:v>
                </c:pt>
                <c:pt idx="1506">
                  <c:v>254.2602372631678</c:v>
                </c:pt>
                <c:pt idx="1507">
                  <c:v>254.37777185751673</c:v>
                </c:pt>
                <c:pt idx="1508">
                  <c:v>255.87281189763519</c:v>
                </c:pt>
                <c:pt idx="1509">
                  <c:v>257.84582595477269</c:v>
                </c:pt>
                <c:pt idx="1510">
                  <c:v>261.66334957922612</c:v>
                </c:pt>
                <c:pt idx="1511">
                  <c:v>258.71244769710552</c:v>
                </c:pt>
                <c:pt idx="1512">
                  <c:v>254.36523483411949</c:v>
                </c:pt>
                <c:pt idx="1513">
                  <c:v>260.48016799611349</c:v>
                </c:pt>
                <c:pt idx="1514">
                  <c:v>260.68389462631831</c:v>
                </c:pt>
                <c:pt idx="1515">
                  <c:v>258.55886916048956</c:v>
                </c:pt>
                <c:pt idx="1516">
                  <c:v>258.55260064879093</c:v>
                </c:pt>
                <c:pt idx="1517">
                  <c:v>256.06400150444284</c:v>
                </c:pt>
                <c:pt idx="1518">
                  <c:v>251.67604331541585</c:v>
                </c:pt>
                <c:pt idx="1519">
                  <c:v>251.3563492187867</c:v>
                </c:pt>
                <c:pt idx="1520">
                  <c:v>251.22784472896521</c:v>
                </c:pt>
                <c:pt idx="1521">
                  <c:v>248.33335945213207</c:v>
                </c:pt>
                <c:pt idx="1522">
                  <c:v>248.77842378273334</c:v>
                </c:pt>
                <c:pt idx="1523">
                  <c:v>249.27363620692353</c:v>
                </c:pt>
                <c:pt idx="1524">
                  <c:v>250.30480638134489</c:v>
                </c:pt>
                <c:pt idx="1525">
                  <c:v>252.3169986365987</c:v>
                </c:pt>
                <c:pt idx="1526">
                  <c:v>251.00531256366457</c:v>
                </c:pt>
                <c:pt idx="1527">
                  <c:v>247.50905016376487</c:v>
                </c:pt>
                <c:pt idx="1528">
                  <c:v>246.59854883954176</c:v>
                </c:pt>
                <c:pt idx="1529">
                  <c:v>245.32604096472394</c:v>
                </c:pt>
                <c:pt idx="1530">
                  <c:v>240.25794925639778</c:v>
                </c:pt>
                <c:pt idx="1531">
                  <c:v>241.25464261647679</c:v>
                </c:pt>
                <c:pt idx="1532">
                  <c:v>241.25464261647679</c:v>
                </c:pt>
                <c:pt idx="1533">
                  <c:v>246.48414850104211</c:v>
                </c:pt>
                <c:pt idx="1534">
                  <c:v>250.09951262321542</c:v>
                </c:pt>
                <c:pt idx="1535">
                  <c:v>250.76710911911738</c:v>
                </c:pt>
                <c:pt idx="1536">
                  <c:v>248.53238469856294</c:v>
                </c:pt>
                <c:pt idx="1537">
                  <c:v>250.41450533607059</c:v>
                </c:pt>
                <c:pt idx="1538">
                  <c:v>250.20764445001643</c:v>
                </c:pt>
                <c:pt idx="1539">
                  <c:v>248.85207879519206</c:v>
                </c:pt>
                <c:pt idx="1540">
                  <c:v>249.17490714767047</c:v>
                </c:pt>
                <c:pt idx="1541">
                  <c:v>252.17125573960598</c:v>
                </c:pt>
                <c:pt idx="1542">
                  <c:v>255.87908040933377</c:v>
                </c:pt>
                <c:pt idx="1543">
                  <c:v>259.59317359076022</c:v>
                </c:pt>
                <c:pt idx="1544">
                  <c:v>262.86063531366068</c:v>
                </c:pt>
                <c:pt idx="1545">
                  <c:v>266.64681637962104</c:v>
                </c:pt>
                <c:pt idx="1546">
                  <c:v>265.56079672783687</c:v>
                </c:pt>
                <c:pt idx="1547">
                  <c:v>264.17232138659472</c:v>
                </c:pt>
                <c:pt idx="1548">
                  <c:v>265.84444688219895</c:v>
                </c:pt>
                <c:pt idx="1549">
                  <c:v>265.08909122251646</c:v>
                </c:pt>
              </c:numCache>
            </c:numRef>
          </c:val>
          <c:smooth val="0"/>
          <c:extLst>
            <c:ext xmlns:c16="http://schemas.microsoft.com/office/drawing/2014/chart" uri="{C3380CC4-5D6E-409C-BE32-E72D297353CC}">
              <c16:uniqueId val="{00000000-E4F2-E340-A149-FBB8A93AB102}"/>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350"/>
          <c:min val="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4"/>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'Sectoral Data'!$CN$20</c:f>
              <c:strCache>
                <c:ptCount val="1"/>
                <c:pt idx="0">
                  <c:v>2019</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Data'!$CO$20:$CS$20</c:f>
              <c:numCache>
                <c:formatCode>0%</c:formatCode>
                <c:ptCount val="5"/>
                <c:pt idx="0">
                  <c:v>8.3143610432568238E-2</c:v>
                </c:pt>
                <c:pt idx="1">
                  <c:v>0.17410851185000209</c:v>
                </c:pt>
                <c:pt idx="2">
                  <c:v>-9.4776484893520085E-2</c:v>
                </c:pt>
                <c:pt idx="3">
                  <c:v>-9.1106618923004756E-3</c:v>
                </c:pt>
                <c:pt idx="4">
                  <c:v>2.0294306624249803E-2</c:v>
                </c:pt>
              </c:numCache>
            </c:numRef>
          </c:val>
          <c:extLst>
            <c:ext xmlns:c16="http://schemas.microsoft.com/office/drawing/2014/chart" uri="{C3380CC4-5D6E-409C-BE32-E72D297353CC}">
              <c16:uniqueId val="{00000000-A4C3-BE44-8D4D-95BEF67A3CE3}"/>
            </c:ext>
          </c:extLst>
        </c:ser>
        <c:ser>
          <c:idx val="1"/>
          <c:order val="1"/>
          <c:tx>
            <c:strRef>
              <c:f>'Sectoral Data'!$CN$21</c:f>
              <c:strCache>
                <c:ptCount val="1"/>
                <c:pt idx="0">
                  <c:v>2020</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Data'!$CO$21:$CS$21</c:f>
              <c:numCache>
                <c:formatCode>0%</c:formatCode>
                <c:ptCount val="5"/>
                <c:pt idx="0">
                  <c:v>0.54249577824915796</c:v>
                </c:pt>
                <c:pt idx="1">
                  <c:v>-2.613003809624681E-2</c:v>
                </c:pt>
                <c:pt idx="2">
                  <c:v>0.60503783971865621</c:v>
                </c:pt>
                <c:pt idx="3">
                  <c:v>0.13041004820691771</c:v>
                </c:pt>
                <c:pt idx="4">
                  <c:v>0.11880793687274949</c:v>
                </c:pt>
              </c:numCache>
            </c:numRef>
          </c:val>
          <c:extLst>
            <c:ext xmlns:c16="http://schemas.microsoft.com/office/drawing/2014/chart" uri="{C3380CC4-5D6E-409C-BE32-E72D297353CC}">
              <c16:uniqueId val="{00000000-EDC7-FB48-BED7-D4CB7D68C099}"/>
            </c:ext>
          </c:extLst>
        </c:ser>
        <c:ser>
          <c:idx val="2"/>
          <c:order val="2"/>
          <c:tx>
            <c:strRef>
              <c:f>'Sectoral Data'!$CN$22</c:f>
              <c:strCache>
                <c:ptCount val="1"/>
                <c:pt idx="0">
                  <c:v>2021</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Data'!$CO$22:$CS$22</c:f>
              <c:numCache>
                <c:formatCode>0%</c:formatCode>
                <c:ptCount val="5"/>
                <c:pt idx="0">
                  <c:v>0.58247022215316435</c:v>
                </c:pt>
                <c:pt idx="1">
                  <c:v>0.13629252686476101</c:v>
                </c:pt>
                <c:pt idx="2">
                  <c:v>9.3912836151500256E-2</c:v>
                </c:pt>
                <c:pt idx="3">
                  <c:v>9.2699287767305405E-2</c:v>
                </c:pt>
                <c:pt idx="4">
                  <c:v>0.34720483370529642</c:v>
                </c:pt>
              </c:numCache>
            </c:numRef>
          </c:val>
          <c:extLst>
            <c:ext xmlns:c16="http://schemas.microsoft.com/office/drawing/2014/chart" uri="{C3380CC4-5D6E-409C-BE32-E72D297353CC}">
              <c16:uniqueId val="{00000001-EDC7-FB48-BED7-D4CB7D68C099}"/>
            </c:ext>
          </c:extLst>
        </c:ser>
        <c:ser>
          <c:idx val="3"/>
          <c:order val="3"/>
          <c:tx>
            <c:strRef>
              <c:f>'Sectoral Data'!$CN$23</c:f>
              <c:strCache>
                <c:ptCount val="1"/>
                <c:pt idx="0">
                  <c:v>2022</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Data'!$CO$23:$CS$23</c:f>
              <c:numCache>
                <c:formatCode>0%</c:formatCode>
                <c:ptCount val="5"/>
                <c:pt idx="0">
                  <c:v>-0.26843251422407843</c:v>
                </c:pt>
                <c:pt idx="1">
                  <c:v>0.18023634132211641</c:v>
                </c:pt>
                <c:pt idx="2">
                  <c:v>-0.11011274052725262</c:v>
                </c:pt>
                <c:pt idx="3">
                  <c:v>0.17458361088175955</c:v>
                </c:pt>
                <c:pt idx="4">
                  <c:v>4.8260583198610929E-2</c:v>
                </c:pt>
              </c:numCache>
            </c:numRef>
          </c:val>
          <c:extLst>
            <c:ext xmlns:c16="http://schemas.microsoft.com/office/drawing/2014/chart" uri="{C3380CC4-5D6E-409C-BE32-E72D297353CC}">
              <c16:uniqueId val="{00000002-EDC7-FB48-BED7-D4CB7D68C099}"/>
            </c:ext>
          </c:extLst>
        </c:ser>
        <c:ser>
          <c:idx val="4"/>
          <c:order val="4"/>
          <c:tx>
            <c:strRef>
              <c:f>'Sectoral Data'!$CN$24</c:f>
              <c:strCache>
                <c:ptCount val="1"/>
                <c:pt idx="0">
                  <c:v>2023</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Data'!$CO$24:$CS$24</c:f>
              <c:numCache>
                <c:formatCode>0%</c:formatCode>
                <c:ptCount val="5"/>
                <c:pt idx="0">
                  <c:v>0.23585027125025659</c:v>
                </c:pt>
                <c:pt idx="1">
                  <c:v>0.11779594519837699</c:v>
                </c:pt>
                <c:pt idx="2">
                  <c:v>0.34102968593144989</c:v>
                </c:pt>
                <c:pt idx="3">
                  <c:v>0.28951176491219721</c:v>
                </c:pt>
                <c:pt idx="4">
                  <c:v>0.379666011787819</c:v>
                </c:pt>
              </c:numCache>
            </c:numRef>
          </c:val>
          <c:extLst>
            <c:ext xmlns:c16="http://schemas.microsoft.com/office/drawing/2014/chart" uri="{C3380CC4-5D6E-409C-BE32-E72D297353CC}">
              <c16:uniqueId val="{00000003-EDC7-FB48-BED7-D4CB7D68C099}"/>
            </c:ext>
          </c:extLst>
        </c:ser>
        <c:ser>
          <c:idx val="5"/>
          <c:order val="5"/>
          <c:tx>
            <c:strRef>
              <c:f>'Sectoral Data'!$CN$25</c:f>
              <c:strCache>
                <c:ptCount val="1"/>
                <c:pt idx="0">
                  <c:v>2024</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Data'!$CO$25:$CS$25</c:f>
              <c:numCache>
                <c:formatCode>0%</c:formatCode>
                <c:ptCount val="5"/>
                <c:pt idx="0">
                  <c:v>0.21408341013953991</c:v>
                </c:pt>
                <c:pt idx="1">
                  <c:v>5.4440512249581685E-2</c:v>
                </c:pt>
                <c:pt idx="2">
                  <c:v>0.38872988804033515</c:v>
                </c:pt>
                <c:pt idx="3">
                  <c:v>-8.5997519738673089E-3</c:v>
                </c:pt>
                <c:pt idx="4">
                  <c:v>0.15871690260398119</c:v>
                </c:pt>
              </c:numCache>
            </c:numRef>
          </c:val>
          <c:extLst>
            <c:ext xmlns:c16="http://schemas.microsoft.com/office/drawing/2014/chart" uri="{C3380CC4-5D6E-409C-BE32-E72D297353CC}">
              <c16:uniqueId val="{00000004-EDC7-FB48-BED7-D4CB7D68C099}"/>
            </c:ext>
          </c:extLst>
        </c:ser>
        <c:ser>
          <c:idx val="6"/>
          <c:order val="6"/>
          <c:tx>
            <c:strRef>
              <c:f>'Sectoral Data'!$CN$26</c:f>
              <c:strCache>
                <c:ptCount val="1"/>
                <c:pt idx="0">
                  <c:v>2025-YTD</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'Sectoral Data'!$CO$19:$CS$19</c:f>
              <c:strCache>
                <c:ptCount val="5"/>
                <c:pt idx="0">
                  <c:v>NIFTY IT</c:v>
                </c:pt>
                <c:pt idx="1">
                  <c:v>NIFTY Bank</c:v>
                </c:pt>
                <c:pt idx="2">
                  <c:v>NIFTY Pharma</c:v>
                </c:pt>
                <c:pt idx="3">
                  <c:v>NIFTY FMCG</c:v>
                </c:pt>
                <c:pt idx="4">
                  <c:v>NIFTY Infra</c:v>
                </c:pt>
              </c:strCache>
            </c:strRef>
          </c:cat>
          <c:val>
            <c:numRef>
              <c:f>'Sectoral Data'!$CO$26:$CS$26</c:f>
              <c:numCache>
                <c:formatCode>0%</c:formatCode>
                <c:ptCount val="5"/>
                <c:pt idx="0">
                  <c:v>-0.14956159462892893</c:v>
                </c:pt>
                <c:pt idx="1">
                  <c:v>9.8755204600025071E-3</c:v>
                </c:pt>
                <c:pt idx="2">
                  <c:v>-9.899082471040821E-2</c:v>
                </c:pt>
                <c:pt idx="3">
                  <c:v>-6.0119103470592017E-2</c:v>
                </c:pt>
                <c:pt idx="4">
                  <c:v>-5.0173814327478805E-3</c:v>
                </c:pt>
              </c:numCache>
            </c:numRef>
          </c:val>
          <c:extLst>
            <c:ext xmlns:c16="http://schemas.microsoft.com/office/drawing/2014/chart" uri="{C3380CC4-5D6E-409C-BE32-E72D297353CC}">
              <c16:uniqueId val="{00000005-EDC7-FB48-BED7-D4CB7D68C099}"/>
            </c:ext>
          </c:extLst>
        </c:ser>
        <c:ser>
          <c:idx val="7"/>
          <c:order val="7"/>
          <c:tx>
            <c:strRef>
              <c:f>'Sectoral Data'!$CN$27</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dLbl>
              <c:idx val="2"/>
              <c:layout>
                <c:manualLayout>
                  <c:x val="-1.1059378120428209E-2"/>
                  <c:y val="-0.1523114349087962"/>
                </c:manualLayout>
              </c:layout>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extLst>
                <c:ext xmlns:c15="http://schemas.microsoft.com/office/drawing/2012/chart" uri="{CE6537A1-D6FC-4f65-9D91-7224C49458BB}">
                  <c15:layout>
                    <c:manualLayout>
                      <c:w val="8.7811462276199986E-2"/>
                      <c:h val="0.1551708248803538"/>
                    </c:manualLayout>
                  </c15:layout>
                </c:ext>
                <c:ext xmlns:c16="http://schemas.microsoft.com/office/drawing/2014/chart" uri="{C3380CC4-5D6E-409C-BE32-E72D297353CC}">
                  <c16:uniqueId val="{00000000-A8DE-5E45-AA5D-D38896F9D92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'Sectoral Data'!$CO$19:$CS$19</c:f>
              <c:strCache>
                <c:ptCount val="5"/>
                <c:pt idx="0">
                  <c:v>NIFTY IT</c:v>
                </c:pt>
                <c:pt idx="1">
                  <c:v>NIFTY Bank</c:v>
                </c:pt>
                <c:pt idx="2">
                  <c:v>NIFTY Pharma</c:v>
                </c:pt>
                <c:pt idx="3">
                  <c:v>NIFTY FMCG</c:v>
                </c:pt>
                <c:pt idx="4">
                  <c:v>NIFTY Infra</c:v>
                </c:pt>
              </c:strCache>
            </c:strRef>
          </c:cat>
          <c:val>
            <c:numRef>
              <c:f>'Sectoral Data'!$CO$27:$CS$27</c:f>
              <c:numCache>
                <c:formatCode>0%</c:formatCode>
                <c:ptCount val="5"/>
                <c:pt idx="0">
                  <c:v>0.17714988333881138</c:v>
                </c:pt>
                <c:pt idx="1">
                  <c:v>9.2374188549799133E-2</c:v>
                </c:pt>
                <c:pt idx="2">
                  <c:v>0.16069002853010866</c:v>
                </c:pt>
                <c:pt idx="3">
                  <c:v>8.7053599204488588E-2</c:v>
                </c:pt>
                <c:pt idx="4">
                  <c:v>0.15256188476570842</c:v>
                </c:pt>
              </c:numCache>
            </c:numRef>
          </c:val>
          <c:extLst>
            <c:ext xmlns:c16="http://schemas.microsoft.com/office/drawing/2014/chart" uri="{C3380CC4-5D6E-409C-BE32-E72D297353CC}">
              <c16:uniqueId val="{00000006-EDC7-FB48-BED7-D4CB7D68C099}"/>
            </c:ext>
          </c:extLst>
        </c:ser>
        <c:dLbls>
          <c:showLegendKey val="0"/>
          <c:showVal val="0"/>
          <c:showCatName val="0"/>
          <c:showSerName val="0"/>
          <c:showPercent val="0"/>
          <c:showBubbleSize val="0"/>
        </c:dLbls>
        <c:gapWidth val="219"/>
        <c:overlap val="-27"/>
        <c:axId val="1139168815"/>
        <c:axId val="1030013344"/>
      </c:barChart>
      <c:catAx>
        <c:axId val="1139168815"/>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030013344"/>
        <c:crosses val="autoZero"/>
        <c:auto val="1"/>
        <c:lblAlgn val="ctr"/>
        <c:lblOffset val="100"/>
        <c:noMultiLvlLbl val="0"/>
      </c:catAx>
      <c:valAx>
        <c:axId val="1030013344"/>
        <c:scaling>
          <c:orientation val="minMax"/>
          <c:max val="0.7"/>
          <c:min val="-0.3"/>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1391688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userShapes r:id="rId4"/>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'Volatility Analysis'!$P$6</c:f>
              <c:strCache>
                <c:ptCount val="1"/>
                <c:pt idx="0">
                  <c:v>2015</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Analysis'!$Q$6:$T$6</c:f>
              <c:numCache>
                <c:formatCode>0.0%</c:formatCode>
                <c:ptCount val="4"/>
                <c:pt idx="0">
                  <c:v>0.16191354293148974</c:v>
                </c:pt>
                <c:pt idx="1">
                  <c:v>0.18243701664223608</c:v>
                </c:pt>
                <c:pt idx="2">
                  <c:v>0.22042196659694072</c:v>
                </c:pt>
                <c:pt idx="3">
                  <c:v>0.16185459506867053</c:v>
                </c:pt>
              </c:numCache>
            </c:numRef>
          </c:val>
          <c:extLst>
            <c:ext xmlns:c16="http://schemas.microsoft.com/office/drawing/2014/chart" uri="{C3380CC4-5D6E-409C-BE32-E72D297353CC}">
              <c16:uniqueId val="{00000000-41A8-3D44-98DD-6788BAC73D78}"/>
            </c:ext>
          </c:extLst>
        </c:ser>
        <c:ser>
          <c:idx val="1"/>
          <c:order val="1"/>
          <c:tx>
            <c:strRef>
              <c:f>'Volatility Analysis'!$P$7</c:f>
              <c:strCache>
                <c:ptCount val="1"/>
                <c:pt idx="0">
                  <c:v>2016</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Analysis'!$Q$7:$T$7</c:f>
              <c:numCache>
                <c:formatCode>0.0%</c:formatCode>
                <c:ptCount val="4"/>
                <c:pt idx="0">
                  <c:v>0.15159003169843585</c:v>
                </c:pt>
                <c:pt idx="1">
                  <c:v>0.17985401764861145</c:v>
                </c:pt>
                <c:pt idx="2">
                  <c:v>0.2230889579877684</c:v>
                </c:pt>
                <c:pt idx="3">
                  <c:v>0.14867079552324036</c:v>
                </c:pt>
              </c:numCache>
            </c:numRef>
          </c:val>
          <c:extLst>
            <c:ext xmlns:c16="http://schemas.microsoft.com/office/drawing/2014/chart" uri="{C3380CC4-5D6E-409C-BE32-E72D297353CC}">
              <c16:uniqueId val="{00000001-41A8-3D44-98DD-6788BAC73D78}"/>
            </c:ext>
          </c:extLst>
        </c:ser>
        <c:ser>
          <c:idx val="2"/>
          <c:order val="2"/>
          <c:tx>
            <c:strRef>
              <c:f>'Volatility Analysis'!$P$8</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Analysis'!$Q$8:$T$8</c:f>
              <c:numCache>
                <c:formatCode>0.0%</c:formatCode>
                <c:ptCount val="4"/>
                <c:pt idx="0">
                  <c:v>9.0303058766646502E-2</c:v>
                </c:pt>
                <c:pt idx="1">
                  <c:v>0.133912615341336</c:v>
                </c:pt>
                <c:pt idx="2">
                  <c:v>0.16217531671611191</c:v>
                </c:pt>
                <c:pt idx="3">
                  <c:v>8.9240745241009237E-2</c:v>
                </c:pt>
              </c:numCache>
            </c:numRef>
          </c:val>
          <c:extLst>
            <c:ext xmlns:c16="http://schemas.microsoft.com/office/drawing/2014/chart" uri="{C3380CC4-5D6E-409C-BE32-E72D297353CC}">
              <c16:uniqueId val="{00000002-41A8-3D44-98DD-6788BAC73D78}"/>
            </c:ext>
          </c:extLst>
        </c:ser>
        <c:ser>
          <c:idx val="3"/>
          <c:order val="3"/>
          <c:tx>
            <c:strRef>
              <c:f>'Volatility Analysis'!$P$9</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Analysis'!$Q$9:$T$9</c:f>
              <c:numCache>
                <c:formatCode>0.0%</c:formatCode>
                <c:ptCount val="4"/>
                <c:pt idx="0">
                  <c:v>0.12870067358671231</c:v>
                </c:pt>
                <c:pt idx="1">
                  <c:v>0.18065167611825136</c:v>
                </c:pt>
                <c:pt idx="2">
                  <c:v>0.2185988537222269</c:v>
                </c:pt>
                <c:pt idx="3">
                  <c:v>0.12587443910765875</c:v>
                </c:pt>
              </c:numCache>
            </c:numRef>
          </c:val>
          <c:extLst>
            <c:ext xmlns:c16="http://schemas.microsoft.com/office/drawing/2014/chart" uri="{C3380CC4-5D6E-409C-BE32-E72D297353CC}">
              <c16:uniqueId val="{00000003-41A8-3D44-98DD-6788BAC73D78}"/>
            </c:ext>
          </c:extLst>
        </c:ser>
        <c:ser>
          <c:idx val="4"/>
          <c:order val="4"/>
          <c:tx>
            <c:strRef>
              <c:f>'Volatility Analysis'!$P$10</c:f>
              <c:strCache>
                <c:ptCount val="1"/>
                <c:pt idx="0">
                  <c:v>2019</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Analysis'!$Q$10:$T$10</c:f>
              <c:numCache>
                <c:formatCode>0.0%</c:formatCode>
                <c:ptCount val="4"/>
                <c:pt idx="0">
                  <c:v>0.1379486090977553</c:v>
                </c:pt>
                <c:pt idx="1">
                  <c:v>0.16415921757012925</c:v>
                </c:pt>
                <c:pt idx="2">
                  <c:v>0.17287444968386931</c:v>
                </c:pt>
                <c:pt idx="3">
                  <c:v>0.13749367730101325</c:v>
                </c:pt>
              </c:numCache>
            </c:numRef>
          </c:val>
          <c:extLst>
            <c:ext xmlns:c16="http://schemas.microsoft.com/office/drawing/2014/chart" uri="{C3380CC4-5D6E-409C-BE32-E72D297353CC}">
              <c16:uniqueId val="{00000004-41A8-3D44-98DD-6788BAC73D78}"/>
            </c:ext>
          </c:extLst>
        </c:ser>
        <c:ser>
          <c:idx val="5"/>
          <c:order val="5"/>
          <c:tx>
            <c:strRef>
              <c:f>'Volatility Analysis'!$P$11</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Analysis'!$Q$11:$T$11</c:f>
              <c:numCache>
                <c:formatCode>0.0%</c:formatCode>
                <c:ptCount val="4"/>
                <c:pt idx="0">
                  <c:v>0.31221750594825748</c:v>
                </c:pt>
                <c:pt idx="1">
                  <c:v>0.29093762979877863</c:v>
                </c:pt>
                <c:pt idx="2">
                  <c:v>0.30533501333808255</c:v>
                </c:pt>
                <c:pt idx="3">
                  <c:v>0.31888388519686361</c:v>
                </c:pt>
              </c:numCache>
            </c:numRef>
          </c:val>
          <c:extLst>
            <c:ext xmlns:c16="http://schemas.microsoft.com/office/drawing/2014/chart" uri="{C3380CC4-5D6E-409C-BE32-E72D297353CC}">
              <c16:uniqueId val="{00000005-41A8-3D44-98DD-6788BAC73D78}"/>
            </c:ext>
          </c:extLst>
        </c:ser>
        <c:ser>
          <c:idx val="6"/>
          <c:order val="6"/>
          <c:tx>
            <c:strRef>
              <c:f>'Volatility Analysis'!$P$12</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Analysis'!$Q$12:$T$12</c:f>
              <c:numCache>
                <c:formatCode>0.0%</c:formatCode>
                <c:ptCount val="4"/>
                <c:pt idx="0">
                  <c:v>0.15652601835220081</c:v>
                </c:pt>
                <c:pt idx="1">
                  <c:v>0.18571565241040178</c:v>
                </c:pt>
                <c:pt idx="2">
                  <c:v>0.18347838337813407</c:v>
                </c:pt>
                <c:pt idx="3">
                  <c:v>0.158179454064383</c:v>
                </c:pt>
              </c:numCache>
            </c:numRef>
          </c:val>
          <c:extLst>
            <c:ext xmlns:c16="http://schemas.microsoft.com/office/drawing/2014/chart" uri="{C3380CC4-5D6E-409C-BE32-E72D297353CC}">
              <c16:uniqueId val="{00000006-41A8-3D44-98DD-6788BAC73D78}"/>
            </c:ext>
          </c:extLst>
        </c:ser>
        <c:ser>
          <c:idx val="7"/>
          <c:order val="7"/>
          <c:tx>
            <c:strRef>
              <c:f>'Volatility Analysis'!$P$13</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Analysis'!$Q$13:$T$13</c:f>
              <c:numCache>
                <c:formatCode>0.0%</c:formatCode>
                <c:ptCount val="4"/>
                <c:pt idx="0">
                  <c:v>0.17324491153432667</c:v>
                </c:pt>
                <c:pt idx="1">
                  <c:v>0.20604274393820737</c:v>
                </c:pt>
                <c:pt idx="2">
                  <c:v>0.22723065123751679</c:v>
                </c:pt>
                <c:pt idx="3">
                  <c:v>0.17487756212098327</c:v>
                </c:pt>
              </c:numCache>
            </c:numRef>
          </c:val>
          <c:extLst>
            <c:ext xmlns:c16="http://schemas.microsoft.com/office/drawing/2014/chart" uri="{C3380CC4-5D6E-409C-BE32-E72D297353CC}">
              <c16:uniqueId val="{00000007-41A8-3D44-98DD-6788BAC73D78}"/>
            </c:ext>
          </c:extLst>
        </c:ser>
        <c:ser>
          <c:idx val="8"/>
          <c:order val="8"/>
          <c:tx>
            <c:strRef>
              <c:f>'Volatility Analysis'!$P$14</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Analysis'!$Q$14:$T$14</c:f>
              <c:numCache>
                <c:formatCode>0.0%</c:formatCode>
                <c:ptCount val="4"/>
                <c:pt idx="0">
                  <c:v>9.8193154816095043E-2</c:v>
                </c:pt>
                <c:pt idx="1">
                  <c:v>0.11904187655922073</c:v>
                </c:pt>
                <c:pt idx="2">
                  <c:v>0.13889374127690651</c:v>
                </c:pt>
                <c:pt idx="3">
                  <c:v>9.9054708148786738E-2</c:v>
                </c:pt>
              </c:numCache>
            </c:numRef>
          </c:val>
          <c:extLst>
            <c:ext xmlns:c16="http://schemas.microsoft.com/office/drawing/2014/chart" uri="{C3380CC4-5D6E-409C-BE32-E72D297353CC}">
              <c16:uniqueId val="{00000008-41A8-3D44-98DD-6788BAC73D78}"/>
            </c:ext>
          </c:extLst>
        </c:ser>
        <c:ser>
          <c:idx val="9"/>
          <c:order val="9"/>
          <c:tx>
            <c:strRef>
              <c:f>'Volatility Analysis'!$P$15</c:f>
              <c:strCache>
                <c:ptCount val="1"/>
                <c:pt idx="0">
                  <c:v>2024</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Analysis'!$Q$15:$T$15</c:f>
              <c:numCache>
                <c:formatCode>0.0%</c:formatCode>
                <c:ptCount val="4"/>
                <c:pt idx="0">
                  <c:v>0.13947884374789754</c:v>
                </c:pt>
                <c:pt idx="1">
                  <c:v>0.18733088586647623</c:v>
                </c:pt>
                <c:pt idx="2">
                  <c:v>0.21558455609512905</c:v>
                </c:pt>
                <c:pt idx="3">
                  <c:v>0.13875790816195216</c:v>
                </c:pt>
              </c:numCache>
            </c:numRef>
          </c:val>
          <c:extLst>
            <c:ext xmlns:c16="http://schemas.microsoft.com/office/drawing/2014/chart" uri="{C3380CC4-5D6E-409C-BE32-E72D297353CC}">
              <c16:uniqueId val="{00000009-41A8-3D44-98DD-6788BAC73D78}"/>
            </c:ext>
          </c:extLst>
        </c:ser>
        <c:ser>
          <c:idx val="10"/>
          <c:order val="10"/>
          <c:tx>
            <c:strRef>
              <c:f>'Volatility Analysis'!$P$16</c:f>
              <c:strCache>
                <c:ptCount val="1"/>
                <c:pt idx="0">
                  <c:v>2025</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'Volatility Analysis'!$Q$5:$T$5</c:f>
              <c:strCache>
                <c:ptCount val="4"/>
                <c:pt idx="0">
                  <c:v>Nifty 50</c:v>
                </c:pt>
                <c:pt idx="1">
                  <c:v>NIFTY MIDCAP 100</c:v>
                </c:pt>
                <c:pt idx="2">
                  <c:v>NIFTY SMALLCAP 100</c:v>
                </c:pt>
                <c:pt idx="3">
                  <c:v>BSE SENSEX</c:v>
                </c:pt>
              </c:strCache>
            </c:strRef>
          </c:cat>
          <c:val>
            <c:numRef>
              <c:f>'Volatility Analysis'!$Q$16:$T$16</c:f>
              <c:numCache>
                <c:formatCode>0.0%</c:formatCode>
                <c:ptCount val="4"/>
                <c:pt idx="0">
                  <c:v>0.12406681728265184</c:v>
                </c:pt>
                <c:pt idx="1">
                  <c:v>0.23714947709991521</c:v>
                </c:pt>
                <c:pt idx="2">
                  <c:v>0.28639420914324093</c:v>
                </c:pt>
                <c:pt idx="3">
                  <c:v>0.12525468165814568</c:v>
                </c:pt>
              </c:numCache>
            </c:numRef>
          </c:val>
          <c:extLst>
            <c:ext xmlns:c16="http://schemas.microsoft.com/office/drawing/2014/chart" uri="{C3380CC4-5D6E-409C-BE32-E72D297353CC}">
              <c16:uniqueId val="{0000000A-41A8-3D44-98DD-6788BAC73D78}"/>
            </c:ext>
          </c:extLst>
        </c:ser>
        <c:ser>
          <c:idx val="11"/>
          <c:order val="11"/>
          <c:tx>
            <c:strRef>
              <c:f>'Volatility Analysis'!$P$17</c:f>
              <c:strCache>
                <c:ptCount val="1"/>
                <c:pt idx="0">
                  <c:v>Average</c:v>
                </c:pt>
              </c:strCache>
            </c:strRef>
          </c:tx>
          <c:spPr>
            <a:solidFill>
              <a:srgbClr val="00B0F0"/>
            </a:solidFill>
            <a:ln>
              <a:noFill/>
            </a:ln>
            <a:effectLst>
              <a:outerShdw blurRad="50800" dist="38100" dir="2700000" algn="tl" rotWithShape="0">
                <a:prstClr val="black">
                  <a:alpha val="40000"/>
                </a:prstClr>
              </a:outerShdw>
            </a:effectLst>
          </c:spPr>
          <c:invertIfNegative val="0"/>
          <c:dLbls>
            <c:dLbl>
              <c:idx val="0"/>
              <c:layout>
                <c:manualLayout>
                  <c:x val="-4.5751633986928102E-2"/>
                  <c:y val="-0.140673340484867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1A8-3D44-98DD-6788BAC73D78}"/>
                </c:ext>
              </c:extLst>
            </c:dLbl>
            <c:dLbl>
              <c:idx val="1"/>
              <c:layout>
                <c:manualLayout>
                  <c:x val="-4.357298474945534E-2"/>
                  <c:y val="-0.12985231429372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206-C345-9555-1ECB612A2F73}"/>
                </c:ext>
              </c:extLst>
            </c:dLbl>
            <c:dLbl>
              <c:idx val="2"/>
              <c:layout>
                <c:manualLayout>
                  <c:x val="2.3965141612200275E-2"/>
                  <c:y val="-0.146083853580438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06-C345-9555-1ECB612A2F7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F0"/>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'Volatility Analysis'!$Q$5:$T$5</c:f>
              <c:strCache>
                <c:ptCount val="4"/>
                <c:pt idx="0">
                  <c:v>Nifty 50</c:v>
                </c:pt>
                <c:pt idx="1">
                  <c:v>NIFTY MIDCAP 100</c:v>
                </c:pt>
                <c:pt idx="2">
                  <c:v>NIFTY SMALLCAP 100</c:v>
                </c:pt>
                <c:pt idx="3">
                  <c:v>BSE SENSEX</c:v>
                </c:pt>
              </c:strCache>
            </c:strRef>
          </c:cat>
          <c:val>
            <c:numRef>
              <c:f>'Volatility Analysis'!$Q$17:$T$17</c:f>
              <c:numCache>
                <c:formatCode>0.0%</c:formatCode>
                <c:ptCount val="4"/>
                <c:pt idx="0">
                  <c:v>0.1521984697965881</c:v>
                </c:pt>
                <c:pt idx="1">
                  <c:v>0.1879302553630513</c:v>
                </c:pt>
                <c:pt idx="2">
                  <c:v>0.21400691810690245</c:v>
                </c:pt>
                <c:pt idx="3">
                  <c:v>0.15255840469024604</c:v>
                </c:pt>
              </c:numCache>
            </c:numRef>
          </c:val>
          <c:extLst>
            <c:ext xmlns:c16="http://schemas.microsoft.com/office/drawing/2014/chart" uri="{C3380CC4-5D6E-409C-BE32-E72D297353CC}">
              <c16:uniqueId val="{0000000B-41A8-3D44-98DD-6788BAC73D78}"/>
            </c:ext>
          </c:extLst>
        </c:ser>
        <c:dLbls>
          <c:showLegendKey val="0"/>
          <c:showVal val="0"/>
          <c:showCatName val="0"/>
          <c:showSerName val="0"/>
          <c:showPercent val="0"/>
          <c:showBubbleSize val="0"/>
        </c:dLbls>
        <c:gapWidth val="219"/>
        <c:overlap val="-27"/>
        <c:axId val="1899167744"/>
        <c:axId val="1899169456"/>
      </c:barChart>
      <c:catAx>
        <c:axId val="1899167744"/>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0" spcFirstLastPara="1" vertOverflow="ellipsis" wrap="square" anchor="t" anchorCtr="0"/>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899169456"/>
        <c:crosses val="autoZero"/>
        <c:auto val="0"/>
        <c:lblAlgn val="ctr"/>
        <c:lblOffset val="100"/>
        <c:noMultiLvlLbl val="0"/>
      </c:catAx>
      <c:valAx>
        <c:axId val="1899169456"/>
        <c:scaling>
          <c:orientation val="minMax"/>
          <c:max val="0.45"/>
          <c:min val="0.0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8991677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'Volatility Analysis'!$AS$6</c:f>
              <c:strCache>
                <c:ptCount val="1"/>
                <c:pt idx="0">
                  <c:v>2015</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Analysis'!$AT$6:$AX$6</c:f>
              <c:numCache>
                <c:formatCode>0.0%</c:formatCode>
                <c:ptCount val="5"/>
                <c:pt idx="0">
                  <c:v>0.17376367908124798</c:v>
                </c:pt>
                <c:pt idx="1">
                  <c:v>0.22460363094299035</c:v>
                </c:pt>
                <c:pt idx="2">
                  <c:v>0.21756333809007147</c:v>
                </c:pt>
                <c:pt idx="3">
                  <c:v>0.18163582481061508</c:v>
                </c:pt>
                <c:pt idx="4">
                  <c:v>0.20087906607325479</c:v>
                </c:pt>
              </c:numCache>
            </c:numRef>
          </c:val>
          <c:extLst>
            <c:ext xmlns:c16="http://schemas.microsoft.com/office/drawing/2014/chart" uri="{C3380CC4-5D6E-409C-BE32-E72D297353CC}">
              <c16:uniqueId val="{00000000-A659-FD4E-9EE2-8AB7986A8924}"/>
            </c:ext>
          </c:extLst>
        </c:ser>
        <c:ser>
          <c:idx val="1"/>
          <c:order val="1"/>
          <c:tx>
            <c:strRef>
              <c:f>'Volatility Analysis'!$AS$7</c:f>
              <c:strCache>
                <c:ptCount val="1"/>
                <c:pt idx="0">
                  <c:v>2016</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Analysis'!$AT$7:$AX$7</c:f>
              <c:numCache>
                <c:formatCode>0.0%</c:formatCode>
                <c:ptCount val="5"/>
                <c:pt idx="0">
                  <c:v>0.17224051208573121</c:v>
                </c:pt>
                <c:pt idx="1">
                  <c:v>0.20070254278437952</c:v>
                </c:pt>
                <c:pt idx="2">
                  <c:v>0.18650591299018754</c:v>
                </c:pt>
                <c:pt idx="3">
                  <c:v>0.17470141973453993</c:v>
                </c:pt>
                <c:pt idx="4">
                  <c:v>0.19500705303400748</c:v>
                </c:pt>
              </c:numCache>
            </c:numRef>
          </c:val>
          <c:extLst>
            <c:ext xmlns:c16="http://schemas.microsoft.com/office/drawing/2014/chart" uri="{C3380CC4-5D6E-409C-BE32-E72D297353CC}">
              <c16:uniqueId val="{00000001-A659-FD4E-9EE2-8AB7986A8924}"/>
            </c:ext>
          </c:extLst>
        </c:ser>
        <c:ser>
          <c:idx val="2"/>
          <c:order val="2"/>
          <c:tx>
            <c:strRef>
              <c:f>'Volatility Analysis'!$AS$8</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Analysis'!$AT$8:$AX$8</c:f>
              <c:numCache>
                <c:formatCode>0.0%</c:formatCode>
                <c:ptCount val="5"/>
                <c:pt idx="0">
                  <c:v>0.13777408417581088</c:v>
                </c:pt>
                <c:pt idx="1">
                  <c:v>0.12295700350199357</c:v>
                </c:pt>
                <c:pt idx="2">
                  <c:v>0.1914914632546828</c:v>
                </c:pt>
                <c:pt idx="3">
                  <c:v>0.1585886846896189</c:v>
                </c:pt>
                <c:pt idx="4">
                  <c:v>0.13297035229221341</c:v>
                </c:pt>
              </c:numCache>
            </c:numRef>
          </c:val>
          <c:extLst>
            <c:ext xmlns:c16="http://schemas.microsoft.com/office/drawing/2014/chart" uri="{C3380CC4-5D6E-409C-BE32-E72D297353CC}">
              <c16:uniqueId val="{00000002-A659-FD4E-9EE2-8AB7986A8924}"/>
            </c:ext>
          </c:extLst>
        </c:ser>
        <c:ser>
          <c:idx val="3"/>
          <c:order val="3"/>
          <c:tx>
            <c:strRef>
              <c:f>'Volatility Analysis'!$AS$9</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Analysis'!$AT$9:$AX$9</c:f>
              <c:numCache>
                <c:formatCode>0.0%</c:formatCode>
                <c:ptCount val="5"/>
                <c:pt idx="0">
                  <c:v>0.19332278169713427</c:v>
                </c:pt>
                <c:pt idx="1">
                  <c:v>0.15299782124658357</c:v>
                </c:pt>
                <c:pt idx="2">
                  <c:v>0.21551543692867328</c:v>
                </c:pt>
                <c:pt idx="3">
                  <c:v>0.151175800680169</c:v>
                </c:pt>
                <c:pt idx="4">
                  <c:v>0.16215654302616378</c:v>
                </c:pt>
              </c:numCache>
            </c:numRef>
          </c:val>
          <c:extLst>
            <c:ext xmlns:c16="http://schemas.microsoft.com/office/drawing/2014/chart" uri="{C3380CC4-5D6E-409C-BE32-E72D297353CC}">
              <c16:uniqueId val="{00000003-A659-FD4E-9EE2-8AB7986A8924}"/>
            </c:ext>
          </c:extLst>
        </c:ser>
        <c:ser>
          <c:idx val="4"/>
          <c:order val="4"/>
          <c:tx>
            <c:strRef>
              <c:f>'Volatility Analysis'!$AS$10</c:f>
              <c:strCache>
                <c:ptCount val="1"/>
                <c:pt idx="0">
                  <c:v>2019</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Analysis'!$AT$10:$AX$10</c:f>
              <c:numCache>
                <c:formatCode>0.0%</c:formatCode>
                <c:ptCount val="5"/>
                <c:pt idx="0">
                  <c:v>0.15623413674910971</c:v>
                </c:pt>
                <c:pt idx="1">
                  <c:v>0.20004350391617098</c:v>
                </c:pt>
                <c:pt idx="2">
                  <c:v>0.17837358190626695</c:v>
                </c:pt>
                <c:pt idx="3">
                  <c:v>0.12825578624983619</c:v>
                </c:pt>
                <c:pt idx="4">
                  <c:v>0.17304002840582328</c:v>
                </c:pt>
              </c:numCache>
            </c:numRef>
          </c:val>
          <c:extLst>
            <c:ext xmlns:c16="http://schemas.microsoft.com/office/drawing/2014/chart" uri="{C3380CC4-5D6E-409C-BE32-E72D297353CC}">
              <c16:uniqueId val="{00000004-A659-FD4E-9EE2-8AB7986A8924}"/>
            </c:ext>
          </c:extLst>
        </c:ser>
        <c:ser>
          <c:idx val="5"/>
          <c:order val="5"/>
          <c:tx>
            <c:strRef>
              <c:f>'Volatility Analysis'!$AS$11</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Analysis'!$AT$11:$AX$11</c:f>
              <c:numCache>
                <c:formatCode>0.0%</c:formatCode>
                <c:ptCount val="5"/>
                <c:pt idx="0">
                  <c:v>0.32611207957835958</c:v>
                </c:pt>
                <c:pt idx="1">
                  <c:v>0.43051810107579941</c:v>
                </c:pt>
                <c:pt idx="2">
                  <c:v>0.30759861680459494</c:v>
                </c:pt>
                <c:pt idx="3">
                  <c:v>0.26148610043324227</c:v>
                </c:pt>
                <c:pt idx="4">
                  <c:v>0.29974024527183418</c:v>
                </c:pt>
              </c:numCache>
            </c:numRef>
          </c:val>
          <c:extLst>
            <c:ext xmlns:c16="http://schemas.microsoft.com/office/drawing/2014/chart" uri="{C3380CC4-5D6E-409C-BE32-E72D297353CC}">
              <c16:uniqueId val="{00000005-A659-FD4E-9EE2-8AB7986A8924}"/>
            </c:ext>
          </c:extLst>
        </c:ser>
        <c:ser>
          <c:idx val="6"/>
          <c:order val="6"/>
          <c:tx>
            <c:strRef>
              <c:f>'Volatility Analysis'!$AS$12</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Analysis'!$AT$12:$AX$12</c:f>
              <c:numCache>
                <c:formatCode>0.0%</c:formatCode>
                <c:ptCount val="5"/>
                <c:pt idx="0">
                  <c:v>0.20214560566345449</c:v>
                </c:pt>
                <c:pt idx="1">
                  <c:v>0.23032994053939043</c:v>
                </c:pt>
                <c:pt idx="2">
                  <c:v>0.1813869925892771</c:v>
                </c:pt>
                <c:pt idx="3">
                  <c:v>0.13582521190742491</c:v>
                </c:pt>
                <c:pt idx="4">
                  <c:v>0.17529326086569114</c:v>
                </c:pt>
              </c:numCache>
            </c:numRef>
          </c:val>
          <c:extLst>
            <c:ext xmlns:c16="http://schemas.microsoft.com/office/drawing/2014/chart" uri="{C3380CC4-5D6E-409C-BE32-E72D297353CC}">
              <c16:uniqueId val="{00000006-A659-FD4E-9EE2-8AB7986A8924}"/>
            </c:ext>
          </c:extLst>
        </c:ser>
        <c:ser>
          <c:idx val="7"/>
          <c:order val="7"/>
          <c:tx>
            <c:strRef>
              <c:f>'Volatility Analysis'!$AS$13</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Analysis'!$AT$13:$AX$13</c:f>
              <c:numCache>
                <c:formatCode>0.0%</c:formatCode>
                <c:ptCount val="5"/>
                <c:pt idx="0">
                  <c:v>0.24630655453881295</c:v>
                </c:pt>
                <c:pt idx="1">
                  <c:v>0.21152349536383983</c:v>
                </c:pt>
                <c:pt idx="2">
                  <c:v>0.16485180794393134</c:v>
                </c:pt>
                <c:pt idx="3">
                  <c:v>0.16299240784323496</c:v>
                </c:pt>
                <c:pt idx="4">
                  <c:v>0.18112913228661259</c:v>
                </c:pt>
              </c:numCache>
            </c:numRef>
          </c:val>
          <c:extLst>
            <c:ext xmlns:c16="http://schemas.microsoft.com/office/drawing/2014/chart" uri="{C3380CC4-5D6E-409C-BE32-E72D297353CC}">
              <c16:uniqueId val="{00000007-A659-FD4E-9EE2-8AB7986A8924}"/>
            </c:ext>
          </c:extLst>
        </c:ser>
        <c:ser>
          <c:idx val="8"/>
          <c:order val="8"/>
          <c:tx>
            <c:strRef>
              <c:f>'Volatility Analysis'!$AS$14</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Analysis'!$AT$14:$AX$14</c:f>
              <c:numCache>
                <c:formatCode>0.0%</c:formatCode>
                <c:ptCount val="5"/>
                <c:pt idx="0">
                  <c:v>0.17841311669018853</c:v>
                </c:pt>
                <c:pt idx="1">
                  <c:v>0.12727535288674516</c:v>
                </c:pt>
                <c:pt idx="2">
                  <c:v>0.11986534459481246</c:v>
                </c:pt>
                <c:pt idx="3">
                  <c:v>0.10695951488288295</c:v>
                </c:pt>
                <c:pt idx="4">
                  <c:v>0.11232179678105962</c:v>
                </c:pt>
              </c:numCache>
            </c:numRef>
          </c:val>
          <c:extLst>
            <c:ext xmlns:c16="http://schemas.microsoft.com/office/drawing/2014/chart" uri="{C3380CC4-5D6E-409C-BE32-E72D297353CC}">
              <c16:uniqueId val="{00000008-A659-FD4E-9EE2-8AB7986A8924}"/>
            </c:ext>
          </c:extLst>
        </c:ser>
        <c:ser>
          <c:idx val="9"/>
          <c:order val="9"/>
          <c:tx>
            <c:strRef>
              <c:f>'Volatility Analysis'!$AS$15</c:f>
              <c:strCache>
                <c:ptCount val="1"/>
                <c:pt idx="0">
                  <c:v>2024</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Analysis'!$AT$15:$AX$15</c:f>
              <c:numCache>
                <c:formatCode>0.0%</c:formatCode>
                <c:ptCount val="5"/>
                <c:pt idx="0">
                  <c:v>0.19482020742841452</c:v>
                </c:pt>
                <c:pt idx="1">
                  <c:v>0.17457673588770375</c:v>
                </c:pt>
                <c:pt idx="2">
                  <c:v>0.14679506559806424</c:v>
                </c:pt>
                <c:pt idx="3">
                  <c:v>0.13890250586487679</c:v>
                </c:pt>
                <c:pt idx="4">
                  <c:v>0.20037567494034336</c:v>
                </c:pt>
              </c:numCache>
            </c:numRef>
          </c:val>
          <c:extLst>
            <c:ext xmlns:c16="http://schemas.microsoft.com/office/drawing/2014/chart" uri="{C3380CC4-5D6E-409C-BE32-E72D297353CC}">
              <c16:uniqueId val="{00000009-A659-FD4E-9EE2-8AB7986A8924}"/>
            </c:ext>
          </c:extLst>
        </c:ser>
        <c:ser>
          <c:idx val="10"/>
          <c:order val="10"/>
          <c:tx>
            <c:strRef>
              <c:f>'Volatility Analysis'!$AS$16</c:f>
              <c:strCache>
                <c:ptCount val="1"/>
                <c:pt idx="0">
                  <c:v>2025</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'Volatility Analysis'!$AT$5:$AX$5</c:f>
              <c:strCache>
                <c:ptCount val="5"/>
                <c:pt idx="0">
                  <c:v>NIFTY IT</c:v>
                </c:pt>
                <c:pt idx="1">
                  <c:v>NIFTY Bank</c:v>
                </c:pt>
                <c:pt idx="2">
                  <c:v>NIFTY Pharma</c:v>
                </c:pt>
                <c:pt idx="3">
                  <c:v>NIFTY FMCG</c:v>
                </c:pt>
                <c:pt idx="4">
                  <c:v>NIFTY Infra</c:v>
                </c:pt>
              </c:strCache>
            </c:strRef>
          </c:cat>
          <c:val>
            <c:numRef>
              <c:f>'Volatility Analysis'!$AT$16:$AX$16</c:f>
              <c:numCache>
                <c:formatCode>0.0%</c:formatCode>
                <c:ptCount val="5"/>
                <c:pt idx="0">
                  <c:v>0.22974466499777851</c:v>
                </c:pt>
                <c:pt idx="1">
                  <c:v>0.1460213380230907</c:v>
                </c:pt>
                <c:pt idx="2">
                  <c:v>0.19236035480699296</c:v>
                </c:pt>
                <c:pt idx="3">
                  <c:v>0.15273226702142173</c:v>
                </c:pt>
                <c:pt idx="4">
                  <c:v>0.17547999399181205</c:v>
                </c:pt>
              </c:numCache>
            </c:numRef>
          </c:val>
          <c:extLst>
            <c:ext xmlns:c16="http://schemas.microsoft.com/office/drawing/2014/chart" uri="{C3380CC4-5D6E-409C-BE32-E72D297353CC}">
              <c16:uniqueId val="{0000000A-A659-FD4E-9EE2-8AB7986A8924}"/>
            </c:ext>
          </c:extLst>
        </c:ser>
        <c:ser>
          <c:idx val="11"/>
          <c:order val="11"/>
          <c:tx>
            <c:strRef>
              <c:f>'Volatility Analysis'!$AS$17</c:f>
              <c:strCache>
                <c:ptCount val="1"/>
                <c:pt idx="0">
                  <c:v>Average</c:v>
                </c:pt>
              </c:strCache>
            </c:strRef>
          </c:tx>
          <c:spPr>
            <a:solidFill>
              <a:srgbClr val="00B0F0"/>
            </a:solidFill>
            <a:ln>
              <a:noFill/>
            </a:ln>
            <a:effectLst>
              <a:outerShdw blurRad="50800" dist="38100" dir="2700000" algn="tl" rotWithShape="0">
                <a:prstClr val="black">
                  <a:alpha val="40000"/>
                </a:prstClr>
              </a:outerShdw>
            </a:effectLst>
          </c:spPr>
          <c:invertIfNegative val="0"/>
          <c:dLbls>
            <c:dLbl>
              <c:idx val="0"/>
              <c:layout>
                <c:manualLayout>
                  <c:x val="-2.2831062541471187E-3"/>
                  <c:y val="-5.9354669857174906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B94-2044-ADA9-689FB94C01BF}"/>
                </c:ext>
              </c:extLst>
            </c:dLbl>
            <c:dLbl>
              <c:idx val="1"/>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extLst>
                <c:ext xmlns:c16="http://schemas.microsoft.com/office/drawing/2014/chart" uri="{C3380CC4-5D6E-409C-BE32-E72D297353CC}">
                  <c16:uniqueId val="{00000000-EB94-2044-ADA9-689FB94C01BF}"/>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'Volatility Analysis'!$AT$5:$AX$5</c:f>
              <c:strCache>
                <c:ptCount val="5"/>
                <c:pt idx="0">
                  <c:v>NIFTY IT</c:v>
                </c:pt>
                <c:pt idx="1">
                  <c:v>NIFTY Bank</c:v>
                </c:pt>
                <c:pt idx="2">
                  <c:v>NIFTY Pharma</c:v>
                </c:pt>
                <c:pt idx="3">
                  <c:v>NIFTY FMCG</c:v>
                </c:pt>
                <c:pt idx="4">
                  <c:v>NIFTY Infra</c:v>
                </c:pt>
              </c:strCache>
            </c:strRef>
          </c:cat>
          <c:val>
            <c:numRef>
              <c:f>'Volatility Analysis'!$AT$17:$AX$17</c:f>
              <c:numCache>
                <c:formatCode>0%</c:formatCode>
                <c:ptCount val="5"/>
                <c:pt idx="0">
                  <c:v>0.20098885660782206</c:v>
                </c:pt>
                <c:pt idx="1">
                  <c:v>0.20195904237897155</c:v>
                </c:pt>
                <c:pt idx="2">
                  <c:v>0.19111890140977775</c:v>
                </c:pt>
                <c:pt idx="3">
                  <c:v>0.15938686582889663</c:v>
                </c:pt>
                <c:pt idx="4">
                  <c:v>0.18258119517898325</c:v>
                </c:pt>
              </c:numCache>
            </c:numRef>
          </c:val>
          <c:extLst>
            <c:ext xmlns:c16="http://schemas.microsoft.com/office/drawing/2014/chart" uri="{C3380CC4-5D6E-409C-BE32-E72D297353CC}">
              <c16:uniqueId val="{0000000B-A659-FD4E-9EE2-8AB7986A8924}"/>
            </c:ext>
          </c:extLst>
        </c:ser>
        <c:dLbls>
          <c:showLegendKey val="0"/>
          <c:showVal val="0"/>
          <c:showCatName val="0"/>
          <c:showSerName val="0"/>
          <c:showPercent val="0"/>
          <c:showBubbleSize val="0"/>
        </c:dLbls>
        <c:gapWidth val="219"/>
        <c:overlap val="-27"/>
        <c:axId val="1928127840"/>
        <c:axId val="1925310960"/>
      </c:barChart>
      <c:catAx>
        <c:axId val="1928127840"/>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t" anchorCtr="0"/>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25310960"/>
        <c:crosses val="autoZero"/>
        <c:auto val="0"/>
        <c:lblAlgn val="ctr"/>
        <c:lblOffset val="100"/>
        <c:noMultiLvlLbl val="0"/>
      </c:catAx>
      <c:valAx>
        <c:axId val="1925310960"/>
        <c:scaling>
          <c:orientation val="minMax"/>
          <c:max val="0.45"/>
          <c:min val="0.0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28127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'[India-Databook.xlsx]Volatility Analysis'!$BN$5:$BN$26</c:f>
              <c:strCache>
                <c:ptCount val="22"/>
                <c:pt idx="0">
                  <c:v>Nifty 50</c:v>
                </c:pt>
              </c:strCache>
            </c:strRef>
          </c:tx>
          <c:spPr>
            <a:ln w="12700" cap="rnd">
              <a:solidFill>
                <a:srgbClr val="002060"/>
              </a:solidFill>
              <a:round/>
            </a:ln>
            <a:effectLst/>
          </c:spPr>
          <c:marker>
            <c:symbol val="none"/>
          </c:marker>
          <c:cat>
            <c:numRef>
              <c:f>'[India-Databook.xlsx]Volatility Analysis'!$BM$27:$BM$2544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'[India-Databook.xlsx]Volatility Analysis'!$BN$27:$BN$2544</c:f>
              <c:numCache>
                <c:formatCode>0.00%</c:formatCode>
                <c:ptCount val="2518"/>
                <c:pt idx="0">
                  <c:v>1.1864498956459366E-2</c:v>
                </c:pt>
                <c:pt idx="1">
                  <c:v>1.1605820816433214E-2</c:v>
                </c:pt>
                <c:pt idx="2">
                  <c:v>1.1456112609714918E-2</c:v>
                </c:pt>
                <c:pt idx="3">
                  <c:v>1.1493565790770384E-2</c:v>
                </c:pt>
                <c:pt idx="4">
                  <c:v>8.9263102780219369E-3</c:v>
                </c:pt>
                <c:pt idx="5">
                  <c:v>9.0461271275494894E-3</c:v>
                </c:pt>
                <c:pt idx="6">
                  <c:v>9.4008387028460937E-3</c:v>
                </c:pt>
                <c:pt idx="7">
                  <c:v>9.3735110664528633E-3</c:v>
                </c:pt>
                <c:pt idx="8">
                  <c:v>9.4296172575879487E-3</c:v>
                </c:pt>
                <c:pt idx="9">
                  <c:v>9.5256640984175932E-3</c:v>
                </c:pt>
                <c:pt idx="10">
                  <c:v>9.6267932369681619E-3</c:v>
                </c:pt>
                <c:pt idx="11">
                  <c:v>8.047731205349384E-3</c:v>
                </c:pt>
                <c:pt idx="12">
                  <c:v>8.1224321609486942E-3</c:v>
                </c:pt>
                <c:pt idx="13">
                  <c:v>8.1076736277362355E-3</c:v>
                </c:pt>
                <c:pt idx="14">
                  <c:v>7.5438712357438556E-3</c:v>
                </c:pt>
                <c:pt idx="15">
                  <c:v>7.7942211637404141E-3</c:v>
                </c:pt>
                <c:pt idx="16">
                  <c:v>7.7574998092692733E-3</c:v>
                </c:pt>
                <c:pt idx="17">
                  <c:v>7.5104019377637467E-3</c:v>
                </c:pt>
                <c:pt idx="18">
                  <c:v>7.4763580363195479E-3</c:v>
                </c:pt>
                <c:pt idx="19">
                  <c:v>8.629854846942479E-3</c:v>
                </c:pt>
                <c:pt idx="20">
                  <c:v>8.7007961926888425E-3</c:v>
                </c:pt>
                <c:pt idx="21">
                  <c:v>8.0122654504154282E-3</c:v>
                </c:pt>
                <c:pt idx="22">
                  <c:v>8.0313486748850322E-3</c:v>
                </c:pt>
                <c:pt idx="23">
                  <c:v>8.1928084653976677E-3</c:v>
                </c:pt>
                <c:pt idx="24">
                  <c:v>8.1226672292502751E-3</c:v>
                </c:pt>
                <c:pt idx="25">
                  <c:v>9.3689885044791147E-3</c:v>
                </c:pt>
                <c:pt idx="26">
                  <c:v>9.3468205734469831E-3</c:v>
                </c:pt>
                <c:pt idx="27">
                  <c:v>8.6239598327656746E-3</c:v>
                </c:pt>
                <c:pt idx="28">
                  <c:v>8.7547242166876992E-3</c:v>
                </c:pt>
                <c:pt idx="29">
                  <c:v>9.2848531197039629E-3</c:v>
                </c:pt>
                <c:pt idx="30">
                  <c:v>9.0203758304013316E-3</c:v>
                </c:pt>
                <c:pt idx="31">
                  <c:v>8.9980952199524653E-3</c:v>
                </c:pt>
                <c:pt idx="32">
                  <c:v>9.0344122002022631E-3</c:v>
                </c:pt>
                <c:pt idx="33">
                  <c:v>8.9354437062883936E-3</c:v>
                </c:pt>
                <c:pt idx="34">
                  <c:v>8.9792895731367461E-3</c:v>
                </c:pt>
                <c:pt idx="35">
                  <c:v>8.903988307575628E-3</c:v>
                </c:pt>
                <c:pt idx="36">
                  <c:v>8.7397805879944387E-3</c:v>
                </c:pt>
                <c:pt idx="37">
                  <c:v>8.7286752926733994E-3</c:v>
                </c:pt>
                <c:pt idx="38">
                  <c:v>9.8325020986973783E-3</c:v>
                </c:pt>
                <c:pt idx="39">
                  <c:v>9.7033678669308128E-3</c:v>
                </c:pt>
                <c:pt idx="40">
                  <c:v>9.6578175282906967E-3</c:v>
                </c:pt>
                <c:pt idx="41">
                  <c:v>9.4790806364512849E-3</c:v>
                </c:pt>
                <c:pt idx="42">
                  <c:v>9.7595295964989174E-3</c:v>
                </c:pt>
                <c:pt idx="43">
                  <c:v>9.9403247889268687E-3</c:v>
                </c:pt>
                <c:pt idx="44">
                  <c:v>9.8382983693478254E-3</c:v>
                </c:pt>
                <c:pt idx="45">
                  <c:v>9.9585578511617607E-3</c:v>
                </c:pt>
                <c:pt idx="46">
                  <c:v>9.096973906622563E-3</c:v>
                </c:pt>
                <c:pt idx="47">
                  <c:v>9.0158869351674685E-3</c:v>
                </c:pt>
                <c:pt idx="48">
                  <c:v>9.0906438011059063E-3</c:v>
                </c:pt>
                <c:pt idx="49">
                  <c:v>9.162580892244131E-3</c:v>
                </c:pt>
                <c:pt idx="50">
                  <c:v>8.6254938845216848E-3</c:v>
                </c:pt>
                <c:pt idx="51">
                  <c:v>9.005515289921941E-3</c:v>
                </c:pt>
                <c:pt idx="52">
                  <c:v>9.4988225034213936E-3</c:v>
                </c:pt>
                <c:pt idx="53">
                  <c:v>9.5980701903972485E-3</c:v>
                </c:pt>
                <c:pt idx="54">
                  <c:v>9.6953408423927304E-3</c:v>
                </c:pt>
                <c:pt idx="55">
                  <c:v>9.60934604891126E-3</c:v>
                </c:pt>
                <c:pt idx="56">
                  <c:v>9.8593807866666529E-3</c:v>
                </c:pt>
                <c:pt idx="57">
                  <c:v>1.0078790971091198E-2</c:v>
                </c:pt>
                <c:pt idx="58">
                  <c:v>1.034067922888228E-2</c:v>
                </c:pt>
                <c:pt idx="59">
                  <c:v>9.2461143379890306E-3</c:v>
                </c:pt>
                <c:pt idx="60">
                  <c:v>9.3528684976027631E-3</c:v>
                </c:pt>
                <c:pt idx="61">
                  <c:v>9.3762653718327815E-3</c:v>
                </c:pt>
                <c:pt idx="62">
                  <c:v>9.3747176990469951E-3</c:v>
                </c:pt>
                <c:pt idx="63">
                  <c:v>1.0588822536354606E-2</c:v>
                </c:pt>
                <c:pt idx="64">
                  <c:v>1.0270516637967972E-2</c:v>
                </c:pt>
                <c:pt idx="65">
                  <c:v>1.11587089836891E-2</c:v>
                </c:pt>
                <c:pt idx="66">
                  <c:v>1.1751444694841143E-2</c:v>
                </c:pt>
                <c:pt idx="67">
                  <c:v>1.244262127852642E-2</c:v>
                </c:pt>
                <c:pt idx="68">
                  <c:v>1.2958674935547339E-2</c:v>
                </c:pt>
                <c:pt idx="69">
                  <c:v>1.2797295195301437E-2</c:v>
                </c:pt>
                <c:pt idx="70">
                  <c:v>1.2827223353264455E-2</c:v>
                </c:pt>
                <c:pt idx="71">
                  <c:v>1.3289152285639613E-2</c:v>
                </c:pt>
                <c:pt idx="72">
                  <c:v>1.3097121231978214E-2</c:v>
                </c:pt>
                <c:pt idx="73">
                  <c:v>1.2596647125503025E-2</c:v>
                </c:pt>
                <c:pt idx="74">
                  <c:v>1.2455672226794818E-2</c:v>
                </c:pt>
                <c:pt idx="75">
                  <c:v>1.2421061866910535E-2</c:v>
                </c:pt>
                <c:pt idx="76">
                  <c:v>1.261543259797155E-2</c:v>
                </c:pt>
                <c:pt idx="77">
                  <c:v>1.2394961330790953E-2</c:v>
                </c:pt>
                <c:pt idx="78">
                  <c:v>1.2128532637525362E-2</c:v>
                </c:pt>
                <c:pt idx="79">
                  <c:v>1.1999645277570001E-2</c:v>
                </c:pt>
                <c:pt idx="80">
                  <c:v>1.2272383545327481E-2</c:v>
                </c:pt>
                <c:pt idx="81">
                  <c:v>1.2132753016150593E-2</c:v>
                </c:pt>
                <c:pt idx="82">
                  <c:v>1.2642896701621959E-2</c:v>
                </c:pt>
                <c:pt idx="83">
                  <c:v>1.2902460669554387E-2</c:v>
                </c:pt>
                <c:pt idx="84">
                  <c:v>1.1401782247219241E-2</c:v>
                </c:pt>
                <c:pt idx="85">
                  <c:v>1.1352321326038252E-2</c:v>
                </c:pt>
                <c:pt idx="86">
                  <c:v>1.0869440270612797E-2</c:v>
                </c:pt>
                <c:pt idx="87">
                  <c:v>1.0146108307346345E-2</c:v>
                </c:pt>
                <c:pt idx="88">
                  <c:v>9.2644543594766135E-3</c:v>
                </c:pt>
                <c:pt idx="89">
                  <c:v>9.6777334280680385E-3</c:v>
                </c:pt>
                <c:pt idx="90">
                  <c:v>9.7132957743444361E-3</c:v>
                </c:pt>
                <c:pt idx="91">
                  <c:v>9.6918657781242014E-3</c:v>
                </c:pt>
                <c:pt idx="92">
                  <c:v>9.1680599015658438E-3</c:v>
                </c:pt>
                <c:pt idx="93">
                  <c:v>9.3104029444830809E-3</c:v>
                </c:pt>
                <c:pt idx="94">
                  <c:v>9.4934723634135E-3</c:v>
                </c:pt>
                <c:pt idx="95">
                  <c:v>9.6319064318706772E-3</c:v>
                </c:pt>
                <c:pt idx="96">
                  <c:v>1.0235401276738198E-2</c:v>
                </c:pt>
                <c:pt idx="97">
                  <c:v>1.0006742874329025E-2</c:v>
                </c:pt>
                <c:pt idx="98">
                  <c:v>9.9872689565770438E-3</c:v>
                </c:pt>
                <c:pt idx="99">
                  <c:v>1.0028508092201053E-2</c:v>
                </c:pt>
                <c:pt idx="100">
                  <c:v>1.0029748137742276E-2</c:v>
                </c:pt>
                <c:pt idx="101">
                  <c:v>9.6767416940686524E-3</c:v>
                </c:pt>
                <c:pt idx="102">
                  <c:v>9.7882216096911324E-3</c:v>
                </c:pt>
                <c:pt idx="103">
                  <c:v>8.4830984900430301E-3</c:v>
                </c:pt>
                <c:pt idx="104">
                  <c:v>7.921000503719201E-3</c:v>
                </c:pt>
                <c:pt idx="105">
                  <c:v>7.9271206177266487E-3</c:v>
                </c:pt>
                <c:pt idx="106">
                  <c:v>7.8864764517656925E-3</c:v>
                </c:pt>
                <c:pt idx="107">
                  <c:v>7.5204842435461364E-3</c:v>
                </c:pt>
                <c:pt idx="108">
                  <c:v>8.6472299354992642E-3</c:v>
                </c:pt>
                <c:pt idx="109">
                  <c:v>8.3807372318904696E-3</c:v>
                </c:pt>
                <c:pt idx="110">
                  <c:v>6.9035001365529815E-3</c:v>
                </c:pt>
                <c:pt idx="111">
                  <c:v>7.2080851693227602E-3</c:v>
                </c:pt>
                <c:pt idx="112">
                  <c:v>7.2429093357236213E-3</c:v>
                </c:pt>
                <c:pt idx="113">
                  <c:v>7.3435360397583532E-3</c:v>
                </c:pt>
                <c:pt idx="114">
                  <c:v>7.4829707294527719E-3</c:v>
                </c:pt>
                <c:pt idx="115">
                  <c:v>7.3129970938343516E-3</c:v>
                </c:pt>
                <c:pt idx="116">
                  <c:v>7.2978542948024397E-3</c:v>
                </c:pt>
                <c:pt idx="117">
                  <c:v>6.9782299899258495E-3</c:v>
                </c:pt>
                <c:pt idx="118">
                  <c:v>7.3882558038218015E-3</c:v>
                </c:pt>
                <c:pt idx="119">
                  <c:v>7.4784668363658017E-3</c:v>
                </c:pt>
                <c:pt idx="120">
                  <c:v>7.7033019291601786E-3</c:v>
                </c:pt>
                <c:pt idx="121">
                  <c:v>8.8051066142097074E-3</c:v>
                </c:pt>
                <c:pt idx="122">
                  <c:v>8.6660754632733386E-3</c:v>
                </c:pt>
                <c:pt idx="123">
                  <c:v>8.6184015103263345E-3</c:v>
                </c:pt>
                <c:pt idx="124">
                  <c:v>8.4141910092824408E-3</c:v>
                </c:pt>
                <c:pt idx="125">
                  <c:v>8.8973788627129801E-3</c:v>
                </c:pt>
                <c:pt idx="126">
                  <c:v>8.8470059858780942E-3</c:v>
                </c:pt>
                <c:pt idx="127">
                  <c:v>8.8271883581906505E-3</c:v>
                </c:pt>
                <c:pt idx="128">
                  <c:v>8.9160468378244161E-3</c:v>
                </c:pt>
                <c:pt idx="129">
                  <c:v>7.9393747996461452E-3</c:v>
                </c:pt>
                <c:pt idx="130">
                  <c:v>7.9011678168109944E-3</c:v>
                </c:pt>
                <c:pt idx="131">
                  <c:v>7.9813549915604305E-3</c:v>
                </c:pt>
                <c:pt idx="132">
                  <c:v>7.7767645392941547E-3</c:v>
                </c:pt>
                <c:pt idx="133">
                  <c:v>8.3089806193901699E-3</c:v>
                </c:pt>
                <c:pt idx="134">
                  <c:v>8.0682218790657304E-3</c:v>
                </c:pt>
                <c:pt idx="135">
                  <c:v>8.9403223726421382E-3</c:v>
                </c:pt>
                <c:pt idx="136">
                  <c:v>8.9912586556640198E-3</c:v>
                </c:pt>
                <c:pt idx="137">
                  <c:v>8.9918397752123888E-3</c:v>
                </c:pt>
                <c:pt idx="138">
                  <c:v>8.8442287267488963E-3</c:v>
                </c:pt>
                <c:pt idx="139">
                  <c:v>8.8799238424518874E-3</c:v>
                </c:pt>
                <c:pt idx="140">
                  <c:v>8.9893491123757413E-3</c:v>
                </c:pt>
                <c:pt idx="141">
                  <c:v>1.5434482136453797E-2</c:v>
                </c:pt>
                <c:pt idx="142">
                  <c:v>1.5300039785717727E-2</c:v>
                </c:pt>
                <c:pt idx="143">
                  <c:v>1.5414779704142425E-2</c:v>
                </c:pt>
                <c:pt idx="144">
                  <c:v>1.6159418036767657E-2</c:v>
                </c:pt>
                <c:pt idx="145">
                  <c:v>1.6187058740571383E-2</c:v>
                </c:pt>
                <c:pt idx="146">
                  <c:v>1.5794369367415958E-2</c:v>
                </c:pt>
                <c:pt idx="147">
                  <c:v>1.6349642281660658E-2</c:v>
                </c:pt>
                <c:pt idx="148">
                  <c:v>1.6376948476012312E-2</c:v>
                </c:pt>
                <c:pt idx="149">
                  <c:v>1.6710235416642769E-2</c:v>
                </c:pt>
                <c:pt idx="150">
                  <c:v>1.7047315908630758E-2</c:v>
                </c:pt>
                <c:pt idx="151">
                  <c:v>1.7107517224334286E-2</c:v>
                </c:pt>
                <c:pt idx="152">
                  <c:v>1.7821253230904138E-2</c:v>
                </c:pt>
                <c:pt idx="153">
                  <c:v>1.8426816969879186E-2</c:v>
                </c:pt>
                <c:pt idx="154">
                  <c:v>1.8291518162622714E-2</c:v>
                </c:pt>
                <c:pt idx="155">
                  <c:v>1.8284442693334915E-2</c:v>
                </c:pt>
                <c:pt idx="156">
                  <c:v>1.7831790310907421E-2</c:v>
                </c:pt>
                <c:pt idx="157">
                  <c:v>1.7834153799742621E-2</c:v>
                </c:pt>
                <c:pt idx="158">
                  <c:v>1.8039115861172569E-2</c:v>
                </c:pt>
                <c:pt idx="159">
                  <c:v>1.823522229892853E-2</c:v>
                </c:pt>
                <c:pt idx="160">
                  <c:v>1.8045153175729616E-2</c:v>
                </c:pt>
                <c:pt idx="161">
                  <c:v>1.8447497266274905E-2</c:v>
                </c:pt>
                <c:pt idx="162">
                  <c:v>1.3188185394816756E-2</c:v>
                </c:pt>
                <c:pt idx="163">
                  <c:v>1.3046339727845323E-2</c:v>
                </c:pt>
                <c:pt idx="164">
                  <c:v>1.2966187989101053E-2</c:v>
                </c:pt>
                <c:pt idx="165">
                  <c:v>1.2219393309970981E-2</c:v>
                </c:pt>
                <c:pt idx="166">
                  <c:v>1.2510034838063131E-2</c:v>
                </c:pt>
                <c:pt idx="167">
                  <c:v>1.2482503253809375E-2</c:v>
                </c:pt>
                <c:pt idx="168">
                  <c:v>1.2112877606911703E-2</c:v>
                </c:pt>
                <c:pt idx="169">
                  <c:v>1.1856223305337267E-2</c:v>
                </c:pt>
                <c:pt idx="170">
                  <c:v>1.1584159952146946E-2</c:v>
                </c:pt>
                <c:pt idx="171">
                  <c:v>1.0434784791399032E-2</c:v>
                </c:pt>
                <c:pt idx="172">
                  <c:v>9.8505478612831328E-3</c:v>
                </c:pt>
                <c:pt idx="173">
                  <c:v>9.571034231342047E-3</c:v>
                </c:pt>
                <c:pt idx="174">
                  <c:v>9.0303535186473834E-3</c:v>
                </c:pt>
                <c:pt idx="175">
                  <c:v>9.0000491491035416E-3</c:v>
                </c:pt>
                <c:pt idx="176">
                  <c:v>9.1130145706979967E-3</c:v>
                </c:pt>
                <c:pt idx="177">
                  <c:v>8.9832968778118544E-3</c:v>
                </c:pt>
                <c:pt idx="178">
                  <c:v>8.8196260473428541E-3</c:v>
                </c:pt>
                <c:pt idx="179">
                  <c:v>8.7444235693780771E-3</c:v>
                </c:pt>
                <c:pt idx="180">
                  <c:v>8.5582242270591732E-3</c:v>
                </c:pt>
                <c:pt idx="181">
                  <c:v>8.5763814512174706E-3</c:v>
                </c:pt>
                <c:pt idx="182">
                  <c:v>7.0141792805617723E-3</c:v>
                </c:pt>
                <c:pt idx="183">
                  <c:v>7.1249058119375024E-3</c:v>
                </c:pt>
                <c:pt idx="184">
                  <c:v>7.4388237451172012E-3</c:v>
                </c:pt>
                <c:pt idx="185">
                  <c:v>7.2976295528013654E-3</c:v>
                </c:pt>
                <c:pt idx="186">
                  <c:v>7.4138530828900991E-3</c:v>
                </c:pt>
                <c:pt idx="187">
                  <c:v>6.8946532219938354E-3</c:v>
                </c:pt>
                <c:pt idx="188">
                  <c:v>6.8953242638139668E-3</c:v>
                </c:pt>
                <c:pt idx="189">
                  <c:v>5.0821046111771484E-3</c:v>
                </c:pt>
                <c:pt idx="190">
                  <c:v>5.4177310042584645E-3</c:v>
                </c:pt>
                <c:pt idx="191">
                  <c:v>5.3424764375290899E-3</c:v>
                </c:pt>
                <c:pt idx="192">
                  <c:v>5.305176024866019E-3</c:v>
                </c:pt>
                <c:pt idx="193">
                  <c:v>5.8996622812932638E-3</c:v>
                </c:pt>
                <c:pt idx="194">
                  <c:v>6.0866685392442429E-3</c:v>
                </c:pt>
                <c:pt idx="195">
                  <c:v>6.2320349860238789E-3</c:v>
                </c:pt>
                <c:pt idx="196">
                  <c:v>6.4670459244824154E-3</c:v>
                </c:pt>
                <c:pt idx="197">
                  <c:v>6.1430485732944188E-3</c:v>
                </c:pt>
                <c:pt idx="198">
                  <c:v>6.2614131444684185E-3</c:v>
                </c:pt>
                <c:pt idx="199">
                  <c:v>7.1571154350352903E-3</c:v>
                </c:pt>
                <c:pt idx="200">
                  <c:v>7.2167149099314383E-3</c:v>
                </c:pt>
                <c:pt idx="201">
                  <c:v>7.2183747342605738E-3</c:v>
                </c:pt>
                <c:pt idx="202">
                  <c:v>7.0081305838513575E-3</c:v>
                </c:pt>
                <c:pt idx="203">
                  <c:v>7.2877409817915092E-3</c:v>
                </c:pt>
                <c:pt idx="204">
                  <c:v>7.5791595822699573E-3</c:v>
                </c:pt>
                <c:pt idx="205">
                  <c:v>7.4600689071702107E-3</c:v>
                </c:pt>
                <c:pt idx="206">
                  <c:v>7.3803876305112166E-3</c:v>
                </c:pt>
                <c:pt idx="207">
                  <c:v>7.3171455259072732E-3</c:v>
                </c:pt>
                <c:pt idx="208">
                  <c:v>7.504678894944058E-3</c:v>
                </c:pt>
                <c:pt idx="209">
                  <c:v>7.7512208173802421E-3</c:v>
                </c:pt>
                <c:pt idx="210">
                  <c:v>7.7491651130207973E-3</c:v>
                </c:pt>
                <c:pt idx="211">
                  <c:v>7.6248325941432032E-3</c:v>
                </c:pt>
                <c:pt idx="212">
                  <c:v>7.9231672781611053E-3</c:v>
                </c:pt>
                <c:pt idx="213">
                  <c:v>8.2598328988751218E-3</c:v>
                </c:pt>
                <c:pt idx="214">
                  <c:v>7.7267192552431582E-3</c:v>
                </c:pt>
                <c:pt idx="215">
                  <c:v>7.7209397034799353E-3</c:v>
                </c:pt>
                <c:pt idx="216">
                  <c:v>7.7214562181444381E-3</c:v>
                </c:pt>
                <c:pt idx="217">
                  <c:v>7.7505530114263628E-3</c:v>
                </c:pt>
                <c:pt idx="218">
                  <c:v>8.1596311123129719E-3</c:v>
                </c:pt>
                <c:pt idx="219">
                  <c:v>7.9281541998789604E-3</c:v>
                </c:pt>
                <c:pt idx="220">
                  <c:v>7.5432496979640131E-3</c:v>
                </c:pt>
                <c:pt idx="221">
                  <c:v>7.6450984706843955E-3</c:v>
                </c:pt>
                <c:pt idx="222">
                  <c:v>7.9891980710368616E-3</c:v>
                </c:pt>
                <c:pt idx="223">
                  <c:v>7.9741421071091462E-3</c:v>
                </c:pt>
                <c:pt idx="224">
                  <c:v>8.0411846169812975E-3</c:v>
                </c:pt>
                <c:pt idx="225">
                  <c:v>7.8709065763886699E-3</c:v>
                </c:pt>
                <c:pt idx="226">
                  <c:v>7.9199525119468313E-3</c:v>
                </c:pt>
                <c:pt idx="227">
                  <c:v>8.0284719737533042E-3</c:v>
                </c:pt>
                <c:pt idx="228">
                  <c:v>8.0111657580647783E-3</c:v>
                </c:pt>
                <c:pt idx="229">
                  <c:v>9.1552614425279982E-3</c:v>
                </c:pt>
                <c:pt idx="230">
                  <c:v>8.8645432221492078E-3</c:v>
                </c:pt>
                <c:pt idx="231">
                  <c:v>8.9403286405932807E-3</c:v>
                </c:pt>
                <c:pt idx="232">
                  <c:v>1.0048536908924658E-2</c:v>
                </c:pt>
                <c:pt idx="233">
                  <c:v>9.7926972401720363E-3</c:v>
                </c:pt>
                <c:pt idx="234">
                  <c:v>9.609506034907787E-3</c:v>
                </c:pt>
                <c:pt idx="235">
                  <c:v>9.5146627653151968E-3</c:v>
                </c:pt>
                <c:pt idx="236">
                  <c:v>9.5726552481960828E-3</c:v>
                </c:pt>
                <c:pt idx="237">
                  <c:v>9.4455113815442911E-3</c:v>
                </c:pt>
                <c:pt idx="238">
                  <c:v>9.6380665087225821E-3</c:v>
                </c:pt>
                <c:pt idx="239">
                  <c:v>9.3089723479165172E-3</c:v>
                </c:pt>
                <c:pt idx="240">
                  <c:v>9.656291631423012E-3</c:v>
                </c:pt>
                <c:pt idx="241">
                  <c:v>9.8189808246200837E-3</c:v>
                </c:pt>
                <c:pt idx="242">
                  <c:v>9.8007710290487909E-3</c:v>
                </c:pt>
                <c:pt idx="243">
                  <c:v>1.0651959934222136E-2</c:v>
                </c:pt>
                <c:pt idx="244">
                  <c:v>1.0690646440277004E-2</c:v>
                </c:pt>
                <c:pt idx="245">
                  <c:v>1.0430433171267456E-2</c:v>
                </c:pt>
                <c:pt idx="246">
                  <c:v>1.0404533976213671E-2</c:v>
                </c:pt>
                <c:pt idx="247">
                  <c:v>1.1432020905357762E-2</c:v>
                </c:pt>
                <c:pt idx="248">
                  <c:v>1.1275995103611205E-2</c:v>
                </c:pt>
                <c:pt idx="249">
                  <c:v>1.1468536011537569E-2</c:v>
                </c:pt>
                <c:pt idx="250">
                  <c:v>1.0895435288815499E-2</c:v>
                </c:pt>
                <c:pt idx="251">
                  <c:v>1.1041547307436025E-2</c:v>
                </c:pt>
                <c:pt idx="252">
                  <c:v>1.1410472002786914E-2</c:v>
                </c:pt>
                <c:pt idx="253">
                  <c:v>1.07536132867033E-2</c:v>
                </c:pt>
                <c:pt idx="254">
                  <c:v>1.0931891513088496E-2</c:v>
                </c:pt>
                <c:pt idx="255">
                  <c:v>1.1105901226466446E-2</c:v>
                </c:pt>
                <c:pt idx="256">
                  <c:v>1.2991500402008759E-2</c:v>
                </c:pt>
                <c:pt idx="257">
                  <c:v>1.2813646252900301E-2</c:v>
                </c:pt>
                <c:pt idx="258">
                  <c:v>1.4370244477423379E-2</c:v>
                </c:pt>
                <c:pt idx="259">
                  <c:v>1.4493677751130547E-2</c:v>
                </c:pt>
                <c:pt idx="260">
                  <c:v>1.4520719493491293E-2</c:v>
                </c:pt>
                <c:pt idx="261">
                  <c:v>1.4538346391503329E-2</c:v>
                </c:pt>
                <c:pt idx="262">
                  <c:v>1.4118735042179266E-2</c:v>
                </c:pt>
                <c:pt idx="263">
                  <c:v>1.4114341045806554E-2</c:v>
                </c:pt>
                <c:pt idx="264">
                  <c:v>1.3795682244479811E-2</c:v>
                </c:pt>
                <c:pt idx="265">
                  <c:v>1.3962571754106232E-2</c:v>
                </c:pt>
                <c:pt idx="266">
                  <c:v>1.3974382336790256E-2</c:v>
                </c:pt>
                <c:pt idx="267">
                  <c:v>1.4195669420411946E-2</c:v>
                </c:pt>
                <c:pt idx="268">
                  <c:v>1.3348328610757198E-2</c:v>
                </c:pt>
                <c:pt idx="269">
                  <c:v>1.563990562074858E-2</c:v>
                </c:pt>
                <c:pt idx="270">
                  <c:v>1.6146548015065404E-2</c:v>
                </c:pt>
                <c:pt idx="271">
                  <c:v>1.620904568643456E-2</c:v>
                </c:pt>
                <c:pt idx="272">
                  <c:v>1.6171449647946402E-2</c:v>
                </c:pt>
                <c:pt idx="273">
                  <c:v>1.5979671343951656E-2</c:v>
                </c:pt>
                <c:pt idx="274">
                  <c:v>1.5713446623110059E-2</c:v>
                </c:pt>
                <c:pt idx="275">
                  <c:v>1.5518228333159542E-2</c:v>
                </c:pt>
                <c:pt idx="276">
                  <c:v>1.5251385980176189E-2</c:v>
                </c:pt>
                <c:pt idx="277">
                  <c:v>1.2933805394184924E-2</c:v>
                </c:pt>
                <c:pt idx="278">
                  <c:v>1.3285413733976325E-2</c:v>
                </c:pt>
                <c:pt idx="279">
                  <c:v>1.2230921574335562E-2</c:v>
                </c:pt>
                <c:pt idx="280">
                  <c:v>1.1492346709086328E-2</c:v>
                </c:pt>
                <c:pt idx="281">
                  <c:v>1.1603268149743655E-2</c:v>
                </c:pt>
                <c:pt idx="282">
                  <c:v>1.165584393239007E-2</c:v>
                </c:pt>
                <c:pt idx="283">
                  <c:v>1.1662511123421452E-2</c:v>
                </c:pt>
                <c:pt idx="284">
                  <c:v>1.1681176557189575E-2</c:v>
                </c:pt>
                <c:pt idx="285">
                  <c:v>1.1355440936133348E-2</c:v>
                </c:pt>
                <c:pt idx="286">
                  <c:v>1.0830364785337849E-2</c:v>
                </c:pt>
                <c:pt idx="287">
                  <c:v>1.0972258842159016E-2</c:v>
                </c:pt>
                <c:pt idx="288">
                  <c:v>1.0987089180979782E-2</c:v>
                </c:pt>
                <c:pt idx="289">
                  <c:v>1.0863215895257374E-2</c:v>
                </c:pt>
                <c:pt idx="290">
                  <c:v>8.6378855821348625E-3</c:v>
                </c:pt>
                <c:pt idx="291">
                  <c:v>9.1759057488700179E-3</c:v>
                </c:pt>
                <c:pt idx="292">
                  <c:v>8.6806149896690964E-3</c:v>
                </c:pt>
                <c:pt idx="293">
                  <c:v>8.9411214829947551E-3</c:v>
                </c:pt>
                <c:pt idx="294">
                  <c:v>8.9420768522154599E-3</c:v>
                </c:pt>
                <c:pt idx="295">
                  <c:v>9.4415917520921117E-3</c:v>
                </c:pt>
                <c:pt idx="296">
                  <c:v>9.3382986049245637E-3</c:v>
                </c:pt>
                <c:pt idx="297">
                  <c:v>1.0035051813628675E-2</c:v>
                </c:pt>
                <c:pt idx="298">
                  <c:v>1.011852232989733E-2</c:v>
                </c:pt>
                <c:pt idx="299">
                  <c:v>9.7121759022906901E-3</c:v>
                </c:pt>
                <c:pt idx="300">
                  <c:v>9.7227171789539459E-3</c:v>
                </c:pt>
                <c:pt idx="301">
                  <c:v>9.7660439370103724E-3</c:v>
                </c:pt>
                <c:pt idx="302">
                  <c:v>9.6514825916655892E-3</c:v>
                </c:pt>
                <c:pt idx="303">
                  <c:v>9.6881191735976955E-3</c:v>
                </c:pt>
                <c:pt idx="304">
                  <c:v>9.6886448016092579E-3</c:v>
                </c:pt>
                <c:pt idx="305">
                  <c:v>1.0482033749832415E-2</c:v>
                </c:pt>
                <c:pt idx="306">
                  <c:v>9.9775395119614165E-3</c:v>
                </c:pt>
                <c:pt idx="307">
                  <c:v>1.0064918891043448E-2</c:v>
                </c:pt>
                <c:pt idx="308">
                  <c:v>9.4623246243411094E-3</c:v>
                </c:pt>
                <c:pt idx="309">
                  <c:v>9.5316491628519781E-3</c:v>
                </c:pt>
                <c:pt idx="310">
                  <c:v>9.5407189829451594E-3</c:v>
                </c:pt>
                <c:pt idx="311">
                  <c:v>9.4485955163784285E-3</c:v>
                </c:pt>
                <c:pt idx="312">
                  <c:v>8.9988034329973043E-3</c:v>
                </c:pt>
                <c:pt idx="313">
                  <c:v>9.0020325678465008E-3</c:v>
                </c:pt>
                <c:pt idx="314">
                  <c:v>8.8060137222870736E-3</c:v>
                </c:pt>
                <c:pt idx="315">
                  <c:v>8.860233736169244E-3</c:v>
                </c:pt>
                <c:pt idx="316">
                  <c:v>8.748539821822653E-3</c:v>
                </c:pt>
                <c:pt idx="317">
                  <c:v>8.7723559204608021E-3</c:v>
                </c:pt>
                <c:pt idx="318">
                  <c:v>7.8648690006002282E-3</c:v>
                </c:pt>
                <c:pt idx="319">
                  <c:v>7.6681658652837485E-3</c:v>
                </c:pt>
                <c:pt idx="320">
                  <c:v>8.0218999694470963E-3</c:v>
                </c:pt>
                <c:pt idx="321">
                  <c:v>8.0566635432901216E-3</c:v>
                </c:pt>
                <c:pt idx="322">
                  <c:v>8.0620525419210828E-3</c:v>
                </c:pt>
                <c:pt idx="323">
                  <c:v>8.0219399112124758E-3</c:v>
                </c:pt>
                <c:pt idx="324">
                  <c:v>9.1699709639970154E-3</c:v>
                </c:pt>
                <c:pt idx="325">
                  <c:v>9.8993010162996709E-3</c:v>
                </c:pt>
                <c:pt idx="326">
                  <c:v>9.3022052922416155E-3</c:v>
                </c:pt>
                <c:pt idx="327">
                  <c:v>9.2971889233002918E-3</c:v>
                </c:pt>
                <c:pt idx="328">
                  <c:v>9.189957754265449E-3</c:v>
                </c:pt>
                <c:pt idx="329">
                  <c:v>8.9165354084690882E-3</c:v>
                </c:pt>
                <c:pt idx="330">
                  <c:v>8.7441818596662307E-3</c:v>
                </c:pt>
                <c:pt idx="331">
                  <c:v>8.7646213300678465E-3</c:v>
                </c:pt>
                <c:pt idx="332">
                  <c:v>8.8146167338985504E-3</c:v>
                </c:pt>
                <c:pt idx="333">
                  <c:v>8.2750092626701147E-3</c:v>
                </c:pt>
                <c:pt idx="334">
                  <c:v>8.2812383903772564E-3</c:v>
                </c:pt>
                <c:pt idx="335">
                  <c:v>8.4610790416787124E-3</c:v>
                </c:pt>
                <c:pt idx="336">
                  <c:v>8.5057702819557289E-3</c:v>
                </c:pt>
                <c:pt idx="337">
                  <c:v>8.280023094601385E-3</c:v>
                </c:pt>
                <c:pt idx="338">
                  <c:v>8.2368967822842847E-3</c:v>
                </c:pt>
                <c:pt idx="339">
                  <c:v>8.544456737234583E-3</c:v>
                </c:pt>
                <c:pt idx="340">
                  <c:v>8.7660637790746357E-3</c:v>
                </c:pt>
                <c:pt idx="341">
                  <c:v>8.2733257914875697E-3</c:v>
                </c:pt>
                <c:pt idx="342">
                  <c:v>8.2314288233794452E-3</c:v>
                </c:pt>
                <c:pt idx="343">
                  <c:v>8.2267145557334918E-3</c:v>
                </c:pt>
                <c:pt idx="344">
                  <c:v>8.29564290758464E-3</c:v>
                </c:pt>
                <c:pt idx="345">
                  <c:v>6.8581075405844795E-3</c:v>
                </c:pt>
                <c:pt idx="346">
                  <c:v>7.7886454706900931E-3</c:v>
                </c:pt>
                <c:pt idx="347">
                  <c:v>7.4014161555859305E-3</c:v>
                </c:pt>
                <c:pt idx="348">
                  <c:v>7.4357344150550687E-3</c:v>
                </c:pt>
                <c:pt idx="349">
                  <c:v>7.7061100264006026E-3</c:v>
                </c:pt>
                <c:pt idx="350">
                  <c:v>7.9974705317321076E-3</c:v>
                </c:pt>
                <c:pt idx="351">
                  <c:v>7.9989853771710515E-3</c:v>
                </c:pt>
                <c:pt idx="352">
                  <c:v>8.0580608332506947E-3</c:v>
                </c:pt>
                <c:pt idx="353">
                  <c:v>8.1030395650322946E-3</c:v>
                </c:pt>
                <c:pt idx="354">
                  <c:v>7.9374085208151254E-3</c:v>
                </c:pt>
                <c:pt idx="355">
                  <c:v>7.9516671652756533E-3</c:v>
                </c:pt>
                <c:pt idx="356">
                  <c:v>8.5164046014654122E-3</c:v>
                </c:pt>
                <c:pt idx="357">
                  <c:v>8.4714311248943307E-3</c:v>
                </c:pt>
                <c:pt idx="358">
                  <c:v>8.2212735375136441E-3</c:v>
                </c:pt>
                <c:pt idx="359">
                  <c:v>8.2215519045378323E-3</c:v>
                </c:pt>
                <c:pt idx="360">
                  <c:v>8.0054767080303575E-3</c:v>
                </c:pt>
                <c:pt idx="361">
                  <c:v>7.7898738804808515E-3</c:v>
                </c:pt>
                <c:pt idx="362">
                  <c:v>7.7832702662467808E-3</c:v>
                </c:pt>
                <c:pt idx="363">
                  <c:v>7.6660027933969756E-3</c:v>
                </c:pt>
                <c:pt idx="364">
                  <c:v>7.8353590250310121E-3</c:v>
                </c:pt>
                <c:pt idx="365">
                  <c:v>7.8008054057748079E-3</c:v>
                </c:pt>
                <c:pt idx="366">
                  <c:v>7.9486053861240469E-3</c:v>
                </c:pt>
                <c:pt idx="367">
                  <c:v>6.0359449614666881E-3</c:v>
                </c:pt>
                <c:pt idx="368">
                  <c:v>6.0158979383042677E-3</c:v>
                </c:pt>
                <c:pt idx="369">
                  <c:v>6.0432013099572602E-3</c:v>
                </c:pt>
                <c:pt idx="370">
                  <c:v>6.0080103534920128E-3</c:v>
                </c:pt>
                <c:pt idx="371">
                  <c:v>5.7613487514149835E-3</c:v>
                </c:pt>
                <c:pt idx="372">
                  <c:v>5.7739587704974463E-3</c:v>
                </c:pt>
                <c:pt idx="373">
                  <c:v>6.1640658498066624E-3</c:v>
                </c:pt>
                <c:pt idx="374">
                  <c:v>6.049964746026119E-3</c:v>
                </c:pt>
                <c:pt idx="375">
                  <c:v>6.7892398104084832E-3</c:v>
                </c:pt>
                <c:pt idx="376">
                  <c:v>6.7386937446724951E-3</c:v>
                </c:pt>
                <c:pt idx="377">
                  <c:v>5.876514136170752E-3</c:v>
                </c:pt>
                <c:pt idx="378">
                  <c:v>6.4016940567474742E-3</c:v>
                </c:pt>
                <c:pt idx="379">
                  <c:v>6.4109084541206819E-3</c:v>
                </c:pt>
                <c:pt idx="380">
                  <c:v>6.6205463932885473E-3</c:v>
                </c:pt>
                <c:pt idx="381">
                  <c:v>6.635561545078889E-3</c:v>
                </c:pt>
                <c:pt idx="382">
                  <c:v>6.5934770740962391E-3</c:v>
                </c:pt>
                <c:pt idx="383">
                  <c:v>6.6757413541197888E-3</c:v>
                </c:pt>
                <c:pt idx="384">
                  <c:v>6.6332554145457547E-3</c:v>
                </c:pt>
                <c:pt idx="385">
                  <c:v>6.5336488139353353E-3</c:v>
                </c:pt>
                <c:pt idx="386">
                  <c:v>6.4983464899793057E-3</c:v>
                </c:pt>
                <c:pt idx="387">
                  <c:v>6.0433875404037598E-3</c:v>
                </c:pt>
                <c:pt idx="388">
                  <c:v>6.1173303666917315E-3</c:v>
                </c:pt>
                <c:pt idx="389">
                  <c:v>6.0985510747748172E-3</c:v>
                </c:pt>
                <c:pt idx="390">
                  <c:v>6.02049602273392E-3</c:v>
                </c:pt>
                <c:pt idx="391">
                  <c:v>6.9392195755587907E-3</c:v>
                </c:pt>
                <c:pt idx="392">
                  <c:v>6.9958618558398746E-3</c:v>
                </c:pt>
                <c:pt idx="393">
                  <c:v>6.9898385380582403E-3</c:v>
                </c:pt>
                <c:pt idx="394">
                  <c:v>6.6364477533836447E-3</c:v>
                </c:pt>
                <c:pt idx="395">
                  <c:v>7.2659909008471347E-3</c:v>
                </c:pt>
                <c:pt idx="396">
                  <c:v>6.6648712781620188E-3</c:v>
                </c:pt>
                <c:pt idx="397">
                  <c:v>6.6767515847491535E-3</c:v>
                </c:pt>
                <c:pt idx="398">
                  <c:v>7.0118651347498406E-3</c:v>
                </c:pt>
                <c:pt idx="399">
                  <c:v>7.5565150559884896E-3</c:v>
                </c:pt>
                <c:pt idx="400">
                  <c:v>7.5525319400055208E-3</c:v>
                </c:pt>
                <c:pt idx="401">
                  <c:v>7.3018205493879376E-3</c:v>
                </c:pt>
                <c:pt idx="402">
                  <c:v>7.2940251309165007E-3</c:v>
                </c:pt>
                <c:pt idx="403">
                  <c:v>7.2789646174775619E-3</c:v>
                </c:pt>
                <c:pt idx="404">
                  <c:v>7.2651869954728377E-3</c:v>
                </c:pt>
                <c:pt idx="405">
                  <c:v>7.2602190283292027E-3</c:v>
                </c:pt>
                <c:pt idx="406">
                  <c:v>7.4552375037911789E-3</c:v>
                </c:pt>
                <c:pt idx="407">
                  <c:v>7.5422832075871396E-3</c:v>
                </c:pt>
                <c:pt idx="408">
                  <c:v>8.0878155032126191E-3</c:v>
                </c:pt>
                <c:pt idx="409">
                  <c:v>7.9432749915753133E-3</c:v>
                </c:pt>
                <c:pt idx="410">
                  <c:v>7.9566123368831447E-3</c:v>
                </c:pt>
                <c:pt idx="411">
                  <c:v>8.8896306238041775E-3</c:v>
                </c:pt>
                <c:pt idx="412">
                  <c:v>8.1314007276938466E-3</c:v>
                </c:pt>
                <c:pt idx="413">
                  <c:v>8.735033680844894E-3</c:v>
                </c:pt>
                <c:pt idx="414">
                  <c:v>8.7695279972993534E-3</c:v>
                </c:pt>
                <c:pt idx="415">
                  <c:v>8.7411108494889981E-3</c:v>
                </c:pt>
                <c:pt idx="416">
                  <c:v>8.0186770023386138E-3</c:v>
                </c:pt>
                <c:pt idx="417">
                  <c:v>8.0107630939473366E-3</c:v>
                </c:pt>
                <c:pt idx="418">
                  <c:v>7.9471538834971333E-3</c:v>
                </c:pt>
                <c:pt idx="419">
                  <c:v>8.3593419034833968E-3</c:v>
                </c:pt>
                <c:pt idx="420">
                  <c:v>7.5839785313156962E-3</c:v>
                </c:pt>
                <c:pt idx="421">
                  <c:v>7.7038138246489241E-3</c:v>
                </c:pt>
                <c:pt idx="422">
                  <c:v>8.8075361279004727E-3</c:v>
                </c:pt>
                <c:pt idx="423">
                  <c:v>8.7529599030280458E-3</c:v>
                </c:pt>
                <c:pt idx="424">
                  <c:v>8.7896062821483361E-3</c:v>
                </c:pt>
                <c:pt idx="425">
                  <c:v>8.7615085999707739E-3</c:v>
                </c:pt>
                <c:pt idx="426">
                  <c:v>8.774820218957936E-3</c:v>
                </c:pt>
                <c:pt idx="427">
                  <c:v>8.4368986182164138E-3</c:v>
                </c:pt>
                <c:pt idx="428">
                  <c:v>8.5865810262202701E-3</c:v>
                </c:pt>
                <c:pt idx="429">
                  <c:v>8.1956627273981723E-3</c:v>
                </c:pt>
                <c:pt idx="430">
                  <c:v>8.2184989487459319E-3</c:v>
                </c:pt>
                <c:pt idx="431">
                  <c:v>8.1458341968682173E-3</c:v>
                </c:pt>
                <c:pt idx="432">
                  <c:v>7.1556601326123823E-3</c:v>
                </c:pt>
                <c:pt idx="433">
                  <c:v>7.6900703156070728E-3</c:v>
                </c:pt>
                <c:pt idx="434">
                  <c:v>6.8650145558344063E-3</c:v>
                </c:pt>
                <c:pt idx="435">
                  <c:v>6.8390786622753103E-3</c:v>
                </c:pt>
                <c:pt idx="436">
                  <c:v>7.1268822064696176E-3</c:v>
                </c:pt>
                <c:pt idx="437">
                  <c:v>7.2537368789452918E-3</c:v>
                </c:pt>
                <c:pt idx="438">
                  <c:v>7.7292225731750786E-3</c:v>
                </c:pt>
                <c:pt idx="439">
                  <c:v>8.1899206858336241E-3</c:v>
                </c:pt>
                <c:pt idx="440">
                  <c:v>9.4788495194552264E-3</c:v>
                </c:pt>
                <c:pt idx="441">
                  <c:v>1.05111649250915E-2</c:v>
                </c:pt>
                <c:pt idx="442">
                  <c:v>1.0475502949788121E-2</c:v>
                </c:pt>
                <c:pt idx="443">
                  <c:v>9.3265255466208809E-3</c:v>
                </c:pt>
                <c:pt idx="444">
                  <c:v>9.3408792514956488E-3</c:v>
                </c:pt>
                <c:pt idx="445">
                  <c:v>9.6790408940159722E-3</c:v>
                </c:pt>
                <c:pt idx="446">
                  <c:v>1.0098441389540143E-2</c:v>
                </c:pt>
                <c:pt idx="447">
                  <c:v>1.016563720572243E-2</c:v>
                </c:pt>
                <c:pt idx="448">
                  <c:v>1.0204560789461685E-2</c:v>
                </c:pt>
                <c:pt idx="449">
                  <c:v>1.1267844260030122E-2</c:v>
                </c:pt>
                <c:pt idx="450">
                  <c:v>1.1293062459584516E-2</c:v>
                </c:pt>
                <c:pt idx="451">
                  <c:v>1.1274844443444305E-2</c:v>
                </c:pt>
                <c:pt idx="452">
                  <c:v>1.1622769920612092E-2</c:v>
                </c:pt>
                <c:pt idx="453">
                  <c:v>1.1616963041590229E-2</c:v>
                </c:pt>
                <c:pt idx="454">
                  <c:v>1.1614862870775363E-2</c:v>
                </c:pt>
                <c:pt idx="455">
                  <c:v>1.1728019670218991E-2</c:v>
                </c:pt>
                <c:pt idx="456">
                  <c:v>1.1716303055785691E-2</c:v>
                </c:pt>
                <c:pt idx="457">
                  <c:v>1.1548606535981365E-2</c:v>
                </c:pt>
                <c:pt idx="458">
                  <c:v>1.2256102389027379E-2</c:v>
                </c:pt>
                <c:pt idx="459">
                  <c:v>1.1985852444438129E-2</c:v>
                </c:pt>
                <c:pt idx="460">
                  <c:v>1.1846812905180776E-2</c:v>
                </c:pt>
                <c:pt idx="461">
                  <c:v>1.0477547342036807E-2</c:v>
                </c:pt>
                <c:pt idx="462">
                  <c:v>9.2302236004149756E-3</c:v>
                </c:pt>
                <c:pt idx="463">
                  <c:v>9.2692617608446104E-3</c:v>
                </c:pt>
                <c:pt idx="464">
                  <c:v>9.2325200328924658E-3</c:v>
                </c:pt>
                <c:pt idx="465">
                  <c:v>9.2867670648293186E-3</c:v>
                </c:pt>
                <c:pt idx="466">
                  <c:v>8.3427445903751785E-3</c:v>
                </c:pt>
                <c:pt idx="467">
                  <c:v>8.1537014759918616E-3</c:v>
                </c:pt>
                <c:pt idx="468">
                  <c:v>8.4245078539456949E-3</c:v>
                </c:pt>
                <c:pt idx="469">
                  <c:v>8.2216313502407688E-3</c:v>
                </c:pt>
                <c:pt idx="470">
                  <c:v>7.3227324748500267E-3</c:v>
                </c:pt>
                <c:pt idx="471">
                  <c:v>8.1980828482484617E-3</c:v>
                </c:pt>
                <c:pt idx="472">
                  <c:v>8.1824154894915967E-3</c:v>
                </c:pt>
                <c:pt idx="473">
                  <c:v>8.0833759216514343E-3</c:v>
                </c:pt>
                <c:pt idx="474">
                  <c:v>8.3774039253643115E-3</c:v>
                </c:pt>
                <c:pt idx="475">
                  <c:v>7.8417256509296339E-3</c:v>
                </c:pt>
                <c:pt idx="476">
                  <c:v>7.773827929321569E-3</c:v>
                </c:pt>
                <c:pt idx="477">
                  <c:v>7.768516204301368E-3</c:v>
                </c:pt>
                <c:pt idx="478">
                  <c:v>7.9498720203537172E-3</c:v>
                </c:pt>
                <c:pt idx="479">
                  <c:v>6.9970483122098357E-3</c:v>
                </c:pt>
                <c:pt idx="480">
                  <c:v>6.9873809320175669E-3</c:v>
                </c:pt>
                <c:pt idx="481">
                  <c:v>6.6576859446683496E-3</c:v>
                </c:pt>
                <c:pt idx="482">
                  <c:v>6.938169073835149E-3</c:v>
                </c:pt>
                <c:pt idx="483">
                  <c:v>6.8219958185882631E-3</c:v>
                </c:pt>
                <c:pt idx="484">
                  <c:v>6.7551697195043737E-3</c:v>
                </c:pt>
                <c:pt idx="485">
                  <c:v>6.713304297377762E-3</c:v>
                </c:pt>
                <c:pt idx="486">
                  <c:v>6.6245817300886571E-3</c:v>
                </c:pt>
                <c:pt idx="487">
                  <c:v>6.5465922231344809E-3</c:v>
                </c:pt>
                <c:pt idx="488">
                  <c:v>6.4628855966990788E-3</c:v>
                </c:pt>
                <c:pt idx="489">
                  <c:v>6.4651025409779104E-3</c:v>
                </c:pt>
                <c:pt idx="490">
                  <c:v>6.4892272857731224E-3</c:v>
                </c:pt>
                <c:pt idx="491">
                  <c:v>6.0583411413737036E-3</c:v>
                </c:pt>
                <c:pt idx="492">
                  <c:v>5.9756364215440561E-3</c:v>
                </c:pt>
                <c:pt idx="493">
                  <c:v>5.9388012277894657E-3</c:v>
                </c:pt>
                <c:pt idx="494">
                  <c:v>5.8927994124033647E-3</c:v>
                </c:pt>
                <c:pt idx="495">
                  <c:v>6.1538202101378238E-3</c:v>
                </c:pt>
                <c:pt idx="496">
                  <c:v>7.0236476751859584E-3</c:v>
                </c:pt>
                <c:pt idx="497">
                  <c:v>7.0181164336401668E-3</c:v>
                </c:pt>
                <c:pt idx="498">
                  <c:v>6.999926189140436E-3</c:v>
                </c:pt>
                <c:pt idx="499">
                  <c:v>6.8714051270368833E-3</c:v>
                </c:pt>
                <c:pt idx="500">
                  <c:v>6.8773926723566092E-3</c:v>
                </c:pt>
                <c:pt idx="501">
                  <c:v>6.8504139321133237E-3</c:v>
                </c:pt>
                <c:pt idx="502">
                  <c:v>6.8169049585174932E-3</c:v>
                </c:pt>
                <c:pt idx="503">
                  <c:v>6.5442983905683646E-3</c:v>
                </c:pt>
                <c:pt idx="504">
                  <c:v>6.5456121066885193E-3</c:v>
                </c:pt>
                <c:pt idx="505">
                  <c:v>6.562137351374119E-3</c:v>
                </c:pt>
                <c:pt idx="506">
                  <c:v>6.9034446843355603E-3</c:v>
                </c:pt>
                <c:pt idx="507">
                  <c:v>6.9148496553788604E-3</c:v>
                </c:pt>
                <c:pt idx="508">
                  <c:v>6.9434201161061157E-3</c:v>
                </c:pt>
                <c:pt idx="509">
                  <c:v>7.0033511529958552E-3</c:v>
                </c:pt>
                <c:pt idx="510">
                  <c:v>6.3739704207641402E-3</c:v>
                </c:pt>
                <c:pt idx="511">
                  <c:v>6.3596733659661321E-3</c:v>
                </c:pt>
                <c:pt idx="512">
                  <c:v>6.1567054963435298E-3</c:v>
                </c:pt>
                <c:pt idx="513">
                  <c:v>5.6541207906535898E-3</c:v>
                </c:pt>
                <c:pt idx="514">
                  <c:v>5.6660145624392796E-3</c:v>
                </c:pt>
                <c:pt idx="515">
                  <c:v>5.7928620921925472E-3</c:v>
                </c:pt>
                <c:pt idx="516">
                  <c:v>5.5523963186842667E-3</c:v>
                </c:pt>
                <c:pt idx="517">
                  <c:v>4.1305018093897106E-3</c:v>
                </c:pt>
                <c:pt idx="518">
                  <c:v>4.350910826634297E-3</c:v>
                </c:pt>
                <c:pt idx="519">
                  <c:v>4.4003433470540003E-3</c:v>
                </c:pt>
                <c:pt idx="520">
                  <c:v>4.2639711514236645E-3</c:v>
                </c:pt>
                <c:pt idx="521">
                  <c:v>4.1437588440577352E-3</c:v>
                </c:pt>
                <c:pt idx="522">
                  <c:v>4.1401914866734894E-3</c:v>
                </c:pt>
                <c:pt idx="523">
                  <c:v>5.4322080408380985E-3</c:v>
                </c:pt>
                <c:pt idx="524">
                  <c:v>5.447470107817546E-3</c:v>
                </c:pt>
                <c:pt idx="525">
                  <c:v>5.6028434010744156E-3</c:v>
                </c:pt>
                <c:pt idx="526">
                  <c:v>5.5583602520191313E-3</c:v>
                </c:pt>
                <c:pt idx="527">
                  <c:v>5.2736174795588028E-3</c:v>
                </c:pt>
                <c:pt idx="528">
                  <c:v>5.2256460499985205E-3</c:v>
                </c:pt>
                <c:pt idx="529">
                  <c:v>5.7775414603819112E-3</c:v>
                </c:pt>
                <c:pt idx="530">
                  <c:v>5.7658229433855315E-3</c:v>
                </c:pt>
                <c:pt idx="531">
                  <c:v>5.7529875689607277E-3</c:v>
                </c:pt>
                <c:pt idx="532">
                  <c:v>6.0031827761798419E-3</c:v>
                </c:pt>
                <c:pt idx="533">
                  <c:v>6.1229974669622699E-3</c:v>
                </c:pt>
                <c:pt idx="534">
                  <c:v>6.0337712512155001E-3</c:v>
                </c:pt>
                <c:pt idx="535">
                  <c:v>6.0009563934896809E-3</c:v>
                </c:pt>
                <c:pt idx="536">
                  <c:v>5.8552795461088809E-3</c:v>
                </c:pt>
                <c:pt idx="537">
                  <c:v>5.7942383195816929E-3</c:v>
                </c:pt>
                <c:pt idx="538">
                  <c:v>5.7801410807164439E-3</c:v>
                </c:pt>
                <c:pt idx="539">
                  <c:v>5.6648322694553008E-3</c:v>
                </c:pt>
                <c:pt idx="540">
                  <c:v>5.9215775863066689E-3</c:v>
                </c:pt>
                <c:pt idx="541">
                  <c:v>5.8998102348254908E-3</c:v>
                </c:pt>
                <c:pt idx="542">
                  <c:v>5.9828081881908518E-3</c:v>
                </c:pt>
                <c:pt idx="543">
                  <c:v>6.0937507274751064E-3</c:v>
                </c:pt>
                <c:pt idx="544">
                  <c:v>5.1253087282853906E-3</c:v>
                </c:pt>
                <c:pt idx="545">
                  <c:v>5.1368622607303729E-3</c:v>
                </c:pt>
                <c:pt idx="546">
                  <c:v>4.9217870448004996E-3</c:v>
                </c:pt>
                <c:pt idx="547">
                  <c:v>4.9176256902280406E-3</c:v>
                </c:pt>
                <c:pt idx="548">
                  <c:v>4.9224820540134237E-3</c:v>
                </c:pt>
                <c:pt idx="549">
                  <c:v>4.9388785909365773E-3</c:v>
                </c:pt>
                <c:pt idx="550">
                  <c:v>4.9156918226910913E-3</c:v>
                </c:pt>
                <c:pt idx="551">
                  <c:v>5.1507904928357476E-3</c:v>
                </c:pt>
                <c:pt idx="552">
                  <c:v>5.2070240930422191E-3</c:v>
                </c:pt>
                <c:pt idx="553">
                  <c:v>4.8941224378781286E-3</c:v>
                </c:pt>
                <c:pt idx="554">
                  <c:v>4.9197321979742746E-3</c:v>
                </c:pt>
                <c:pt idx="555">
                  <c:v>4.8478304396486213E-3</c:v>
                </c:pt>
                <c:pt idx="556">
                  <c:v>4.8215285934684587E-3</c:v>
                </c:pt>
                <c:pt idx="557">
                  <c:v>4.9132561062058865E-3</c:v>
                </c:pt>
                <c:pt idx="558">
                  <c:v>5.0825741692398117E-3</c:v>
                </c:pt>
                <c:pt idx="559">
                  <c:v>5.088026464555433E-3</c:v>
                </c:pt>
                <c:pt idx="560">
                  <c:v>5.0862505301227101E-3</c:v>
                </c:pt>
                <c:pt idx="561">
                  <c:v>5.1968077241169655E-3</c:v>
                </c:pt>
                <c:pt idx="562">
                  <c:v>5.1538299031112424E-3</c:v>
                </c:pt>
                <c:pt idx="563">
                  <c:v>5.0817053997609619E-3</c:v>
                </c:pt>
                <c:pt idx="564">
                  <c:v>5.0362560435525828E-3</c:v>
                </c:pt>
                <c:pt idx="565">
                  <c:v>4.9300514079433271E-3</c:v>
                </c:pt>
                <c:pt idx="566">
                  <c:v>4.8777899548004804E-3</c:v>
                </c:pt>
                <c:pt idx="567">
                  <c:v>5.4286770551054764E-3</c:v>
                </c:pt>
                <c:pt idx="568">
                  <c:v>5.4286148868638055E-3</c:v>
                </c:pt>
                <c:pt idx="569">
                  <c:v>5.4135484798877517E-3</c:v>
                </c:pt>
                <c:pt idx="570">
                  <c:v>5.5848093617050457E-3</c:v>
                </c:pt>
                <c:pt idx="571">
                  <c:v>5.2053618526884298E-3</c:v>
                </c:pt>
                <c:pt idx="572">
                  <c:v>5.8772334202998088E-3</c:v>
                </c:pt>
                <c:pt idx="573">
                  <c:v>6.0744334954956555E-3</c:v>
                </c:pt>
                <c:pt idx="574">
                  <c:v>6.0517341752319206E-3</c:v>
                </c:pt>
                <c:pt idx="575">
                  <c:v>5.9244105767688468E-3</c:v>
                </c:pt>
                <c:pt idx="576">
                  <c:v>5.9403397263219932E-3</c:v>
                </c:pt>
                <c:pt idx="577">
                  <c:v>5.9452717120265005E-3</c:v>
                </c:pt>
                <c:pt idx="578">
                  <c:v>5.9144975901481425E-3</c:v>
                </c:pt>
                <c:pt idx="579">
                  <c:v>5.4992746850289209E-3</c:v>
                </c:pt>
                <c:pt idx="580">
                  <c:v>5.639164676713786E-3</c:v>
                </c:pt>
                <c:pt idx="581">
                  <c:v>5.6361531336982396E-3</c:v>
                </c:pt>
                <c:pt idx="582">
                  <c:v>5.3807285370420501E-3</c:v>
                </c:pt>
                <c:pt idx="583">
                  <c:v>5.384286141300652E-3</c:v>
                </c:pt>
                <c:pt idx="584">
                  <c:v>5.5277602844329161E-3</c:v>
                </c:pt>
                <c:pt idx="585">
                  <c:v>5.4811283704258706E-3</c:v>
                </c:pt>
                <c:pt idx="586">
                  <c:v>5.2913569482106277E-3</c:v>
                </c:pt>
                <c:pt idx="587">
                  <c:v>5.3836949595817384E-3</c:v>
                </c:pt>
                <c:pt idx="588">
                  <c:v>4.8215912583856723E-3</c:v>
                </c:pt>
                <c:pt idx="589">
                  <c:v>5.0183104298014199E-3</c:v>
                </c:pt>
                <c:pt idx="590">
                  <c:v>5.0300811329690304E-3</c:v>
                </c:pt>
                <c:pt idx="591">
                  <c:v>4.8575288259504572E-3</c:v>
                </c:pt>
                <c:pt idx="592">
                  <c:v>4.7911946468002613E-3</c:v>
                </c:pt>
                <c:pt idx="593">
                  <c:v>3.7078810150227431E-3</c:v>
                </c:pt>
                <c:pt idx="594">
                  <c:v>3.453088341878571E-3</c:v>
                </c:pt>
                <c:pt idx="595">
                  <c:v>3.4550221391592452E-3</c:v>
                </c:pt>
                <c:pt idx="596">
                  <c:v>3.4311648859671746E-3</c:v>
                </c:pt>
                <c:pt idx="597">
                  <c:v>3.4704730017395542E-3</c:v>
                </c:pt>
                <c:pt idx="598">
                  <c:v>4.1422485224165556E-3</c:v>
                </c:pt>
                <c:pt idx="599">
                  <c:v>4.0422402655416112E-3</c:v>
                </c:pt>
                <c:pt idx="600">
                  <c:v>4.0557544527139479E-3</c:v>
                </c:pt>
                <c:pt idx="601">
                  <c:v>4.0505194995210441E-3</c:v>
                </c:pt>
                <c:pt idx="602">
                  <c:v>4.0121306711982307E-3</c:v>
                </c:pt>
                <c:pt idx="603">
                  <c:v>4.6304530260407257E-3</c:v>
                </c:pt>
                <c:pt idx="604">
                  <c:v>4.6217647547246096E-3</c:v>
                </c:pt>
                <c:pt idx="605">
                  <c:v>4.4404808911792043E-3</c:v>
                </c:pt>
                <c:pt idx="606">
                  <c:v>4.6511061291870945E-3</c:v>
                </c:pt>
                <c:pt idx="607">
                  <c:v>4.6716306091283888E-3</c:v>
                </c:pt>
                <c:pt idx="608">
                  <c:v>4.510771104990402E-3</c:v>
                </c:pt>
                <c:pt idx="609">
                  <c:v>5.0741643616704401E-3</c:v>
                </c:pt>
                <c:pt idx="610">
                  <c:v>5.0819314447136206E-3</c:v>
                </c:pt>
                <c:pt idx="611">
                  <c:v>5.1431711908211213E-3</c:v>
                </c:pt>
                <c:pt idx="612">
                  <c:v>5.1345082233595091E-3</c:v>
                </c:pt>
                <c:pt idx="613">
                  <c:v>5.180283110174877E-3</c:v>
                </c:pt>
                <c:pt idx="614">
                  <c:v>4.9199240033204637E-3</c:v>
                </c:pt>
                <c:pt idx="615">
                  <c:v>4.5645304240090143E-3</c:v>
                </c:pt>
                <c:pt idx="616">
                  <c:v>4.4807967089827471E-3</c:v>
                </c:pt>
                <c:pt idx="617">
                  <c:v>4.5281699032562808E-3</c:v>
                </c:pt>
                <c:pt idx="618">
                  <c:v>4.5946704906936276E-3</c:v>
                </c:pt>
                <c:pt idx="619">
                  <c:v>4.3031539228393046E-3</c:v>
                </c:pt>
                <c:pt idx="620">
                  <c:v>4.4458849268890098E-3</c:v>
                </c:pt>
                <c:pt idx="621">
                  <c:v>4.8605935757603186E-3</c:v>
                </c:pt>
                <c:pt idx="622">
                  <c:v>4.8973346998479363E-3</c:v>
                </c:pt>
                <c:pt idx="623">
                  <c:v>4.8962969169043993E-3</c:v>
                </c:pt>
                <c:pt idx="624">
                  <c:v>4.8781404373324658E-3</c:v>
                </c:pt>
                <c:pt idx="625">
                  <c:v>5.1874154848557605E-3</c:v>
                </c:pt>
                <c:pt idx="626">
                  <c:v>5.5465462641491967E-3</c:v>
                </c:pt>
                <c:pt idx="627">
                  <c:v>5.7572597521289015E-3</c:v>
                </c:pt>
                <c:pt idx="628">
                  <c:v>6.1131693484638384E-3</c:v>
                </c:pt>
                <c:pt idx="629">
                  <c:v>6.5289211026155159E-3</c:v>
                </c:pt>
                <c:pt idx="630">
                  <c:v>6.2023765160755398E-3</c:v>
                </c:pt>
                <c:pt idx="631">
                  <c:v>6.1702952648872962E-3</c:v>
                </c:pt>
                <c:pt idx="632">
                  <c:v>6.4046387849490075E-3</c:v>
                </c:pt>
                <c:pt idx="633">
                  <c:v>6.3245415009636945E-3</c:v>
                </c:pt>
                <c:pt idx="634">
                  <c:v>6.5479306022290309E-3</c:v>
                </c:pt>
                <c:pt idx="635">
                  <c:v>6.5504941592238785E-3</c:v>
                </c:pt>
                <c:pt idx="636">
                  <c:v>6.5533826835342266E-3</c:v>
                </c:pt>
                <c:pt idx="637">
                  <c:v>6.9996863179959028E-3</c:v>
                </c:pt>
                <c:pt idx="638">
                  <c:v>7.3353431142869057E-3</c:v>
                </c:pt>
                <c:pt idx="639">
                  <c:v>7.2318238918203485E-3</c:v>
                </c:pt>
                <c:pt idx="640">
                  <c:v>7.3014540257163116E-3</c:v>
                </c:pt>
                <c:pt idx="641">
                  <c:v>7.378783061224351E-3</c:v>
                </c:pt>
                <c:pt idx="642">
                  <c:v>7.3147703082757955E-3</c:v>
                </c:pt>
                <c:pt idx="643">
                  <c:v>7.2380286657955598E-3</c:v>
                </c:pt>
                <c:pt idx="644">
                  <c:v>7.2522508672402015E-3</c:v>
                </c:pt>
                <c:pt idx="645">
                  <c:v>7.065179098849057E-3</c:v>
                </c:pt>
                <c:pt idx="646">
                  <c:v>7.0513196958395859E-3</c:v>
                </c:pt>
                <c:pt idx="647">
                  <c:v>6.9250009092716941E-3</c:v>
                </c:pt>
                <c:pt idx="648">
                  <c:v>6.3541858227921912E-3</c:v>
                </c:pt>
                <c:pt idx="649">
                  <c:v>6.1644835835368049E-3</c:v>
                </c:pt>
                <c:pt idx="650">
                  <c:v>5.807234762489938E-3</c:v>
                </c:pt>
                <c:pt idx="651">
                  <c:v>5.9442970818675972E-3</c:v>
                </c:pt>
                <c:pt idx="652">
                  <c:v>5.6755820376779478E-3</c:v>
                </c:pt>
                <c:pt idx="653">
                  <c:v>5.2318637936699325E-3</c:v>
                </c:pt>
                <c:pt idx="654">
                  <c:v>5.2942389205383536E-3</c:v>
                </c:pt>
                <c:pt idx="655">
                  <c:v>6.2473298983909331E-3</c:v>
                </c:pt>
                <c:pt idx="656">
                  <c:v>6.5955669035185748E-3</c:v>
                </c:pt>
                <c:pt idx="657">
                  <c:v>6.4703365982109939E-3</c:v>
                </c:pt>
                <c:pt idx="658">
                  <c:v>6.6592181707141604E-3</c:v>
                </c:pt>
                <c:pt idx="659">
                  <c:v>6.376393633888618E-3</c:v>
                </c:pt>
                <c:pt idx="660">
                  <c:v>6.3400963720559441E-3</c:v>
                </c:pt>
                <c:pt idx="661">
                  <c:v>6.42837598344823E-3</c:v>
                </c:pt>
                <c:pt idx="662">
                  <c:v>6.4265716999960766E-3</c:v>
                </c:pt>
                <c:pt idx="663">
                  <c:v>6.3865196528308998E-3</c:v>
                </c:pt>
                <c:pt idx="664">
                  <c:v>6.6587283308353557E-3</c:v>
                </c:pt>
                <c:pt idx="665">
                  <c:v>6.6555050828132579E-3</c:v>
                </c:pt>
                <c:pt idx="666">
                  <c:v>6.6778437444597509E-3</c:v>
                </c:pt>
                <c:pt idx="667">
                  <c:v>6.536248844531428E-3</c:v>
                </c:pt>
                <c:pt idx="668">
                  <c:v>6.7176578277810418E-3</c:v>
                </c:pt>
                <c:pt idx="669">
                  <c:v>6.877838960174314E-3</c:v>
                </c:pt>
                <c:pt idx="670">
                  <c:v>6.9958690982648121E-3</c:v>
                </c:pt>
                <c:pt idx="671">
                  <c:v>6.9935403301445397E-3</c:v>
                </c:pt>
                <c:pt idx="672">
                  <c:v>6.8808150018615337E-3</c:v>
                </c:pt>
                <c:pt idx="673">
                  <c:v>7.0276631175091838E-3</c:v>
                </c:pt>
                <c:pt idx="674">
                  <c:v>7.0717951160913627E-3</c:v>
                </c:pt>
                <c:pt idx="675">
                  <c:v>7.0678172870479034E-3</c:v>
                </c:pt>
                <c:pt idx="676">
                  <c:v>6.2439050410883551E-3</c:v>
                </c:pt>
                <c:pt idx="677">
                  <c:v>5.7705815518492949E-3</c:v>
                </c:pt>
                <c:pt idx="678">
                  <c:v>5.8247668687621485E-3</c:v>
                </c:pt>
                <c:pt idx="679">
                  <c:v>4.5463306470813446E-3</c:v>
                </c:pt>
                <c:pt idx="680">
                  <c:v>4.7165267082346614E-3</c:v>
                </c:pt>
                <c:pt idx="681">
                  <c:v>4.9921920264341434E-3</c:v>
                </c:pt>
                <c:pt idx="682">
                  <c:v>4.9978107921514348E-3</c:v>
                </c:pt>
                <c:pt idx="683">
                  <c:v>4.9533468146052539E-3</c:v>
                </c:pt>
                <c:pt idx="684">
                  <c:v>4.8515553314711964E-3</c:v>
                </c:pt>
                <c:pt idx="685">
                  <c:v>5.3138147301810797E-3</c:v>
                </c:pt>
                <c:pt idx="686">
                  <c:v>5.4870883323987667E-3</c:v>
                </c:pt>
                <c:pt idx="687">
                  <c:v>5.4818984194604219E-3</c:v>
                </c:pt>
                <c:pt idx="688">
                  <c:v>5.3811484375912589E-3</c:v>
                </c:pt>
                <c:pt idx="689">
                  <c:v>5.4281387002636412E-3</c:v>
                </c:pt>
                <c:pt idx="690">
                  <c:v>5.2983512517970231E-3</c:v>
                </c:pt>
                <c:pt idx="691">
                  <c:v>5.3026706402053373E-3</c:v>
                </c:pt>
                <c:pt idx="692">
                  <c:v>5.7430581649310364E-3</c:v>
                </c:pt>
                <c:pt idx="693">
                  <c:v>5.9062758223998322E-3</c:v>
                </c:pt>
                <c:pt idx="694">
                  <c:v>5.7104400742298E-3</c:v>
                </c:pt>
                <c:pt idx="695">
                  <c:v>5.6876388430198441E-3</c:v>
                </c:pt>
                <c:pt idx="696">
                  <c:v>5.6791355899996742E-3</c:v>
                </c:pt>
                <c:pt idx="697">
                  <c:v>5.3848421872872343E-3</c:v>
                </c:pt>
                <c:pt idx="698">
                  <c:v>5.3542573526710324E-3</c:v>
                </c:pt>
                <c:pt idx="699">
                  <c:v>5.3310095552541901E-3</c:v>
                </c:pt>
                <c:pt idx="700">
                  <c:v>5.3091442810229228E-3</c:v>
                </c:pt>
                <c:pt idx="701">
                  <c:v>5.2741265894573888E-3</c:v>
                </c:pt>
                <c:pt idx="702">
                  <c:v>5.4724588531174971E-3</c:v>
                </c:pt>
                <c:pt idx="703">
                  <c:v>5.8368601109189235E-3</c:v>
                </c:pt>
                <c:pt idx="704">
                  <c:v>5.7780089321335859E-3</c:v>
                </c:pt>
                <c:pt idx="705">
                  <c:v>5.7705447706466635E-3</c:v>
                </c:pt>
                <c:pt idx="706">
                  <c:v>5.6188643035276868E-3</c:v>
                </c:pt>
                <c:pt idx="707">
                  <c:v>6.3039677330224975E-3</c:v>
                </c:pt>
                <c:pt idx="708">
                  <c:v>6.6952294219967991E-3</c:v>
                </c:pt>
                <c:pt idx="709">
                  <c:v>6.801986164203095E-3</c:v>
                </c:pt>
                <c:pt idx="710">
                  <c:v>6.7081098473302844E-3</c:v>
                </c:pt>
                <c:pt idx="711">
                  <c:v>6.7355511850569622E-3</c:v>
                </c:pt>
                <c:pt idx="712">
                  <c:v>6.6566422964306317E-3</c:v>
                </c:pt>
                <c:pt idx="713">
                  <c:v>6.5527964076724302E-3</c:v>
                </c:pt>
                <c:pt idx="714">
                  <c:v>6.4959905767115597E-3</c:v>
                </c:pt>
                <c:pt idx="715">
                  <c:v>6.6533051743263311E-3</c:v>
                </c:pt>
                <c:pt idx="716">
                  <c:v>6.6606049386789944E-3</c:v>
                </c:pt>
                <c:pt idx="717">
                  <c:v>6.6603196399235808E-3</c:v>
                </c:pt>
                <c:pt idx="718">
                  <c:v>6.7359131941784334E-3</c:v>
                </c:pt>
                <c:pt idx="719">
                  <c:v>6.7301550881037125E-3</c:v>
                </c:pt>
                <c:pt idx="720">
                  <c:v>6.8025514343716242E-3</c:v>
                </c:pt>
                <c:pt idx="721">
                  <c:v>6.7717856176235918E-3</c:v>
                </c:pt>
                <c:pt idx="722">
                  <c:v>6.8344483358195136E-3</c:v>
                </c:pt>
                <c:pt idx="723">
                  <c:v>6.4858980725286675E-3</c:v>
                </c:pt>
                <c:pt idx="724">
                  <c:v>5.9553648810660121E-3</c:v>
                </c:pt>
                <c:pt idx="725">
                  <c:v>5.9601365909742994E-3</c:v>
                </c:pt>
                <c:pt idx="726">
                  <c:v>6.0083590059647439E-3</c:v>
                </c:pt>
                <c:pt idx="727">
                  <c:v>5.6681861732206492E-3</c:v>
                </c:pt>
                <c:pt idx="728">
                  <c:v>5.2818163783390614E-3</c:v>
                </c:pt>
                <c:pt idx="729">
                  <c:v>4.9854554567583184E-3</c:v>
                </c:pt>
                <c:pt idx="730">
                  <c:v>4.9299013248926427E-3</c:v>
                </c:pt>
                <c:pt idx="731">
                  <c:v>4.4383748581298113E-3</c:v>
                </c:pt>
                <c:pt idx="732">
                  <c:v>4.1851811801533753E-3</c:v>
                </c:pt>
                <c:pt idx="733">
                  <c:v>4.1819387258490203E-3</c:v>
                </c:pt>
                <c:pt idx="734">
                  <c:v>4.1759115871405532E-3</c:v>
                </c:pt>
                <c:pt idx="735">
                  <c:v>4.3502237132903212E-3</c:v>
                </c:pt>
                <c:pt idx="736">
                  <c:v>4.1826972281648394E-3</c:v>
                </c:pt>
                <c:pt idx="737">
                  <c:v>4.2774975546641808E-3</c:v>
                </c:pt>
                <c:pt idx="738">
                  <c:v>4.3477885076165269E-3</c:v>
                </c:pt>
                <c:pt idx="739">
                  <c:v>4.6893575328456191E-3</c:v>
                </c:pt>
                <c:pt idx="740">
                  <c:v>4.7115635104139466E-3</c:v>
                </c:pt>
                <c:pt idx="741">
                  <c:v>4.5748926303634131E-3</c:v>
                </c:pt>
                <c:pt idx="742">
                  <c:v>4.5281122266766522E-3</c:v>
                </c:pt>
                <c:pt idx="743">
                  <c:v>4.9987903633809576E-3</c:v>
                </c:pt>
                <c:pt idx="744">
                  <c:v>4.4021426831344166E-3</c:v>
                </c:pt>
                <c:pt idx="745">
                  <c:v>4.4521141373648669E-3</c:v>
                </c:pt>
                <c:pt idx="746">
                  <c:v>7.1768698305599773E-3</c:v>
                </c:pt>
                <c:pt idx="747">
                  <c:v>7.4284115796998977E-3</c:v>
                </c:pt>
                <c:pt idx="748">
                  <c:v>8.1821410707025744E-3</c:v>
                </c:pt>
                <c:pt idx="749">
                  <c:v>8.0557780575127216E-3</c:v>
                </c:pt>
                <c:pt idx="750">
                  <c:v>8.3508640519904202E-3</c:v>
                </c:pt>
                <c:pt idx="751">
                  <c:v>8.7077885491348272E-3</c:v>
                </c:pt>
                <c:pt idx="752">
                  <c:v>8.9083585170629601E-3</c:v>
                </c:pt>
                <c:pt idx="753">
                  <c:v>8.9019875563959936E-3</c:v>
                </c:pt>
                <c:pt idx="754">
                  <c:v>8.8553927490262613E-3</c:v>
                </c:pt>
                <c:pt idx="755">
                  <c:v>9.0081421374921568E-3</c:v>
                </c:pt>
                <c:pt idx="756">
                  <c:v>8.8300917401243802E-3</c:v>
                </c:pt>
                <c:pt idx="757">
                  <c:v>8.7724385818657158E-3</c:v>
                </c:pt>
                <c:pt idx="758">
                  <c:v>8.6155748208138917E-3</c:v>
                </c:pt>
                <c:pt idx="759">
                  <c:v>8.3860701806325773E-3</c:v>
                </c:pt>
                <c:pt idx="760">
                  <c:v>8.3578739895398026E-3</c:v>
                </c:pt>
                <c:pt idx="761">
                  <c:v>8.7028228635512902E-3</c:v>
                </c:pt>
                <c:pt idx="762">
                  <c:v>8.7019913931515279E-3</c:v>
                </c:pt>
                <c:pt idx="763">
                  <c:v>8.5513253323703364E-3</c:v>
                </c:pt>
                <c:pt idx="764">
                  <c:v>8.4928815895643044E-3</c:v>
                </c:pt>
                <c:pt idx="765">
                  <c:v>8.6224544388281733E-3</c:v>
                </c:pt>
                <c:pt idx="766">
                  <c:v>8.7684524566236967E-3</c:v>
                </c:pt>
                <c:pt idx="767">
                  <c:v>7.6463187803451089E-3</c:v>
                </c:pt>
                <c:pt idx="768">
                  <c:v>7.9086070107924848E-3</c:v>
                </c:pt>
                <c:pt idx="769">
                  <c:v>7.2349924785384901E-3</c:v>
                </c:pt>
                <c:pt idx="770">
                  <c:v>8.4644935245807226E-3</c:v>
                </c:pt>
                <c:pt idx="771">
                  <c:v>8.1681866027896611E-3</c:v>
                </c:pt>
                <c:pt idx="772">
                  <c:v>7.7842761376494748E-3</c:v>
                </c:pt>
                <c:pt idx="773">
                  <c:v>7.6066793675364898E-3</c:v>
                </c:pt>
                <c:pt idx="774">
                  <c:v>8.278591294611096E-3</c:v>
                </c:pt>
                <c:pt idx="775">
                  <c:v>8.3721928304891571E-3</c:v>
                </c:pt>
                <c:pt idx="776">
                  <c:v>8.2863530285618801E-3</c:v>
                </c:pt>
                <c:pt idx="777">
                  <c:v>8.2393468028612617E-3</c:v>
                </c:pt>
                <c:pt idx="778">
                  <c:v>8.2631603819298058E-3</c:v>
                </c:pt>
                <c:pt idx="779">
                  <c:v>8.4918218473787194E-3</c:v>
                </c:pt>
                <c:pt idx="780">
                  <c:v>9.1123264275942591E-3</c:v>
                </c:pt>
                <c:pt idx="781">
                  <c:v>8.8512956710178631E-3</c:v>
                </c:pt>
                <c:pt idx="782">
                  <c:v>8.6097279618787964E-3</c:v>
                </c:pt>
                <c:pt idx="783">
                  <c:v>8.9841389454394082E-3</c:v>
                </c:pt>
                <c:pt idx="784">
                  <c:v>8.9861616475164028E-3</c:v>
                </c:pt>
                <c:pt idx="785">
                  <c:v>9.2558617304113119E-3</c:v>
                </c:pt>
                <c:pt idx="786">
                  <c:v>1.0119804153944111E-2</c:v>
                </c:pt>
                <c:pt idx="787">
                  <c:v>9.8292180135813624E-3</c:v>
                </c:pt>
                <c:pt idx="788">
                  <c:v>9.6074668294447701E-3</c:v>
                </c:pt>
                <c:pt idx="789">
                  <c:v>9.4508266852872339E-3</c:v>
                </c:pt>
                <c:pt idx="790">
                  <c:v>9.4363890067623996E-3</c:v>
                </c:pt>
                <c:pt idx="791">
                  <c:v>8.52691059679948E-3</c:v>
                </c:pt>
                <c:pt idx="792">
                  <c:v>8.5367166948064691E-3</c:v>
                </c:pt>
                <c:pt idx="793">
                  <c:v>8.5736842737165284E-3</c:v>
                </c:pt>
                <c:pt idx="794">
                  <c:v>8.4854559010384793E-3</c:v>
                </c:pt>
                <c:pt idx="795">
                  <c:v>7.6076801038685929E-3</c:v>
                </c:pt>
                <c:pt idx="796">
                  <c:v>7.1487589072311728E-3</c:v>
                </c:pt>
                <c:pt idx="797">
                  <c:v>7.1634708008744032E-3</c:v>
                </c:pt>
                <c:pt idx="798">
                  <c:v>7.1597342799659524E-3</c:v>
                </c:pt>
                <c:pt idx="799">
                  <c:v>7.0298392625585699E-3</c:v>
                </c:pt>
                <c:pt idx="800">
                  <c:v>6.4553859142029157E-3</c:v>
                </c:pt>
                <c:pt idx="801">
                  <c:v>5.9997133374635756E-3</c:v>
                </c:pt>
                <c:pt idx="802">
                  <c:v>6.0545500128347026E-3</c:v>
                </c:pt>
                <c:pt idx="803">
                  <c:v>5.685440509520058E-3</c:v>
                </c:pt>
                <c:pt idx="804">
                  <c:v>5.5539000857489345E-3</c:v>
                </c:pt>
                <c:pt idx="805">
                  <c:v>5.6934355514948569E-3</c:v>
                </c:pt>
                <c:pt idx="806">
                  <c:v>5.1363953555279606E-3</c:v>
                </c:pt>
                <c:pt idx="807">
                  <c:v>3.7136187575632965E-3</c:v>
                </c:pt>
                <c:pt idx="808">
                  <c:v>3.7224338028321374E-3</c:v>
                </c:pt>
                <c:pt idx="809">
                  <c:v>3.6694898687544262E-3</c:v>
                </c:pt>
                <c:pt idx="810">
                  <c:v>3.7667689631382946E-3</c:v>
                </c:pt>
                <c:pt idx="811">
                  <c:v>4.0622688183609822E-3</c:v>
                </c:pt>
                <c:pt idx="812">
                  <c:v>4.0447469785043939E-3</c:v>
                </c:pt>
                <c:pt idx="813">
                  <c:v>4.0664538205752764E-3</c:v>
                </c:pt>
                <c:pt idx="814">
                  <c:v>4.2831192756421239E-3</c:v>
                </c:pt>
                <c:pt idx="815">
                  <c:v>4.4928823888862506E-3</c:v>
                </c:pt>
                <c:pt idx="816">
                  <c:v>4.852213153827346E-3</c:v>
                </c:pt>
                <c:pt idx="817">
                  <c:v>5.070025381543504E-3</c:v>
                </c:pt>
                <c:pt idx="818">
                  <c:v>5.0908626172425416E-3</c:v>
                </c:pt>
                <c:pt idx="819">
                  <c:v>5.5128167965659411E-3</c:v>
                </c:pt>
                <c:pt idx="820">
                  <c:v>5.7928550026770049E-3</c:v>
                </c:pt>
                <c:pt idx="821">
                  <c:v>6.0539263300447357E-3</c:v>
                </c:pt>
                <c:pt idx="822">
                  <c:v>6.2217862727863031E-3</c:v>
                </c:pt>
                <c:pt idx="823">
                  <c:v>6.1408120922301461E-3</c:v>
                </c:pt>
                <c:pt idx="824">
                  <c:v>6.0547713586647572E-3</c:v>
                </c:pt>
                <c:pt idx="825">
                  <c:v>6.5856236829961489E-3</c:v>
                </c:pt>
                <c:pt idx="826">
                  <c:v>6.5907314684214525E-3</c:v>
                </c:pt>
                <c:pt idx="827">
                  <c:v>6.6119827354852211E-3</c:v>
                </c:pt>
                <c:pt idx="828">
                  <c:v>6.3041298084269481E-3</c:v>
                </c:pt>
                <c:pt idx="829">
                  <c:v>6.6174614901631434E-3</c:v>
                </c:pt>
                <c:pt idx="830">
                  <c:v>6.8230485154528436E-3</c:v>
                </c:pt>
                <c:pt idx="831">
                  <c:v>6.7998771944662384E-3</c:v>
                </c:pt>
                <c:pt idx="832">
                  <c:v>6.5519148324252484E-3</c:v>
                </c:pt>
                <c:pt idx="833">
                  <c:v>6.6517786736369948E-3</c:v>
                </c:pt>
                <c:pt idx="834">
                  <c:v>6.6543233713401585E-3</c:v>
                </c:pt>
                <c:pt idx="835">
                  <c:v>6.608412236601518E-3</c:v>
                </c:pt>
                <c:pt idx="836">
                  <c:v>6.4776745201043972E-3</c:v>
                </c:pt>
                <c:pt idx="837">
                  <c:v>6.1872548166159716E-3</c:v>
                </c:pt>
                <c:pt idx="838">
                  <c:v>6.2493611084754909E-3</c:v>
                </c:pt>
                <c:pt idx="839">
                  <c:v>6.3379289896877472E-3</c:v>
                </c:pt>
                <c:pt idx="840">
                  <c:v>5.8756140486241259E-3</c:v>
                </c:pt>
                <c:pt idx="841">
                  <c:v>5.8476659397994962E-3</c:v>
                </c:pt>
                <c:pt idx="842">
                  <c:v>5.7864716260547424E-3</c:v>
                </c:pt>
                <c:pt idx="843">
                  <c:v>5.546362504380664E-3</c:v>
                </c:pt>
                <c:pt idx="844">
                  <c:v>5.7998029196650869E-3</c:v>
                </c:pt>
                <c:pt idx="845">
                  <c:v>6.037993560151762E-3</c:v>
                </c:pt>
                <c:pt idx="846">
                  <c:v>6.0680921596671959E-3</c:v>
                </c:pt>
                <c:pt idx="847">
                  <c:v>6.1256862861798498E-3</c:v>
                </c:pt>
                <c:pt idx="848">
                  <c:v>6.0236501511133746E-3</c:v>
                </c:pt>
                <c:pt idx="849">
                  <c:v>6.1060637018474735E-3</c:v>
                </c:pt>
                <c:pt idx="850">
                  <c:v>5.8541686638598975E-3</c:v>
                </c:pt>
                <c:pt idx="851">
                  <c:v>5.6195627421987823E-3</c:v>
                </c:pt>
                <c:pt idx="852">
                  <c:v>5.8461836476777964E-3</c:v>
                </c:pt>
                <c:pt idx="853">
                  <c:v>6.1147583900743882E-3</c:v>
                </c:pt>
                <c:pt idx="854">
                  <c:v>6.0289294101116015E-3</c:v>
                </c:pt>
                <c:pt idx="855">
                  <c:v>6.1864982945676579E-3</c:v>
                </c:pt>
                <c:pt idx="856">
                  <c:v>6.0755508699236408E-3</c:v>
                </c:pt>
                <c:pt idx="857">
                  <c:v>6.3448529195727762E-3</c:v>
                </c:pt>
                <c:pt idx="858">
                  <c:v>6.4518896902427281E-3</c:v>
                </c:pt>
                <c:pt idx="859">
                  <c:v>6.1531049122468436E-3</c:v>
                </c:pt>
                <c:pt idx="860">
                  <c:v>6.0996672334504062E-3</c:v>
                </c:pt>
                <c:pt idx="861">
                  <c:v>6.0975824137515901E-3</c:v>
                </c:pt>
                <c:pt idx="862">
                  <c:v>6.0616133027553082E-3</c:v>
                </c:pt>
                <c:pt idx="863">
                  <c:v>5.8982490517387161E-3</c:v>
                </c:pt>
                <c:pt idx="864">
                  <c:v>5.9079578007529615E-3</c:v>
                </c:pt>
                <c:pt idx="865">
                  <c:v>5.3801256172959534E-3</c:v>
                </c:pt>
                <c:pt idx="866">
                  <c:v>5.1334665188913636E-3</c:v>
                </c:pt>
                <c:pt idx="867">
                  <c:v>4.7288812331823873E-3</c:v>
                </c:pt>
                <c:pt idx="868">
                  <c:v>4.3638684461124125E-3</c:v>
                </c:pt>
                <c:pt idx="869">
                  <c:v>4.4428822867146923E-3</c:v>
                </c:pt>
                <c:pt idx="870">
                  <c:v>5.0324128736481538E-3</c:v>
                </c:pt>
                <c:pt idx="871">
                  <c:v>5.2537284877750704E-3</c:v>
                </c:pt>
                <c:pt idx="872">
                  <c:v>5.2531066146613561E-3</c:v>
                </c:pt>
                <c:pt idx="873">
                  <c:v>5.1613977109322279E-3</c:v>
                </c:pt>
                <c:pt idx="874">
                  <c:v>5.0061294813706783E-3</c:v>
                </c:pt>
                <c:pt idx="875">
                  <c:v>4.9846349626158186E-3</c:v>
                </c:pt>
                <c:pt idx="876">
                  <c:v>5.0211088064918939E-3</c:v>
                </c:pt>
                <c:pt idx="877">
                  <c:v>5.3174404290760582E-3</c:v>
                </c:pt>
                <c:pt idx="878">
                  <c:v>5.0344856288506998E-3</c:v>
                </c:pt>
                <c:pt idx="879">
                  <c:v>5.1218155721502855E-3</c:v>
                </c:pt>
                <c:pt idx="880">
                  <c:v>5.1852359992649475E-3</c:v>
                </c:pt>
                <c:pt idx="881">
                  <c:v>5.199972072276491E-3</c:v>
                </c:pt>
                <c:pt idx="882">
                  <c:v>5.1758881089393263E-3</c:v>
                </c:pt>
                <c:pt idx="883">
                  <c:v>5.0813074769158481E-3</c:v>
                </c:pt>
                <c:pt idx="884">
                  <c:v>5.1374375106723038E-3</c:v>
                </c:pt>
                <c:pt idx="885">
                  <c:v>5.5458514036900554E-3</c:v>
                </c:pt>
                <c:pt idx="886">
                  <c:v>5.5553697846413416E-3</c:v>
                </c:pt>
                <c:pt idx="887">
                  <c:v>5.4407533276571649E-3</c:v>
                </c:pt>
                <c:pt idx="888">
                  <c:v>5.4587828756094666E-3</c:v>
                </c:pt>
                <c:pt idx="889">
                  <c:v>5.4485518105730144E-3</c:v>
                </c:pt>
                <c:pt idx="890">
                  <c:v>5.8407161729552171E-3</c:v>
                </c:pt>
                <c:pt idx="891">
                  <c:v>5.5857722649080774E-3</c:v>
                </c:pt>
                <c:pt idx="892">
                  <c:v>5.2673496492128607E-3</c:v>
                </c:pt>
                <c:pt idx="893">
                  <c:v>5.3556468429238118E-3</c:v>
                </c:pt>
                <c:pt idx="894">
                  <c:v>5.4200152853781866E-3</c:v>
                </c:pt>
                <c:pt idx="895">
                  <c:v>6.0972389260694881E-3</c:v>
                </c:pt>
                <c:pt idx="896">
                  <c:v>6.7102185148749287E-3</c:v>
                </c:pt>
                <c:pt idx="897">
                  <c:v>6.8959082140731178E-3</c:v>
                </c:pt>
                <c:pt idx="898">
                  <c:v>7.2902396463320378E-3</c:v>
                </c:pt>
                <c:pt idx="899">
                  <c:v>7.6325302733268588E-3</c:v>
                </c:pt>
                <c:pt idx="900">
                  <c:v>7.8070069423605472E-3</c:v>
                </c:pt>
                <c:pt idx="901">
                  <c:v>7.6219716452732749E-3</c:v>
                </c:pt>
                <c:pt idx="902">
                  <c:v>7.5412394336176053E-3</c:v>
                </c:pt>
                <c:pt idx="903">
                  <c:v>8.0957265878354671E-3</c:v>
                </c:pt>
                <c:pt idx="904">
                  <c:v>8.4571763094900415E-3</c:v>
                </c:pt>
                <c:pt idx="905">
                  <c:v>8.4596965039972875E-3</c:v>
                </c:pt>
                <c:pt idx="906">
                  <c:v>7.9008159171547205E-3</c:v>
                </c:pt>
                <c:pt idx="907">
                  <c:v>7.7403981086642546E-3</c:v>
                </c:pt>
                <c:pt idx="908">
                  <c:v>8.0692494434556894E-3</c:v>
                </c:pt>
                <c:pt idx="909">
                  <c:v>8.3935578588711836E-3</c:v>
                </c:pt>
                <c:pt idx="910">
                  <c:v>9.445550560021462E-3</c:v>
                </c:pt>
                <c:pt idx="911">
                  <c:v>1.0589777403391242E-2</c:v>
                </c:pt>
                <c:pt idx="912">
                  <c:v>1.0752852512895808E-2</c:v>
                </c:pt>
                <c:pt idx="913">
                  <c:v>1.0749379903738778E-2</c:v>
                </c:pt>
                <c:pt idx="914">
                  <c:v>1.1446909967565949E-2</c:v>
                </c:pt>
                <c:pt idx="915">
                  <c:v>1.1814783921030147E-2</c:v>
                </c:pt>
                <c:pt idx="916">
                  <c:v>1.3272643159480541E-2</c:v>
                </c:pt>
                <c:pt idx="917">
                  <c:v>1.3212139325074311E-2</c:v>
                </c:pt>
                <c:pt idx="918">
                  <c:v>1.3195824814484816E-2</c:v>
                </c:pt>
                <c:pt idx="919">
                  <c:v>1.2801970462626031E-2</c:v>
                </c:pt>
                <c:pt idx="920">
                  <c:v>1.2879981162453848E-2</c:v>
                </c:pt>
                <c:pt idx="921">
                  <c:v>1.2849301847535818E-2</c:v>
                </c:pt>
                <c:pt idx="922">
                  <c:v>1.2895986287180063E-2</c:v>
                </c:pt>
                <c:pt idx="923">
                  <c:v>1.3148896334230957E-2</c:v>
                </c:pt>
                <c:pt idx="924">
                  <c:v>1.294310258676578E-2</c:v>
                </c:pt>
                <c:pt idx="925">
                  <c:v>1.265216486876713E-2</c:v>
                </c:pt>
                <c:pt idx="926">
                  <c:v>1.3916576021673578E-2</c:v>
                </c:pt>
                <c:pt idx="927">
                  <c:v>1.3900817682653666E-2</c:v>
                </c:pt>
                <c:pt idx="928">
                  <c:v>1.4697455396233971E-2</c:v>
                </c:pt>
                <c:pt idx="929">
                  <c:v>1.4544203420022123E-2</c:v>
                </c:pt>
                <c:pt idx="930">
                  <c:v>1.490336599109281E-2</c:v>
                </c:pt>
                <c:pt idx="931">
                  <c:v>1.3986290814564695E-2</c:v>
                </c:pt>
                <c:pt idx="932">
                  <c:v>1.2604911485145542E-2</c:v>
                </c:pt>
                <c:pt idx="933">
                  <c:v>1.2653356011741241E-2</c:v>
                </c:pt>
                <c:pt idx="934">
                  <c:v>1.2598521221213759E-2</c:v>
                </c:pt>
                <c:pt idx="935">
                  <c:v>1.2389011639320281E-2</c:v>
                </c:pt>
                <c:pt idx="936">
                  <c:v>1.1495497766418636E-2</c:v>
                </c:pt>
                <c:pt idx="937">
                  <c:v>1.0379339617296906E-2</c:v>
                </c:pt>
                <c:pt idx="938">
                  <c:v>1.0380259506815729E-2</c:v>
                </c:pt>
                <c:pt idx="939">
                  <c:v>1.035930470145258E-2</c:v>
                </c:pt>
                <c:pt idx="940">
                  <c:v>1.0024156769408288E-2</c:v>
                </c:pt>
                <c:pt idx="941">
                  <c:v>9.7262874898356427E-3</c:v>
                </c:pt>
                <c:pt idx="942">
                  <c:v>9.7089779916189889E-3</c:v>
                </c:pt>
                <c:pt idx="943">
                  <c:v>9.5706129724011397E-3</c:v>
                </c:pt>
                <c:pt idx="944">
                  <c:v>9.641951373377625E-3</c:v>
                </c:pt>
                <c:pt idx="945">
                  <c:v>9.2851143777145338E-3</c:v>
                </c:pt>
                <c:pt idx="946">
                  <c:v>8.8708124586509042E-3</c:v>
                </c:pt>
                <c:pt idx="947">
                  <c:v>8.046539831771695E-3</c:v>
                </c:pt>
                <c:pt idx="948">
                  <c:v>7.8447234299812429E-3</c:v>
                </c:pt>
                <c:pt idx="949">
                  <c:v>7.0125962506433761E-3</c:v>
                </c:pt>
                <c:pt idx="950">
                  <c:v>7.0266284870071707E-3</c:v>
                </c:pt>
                <c:pt idx="951">
                  <c:v>6.5361334256589408E-3</c:v>
                </c:pt>
                <c:pt idx="952">
                  <c:v>7.588962487917573E-3</c:v>
                </c:pt>
                <c:pt idx="953">
                  <c:v>7.807472383823671E-3</c:v>
                </c:pt>
                <c:pt idx="954">
                  <c:v>8.8214602664916861E-3</c:v>
                </c:pt>
                <c:pt idx="955">
                  <c:v>8.9241163097759681E-3</c:v>
                </c:pt>
                <c:pt idx="956">
                  <c:v>9.4593149381274038E-3</c:v>
                </c:pt>
                <c:pt idx="957">
                  <c:v>9.3058947467305544E-3</c:v>
                </c:pt>
                <c:pt idx="958">
                  <c:v>9.2984135908638979E-3</c:v>
                </c:pt>
                <c:pt idx="959">
                  <c:v>9.3925991469499572E-3</c:v>
                </c:pt>
                <c:pt idx="960">
                  <c:v>9.3280345724083471E-3</c:v>
                </c:pt>
                <c:pt idx="961">
                  <c:v>9.2614704514987645E-3</c:v>
                </c:pt>
                <c:pt idx="962">
                  <c:v>8.9414581145830473E-3</c:v>
                </c:pt>
                <c:pt idx="963">
                  <c:v>9.8103373360601057E-3</c:v>
                </c:pt>
                <c:pt idx="964">
                  <c:v>9.8730309310092398E-3</c:v>
                </c:pt>
                <c:pt idx="965">
                  <c:v>9.7416880578406872E-3</c:v>
                </c:pt>
                <c:pt idx="966">
                  <c:v>9.7253246920221709E-3</c:v>
                </c:pt>
                <c:pt idx="967">
                  <c:v>9.8153682518248003E-3</c:v>
                </c:pt>
                <c:pt idx="968">
                  <c:v>9.4556727641080651E-3</c:v>
                </c:pt>
                <c:pt idx="969">
                  <c:v>9.4960670611035757E-3</c:v>
                </c:pt>
                <c:pt idx="970">
                  <c:v>9.7882708023538847E-3</c:v>
                </c:pt>
                <c:pt idx="971">
                  <c:v>1.0071048877322382E-2</c:v>
                </c:pt>
                <c:pt idx="972">
                  <c:v>1.0011314376702846E-2</c:v>
                </c:pt>
                <c:pt idx="973">
                  <c:v>9.285815430004658E-3</c:v>
                </c:pt>
                <c:pt idx="974">
                  <c:v>9.1193130287281991E-3</c:v>
                </c:pt>
                <c:pt idx="975">
                  <c:v>7.947852345561222E-3</c:v>
                </c:pt>
                <c:pt idx="976">
                  <c:v>7.9517735505880149E-3</c:v>
                </c:pt>
                <c:pt idx="977">
                  <c:v>7.0033281899159949E-3</c:v>
                </c:pt>
                <c:pt idx="978">
                  <c:v>7.0147886956656112E-3</c:v>
                </c:pt>
                <c:pt idx="979">
                  <c:v>7.6584806329497296E-3</c:v>
                </c:pt>
                <c:pt idx="980">
                  <c:v>7.4741280015552082E-3</c:v>
                </c:pt>
                <c:pt idx="981">
                  <c:v>7.4681110398640855E-3</c:v>
                </c:pt>
                <c:pt idx="982">
                  <c:v>7.3690546612997119E-3</c:v>
                </c:pt>
                <c:pt idx="983">
                  <c:v>7.4521010327689942E-3</c:v>
                </c:pt>
                <c:pt idx="984">
                  <c:v>6.2626415166518127E-3</c:v>
                </c:pt>
                <c:pt idx="985">
                  <c:v>6.259881105348958E-3</c:v>
                </c:pt>
                <c:pt idx="986">
                  <c:v>6.140498857860565E-3</c:v>
                </c:pt>
                <c:pt idx="987">
                  <c:v>6.2415198588647971E-3</c:v>
                </c:pt>
                <c:pt idx="988">
                  <c:v>6.4440530287161527E-3</c:v>
                </c:pt>
                <c:pt idx="989">
                  <c:v>6.4388308043283734E-3</c:v>
                </c:pt>
                <c:pt idx="990">
                  <c:v>6.3310824236332709E-3</c:v>
                </c:pt>
                <c:pt idx="991">
                  <c:v>7.0519595870779904E-3</c:v>
                </c:pt>
                <c:pt idx="992">
                  <c:v>6.6424353457239082E-3</c:v>
                </c:pt>
                <c:pt idx="993">
                  <c:v>6.5766271539446997E-3</c:v>
                </c:pt>
                <c:pt idx="994">
                  <c:v>6.5380432657115338E-3</c:v>
                </c:pt>
                <c:pt idx="995">
                  <c:v>6.9547419201373686E-3</c:v>
                </c:pt>
                <c:pt idx="996">
                  <c:v>6.9018405417049225E-3</c:v>
                </c:pt>
                <c:pt idx="997">
                  <c:v>7.3602801621690554E-3</c:v>
                </c:pt>
                <c:pt idx="998">
                  <c:v>7.4331493351646669E-3</c:v>
                </c:pt>
                <c:pt idx="999">
                  <c:v>7.4349354678685991E-3</c:v>
                </c:pt>
                <c:pt idx="1000">
                  <c:v>6.8028184550136313E-3</c:v>
                </c:pt>
                <c:pt idx="1001">
                  <c:v>6.8576741119742478E-3</c:v>
                </c:pt>
                <c:pt idx="1002">
                  <c:v>6.8487305902566499E-3</c:v>
                </c:pt>
                <c:pt idx="1003">
                  <c:v>7.0096720790036029E-3</c:v>
                </c:pt>
                <c:pt idx="1004">
                  <c:v>6.8785585526609022E-3</c:v>
                </c:pt>
                <c:pt idx="1005">
                  <c:v>7.4958530551599897E-3</c:v>
                </c:pt>
                <c:pt idx="1006">
                  <c:v>7.3942500280496414E-3</c:v>
                </c:pt>
                <c:pt idx="1007">
                  <c:v>7.3830829969421885E-3</c:v>
                </c:pt>
                <c:pt idx="1008">
                  <c:v>7.4594652072964961E-3</c:v>
                </c:pt>
                <c:pt idx="1009">
                  <c:v>7.0693001449869865E-3</c:v>
                </c:pt>
                <c:pt idx="1010">
                  <c:v>7.0984935922608376E-3</c:v>
                </c:pt>
                <c:pt idx="1011">
                  <c:v>7.1106097671443024E-3</c:v>
                </c:pt>
                <c:pt idx="1012">
                  <c:v>6.2467013970488672E-3</c:v>
                </c:pt>
                <c:pt idx="1013">
                  <c:v>6.6012605693208789E-3</c:v>
                </c:pt>
                <c:pt idx="1014">
                  <c:v>6.7092411438595366E-3</c:v>
                </c:pt>
                <c:pt idx="1015">
                  <c:v>6.7017956988136163E-3</c:v>
                </c:pt>
                <c:pt idx="1016">
                  <c:v>6.2125322619499268E-3</c:v>
                </c:pt>
                <c:pt idx="1017">
                  <c:v>6.7557514634312196E-3</c:v>
                </c:pt>
                <c:pt idx="1018">
                  <c:v>6.6361916690022438E-3</c:v>
                </c:pt>
                <c:pt idx="1019">
                  <c:v>6.4741167136038013E-3</c:v>
                </c:pt>
                <c:pt idx="1020">
                  <c:v>6.2740312654752826E-3</c:v>
                </c:pt>
                <c:pt idx="1021">
                  <c:v>6.2321910773509613E-3</c:v>
                </c:pt>
                <c:pt idx="1022">
                  <c:v>6.0109619285720435E-3</c:v>
                </c:pt>
                <c:pt idx="1023">
                  <c:v>5.9250393907727301E-3</c:v>
                </c:pt>
                <c:pt idx="1024">
                  <c:v>5.4483194960187314E-3</c:v>
                </c:pt>
                <c:pt idx="1025">
                  <c:v>5.6038355158404838E-3</c:v>
                </c:pt>
                <c:pt idx="1026">
                  <c:v>5.8854521986440849E-3</c:v>
                </c:pt>
                <c:pt idx="1027">
                  <c:v>6.1652202129685689E-3</c:v>
                </c:pt>
                <c:pt idx="1028">
                  <c:v>6.2905013468372243E-3</c:v>
                </c:pt>
                <c:pt idx="1029">
                  <c:v>6.4351680300194121E-3</c:v>
                </c:pt>
                <c:pt idx="1030">
                  <c:v>6.2339354007669547E-3</c:v>
                </c:pt>
                <c:pt idx="1031">
                  <c:v>6.0829162500910458E-3</c:v>
                </c:pt>
                <c:pt idx="1032">
                  <c:v>5.9752916853455951E-3</c:v>
                </c:pt>
                <c:pt idx="1033">
                  <c:v>6.3081767261128751E-3</c:v>
                </c:pt>
                <c:pt idx="1034">
                  <c:v>6.2200205485394454E-3</c:v>
                </c:pt>
                <c:pt idx="1035">
                  <c:v>6.2161529735047715E-3</c:v>
                </c:pt>
                <c:pt idx="1036">
                  <c:v>6.4337468949809025E-3</c:v>
                </c:pt>
                <c:pt idx="1037">
                  <c:v>6.3932332641164821E-3</c:v>
                </c:pt>
                <c:pt idx="1038">
                  <c:v>6.3889977468660885E-3</c:v>
                </c:pt>
                <c:pt idx="1039">
                  <c:v>5.951060208828329E-3</c:v>
                </c:pt>
                <c:pt idx="1040">
                  <c:v>5.9582817771635472E-3</c:v>
                </c:pt>
                <c:pt idx="1041">
                  <c:v>5.9815477030956184E-3</c:v>
                </c:pt>
                <c:pt idx="1042">
                  <c:v>6.0289243153941116E-3</c:v>
                </c:pt>
                <c:pt idx="1043">
                  <c:v>6.0909827848935885E-3</c:v>
                </c:pt>
                <c:pt idx="1044">
                  <c:v>6.7711505833139554E-3</c:v>
                </c:pt>
                <c:pt idx="1045">
                  <c:v>6.7778496565289153E-3</c:v>
                </c:pt>
                <c:pt idx="1046">
                  <c:v>7.1774060516151695E-3</c:v>
                </c:pt>
                <c:pt idx="1047">
                  <c:v>7.0587159136841875E-3</c:v>
                </c:pt>
                <c:pt idx="1048">
                  <c:v>6.948140909770484E-3</c:v>
                </c:pt>
                <c:pt idx="1049">
                  <c:v>6.8862447832714691E-3</c:v>
                </c:pt>
                <c:pt idx="1050">
                  <c:v>6.5486973043499914E-3</c:v>
                </c:pt>
                <c:pt idx="1051">
                  <c:v>6.4927844848193493E-3</c:v>
                </c:pt>
                <c:pt idx="1052">
                  <c:v>6.7984827897982266E-3</c:v>
                </c:pt>
                <c:pt idx="1053">
                  <c:v>6.966136435699973E-3</c:v>
                </c:pt>
                <c:pt idx="1054">
                  <c:v>7.3126933808250879E-3</c:v>
                </c:pt>
                <c:pt idx="1055">
                  <c:v>7.3367772127419847E-3</c:v>
                </c:pt>
                <c:pt idx="1056">
                  <c:v>7.156576003336578E-3</c:v>
                </c:pt>
                <c:pt idx="1057">
                  <c:v>7.4490160211256136E-3</c:v>
                </c:pt>
                <c:pt idx="1058">
                  <c:v>7.4957026608107567E-3</c:v>
                </c:pt>
                <c:pt idx="1059">
                  <c:v>7.4388012429010223E-3</c:v>
                </c:pt>
                <c:pt idx="1060">
                  <c:v>7.7796872211625305E-3</c:v>
                </c:pt>
                <c:pt idx="1061">
                  <c:v>8.3489109934245971E-3</c:v>
                </c:pt>
                <c:pt idx="1062">
                  <c:v>1.1726834437162145E-2</c:v>
                </c:pt>
                <c:pt idx="1063">
                  <c:v>1.1810156885557152E-2</c:v>
                </c:pt>
                <c:pt idx="1064">
                  <c:v>1.1808315824382718E-2</c:v>
                </c:pt>
                <c:pt idx="1065">
                  <c:v>1.1513405799861588E-2</c:v>
                </c:pt>
                <c:pt idx="1066">
                  <c:v>1.2000174134149607E-2</c:v>
                </c:pt>
                <c:pt idx="1067">
                  <c:v>1.1771449736267248E-2</c:v>
                </c:pt>
                <c:pt idx="1068">
                  <c:v>1.162853515015767E-2</c:v>
                </c:pt>
                <c:pt idx="1069">
                  <c:v>1.1552386415016666E-2</c:v>
                </c:pt>
                <c:pt idx="1070">
                  <c:v>1.1639745486219771E-2</c:v>
                </c:pt>
                <c:pt idx="1071">
                  <c:v>1.1639354866221686E-2</c:v>
                </c:pt>
                <c:pt idx="1072">
                  <c:v>1.1969637280756043E-2</c:v>
                </c:pt>
                <c:pt idx="1073">
                  <c:v>1.180542014415964E-2</c:v>
                </c:pt>
                <c:pt idx="1074">
                  <c:v>1.2149888274613229E-2</c:v>
                </c:pt>
                <c:pt idx="1075">
                  <c:v>1.1745244057433584E-2</c:v>
                </c:pt>
                <c:pt idx="1076">
                  <c:v>1.1636344295887164E-2</c:v>
                </c:pt>
                <c:pt idx="1077">
                  <c:v>1.158866701208717E-2</c:v>
                </c:pt>
                <c:pt idx="1078">
                  <c:v>1.1260684216833164E-2</c:v>
                </c:pt>
                <c:pt idx="1079">
                  <c:v>1.1244782020500693E-2</c:v>
                </c:pt>
                <c:pt idx="1080">
                  <c:v>1.1323173208427849E-2</c:v>
                </c:pt>
                <c:pt idx="1081">
                  <c:v>1.172044815051989E-2</c:v>
                </c:pt>
                <c:pt idx="1082">
                  <c:v>1.1419084069462191E-2</c:v>
                </c:pt>
                <c:pt idx="1083">
                  <c:v>7.9754278259919105E-3</c:v>
                </c:pt>
                <c:pt idx="1084">
                  <c:v>8.1125852943930554E-3</c:v>
                </c:pt>
                <c:pt idx="1085">
                  <c:v>8.3645961654980009E-3</c:v>
                </c:pt>
                <c:pt idx="1086">
                  <c:v>8.2310616268079333E-3</c:v>
                </c:pt>
                <c:pt idx="1087">
                  <c:v>7.6332145246911648E-3</c:v>
                </c:pt>
                <c:pt idx="1088">
                  <c:v>7.5395463547189238E-3</c:v>
                </c:pt>
                <c:pt idx="1089">
                  <c:v>7.5383409594384602E-3</c:v>
                </c:pt>
                <c:pt idx="1090">
                  <c:v>7.4992802568245118E-3</c:v>
                </c:pt>
                <c:pt idx="1091">
                  <c:v>7.4690528757889044E-3</c:v>
                </c:pt>
                <c:pt idx="1092">
                  <c:v>7.5085673739084102E-3</c:v>
                </c:pt>
                <c:pt idx="1093">
                  <c:v>6.8005143298172218E-3</c:v>
                </c:pt>
                <c:pt idx="1094">
                  <c:v>6.7383516950118129E-3</c:v>
                </c:pt>
                <c:pt idx="1095">
                  <c:v>6.4023606235202079E-3</c:v>
                </c:pt>
                <c:pt idx="1096">
                  <c:v>7.8674196207612745E-3</c:v>
                </c:pt>
                <c:pt idx="1097">
                  <c:v>7.7662495878817921E-3</c:v>
                </c:pt>
                <c:pt idx="1098">
                  <c:v>7.7111283137305722E-3</c:v>
                </c:pt>
                <c:pt idx="1099">
                  <c:v>7.925228135337168E-3</c:v>
                </c:pt>
                <c:pt idx="1100">
                  <c:v>7.9170450764713234E-3</c:v>
                </c:pt>
                <c:pt idx="1101">
                  <c:v>7.8409448979861827E-3</c:v>
                </c:pt>
                <c:pt idx="1102">
                  <c:v>7.504638273115395E-3</c:v>
                </c:pt>
                <c:pt idx="1103">
                  <c:v>7.5101602641379122E-3</c:v>
                </c:pt>
                <c:pt idx="1104">
                  <c:v>7.7006568440913118E-3</c:v>
                </c:pt>
                <c:pt idx="1105">
                  <c:v>7.8129444148936009E-3</c:v>
                </c:pt>
                <c:pt idx="1106">
                  <c:v>7.7042984952787729E-3</c:v>
                </c:pt>
                <c:pt idx="1107">
                  <c:v>7.7034943709081991E-3</c:v>
                </c:pt>
                <c:pt idx="1108">
                  <c:v>7.4111682573004649E-3</c:v>
                </c:pt>
                <c:pt idx="1109">
                  <c:v>7.2597347056036748E-3</c:v>
                </c:pt>
                <c:pt idx="1110">
                  <c:v>7.3404741932101983E-3</c:v>
                </c:pt>
                <c:pt idx="1111">
                  <c:v>7.4493514493075563E-3</c:v>
                </c:pt>
                <c:pt idx="1112">
                  <c:v>7.2933849258149776E-3</c:v>
                </c:pt>
                <c:pt idx="1113">
                  <c:v>7.2603753782404003E-3</c:v>
                </c:pt>
                <c:pt idx="1114">
                  <c:v>7.4683746924647122E-3</c:v>
                </c:pt>
                <c:pt idx="1115">
                  <c:v>7.4298571908902721E-3</c:v>
                </c:pt>
                <c:pt idx="1116">
                  <c:v>7.4721010087985583E-3</c:v>
                </c:pt>
                <c:pt idx="1117">
                  <c:v>6.7546127624960803E-3</c:v>
                </c:pt>
                <c:pt idx="1118">
                  <c:v>6.8489971945564984E-3</c:v>
                </c:pt>
                <c:pt idx="1119">
                  <c:v>8.0002877002160119E-3</c:v>
                </c:pt>
                <c:pt idx="1120">
                  <c:v>7.9868802117153883E-3</c:v>
                </c:pt>
                <c:pt idx="1121">
                  <c:v>8.6009191080854627E-3</c:v>
                </c:pt>
                <c:pt idx="1122">
                  <c:v>8.9184089357468473E-3</c:v>
                </c:pt>
                <c:pt idx="1123">
                  <c:v>8.742959536972017E-3</c:v>
                </c:pt>
                <c:pt idx="1124">
                  <c:v>8.7069951164410499E-3</c:v>
                </c:pt>
                <c:pt idx="1125">
                  <c:v>8.6287482423260901E-3</c:v>
                </c:pt>
                <c:pt idx="1126">
                  <c:v>8.2513683419707436E-3</c:v>
                </c:pt>
                <c:pt idx="1127">
                  <c:v>8.7759379773446212E-3</c:v>
                </c:pt>
                <c:pt idx="1128">
                  <c:v>9.0837744343361445E-3</c:v>
                </c:pt>
                <c:pt idx="1129">
                  <c:v>1.0363564062354974E-2</c:v>
                </c:pt>
                <c:pt idx="1130">
                  <c:v>1.042062683310019E-2</c:v>
                </c:pt>
                <c:pt idx="1131">
                  <c:v>1.0438846808533723E-2</c:v>
                </c:pt>
                <c:pt idx="1132">
                  <c:v>1.0455479603955816E-2</c:v>
                </c:pt>
                <c:pt idx="1133">
                  <c:v>1.0407327148772166E-2</c:v>
                </c:pt>
                <c:pt idx="1134">
                  <c:v>1.1264769335492827E-2</c:v>
                </c:pt>
                <c:pt idx="1135">
                  <c:v>1.1031697394158699E-2</c:v>
                </c:pt>
                <c:pt idx="1136">
                  <c:v>1.1023200573474239E-2</c:v>
                </c:pt>
                <c:pt idx="1137">
                  <c:v>1.0878911281790341E-2</c:v>
                </c:pt>
                <c:pt idx="1138">
                  <c:v>1.0804562787866205E-2</c:v>
                </c:pt>
                <c:pt idx="1139">
                  <c:v>1.0630726746164755E-2</c:v>
                </c:pt>
                <c:pt idx="1140">
                  <c:v>1.0086217242225125E-2</c:v>
                </c:pt>
                <c:pt idx="1141">
                  <c:v>1.0140784794357269E-2</c:v>
                </c:pt>
                <c:pt idx="1142">
                  <c:v>9.5441288725830013E-3</c:v>
                </c:pt>
                <c:pt idx="1143">
                  <c:v>1.0014398168112955E-2</c:v>
                </c:pt>
                <c:pt idx="1144">
                  <c:v>1.0020008033989921E-2</c:v>
                </c:pt>
                <c:pt idx="1145">
                  <c:v>1.0331078517588197E-2</c:v>
                </c:pt>
                <c:pt idx="1146">
                  <c:v>1.5753357656063106E-2</c:v>
                </c:pt>
                <c:pt idx="1147">
                  <c:v>1.6673971370194586E-2</c:v>
                </c:pt>
                <c:pt idx="1148">
                  <c:v>1.6112994331255605E-2</c:v>
                </c:pt>
                <c:pt idx="1149">
                  <c:v>1.646899504535379E-2</c:v>
                </c:pt>
                <c:pt idx="1150">
                  <c:v>1.6058060995757181E-2</c:v>
                </c:pt>
                <c:pt idx="1151">
                  <c:v>1.6130213383485085E-2</c:v>
                </c:pt>
                <c:pt idx="1152">
                  <c:v>1.6091548729466672E-2</c:v>
                </c:pt>
                <c:pt idx="1153">
                  <c:v>1.6128884935130559E-2</c:v>
                </c:pt>
                <c:pt idx="1154">
                  <c:v>1.613639128283614E-2</c:v>
                </c:pt>
                <c:pt idx="1155">
                  <c:v>1.567905300602504E-2</c:v>
                </c:pt>
                <c:pt idx="1156">
                  <c:v>1.572241282581174E-2</c:v>
                </c:pt>
                <c:pt idx="1157">
                  <c:v>1.6076654049828616E-2</c:v>
                </c:pt>
                <c:pt idx="1158">
                  <c:v>1.6109936876029525E-2</c:v>
                </c:pt>
                <c:pt idx="1159">
                  <c:v>1.612368643509892E-2</c:v>
                </c:pt>
                <c:pt idx="1160">
                  <c:v>1.6124649088305684E-2</c:v>
                </c:pt>
                <c:pt idx="1161">
                  <c:v>1.6113698700348518E-2</c:v>
                </c:pt>
                <c:pt idx="1162">
                  <c:v>1.6048870928520469E-2</c:v>
                </c:pt>
                <c:pt idx="1163">
                  <c:v>1.6043602846601553E-2</c:v>
                </c:pt>
                <c:pt idx="1164">
                  <c:v>1.5424167722149638E-2</c:v>
                </c:pt>
                <c:pt idx="1165">
                  <c:v>1.5577268502997199E-2</c:v>
                </c:pt>
                <c:pt idx="1166">
                  <c:v>1.5160231020082533E-2</c:v>
                </c:pt>
                <c:pt idx="1167">
                  <c:v>1.0162582702628658E-2</c:v>
                </c:pt>
                <c:pt idx="1168">
                  <c:v>7.9591300096324893E-3</c:v>
                </c:pt>
                <c:pt idx="1169">
                  <c:v>7.9966526089284926E-3</c:v>
                </c:pt>
                <c:pt idx="1170">
                  <c:v>7.9421280324000216E-3</c:v>
                </c:pt>
                <c:pt idx="1171">
                  <c:v>7.6516616809114693E-3</c:v>
                </c:pt>
                <c:pt idx="1172">
                  <c:v>7.5226353462123433E-3</c:v>
                </c:pt>
                <c:pt idx="1173">
                  <c:v>7.4423486124717709E-3</c:v>
                </c:pt>
                <c:pt idx="1174">
                  <c:v>6.9582899158925427E-3</c:v>
                </c:pt>
                <c:pt idx="1175">
                  <c:v>6.8775261810375514E-3</c:v>
                </c:pt>
                <c:pt idx="1176">
                  <c:v>5.9885152003269068E-3</c:v>
                </c:pt>
                <c:pt idx="1177">
                  <c:v>5.7254162340785002E-3</c:v>
                </c:pt>
                <c:pt idx="1178">
                  <c:v>5.4961647360823856E-3</c:v>
                </c:pt>
                <c:pt idx="1179">
                  <c:v>5.0906106942254755E-3</c:v>
                </c:pt>
                <c:pt idx="1180">
                  <c:v>5.3810358379557163E-3</c:v>
                </c:pt>
                <c:pt idx="1181">
                  <c:v>5.3777358208530451E-3</c:v>
                </c:pt>
                <c:pt idx="1182">
                  <c:v>5.2293064094118677E-3</c:v>
                </c:pt>
                <c:pt idx="1183">
                  <c:v>5.2548970979575489E-3</c:v>
                </c:pt>
                <c:pt idx="1184">
                  <c:v>4.896698143414765E-3</c:v>
                </c:pt>
                <c:pt idx="1185">
                  <c:v>4.8243930702224647E-3</c:v>
                </c:pt>
                <c:pt idx="1186">
                  <c:v>4.5876774822939228E-3</c:v>
                </c:pt>
                <c:pt idx="1187">
                  <c:v>4.7748001367883082E-3</c:v>
                </c:pt>
                <c:pt idx="1188">
                  <c:v>5.4008124456690629E-3</c:v>
                </c:pt>
                <c:pt idx="1189">
                  <c:v>5.4956216919680506E-3</c:v>
                </c:pt>
                <c:pt idx="1190">
                  <c:v>5.5313541890395198E-3</c:v>
                </c:pt>
                <c:pt idx="1191">
                  <c:v>4.8588397517021504E-3</c:v>
                </c:pt>
                <c:pt idx="1192">
                  <c:v>5.1925243649075647E-3</c:v>
                </c:pt>
                <c:pt idx="1193">
                  <c:v>5.1830327455609218E-3</c:v>
                </c:pt>
                <c:pt idx="1194">
                  <c:v>5.3023776370598134E-3</c:v>
                </c:pt>
                <c:pt idx="1195">
                  <c:v>5.2981803259014009E-3</c:v>
                </c:pt>
                <c:pt idx="1196">
                  <c:v>5.2997124899902756E-3</c:v>
                </c:pt>
                <c:pt idx="1197">
                  <c:v>5.5304600542221615E-3</c:v>
                </c:pt>
                <c:pt idx="1198">
                  <c:v>5.4664416786329318E-3</c:v>
                </c:pt>
                <c:pt idx="1199">
                  <c:v>5.3366534781625298E-3</c:v>
                </c:pt>
                <c:pt idx="1200">
                  <c:v>5.4321541937300908E-3</c:v>
                </c:pt>
                <c:pt idx="1201">
                  <c:v>5.3551526527514165E-3</c:v>
                </c:pt>
                <c:pt idx="1202">
                  <c:v>5.695483666210299E-3</c:v>
                </c:pt>
                <c:pt idx="1203">
                  <c:v>5.7426461302428006E-3</c:v>
                </c:pt>
                <c:pt idx="1204">
                  <c:v>6.024176946700972E-3</c:v>
                </c:pt>
                <c:pt idx="1205">
                  <c:v>6.025872141258555E-3</c:v>
                </c:pt>
                <c:pt idx="1206">
                  <c:v>5.9810173307535287E-3</c:v>
                </c:pt>
                <c:pt idx="1207">
                  <c:v>5.9232797665957036E-3</c:v>
                </c:pt>
                <c:pt idx="1208">
                  <c:v>5.7967489115727383E-3</c:v>
                </c:pt>
                <c:pt idx="1209">
                  <c:v>5.2008043107911661E-3</c:v>
                </c:pt>
                <c:pt idx="1210">
                  <c:v>5.4217558064027106E-3</c:v>
                </c:pt>
                <c:pt idx="1211">
                  <c:v>5.7117044364023853E-3</c:v>
                </c:pt>
                <c:pt idx="1212">
                  <c:v>5.6542336604094032E-3</c:v>
                </c:pt>
                <c:pt idx="1213">
                  <c:v>5.6092530149315541E-3</c:v>
                </c:pt>
                <c:pt idx="1214">
                  <c:v>5.6056012192442503E-3</c:v>
                </c:pt>
                <c:pt idx="1215">
                  <c:v>5.7143198858041764E-3</c:v>
                </c:pt>
                <c:pt idx="1216">
                  <c:v>5.7990047291140365E-3</c:v>
                </c:pt>
                <c:pt idx="1217">
                  <c:v>7.231366912011249E-3</c:v>
                </c:pt>
                <c:pt idx="1218">
                  <c:v>7.0744781789397601E-3</c:v>
                </c:pt>
                <c:pt idx="1219">
                  <c:v>7.098984522256757E-3</c:v>
                </c:pt>
                <c:pt idx="1220">
                  <c:v>7.6580737476463394E-3</c:v>
                </c:pt>
                <c:pt idx="1221">
                  <c:v>7.6399450907250659E-3</c:v>
                </c:pt>
                <c:pt idx="1222">
                  <c:v>7.6603708420964313E-3</c:v>
                </c:pt>
                <c:pt idx="1223">
                  <c:v>7.4358229578134153E-3</c:v>
                </c:pt>
                <c:pt idx="1224">
                  <c:v>7.4096181208345106E-3</c:v>
                </c:pt>
                <c:pt idx="1225">
                  <c:v>7.1764649595555058E-3</c:v>
                </c:pt>
                <c:pt idx="1226">
                  <c:v>7.1227436174878906E-3</c:v>
                </c:pt>
                <c:pt idx="1227">
                  <c:v>7.4710208653711377E-3</c:v>
                </c:pt>
                <c:pt idx="1228">
                  <c:v>7.5265441158775415E-3</c:v>
                </c:pt>
                <c:pt idx="1229">
                  <c:v>7.5993621054354608E-3</c:v>
                </c:pt>
                <c:pt idx="1230">
                  <c:v>7.6905962774553357E-3</c:v>
                </c:pt>
                <c:pt idx="1231">
                  <c:v>7.6064432318004626E-3</c:v>
                </c:pt>
                <c:pt idx="1232">
                  <c:v>7.6565424238849121E-3</c:v>
                </c:pt>
                <c:pt idx="1233">
                  <c:v>7.7183322185555188E-3</c:v>
                </c:pt>
                <c:pt idx="1234">
                  <c:v>7.711132161553203E-3</c:v>
                </c:pt>
                <c:pt idx="1235">
                  <c:v>7.879584286550164E-3</c:v>
                </c:pt>
                <c:pt idx="1236">
                  <c:v>7.7076889974090155E-3</c:v>
                </c:pt>
                <c:pt idx="1237">
                  <c:v>9.2905493022391386E-3</c:v>
                </c:pt>
                <c:pt idx="1238">
                  <c:v>8.5211214566222604E-3</c:v>
                </c:pt>
                <c:pt idx="1239">
                  <c:v>9.9787907628322257E-3</c:v>
                </c:pt>
                <c:pt idx="1240">
                  <c:v>1.016912691205781E-2</c:v>
                </c:pt>
                <c:pt idx="1241">
                  <c:v>9.573000300325105E-3</c:v>
                </c:pt>
                <c:pt idx="1242">
                  <c:v>9.5573518928101543E-3</c:v>
                </c:pt>
                <c:pt idx="1243">
                  <c:v>9.4914635438005639E-3</c:v>
                </c:pt>
                <c:pt idx="1244">
                  <c:v>9.598454635024645E-3</c:v>
                </c:pt>
                <c:pt idx="1245">
                  <c:v>9.7790621421632012E-3</c:v>
                </c:pt>
                <c:pt idx="1246">
                  <c:v>9.7783750022688368E-3</c:v>
                </c:pt>
                <c:pt idx="1247">
                  <c:v>9.8255082628499902E-3</c:v>
                </c:pt>
                <c:pt idx="1248">
                  <c:v>9.6514683267788833E-3</c:v>
                </c:pt>
                <c:pt idx="1249">
                  <c:v>9.6495188102237589E-3</c:v>
                </c:pt>
                <c:pt idx="1250">
                  <c:v>9.9173971963131789E-3</c:v>
                </c:pt>
                <c:pt idx="1251">
                  <c:v>9.8548502536100983E-3</c:v>
                </c:pt>
                <c:pt idx="1252">
                  <c:v>1.0711916192185167E-2</c:v>
                </c:pt>
                <c:pt idx="1253">
                  <c:v>1.0519505949989891E-2</c:v>
                </c:pt>
                <c:pt idx="1254">
                  <c:v>1.0664901711842721E-2</c:v>
                </c:pt>
                <c:pt idx="1255">
                  <c:v>1.0531934307935689E-2</c:v>
                </c:pt>
                <c:pt idx="1256">
                  <c:v>1.2993570266136217E-2</c:v>
                </c:pt>
                <c:pt idx="1257">
                  <c:v>1.2993693938244533E-2</c:v>
                </c:pt>
                <c:pt idx="1258">
                  <c:v>1.2594370635854849E-2</c:v>
                </c:pt>
                <c:pt idx="1259">
                  <c:v>1.2550631838855911E-2</c:v>
                </c:pt>
                <c:pt idx="1260">
                  <c:v>1.1207672756613057E-2</c:v>
                </c:pt>
                <c:pt idx="1261">
                  <c:v>1.182910449882881E-2</c:v>
                </c:pt>
                <c:pt idx="1262">
                  <c:v>1.5119177288874179E-2</c:v>
                </c:pt>
                <c:pt idx="1263">
                  <c:v>1.5192202456766739E-2</c:v>
                </c:pt>
                <c:pt idx="1264">
                  <c:v>2.2510057000293401E-2</c:v>
                </c:pt>
                <c:pt idx="1265">
                  <c:v>2.46586324052488E-2</c:v>
                </c:pt>
                <c:pt idx="1266">
                  <c:v>2.8336675131156678E-2</c:v>
                </c:pt>
                <c:pt idx="1267">
                  <c:v>2.8338761444078143E-2</c:v>
                </c:pt>
                <c:pt idx="1268">
                  <c:v>2.9648099066914773E-2</c:v>
                </c:pt>
                <c:pt idx="1269">
                  <c:v>2.9585136922561889E-2</c:v>
                </c:pt>
                <c:pt idx="1270">
                  <c:v>3.3822714242519265E-2</c:v>
                </c:pt>
                <c:pt idx="1271">
                  <c:v>4.1597473828982483E-2</c:v>
                </c:pt>
                <c:pt idx="1272">
                  <c:v>4.2660461212352459E-2</c:v>
                </c:pt>
                <c:pt idx="1273">
                  <c:v>4.6598517779311129E-2</c:v>
                </c:pt>
                <c:pt idx="1274">
                  <c:v>4.8029990081245783E-2</c:v>
                </c:pt>
                <c:pt idx="1275">
                  <c:v>4.8149414385729186E-2</c:v>
                </c:pt>
                <c:pt idx="1276">
                  <c:v>4.855721877653181E-2</c:v>
                </c:pt>
                <c:pt idx="1277">
                  <c:v>4.960997192861246E-2</c:v>
                </c:pt>
                <c:pt idx="1278">
                  <c:v>4.9982765670186523E-2</c:v>
                </c:pt>
                <c:pt idx="1279">
                  <c:v>4.9582449199403897E-2</c:v>
                </c:pt>
                <c:pt idx="1280">
                  <c:v>5.4364565168219671E-2</c:v>
                </c:pt>
                <c:pt idx="1281">
                  <c:v>5.4312309574335776E-2</c:v>
                </c:pt>
                <c:pt idx="1282">
                  <c:v>5.5358251572164327E-2</c:v>
                </c:pt>
                <c:pt idx="1283">
                  <c:v>5.455823839379792E-2</c:v>
                </c:pt>
                <c:pt idx="1284">
                  <c:v>5.4540090932599782E-2</c:v>
                </c:pt>
                <c:pt idx="1285">
                  <c:v>5.1658171466632367E-2</c:v>
                </c:pt>
                <c:pt idx="1286">
                  <c:v>5.1391440050760441E-2</c:v>
                </c:pt>
                <c:pt idx="1287">
                  <c:v>4.851416809454074E-2</c:v>
                </c:pt>
                <c:pt idx="1288">
                  <c:v>4.8673386710831934E-2</c:v>
                </c:pt>
                <c:pt idx="1289">
                  <c:v>4.7083937873122428E-2</c:v>
                </c:pt>
                <c:pt idx="1290">
                  <c:v>4.6631202719129683E-2</c:v>
                </c:pt>
                <c:pt idx="1291">
                  <c:v>4.535099992888017E-2</c:v>
                </c:pt>
                <c:pt idx="1292">
                  <c:v>3.3604146302750368E-2</c:v>
                </c:pt>
                <c:pt idx="1293">
                  <c:v>3.3427696672424137E-2</c:v>
                </c:pt>
                <c:pt idx="1294">
                  <c:v>3.0885754027202665E-2</c:v>
                </c:pt>
                <c:pt idx="1295">
                  <c:v>3.0574398298883775E-2</c:v>
                </c:pt>
                <c:pt idx="1296">
                  <c:v>3.3630879281827813E-2</c:v>
                </c:pt>
                <c:pt idx="1297">
                  <c:v>3.1993184888808722E-2</c:v>
                </c:pt>
                <c:pt idx="1298">
                  <c:v>3.110871504255848E-2</c:v>
                </c:pt>
                <c:pt idx="1299">
                  <c:v>2.9583717847569465E-2</c:v>
                </c:pt>
                <c:pt idx="1300">
                  <c:v>2.8970156852447703E-2</c:v>
                </c:pt>
                <c:pt idx="1301">
                  <c:v>2.2313019671404519E-2</c:v>
                </c:pt>
                <c:pt idx="1302">
                  <c:v>2.2307354564668008E-2</c:v>
                </c:pt>
                <c:pt idx="1303">
                  <c:v>2.0897199246303799E-2</c:v>
                </c:pt>
                <c:pt idx="1304">
                  <c:v>2.1516337969904382E-2</c:v>
                </c:pt>
                <c:pt idx="1305">
                  <c:v>2.1429154510743884E-2</c:v>
                </c:pt>
                <c:pt idx="1306">
                  <c:v>2.273291064567743E-2</c:v>
                </c:pt>
                <c:pt idx="1307">
                  <c:v>2.1665835019941029E-2</c:v>
                </c:pt>
                <c:pt idx="1308">
                  <c:v>2.2239895192285603E-2</c:v>
                </c:pt>
                <c:pt idx="1309">
                  <c:v>2.1197625482276831E-2</c:v>
                </c:pt>
                <c:pt idx="1310">
                  <c:v>2.0644791093530679E-2</c:v>
                </c:pt>
                <c:pt idx="1311">
                  <c:v>2.0379798926307268E-2</c:v>
                </c:pt>
                <c:pt idx="1312">
                  <c:v>2.124405547380236E-2</c:v>
                </c:pt>
                <c:pt idx="1313">
                  <c:v>2.1415474715382857E-2</c:v>
                </c:pt>
                <c:pt idx="1314">
                  <c:v>2.1391101620276538E-2</c:v>
                </c:pt>
                <c:pt idx="1315">
                  <c:v>2.1742012139921739E-2</c:v>
                </c:pt>
                <c:pt idx="1316">
                  <c:v>2.0860208693788677E-2</c:v>
                </c:pt>
                <c:pt idx="1317">
                  <c:v>1.6075670848330184E-2</c:v>
                </c:pt>
                <c:pt idx="1318">
                  <c:v>1.5873582324764886E-2</c:v>
                </c:pt>
                <c:pt idx="1319">
                  <c:v>1.5937822233258354E-2</c:v>
                </c:pt>
                <c:pt idx="1320">
                  <c:v>1.5701750943685533E-2</c:v>
                </c:pt>
                <c:pt idx="1321">
                  <c:v>1.6115557251731139E-2</c:v>
                </c:pt>
                <c:pt idx="1322">
                  <c:v>1.6076425559728328E-2</c:v>
                </c:pt>
                <c:pt idx="1323">
                  <c:v>1.692719111633427E-2</c:v>
                </c:pt>
                <c:pt idx="1324">
                  <c:v>1.6517705181505919E-2</c:v>
                </c:pt>
                <c:pt idx="1325">
                  <c:v>1.579193933275504E-2</c:v>
                </c:pt>
                <c:pt idx="1326">
                  <c:v>1.5826629198821336E-2</c:v>
                </c:pt>
                <c:pt idx="1327">
                  <c:v>1.3312976767840493E-2</c:v>
                </c:pt>
                <c:pt idx="1328">
                  <c:v>1.3756584754075919E-2</c:v>
                </c:pt>
                <c:pt idx="1329">
                  <c:v>1.3486078589552326E-2</c:v>
                </c:pt>
                <c:pt idx="1330">
                  <c:v>1.3481532395439635E-2</c:v>
                </c:pt>
                <c:pt idx="1331">
                  <c:v>1.3268898926726905E-2</c:v>
                </c:pt>
                <c:pt idx="1332">
                  <c:v>1.4090339249937528E-2</c:v>
                </c:pt>
                <c:pt idx="1333">
                  <c:v>1.2928924734608667E-2</c:v>
                </c:pt>
                <c:pt idx="1334">
                  <c:v>1.2574547224030987E-2</c:v>
                </c:pt>
                <c:pt idx="1335">
                  <c:v>1.2745724496515948E-2</c:v>
                </c:pt>
                <c:pt idx="1336">
                  <c:v>1.1722044365145427E-2</c:v>
                </c:pt>
                <c:pt idx="1337">
                  <c:v>1.1563258119704956E-2</c:v>
                </c:pt>
                <c:pt idx="1338">
                  <c:v>1.1676047610074314E-2</c:v>
                </c:pt>
                <c:pt idx="1339">
                  <c:v>1.1618898356353788E-2</c:v>
                </c:pt>
                <c:pt idx="1340">
                  <c:v>1.1773218848752782E-2</c:v>
                </c:pt>
                <c:pt idx="1341">
                  <c:v>1.1773141526505932E-2</c:v>
                </c:pt>
                <c:pt idx="1342">
                  <c:v>1.1597118775447984E-2</c:v>
                </c:pt>
                <c:pt idx="1343">
                  <c:v>1.1667845724489197E-2</c:v>
                </c:pt>
                <c:pt idx="1344">
                  <c:v>1.041300343454072E-2</c:v>
                </c:pt>
                <c:pt idx="1345">
                  <c:v>1.0389418719752986E-2</c:v>
                </c:pt>
                <c:pt idx="1346">
                  <c:v>1.0607944511461546E-2</c:v>
                </c:pt>
                <c:pt idx="1347">
                  <c:v>1.0518240468567209E-2</c:v>
                </c:pt>
                <c:pt idx="1348">
                  <c:v>1.0546593673363684E-2</c:v>
                </c:pt>
                <c:pt idx="1349">
                  <c:v>1.0111398039019202E-2</c:v>
                </c:pt>
                <c:pt idx="1350">
                  <c:v>9.9211772385910391E-3</c:v>
                </c:pt>
                <c:pt idx="1351">
                  <c:v>1.0103810648489482E-2</c:v>
                </c:pt>
                <c:pt idx="1352">
                  <c:v>9.8257735569827944E-3</c:v>
                </c:pt>
                <c:pt idx="1353">
                  <c:v>8.8607825833950746E-3</c:v>
                </c:pt>
                <c:pt idx="1354">
                  <c:v>8.8712087533227776E-3</c:v>
                </c:pt>
                <c:pt idx="1355">
                  <c:v>9.0279579078151716E-3</c:v>
                </c:pt>
                <c:pt idx="1356">
                  <c:v>9.0627974600883572E-3</c:v>
                </c:pt>
                <c:pt idx="1357">
                  <c:v>9.4394084328991885E-3</c:v>
                </c:pt>
                <c:pt idx="1358">
                  <c:v>9.6447548169362254E-3</c:v>
                </c:pt>
                <c:pt idx="1359">
                  <c:v>9.5056905648194349E-3</c:v>
                </c:pt>
                <c:pt idx="1360">
                  <c:v>1.0310132589877091E-2</c:v>
                </c:pt>
                <c:pt idx="1361">
                  <c:v>1.0591191420765707E-2</c:v>
                </c:pt>
                <c:pt idx="1362">
                  <c:v>1.0584071206376201E-2</c:v>
                </c:pt>
                <c:pt idx="1363">
                  <c:v>1.0440392941970678E-2</c:v>
                </c:pt>
                <c:pt idx="1364">
                  <c:v>1.0287333371630677E-2</c:v>
                </c:pt>
                <c:pt idx="1365">
                  <c:v>1.0216434014029722E-2</c:v>
                </c:pt>
                <c:pt idx="1366">
                  <c:v>1.0228653528518027E-2</c:v>
                </c:pt>
                <c:pt idx="1367">
                  <c:v>9.1502957616728282E-3</c:v>
                </c:pt>
                <c:pt idx="1368">
                  <c:v>9.1777612197998376E-3</c:v>
                </c:pt>
                <c:pt idx="1369">
                  <c:v>9.4330020799718792E-3</c:v>
                </c:pt>
                <c:pt idx="1370">
                  <c:v>9.0031700711809461E-3</c:v>
                </c:pt>
                <c:pt idx="1371">
                  <c:v>9.0736223126534152E-3</c:v>
                </c:pt>
                <c:pt idx="1372">
                  <c:v>8.7113392456316351E-3</c:v>
                </c:pt>
                <c:pt idx="1373">
                  <c:v>8.9238586130717754E-3</c:v>
                </c:pt>
                <c:pt idx="1374">
                  <c:v>8.8591040536845737E-3</c:v>
                </c:pt>
                <c:pt idx="1375">
                  <c:v>8.9872537376823915E-3</c:v>
                </c:pt>
                <c:pt idx="1376">
                  <c:v>8.8569949382569062E-3</c:v>
                </c:pt>
                <c:pt idx="1377">
                  <c:v>8.3844907996658176E-3</c:v>
                </c:pt>
                <c:pt idx="1378">
                  <c:v>8.0835872574411202E-3</c:v>
                </c:pt>
                <c:pt idx="1379">
                  <c:v>7.8125307536034104E-3</c:v>
                </c:pt>
                <c:pt idx="1380">
                  <c:v>9.4472306832420107E-3</c:v>
                </c:pt>
                <c:pt idx="1381">
                  <c:v>8.5973832635956662E-3</c:v>
                </c:pt>
                <c:pt idx="1382">
                  <c:v>7.8099712573146502E-3</c:v>
                </c:pt>
                <c:pt idx="1383">
                  <c:v>7.825918842356611E-3</c:v>
                </c:pt>
                <c:pt idx="1384">
                  <c:v>8.6291688861764148E-3</c:v>
                </c:pt>
                <c:pt idx="1385">
                  <c:v>8.6324337285155796E-3</c:v>
                </c:pt>
                <c:pt idx="1386">
                  <c:v>8.6135111922563366E-3</c:v>
                </c:pt>
                <c:pt idx="1387">
                  <c:v>8.585624762132836E-3</c:v>
                </c:pt>
                <c:pt idx="1388">
                  <c:v>9.2047326646938384E-3</c:v>
                </c:pt>
                <c:pt idx="1389">
                  <c:v>9.2005944979276812E-3</c:v>
                </c:pt>
                <c:pt idx="1390">
                  <c:v>8.8447138485277608E-3</c:v>
                </c:pt>
                <c:pt idx="1391">
                  <c:v>8.8756261841113366E-3</c:v>
                </c:pt>
                <c:pt idx="1392">
                  <c:v>8.6246672686738756E-3</c:v>
                </c:pt>
                <c:pt idx="1393">
                  <c:v>8.8213408212070108E-3</c:v>
                </c:pt>
                <c:pt idx="1394">
                  <c:v>8.5921972495392671E-3</c:v>
                </c:pt>
                <c:pt idx="1395">
                  <c:v>9.8644863943602099E-3</c:v>
                </c:pt>
                <c:pt idx="1396">
                  <c:v>9.8055123760185364E-3</c:v>
                </c:pt>
                <c:pt idx="1397">
                  <c:v>9.7978530495580786E-3</c:v>
                </c:pt>
                <c:pt idx="1398">
                  <c:v>1.1334324160893383E-2</c:v>
                </c:pt>
                <c:pt idx="1399">
                  <c:v>1.2631888897603961E-2</c:v>
                </c:pt>
                <c:pt idx="1400">
                  <c:v>1.308218190981548E-2</c:v>
                </c:pt>
                <c:pt idx="1401">
                  <c:v>1.2196046417336594E-2</c:v>
                </c:pt>
                <c:pt idx="1402">
                  <c:v>1.2085368320262494E-2</c:v>
                </c:pt>
                <c:pt idx="1403">
                  <c:v>1.2503377356408853E-2</c:v>
                </c:pt>
                <c:pt idx="1404">
                  <c:v>1.2622500520399798E-2</c:v>
                </c:pt>
                <c:pt idx="1405">
                  <c:v>1.2357578762760103E-2</c:v>
                </c:pt>
                <c:pt idx="1406">
                  <c:v>1.2409018911336289E-2</c:v>
                </c:pt>
                <c:pt idx="1407">
                  <c:v>1.2431410976660968E-2</c:v>
                </c:pt>
                <c:pt idx="1408">
                  <c:v>1.2397417891288138E-2</c:v>
                </c:pt>
                <c:pt idx="1409">
                  <c:v>1.206431982127055E-2</c:v>
                </c:pt>
                <c:pt idx="1410">
                  <c:v>1.2069124448635124E-2</c:v>
                </c:pt>
                <c:pt idx="1411">
                  <c:v>1.2034163315562669E-2</c:v>
                </c:pt>
                <c:pt idx="1412">
                  <c:v>1.3284019560758063E-2</c:v>
                </c:pt>
                <c:pt idx="1413">
                  <c:v>1.3279620652802184E-2</c:v>
                </c:pt>
                <c:pt idx="1414">
                  <c:v>1.3263646739467769E-2</c:v>
                </c:pt>
                <c:pt idx="1415">
                  <c:v>1.3251556868794872E-2</c:v>
                </c:pt>
                <c:pt idx="1416">
                  <c:v>1.2082453747956235E-2</c:v>
                </c:pt>
                <c:pt idx="1417">
                  <c:v>1.1888986586995465E-2</c:v>
                </c:pt>
                <c:pt idx="1418">
                  <c:v>1.1831733085324871E-2</c:v>
                </c:pt>
                <c:pt idx="1419">
                  <c:v>1.002247979199509E-2</c:v>
                </c:pt>
                <c:pt idx="1420">
                  <c:v>9.216646041169365E-3</c:v>
                </c:pt>
                <c:pt idx="1421">
                  <c:v>9.4476241301696788E-3</c:v>
                </c:pt>
                <c:pt idx="1422">
                  <c:v>9.5612072068475707E-3</c:v>
                </c:pt>
                <c:pt idx="1423">
                  <c:v>9.6083806317743114E-3</c:v>
                </c:pt>
                <c:pt idx="1424">
                  <c:v>9.113676293919213E-3</c:v>
                </c:pt>
                <c:pt idx="1425">
                  <c:v>9.3464943406198243E-3</c:v>
                </c:pt>
                <c:pt idx="1426">
                  <c:v>9.0397195636900546E-3</c:v>
                </c:pt>
                <c:pt idx="1427">
                  <c:v>9.6842681525799914E-3</c:v>
                </c:pt>
                <c:pt idx="1428">
                  <c:v>9.843086046901376E-3</c:v>
                </c:pt>
                <c:pt idx="1429">
                  <c:v>1.0281701967241038E-2</c:v>
                </c:pt>
                <c:pt idx="1430">
                  <c:v>1.0577644516287506E-2</c:v>
                </c:pt>
                <c:pt idx="1431">
                  <c:v>1.0656207088713487E-2</c:v>
                </c:pt>
                <c:pt idx="1432">
                  <c:v>1.0789817882419553E-2</c:v>
                </c:pt>
                <c:pt idx="1433">
                  <c:v>8.8259302147709294E-3</c:v>
                </c:pt>
                <c:pt idx="1434">
                  <c:v>8.8021927447084636E-3</c:v>
                </c:pt>
                <c:pt idx="1435">
                  <c:v>8.7494272478930036E-3</c:v>
                </c:pt>
                <c:pt idx="1436">
                  <c:v>8.7414640456333521E-3</c:v>
                </c:pt>
                <c:pt idx="1437">
                  <c:v>9.486478327927466E-3</c:v>
                </c:pt>
                <c:pt idx="1438">
                  <c:v>9.3845087560470251E-3</c:v>
                </c:pt>
                <c:pt idx="1439">
                  <c:v>9.3872990074459015E-3</c:v>
                </c:pt>
                <c:pt idx="1440">
                  <c:v>8.5702042418519305E-3</c:v>
                </c:pt>
                <c:pt idx="1441">
                  <c:v>9.5223013144290353E-3</c:v>
                </c:pt>
                <c:pt idx="1442">
                  <c:v>8.7526695962731778E-3</c:v>
                </c:pt>
                <c:pt idx="1443">
                  <c:v>8.5804860901155175E-3</c:v>
                </c:pt>
                <c:pt idx="1444">
                  <c:v>8.4847368476562782E-3</c:v>
                </c:pt>
                <c:pt idx="1445">
                  <c:v>8.5337577580314166E-3</c:v>
                </c:pt>
                <c:pt idx="1446">
                  <c:v>8.4292847879464984E-3</c:v>
                </c:pt>
                <c:pt idx="1447">
                  <c:v>8.4612136755607709E-3</c:v>
                </c:pt>
                <c:pt idx="1448">
                  <c:v>7.9801473816172447E-3</c:v>
                </c:pt>
                <c:pt idx="1449">
                  <c:v>7.8141670124612893E-3</c:v>
                </c:pt>
                <c:pt idx="1450">
                  <c:v>7.4654290246659863E-3</c:v>
                </c:pt>
                <c:pt idx="1451">
                  <c:v>7.3002236538896991E-3</c:v>
                </c:pt>
                <c:pt idx="1452">
                  <c:v>7.1597676660326163E-3</c:v>
                </c:pt>
                <c:pt idx="1453">
                  <c:v>6.9587650504290329E-3</c:v>
                </c:pt>
                <c:pt idx="1454">
                  <c:v>6.9768297177840019E-3</c:v>
                </c:pt>
                <c:pt idx="1455">
                  <c:v>7.0679765202805089E-3</c:v>
                </c:pt>
                <c:pt idx="1456">
                  <c:v>7.0106224718158392E-3</c:v>
                </c:pt>
                <c:pt idx="1457">
                  <c:v>7.006477414858563E-3</c:v>
                </c:pt>
                <c:pt idx="1458">
                  <c:v>9.7499637875682575E-3</c:v>
                </c:pt>
                <c:pt idx="1459">
                  <c:v>9.8659292778656756E-3</c:v>
                </c:pt>
                <c:pt idx="1460">
                  <c:v>9.9933964401392166E-3</c:v>
                </c:pt>
                <c:pt idx="1461">
                  <c:v>1.0029126573464841E-2</c:v>
                </c:pt>
                <c:pt idx="1462">
                  <c:v>9.2634034495272452E-3</c:v>
                </c:pt>
                <c:pt idx="1463">
                  <c:v>9.1503027752361868E-3</c:v>
                </c:pt>
                <c:pt idx="1464">
                  <c:v>9.0845508324303489E-3</c:v>
                </c:pt>
                <c:pt idx="1465">
                  <c:v>8.9633169100977773E-3</c:v>
                </c:pt>
                <c:pt idx="1466">
                  <c:v>8.9424001522550207E-3</c:v>
                </c:pt>
                <c:pt idx="1467">
                  <c:v>8.9957941431808176E-3</c:v>
                </c:pt>
                <c:pt idx="1468">
                  <c:v>8.8968410729154367E-3</c:v>
                </c:pt>
                <c:pt idx="1469">
                  <c:v>8.9769233482918185E-3</c:v>
                </c:pt>
                <c:pt idx="1470">
                  <c:v>9.0078159646800188E-3</c:v>
                </c:pt>
                <c:pt idx="1471">
                  <c:v>9.2593435721740579E-3</c:v>
                </c:pt>
                <c:pt idx="1472">
                  <c:v>9.2423407768404738E-3</c:v>
                </c:pt>
                <c:pt idx="1473">
                  <c:v>9.2494596798100379E-3</c:v>
                </c:pt>
                <c:pt idx="1474">
                  <c:v>9.2803700467523672E-3</c:v>
                </c:pt>
                <c:pt idx="1475">
                  <c:v>9.2649274727955935E-3</c:v>
                </c:pt>
                <c:pt idx="1476">
                  <c:v>9.7156800955053683E-3</c:v>
                </c:pt>
                <c:pt idx="1477">
                  <c:v>1.0121146185725387E-2</c:v>
                </c:pt>
                <c:pt idx="1478">
                  <c:v>1.0629968351847879E-2</c:v>
                </c:pt>
                <c:pt idx="1479">
                  <c:v>7.2702171151906468E-3</c:v>
                </c:pt>
                <c:pt idx="1480">
                  <c:v>7.3558049867776271E-3</c:v>
                </c:pt>
                <c:pt idx="1481">
                  <c:v>8.268909570302652E-3</c:v>
                </c:pt>
                <c:pt idx="1482">
                  <c:v>8.4338861020433059E-3</c:v>
                </c:pt>
                <c:pt idx="1483">
                  <c:v>9.384979071504207E-3</c:v>
                </c:pt>
                <c:pt idx="1484">
                  <c:v>9.6395705511145291E-3</c:v>
                </c:pt>
                <c:pt idx="1485">
                  <c:v>9.9908272952718476E-3</c:v>
                </c:pt>
                <c:pt idx="1486">
                  <c:v>1.4565271023682028E-2</c:v>
                </c:pt>
                <c:pt idx="1487">
                  <c:v>1.5524137176722548E-2</c:v>
                </c:pt>
                <c:pt idx="1488">
                  <c:v>1.5557665943132121E-2</c:v>
                </c:pt>
                <c:pt idx="1489">
                  <c:v>1.558583940331469E-2</c:v>
                </c:pt>
                <c:pt idx="1490">
                  <c:v>1.5522046615689216E-2</c:v>
                </c:pt>
                <c:pt idx="1491">
                  <c:v>1.565745519319215E-2</c:v>
                </c:pt>
                <c:pt idx="1492">
                  <c:v>1.5448087838262445E-2</c:v>
                </c:pt>
                <c:pt idx="1493">
                  <c:v>1.5372285607225235E-2</c:v>
                </c:pt>
                <c:pt idx="1494">
                  <c:v>1.5363075945662228E-2</c:v>
                </c:pt>
                <c:pt idx="1495">
                  <c:v>1.5369058631771765E-2</c:v>
                </c:pt>
                <c:pt idx="1496">
                  <c:v>1.5467885688089586E-2</c:v>
                </c:pt>
                <c:pt idx="1497">
                  <c:v>1.5171450071355074E-2</c:v>
                </c:pt>
                <c:pt idx="1498">
                  <c:v>1.5023712682774802E-2</c:v>
                </c:pt>
                <c:pt idx="1499">
                  <c:v>1.4804577985013383E-2</c:v>
                </c:pt>
                <c:pt idx="1500">
                  <c:v>1.4915229211261347E-2</c:v>
                </c:pt>
                <c:pt idx="1501">
                  <c:v>1.5618453186264276E-2</c:v>
                </c:pt>
                <c:pt idx="1502">
                  <c:v>1.52196410590009E-2</c:v>
                </c:pt>
                <c:pt idx="1503">
                  <c:v>1.5475252436634295E-2</c:v>
                </c:pt>
                <c:pt idx="1504">
                  <c:v>1.469156615073049E-2</c:v>
                </c:pt>
                <c:pt idx="1505">
                  <c:v>1.7010954087001456E-2</c:v>
                </c:pt>
                <c:pt idx="1506">
                  <c:v>1.6852742860342308E-2</c:v>
                </c:pt>
                <c:pt idx="1507">
                  <c:v>1.3734566726906124E-2</c:v>
                </c:pt>
                <c:pt idx="1508">
                  <c:v>1.3432281765122754E-2</c:v>
                </c:pt>
                <c:pt idx="1509">
                  <c:v>1.3589418660604459E-2</c:v>
                </c:pt>
                <c:pt idx="1510">
                  <c:v>1.3697906358597174E-2</c:v>
                </c:pt>
                <c:pt idx="1511">
                  <c:v>1.3694619775997214E-2</c:v>
                </c:pt>
                <c:pt idx="1512">
                  <c:v>1.3557725226074499E-2</c:v>
                </c:pt>
                <c:pt idx="1513">
                  <c:v>1.3601856746786784E-2</c:v>
                </c:pt>
                <c:pt idx="1514">
                  <c:v>1.3768835196730859E-2</c:v>
                </c:pt>
                <c:pt idx="1515">
                  <c:v>1.3799487956075303E-2</c:v>
                </c:pt>
                <c:pt idx="1516">
                  <c:v>1.3800242246583433E-2</c:v>
                </c:pt>
                <c:pt idx="1517">
                  <c:v>1.3806469293691937E-2</c:v>
                </c:pt>
                <c:pt idx="1518">
                  <c:v>1.3946453114682277E-2</c:v>
                </c:pt>
                <c:pt idx="1519">
                  <c:v>1.4281838540131384E-2</c:v>
                </c:pt>
                <c:pt idx="1520">
                  <c:v>1.4244564734199761E-2</c:v>
                </c:pt>
                <c:pt idx="1521">
                  <c:v>1.4190306667914106E-2</c:v>
                </c:pt>
                <c:pt idx="1522">
                  <c:v>1.4025651434135875E-2</c:v>
                </c:pt>
                <c:pt idx="1523">
                  <c:v>1.4388755892827681E-2</c:v>
                </c:pt>
                <c:pt idx="1524">
                  <c:v>1.4035168997967584E-2</c:v>
                </c:pt>
                <c:pt idx="1525">
                  <c:v>1.4928120017593921E-2</c:v>
                </c:pt>
                <c:pt idx="1526">
                  <c:v>1.2553029830108156E-2</c:v>
                </c:pt>
                <c:pt idx="1527">
                  <c:v>1.2332926051254611E-2</c:v>
                </c:pt>
                <c:pt idx="1528">
                  <c:v>1.2560303535157104E-2</c:v>
                </c:pt>
                <c:pt idx="1529">
                  <c:v>1.1481997536453757E-2</c:v>
                </c:pt>
                <c:pt idx="1530">
                  <c:v>1.1519697065419651E-2</c:v>
                </c:pt>
                <c:pt idx="1531">
                  <c:v>1.1379783920453794E-2</c:v>
                </c:pt>
                <c:pt idx="1532">
                  <c:v>1.1387761551969758E-2</c:v>
                </c:pt>
                <c:pt idx="1533">
                  <c:v>1.3465388718453064E-2</c:v>
                </c:pt>
                <c:pt idx="1534">
                  <c:v>1.3824386458144468E-2</c:v>
                </c:pt>
                <c:pt idx="1535">
                  <c:v>1.3802044449295251E-2</c:v>
                </c:pt>
                <c:pt idx="1536">
                  <c:v>1.3769939636512981E-2</c:v>
                </c:pt>
                <c:pt idx="1537">
                  <c:v>1.4250667461628983E-2</c:v>
                </c:pt>
                <c:pt idx="1538">
                  <c:v>1.404459328678722E-2</c:v>
                </c:pt>
                <c:pt idx="1539">
                  <c:v>1.3988600597973357E-2</c:v>
                </c:pt>
                <c:pt idx="1540">
                  <c:v>1.3679313709670064E-2</c:v>
                </c:pt>
                <c:pt idx="1541">
                  <c:v>1.3899075182813993E-2</c:v>
                </c:pt>
                <c:pt idx="1542">
                  <c:v>1.4100809700735453E-2</c:v>
                </c:pt>
                <c:pt idx="1543">
                  <c:v>1.3858768673127462E-2</c:v>
                </c:pt>
                <c:pt idx="1544">
                  <c:v>1.3332355698892609E-2</c:v>
                </c:pt>
                <c:pt idx="1545">
                  <c:v>1.3751436855269673E-2</c:v>
                </c:pt>
                <c:pt idx="1546">
                  <c:v>1.2721537197445542E-2</c:v>
                </c:pt>
                <c:pt idx="1547">
                  <c:v>1.2684535489104386E-2</c:v>
                </c:pt>
                <c:pt idx="1548">
                  <c:v>1.2528817153410612E-2</c:v>
                </c:pt>
                <c:pt idx="1549">
                  <c:v>1.2174282135107734E-2</c:v>
                </c:pt>
                <c:pt idx="1550">
                  <c:v>1.2238483412098768E-2</c:v>
                </c:pt>
                <c:pt idx="1551">
                  <c:v>1.219976456849123E-2</c:v>
                </c:pt>
                <c:pt idx="1552">
                  <c:v>1.2256729502785146E-2</c:v>
                </c:pt>
                <c:pt idx="1553">
                  <c:v>1.2454564090751517E-2</c:v>
                </c:pt>
                <c:pt idx="1554">
                  <c:v>9.5562087075360905E-3</c:v>
                </c:pt>
                <c:pt idx="1555">
                  <c:v>9.77998055055182E-3</c:v>
                </c:pt>
                <c:pt idx="1556">
                  <c:v>1.0041714067975547E-2</c:v>
                </c:pt>
                <c:pt idx="1557">
                  <c:v>1.0151141459007694E-2</c:v>
                </c:pt>
                <c:pt idx="1558">
                  <c:v>9.4466344200628497E-3</c:v>
                </c:pt>
                <c:pt idx="1559">
                  <c:v>9.9633799768411076E-3</c:v>
                </c:pt>
                <c:pt idx="1560">
                  <c:v>9.9055538775404371E-3</c:v>
                </c:pt>
                <c:pt idx="1561">
                  <c:v>9.7834910157041238E-3</c:v>
                </c:pt>
                <c:pt idx="1562">
                  <c:v>9.6760191852143448E-3</c:v>
                </c:pt>
                <c:pt idx="1563">
                  <c:v>9.4567926197520833E-3</c:v>
                </c:pt>
                <c:pt idx="1564">
                  <c:v>9.0908990329635602E-3</c:v>
                </c:pt>
                <c:pt idx="1565">
                  <c:v>9.2446437690913656E-3</c:v>
                </c:pt>
                <c:pt idx="1566">
                  <c:v>8.080193641717125E-3</c:v>
                </c:pt>
                <c:pt idx="1567">
                  <c:v>8.0826986644007576E-3</c:v>
                </c:pt>
                <c:pt idx="1568">
                  <c:v>7.6124500731142011E-3</c:v>
                </c:pt>
                <c:pt idx="1569">
                  <c:v>7.6146864302550389E-3</c:v>
                </c:pt>
                <c:pt idx="1570">
                  <c:v>7.5736906978618856E-3</c:v>
                </c:pt>
                <c:pt idx="1571">
                  <c:v>7.5795401416644892E-3</c:v>
                </c:pt>
                <c:pt idx="1572">
                  <c:v>7.7579043953860758E-3</c:v>
                </c:pt>
                <c:pt idx="1573">
                  <c:v>7.5724277775958745E-3</c:v>
                </c:pt>
                <c:pt idx="1574">
                  <c:v>6.9464880082323287E-3</c:v>
                </c:pt>
                <c:pt idx="1575">
                  <c:v>6.8890367352489575E-3</c:v>
                </c:pt>
                <c:pt idx="1576">
                  <c:v>6.2004489174620593E-3</c:v>
                </c:pt>
                <c:pt idx="1577">
                  <c:v>6.1222645805251363E-3</c:v>
                </c:pt>
                <c:pt idx="1578">
                  <c:v>6.1060678752596293E-3</c:v>
                </c:pt>
                <c:pt idx="1579">
                  <c:v>5.670050417294994E-3</c:v>
                </c:pt>
                <c:pt idx="1580">
                  <c:v>4.43155687481299E-3</c:v>
                </c:pt>
                <c:pt idx="1581">
                  <c:v>4.4312623982856597E-3</c:v>
                </c:pt>
                <c:pt idx="1582">
                  <c:v>4.700973396284335E-3</c:v>
                </c:pt>
                <c:pt idx="1583">
                  <c:v>4.7241274328090809E-3</c:v>
                </c:pt>
                <c:pt idx="1584">
                  <c:v>4.7637981403563174E-3</c:v>
                </c:pt>
                <c:pt idx="1585">
                  <c:v>4.7258816535235386E-3</c:v>
                </c:pt>
                <c:pt idx="1586">
                  <c:v>4.4554326611563871E-3</c:v>
                </c:pt>
                <c:pt idx="1587">
                  <c:v>4.475383754316364E-3</c:v>
                </c:pt>
                <c:pt idx="1588">
                  <c:v>4.5269048120081456E-3</c:v>
                </c:pt>
                <c:pt idx="1589">
                  <c:v>4.274761090354566E-3</c:v>
                </c:pt>
                <c:pt idx="1590">
                  <c:v>4.5247115509173081E-3</c:v>
                </c:pt>
                <c:pt idx="1591">
                  <c:v>4.402020261694577E-3</c:v>
                </c:pt>
                <c:pt idx="1592">
                  <c:v>4.4684679676881989E-3</c:v>
                </c:pt>
                <c:pt idx="1593">
                  <c:v>4.7358407107719143E-3</c:v>
                </c:pt>
                <c:pt idx="1594">
                  <c:v>4.5410379459392943E-3</c:v>
                </c:pt>
                <c:pt idx="1595">
                  <c:v>4.448527495878562E-3</c:v>
                </c:pt>
                <c:pt idx="1596">
                  <c:v>4.767821983341235E-3</c:v>
                </c:pt>
                <c:pt idx="1597">
                  <c:v>4.7364579542559845E-3</c:v>
                </c:pt>
                <c:pt idx="1598">
                  <c:v>4.598228194496185E-3</c:v>
                </c:pt>
                <c:pt idx="1599">
                  <c:v>4.4345624061728562E-3</c:v>
                </c:pt>
                <c:pt idx="1600">
                  <c:v>5.0886626333287756E-3</c:v>
                </c:pt>
                <c:pt idx="1601">
                  <c:v>5.281736985712996E-3</c:v>
                </c:pt>
                <c:pt idx="1602">
                  <c:v>5.9490487016113439E-3</c:v>
                </c:pt>
                <c:pt idx="1603">
                  <c:v>5.8179650403388673E-3</c:v>
                </c:pt>
                <c:pt idx="1604">
                  <c:v>5.6721519184667873E-3</c:v>
                </c:pt>
                <c:pt idx="1605">
                  <c:v>5.6839293834225575E-3</c:v>
                </c:pt>
                <c:pt idx="1606">
                  <c:v>5.6741554033100314E-3</c:v>
                </c:pt>
                <c:pt idx="1607">
                  <c:v>5.6876256204931828E-3</c:v>
                </c:pt>
                <c:pt idx="1608">
                  <c:v>5.6788547905623548E-3</c:v>
                </c:pt>
                <c:pt idx="1609">
                  <c:v>5.8723493913457134E-3</c:v>
                </c:pt>
                <c:pt idx="1610">
                  <c:v>6.7017153033388718E-3</c:v>
                </c:pt>
                <c:pt idx="1611">
                  <c:v>6.739528464668504E-3</c:v>
                </c:pt>
                <c:pt idx="1612">
                  <c:v>6.7213554199670959E-3</c:v>
                </c:pt>
                <c:pt idx="1613">
                  <c:v>6.7790366321810258E-3</c:v>
                </c:pt>
                <c:pt idx="1614">
                  <c:v>6.3246530003282881E-3</c:v>
                </c:pt>
                <c:pt idx="1615">
                  <c:v>6.2581621476632777E-3</c:v>
                </c:pt>
                <c:pt idx="1616">
                  <c:v>6.2590464171110791E-3</c:v>
                </c:pt>
                <c:pt idx="1617">
                  <c:v>6.1648423652777614E-3</c:v>
                </c:pt>
                <c:pt idx="1618">
                  <c:v>6.4324689064035193E-3</c:v>
                </c:pt>
                <c:pt idx="1619">
                  <c:v>6.408866137420287E-3</c:v>
                </c:pt>
                <c:pt idx="1620">
                  <c:v>6.3980476029291697E-3</c:v>
                </c:pt>
                <c:pt idx="1621">
                  <c:v>5.8110844776565022E-3</c:v>
                </c:pt>
                <c:pt idx="1622">
                  <c:v>5.7690431243311415E-3</c:v>
                </c:pt>
                <c:pt idx="1623">
                  <c:v>5.3137041878727424E-3</c:v>
                </c:pt>
                <c:pt idx="1624">
                  <c:v>5.4636500470470906E-3</c:v>
                </c:pt>
                <c:pt idx="1625">
                  <c:v>5.3902138372209961E-3</c:v>
                </c:pt>
                <c:pt idx="1626">
                  <c:v>5.1545488577418464E-3</c:v>
                </c:pt>
                <c:pt idx="1627">
                  <c:v>5.0331297540116135E-3</c:v>
                </c:pt>
                <c:pt idx="1628">
                  <c:v>5.5345337502436219E-3</c:v>
                </c:pt>
                <c:pt idx="1629">
                  <c:v>5.7366334141599265E-3</c:v>
                </c:pt>
                <c:pt idx="1630">
                  <c:v>5.8780216693742459E-3</c:v>
                </c:pt>
                <c:pt idx="1631">
                  <c:v>5.3766156138984585E-3</c:v>
                </c:pt>
                <c:pt idx="1632">
                  <c:v>5.2882236475504741E-3</c:v>
                </c:pt>
                <c:pt idx="1633">
                  <c:v>5.2848507383665422E-3</c:v>
                </c:pt>
                <c:pt idx="1634">
                  <c:v>5.1526760210346793E-3</c:v>
                </c:pt>
                <c:pt idx="1635">
                  <c:v>5.1981163409803646E-3</c:v>
                </c:pt>
                <c:pt idx="1636">
                  <c:v>5.2075296285133011E-3</c:v>
                </c:pt>
                <c:pt idx="1637">
                  <c:v>5.2379462937927898E-3</c:v>
                </c:pt>
                <c:pt idx="1638">
                  <c:v>5.2287641525316534E-3</c:v>
                </c:pt>
                <c:pt idx="1639">
                  <c:v>5.1035345806795694E-3</c:v>
                </c:pt>
                <c:pt idx="1640">
                  <c:v>5.1580946989757013E-3</c:v>
                </c:pt>
                <c:pt idx="1641">
                  <c:v>5.2975081899138843E-3</c:v>
                </c:pt>
                <c:pt idx="1642">
                  <c:v>5.9497646418560984E-3</c:v>
                </c:pt>
                <c:pt idx="1643">
                  <c:v>5.7285518847057558E-3</c:v>
                </c:pt>
                <c:pt idx="1644">
                  <c:v>5.7941664206871968E-3</c:v>
                </c:pt>
                <c:pt idx="1645">
                  <c:v>6.3556155177853469E-3</c:v>
                </c:pt>
                <c:pt idx="1646">
                  <c:v>6.3366826370219722E-3</c:v>
                </c:pt>
                <c:pt idx="1647">
                  <c:v>6.3368944866244777E-3</c:v>
                </c:pt>
                <c:pt idx="1648">
                  <c:v>6.6514114841655977E-3</c:v>
                </c:pt>
                <c:pt idx="1649">
                  <c:v>6.2687457923308329E-3</c:v>
                </c:pt>
                <c:pt idx="1650">
                  <c:v>6.0530261850687325E-3</c:v>
                </c:pt>
                <c:pt idx="1651">
                  <c:v>6.1243653334748611E-3</c:v>
                </c:pt>
                <c:pt idx="1652">
                  <c:v>6.1125232672282065E-3</c:v>
                </c:pt>
                <c:pt idx="1653">
                  <c:v>6.2010944404343937E-3</c:v>
                </c:pt>
                <c:pt idx="1654">
                  <c:v>6.6498412388615322E-3</c:v>
                </c:pt>
                <c:pt idx="1655">
                  <c:v>6.8286310636025459E-3</c:v>
                </c:pt>
                <c:pt idx="1656">
                  <c:v>6.8929364495142267E-3</c:v>
                </c:pt>
                <c:pt idx="1657">
                  <c:v>6.8976072675610411E-3</c:v>
                </c:pt>
                <c:pt idx="1658">
                  <c:v>6.8784901959300171E-3</c:v>
                </c:pt>
                <c:pt idx="1659">
                  <c:v>7.0800587382203713E-3</c:v>
                </c:pt>
                <c:pt idx="1660">
                  <c:v>7.1623864388579801E-3</c:v>
                </c:pt>
                <c:pt idx="1661">
                  <c:v>7.2012672980683954E-3</c:v>
                </c:pt>
                <c:pt idx="1662">
                  <c:v>7.2219815485749777E-3</c:v>
                </c:pt>
                <c:pt idx="1663">
                  <c:v>7.0205703519219667E-3</c:v>
                </c:pt>
                <c:pt idx="1664">
                  <c:v>6.9900266413675883E-3</c:v>
                </c:pt>
                <c:pt idx="1665">
                  <c:v>7.0599908038136766E-3</c:v>
                </c:pt>
                <c:pt idx="1666">
                  <c:v>6.2673749227395775E-3</c:v>
                </c:pt>
                <c:pt idx="1667">
                  <c:v>6.4537245575659891E-3</c:v>
                </c:pt>
                <c:pt idx="1668">
                  <c:v>6.5170646823224706E-3</c:v>
                </c:pt>
                <c:pt idx="1669">
                  <c:v>7.7760150422306095E-3</c:v>
                </c:pt>
                <c:pt idx="1670">
                  <c:v>8.1058095616258676E-3</c:v>
                </c:pt>
                <c:pt idx="1671">
                  <c:v>8.6133896449910995E-3</c:v>
                </c:pt>
                <c:pt idx="1672">
                  <c:v>8.5450765928549669E-3</c:v>
                </c:pt>
                <c:pt idx="1673">
                  <c:v>8.3867315361210691E-3</c:v>
                </c:pt>
                <c:pt idx="1674">
                  <c:v>8.3005353384050674E-3</c:v>
                </c:pt>
                <c:pt idx="1675">
                  <c:v>8.1420832593981605E-3</c:v>
                </c:pt>
                <c:pt idx="1676">
                  <c:v>7.9968794397403693E-3</c:v>
                </c:pt>
                <c:pt idx="1677">
                  <c:v>7.9190982862416964E-3</c:v>
                </c:pt>
                <c:pt idx="1678">
                  <c:v>8.0969163300633282E-3</c:v>
                </c:pt>
                <c:pt idx="1679">
                  <c:v>8.5646269647629905E-3</c:v>
                </c:pt>
                <c:pt idx="1680">
                  <c:v>8.3063535796200749E-3</c:v>
                </c:pt>
                <c:pt idx="1681">
                  <c:v>8.0825444767729012E-3</c:v>
                </c:pt>
                <c:pt idx="1682">
                  <c:v>7.9061900001047014E-3</c:v>
                </c:pt>
                <c:pt idx="1683">
                  <c:v>8.0079965227533908E-3</c:v>
                </c:pt>
                <c:pt idx="1684">
                  <c:v>8.8140902284650196E-3</c:v>
                </c:pt>
                <c:pt idx="1685">
                  <c:v>8.9262632447022379E-3</c:v>
                </c:pt>
                <c:pt idx="1686">
                  <c:v>8.9476499869197614E-3</c:v>
                </c:pt>
                <c:pt idx="1687">
                  <c:v>9.1398168199593594E-3</c:v>
                </c:pt>
                <c:pt idx="1688">
                  <c:v>1.0667521087026377E-2</c:v>
                </c:pt>
                <c:pt idx="1689">
                  <c:v>1.0721905226674908E-2</c:v>
                </c:pt>
                <c:pt idx="1690">
                  <c:v>1.0052862622590239E-2</c:v>
                </c:pt>
                <c:pt idx="1691">
                  <c:v>1.0268840664283836E-2</c:v>
                </c:pt>
                <c:pt idx="1692">
                  <c:v>1.0199929626094393E-2</c:v>
                </c:pt>
                <c:pt idx="1693">
                  <c:v>1.0449800450245402E-2</c:v>
                </c:pt>
                <c:pt idx="1694">
                  <c:v>1.093346874226403E-2</c:v>
                </c:pt>
                <c:pt idx="1695">
                  <c:v>1.1530773142944989E-2</c:v>
                </c:pt>
                <c:pt idx="1696">
                  <c:v>1.2058159371432306E-2</c:v>
                </c:pt>
                <c:pt idx="1697">
                  <c:v>1.2093429132043428E-2</c:v>
                </c:pt>
                <c:pt idx="1698">
                  <c:v>1.2095306831767476E-2</c:v>
                </c:pt>
                <c:pt idx="1699">
                  <c:v>1.2101714702058331E-2</c:v>
                </c:pt>
                <c:pt idx="1700">
                  <c:v>1.1662426037070696E-2</c:v>
                </c:pt>
                <c:pt idx="1701">
                  <c:v>1.1680346601672336E-2</c:v>
                </c:pt>
                <c:pt idx="1702">
                  <c:v>1.1676778698601788E-2</c:v>
                </c:pt>
                <c:pt idx="1703">
                  <c:v>1.2012641526098581E-2</c:v>
                </c:pt>
                <c:pt idx="1704">
                  <c:v>1.2703788173624614E-2</c:v>
                </c:pt>
                <c:pt idx="1705">
                  <c:v>1.2396791611133917E-2</c:v>
                </c:pt>
                <c:pt idx="1706">
                  <c:v>1.2626708519450259E-2</c:v>
                </c:pt>
                <c:pt idx="1707">
                  <c:v>1.2726840164971345E-2</c:v>
                </c:pt>
                <c:pt idx="1708">
                  <c:v>1.2614897288202486E-2</c:v>
                </c:pt>
                <c:pt idx="1709">
                  <c:v>1.0953641508673624E-2</c:v>
                </c:pt>
                <c:pt idx="1710">
                  <c:v>1.1102988471796943E-2</c:v>
                </c:pt>
                <c:pt idx="1711">
                  <c:v>1.1057937142564209E-2</c:v>
                </c:pt>
                <c:pt idx="1712">
                  <c:v>1.0812800687521266E-2</c:v>
                </c:pt>
                <c:pt idx="1713">
                  <c:v>1.0553102962206051E-2</c:v>
                </c:pt>
                <c:pt idx="1714">
                  <c:v>1.0730001743930606E-2</c:v>
                </c:pt>
                <c:pt idx="1715">
                  <c:v>1.007825417489625E-2</c:v>
                </c:pt>
                <c:pt idx="1716">
                  <c:v>9.6752293959959379E-3</c:v>
                </c:pt>
                <c:pt idx="1717">
                  <c:v>9.3766846802121537E-3</c:v>
                </c:pt>
                <c:pt idx="1718">
                  <c:v>9.3906681846970264E-3</c:v>
                </c:pt>
                <c:pt idx="1719">
                  <c:v>9.6256745716433566E-3</c:v>
                </c:pt>
                <c:pt idx="1720">
                  <c:v>9.3777663570988531E-3</c:v>
                </c:pt>
                <c:pt idx="1721">
                  <c:v>9.4323478177992196E-3</c:v>
                </c:pt>
                <c:pt idx="1722">
                  <c:v>9.2329165740327995E-3</c:v>
                </c:pt>
                <c:pt idx="1723">
                  <c:v>9.2516105354078556E-3</c:v>
                </c:pt>
                <c:pt idx="1724">
                  <c:v>8.2835830799538133E-3</c:v>
                </c:pt>
                <c:pt idx="1725">
                  <c:v>6.7893355824325272E-3</c:v>
                </c:pt>
                <c:pt idx="1726">
                  <c:v>7.3039297215882837E-3</c:v>
                </c:pt>
                <c:pt idx="1727">
                  <c:v>7.627220096471099E-3</c:v>
                </c:pt>
                <c:pt idx="1728">
                  <c:v>7.8516023647296485E-3</c:v>
                </c:pt>
                <c:pt idx="1729">
                  <c:v>9.9167286938993977E-3</c:v>
                </c:pt>
                <c:pt idx="1730">
                  <c:v>9.9934340772736205E-3</c:v>
                </c:pt>
                <c:pt idx="1731">
                  <c:v>1.0057746958272584E-2</c:v>
                </c:pt>
                <c:pt idx="1732">
                  <c:v>1.0056144695080701E-2</c:v>
                </c:pt>
                <c:pt idx="1733">
                  <c:v>1.0520104417867627E-2</c:v>
                </c:pt>
                <c:pt idx="1734">
                  <c:v>1.0767636121535546E-2</c:v>
                </c:pt>
                <c:pt idx="1735">
                  <c:v>1.0514811434943216E-2</c:v>
                </c:pt>
                <c:pt idx="1736">
                  <c:v>1.0625623535451488E-2</c:v>
                </c:pt>
                <c:pt idx="1737">
                  <c:v>1.049682057076997E-2</c:v>
                </c:pt>
                <c:pt idx="1738">
                  <c:v>1.0916790702598907E-2</c:v>
                </c:pt>
                <c:pt idx="1739">
                  <c:v>1.0901353188981769E-2</c:v>
                </c:pt>
                <c:pt idx="1740">
                  <c:v>1.0943661616075686E-2</c:v>
                </c:pt>
                <c:pt idx="1741">
                  <c:v>1.1103717554417835E-2</c:v>
                </c:pt>
                <c:pt idx="1742">
                  <c:v>1.1160418718486302E-2</c:v>
                </c:pt>
                <c:pt idx="1743">
                  <c:v>1.2699433925536937E-2</c:v>
                </c:pt>
                <c:pt idx="1744">
                  <c:v>1.4701763551004405E-2</c:v>
                </c:pt>
                <c:pt idx="1745">
                  <c:v>1.4655283133622646E-2</c:v>
                </c:pt>
                <c:pt idx="1746">
                  <c:v>1.4538821412821205E-2</c:v>
                </c:pt>
                <c:pt idx="1747">
                  <c:v>1.4434388104788025E-2</c:v>
                </c:pt>
                <c:pt idx="1748">
                  <c:v>1.431782039837157E-2</c:v>
                </c:pt>
                <c:pt idx="1749">
                  <c:v>1.4293001356598022E-2</c:v>
                </c:pt>
                <c:pt idx="1750">
                  <c:v>1.3077207332147801E-2</c:v>
                </c:pt>
                <c:pt idx="1751">
                  <c:v>1.6556096702757664E-2</c:v>
                </c:pt>
                <c:pt idx="1752">
                  <c:v>1.7551642369209381E-2</c:v>
                </c:pt>
                <c:pt idx="1753">
                  <c:v>1.7668516234409192E-2</c:v>
                </c:pt>
                <c:pt idx="1754">
                  <c:v>1.7477478937580917E-2</c:v>
                </c:pt>
                <c:pt idx="1755">
                  <c:v>1.7129325439868576E-2</c:v>
                </c:pt>
                <c:pt idx="1756">
                  <c:v>1.700185367379338E-2</c:v>
                </c:pt>
                <c:pt idx="1757">
                  <c:v>1.7439456454983966E-2</c:v>
                </c:pt>
                <c:pt idx="1758">
                  <c:v>1.7707377998863488E-2</c:v>
                </c:pt>
                <c:pt idx="1759">
                  <c:v>1.8230859202093358E-2</c:v>
                </c:pt>
                <c:pt idx="1760">
                  <c:v>1.8602332897660858E-2</c:v>
                </c:pt>
                <c:pt idx="1761">
                  <c:v>1.8383503083762024E-2</c:v>
                </c:pt>
                <c:pt idx="1762">
                  <c:v>1.861260769101887E-2</c:v>
                </c:pt>
                <c:pt idx="1763">
                  <c:v>1.8589451848849095E-2</c:v>
                </c:pt>
                <c:pt idx="1764">
                  <c:v>1.7872554933734568E-2</c:v>
                </c:pt>
                <c:pt idx="1765">
                  <c:v>1.7057082137896761E-2</c:v>
                </c:pt>
                <c:pt idx="1766">
                  <c:v>1.7186851294591618E-2</c:v>
                </c:pt>
                <c:pt idx="1767">
                  <c:v>1.7383434527080889E-2</c:v>
                </c:pt>
                <c:pt idx="1768">
                  <c:v>1.7403697483511078E-2</c:v>
                </c:pt>
                <c:pt idx="1769">
                  <c:v>1.7382360173577922E-2</c:v>
                </c:pt>
                <c:pt idx="1770">
                  <c:v>1.7339926954610486E-2</c:v>
                </c:pt>
                <c:pt idx="1771">
                  <c:v>1.735167362668591E-2</c:v>
                </c:pt>
                <c:pt idx="1772">
                  <c:v>1.3370417270412573E-2</c:v>
                </c:pt>
                <c:pt idx="1773">
                  <c:v>1.249638270984854E-2</c:v>
                </c:pt>
                <c:pt idx="1774">
                  <c:v>1.2457773143789467E-2</c:v>
                </c:pt>
                <c:pt idx="1775">
                  <c:v>1.2252155410043288E-2</c:v>
                </c:pt>
                <c:pt idx="1776">
                  <c:v>1.2690673611920909E-2</c:v>
                </c:pt>
                <c:pt idx="1777">
                  <c:v>1.2086646013677768E-2</c:v>
                </c:pt>
                <c:pt idx="1778">
                  <c:v>1.0674595479649034E-2</c:v>
                </c:pt>
                <c:pt idx="1779">
                  <c:v>1.1118048924894475E-2</c:v>
                </c:pt>
                <c:pt idx="1780">
                  <c:v>1.0533412336866846E-2</c:v>
                </c:pt>
                <c:pt idx="1781">
                  <c:v>1.0429729871539124E-2</c:v>
                </c:pt>
                <c:pt idx="1782">
                  <c:v>1.0715537338952936E-2</c:v>
                </c:pt>
                <c:pt idx="1783">
                  <c:v>1.0419822033375874E-2</c:v>
                </c:pt>
                <c:pt idx="1784">
                  <c:v>1.0802899424726002E-2</c:v>
                </c:pt>
                <c:pt idx="1785">
                  <c:v>1.0457302314519395E-2</c:v>
                </c:pt>
                <c:pt idx="1786">
                  <c:v>9.8908912041264056E-3</c:v>
                </c:pt>
                <c:pt idx="1787">
                  <c:v>1.0181609951919161E-2</c:v>
                </c:pt>
                <c:pt idx="1788">
                  <c:v>1.0276559854451195E-2</c:v>
                </c:pt>
                <c:pt idx="1789">
                  <c:v>1.0600471760908489E-2</c:v>
                </c:pt>
                <c:pt idx="1790">
                  <c:v>1.1113018621330873E-2</c:v>
                </c:pt>
                <c:pt idx="1791">
                  <c:v>1.1273519715766026E-2</c:v>
                </c:pt>
                <c:pt idx="1792">
                  <c:v>1.1563624543787098E-2</c:v>
                </c:pt>
                <c:pt idx="1793">
                  <c:v>1.1619754556066095E-2</c:v>
                </c:pt>
                <c:pt idx="1794">
                  <c:v>1.1367984338399617E-2</c:v>
                </c:pt>
                <c:pt idx="1795">
                  <c:v>1.2324099236537584E-2</c:v>
                </c:pt>
                <c:pt idx="1796">
                  <c:v>1.1927351525589333E-2</c:v>
                </c:pt>
                <c:pt idx="1797">
                  <c:v>1.0885952723531775E-2</c:v>
                </c:pt>
                <c:pt idx="1798">
                  <c:v>1.0894914722422055E-2</c:v>
                </c:pt>
                <c:pt idx="1799">
                  <c:v>1.0861445105119539E-2</c:v>
                </c:pt>
                <c:pt idx="1800">
                  <c:v>1.0798536807479083E-2</c:v>
                </c:pt>
                <c:pt idx="1801">
                  <c:v>1.1104970481361869E-2</c:v>
                </c:pt>
                <c:pt idx="1802">
                  <c:v>1.1136030411365294E-2</c:v>
                </c:pt>
                <c:pt idx="1803">
                  <c:v>1.1287751349410858E-2</c:v>
                </c:pt>
                <c:pt idx="1804">
                  <c:v>1.3171454882992319E-2</c:v>
                </c:pt>
                <c:pt idx="1805">
                  <c:v>1.2782866909295063E-2</c:v>
                </c:pt>
                <c:pt idx="1806">
                  <c:v>1.3663639347990234E-2</c:v>
                </c:pt>
                <c:pt idx="1807">
                  <c:v>1.5104451156667599E-2</c:v>
                </c:pt>
                <c:pt idx="1808">
                  <c:v>1.4574376685792692E-2</c:v>
                </c:pt>
                <c:pt idx="1809">
                  <c:v>1.4424700816632057E-2</c:v>
                </c:pt>
                <c:pt idx="1810">
                  <c:v>1.4272077534724743E-2</c:v>
                </c:pt>
                <c:pt idx="1811">
                  <c:v>1.3985766778639332E-2</c:v>
                </c:pt>
                <c:pt idx="1812">
                  <c:v>1.422402775527171E-2</c:v>
                </c:pt>
                <c:pt idx="1813">
                  <c:v>1.462678747842607E-2</c:v>
                </c:pt>
                <c:pt idx="1814">
                  <c:v>1.456453611260298E-2</c:v>
                </c:pt>
                <c:pt idx="1815">
                  <c:v>1.4573299551122843E-2</c:v>
                </c:pt>
                <c:pt idx="1816">
                  <c:v>1.3796961461275223E-2</c:v>
                </c:pt>
                <c:pt idx="1817">
                  <c:v>1.3808171698175536E-2</c:v>
                </c:pt>
                <c:pt idx="1818">
                  <c:v>1.3309367316755284E-2</c:v>
                </c:pt>
                <c:pt idx="1819">
                  <c:v>1.3393270933372045E-2</c:v>
                </c:pt>
                <c:pt idx="1820">
                  <c:v>1.3390974202950994E-2</c:v>
                </c:pt>
                <c:pt idx="1821">
                  <c:v>1.3425443925776879E-2</c:v>
                </c:pt>
                <c:pt idx="1822">
                  <c:v>1.3000093396761893E-2</c:v>
                </c:pt>
                <c:pt idx="1823">
                  <c:v>1.4331852175269928E-2</c:v>
                </c:pt>
                <c:pt idx="1824">
                  <c:v>1.4317186588258479E-2</c:v>
                </c:pt>
                <c:pt idx="1825">
                  <c:v>1.2961540646982544E-2</c:v>
                </c:pt>
                <c:pt idx="1826">
                  <c:v>1.3639258887128329E-2</c:v>
                </c:pt>
                <c:pt idx="1827">
                  <c:v>1.2500587859539978E-2</c:v>
                </c:pt>
                <c:pt idx="1828">
                  <c:v>1.048066587671838E-2</c:v>
                </c:pt>
                <c:pt idx="1829">
                  <c:v>1.1483288684146598E-2</c:v>
                </c:pt>
                <c:pt idx="1830">
                  <c:v>1.1794192529720297E-2</c:v>
                </c:pt>
                <c:pt idx="1831">
                  <c:v>1.2009783030013696E-2</c:v>
                </c:pt>
                <c:pt idx="1832">
                  <c:v>1.2015942443677296E-2</c:v>
                </c:pt>
                <c:pt idx="1833">
                  <c:v>1.188471702074236E-2</c:v>
                </c:pt>
                <c:pt idx="1834">
                  <c:v>1.0958770545714433E-2</c:v>
                </c:pt>
                <c:pt idx="1835">
                  <c:v>1.0948920863047983E-2</c:v>
                </c:pt>
                <c:pt idx="1836">
                  <c:v>1.0945690834590601E-2</c:v>
                </c:pt>
                <c:pt idx="1837">
                  <c:v>1.0772956283631521E-2</c:v>
                </c:pt>
                <c:pt idx="1838">
                  <c:v>1.090590805574534E-2</c:v>
                </c:pt>
                <c:pt idx="1839">
                  <c:v>1.0902898701273474E-2</c:v>
                </c:pt>
                <c:pt idx="1840">
                  <c:v>1.1154882529145047E-2</c:v>
                </c:pt>
                <c:pt idx="1841">
                  <c:v>1.1352788335935133E-2</c:v>
                </c:pt>
                <c:pt idx="1842">
                  <c:v>1.128997024981589E-2</c:v>
                </c:pt>
                <c:pt idx="1843">
                  <c:v>1.0673657962584029E-2</c:v>
                </c:pt>
                <c:pt idx="1844">
                  <c:v>9.1082777012873109E-3</c:v>
                </c:pt>
                <c:pt idx="1845">
                  <c:v>9.190090470366041E-3</c:v>
                </c:pt>
                <c:pt idx="1846">
                  <c:v>9.1775757820978503E-3</c:v>
                </c:pt>
                <c:pt idx="1847">
                  <c:v>7.7653822776569403E-3</c:v>
                </c:pt>
                <c:pt idx="1848">
                  <c:v>8.0516632065579796E-3</c:v>
                </c:pt>
                <c:pt idx="1849">
                  <c:v>8.0523243525896342E-3</c:v>
                </c:pt>
                <c:pt idx="1850">
                  <c:v>7.4426335724818689E-3</c:v>
                </c:pt>
                <c:pt idx="1851">
                  <c:v>6.3382207595597826E-3</c:v>
                </c:pt>
                <c:pt idx="1852">
                  <c:v>6.2478659928718195E-3</c:v>
                </c:pt>
                <c:pt idx="1853">
                  <c:v>6.3823076538551135E-3</c:v>
                </c:pt>
                <c:pt idx="1854">
                  <c:v>6.718040662849048E-3</c:v>
                </c:pt>
                <c:pt idx="1855">
                  <c:v>6.9172222235550579E-3</c:v>
                </c:pt>
                <c:pt idx="1856">
                  <c:v>7.5155909738995105E-3</c:v>
                </c:pt>
                <c:pt idx="1857">
                  <c:v>7.7518063873968758E-3</c:v>
                </c:pt>
                <c:pt idx="1858">
                  <c:v>7.7596638614999356E-3</c:v>
                </c:pt>
                <c:pt idx="1859">
                  <c:v>7.8145265179726756E-3</c:v>
                </c:pt>
                <c:pt idx="1860">
                  <c:v>7.7118948676173646E-3</c:v>
                </c:pt>
                <c:pt idx="1861">
                  <c:v>7.6205888312230689E-3</c:v>
                </c:pt>
                <c:pt idx="1862">
                  <c:v>7.5618035286577207E-3</c:v>
                </c:pt>
                <c:pt idx="1863">
                  <c:v>7.594731386581545E-3</c:v>
                </c:pt>
                <c:pt idx="1864">
                  <c:v>7.5738391227312745E-3</c:v>
                </c:pt>
                <c:pt idx="1865">
                  <c:v>6.9371713352595708E-3</c:v>
                </c:pt>
                <c:pt idx="1866">
                  <c:v>6.5593160070707129E-3</c:v>
                </c:pt>
                <c:pt idx="1867">
                  <c:v>6.3914095102773115E-3</c:v>
                </c:pt>
                <c:pt idx="1868">
                  <c:v>6.3888797270309451E-3</c:v>
                </c:pt>
                <c:pt idx="1869">
                  <c:v>6.1164792640340639E-3</c:v>
                </c:pt>
                <c:pt idx="1870">
                  <c:v>7.0212333173936946E-3</c:v>
                </c:pt>
                <c:pt idx="1871">
                  <c:v>7.9571236904706615E-3</c:v>
                </c:pt>
                <c:pt idx="1872">
                  <c:v>7.955540331531008E-3</c:v>
                </c:pt>
                <c:pt idx="1873">
                  <c:v>7.902368774406112E-3</c:v>
                </c:pt>
                <c:pt idx="1874">
                  <c:v>7.8762997490164459E-3</c:v>
                </c:pt>
                <c:pt idx="1875">
                  <c:v>7.4370748314504E-3</c:v>
                </c:pt>
                <c:pt idx="1876">
                  <c:v>8.1471399482750759E-3</c:v>
                </c:pt>
                <c:pt idx="1877">
                  <c:v>9.0990711659979986E-3</c:v>
                </c:pt>
                <c:pt idx="1878">
                  <c:v>9.246587336854635E-3</c:v>
                </c:pt>
                <c:pt idx="1879">
                  <c:v>8.9881175620101419E-3</c:v>
                </c:pt>
                <c:pt idx="1880">
                  <c:v>9.1040679584087902E-3</c:v>
                </c:pt>
                <c:pt idx="1881">
                  <c:v>9.1021266456539855E-3</c:v>
                </c:pt>
                <c:pt idx="1882">
                  <c:v>9.1167185528334763E-3</c:v>
                </c:pt>
                <c:pt idx="1883">
                  <c:v>9.3370189629495125E-3</c:v>
                </c:pt>
                <c:pt idx="1884">
                  <c:v>9.2323549172084393E-3</c:v>
                </c:pt>
                <c:pt idx="1885">
                  <c:v>9.2935732374357198E-3</c:v>
                </c:pt>
                <c:pt idx="1886">
                  <c:v>9.3067661603429604E-3</c:v>
                </c:pt>
                <c:pt idx="1887">
                  <c:v>9.3607608306845985E-3</c:v>
                </c:pt>
                <c:pt idx="1888">
                  <c:v>9.395542012838147E-3</c:v>
                </c:pt>
                <c:pt idx="1889">
                  <c:v>1.0180098340818493E-2</c:v>
                </c:pt>
                <c:pt idx="1890">
                  <c:v>1.0265516932272414E-2</c:v>
                </c:pt>
                <c:pt idx="1891">
                  <c:v>1.0296001229862075E-2</c:v>
                </c:pt>
                <c:pt idx="1892">
                  <c:v>9.7879843270816287E-3</c:v>
                </c:pt>
                <c:pt idx="1893">
                  <c:v>9.8092593536672872E-3</c:v>
                </c:pt>
                <c:pt idx="1894">
                  <c:v>1.050651833634058E-2</c:v>
                </c:pt>
                <c:pt idx="1895">
                  <c:v>1.1137028094102172E-2</c:v>
                </c:pt>
                <c:pt idx="1896">
                  <c:v>1.1111040415528453E-2</c:v>
                </c:pt>
                <c:pt idx="1897">
                  <c:v>1.0869051162818957E-2</c:v>
                </c:pt>
                <c:pt idx="1898">
                  <c:v>8.9415501521266857E-3</c:v>
                </c:pt>
                <c:pt idx="1899">
                  <c:v>9.5585317175513017E-3</c:v>
                </c:pt>
                <c:pt idx="1900">
                  <c:v>9.846047132415851E-3</c:v>
                </c:pt>
                <c:pt idx="1901">
                  <c:v>1.1079269863902655E-2</c:v>
                </c:pt>
                <c:pt idx="1902">
                  <c:v>1.1120132609358135E-2</c:v>
                </c:pt>
                <c:pt idx="1903">
                  <c:v>1.1117912422646649E-2</c:v>
                </c:pt>
                <c:pt idx="1904">
                  <c:v>1.0862722418089469E-2</c:v>
                </c:pt>
                <c:pt idx="1905">
                  <c:v>1.1215997405297809E-2</c:v>
                </c:pt>
                <c:pt idx="1906">
                  <c:v>1.1316852847723014E-2</c:v>
                </c:pt>
                <c:pt idx="1907">
                  <c:v>1.1131334090831899E-2</c:v>
                </c:pt>
                <c:pt idx="1908">
                  <c:v>1.1478586201982992E-2</c:v>
                </c:pt>
                <c:pt idx="1909">
                  <c:v>1.1599846457436258E-2</c:v>
                </c:pt>
                <c:pt idx="1910">
                  <c:v>1.109876417486233E-2</c:v>
                </c:pt>
                <c:pt idx="1911">
                  <c:v>1.1039967812787287E-2</c:v>
                </c:pt>
                <c:pt idx="1912">
                  <c:v>1.0766378951901204E-2</c:v>
                </c:pt>
                <c:pt idx="1913">
                  <c:v>1.0710723160641734E-2</c:v>
                </c:pt>
                <c:pt idx="1914">
                  <c:v>1.0833983496054295E-2</c:v>
                </c:pt>
                <c:pt idx="1915">
                  <c:v>1.0132927214979114E-2</c:v>
                </c:pt>
                <c:pt idx="1916">
                  <c:v>9.1805052153736549E-3</c:v>
                </c:pt>
                <c:pt idx="1917">
                  <c:v>9.1631163039230818E-3</c:v>
                </c:pt>
                <c:pt idx="1918">
                  <c:v>9.0797592319650476E-3</c:v>
                </c:pt>
                <c:pt idx="1919">
                  <c:v>9.028155346613758E-3</c:v>
                </c:pt>
                <c:pt idx="1920">
                  <c:v>8.6573457587633112E-3</c:v>
                </c:pt>
                <c:pt idx="1921">
                  <c:v>8.0408506866699991E-3</c:v>
                </c:pt>
                <c:pt idx="1922">
                  <c:v>6.6602552463838911E-3</c:v>
                </c:pt>
                <c:pt idx="1923">
                  <c:v>6.6782379936159283E-3</c:v>
                </c:pt>
                <c:pt idx="1924">
                  <c:v>6.725257869036258E-3</c:v>
                </c:pt>
                <c:pt idx="1925">
                  <c:v>6.8896683344486691E-3</c:v>
                </c:pt>
                <c:pt idx="1926">
                  <c:v>6.5349688925236482E-3</c:v>
                </c:pt>
                <c:pt idx="1927">
                  <c:v>6.5305084418374694E-3</c:v>
                </c:pt>
                <c:pt idx="1928">
                  <c:v>6.142032420565202E-3</c:v>
                </c:pt>
                <c:pt idx="1929">
                  <c:v>6.0046998988337154E-3</c:v>
                </c:pt>
                <c:pt idx="1930">
                  <c:v>6.1097166451589049E-3</c:v>
                </c:pt>
                <c:pt idx="1931">
                  <c:v>5.9514156734537674E-3</c:v>
                </c:pt>
                <c:pt idx="1932">
                  <c:v>6.3612779614418014E-3</c:v>
                </c:pt>
                <c:pt idx="1933">
                  <c:v>6.3873522651023071E-3</c:v>
                </c:pt>
                <c:pt idx="1934">
                  <c:v>6.3834111417950439E-3</c:v>
                </c:pt>
                <c:pt idx="1935">
                  <c:v>6.5821393157708E-3</c:v>
                </c:pt>
                <c:pt idx="1936">
                  <c:v>6.4273997936715845E-3</c:v>
                </c:pt>
                <c:pt idx="1937">
                  <c:v>6.4066696685680952E-3</c:v>
                </c:pt>
                <c:pt idx="1938">
                  <c:v>6.4074538260228305E-3</c:v>
                </c:pt>
                <c:pt idx="1939">
                  <c:v>6.0783171746523089E-3</c:v>
                </c:pt>
                <c:pt idx="1940">
                  <c:v>5.9557874907717771E-3</c:v>
                </c:pt>
                <c:pt idx="1941">
                  <c:v>6.1065823114293946E-3</c:v>
                </c:pt>
                <c:pt idx="1942">
                  <c:v>6.0694315449499854E-3</c:v>
                </c:pt>
                <c:pt idx="1943">
                  <c:v>6.1411778427673692E-3</c:v>
                </c:pt>
                <c:pt idx="1944">
                  <c:v>6.2144312497404101E-3</c:v>
                </c:pt>
                <c:pt idx="1945">
                  <c:v>6.1715643301540586E-3</c:v>
                </c:pt>
                <c:pt idx="1946">
                  <c:v>6.1027473749364894E-3</c:v>
                </c:pt>
                <c:pt idx="1947">
                  <c:v>4.76972005064986E-3</c:v>
                </c:pt>
                <c:pt idx="1948">
                  <c:v>4.9075955073975604E-3</c:v>
                </c:pt>
                <c:pt idx="1949">
                  <c:v>4.8731039847037701E-3</c:v>
                </c:pt>
                <c:pt idx="1950">
                  <c:v>5.7299680486554124E-3</c:v>
                </c:pt>
                <c:pt idx="1951">
                  <c:v>5.9414081230251565E-3</c:v>
                </c:pt>
                <c:pt idx="1952">
                  <c:v>6.2013556379614757E-3</c:v>
                </c:pt>
                <c:pt idx="1953">
                  <c:v>5.9235008611572357E-3</c:v>
                </c:pt>
                <c:pt idx="1954">
                  <c:v>6.2855060153246302E-3</c:v>
                </c:pt>
                <c:pt idx="1955">
                  <c:v>6.3320135418929412E-3</c:v>
                </c:pt>
                <c:pt idx="1956">
                  <c:v>6.7467280390281839E-3</c:v>
                </c:pt>
                <c:pt idx="1957">
                  <c:v>7.3312332326811291E-3</c:v>
                </c:pt>
                <c:pt idx="1958">
                  <c:v>7.4792740510710269E-3</c:v>
                </c:pt>
                <c:pt idx="1959">
                  <c:v>7.4234034059041821E-3</c:v>
                </c:pt>
                <c:pt idx="1960">
                  <c:v>7.2440744669136211E-3</c:v>
                </c:pt>
                <c:pt idx="1961">
                  <c:v>7.2059051656140705E-3</c:v>
                </c:pt>
                <c:pt idx="1962">
                  <c:v>7.2809716859625903E-3</c:v>
                </c:pt>
                <c:pt idx="1963">
                  <c:v>7.3084626611348638E-3</c:v>
                </c:pt>
                <c:pt idx="1964">
                  <c:v>7.5743337222977996E-3</c:v>
                </c:pt>
                <c:pt idx="1965">
                  <c:v>7.5522959532458795E-3</c:v>
                </c:pt>
                <c:pt idx="1966">
                  <c:v>7.5991323171883708E-3</c:v>
                </c:pt>
                <c:pt idx="1967">
                  <c:v>8.2450311446404852E-3</c:v>
                </c:pt>
                <c:pt idx="1968">
                  <c:v>8.4871802976954729E-3</c:v>
                </c:pt>
                <c:pt idx="1969">
                  <c:v>8.3139483896101703E-3</c:v>
                </c:pt>
                <c:pt idx="1970">
                  <c:v>8.2463648779629948E-3</c:v>
                </c:pt>
                <c:pt idx="1971">
                  <c:v>7.9957012323050095E-3</c:v>
                </c:pt>
                <c:pt idx="1972">
                  <c:v>7.8650803744090888E-3</c:v>
                </c:pt>
                <c:pt idx="1973">
                  <c:v>7.8990240573559994E-3</c:v>
                </c:pt>
                <c:pt idx="1974">
                  <c:v>8.0457632618571463E-3</c:v>
                </c:pt>
                <c:pt idx="1975">
                  <c:v>7.769906863530426E-3</c:v>
                </c:pt>
                <c:pt idx="1976">
                  <c:v>7.781681259096381E-3</c:v>
                </c:pt>
                <c:pt idx="1977">
                  <c:v>6.7487854839416161E-3</c:v>
                </c:pt>
                <c:pt idx="1978">
                  <c:v>6.276368118198092E-3</c:v>
                </c:pt>
                <c:pt idx="1979">
                  <c:v>6.6901045987633623E-3</c:v>
                </c:pt>
                <c:pt idx="1980">
                  <c:v>7.4942946600823138E-3</c:v>
                </c:pt>
                <c:pt idx="1981">
                  <c:v>7.4579950776666043E-3</c:v>
                </c:pt>
                <c:pt idx="1982">
                  <c:v>7.4318367722250988E-3</c:v>
                </c:pt>
                <c:pt idx="1983">
                  <c:v>7.2975171780525839E-3</c:v>
                </c:pt>
                <c:pt idx="1984">
                  <c:v>7.2594011432901475E-3</c:v>
                </c:pt>
                <c:pt idx="1985">
                  <c:v>7.7084366531148599E-3</c:v>
                </c:pt>
                <c:pt idx="1986">
                  <c:v>7.7556294214601654E-3</c:v>
                </c:pt>
                <c:pt idx="1987">
                  <c:v>7.6116965196093228E-3</c:v>
                </c:pt>
                <c:pt idx="1988">
                  <c:v>7.2183763151936146E-3</c:v>
                </c:pt>
                <c:pt idx="1989">
                  <c:v>6.8695831877655803E-3</c:v>
                </c:pt>
                <c:pt idx="1990">
                  <c:v>6.880211990727427E-3</c:v>
                </c:pt>
                <c:pt idx="1991">
                  <c:v>6.9449574817389568E-3</c:v>
                </c:pt>
                <c:pt idx="1992">
                  <c:v>7.1233491495578055E-3</c:v>
                </c:pt>
                <c:pt idx="1993">
                  <c:v>7.1535634951463024E-3</c:v>
                </c:pt>
                <c:pt idx="1994">
                  <c:v>6.8892663376533122E-3</c:v>
                </c:pt>
                <c:pt idx="1995">
                  <c:v>6.8197571766003004E-3</c:v>
                </c:pt>
                <c:pt idx="1996">
                  <c:v>6.8841755237079453E-3</c:v>
                </c:pt>
                <c:pt idx="1997">
                  <c:v>6.8314636941186856E-3</c:v>
                </c:pt>
                <c:pt idx="1998">
                  <c:v>7.4223982696138531E-3</c:v>
                </c:pt>
                <c:pt idx="1999">
                  <c:v>7.4177881986897728E-3</c:v>
                </c:pt>
                <c:pt idx="2000">
                  <c:v>6.9943031980709688E-3</c:v>
                </c:pt>
                <c:pt idx="2001">
                  <c:v>6.1513794032200444E-3</c:v>
                </c:pt>
                <c:pt idx="2002">
                  <c:v>6.1850703313194883E-3</c:v>
                </c:pt>
                <c:pt idx="2003">
                  <c:v>6.5121355925986052E-3</c:v>
                </c:pt>
                <c:pt idx="2004">
                  <c:v>6.6694892953022243E-3</c:v>
                </c:pt>
                <c:pt idx="2005">
                  <c:v>7.5791357697367421E-3</c:v>
                </c:pt>
                <c:pt idx="2006">
                  <c:v>7.0654202238546165E-3</c:v>
                </c:pt>
                <c:pt idx="2007">
                  <c:v>7.007696993173434E-3</c:v>
                </c:pt>
                <c:pt idx="2008">
                  <c:v>7.2778081969388005E-3</c:v>
                </c:pt>
                <c:pt idx="2009">
                  <c:v>7.2812929425264562E-3</c:v>
                </c:pt>
                <c:pt idx="2010">
                  <c:v>7.8390026120037943E-3</c:v>
                </c:pt>
                <c:pt idx="2011">
                  <c:v>7.900138247903964E-3</c:v>
                </c:pt>
                <c:pt idx="2012">
                  <c:v>7.8905994034457801E-3</c:v>
                </c:pt>
                <c:pt idx="2013">
                  <c:v>7.5088396743053067E-3</c:v>
                </c:pt>
                <c:pt idx="2014">
                  <c:v>7.6133588772394588E-3</c:v>
                </c:pt>
                <c:pt idx="2015">
                  <c:v>7.6175461582048279E-3</c:v>
                </c:pt>
                <c:pt idx="2016">
                  <c:v>7.8928894853614179E-3</c:v>
                </c:pt>
                <c:pt idx="2017">
                  <c:v>7.9222688739438597E-3</c:v>
                </c:pt>
                <c:pt idx="2018">
                  <c:v>7.9383063761832903E-3</c:v>
                </c:pt>
                <c:pt idx="2019">
                  <c:v>7.4611925824183568E-3</c:v>
                </c:pt>
                <c:pt idx="2020">
                  <c:v>7.5107092170470582E-3</c:v>
                </c:pt>
                <c:pt idx="2021">
                  <c:v>7.5073889198442019E-3</c:v>
                </c:pt>
                <c:pt idx="2022">
                  <c:v>7.7263195870349811E-3</c:v>
                </c:pt>
                <c:pt idx="2023">
                  <c:v>8.5098971629242719E-3</c:v>
                </c:pt>
                <c:pt idx="2024">
                  <c:v>8.3110535595668899E-3</c:v>
                </c:pt>
                <c:pt idx="2025">
                  <c:v>8.3697045001919108E-3</c:v>
                </c:pt>
                <c:pt idx="2026">
                  <c:v>7.6476430858497058E-3</c:v>
                </c:pt>
                <c:pt idx="2027">
                  <c:v>7.5055143930965393E-3</c:v>
                </c:pt>
                <c:pt idx="2028">
                  <c:v>7.5911602541393446E-3</c:v>
                </c:pt>
                <c:pt idx="2029">
                  <c:v>7.3650894337391063E-3</c:v>
                </c:pt>
                <c:pt idx="2030">
                  <c:v>6.9464371647274849E-3</c:v>
                </c:pt>
                <c:pt idx="2031">
                  <c:v>6.1977976567193383E-3</c:v>
                </c:pt>
                <c:pt idx="2032">
                  <c:v>6.0043902978358333E-3</c:v>
                </c:pt>
                <c:pt idx="2033">
                  <c:v>5.9271077691966092E-3</c:v>
                </c:pt>
                <c:pt idx="2034">
                  <c:v>5.9327315473620811E-3</c:v>
                </c:pt>
                <c:pt idx="2035">
                  <c:v>5.8334000021627178E-3</c:v>
                </c:pt>
                <c:pt idx="2036">
                  <c:v>5.639786842377122E-3</c:v>
                </c:pt>
                <c:pt idx="2037">
                  <c:v>5.5239444381693812E-3</c:v>
                </c:pt>
                <c:pt idx="2038">
                  <c:v>5.5236834673447173E-3</c:v>
                </c:pt>
                <c:pt idx="2039">
                  <c:v>5.3939863026461858E-3</c:v>
                </c:pt>
                <c:pt idx="2040">
                  <c:v>5.0294911110710496E-3</c:v>
                </c:pt>
                <c:pt idx="2041">
                  <c:v>5.0379348216295803E-3</c:v>
                </c:pt>
                <c:pt idx="2042">
                  <c:v>5.1054986621829153E-3</c:v>
                </c:pt>
                <c:pt idx="2043">
                  <c:v>5.1853396177328603E-3</c:v>
                </c:pt>
                <c:pt idx="2044">
                  <c:v>5.0575689497858508E-3</c:v>
                </c:pt>
                <c:pt idx="2045">
                  <c:v>5.4161454384068723E-3</c:v>
                </c:pt>
                <c:pt idx="2046">
                  <c:v>5.2027644272775253E-3</c:v>
                </c:pt>
                <c:pt idx="2047">
                  <c:v>5.2045239710934088E-3</c:v>
                </c:pt>
                <c:pt idx="2048">
                  <c:v>5.2421974447892598E-3</c:v>
                </c:pt>
                <c:pt idx="2049">
                  <c:v>5.1726790546078203E-3</c:v>
                </c:pt>
                <c:pt idx="2050">
                  <c:v>5.1571374315939524E-3</c:v>
                </c:pt>
                <c:pt idx="2051">
                  <c:v>5.4203811197807801E-3</c:v>
                </c:pt>
                <c:pt idx="2052">
                  <c:v>5.3474334409302658E-3</c:v>
                </c:pt>
                <c:pt idx="2053">
                  <c:v>5.3551718764377918E-3</c:v>
                </c:pt>
                <c:pt idx="2054">
                  <c:v>5.3216437852985146E-3</c:v>
                </c:pt>
                <c:pt idx="2055">
                  <c:v>5.4021524192744428E-3</c:v>
                </c:pt>
                <c:pt idx="2056">
                  <c:v>5.3856265418660461E-3</c:v>
                </c:pt>
                <c:pt idx="2057">
                  <c:v>5.3885527559243279E-3</c:v>
                </c:pt>
                <c:pt idx="2058">
                  <c:v>5.3897551114831512E-3</c:v>
                </c:pt>
                <c:pt idx="2059">
                  <c:v>5.6805349022368582E-3</c:v>
                </c:pt>
                <c:pt idx="2060">
                  <c:v>5.6718601874498403E-3</c:v>
                </c:pt>
                <c:pt idx="2061">
                  <c:v>5.4690616418816744E-3</c:v>
                </c:pt>
                <c:pt idx="2062">
                  <c:v>5.6165066187480409E-3</c:v>
                </c:pt>
                <c:pt idx="2063">
                  <c:v>5.591829721559304E-3</c:v>
                </c:pt>
                <c:pt idx="2064">
                  <c:v>5.288170308413196E-3</c:v>
                </c:pt>
                <c:pt idx="2065">
                  <c:v>4.6713448927252904E-3</c:v>
                </c:pt>
                <c:pt idx="2066">
                  <c:v>4.1455033622813846E-3</c:v>
                </c:pt>
                <c:pt idx="2067">
                  <c:v>4.3383343132743736E-3</c:v>
                </c:pt>
                <c:pt idx="2068">
                  <c:v>4.517432896481096E-3</c:v>
                </c:pt>
                <c:pt idx="2069">
                  <c:v>4.618015600312067E-3</c:v>
                </c:pt>
                <c:pt idx="2070">
                  <c:v>4.6279004919653737E-3</c:v>
                </c:pt>
                <c:pt idx="2071">
                  <c:v>4.7034148524069674E-3</c:v>
                </c:pt>
                <c:pt idx="2072">
                  <c:v>4.4338174985390881E-3</c:v>
                </c:pt>
                <c:pt idx="2073">
                  <c:v>4.2894704293541808E-3</c:v>
                </c:pt>
                <c:pt idx="2074">
                  <c:v>4.3724464436808823E-3</c:v>
                </c:pt>
                <c:pt idx="2075">
                  <c:v>4.5034668875324237E-3</c:v>
                </c:pt>
                <c:pt idx="2076">
                  <c:v>4.3988656286257583E-3</c:v>
                </c:pt>
                <c:pt idx="2077">
                  <c:v>4.4009597066083199E-3</c:v>
                </c:pt>
                <c:pt idx="2078">
                  <c:v>4.4680976084633846E-3</c:v>
                </c:pt>
                <c:pt idx="2079">
                  <c:v>4.7064687672728435E-3</c:v>
                </c:pt>
                <c:pt idx="2080">
                  <c:v>4.2552431834398975E-3</c:v>
                </c:pt>
                <c:pt idx="2081">
                  <c:v>4.3413285887234634E-3</c:v>
                </c:pt>
                <c:pt idx="2082">
                  <c:v>4.6484450479154496E-3</c:v>
                </c:pt>
                <c:pt idx="2083">
                  <c:v>4.9578837804732257E-3</c:v>
                </c:pt>
                <c:pt idx="2084">
                  <c:v>4.9919764928951131E-3</c:v>
                </c:pt>
                <c:pt idx="2085">
                  <c:v>4.9995160571709857E-3</c:v>
                </c:pt>
                <c:pt idx="2086">
                  <c:v>5.0055123002163155E-3</c:v>
                </c:pt>
                <c:pt idx="2087">
                  <c:v>5.0300243255022269E-3</c:v>
                </c:pt>
                <c:pt idx="2088">
                  <c:v>5.4267665412264339E-3</c:v>
                </c:pt>
                <c:pt idx="2089">
                  <c:v>5.2271343595766398E-3</c:v>
                </c:pt>
                <c:pt idx="2090">
                  <c:v>5.0845053876740079E-3</c:v>
                </c:pt>
                <c:pt idx="2091">
                  <c:v>5.2022799938621182E-3</c:v>
                </c:pt>
                <c:pt idx="2092">
                  <c:v>5.114751438202632E-3</c:v>
                </c:pt>
                <c:pt idx="2093">
                  <c:v>5.2810922750672175E-3</c:v>
                </c:pt>
                <c:pt idx="2094">
                  <c:v>5.241920074819737E-3</c:v>
                </c:pt>
                <c:pt idx="2095">
                  <c:v>5.1244395135939137E-3</c:v>
                </c:pt>
                <c:pt idx="2096">
                  <c:v>4.9455848171572874E-3</c:v>
                </c:pt>
                <c:pt idx="2097">
                  <c:v>5.049486039778543E-3</c:v>
                </c:pt>
                <c:pt idx="2098">
                  <c:v>5.9703667528222745E-3</c:v>
                </c:pt>
                <c:pt idx="2099">
                  <c:v>5.9241948676980183E-3</c:v>
                </c:pt>
                <c:pt idx="2100">
                  <c:v>5.6650052112799769E-3</c:v>
                </c:pt>
                <c:pt idx="2101">
                  <c:v>5.6810947579597586E-3</c:v>
                </c:pt>
                <c:pt idx="2102">
                  <c:v>5.9027722746181326E-3</c:v>
                </c:pt>
                <c:pt idx="2103">
                  <c:v>5.7592753017611589E-3</c:v>
                </c:pt>
                <c:pt idx="2104">
                  <c:v>5.3900564764717751E-3</c:v>
                </c:pt>
                <c:pt idx="2105">
                  <c:v>5.2564469446445333E-3</c:v>
                </c:pt>
                <c:pt idx="2106">
                  <c:v>5.7879778604303352E-3</c:v>
                </c:pt>
                <c:pt idx="2107">
                  <c:v>6.0311824486199202E-3</c:v>
                </c:pt>
                <c:pt idx="2108">
                  <c:v>6.1254218147266297E-3</c:v>
                </c:pt>
                <c:pt idx="2109">
                  <c:v>5.8583585020740587E-3</c:v>
                </c:pt>
                <c:pt idx="2110">
                  <c:v>5.8725097658782156E-3</c:v>
                </c:pt>
                <c:pt idx="2111">
                  <c:v>5.8417958840769283E-3</c:v>
                </c:pt>
                <c:pt idx="2112">
                  <c:v>5.9038585076194834E-3</c:v>
                </c:pt>
                <c:pt idx="2113">
                  <c:v>6.0528621219805142E-3</c:v>
                </c:pt>
                <c:pt idx="2114">
                  <c:v>5.7901876618066863E-3</c:v>
                </c:pt>
                <c:pt idx="2115">
                  <c:v>5.5316636376420304E-3</c:v>
                </c:pt>
                <c:pt idx="2116">
                  <c:v>5.5858916644655286E-3</c:v>
                </c:pt>
                <c:pt idx="2117">
                  <c:v>5.4707176716322376E-3</c:v>
                </c:pt>
                <c:pt idx="2118">
                  <c:v>5.2692579032345421E-3</c:v>
                </c:pt>
                <c:pt idx="2119">
                  <c:v>4.7148206755021349E-3</c:v>
                </c:pt>
                <c:pt idx="2120">
                  <c:v>4.7200604902217181E-3</c:v>
                </c:pt>
                <c:pt idx="2121">
                  <c:v>4.7419787180919132E-3</c:v>
                </c:pt>
                <c:pt idx="2122">
                  <c:v>4.7046922911600083E-3</c:v>
                </c:pt>
                <c:pt idx="2123">
                  <c:v>4.6272262089579151E-3</c:v>
                </c:pt>
                <c:pt idx="2124">
                  <c:v>4.6666607106311559E-3</c:v>
                </c:pt>
                <c:pt idx="2125">
                  <c:v>4.4515464097806042E-3</c:v>
                </c:pt>
                <c:pt idx="2126">
                  <c:v>4.529201863855364E-3</c:v>
                </c:pt>
                <c:pt idx="2127">
                  <c:v>4.5607330353235696E-3</c:v>
                </c:pt>
                <c:pt idx="2128">
                  <c:v>4.3724740211602085E-3</c:v>
                </c:pt>
                <c:pt idx="2129">
                  <c:v>4.133970152656135E-3</c:v>
                </c:pt>
                <c:pt idx="2130">
                  <c:v>4.0546698426570747E-3</c:v>
                </c:pt>
                <c:pt idx="2131">
                  <c:v>4.2363388356231602E-3</c:v>
                </c:pt>
                <c:pt idx="2132">
                  <c:v>4.3000623402111261E-3</c:v>
                </c:pt>
                <c:pt idx="2133">
                  <c:v>4.5090004564000141E-3</c:v>
                </c:pt>
                <c:pt idx="2134">
                  <c:v>4.2297691734899468E-3</c:v>
                </c:pt>
                <c:pt idx="2135">
                  <c:v>4.2564337810045783E-3</c:v>
                </c:pt>
                <c:pt idx="2136">
                  <c:v>4.2564937886454988E-3</c:v>
                </c:pt>
                <c:pt idx="2137">
                  <c:v>4.0102369221846719E-3</c:v>
                </c:pt>
                <c:pt idx="2138">
                  <c:v>4.0152094409802233E-3</c:v>
                </c:pt>
                <c:pt idx="2139">
                  <c:v>4.9381533738970789E-3</c:v>
                </c:pt>
                <c:pt idx="2140">
                  <c:v>5.3315139235623277E-3</c:v>
                </c:pt>
                <c:pt idx="2141">
                  <c:v>5.3977052191379405E-3</c:v>
                </c:pt>
                <c:pt idx="2142">
                  <c:v>5.3397846491965292E-3</c:v>
                </c:pt>
                <c:pt idx="2143">
                  <c:v>5.1078143250046478E-3</c:v>
                </c:pt>
                <c:pt idx="2144">
                  <c:v>5.1145615639858226E-3</c:v>
                </c:pt>
                <c:pt idx="2145">
                  <c:v>5.619144956211285E-3</c:v>
                </c:pt>
                <c:pt idx="2146">
                  <c:v>5.739640041531476E-3</c:v>
                </c:pt>
                <c:pt idx="2147">
                  <c:v>5.7776501436740766E-3</c:v>
                </c:pt>
                <c:pt idx="2148">
                  <c:v>5.5315701941771878E-3</c:v>
                </c:pt>
                <c:pt idx="2149">
                  <c:v>5.5702024433420287E-3</c:v>
                </c:pt>
                <c:pt idx="2150">
                  <c:v>5.6775441479179284E-3</c:v>
                </c:pt>
                <c:pt idx="2151">
                  <c:v>5.8879204489666456E-3</c:v>
                </c:pt>
                <c:pt idx="2152">
                  <c:v>6.093175959092677E-3</c:v>
                </c:pt>
                <c:pt idx="2153">
                  <c:v>6.1570388534220926E-3</c:v>
                </c:pt>
                <c:pt idx="2154">
                  <c:v>5.8115446184285593E-3</c:v>
                </c:pt>
                <c:pt idx="2155">
                  <c:v>5.8227699635018853E-3</c:v>
                </c:pt>
                <c:pt idx="2156">
                  <c:v>5.7343567943425409E-3</c:v>
                </c:pt>
                <c:pt idx="2157">
                  <c:v>5.8091983990770637E-3</c:v>
                </c:pt>
                <c:pt idx="2158">
                  <c:v>5.848015736910005E-3</c:v>
                </c:pt>
                <c:pt idx="2159">
                  <c:v>5.8409456044937911E-3</c:v>
                </c:pt>
                <c:pt idx="2160">
                  <c:v>5.394727469805116E-3</c:v>
                </c:pt>
                <c:pt idx="2161">
                  <c:v>5.8570247753768848E-3</c:v>
                </c:pt>
                <c:pt idx="2162">
                  <c:v>6.0466153911318795E-3</c:v>
                </c:pt>
                <c:pt idx="2163">
                  <c:v>6.6214908304856497E-3</c:v>
                </c:pt>
                <c:pt idx="2164">
                  <c:v>7.1243626852774515E-3</c:v>
                </c:pt>
                <c:pt idx="2165">
                  <c:v>7.2093760137476957E-3</c:v>
                </c:pt>
                <c:pt idx="2166">
                  <c:v>6.9674591002640753E-3</c:v>
                </c:pt>
                <c:pt idx="2167">
                  <c:v>6.8244676808180841E-3</c:v>
                </c:pt>
                <c:pt idx="2168">
                  <c:v>7.0404964083576769E-3</c:v>
                </c:pt>
                <c:pt idx="2169">
                  <c:v>7.103113783102191E-3</c:v>
                </c:pt>
                <c:pt idx="2170">
                  <c:v>7.3094946821823303E-3</c:v>
                </c:pt>
                <c:pt idx="2171">
                  <c:v>7.186877720936743E-3</c:v>
                </c:pt>
                <c:pt idx="2172">
                  <c:v>7.0392950038330911E-3</c:v>
                </c:pt>
                <c:pt idx="2173">
                  <c:v>6.7245345969572257E-3</c:v>
                </c:pt>
                <c:pt idx="2174">
                  <c:v>6.5635298937885573E-3</c:v>
                </c:pt>
                <c:pt idx="2175">
                  <c:v>6.6979352030200464E-3</c:v>
                </c:pt>
                <c:pt idx="2176">
                  <c:v>6.7358135630923334E-3</c:v>
                </c:pt>
                <c:pt idx="2177">
                  <c:v>7.274553763787185E-3</c:v>
                </c:pt>
                <c:pt idx="2178">
                  <c:v>7.2903146046033101E-3</c:v>
                </c:pt>
                <c:pt idx="2179">
                  <c:v>7.1226898159091941E-3</c:v>
                </c:pt>
                <c:pt idx="2180">
                  <c:v>7.1159845973294564E-3</c:v>
                </c:pt>
                <c:pt idx="2181">
                  <c:v>7.1020391140557909E-3</c:v>
                </c:pt>
                <c:pt idx="2182">
                  <c:v>6.3409798029309744E-3</c:v>
                </c:pt>
                <c:pt idx="2183">
                  <c:v>5.9675418418916959E-3</c:v>
                </c:pt>
                <c:pt idx="2184">
                  <c:v>4.8279258008108467E-3</c:v>
                </c:pt>
                <c:pt idx="2185">
                  <c:v>4.5326704404356939E-3</c:v>
                </c:pt>
                <c:pt idx="2186">
                  <c:v>4.851449438339029E-3</c:v>
                </c:pt>
                <c:pt idx="2187">
                  <c:v>4.6869948585837196E-3</c:v>
                </c:pt>
                <c:pt idx="2188">
                  <c:v>4.4513065151532147E-3</c:v>
                </c:pt>
                <c:pt idx="2189">
                  <c:v>5.8153104464165944E-3</c:v>
                </c:pt>
                <c:pt idx="2190">
                  <c:v>5.8872865935183146E-3</c:v>
                </c:pt>
                <c:pt idx="2191">
                  <c:v>5.7500125852716633E-3</c:v>
                </c:pt>
                <c:pt idx="2192">
                  <c:v>5.8101073884319196E-3</c:v>
                </c:pt>
                <c:pt idx="2193">
                  <c:v>5.7984367458120481E-3</c:v>
                </c:pt>
                <c:pt idx="2194">
                  <c:v>5.6536061363965159E-3</c:v>
                </c:pt>
                <c:pt idx="2195">
                  <c:v>5.9106693261747533E-3</c:v>
                </c:pt>
                <c:pt idx="2196">
                  <c:v>5.9229444887062763E-3</c:v>
                </c:pt>
                <c:pt idx="2197">
                  <c:v>5.9685556820200025E-3</c:v>
                </c:pt>
                <c:pt idx="2198">
                  <c:v>6.0412503142830273E-3</c:v>
                </c:pt>
                <c:pt idx="2199">
                  <c:v>6.1763711968544667E-3</c:v>
                </c:pt>
                <c:pt idx="2200">
                  <c:v>6.0707679347872289E-3</c:v>
                </c:pt>
                <c:pt idx="2201">
                  <c:v>7.1538091004497888E-3</c:v>
                </c:pt>
                <c:pt idx="2202">
                  <c:v>7.1578695275326641E-3</c:v>
                </c:pt>
                <c:pt idx="2203">
                  <c:v>7.1460065478575422E-3</c:v>
                </c:pt>
                <c:pt idx="2204">
                  <c:v>7.0850877388479077E-3</c:v>
                </c:pt>
                <c:pt idx="2205">
                  <c:v>7.1395667306867021E-3</c:v>
                </c:pt>
                <c:pt idx="2206">
                  <c:v>7.1456062645877194E-3</c:v>
                </c:pt>
                <c:pt idx="2207">
                  <c:v>7.1413788668680013E-3</c:v>
                </c:pt>
                <c:pt idx="2208">
                  <c:v>7.1645027714576925E-3</c:v>
                </c:pt>
                <c:pt idx="2209">
                  <c:v>7.2946306195176974E-3</c:v>
                </c:pt>
                <c:pt idx="2210">
                  <c:v>6.4214197331028417E-3</c:v>
                </c:pt>
                <c:pt idx="2211">
                  <c:v>6.3559000078367124E-3</c:v>
                </c:pt>
                <c:pt idx="2212">
                  <c:v>6.3384137476827779E-3</c:v>
                </c:pt>
                <c:pt idx="2213">
                  <c:v>6.7330277212856778E-3</c:v>
                </c:pt>
                <c:pt idx="2214">
                  <c:v>6.7196950087815184E-3</c:v>
                </c:pt>
                <c:pt idx="2215">
                  <c:v>6.7356447369548407E-3</c:v>
                </c:pt>
                <c:pt idx="2216">
                  <c:v>6.6062807591810279E-3</c:v>
                </c:pt>
                <c:pt idx="2217">
                  <c:v>6.9377612318874474E-3</c:v>
                </c:pt>
                <c:pt idx="2218">
                  <c:v>6.7446904909412029E-3</c:v>
                </c:pt>
                <c:pt idx="2219">
                  <c:v>6.3394828993864919E-3</c:v>
                </c:pt>
                <c:pt idx="2220">
                  <c:v>7.9626199687720268E-3</c:v>
                </c:pt>
                <c:pt idx="2221">
                  <c:v>8.0447459181729273E-3</c:v>
                </c:pt>
                <c:pt idx="2222">
                  <c:v>7.5035974325968688E-3</c:v>
                </c:pt>
                <c:pt idx="2223">
                  <c:v>7.4831653378825891E-3</c:v>
                </c:pt>
                <c:pt idx="2224">
                  <c:v>8.2127363788469226E-3</c:v>
                </c:pt>
                <c:pt idx="2225">
                  <c:v>8.4668720373494068E-3</c:v>
                </c:pt>
                <c:pt idx="2226">
                  <c:v>8.2093982152529922E-3</c:v>
                </c:pt>
                <c:pt idx="2227">
                  <c:v>9.0791930061148857E-3</c:v>
                </c:pt>
                <c:pt idx="2228">
                  <c:v>9.3243903246050669E-3</c:v>
                </c:pt>
                <c:pt idx="2229">
                  <c:v>9.5711876009988966E-3</c:v>
                </c:pt>
                <c:pt idx="2230">
                  <c:v>9.5432067336372727E-3</c:v>
                </c:pt>
                <c:pt idx="2231">
                  <c:v>9.5233606445895725E-3</c:v>
                </c:pt>
                <c:pt idx="2232">
                  <c:v>9.4750577541061615E-3</c:v>
                </c:pt>
                <c:pt idx="2233">
                  <c:v>9.5861153611083837E-3</c:v>
                </c:pt>
                <c:pt idx="2234">
                  <c:v>9.3303145759200765E-3</c:v>
                </c:pt>
                <c:pt idx="2235">
                  <c:v>9.6143234795149704E-3</c:v>
                </c:pt>
                <c:pt idx="2236">
                  <c:v>9.6078901706638468E-3</c:v>
                </c:pt>
                <c:pt idx="2237">
                  <c:v>9.7640809464818925E-3</c:v>
                </c:pt>
                <c:pt idx="2238">
                  <c:v>9.5086125844527896E-3</c:v>
                </c:pt>
                <c:pt idx="2239">
                  <c:v>9.3253139894474996E-3</c:v>
                </c:pt>
                <c:pt idx="2240">
                  <c:v>9.3426516739354617E-3</c:v>
                </c:pt>
                <c:pt idx="2241">
                  <c:v>8.1319684011618501E-3</c:v>
                </c:pt>
                <c:pt idx="2242">
                  <c:v>8.0245908966435821E-3</c:v>
                </c:pt>
                <c:pt idx="2243">
                  <c:v>7.9214705585570824E-3</c:v>
                </c:pt>
                <c:pt idx="2244">
                  <c:v>8.0629947025839654E-3</c:v>
                </c:pt>
                <c:pt idx="2245">
                  <c:v>7.2170104233722802E-3</c:v>
                </c:pt>
                <c:pt idx="2246">
                  <c:v>6.9962159034368688E-3</c:v>
                </c:pt>
                <c:pt idx="2247">
                  <c:v>6.9695397686143122E-3</c:v>
                </c:pt>
                <c:pt idx="2248">
                  <c:v>5.9074196537176119E-3</c:v>
                </c:pt>
                <c:pt idx="2249">
                  <c:v>6.0223687913003136E-3</c:v>
                </c:pt>
                <c:pt idx="2250">
                  <c:v>5.7006859374150254E-3</c:v>
                </c:pt>
                <c:pt idx="2251">
                  <c:v>6.616713280660525E-3</c:v>
                </c:pt>
                <c:pt idx="2252">
                  <c:v>6.4821170745382704E-3</c:v>
                </c:pt>
                <c:pt idx="2253">
                  <c:v>6.3841772035149284E-3</c:v>
                </c:pt>
                <c:pt idx="2254">
                  <c:v>6.2852439234991212E-3</c:v>
                </c:pt>
                <c:pt idx="2255">
                  <c:v>6.3518890601069623E-3</c:v>
                </c:pt>
                <c:pt idx="2256">
                  <c:v>5.8434720880660247E-3</c:v>
                </c:pt>
                <c:pt idx="2257">
                  <c:v>6.1424145728862381E-3</c:v>
                </c:pt>
                <c:pt idx="2258">
                  <c:v>5.8056575471707051E-3</c:v>
                </c:pt>
                <c:pt idx="2259">
                  <c:v>6.7596322954971986E-3</c:v>
                </c:pt>
                <c:pt idx="2260">
                  <c:v>6.844358644660372E-3</c:v>
                </c:pt>
                <c:pt idx="2261">
                  <c:v>6.9502497493795579E-3</c:v>
                </c:pt>
                <c:pt idx="2262">
                  <c:v>6.8358774733642642E-3</c:v>
                </c:pt>
                <c:pt idx="2263">
                  <c:v>7.1765530036470779E-3</c:v>
                </c:pt>
                <c:pt idx="2264">
                  <c:v>7.1283920521392928E-3</c:v>
                </c:pt>
                <c:pt idx="2265">
                  <c:v>7.2450488658383086E-3</c:v>
                </c:pt>
                <c:pt idx="2266">
                  <c:v>7.1053568295120269E-3</c:v>
                </c:pt>
                <c:pt idx="2267">
                  <c:v>7.1568344895688481E-3</c:v>
                </c:pt>
                <c:pt idx="2268">
                  <c:v>7.2132382549856874E-3</c:v>
                </c:pt>
                <c:pt idx="2269">
                  <c:v>7.4535268349860103E-3</c:v>
                </c:pt>
                <c:pt idx="2270">
                  <c:v>7.0690023354942483E-3</c:v>
                </c:pt>
                <c:pt idx="2271">
                  <c:v>7.0761946822070669E-3</c:v>
                </c:pt>
                <c:pt idx="2272">
                  <c:v>6.1690848735528291E-3</c:v>
                </c:pt>
                <c:pt idx="2273">
                  <c:v>6.2042417144748578E-3</c:v>
                </c:pt>
                <c:pt idx="2274">
                  <c:v>6.2008453025623423E-3</c:v>
                </c:pt>
                <c:pt idx="2275">
                  <c:v>6.3297864936335711E-3</c:v>
                </c:pt>
                <c:pt idx="2276">
                  <c:v>6.2494211411762198E-3</c:v>
                </c:pt>
                <c:pt idx="2277">
                  <c:v>6.3267890408001551E-3</c:v>
                </c:pt>
                <c:pt idx="2278">
                  <c:v>6.5540599389984633E-3</c:v>
                </c:pt>
                <c:pt idx="2279">
                  <c:v>7.0064240275147707E-3</c:v>
                </c:pt>
                <c:pt idx="2280">
                  <c:v>6.2534035208723386E-3</c:v>
                </c:pt>
                <c:pt idx="2281">
                  <c:v>6.2602061439183199E-3</c:v>
                </c:pt>
                <c:pt idx="2282">
                  <c:v>6.3239157838286333E-3</c:v>
                </c:pt>
                <c:pt idx="2283">
                  <c:v>6.5727927595730685E-3</c:v>
                </c:pt>
                <c:pt idx="2284">
                  <c:v>6.0259722723100114E-3</c:v>
                </c:pt>
                <c:pt idx="2285">
                  <c:v>6.0261688298729023E-3</c:v>
                </c:pt>
                <c:pt idx="2286">
                  <c:v>6.0033852280046637E-3</c:v>
                </c:pt>
                <c:pt idx="2287">
                  <c:v>6.2058066781785414E-3</c:v>
                </c:pt>
                <c:pt idx="2288">
                  <c:v>6.412225650147511E-3</c:v>
                </c:pt>
                <c:pt idx="2289">
                  <c:v>6.3760973256643625E-3</c:v>
                </c:pt>
                <c:pt idx="2290">
                  <c:v>6.1040516786453336E-3</c:v>
                </c:pt>
                <c:pt idx="2291">
                  <c:v>6.2308915330206724E-3</c:v>
                </c:pt>
                <c:pt idx="2292">
                  <c:v>6.2390862138222425E-3</c:v>
                </c:pt>
                <c:pt idx="2293">
                  <c:v>6.384974263968681E-3</c:v>
                </c:pt>
                <c:pt idx="2294">
                  <c:v>6.3252347465863378E-3</c:v>
                </c:pt>
                <c:pt idx="2295">
                  <c:v>7.1232627227554119E-3</c:v>
                </c:pt>
                <c:pt idx="2296">
                  <c:v>7.0108846991331041E-3</c:v>
                </c:pt>
                <c:pt idx="2297">
                  <c:v>7.0523872979559041E-3</c:v>
                </c:pt>
                <c:pt idx="2298">
                  <c:v>7.063502275639187E-3</c:v>
                </c:pt>
                <c:pt idx="2299">
                  <c:v>6.7404381605423239E-3</c:v>
                </c:pt>
                <c:pt idx="2300">
                  <c:v>6.633501413811845E-3</c:v>
                </c:pt>
                <c:pt idx="2301">
                  <c:v>6.5109618293191767E-3</c:v>
                </c:pt>
                <c:pt idx="2302">
                  <c:v>6.2772138646375545E-3</c:v>
                </c:pt>
                <c:pt idx="2303">
                  <c:v>6.1373593198988776E-3</c:v>
                </c:pt>
                <c:pt idx="2304">
                  <c:v>5.9058548291691468E-3</c:v>
                </c:pt>
                <c:pt idx="2305">
                  <c:v>6.8406293663640094E-3</c:v>
                </c:pt>
                <c:pt idx="2306">
                  <c:v>6.8510745135731098E-3</c:v>
                </c:pt>
                <c:pt idx="2307">
                  <c:v>6.7104045463267361E-3</c:v>
                </c:pt>
                <c:pt idx="2308">
                  <c:v>6.5256020465480329E-3</c:v>
                </c:pt>
                <c:pt idx="2309">
                  <c:v>6.4706328719963575E-3</c:v>
                </c:pt>
                <c:pt idx="2310">
                  <c:v>6.7988907816038486E-3</c:v>
                </c:pt>
                <c:pt idx="2311">
                  <c:v>6.7983533576168129E-3</c:v>
                </c:pt>
                <c:pt idx="2312">
                  <c:v>9.6602726977230019E-3</c:v>
                </c:pt>
                <c:pt idx="2313">
                  <c:v>1.6452577061345536E-2</c:v>
                </c:pt>
                <c:pt idx="2314">
                  <c:v>1.8044651116553397E-2</c:v>
                </c:pt>
                <c:pt idx="2315">
                  <c:v>1.812821234045724E-2</c:v>
                </c:pt>
                <c:pt idx="2316">
                  <c:v>1.8170949657105896E-2</c:v>
                </c:pt>
                <c:pt idx="2317">
                  <c:v>1.8191312816893145E-2</c:v>
                </c:pt>
                <c:pt idx="2318">
                  <c:v>1.8198910016208145E-2</c:v>
                </c:pt>
                <c:pt idx="2319">
                  <c:v>1.8189480909897509E-2</c:v>
                </c:pt>
                <c:pt idx="2320">
                  <c:v>1.8174840469860117E-2</c:v>
                </c:pt>
                <c:pt idx="2321">
                  <c:v>1.8114485641535505E-2</c:v>
                </c:pt>
                <c:pt idx="2322">
                  <c:v>1.8117509089788181E-2</c:v>
                </c:pt>
                <c:pt idx="2323">
                  <c:v>1.8140207434486421E-2</c:v>
                </c:pt>
                <c:pt idx="2324">
                  <c:v>1.813860764976195E-2</c:v>
                </c:pt>
                <c:pt idx="2325">
                  <c:v>1.8171480053585234E-2</c:v>
                </c:pt>
                <c:pt idx="2326">
                  <c:v>1.7871800685469678E-2</c:v>
                </c:pt>
                <c:pt idx="2327">
                  <c:v>1.792089021704079E-2</c:v>
                </c:pt>
                <c:pt idx="2328">
                  <c:v>1.7934891591969478E-2</c:v>
                </c:pt>
                <c:pt idx="2329">
                  <c:v>1.7946329719307447E-2</c:v>
                </c:pt>
                <c:pt idx="2330">
                  <c:v>1.7810706142258027E-2</c:v>
                </c:pt>
                <c:pt idx="2331">
                  <c:v>1.7590593129565769E-2</c:v>
                </c:pt>
                <c:pt idx="2332">
                  <c:v>1.7612194683941054E-2</c:v>
                </c:pt>
                <c:pt idx="2333">
                  <c:v>1.6332699090942329E-2</c:v>
                </c:pt>
                <c:pt idx="2334">
                  <c:v>8.3358922480541442E-3</c:v>
                </c:pt>
                <c:pt idx="2335">
                  <c:v>5.1997959755241069E-3</c:v>
                </c:pt>
                <c:pt idx="2336">
                  <c:v>5.1019758549356638E-3</c:v>
                </c:pt>
                <c:pt idx="2337">
                  <c:v>3.1981533158369421E-3</c:v>
                </c:pt>
                <c:pt idx="2338">
                  <c:v>3.4391629309777827E-3</c:v>
                </c:pt>
                <c:pt idx="2339">
                  <c:v>3.4575544183841718E-3</c:v>
                </c:pt>
                <c:pt idx="2340">
                  <c:v>3.6629549617755068E-3</c:v>
                </c:pt>
                <c:pt idx="2341">
                  <c:v>3.6658314078682288E-3</c:v>
                </c:pt>
                <c:pt idx="2342">
                  <c:v>3.6747878892342592E-3</c:v>
                </c:pt>
                <c:pt idx="2343">
                  <c:v>3.8433800945707076E-3</c:v>
                </c:pt>
                <c:pt idx="2344">
                  <c:v>4.7517859604100984E-3</c:v>
                </c:pt>
                <c:pt idx="2345">
                  <c:v>4.7940499379027996E-3</c:v>
                </c:pt>
                <c:pt idx="2346">
                  <c:v>4.7290103101374189E-3</c:v>
                </c:pt>
                <c:pt idx="2347">
                  <c:v>4.8348811575797184E-3</c:v>
                </c:pt>
                <c:pt idx="2348">
                  <c:v>4.6500484276592573E-3</c:v>
                </c:pt>
                <c:pt idx="2349">
                  <c:v>5.7679595856970182E-3</c:v>
                </c:pt>
                <c:pt idx="2350">
                  <c:v>5.6410293729430667E-3</c:v>
                </c:pt>
                <c:pt idx="2351">
                  <c:v>5.6029357113669322E-3</c:v>
                </c:pt>
                <c:pt idx="2352">
                  <c:v>5.5580328397018212E-3</c:v>
                </c:pt>
                <c:pt idx="2353">
                  <c:v>5.5344352272015335E-3</c:v>
                </c:pt>
                <c:pt idx="2354">
                  <c:v>6.1320843084442279E-3</c:v>
                </c:pt>
                <c:pt idx="2355">
                  <c:v>8.6026148257944968E-3</c:v>
                </c:pt>
                <c:pt idx="2356">
                  <c:v>8.6092490046318082E-3</c:v>
                </c:pt>
                <c:pt idx="2357">
                  <c:v>9.0883176198643268E-3</c:v>
                </c:pt>
                <c:pt idx="2358">
                  <c:v>9.1629198725042479E-3</c:v>
                </c:pt>
                <c:pt idx="2359">
                  <c:v>9.4188732761563507E-3</c:v>
                </c:pt>
                <c:pt idx="2360">
                  <c:v>9.4208848868856335E-3</c:v>
                </c:pt>
                <c:pt idx="2361">
                  <c:v>9.4350155239445437E-3</c:v>
                </c:pt>
                <c:pt idx="2362">
                  <c:v>9.3902461231379821E-3</c:v>
                </c:pt>
                <c:pt idx="2363">
                  <c:v>1.0116444089650267E-2</c:v>
                </c:pt>
                <c:pt idx="2364">
                  <c:v>9.9678180235032408E-3</c:v>
                </c:pt>
                <c:pt idx="2365">
                  <c:v>9.7346577254569938E-3</c:v>
                </c:pt>
                <c:pt idx="2366">
                  <c:v>9.7448948586246302E-3</c:v>
                </c:pt>
                <c:pt idx="2367">
                  <c:v>9.7391455881446192E-3</c:v>
                </c:pt>
                <c:pt idx="2368">
                  <c:v>9.7093714039593951E-3</c:v>
                </c:pt>
                <c:pt idx="2369">
                  <c:v>9.8145251293923277E-3</c:v>
                </c:pt>
                <c:pt idx="2370">
                  <c:v>9.0700365374197876E-3</c:v>
                </c:pt>
                <c:pt idx="2371">
                  <c:v>9.0720658385251753E-3</c:v>
                </c:pt>
                <c:pt idx="2372">
                  <c:v>9.1048108415645104E-3</c:v>
                </c:pt>
                <c:pt idx="2373">
                  <c:v>9.0976012025771793E-3</c:v>
                </c:pt>
                <c:pt idx="2374">
                  <c:v>9.0918592035823705E-3</c:v>
                </c:pt>
                <c:pt idx="2375">
                  <c:v>8.6503091658500075E-3</c:v>
                </c:pt>
                <c:pt idx="2376">
                  <c:v>5.9618282128656485E-3</c:v>
                </c:pt>
                <c:pt idx="2377">
                  <c:v>5.943350247898751E-3</c:v>
                </c:pt>
                <c:pt idx="2378">
                  <c:v>6.1730934914059621E-3</c:v>
                </c:pt>
                <c:pt idx="2379">
                  <c:v>5.868713338579243E-3</c:v>
                </c:pt>
                <c:pt idx="2380">
                  <c:v>5.5513403385817226E-3</c:v>
                </c:pt>
                <c:pt idx="2381">
                  <c:v>5.6990575750046806E-3</c:v>
                </c:pt>
                <c:pt idx="2382">
                  <c:v>6.4673909734379439E-3</c:v>
                </c:pt>
                <c:pt idx="2383">
                  <c:v>6.500419096069774E-3</c:v>
                </c:pt>
                <c:pt idx="2384">
                  <c:v>5.6440273773985233E-3</c:v>
                </c:pt>
                <c:pt idx="2385">
                  <c:v>5.643838262594905E-3</c:v>
                </c:pt>
                <c:pt idx="2386">
                  <c:v>5.6265208040119285E-3</c:v>
                </c:pt>
                <c:pt idx="2387">
                  <c:v>5.6153538032479742E-3</c:v>
                </c:pt>
                <c:pt idx="2388">
                  <c:v>6.3439463425319347E-3</c:v>
                </c:pt>
                <c:pt idx="2389">
                  <c:v>6.389741235376163E-3</c:v>
                </c:pt>
                <c:pt idx="2390">
                  <c:v>6.2785250385247867E-3</c:v>
                </c:pt>
                <c:pt idx="2391">
                  <c:v>6.2709361851494743E-3</c:v>
                </c:pt>
                <c:pt idx="2392">
                  <c:v>6.4172690379237186E-3</c:v>
                </c:pt>
                <c:pt idx="2393">
                  <c:v>6.4494233217368179E-3</c:v>
                </c:pt>
                <c:pt idx="2394">
                  <c:v>7.3177614325428608E-3</c:v>
                </c:pt>
                <c:pt idx="2395">
                  <c:v>7.3248886272327699E-3</c:v>
                </c:pt>
                <c:pt idx="2396">
                  <c:v>8.7844745181209476E-3</c:v>
                </c:pt>
                <c:pt idx="2397">
                  <c:v>8.9935476222918788E-3</c:v>
                </c:pt>
                <c:pt idx="2398">
                  <c:v>9.174817986687506E-3</c:v>
                </c:pt>
                <c:pt idx="2399">
                  <c:v>9.0278525156604929E-3</c:v>
                </c:pt>
                <c:pt idx="2400">
                  <c:v>9.0064927834041658E-3</c:v>
                </c:pt>
                <c:pt idx="2401">
                  <c:v>8.959111678546669E-3</c:v>
                </c:pt>
                <c:pt idx="2402">
                  <c:v>8.8959123383887048E-3</c:v>
                </c:pt>
                <c:pt idx="2403">
                  <c:v>7.9513267163523436E-3</c:v>
                </c:pt>
                <c:pt idx="2404">
                  <c:v>7.9665082673385425E-3</c:v>
                </c:pt>
                <c:pt idx="2405">
                  <c:v>7.9817456961032707E-3</c:v>
                </c:pt>
                <c:pt idx="2406">
                  <c:v>8.1555425774662224E-3</c:v>
                </c:pt>
                <c:pt idx="2407">
                  <c:v>8.240432003705089E-3</c:v>
                </c:pt>
                <c:pt idx="2408">
                  <c:v>8.2311100056445367E-3</c:v>
                </c:pt>
                <c:pt idx="2409">
                  <c:v>7.7256726038222494E-3</c:v>
                </c:pt>
                <c:pt idx="2410">
                  <c:v>7.4996401169885726E-3</c:v>
                </c:pt>
                <c:pt idx="2411">
                  <c:v>7.4777596830078504E-3</c:v>
                </c:pt>
                <c:pt idx="2412">
                  <c:v>7.483624124113044E-3</c:v>
                </c:pt>
                <c:pt idx="2413">
                  <c:v>7.3657970033491026E-3</c:v>
                </c:pt>
                <c:pt idx="2414">
                  <c:v>7.600693340953122E-3</c:v>
                </c:pt>
                <c:pt idx="2415">
                  <c:v>7.2018750016083254E-3</c:v>
                </c:pt>
                <c:pt idx="2416">
                  <c:v>7.2082166560073551E-3</c:v>
                </c:pt>
                <c:pt idx="2417">
                  <c:v>6.0323189157149553E-3</c:v>
                </c:pt>
                <c:pt idx="2418">
                  <c:v>6.2848613133324564E-3</c:v>
                </c:pt>
                <c:pt idx="2419">
                  <c:v>6.5219584576123426E-3</c:v>
                </c:pt>
                <c:pt idx="2420">
                  <c:v>6.7251213757589089E-3</c:v>
                </c:pt>
                <c:pt idx="2421">
                  <c:v>7.1156113039340507E-3</c:v>
                </c:pt>
                <c:pt idx="2422">
                  <c:v>7.0997018222484359E-3</c:v>
                </c:pt>
                <c:pt idx="2423">
                  <c:v>7.1055142074518849E-3</c:v>
                </c:pt>
                <c:pt idx="2424">
                  <c:v>7.1148594919835453E-3</c:v>
                </c:pt>
                <c:pt idx="2425">
                  <c:v>7.5219299599139566E-3</c:v>
                </c:pt>
                <c:pt idx="2426">
                  <c:v>7.5309154508103274E-3</c:v>
                </c:pt>
                <c:pt idx="2427">
                  <c:v>7.4043495253717844E-3</c:v>
                </c:pt>
                <c:pt idx="2428">
                  <c:v>7.3456449275637967E-3</c:v>
                </c:pt>
                <c:pt idx="2429">
                  <c:v>7.4135905379381205E-3</c:v>
                </c:pt>
                <c:pt idx="2430">
                  <c:v>9.0926272100357274E-3</c:v>
                </c:pt>
                <c:pt idx="2431">
                  <c:v>9.6077127399154059E-3</c:v>
                </c:pt>
                <c:pt idx="2432">
                  <c:v>9.6057397625814184E-3</c:v>
                </c:pt>
                <c:pt idx="2433">
                  <c:v>9.4289081955588657E-3</c:v>
                </c:pt>
                <c:pt idx="2434">
                  <c:v>9.8601329560349914E-3</c:v>
                </c:pt>
                <c:pt idx="2435">
                  <c:v>1.0011194594540669E-2</c:v>
                </c:pt>
                <c:pt idx="2436">
                  <c:v>1.0054267183239218E-2</c:v>
                </c:pt>
                <c:pt idx="2437">
                  <c:v>1.0099768739398288E-2</c:v>
                </c:pt>
                <c:pt idx="2438">
                  <c:v>1.0066997404433562E-2</c:v>
                </c:pt>
                <c:pt idx="2439">
                  <c:v>9.8017416289169889E-3</c:v>
                </c:pt>
                <c:pt idx="2440">
                  <c:v>9.656724951240982E-3</c:v>
                </c:pt>
                <c:pt idx="2441">
                  <c:v>9.3875735720022682E-3</c:v>
                </c:pt>
                <c:pt idx="2442">
                  <c:v>8.9840611684475751E-3</c:v>
                </c:pt>
                <c:pt idx="2443">
                  <c:v>8.9588893146729989E-3</c:v>
                </c:pt>
                <c:pt idx="2444">
                  <c:v>9.0161068412165628E-3</c:v>
                </c:pt>
                <c:pt idx="2445">
                  <c:v>8.775075462201359E-3</c:v>
                </c:pt>
                <c:pt idx="2446">
                  <c:v>8.1677168201720433E-3</c:v>
                </c:pt>
                <c:pt idx="2447">
                  <c:v>8.8369924839317611E-3</c:v>
                </c:pt>
                <c:pt idx="2448">
                  <c:v>8.9147660518149978E-3</c:v>
                </c:pt>
                <c:pt idx="2449">
                  <c:v>9.2671516259851677E-3</c:v>
                </c:pt>
                <c:pt idx="2450">
                  <c:v>9.7684205127690753E-3</c:v>
                </c:pt>
                <c:pt idx="2451">
                  <c:v>8.3445211770092446E-3</c:v>
                </c:pt>
                <c:pt idx="2452">
                  <c:v>7.7545761282405788E-3</c:v>
                </c:pt>
                <c:pt idx="2453">
                  <c:v>7.765228135157713E-3</c:v>
                </c:pt>
                <c:pt idx="2454">
                  <c:v>7.7490030067404814E-3</c:v>
                </c:pt>
                <c:pt idx="2455">
                  <c:v>7.2128318287788705E-3</c:v>
                </c:pt>
                <c:pt idx="2456">
                  <c:v>6.8735510694307037E-3</c:v>
                </c:pt>
                <c:pt idx="2457">
                  <c:v>6.7907794277246884E-3</c:v>
                </c:pt>
                <c:pt idx="2458">
                  <c:v>7.8641250195139664E-3</c:v>
                </c:pt>
                <c:pt idx="2459">
                  <c:v>8.0112039267173536E-3</c:v>
                </c:pt>
                <c:pt idx="2460">
                  <c:v>8.2799386502943086E-3</c:v>
                </c:pt>
                <c:pt idx="2461">
                  <c:v>8.382263715829244E-3</c:v>
                </c:pt>
                <c:pt idx="2462">
                  <c:v>8.3845412845395505E-3</c:v>
                </c:pt>
                <c:pt idx="2463">
                  <c:v>8.4479716419372797E-3</c:v>
                </c:pt>
                <c:pt idx="2464">
                  <c:v>8.4205962238401433E-3</c:v>
                </c:pt>
                <c:pt idx="2465">
                  <c:v>8.8438295995197785E-3</c:v>
                </c:pt>
                <c:pt idx="2466">
                  <c:v>8.5723584343329971E-3</c:v>
                </c:pt>
                <c:pt idx="2467">
                  <c:v>8.6302917921490373E-3</c:v>
                </c:pt>
                <c:pt idx="2468">
                  <c:v>8.4051878270149614E-3</c:v>
                </c:pt>
                <c:pt idx="2469">
                  <c:v>8.387216062716368E-3</c:v>
                </c:pt>
                <c:pt idx="2470">
                  <c:v>8.3416949636272129E-3</c:v>
                </c:pt>
                <c:pt idx="2471">
                  <c:v>8.2220905287136575E-3</c:v>
                </c:pt>
                <c:pt idx="2472">
                  <c:v>8.1605768518745892E-3</c:v>
                </c:pt>
                <c:pt idx="2473">
                  <c:v>8.1931531213339931E-3</c:v>
                </c:pt>
                <c:pt idx="2474">
                  <c:v>8.2215617509801969E-3</c:v>
                </c:pt>
                <c:pt idx="2475">
                  <c:v>8.4514093203752385E-3</c:v>
                </c:pt>
                <c:pt idx="2476">
                  <c:v>8.5221253387740732E-3</c:v>
                </c:pt>
                <c:pt idx="2477">
                  <c:v>8.8142340676568964E-3</c:v>
                </c:pt>
                <c:pt idx="2478">
                  <c:v>8.803418397804642E-3</c:v>
                </c:pt>
                <c:pt idx="2479">
                  <c:v>8.070575305932675E-3</c:v>
                </c:pt>
                <c:pt idx="2480">
                  <c:v>7.9413327775553436E-3</c:v>
                </c:pt>
                <c:pt idx="2481">
                  <c:v>7.2178179721527945E-3</c:v>
                </c:pt>
                <c:pt idx="2482">
                  <c:v>8.0420186594363334E-3</c:v>
                </c:pt>
                <c:pt idx="2483">
                  <c:v>8.0506503552018032E-3</c:v>
                </c:pt>
                <c:pt idx="2484">
                  <c:v>7.9505654670126661E-3</c:v>
                </c:pt>
                <c:pt idx="2485">
                  <c:v>7.9063137519474868E-3</c:v>
                </c:pt>
                <c:pt idx="2486">
                  <c:v>7.3572772858036062E-3</c:v>
                </c:pt>
                <c:pt idx="2487">
                  <c:v>7.908410746873807E-3</c:v>
                </c:pt>
                <c:pt idx="2488">
                  <c:v>7.9003014997489733E-3</c:v>
                </c:pt>
                <c:pt idx="2489">
                  <c:v>7.8302761684915703E-3</c:v>
                </c:pt>
                <c:pt idx="2490">
                  <c:v>7.8239517961697161E-3</c:v>
                </c:pt>
                <c:pt idx="2491">
                  <c:v>7.6891544885696996E-3</c:v>
                </c:pt>
                <c:pt idx="2492">
                  <c:v>7.0951099276174642E-3</c:v>
                </c:pt>
                <c:pt idx="2493">
                  <c:v>6.9700998709878075E-3</c:v>
                </c:pt>
                <c:pt idx="2494">
                  <c:v>6.9450170548861516E-3</c:v>
                </c:pt>
                <c:pt idx="2495">
                  <c:v>6.9525129856094822E-3</c:v>
                </c:pt>
                <c:pt idx="2496">
                  <c:v>6.8974705599291293E-3</c:v>
                </c:pt>
                <c:pt idx="2497">
                  <c:v>6.7528123958928068E-3</c:v>
                </c:pt>
                <c:pt idx="2498">
                  <c:v>6.3732607103654578E-3</c:v>
                </c:pt>
                <c:pt idx="2499">
                  <c:v>7.2962370355169268E-3</c:v>
                </c:pt>
                <c:pt idx="2500">
                  <c:v>6.6423876383637243E-3</c:v>
                </c:pt>
                <c:pt idx="2501">
                  <c:v>6.636415289257255E-3</c:v>
                </c:pt>
                <c:pt idx="2502">
                  <c:v>7.3142578056647738E-3</c:v>
                </c:pt>
                <c:pt idx="2503">
                  <c:v>6.5714240512174116E-3</c:v>
                </c:pt>
                <c:pt idx="2504">
                  <c:v>6.5986278909948362E-3</c:v>
                </c:pt>
                <c:pt idx="2505">
                  <c:v>6.6011727594282553E-3</c:v>
                </c:pt>
                <c:pt idx="2506">
                  <c:v>6.6592416282682497E-3</c:v>
                </c:pt>
                <c:pt idx="2507">
                  <c:v>6.5458478748521573E-3</c:v>
                </c:pt>
                <c:pt idx="2508">
                  <c:v>6.0190286966026402E-3</c:v>
                </c:pt>
                <c:pt idx="2509">
                  <c:v>6.1790878913948041E-3</c:v>
                </c:pt>
                <c:pt idx="2510">
                  <c:v>7.0501883276737204E-3</c:v>
                </c:pt>
                <c:pt idx="2511">
                  <c:v>7.0288699522717216E-3</c:v>
                </c:pt>
                <c:pt idx="2512">
                  <c:v>7.5284977709074996E-3</c:v>
                </c:pt>
                <c:pt idx="2513">
                  <c:v>7.6481787567779088E-3</c:v>
                </c:pt>
                <c:pt idx="2514">
                  <c:v>8.096385023450928E-3</c:v>
                </c:pt>
                <c:pt idx="2515">
                  <c:v>8.0819232606319964E-3</c:v>
                </c:pt>
                <c:pt idx="2516">
                  <c:v>8.2074278282118687E-3</c:v>
                </c:pt>
                <c:pt idx="2517">
                  <c:v>7.7416370225800403E-3</c:v>
                </c:pt>
              </c:numCache>
            </c:numRef>
          </c:val>
          <c:smooth val="1"/>
          <c:extLst>
            <c:ext xmlns:c16="http://schemas.microsoft.com/office/drawing/2014/chart" uri="{C3380CC4-5D6E-409C-BE32-E72D297353CC}">
              <c16:uniqueId val="{00000000-598F-9041-96C9-0D759121EF1A}"/>
            </c:ext>
          </c:extLst>
        </c:ser>
        <c:ser>
          <c:idx val="1"/>
          <c:order val="1"/>
          <c:tx>
            <c:strRef>
              <c:f>'[India-Databook.xlsx]Volatility Analysis'!$BO$5:$BO$26</c:f>
              <c:strCache>
                <c:ptCount val="22"/>
                <c:pt idx="0">
                  <c:v>NIFTY MIDCAP 100</c:v>
                </c:pt>
              </c:strCache>
            </c:strRef>
          </c:tx>
          <c:spPr>
            <a:ln w="12700" cap="rnd">
              <a:solidFill>
                <a:schemeClr val="accent2"/>
              </a:solidFill>
              <a:round/>
            </a:ln>
            <a:effectLst>
              <a:outerShdw blurRad="50800" dist="38100" dir="2700000" algn="tl" rotWithShape="0">
                <a:prstClr val="black">
                  <a:alpha val="40000"/>
                </a:prstClr>
              </a:outerShdw>
            </a:effectLst>
          </c:spPr>
          <c:marker>
            <c:symbol val="none"/>
          </c:marker>
          <c:cat>
            <c:numRef>
              <c:f>'[India-Databook.xlsx]Volatility Analysis'!$BM$27:$BM$2544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'[India-Databook.xlsx]Volatility Analysis'!$BO$27:$BO$2544</c:f>
              <c:numCache>
                <c:formatCode>0.00%</c:formatCode>
                <c:ptCount val="2518"/>
                <c:pt idx="0">
                  <c:v>9.2188502024835479E-3</c:v>
                </c:pt>
                <c:pt idx="1">
                  <c:v>9.0363897527614666E-3</c:v>
                </c:pt>
                <c:pt idx="2">
                  <c:v>9.2457518354922587E-3</c:v>
                </c:pt>
                <c:pt idx="3">
                  <c:v>9.310484605910576E-3</c:v>
                </c:pt>
                <c:pt idx="4">
                  <c:v>7.0089307914622664E-3</c:v>
                </c:pt>
                <c:pt idx="5">
                  <c:v>7.4199807429505427E-3</c:v>
                </c:pt>
                <c:pt idx="6">
                  <c:v>7.4957818480099097E-3</c:v>
                </c:pt>
                <c:pt idx="7">
                  <c:v>7.6463300351178286E-3</c:v>
                </c:pt>
                <c:pt idx="8">
                  <c:v>8.5296631047706208E-3</c:v>
                </c:pt>
                <c:pt idx="9">
                  <c:v>8.8605699103972164E-3</c:v>
                </c:pt>
                <c:pt idx="10">
                  <c:v>8.942869061677218E-3</c:v>
                </c:pt>
                <c:pt idx="11">
                  <c:v>8.5318012419293311E-3</c:v>
                </c:pt>
                <c:pt idx="12">
                  <c:v>8.5747452750294991E-3</c:v>
                </c:pt>
                <c:pt idx="13">
                  <c:v>8.5702888240999833E-3</c:v>
                </c:pt>
                <c:pt idx="14">
                  <c:v>8.5556993445081893E-3</c:v>
                </c:pt>
                <c:pt idx="15">
                  <c:v>8.8697113779716685E-3</c:v>
                </c:pt>
                <c:pt idx="16">
                  <c:v>8.9051311811424051E-3</c:v>
                </c:pt>
                <c:pt idx="17">
                  <c:v>8.8783256641229175E-3</c:v>
                </c:pt>
                <c:pt idx="18">
                  <c:v>8.9975572027292949E-3</c:v>
                </c:pt>
                <c:pt idx="19">
                  <c:v>1.0053347532972655E-2</c:v>
                </c:pt>
                <c:pt idx="20">
                  <c:v>1.0034205852381396E-2</c:v>
                </c:pt>
                <c:pt idx="21">
                  <c:v>1.0550894484358473E-2</c:v>
                </c:pt>
                <c:pt idx="22">
                  <c:v>1.0590359478424462E-2</c:v>
                </c:pt>
                <c:pt idx="23">
                  <c:v>1.0886262125239783E-2</c:v>
                </c:pt>
                <c:pt idx="24">
                  <c:v>1.0962771266209292E-2</c:v>
                </c:pt>
                <c:pt idx="25">
                  <c:v>1.0846853501573566E-2</c:v>
                </c:pt>
                <c:pt idx="26">
                  <c:v>1.0588319266083897E-2</c:v>
                </c:pt>
                <c:pt idx="27">
                  <c:v>9.8131690036783858E-3</c:v>
                </c:pt>
                <c:pt idx="28">
                  <c:v>1.019818223436951E-2</c:v>
                </c:pt>
                <c:pt idx="29">
                  <c:v>1.0151173410023379E-2</c:v>
                </c:pt>
                <c:pt idx="30">
                  <c:v>9.9019031495924253E-3</c:v>
                </c:pt>
                <c:pt idx="31">
                  <c:v>9.9705825583368789E-3</c:v>
                </c:pt>
                <c:pt idx="32">
                  <c:v>9.9593891045756423E-3</c:v>
                </c:pt>
                <c:pt idx="33">
                  <c:v>9.8802045140502313E-3</c:v>
                </c:pt>
                <c:pt idx="34">
                  <c:v>1.0382018325874551E-2</c:v>
                </c:pt>
                <c:pt idx="35">
                  <c:v>1.0506585022330893E-2</c:v>
                </c:pt>
                <c:pt idx="36">
                  <c:v>1.0328676556791663E-2</c:v>
                </c:pt>
                <c:pt idx="37">
                  <c:v>1.0314251650219737E-2</c:v>
                </c:pt>
                <c:pt idx="38">
                  <c:v>1.0480294968107484E-2</c:v>
                </c:pt>
                <c:pt idx="39">
                  <c:v>1.0188802452686408E-2</c:v>
                </c:pt>
                <c:pt idx="40">
                  <c:v>9.7081737682612416E-3</c:v>
                </c:pt>
                <c:pt idx="41">
                  <c:v>9.7777176853479243E-3</c:v>
                </c:pt>
                <c:pt idx="42">
                  <c:v>9.5004373958814895E-3</c:v>
                </c:pt>
                <c:pt idx="43">
                  <c:v>9.5657771509118396E-3</c:v>
                </c:pt>
                <c:pt idx="44">
                  <c:v>9.2764798806528482E-3</c:v>
                </c:pt>
                <c:pt idx="45">
                  <c:v>9.264057889277668E-3</c:v>
                </c:pt>
                <c:pt idx="46">
                  <c:v>8.7232785175293537E-3</c:v>
                </c:pt>
                <c:pt idx="47">
                  <c:v>8.8051767684629925E-3</c:v>
                </c:pt>
                <c:pt idx="48">
                  <c:v>8.7240021647085331E-3</c:v>
                </c:pt>
                <c:pt idx="49">
                  <c:v>8.34665672046098E-3</c:v>
                </c:pt>
                <c:pt idx="50">
                  <c:v>7.9072073040194341E-3</c:v>
                </c:pt>
                <c:pt idx="51">
                  <c:v>8.638707980321186E-3</c:v>
                </c:pt>
                <c:pt idx="52">
                  <c:v>9.9134087715449046E-3</c:v>
                </c:pt>
                <c:pt idx="53">
                  <c:v>9.9886942526461707E-3</c:v>
                </c:pt>
                <c:pt idx="54">
                  <c:v>1.0012528222688321E-2</c:v>
                </c:pt>
                <c:pt idx="55">
                  <c:v>9.522726826272386E-3</c:v>
                </c:pt>
                <c:pt idx="56">
                  <c:v>1.0134857995264635E-2</c:v>
                </c:pt>
                <c:pt idx="57">
                  <c:v>1.1200552514165662E-2</c:v>
                </c:pt>
                <c:pt idx="58">
                  <c:v>1.1905854602487933E-2</c:v>
                </c:pt>
                <c:pt idx="59">
                  <c:v>1.1845384073431676E-2</c:v>
                </c:pt>
                <c:pt idx="60">
                  <c:v>1.1869204667659309E-2</c:v>
                </c:pt>
                <c:pt idx="61">
                  <c:v>1.2257682312409826E-2</c:v>
                </c:pt>
                <c:pt idx="62">
                  <c:v>1.2253292809451279E-2</c:v>
                </c:pt>
                <c:pt idx="63">
                  <c:v>1.4120674760664692E-2</c:v>
                </c:pt>
                <c:pt idx="64">
                  <c:v>1.4317497365441377E-2</c:v>
                </c:pt>
                <c:pt idx="65">
                  <c:v>1.4784047623507657E-2</c:v>
                </c:pt>
                <c:pt idx="66">
                  <c:v>1.5391191069267545E-2</c:v>
                </c:pt>
                <c:pt idx="67">
                  <c:v>1.562731476098916E-2</c:v>
                </c:pt>
                <c:pt idx="68">
                  <c:v>1.6022969018429339E-2</c:v>
                </c:pt>
                <c:pt idx="69">
                  <c:v>1.6388320983828749E-2</c:v>
                </c:pt>
                <c:pt idx="70">
                  <c:v>1.6393345374723301E-2</c:v>
                </c:pt>
                <c:pt idx="71">
                  <c:v>1.6477391341336772E-2</c:v>
                </c:pt>
                <c:pt idx="72">
                  <c:v>1.6159241049847305E-2</c:v>
                </c:pt>
                <c:pt idx="73">
                  <c:v>1.5233040875985725E-2</c:v>
                </c:pt>
                <c:pt idx="74">
                  <c:v>1.5131676209514378E-2</c:v>
                </c:pt>
                <c:pt idx="75">
                  <c:v>1.5137280354536037E-2</c:v>
                </c:pt>
                <c:pt idx="76">
                  <c:v>1.5137707127742867E-2</c:v>
                </c:pt>
                <c:pt idx="77">
                  <c:v>1.4523114357755636E-2</c:v>
                </c:pt>
                <c:pt idx="78">
                  <c:v>1.3410294689503241E-2</c:v>
                </c:pt>
                <c:pt idx="79">
                  <c:v>1.310037040966709E-2</c:v>
                </c:pt>
                <c:pt idx="80">
                  <c:v>1.3233149229263526E-2</c:v>
                </c:pt>
                <c:pt idx="81">
                  <c:v>1.3237225616817692E-2</c:v>
                </c:pt>
                <c:pt idx="82">
                  <c:v>1.3478702941865383E-2</c:v>
                </c:pt>
                <c:pt idx="83">
                  <c:v>1.3825455630152956E-2</c:v>
                </c:pt>
                <c:pt idx="84">
                  <c:v>1.1447109235487092E-2</c:v>
                </c:pt>
                <c:pt idx="85">
                  <c:v>1.0556640066006781E-2</c:v>
                </c:pt>
                <c:pt idx="86">
                  <c:v>1.0548707592917862E-2</c:v>
                </c:pt>
                <c:pt idx="87">
                  <c:v>9.6253346002372602E-3</c:v>
                </c:pt>
                <c:pt idx="88">
                  <c:v>9.31313855702748E-3</c:v>
                </c:pt>
                <c:pt idx="89">
                  <c:v>9.3322120812960076E-3</c:v>
                </c:pt>
                <c:pt idx="90">
                  <c:v>8.6942824296851219E-3</c:v>
                </c:pt>
                <c:pt idx="91">
                  <c:v>8.6666951579957487E-3</c:v>
                </c:pt>
                <c:pt idx="92">
                  <c:v>8.485589019842317E-3</c:v>
                </c:pt>
                <c:pt idx="93">
                  <c:v>9.3162456741328666E-3</c:v>
                </c:pt>
                <c:pt idx="94">
                  <c:v>9.5061682945282115E-3</c:v>
                </c:pt>
                <c:pt idx="95">
                  <c:v>9.6536818880382982E-3</c:v>
                </c:pt>
                <c:pt idx="96">
                  <c:v>1.0251844062730929E-2</c:v>
                </c:pt>
                <c:pt idx="97">
                  <c:v>1.0277385853421663E-2</c:v>
                </c:pt>
                <c:pt idx="98">
                  <c:v>1.0491385727086572E-2</c:v>
                </c:pt>
                <c:pt idx="99">
                  <c:v>1.0616521302815516E-2</c:v>
                </c:pt>
                <c:pt idx="100">
                  <c:v>1.0570229166651365E-2</c:v>
                </c:pt>
                <c:pt idx="101">
                  <c:v>1.0785613436340975E-2</c:v>
                </c:pt>
                <c:pt idx="102">
                  <c:v>1.1122907665870423E-2</c:v>
                </c:pt>
                <c:pt idx="103">
                  <c:v>1.049514672438316E-2</c:v>
                </c:pt>
                <c:pt idx="104">
                  <c:v>9.8905530206034025E-3</c:v>
                </c:pt>
                <c:pt idx="105">
                  <c:v>9.9359534296435941E-3</c:v>
                </c:pt>
                <c:pt idx="106">
                  <c:v>1.0083734132930008E-2</c:v>
                </c:pt>
                <c:pt idx="107">
                  <c:v>9.2066301211406899E-3</c:v>
                </c:pt>
                <c:pt idx="108">
                  <c:v>9.7239263238860108E-3</c:v>
                </c:pt>
                <c:pt idx="109">
                  <c:v>9.6518406221158346E-3</c:v>
                </c:pt>
                <c:pt idx="110">
                  <c:v>8.6112772003840762E-3</c:v>
                </c:pt>
                <c:pt idx="111">
                  <c:v>8.8474526608617304E-3</c:v>
                </c:pt>
                <c:pt idx="112">
                  <c:v>8.8405329381792668E-3</c:v>
                </c:pt>
                <c:pt idx="113">
                  <c:v>8.8413209418160988E-3</c:v>
                </c:pt>
                <c:pt idx="114">
                  <c:v>8.6647751657239862E-3</c:v>
                </c:pt>
                <c:pt idx="115">
                  <c:v>8.6263762948558878E-3</c:v>
                </c:pt>
                <c:pt idx="116">
                  <c:v>8.5982213651949035E-3</c:v>
                </c:pt>
                <c:pt idx="117">
                  <c:v>9.1848759321930887E-3</c:v>
                </c:pt>
                <c:pt idx="118">
                  <c:v>9.3582444716731692E-3</c:v>
                </c:pt>
                <c:pt idx="119">
                  <c:v>8.96718718386285E-3</c:v>
                </c:pt>
                <c:pt idx="120">
                  <c:v>9.1670848034966067E-3</c:v>
                </c:pt>
                <c:pt idx="121">
                  <c:v>9.7115913339065225E-3</c:v>
                </c:pt>
                <c:pt idx="122">
                  <c:v>9.0418429203218513E-3</c:v>
                </c:pt>
                <c:pt idx="123">
                  <c:v>8.893943944897972E-3</c:v>
                </c:pt>
                <c:pt idx="124">
                  <c:v>8.5075524748515485E-3</c:v>
                </c:pt>
                <c:pt idx="125">
                  <c:v>8.6861115065166774E-3</c:v>
                </c:pt>
                <c:pt idx="126">
                  <c:v>8.7286238435513776E-3</c:v>
                </c:pt>
                <c:pt idx="127">
                  <c:v>8.9702665912147986E-3</c:v>
                </c:pt>
                <c:pt idx="128">
                  <c:v>9.064327974171775E-3</c:v>
                </c:pt>
                <c:pt idx="129">
                  <c:v>8.4556293970089978E-3</c:v>
                </c:pt>
                <c:pt idx="130">
                  <c:v>8.3881612824585443E-3</c:v>
                </c:pt>
                <c:pt idx="131">
                  <c:v>8.4073773986501673E-3</c:v>
                </c:pt>
                <c:pt idx="132">
                  <c:v>8.3220028236096113E-3</c:v>
                </c:pt>
                <c:pt idx="133">
                  <c:v>9.95572649975064E-3</c:v>
                </c:pt>
                <c:pt idx="134">
                  <c:v>9.9826030488040871E-3</c:v>
                </c:pt>
                <c:pt idx="135">
                  <c:v>1.0604516092414537E-2</c:v>
                </c:pt>
                <c:pt idx="136">
                  <c:v>1.0618517756716721E-2</c:v>
                </c:pt>
                <c:pt idx="137">
                  <c:v>1.0654137782017655E-2</c:v>
                </c:pt>
                <c:pt idx="138">
                  <c:v>9.8326010283713537E-3</c:v>
                </c:pt>
                <c:pt idx="139">
                  <c:v>1.0502854356959307E-2</c:v>
                </c:pt>
                <c:pt idx="140">
                  <c:v>1.0597913314977113E-2</c:v>
                </c:pt>
                <c:pt idx="141">
                  <c:v>2.1933040945777211E-2</c:v>
                </c:pt>
                <c:pt idx="142">
                  <c:v>2.239488203284171E-2</c:v>
                </c:pt>
                <c:pt idx="143">
                  <c:v>2.2387640318037399E-2</c:v>
                </c:pt>
                <c:pt idx="144">
                  <c:v>2.3199923291693424E-2</c:v>
                </c:pt>
                <c:pt idx="145">
                  <c:v>2.3116932245324094E-2</c:v>
                </c:pt>
                <c:pt idx="146">
                  <c:v>2.2934566833920336E-2</c:v>
                </c:pt>
                <c:pt idx="147">
                  <c:v>2.3172355381953207E-2</c:v>
                </c:pt>
                <c:pt idx="148">
                  <c:v>2.2811419256896056E-2</c:v>
                </c:pt>
                <c:pt idx="149">
                  <c:v>2.2891735699094366E-2</c:v>
                </c:pt>
                <c:pt idx="150">
                  <c:v>2.3204726280723606E-2</c:v>
                </c:pt>
                <c:pt idx="151">
                  <c:v>2.3459581172030695E-2</c:v>
                </c:pt>
                <c:pt idx="152">
                  <c:v>2.359682990028766E-2</c:v>
                </c:pt>
                <c:pt idx="153">
                  <c:v>2.4270882559860735E-2</c:v>
                </c:pt>
                <c:pt idx="154">
                  <c:v>2.3925701165757582E-2</c:v>
                </c:pt>
                <c:pt idx="155">
                  <c:v>2.3967071597060925E-2</c:v>
                </c:pt>
                <c:pt idx="156">
                  <c:v>2.3680680177126712E-2</c:v>
                </c:pt>
                <c:pt idx="157">
                  <c:v>2.3630991149002231E-2</c:v>
                </c:pt>
                <c:pt idx="158">
                  <c:v>2.3545566933904478E-2</c:v>
                </c:pt>
                <c:pt idx="159">
                  <c:v>2.3594072451566864E-2</c:v>
                </c:pt>
                <c:pt idx="160">
                  <c:v>2.3497895838396708E-2</c:v>
                </c:pt>
                <c:pt idx="161">
                  <c:v>2.3602375008061914E-2</c:v>
                </c:pt>
                <c:pt idx="162">
                  <c:v>1.370325211712246E-2</c:v>
                </c:pt>
                <c:pt idx="163">
                  <c:v>1.3005153929451988E-2</c:v>
                </c:pt>
                <c:pt idx="164">
                  <c:v>1.3004415307645867E-2</c:v>
                </c:pt>
                <c:pt idx="165">
                  <c:v>1.1403193087428329E-2</c:v>
                </c:pt>
                <c:pt idx="166">
                  <c:v>1.2231420739712281E-2</c:v>
                </c:pt>
                <c:pt idx="167">
                  <c:v>1.2175625996030896E-2</c:v>
                </c:pt>
                <c:pt idx="168">
                  <c:v>1.2044200452096651E-2</c:v>
                </c:pt>
                <c:pt idx="169">
                  <c:v>1.1981354240517253E-2</c:v>
                </c:pt>
                <c:pt idx="170">
                  <c:v>1.1807638790344835E-2</c:v>
                </c:pt>
                <c:pt idx="171">
                  <c:v>1.0658459936587773E-2</c:v>
                </c:pt>
                <c:pt idx="172">
                  <c:v>9.1526443295035891E-3</c:v>
                </c:pt>
                <c:pt idx="173">
                  <c:v>9.1786378299632716E-3</c:v>
                </c:pt>
                <c:pt idx="174">
                  <c:v>8.3182202132346134E-3</c:v>
                </c:pt>
                <c:pt idx="175">
                  <c:v>8.356102882617799E-3</c:v>
                </c:pt>
                <c:pt idx="176">
                  <c:v>8.3557899451644057E-3</c:v>
                </c:pt>
                <c:pt idx="177">
                  <c:v>7.9450616137406657E-3</c:v>
                </c:pt>
                <c:pt idx="178">
                  <c:v>7.7568727577183531E-3</c:v>
                </c:pt>
                <c:pt idx="179">
                  <c:v>7.449740757964801E-3</c:v>
                </c:pt>
                <c:pt idx="180">
                  <c:v>7.4990246381059639E-3</c:v>
                </c:pt>
                <c:pt idx="181">
                  <c:v>7.5485654040964899E-3</c:v>
                </c:pt>
                <c:pt idx="182">
                  <c:v>6.8270843880836405E-3</c:v>
                </c:pt>
                <c:pt idx="183">
                  <c:v>6.783223167234456E-3</c:v>
                </c:pt>
                <c:pt idx="184">
                  <c:v>6.9355837925854568E-3</c:v>
                </c:pt>
                <c:pt idx="185">
                  <c:v>6.9925976975396664E-3</c:v>
                </c:pt>
                <c:pt idx="186">
                  <c:v>7.0377565870600508E-3</c:v>
                </c:pt>
                <c:pt idx="187">
                  <c:v>5.8624953433833102E-3</c:v>
                </c:pt>
                <c:pt idx="188">
                  <c:v>5.9118856922214932E-3</c:v>
                </c:pt>
                <c:pt idx="189">
                  <c:v>3.7303057877289443E-3</c:v>
                </c:pt>
                <c:pt idx="190">
                  <c:v>4.7633856312057632E-3</c:v>
                </c:pt>
                <c:pt idx="191">
                  <c:v>4.8649609620009405E-3</c:v>
                </c:pt>
                <c:pt idx="192">
                  <c:v>4.9610645990766436E-3</c:v>
                </c:pt>
                <c:pt idx="193">
                  <c:v>6.1143540841227919E-3</c:v>
                </c:pt>
                <c:pt idx="194">
                  <c:v>6.683380725041598E-3</c:v>
                </c:pt>
                <c:pt idx="195">
                  <c:v>6.8582831643935081E-3</c:v>
                </c:pt>
                <c:pt idx="196">
                  <c:v>6.8625707615324197E-3</c:v>
                </c:pt>
                <c:pt idx="197">
                  <c:v>6.97922360961008E-3</c:v>
                </c:pt>
                <c:pt idx="198">
                  <c:v>6.9265466283516602E-3</c:v>
                </c:pt>
                <c:pt idx="199">
                  <c:v>7.0596759153287161E-3</c:v>
                </c:pt>
                <c:pt idx="200">
                  <c:v>7.2022807220800799E-3</c:v>
                </c:pt>
                <c:pt idx="201">
                  <c:v>7.2395617530307569E-3</c:v>
                </c:pt>
                <c:pt idx="202">
                  <c:v>7.2462038058008129E-3</c:v>
                </c:pt>
                <c:pt idx="203">
                  <c:v>7.2702820658271765E-3</c:v>
                </c:pt>
                <c:pt idx="204">
                  <c:v>7.322092996269171E-3</c:v>
                </c:pt>
                <c:pt idx="205">
                  <c:v>7.2828600247275338E-3</c:v>
                </c:pt>
                <c:pt idx="206">
                  <c:v>7.4483352151470178E-3</c:v>
                </c:pt>
                <c:pt idx="207">
                  <c:v>7.4330523042543759E-3</c:v>
                </c:pt>
                <c:pt idx="208">
                  <c:v>7.5212320219173413E-3</c:v>
                </c:pt>
                <c:pt idx="209">
                  <c:v>7.6350315389591035E-3</c:v>
                </c:pt>
                <c:pt idx="210">
                  <c:v>7.6333782713569834E-3</c:v>
                </c:pt>
                <c:pt idx="211">
                  <c:v>7.4092300320515239E-3</c:v>
                </c:pt>
                <c:pt idx="212">
                  <c:v>8.2529142732347838E-3</c:v>
                </c:pt>
                <c:pt idx="213">
                  <c:v>8.3857675824046043E-3</c:v>
                </c:pt>
                <c:pt idx="214">
                  <c:v>7.6773321672308683E-3</c:v>
                </c:pt>
                <c:pt idx="215">
                  <c:v>7.3437864384614552E-3</c:v>
                </c:pt>
                <c:pt idx="216">
                  <c:v>7.2395457541561785E-3</c:v>
                </c:pt>
                <c:pt idx="217">
                  <c:v>7.2875640538750492E-3</c:v>
                </c:pt>
                <c:pt idx="218">
                  <c:v>8.1124279851925163E-3</c:v>
                </c:pt>
                <c:pt idx="219">
                  <c:v>7.9972919035164736E-3</c:v>
                </c:pt>
                <c:pt idx="220">
                  <c:v>7.8941812993932516E-3</c:v>
                </c:pt>
                <c:pt idx="221">
                  <c:v>7.85612950715113E-3</c:v>
                </c:pt>
                <c:pt idx="222">
                  <c:v>7.8904881993675721E-3</c:v>
                </c:pt>
                <c:pt idx="223">
                  <c:v>7.9259156997258957E-3</c:v>
                </c:pt>
                <c:pt idx="224">
                  <c:v>7.892312870036328E-3</c:v>
                </c:pt>
                <c:pt idx="225">
                  <c:v>7.8721369431208991E-3</c:v>
                </c:pt>
                <c:pt idx="226">
                  <c:v>7.8722154589291118E-3</c:v>
                </c:pt>
                <c:pt idx="227">
                  <c:v>7.6836368785540869E-3</c:v>
                </c:pt>
                <c:pt idx="228">
                  <c:v>8.0183821751630361E-3</c:v>
                </c:pt>
                <c:pt idx="229">
                  <c:v>8.1441277507481522E-3</c:v>
                </c:pt>
                <c:pt idx="230">
                  <c:v>8.1271111943271787E-3</c:v>
                </c:pt>
                <c:pt idx="231">
                  <c:v>8.1582842514178206E-3</c:v>
                </c:pt>
                <c:pt idx="232">
                  <c:v>1.0034648889677741E-2</c:v>
                </c:pt>
                <c:pt idx="233">
                  <c:v>9.4348528679433011E-3</c:v>
                </c:pt>
                <c:pt idx="234">
                  <c:v>9.525541759188124E-3</c:v>
                </c:pt>
                <c:pt idx="235">
                  <c:v>9.5150954551707703E-3</c:v>
                </c:pt>
                <c:pt idx="236">
                  <c:v>9.6414637950486947E-3</c:v>
                </c:pt>
                <c:pt idx="237">
                  <c:v>9.9353120135608E-3</c:v>
                </c:pt>
                <c:pt idx="238">
                  <c:v>1.1534720709109549E-2</c:v>
                </c:pt>
                <c:pt idx="239">
                  <c:v>1.2460266723903105E-2</c:v>
                </c:pt>
                <c:pt idx="240">
                  <c:v>1.3103053482320087E-2</c:v>
                </c:pt>
                <c:pt idx="241">
                  <c:v>1.3219355608607746E-2</c:v>
                </c:pt>
                <c:pt idx="242">
                  <c:v>1.3218554399281428E-2</c:v>
                </c:pt>
                <c:pt idx="243">
                  <c:v>1.4271529066881235E-2</c:v>
                </c:pt>
                <c:pt idx="244">
                  <c:v>1.4263308690452753E-2</c:v>
                </c:pt>
                <c:pt idx="245">
                  <c:v>1.4346864008349667E-2</c:v>
                </c:pt>
                <c:pt idx="246">
                  <c:v>1.429435642706996E-2</c:v>
                </c:pt>
                <c:pt idx="247">
                  <c:v>1.4778091553623911E-2</c:v>
                </c:pt>
                <c:pt idx="248">
                  <c:v>1.4828214880216028E-2</c:v>
                </c:pt>
                <c:pt idx="249">
                  <c:v>1.4666663097999008E-2</c:v>
                </c:pt>
                <c:pt idx="250">
                  <c:v>1.4796059561884829E-2</c:v>
                </c:pt>
                <c:pt idx="251">
                  <c:v>1.4500691892753503E-2</c:v>
                </c:pt>
                <c:pt idx="252">
                  <c:v>1.5400964535860089E-2</c:v>
                </c:pt>
                <c:pt idx="253">
                  <c:v>1.4361083918369398E-2</c:v>
                </c:pt>
                <c:pt idx="254">
                  <c:v>1.4185756750300836E-2</c:v>
                </c:pt>
                <c:pt idx="255">
                  <c:v>1.425180006256249E-2</c:v>
                </c:pt>
                <c:pt idx="256">
                  <c:v>1.5925717483269597E-2</c:v>
                </c:pt>
                <c:pt idx="257">
                  <c:v>1.5941906423663561E-2</c:v>
                </c:pt>
                <c:pt idx="258">
                  <c:v>1.8426854619098737E-2</c:v>
                </c:pt>
                <c:pt idx="259">
                  <c:v>1.8225767971918352E-2</c:v>
                </c:pt>
                <c:pt idx="260">
                  <c:v>1.7127561814036667E-2</c:v>
                </c:pt>
                <c:pt idx="261">
                  <c:v>1.6889854573125453E-2</c:v>
                </c:pt>
                <c:pt idx="262">
                  <c:v>1.6457302489310363E-2</c:v>
                </c:pt>
                <c:pt idx="263">
                  <c:v>1.6489988323959134E-2</c:v>
                </c:pt>
                <c:pt idx="264">
                  <c:v>1.5975863904718793E-2</c:v>
                </c:pt>
                <c:pt idx="265">
                  <c:v>1.5961609950296506E-2</c:v>
                </c:pt>
                <c:pt idx="266">
                  <c:v>1.5958932502672322E-2</c:v>
                </c:pt>
                <c:pt idx="267">
                  <c:v>1.5957728867856236E-2</c:v>
                </c:pt>
                <c:pt idx="268">
                  <c:v>1.5586913275462784E-2</c:v>
                </c:pt>
                <c:pt idx="269">
                  <c:v>1.6769584222838849E-2</c:v>
                </c:pt>
                <c:pt idx="270">
                  <c:v>1.7269304923153657E-2</c:v>
                </c:pt>
                <c:pt idx="271">
                  <c:v>1.7113138936058668E-2</c:v>
                </c:pt>
                <c:pt idx="272">
                  <c:v>1.7209276735249034E-2</c:v>
                </c:pt>
                <c:pt idx="273">
                  <c:v>1.6709410947804461E-2</c:v>
                </c:pt>
                <c:pt idx="274">
                  <c:v>1.671374536663766E-2</c:v>
                </c:pt>
                <c:pt idx="275">
                  <c:v>1.6369504392139442E-2</c:v>
                </c:pt>
                <c:pt idx="276">
                  <c:v>1.614253460820024E-2</c:v>
                </c:pt>
                <c:pt idx="277">
                  <c:v>1.3598970764804376E-2</c:v>
                </c:pt>
                <c:pt idx="278">
                  <c:v>1.3527015121060136E-2</c:v>
                </c:pt>
                <c:pt idx="279">
                  <c:v>1.1072859285777727E-2</c:v>
                </c:pt>
                <c:pt idx="280">
                  <c:v>9.4126844666778467E-3</c:v>
                </c:pt>
                <c:pt idx="281">
                  <c:v>9.4117728524867484E-3</c:v>
                </c:pt>
                <c:pt idx="282">
                  <c:v>9.6123497764042092E-3</c:v>
                </c:pt>
                <c:pt idx="283">
                  <c:v>9.587131564259747E-3</c:v>
                </c:pt>
                <c:pt idx="284">
                  <c:v>9.5623202274791059E-3</c:v>
                </c:pt>
                <c:pt idx="285">
                  <c:v>9.7482710910682824E-3</c:v>
                </c:pt>
                <c:pt idx="286">
                  <c:v>9.5821125913119094E-3</c:v>
                </c:pt>
                <c:pt idx="287">
                  <c:v>9.8186590717676252E-3</c:v>
                </c:pt>
                <c:pt idx="288">
                  <c:v>9.7430861788446593E-3</c:v>
                </c:pt>
                <c:pt idx="289">
                  <c:v>9.7471677990369852E-3</c:v>
                </c:pt>
                <c:pt idx="290">
                  <c:v>8.5024713256800985E-3</c:v>
                </c:pt>
                <c:pt idx="291">
                  <c:v>8.6246316349029156E-3</c:v>
                </c:pt>
                <c:pt idx="292">
                  <c:v>8.6439607548921792E-3</c:v>
                </c:pt>
                <c:pt idx="293">
                  <c:v>8.6111109225810827E-3</c:v>
                </c:pt>
                <c:pt idx="294">
                  <c:v>8.6868268076537164E-3</c:v>
                </c:pt>
                <c:pt idx="295">
                  <c:v>8.8180918030355514E-3</c:v>
                </c:pt>
                <c:pt idx="296">
                  <c:v>8.7716822873483476E-3</c:v>
                </c:pt>
                <c:pt idx="297">
                  <c:v>8.9093708837219131E-3</c:v>
                </c:pt>
                <c:pt idx="298">
                  <c:v>9.0705145840197631E-3</c:v>
                </c:pt>
                <c:pt idx="299">
                  <c:v>8.7100110645239315E-3</c:v>
                </c:pt>
                <c:pt idx="300">
                  <c:v>8.8632672219200632E-3</c:v>
                </c:pt>
                <c:pt idx="301">
                  <c:v>8.8779149792667898E-3</c:v>
                </c:pt>
                <c:pt idx="302">
                  <c:v>9.007700033452944E-3</c:v>
                </c:pt>
                <c:pt idx="303">
                  <c:v>8.8098408824425507E-3</c:v>
                </c:pt>
                <c:pt idx="304">
                  <c:v>8.8104895301898065E-3</c:v>
                </c:pt>
                <c:pt idx="305">
                  <c:v>9.2798658954572778E-3</c:v>
                </c:pt>
                <c:pt idx="306">
                  <c:v>8.35249952178309E-3</c:v>
                </c:pt>
                <c:pt idx="307">
                  <c:v>8.262086534239382E-3</c:v>
                </c:pt>
                <c:pt idx="308">
                  <c:v>7.6898232684703702E-3</c:v>
                </c:pt>
                <c:pt idx="309">
                  <c:v>8.3427285649320098E-3</c:v>
                </c:pt>
                <c:pt idx="310">
                  <c:v>8.3280006938336558E-3</c:v>
                </c:pt>
                <c:pt idx="311">
                  <c:v>8.2970644556998978E-3</c:v>
                </c:pt>
                <c:pt idx="312">
                  <c:v>7.6884680683062343E-3</c:v>
                </c:pt>
                <c:pt idx="313">
                  <c:v>7.565143950136034E-3</c:v>
                </c:pt>
                <c:pt idx="314">
                  <c:v>7.4730819127941687E-3</c:v>
                </c:pt>
                <c:pt idx="315">
                  <c:v>7.4632374752617104E-3</c:v>
                </c:pt>
                <c:pt idx="316">
                  <c:v>7.3533689004750599E-3</c:v>
                </c:pt>
                <c:pt idx="317">
                  <c:v>7.215057708985559E-3</c:v>
                </c:pt>
                <c:pt idx="318">
                  <c:v>6.8323436430224212E-3</c:v>
                </c:pt>
                <c:pt idx="319">
                  <c:v>6.4240872435121377E-3</c:v>
                </c:pt>
                <c:pt idx="320">
                  <c:v>6.8274055161044178E-3</c:v>
                </c:pt>
                <c:pt idx="321">
                  <c:v>6.7769641461941019E-3</c:v>
                </c:pt>
                <c:pt idx="322">
                  <c:v>6.7844786069018101E-3</c:v>
                </c:pt>
                <c:pt idx="323">
                  <c:v>6.7609250837839972E-3</c:v>
                </c:pt>
                <c:pt idx="324">
                  <c:v>6.7804981114210081E-3</c:v>
                </c:pt>
                <c:pt idx="325">
                  <c:v>7.1567250669173658E-3</c:v>
                </c:pt>
                <c:pt idx="326">
                  <c:v>7.3285134893273504E-3</c:v>
                </c:pt>
                <c:pt idx="327">
                  <c:v>7.3820943051739222E-3</c:v>
                </c:pt>
                <c:pt idx="328">
                  <c:v>7.3221993014124321E-3</c:v>
                </c:pt>
                <c:pt idx="329">
                  <c:v>7.0562951244576367E-3</c:v>
                </c:pt>
                <c:pt idx="330">
                  <c:v>6.1988439697772011E-3</c:v>
                </c:pt>
                <c:pt idx="331">
                  <c:v>6.3757004305058937E-3</c:v>
                </c:pt>
                <c:pt idx="332">
                  <c:v>6.3676235860137239E-3</c:v>
                </c:pt>
                <c:pt idx="333">
                  <c:v>6.0536764005793397E-3</c:v>
                </c:pt>
                <c:pt idx="334">
                  <c:v>6.1347906346689955E-3</c:v>
                </c:pt>
                <c:pt idx="335">
                  <c:v>6.1869649224162299E-3</c:v>
                </c:pt>
                <c:pt idx="336">
                  <c:v>6.1380474638962875E-3</c:v>
                </c:pt>
                <c:pt idx="337">
                  <c:v>6.3268220650605804E-3</c:v>
                </c:pt>
                <c:pt idx="338">
                  <c:v>6.4288583019006772E-3</c:v>
                </c:pt>
                <c:pt idx="339">
                  <c:v>6.5489400026318458E-3</c:v>
                </c:pt>
                <c:pt idx="340">
                  <c:v>6.5451664633357021E-3</c:v>
                </c:pt>
                <c:pt idx="341">
                  <c:v>5.866991279739101E-3</c:v>
                </c:pt>
                <c:pt idx="342">
                  <c:v>5.7309661292012379E-3</c:v>
                </c:pt>
                <c:pt idx="343">
                  <c:v>5.6442431519971893E-3</c:v>
                </c:pt>
                <c:pt idx="344">
                  <c:v>5.4710653820557549E-3</c:v>
                </c:pt>
                <c:pt idx="345">
                  <c:v>5.2596506630341131E-3</c:v>
                </c:pt>
                <c:pt idx="346">
                  <c:v>5.7761518676049776E-3</c:v>
                </c:pt>
                <c:pt idx="347">
                  <c:v>5.458127172285364E-3</c:v>
                </c:pt>
                <c:pt idx="348">
                  <c:v>5.524616035460608E-3</c:v>
                </c:pt>
                <c:pt idx="349">
                  <c:v>6.0796603463037259E-3</c:v>
                </c:pt>
                <c:pt idx="350">
                  <c:v>6.3607431691882063E-3</c:v>
                </c:pt>
                <c:pt idx="351">
                  <c:v>6.6739612023049132E-3</c:v>
                </c:pt>
                <c:pt idx="352">
                  <c:v>6.5579974923051336E-3</c:v>
                </c:pt>
                <c:pt idx="353">
                  <c:v>6.5235687528867187E-3</c:v>
                </c:pt>
                <c:pt idx="354">
                  <c:v>6.5780305262520935E-3</c:v>
                </c:pt>
                <c:pt idx="355">
                  <c:v>6.5648563411325848E-3</c:v>
                </c:pt>
                <c:pt idx="356">
                  <c:v>6.8933078764614689E-3</c:v>
                </c:pt>
                <c:pt idx="357">
                  <c:v>6.7221367720695117E-3</c:v>
                </c:pt>
                <c:pt idx="358">
                  <c:v>6.5979332403018794E-3</c:v>
                </c:pt>
                <c:pt idx="359">
                  <c:v>6.598180359904237E-3</c:v>
                </c:pt>
                <c:pt idx="360">
                  <c:v>6.766562813834304E-3</c:v>
                </c:pt>
                <c:pt idx="361">
                  <c:v>6.9716469763108913E-3</c:v>
                </c:pt>
                <c:pt idx="362">
                  <c:v>6.9505420569298659E-3</c:v>
                </c:pt>
                <c:pt idx="363">
                  <c:v>7.1554269021244172E-3</c:v>
                </c:pt>
                <c:pt idx="364">
                  <c:v>7.3801100162176458E-3</c:v>
                </c:pt>
                <c:pt idx="365">
                  <c:v>7.4371984559830013E-3</c:v>
                </c:pt>
                <c:pt idx="366">
                  <c:v>7.5135656497638311E-3</c:v>
                </c:pt>
                <c:pt idx="367">
                  <c:v>6.625926538191395E-3</c:v>
                </c:pt>
                <c:pt idx="368">
                  <c:v>6.5460193045256809E-3</c:v>
                </c:pt>
                <c:pt idx="369">
                  <c:v>6.5637117381973E-3</c:v>
                </c:pt>
                <c:pt idx="370">
                  <c:v>6.2452863931751227E-3</c:v>
                </c:pt>
                <c:pt idx="371">
                  <c:v>6.1258433886314028E-3</c:v>
                </c:pt>
                <c:pt idx="372">
                  <c:v>6.3736518135610052E-3</c:v>
                </c:pt>
                <c:pt idx="373">
                  <c:v>7.4906926989612597E-3</c:v>
                </c:pt>
                <c:pt idx="374">
                  <c:v>7.5339574461511906E-3</c:v>
                </c:pt>
                <c:pt idx="375">
                  <c:v>8.0986118728624545E-3</c:v>
                </c:pt>
                <c:pt idx="376">
                  <c:v>8.0898448301163356E-3</c:v>
                </c:pt>
                <c:pt idx="377">
                  <c:v>7.7515924694781507E-3</c:v>
                </c:pt>
                <c:pt idx="378">
                  <c:v>8.2586471935478991E-3</c:v>
                </c:pt>
                <c:pt idx="379">
                  <c:v>8.0877096338113543E-3</c:v>
                </c:pt>
                <c:pt idx="380">
                  <c:v>8.0713264050272394E-3</c:v>
                </c:pt>
                <c:pt idx="381">
                  <c:v>7.9911217419961055E-3</c:v>
                </c:pt>
                <c:pt idx="382">
                  <c:v>7.8380068737880695E-3</c:v>
                </c:pt>
                <c:pt idx="383">
                  <c:v>7.9057406601500922E-3</c:v>
                </c:pt>
                <c:pt idx="384">
                  <c:v>7.7235065016858393E-3</c:v>
                </c:pt>
                <c:pt idx="385">
                  <c:v>7.8166851273365132E-3</c:v>
                </c:pt>
                <c:pt idx="386">
                  <c:v>7.7025874466355561E-3</c:v>
                </c:pt>
                <c:pt idx="387">
                  <c:v>7.6187356859514291E-3</c:v>
                </c:pt>
                <c:pt idx="388">
                  <c:v>7.7143919951674043E-3</c:v>
                </c:pt>
                <c:pt idx="389">
                  <c:v>7.7137654573310455E-3</c:v>
                </c:pt>
                <c:pt idx="390">
                  <c:v>7.6262749397085043E-3</c:v>
                </c:pt>
                <c:pt idx="391">
                  <c:v>7.7710032612310423E-3</c:v>
                </c:pt>
                <c:pt idx="392">
                  <c:v>7.6455101956643739E-3</c:v>
                </c:pt>
                <c:pt idx="393">
                  <c:v>7.4548839867459053E-3</c:v>
                </c:pt>
                <c:pt idx="394">
                  <c:v>6.1806778241412751E-3</c:v>
                </c:pt>
                <c:pt idx="395">
                  <c:v>6.6279626837128435E-3</c:v>
                </c:pt>
                <c:pt idx="396">
                  <c:v>5.9567493214333642E-3</c:v>
                </c:pt>
                <c:pt idx="397">
                  <c:v>6.007358661685302E-3</c:v>
                </c:pt>
                <c:pt idx="398">
                  <c:v>6.3920846596391056E-3</c:v>
                </c:pt>
                <c:pt idx="399">
                  <c:v>9.2125671294818502E-3</c:v>
                </c:pt>
                <c:pt idx="400">
                  <c:v>9.5119551035561124E-3</c:v>
                </c:pt>
                <c:pt idx="401">
                  <c:v>9.4872246808933424E-3</c:v>
                </c:pt>
                <c:pt idx="402">
                  <c:v>9.4742446109524082E-3</c:v>
                </c:pt>
                <c:pt idx="403">
                  <c:v>9.4740380312645506E-3</c:v>
                </c:pt>
                <c:pt idx="404">
                  <c:v>9.3927844192261915E-3</c:v>
                </c:pt>
                <c:pt idx="405">
                  <c:v>9.3271304692141184E-3</c:v>
                </c:pt>
                <c:pt idx="406">
                  <c:v>9.6580859005457684E-3</c:v>
                </c:pt>
                <c:pt idx="407">
                  <c:v>9.6226034343584628E-3</c:v>
                </c:pt>
                <c:pt idx="408">
                  <c:v>9.7016073053172829E-3</c:v>
                </c:pt>
                <c:pt idx="409">
                  <c:v>9.63934663943182E-3</c:v>
                </c:pt>
                <c:pt idx="410">
                  <c:v>9.7613582222621804E-3</c:v>
                </c:pt>
                <c:pt idx="411">
                  <c:v>1.3040154437682156E-2</c:v>
                </c:pt>
                <c:pt idx="412">
                  <c:v>1.3689780103543386E-2</c:v>
                </c:pt>
                <c:pt idx="413">
                  <c:v>1.4997554345153844E-2</c:v>
                </c:pt>
                <c:pt idx="414">
                  <c:v>1.4988062301073734E-2</c:v>
                </c:pt>
                <c:pt idx="415">
                  <c:v>1.4991192694630855E-2</c:v>
                </c:pt>
                <c:pt idx="416">
                  <c:v>1.4830185851855322E-2</c:v>
                </c:pt>
                <c:pt idx="417">
                  <c:v>1.4837723847343626E-2</c:v>
                </c:pt>
                <c:pt idx="418">
                  <c:v>1.4765302238565635E-2</c:v>
                </c:pt>
                <c:pt idx="419">
                  <c:v>1.4962386358488714E-2</c:v>
                </c:pt>
                <c:pt idx="420">
                  <c:v>1.3174570659442535E-2</c:v>
                </c:pt>
                <c:pt idx="421">
                  <c:v>1.3305875484533627E-2</c:v>
                </c:pt>
                <c:pt idx="422">
                  <c:v>1.3633023234110506E-2</c:v>
                </c:pt>
                <c:pt idx="423">
                  <c:v>1.3637498693896882E-2</c:v>
                </c:pt>
                <c:pt idx="424">
                  <c:v>1.3598743770611536E-2</c:v>
                </c:pt>
                <c:pt idx="425">
                  <c:v>1.3586802112884698E-2</c:v>
                </c:pt>
                <c:pt idx="426">
                  <c:v>1.3641745534533267E-2</c:v>
                </c:pt>
                <c:pt idx="427">
                  <c:v>1.3317951124472266E-2</c:v>
                </c:pt>
                <c:pt idx="428">
                  <c:v>1.3642624892685081E-2</c:v>
                </c:pt>
                <c:pt idx="429">
                  <c:v>1.3768581826357824E-2</c:v>
                </c:pt>
                <c:pt idx="430">
                  <c:v>1.4055841620514438E-2</c:v>
                </c:pt>
                <c:pt idx="431">
                  <c:v>1.3973653689365383E-2</c:v>
                </c:pt>
                <c:pt idx="432">
                  <c:v>1.0798429085905031E-2</c:v>
                </c:pt>
                <c:pt idx="433">
                  <c:v>1.1124721848391602E-2</c:v>
                </c:pt>
                <c:pt idx="434">
                  <c:v>9.4140787461869744E-3</c:v>
                </c:pt>
                <c:pt idx="435">
                  <c:v>9.5962947825373127E-3</c:v>
                </c:pt>
                <c:pt idx="436">
                  <c:v>9.8496332640547208E-3</c:v>
                </c:pt>
                <c:pt idx="437">
                  <c:v>9.874910048334894E-3</c:v>
                </c:pt>
                <c:pt idx="438">
                  <c:v>1.0665484707608575E-2</c:v>
                </c:pt>
                <c:pt idx="439">
                  <c:v>1.1759246157420526E-2</c:v>
                </c:pt>
                <c:pt idx="440">
                  <c:v>1.3605162275293984E-2</c:v>
                </c:pt>
                <c:pt idx="441">
                  <c:v>1.5308318747216651E-2</c:v>
                </c:pt>
                <c:pt idx="442">
                  <c:v>1.5259726891827655E-2</c:v>
                </c:pt>
                <c:pt idx="443">
                  <c:v>1.4647359476210936E-2</c:v>
                </c:pt>
                <c:pt idx="444">
                  <c:v>1.4790490955435578E-2</c:v>
                </c:pt>
                <c:pt idx="445">
                  <c:v>1.5493147349866983E-2</c:v>
                </c:pt>
                <c:pt idx="446">
                  <c:v>1.5997544429879745E-2</c:v>
                </c:pt>
                <c:pt idx="447">
                  <c:v>1.6469135031346491E-2</c:v>
                </c:pt>
                <c:pt idx="448">
                  <c:v>1.6462139651915671E-2</c:v>
                </c:pt>
                <c:pt idx="449">
                  <c:v>1.6955570012385277E-2</c:v>
                </c:pt>
                <c:pt idx="450">
                  <c:v>1.7034556673152852E-2</c:v>
                </c:pt>
                <c:pt idx="451">
                  <c:v>1.6738963048875625E-2</c:v>
                </c:pt>
                <c:pt idx="452">
                  <c:v>1.7078837684856539E-2</c:v>
                </c:pt>
                <c:pt idx="453">
                  <c:v>1.7161629705134494E-2</c:v>
                </c:pt>
                <c:pt idx="454">
                  <c:v>1.6881744381728635E-2</c:v>
                </c:pt>
                <c:pt idx="455">
                  <c:v>1.6902574005699986E-2</c:v>
                </c:pt>
                <c:pt idx="456">
                  <c:v>1.6732917661184978E-2</c:v>
                </c:pt>
                <c:pt idx="457">
                  <c:v>1.6506270323741332E-2</c:v>
                </c:pt>
                <c:pt idx="458">
                  <c:v>1.6923547677389739E-2</c:v>
                </c:pt>
                <c:pt idx="459">
                  <c:v>1.6430664592959589E-2</c:v>
                </c:pt>
                <c:pt idx="460">
                  <c:v>1.5893989881752116E-2</c:v>
                </c:pt>
                <c:pt idx="461">
                  <c:v>1.4000300086236416E-2</c:v>
                </c:pt>
                <c:pt idx="462">
                  <c:v>1.1299170840402281E-2</c:v>
                </c:pt>
                <c:pt idx="463">
                  <c:v>1.1308002254564022E-2</c:v>
                </c:pt>
                <c:pt idx="464">
                  <c:v>1.1364987860324251E-2</c:v>
                </c:pt>
                <c:pt idx="465">
                  <c:v>1.1407943109718722E-2</c:v>
                </c:pt>
                <c:pt idx="466">
                  <c:v>9.9353757910556895E-3</c:v>
                </c:pt>
                <c:pt idx="467">
                  <c:v>9.4474943948281362E-3</c:v>
                </c:pt>
                <c:pt idx="468">
                  <c:v>9.6132762409247563E-3</c:v>
                </c:pt>
                <c:pt idx="469">
                  <c:v>9.641186225309805E-3</c:v>
                </c:pt>
                <c:pt idx="470">
                  <c:v>1.0007288692263836E-2</c:v>
                </c:pt>
                <c:pt idx="471">
                  <c:v>1.0570702745436845E-2</c:v>
                </c:pt>
                <c:pt idx="472">
                  <c:v>1.0538233417453805E-2</c:v>
                </c:pt>
                <c:pt idx="473">
                  <c:v>1.0594539010505076E-2</c:v>
                </c:pt>
                <c:pt idx="474">
                  <c:v>1.0548429698575418E-2</c:v>
                </c:pt>
                <c:pt idx="475">
                  <c:v>1.0328583881585383E-2</c:v>
                </c:pt>
                <c:pt idx="476">
                  <c:v>1.0412841354707839E-2</c:v>
                </c:pt>
                <c:pt idx="477">
                  <c:v>1.0406325708576943E-2</c:v>
                </c:pt>
                <c:pt idx="478">
                  <c:v>1.0743297580917526E-2</c:v>
                </c:pt>
                <c:pt idx="479">
                  <c:v>1.0216799070959789E-2</c:v>
                </c:pt>
                <c:pt idx="480">
                  <c:v>1.0143368733462797E-2</c:v>
                </c:pt>
                <c:pt idx="481">
                  <c:v>9.9216097374060109E-3</c:v>
                </c:pt>
                <c:pt idx="482">
                  <c:v>1.015794700309983E-2</c:v>
                </c:pt>
                <c:pt idx="483">
                  <c:v>1.0008115492717172E-2</c:v>
                </c:pt>
                <c:pt idx="484">
                  <c:v>1.0014552660599059E-2</c:v>
                </c:pt>
                <c:pt idx="485">
                  <c:v>9.93800921071448E-3</c:v>
                </c:pt>
                <c:pt idx="486">
                  <c:v>9.8102070765334736E-3</c:v>
                </c:pt>
                <c:pt idx="487">
                  <c:v>9.0817950245829695E-3</c:v>
                </c:pt>
                <c:pt idx="488">
                  <c:v>9.058181218157723E-3</c:v>
                </c:pt>
                <c:pt idx="489">
                  <c:v>9.2655942847645143E-3</c:v>
                </c:pt>
                <c:pt idx="490">
                  <c:v>9.1149879249742913E-3</c:v>
                </c:pt>
                <c:pt idx="491">
                  <c:v>6.9598307571558417E-3</c:v>
                </c:pt>
                <c:pt idx="492">
                  <c:v>6.7075421227809559E-3</c:v>
                </c:pt>
                <c:pt idx="493">
                  <c:v>6.7529561774885621E-3</c:v>
                </c:pt>
                <c:pt idx="494">
                  <c:v>6.4918490953739492E-3</c:v>
                </c:pt>
                <c:pt idx="495">
                  <c:v>7.6305849818444583E-3</c:v>
                </c:pt>
                <c:pt idx="496">
                  <c:v>8.3902375053550721E-3</c:v>
                </c:pt>
                <c:pt idx="497">
                  <c:v>8.343679768647588E-3</c:v>
                </c:pt>
                <c:pt idx="498">
                  <c:v>8.568991686601404E-3</c:v>
                </c:pt>
                <c:pt idx="499">
                  <c:v>8.3828038712754575E-3</c:v>
                </c:pt>
                <c:pt idx="500">
                  <c:v>8.5046079548784879E-3</c:v>
                </c:pt>
                <c:pt idx="501">
                  <c:v>8.4844055322866457E-3</c:v>
                </c:pt>
                <c:pt idx="502">
                  <c:v>8.4488083629080998E-3</c:v>
                </c:pt>
                <c:pt idx="503">
                  <c:v>8.3159432399392899E-3</c:v>
                </c:pt>
                <c:pt idx="504">
                  <c:v>8.5569064486713219E-3</c:v>
                </c:pt>
                <c:pt idx="505">
                  <c:v>8.5963824811981591E-3</c:v>
                </c:pt>
                <c:pt idx="506">
                  <c:v>9.5212893331507037E-3</c:v>
                </c:pt>
                <c:pt idx="507">
                  <c:v>1.0033276192977118E-2</c:v>
                </c:pt>
                <c:pt idx="508">
                  <c:v>1.0018631033959452E-2</c:v>
                </c:pt>
                <c:pt idx="509">
                  <c:v>1.0193160809616686E-2</c:v>
                </c:pt>
                <c:pt idx="510">
                  <c:v>9.1805283611728471E-3</c:v>
                </c:pt>
                <c:pt idx="511">
                  <c:v>9.4382626333970199E-3</c:v>
                </c:pt>
                <c:pt idx="512">
                  <c:v>9.3500067727867626E-3</c:v>
                </c:pt>
                <c:pt idx="513">
                  <c:v>9.1819426720469634E-3</c:v>
                </c:pt>
                <c:pt idx="514">
                  <c:v>9.1205158337439741E-3</c:v>
                </c:pt>
                <c:pt idx="515">
                  <c:v>9.1020047762296417E-3</c:v>
                </c:pt>
                <c:pt idx="516">
                  <c:v>9.1715546359276787E-3</c:v>
                </c:pt>
                <c:pt idx="517">
                  <c:v>8.2637126874579806E-3</c:v>
                </c:pt>
                <c:pt idx="518">
                  <c:v>8.2480798967523115E-3</c:v>
                </c:pt>
                <c:pt idx="519">
                  <c:v>7.8626802695783028E-3</c:v>
                </c:pt>
                <c:pt idx="520">
                  <c:v>7.8489634766148609E-3</c:v>
                </c:pt>
                <c:pt idx="521">
                  <c:v>7.7855358019095168E-3</c:v>
                </c:pt>
                <c:pt idx="522">
                  <c:v>7.7653045588814843E-3</c:v>
                </c:pt>
                <c:pt idx="523">
                  <c:v>8.3195033422725911E-3</c:v>
                </c:pt>
                <c:pt idx="524">
                  <c:v>8.4604706530430566E-3</c:v>
                </c:pt>
                <c:pt idx="525">
                  <c:v>8.7035212541299572E-3</c:v>
                </c:pt>
                <c:pt idx="526">
                  <c:v>8.6482733830668384E-3</c:v>
                </c:pt>
                <c:pt idx="527">
                  <c:v>7.5499972702389798E-3</c:v>
                </c:pt>
                <c:pt idx="528">
                  <c:v>6.9918969327172498E-3</c:v>
                </c:pt>
                <c:pt idx="529">
                  <c:v>7.6472931429370028E-3</c:v>
                </c:pt>
                <c:pt idx="530">
                  <c:v>7.589450670980628E-3</c:v>
                </c:pt>
                <c:pt idx="531">
                  <c:v>7.5166943165167043E-3</c:v>
                </c:pt>
                <c:pt idx="532">
                  <c:v>7.3381841386981079E-3</c:v>
                </c:pt>
                <c:pt idx="533">
                  <c:v>7.3969975673107858E-3</c:v>
                </c:pt>
                <c:pt idx="534">
                  <c:v>7.3969303333564686E-3</c:v>
                </c:pt>
                <c:pt idx="535">
                  <c:v>7.3358744320225341E-3</c:v>
                </c:pt>
                <c:pt idx="536">
                  <c:v>7.3620121490991768E-3</c:v>
                </c:pt>
                <c:pt idx="537">
                  <c:v>6.3481465517242911E-3</c:v>
                </c:pt>
                <c:pt idx="538">
                  <c:v>6.4243121115988957E-3</c:v>
                </c:pt>
                <c:pt idx="539">
                  <c:v>6.4169104463823604E-3</c:v>
                </c:pt>
                <c:pt idx="540">
                  <c:v>6.5722222793506866E-3</c:v>
                </c:pt>
                <c:pt idx="541">
                  <c:v>6.2354994052318631E-3</c:v>
                </c:pt>
                <c:pt idx="542">
                  <c:v>6.4821423314473806E-3</c:v>
                </c:pt>
                <c:pt idx="543">
                  <c:v>6.6869788281326281E-3</c:v>
                </c:pt>
                <c:pt idx="544">
                  <c:v>6.3368317137812193E-3</c:v>
                </c:pt>
                <c:pt idx="545">
                  <c:v>6.2290601262391197E-3</c:v>
                </c:pt>
                <c:pt idx="546">
                  <c:v>6.0150655908622463E-3</c:v>
                </c:pt>
                <c:pt idx="547">
                  <c:v>6.1211289853410336E-3</c:v>
                </c:pt>
                <c:pt idx="548">
                  <c:v>6.3049192513962449E-3</c:v>
                </c:pt>
                <c:pt idx="549">
                  <c:v>6.2429688908953859E-3</c:v>
                </c:pt>
                <c:pt idx="550">
                  <c:v>5.3309784332998102E-3</c:v>
                </c:pt>
                <c:pt idx="551">
                  <c:v>5.230350763510379E-3</c:v>
                </c:pt>
                <c:pt idx="552">
                  <c:v>5.3591551427274158E-3</c:v>
                </c:pt>
                <c:pt idx="553">
                  <c:v>5.3732838497812718E-3</c:v>
                </c:pt>
                <c:pt idx="554">
                  <c:v>5.3311021369391162E-3</c:v>
                </c:pt>
                <c:pt idx="555">
                  <c:v>5.3490546937665544E-3</c:v>
                </c:pt>
                <c:pt idx="556">
                  <c:v>5.5327678959183352E-3</c:v>
                </c:pt>
                <c:pt idx="557">
                  <c:v>5.5453926380085571E-3</c:v>
                </c:pt>
                <c:pt idx="558">
                  <c:v>6.0535668447294034E-3</c:v>
                </c:pt>
                <c:pt idx="559">
                  <c:v>5.9935518195813869E-3</c:v>
                </c:pt>
                <c:pt idx="560">
                  <c:v>6.0193360862701032E-3</c:v>
                </c:pt>
                <c:pt idx="561">
                  <c:v>5.8894099619369988E-3</c:v>
                </c:pt>
                <c:pt idx="562">
                  <c:v>5.8977324880060107E-3</c:v>
                </c:pt>
                <c:pt idx="563">
                  <c:v>5.6746200927685194E-3</c:v>
                </c:pt>
                <c:pt idx="564">
                  <c:v>5.6452681144563985E-3</c:v>
                </c:pt>
                <c:pt idx="565">
                  <c:v>5.5696221608912168E-3</c:v>
                </c:pt>
                <c:pt idx="566">
                  <c:v>5.6569792467494476E-3</c:v>
                </c:pt>
                <c:pt idx="567">
                  <c:v>7.6497282067428231E-3</c:v>
                </c:pt>
                <c:pt idx="568">
                  <c:v>7.697792610552201E-3</c:v>
                </c:pt>
                <c:pt idx="569">
                  <c:v>7.8737485903311363E-3</c:v>
                </c:pt>
                <c:pt idx="570">
                  <c:v>8.6585839631194879E-3</c:v>
                </c:pt>
                <c:pt idx="571">
                  <c:v>9.200091070591554E-3</c:v>
                </c:pt>
                <c:pt idx="572">
                  <c:v>9.5139443175410957E-3</c:v>
                </c:pt>
                <c:pt idx="573">
                  <c:v>1.0116580653006963E-2</c:v>
                </c:pt>
                <c:pt idx="574">
                  <c:v>1.0961466345402762E-2</c:v>
                </c:pt>
                <c:pt idx="575">
                  <c:v>1.1235578108013964E-2</c:v>
                </c:pt>
                <c:pt idx="576">
                  <c:v>1.1235203039983441E-2</c:v>
                </c:pt>
                <c:pt idx="577">
                  <c:v>1.1358063968877372E-2</c:v>
                </c:pt>
                <c:pt idx="578">
                  <c:v>1.1467777380007451E-2</c:v>
                </c:pt>
                <c:pt idx="579">
                  <c:v>1.1327641762748406E-2</c:v>
                </c:pt>
                <c:pt idx="580">
                  <c:v>1.1259777294065227E-2</c:v>
                </c:pt>
                <c:pt idx="581">
                  <c:v>1.131459758812323E-2</c:v>
                </c:pt>
                <c:pt idx="582">
                  <c:v>1.1249413930497925E-2</c:v>
                </c:pt>
                <c:pt idx="583">
                  <c:v>1.132687223739267E-2</c:v>
                </c:pt>
                <c:pt idx="584">
                  <c:v>1.1321954779741039E-2</c:v>
                </c:pt>
                <c:pt idx="585">
                  <c:v>1.1093315391255517E-2</c:v>
                </c:pt>
                <c:pt idx="586">
                  <c:v>1.1040929440892291E-2</c:v>
                </c:pt>
                <c:pt idx="587">
                  <c:v>1.1076753210472285E-2</c:v>
                </c:pt>
                <c:pt idx="588">
                  <c:v>9.9120549655124287E-3</c:v>
                </c:pt>
                <c:pt idx="589">
                  <c:v>9.8166491932344807E-3</c:v>
                </c:pt>
                <c:pt idx="590">
                  <c:v>9.4626521941462236E-3</c:v>
                </c:pt>
                <c:pt idx="591">
                  <c:v>8.5675904090019087E-3</c:v>
                </c:pt>
                <c:pt idx="592">
                  <c:v>7.6948432564305606E-3</c:v>
                </c:pt>
                <c:pt idx="593">
                  <c:v>7.8943577927916078E-3</c:v>
                </c:pt>
                <c:pt idx="594">
                  <c:v>7.8725108901048658E-3</c:v>
                </c:pt>
                <c:pt idx="595">
                  <c:v>6.4140395636749E-3</c:v>
                </c:pt>
                <c:pt idx="596">
                  <c:v>6.060903055594446E-3</c:v>
                </c:pt>
                <c:pt idx="597">
                  <c:v>6.1432180478359676E-3</c:v>
                </c:pt>
                <c:pt idx="598">
                  <c:v>6.3559040171363131E-3</c:v>
                </c:pt>
                <c:pt idx="599">
                  <c:v>6.1202953267249843E-3</c:v>
                </c:pt>
                <c:pt idx="600">
                  <c:v>6.445398662309176E-3</c:v>
                </c:pt>
                <c:pt idx="601">
                  <c:v>6.3088106341083481E-3</c:v>
                </c:pt>
                <c:pt idx="602">
                  <c:v>6.1619087431642305E-3</c:v>
                </c:pt>
                <c:pt idx="603">
                  <c:v>6.3837548260159581E-3</c:v>
                </c:pt>
                <c:pt idx="604">
                  <c:v>6.643757972582911E-3</c:v>
                </c:pt>
                <c:pt idx="605">
                  <c:v>6.6054419986048864E-3</c:v>
                </c:pt>
                <c:pt idx="606">
                  <c:v>6.6174974824047298E-3</c:v>
                </c:pt>
                <c:pt idx="607">
                  <c:v>6.6082572360905553E-3</c:v>
                </c:pt>
                <c:pt idx="608">
                  <c:v>6.5959100344277098E-3</c:v>
                </c:pt>
                <c:pt idx="609">
                  <c:v>6.7246468045475882E-3</c:v>
                </c:pt>
                <c:pt idx="610">
                  <c:v>6.8617969752481555E-3</c:v>
                </c:pt>
                <c:pt idx="611">
                  <c:v>6.9120044597739544E-3</c:v>
                </c:pt>
                <c:pt idx="612">
                  <c:v>6.9267366467096825E-3</c:v>
                </c:pt>
                <c:pt idx="613">
                  <c:v>6.6706922889606425E-3</c:v>
                </c:pt>
                <c:pt idx="614">
                  <c:v>5.935327352528736E-3</c:v>
                </c:pt>
                <c:pt idx="615">
                  <c:v>4.8637802915813162E-3</c:v>
                </c:pt>
                <c:pt idx="616">
                  <c:v>4.9942136677006361E-3</c:v>
                </c:pt>
                <c:pt idx="617">
                  <c:v>5.0077252891290213E-3</c:v>
                </c:pt>
                <c:pt idx="618">
                  <c:v>4.8746375903463944E-3</c:v>
                </c:pt>
                <c:pt idx="619">
                  <c:v>4.5577290547528749E-3</c:v>
                </c:pt>
                <c:pt idx="620">
                  <c:v>4.4916826449996772E-3</c:v>
                </c:pt>
                <c:pt idx="621">
                  <c:v>4.8612124898136525E-3</c:v>
                </c:pt>
                <c:pt idx="622">
                  <c:v>4.8695081379354598E-3</c:v>
                </c:pt>
                <c:pt idx="623">
                  <c:v>5.3742844433624553E-3</c:v>
                </c:pt>
                <c:pt idx="624">
                  <c:v>5.8353994676399569E-3</c:v>
                </c:pt>
                <c:pt idx="625">
                  <c:v>6.6493813188646111E-3</c:v>
                </c:pt>
                <c:pt idx="626">
                  <c:v>9.4289447608688886E-3</c:v>
                </c:pt>
                <c:pt idx="627">
                  <c:v>9.3936552301307034E-3</c:v>
                </c:pt>
                <c:pt idx="628">
                  <c:v>1.1552125196719347E-2</c:v>
                </c:pt>
                <c:pt idx="629">
                  <c:v>1.1952219546474614E-2</c:v>
                </c:pt>
                <c:pt idx="630">
                  <c:v>1.1916051078828748E-2</c:v>
                </c:pt>
                <c:pt idx="631">
                  <c:v>1.1834435245802603E-2</c:v>
                </c:pt>
                <c:pt idx="632">
                  <c:v>1.2210506340003063E-2</c:v>
                </c:pt>
                <c:pt idx="633">
                  <c:v>1.2289708202771043E-2</c:v>
                </c:pt>
                <c:pt idx="634">
                  <c:v>1.261770297383317E-2</c:v>
                </c:pt>
                <c:pt idx="635">
                  <c:v>1.2665597715344401E-2</c:v>
                </c:pt>
                <c:pt idx="636">
                  <c:v>1.2908371329874416E-2</c:v>
                </c:pt>
                <c:pt idx="637">
                  <c:v>1.3109049146630533E-2</c:v>
                </c:pt>
                <c:pt idx="638">
                  <c:v>1.3469056645948191E-2</c:v>
                </c:pt>
                <c:pt idx="639">
                  <c:v>1.3484253423185636E-2</c:v>
                </c:pt>
                <c:pt idx="640">
                  <c:v>1.3780211773277215E-2</c:v>
                </c:pt>
                <c:pt idx="641">
                  <c:v>1.38760463226118E-2</c:v>
                </c:pt>
                <c:pt idx="642">
                  <c:v>1.3840883725081882E-2</c:v>
                </c:pt>
                <c:pt idx="643">
                  <c:v>1.3834490495910323E-2</c:v>
                </c:pt>
                <c:pt idx="644">
                  <c:v>1.363636901486401E-2</c:v>
                </c:pt>
                <c:pt idx="645">
                  <c:v>1.3361860018401653E-2</c:v>
                </c:pt>
                <c:pt idx="646">
                  <c:v>1.2851027523352579E-2</c:v>
                </c:pt>
                <c:pt idx="647">
                  <c:v>1.0353689121216269E-2</c:v>
                </c:pt>
                <c:pt idx="648">
                  <c:v>1.0349791224585458E-2</c:v>
                </c:pt>
                <c:pt idx="649">
                  <c:v>8.7275582681885597E-3</c:v>
                </c:pt>
                <c:pt idx="650">
                  <c:v>8.4073159098291359E-3</c:v>
                </c:pt>
                <c:pt idx="651">
                  <c:v>8.4766446837099742E-3</c:v>
                </c:pt>
                <c:pt idx="652">
                  <c:v>8.3409758950847897E-3</c:v>
                </c:pt>
                <c:pt idx="653">
                  <c:v>7.4477695960241414E-3</c:v>
                </c:pt>
                <c:pt idx="654">
                  <c:v>7.3535138831053466E-3</c:v>
                </c:pt>
                <c:pt idx="655">
                  <c:v>9.8774658258113483E-3</c:v>
                </c:pt>
                <c:pt idx="656">
                  <c:v>1.031593506581684E-2</c:v>
                </c:pt>
                <c:pt idx="657">
                  <c:v>1.0123198027662596E-2</c:v>
                </c:pt>
                <c:pt idx="658">
                  <c:v>1.1069486047090986E-2</c:v>
                </c:pt>
                <c:pt idx="659">
                  <c:v>1.0659833400783133E-2</c:v>
                </c:pt>
                <c:pt idx="660">
                  <c:v>1.0844525098138623E-2</c:v>
                </c:pt>
                <c:pt idx="661">
                  <c:v>1.0522847975565321E-2</c:v>
                </c:pt>
                <c:pt idx="662">
                  <c:v>1.044445050037021E-2</c:v>
                </c:pt>
                <c:pt idx="663">
                  <c:v>1.0253315533180303E-2</c:v>
                </c:pt>
                <c:pt idx="664">
                  <c:v>1.0458158789509066E-2</c:v>
                </c:pt>
                <c:pt idx="665">
                  <c:v>1.0434723550885108E-2</c:v>
                </c:pt>
                <c:pt idx="666">
                  <c:v>1.0584017264144983E-2</c:v>
                </c:pt>
                <c:pt idx="667">
                  <c:v>1.0661787488109387E-2</c:v>
                </c:pt>
                <c:pt idx="668">
                  <c:v>1.0689495483617608E-2</c:v>
                </c:pt>
                <c:pt idx="669">
                  <c:v>1.0636767072676584E-2</c:v>
                </c:pt>
                <c:pt idx="670">
                  <c:v>1.0567460894339039E-2</c:v>
                </c:pt>
                <c:pt idx="671">
                  <c:v>1.0650419660968222E-2</c:v>
                </c:pt>
                <c:pt idx="672">
                  <c:v>1.0517743583587501E-2</c:v>
                </c:pt>
                <c:pt idx="673">
                  <c:v>1.054442995218563E-2</c:v>
                </c:pt>
                <c:pt idx="674">
                  <c:v>1.0567363382169749E-2</c:v>
                </c:pt>
                <c:pt idx="675">
                  <c:v>1.0510972694587294E-2</c:v>
                </c:pt>
                <c:pt idx="676">
                  <c:v>8.826579594081365E-3</c:v>
                </c:pt>
                <c:pt idx="677">
                  <c:v>8.1415097637924441E-3</c:v>
                </c:pt>
                <c:pt idx="678">
                  <c:v>8.1383608743084632E-3</c:v>
                </c:pt>
                <c:pt idx="679">
                  <c:v>5.8170315166474959E-3</c:v>
                </c:pt>
                <c:pt idx="680">
                  <c:v>5.8511072846977241E-3</c:v>
                </c:pt>
                <c:pt idx="681">
                  <c:v>5.7432146125864589E-3</c:v>
                </c:pt>
                <c:pt idx="682">
                  <c:v>5.7510163129885251E-3</c:v>
                </c:pt>
                <c:pt idx="683">
                  <c:v>5.7576137760692037E-3</c:v>
                </c:pt>
                <c:pt idx="684">
                  <c:v>5.7664485587560948E-3</c:v>
                </c:pt>
                <c:pt idx="685">
                  <c:v>7.0628513740928879E-3</c:v>
                </c:pt>
                <c:pt idx="686">
                  <c:v>7.3044308470960216E-3</c:v>
                </c:pt>
                <c:pt idx="687">
                  <c:v>7.4985633129669837E-3</c:v>
                </c:pt>
                <c:pt idx="688">
                  <c:v>6.9383691837538904E-3</c:v>
                </c:pt>
                <c:pt idx="689">
                  <c:v>6.8560719155715327E-3</c:v>
                </c:pt>
                <c:pt idx="690">
                  <c:v>6.9132486503521041E-3</c:v>
                </c:pt>
                <c:pt idx="691">
                  <c:v>7.444679958753999E-3</c:v>
                </c:pt>
                <c:pt idx="692">
                  <c:v>7.6874468369294777E-3</c:v>
                </c:pt>
                <c:pt idx="693">
                  <c:v>7.9069646106379142E-3</c:v>
                </c:pt>
                <c:pt idx="694">
                  <c:v>7.879823795649667E-3</c:v>
                </c:pt>
                <c:pt idx="695">
                  <c:v>7.8816379209722034E-3</c:v>
                </c:pt>
                <c:pt idx="696">
                  <c:v>7.8996875192132616E-3</c:v>
                </c:pt>
                <c:pt idx="697">
                  <c:v>7.2462357383721423E-3</c:v>
                </c:pt>
                <c:pt idx="698">
                  <c:v>7.1966592825872143E-3</c:v>
                </c:pt>
                <c:pt idx="699">
                  <c:v>7.2255143975372259E-3</c:v>
                </c:pt>
                <c:pt idx="700">
                  <c:v>6.9100973649258721E-3</c:v>
                </c:pt>
                <c:pt idx="701">
                  <c:v>6.9785210578763137E-3</c:v>
                </c:pt>
                <c:pt idx="702">
                  <c:v>7.1151605100618345E-3</c:v>
                </c:pt>
                <c:pt idx="703">
                  <c:v>7.4758658542238626E-3</c:v>
                </c:pt>
                <c:pt idx="704">
                  <c:v>7.4835392242267769E-3</c:v>
                </c:pt>
                <c:pt idx="705">
                  <c:v>7.476112117405254E-3</c:v>
                </c:pt>
                <c:pt idx="706">
                  <c:v>6.9390720774191606E-3</c:v>
                </c:pt>
                <c:pt idx="707">
                  <c:v>7.4084923939970711E-3</c:v>
                </c:pt>
                <c:pt idx="708">
                  <c:v>7.2325307067675343E-3</c:v>
                </c:pt>
                <c:pt idx="709">
                  <c:v>7.2748017300230993E-3</c:v>
                </c:pt>
                <c:pt idx="710">
                  <c:v>7.4844475716614274E-3</c:v>
                </c:pt>
                <c:pt idx="711">
                  <c:v>7.8212254052209811E-3</c:v>
                </c:pt>
                <c:pt idx="712">
                  <c:v>7.3475873968289595E-3</c:v>
                </c:pt>
                <c:pt idx="713">
                  <c:v>7.2969049164517616E-3</c:v>
                </c:pt>
                <c:pt idx="714">
                  <c:v>7.1855939004572414E-3</c:v>
                </c:pt>
                <c:pt idx="715">
                  <c:v>7.6254803174579337E-3</c:v>
                </c:pt>
                <c:pt idx="716">
                  <c:v>7.6960593177818962E-3</c:v>
                </c:pt>
                <c:pt idx="717">
                  <c:v>7.9292220118694304E-3</c:v>
                </c:pt>
                <c:pt idx="718">
                  <c:v>7.9294845637742674E-3</c:v>
                </c:pt>
                <c:pt idx="719">
                  <c:v>8.0149662696828456E-3</c:v>
                </c:pt>
                <c:pt idx="720">
                  <c:v>8.0276384196194886E-3</c:v>
                </c:pt>
                <c:pt idx="721">
                  <c:v>8.0288023375000971E-3</c:v>
                </c:pt>
                <c:pt idx="722">
                  <c:v>7.9977130534033998E-3</c:v>
                </c:pt>
                <c:pt idx="723">
                  <c:v>7.7457739164921175E-3</c:v>
                </c:pt>
                <c:pt idx="724">
                  <c:v>7.5105571951490629E-3</c:v>
                </c:pt>
                <c:pt idx="725">
                  <c:v>7.5543206161540668E-3</c:v>
                </c:pt>
                <c:pt idx="726">
                  <c:v>7.6572853239893005E-3</c:v>
                </c:pt>
                <c:pt idx="727">
                  <c:v>7.0315063414509594E-3</c:v>
                </c:pt>
                <c:pt idx="728">
                  <c:v>6.8021810025552815E-3</c:v>
                </c:pt>
                <c:pt idx="729">
                  <c:v>6.8077125184775851E-3</c:v>
                </c:pt>
                <c:pt idx="730">
                  <c:v>6.8945583074516148E-3</c:v>
                </c:pt>
                <c:pt idx="731">
                  <c:v>6.3121408905336632E-3</c:v>
                </c:pt>
                <c:pt idx="732">
                  <c:v>5.6233874714013759E-3</c:v>
                </c:pt>
                <c:pt idx="733">
                  <c:v>5.6314367651657494E-3</c:v>
                </c:pt>
                <c:pt idx="734">
                  <c:v>7.3748807089297642E-3</c:v>
                </c:pt>
                <c:pt idx="735">
                  <c:v>7.452848840132054E-3</c:v>
                </c:pt>
                <c:pt idx="736">
                  <c:v>8.486467290540407E-3</c:v>
                </c:pt>
                <c:pt idx="737">
                  <c:v>8.6273644924009033E-3</c:v>
                </c:pt>
                <c:pt idx="738">
                  <c:v>8.5562900795700444E-3</c:v>
                </c:pt>
                <c:pt idx="739">
                  <c:v>8.7634220939435993E-3</c:v>
                </c:pt>
                <c:pt idx="740">
                  <c:v>8.7512567021334302E-3</c:v>
                </c:pt>
                <c:pt idx="741">
                  <c:v>8.9961026485491161E-3</c:v>
                </c:pt>
                <c:pt idx="742">
                  <c:v>9.2391002453587907E-3</c:v>
                </c:pt>
                <c:pt idx="743">
                  <c:v>9.3119943568503762E-3</c:v>
                </c:pt>
                <c:pt idx="744">
                  <c:v>9.8742352391270657E-3</c:v>
                </c:pt>
                <c:pt idx="745">
                  <c:v>9.8455908153036679E-3</c:v>
                </c:pt>
                <c:pt idx="746">
                  <c:v>1.3406001130877891E-2</c:v>
                </c:pt>
                <c:pt idx="747">
                  <c:v>1.3084544092054718E-2</c:v>
                </c:pt>
                <c:pt idx="748">
                  <c:v>1.3027800675025422E-2</c:v>
                </c:pt>
                <c:pt idx="749">
                  <c:v>1.2739569097009702E-2</c:v>
                </c:pt>
                <c:pt idx="750">
                  <c:v>1.3675427842496167E-2</c:v>
                </c:pt>
                <c:pt idx="751">
                  <c:v>1.3735179187261417E-2</c:v>
                </c:pt>
                <c:pt idx="752">
                  <c:v>1.4224593572971312E-2</c:v>
                </c:pt>
                <c:pt idx="753">
                  <c:v>1.4237013053253447E-2</c:v>
                </c:pt>
                <c:pt idx="754">
                  <c:v>1.4309074940693167E-2</c:v>
                </c:pt>
                <c:pt idx="755">
                  <c:v>1.4032220585917562E-2</c:v>
                </c:pt>
                <c:pt idx="756">
                  <c:v>1.3736725117267215E-2</c:v>
                </c:pt>
                <c:pt idx="757">
                  <c:v>1.3334181483946219E-2</c:v>
                </c:pt>
                <c:pt idx="758">
                  <c:v>1.2985874354748904E-2</c:v>
                </c:pt>
                <c:pt idx="759">
                  <c:v>1.2610313239591607E-2</c:v>
                </c:pt>
                <c:pt idx="760">
                  <c:v>1.3098287361017478E-2</c:v>
                </c:pt>
                <c:pt idx="761">
                  <c:v>1.3358704856584068E-2</c:v>
                </c:pt>
                <c:pt idx="762">
                  <c:v>1.3364604985305353E-2</c:v>
                </c:pt>
                <c:pt idx="763">
                  <c:v>1.3339808303964419E-2</c:v>
                </c:pt>
                <c:pt idx="764">
                  <c:v>1.3336453480233124E-2</c:v>
                </c:pt>
                <c:pt idx="765">
                  <c:v>1.3151489335133415E-2</c:v>
                </c:pt>
                <c:pt idx="766">
                  <c:v>1.3269817121559408E-2</c:v>
                </c:pt>
                <c:pt idx="767">
                  <c:v>1.0130646769366716E-2</c:v>
                </c:pt>
                <c:pt idx="768">
                  <c:v>1.025294056436056E-2</c:v>
                </c:pt>
                <c:pt idx="769">
                  <c:v>9.7764918449079457E-3</c:v>
                </c:pt>
                <c:pt idx="770">
                  <c:v>1.0030616913744515E-2</c:v>
                </c:pt>
                <c:pt idx="771">
                  <c:v>9.2826191762162193E-3</c:v>
                </c:pt>
                <c:pt idx="772">
                  <c:v>9.3277349032631646E-3</c:v>
                </c:pt>
                <c:pt idx="773">
                  <c:v>8.7232699047983288E-3</c:v>
                </c:pt>
                <c:pt idx="774">
                  <c:v>8.8978320910090298E-3</c:v>
                </c:pt>
                <c:pt idx="775">
                  <c:v>9.1390908973191451E-3</c:v>
                </c:pt>
                <c:pt idx="776">
                  <c:v>9.0304241304875951E-3</c:v>
                </c:pt>
                <c:pt idx="777">
                  <c:v>8.8925081825547234E-3</c:v>
                </c:pt>
                <c:pt idx="778">
                  <c:v>9.0163010497208568E-3</c:v>
                </c:pt>
                <c:pt idx="779">
                  <c:v>9.4322463776017763E-3</c:v>
                </c:pt>
                <c:pt idx="780">
                  <c:v>9.9849103445986478E-3</c:v>
                </c:pt>
                <c:pt idx="781">
                  <c:v>9.6374930535604794E-3</c:v>
                </c:pt>
                <c:pt idx="782">
                  <c:v>9.5778723461205899E-3</c:v>
                </c:pt>
                <c:pt idx="783">
                  <c:v>1.0478394146350278E-2</c:v>
                </c:pt>
                <c:pt idx="784">
                  <c:v>1.0714213590265724E-2</c:v>
                </c:pt>
                <c:pt idx="785">
                  <c:v>1.0871614125336156E-2</c:v>
                </c:pt>
                <c:pt idx="786">
                  <c:v>1.1601699646581172E-2</c:v>
                </c:pt>
                <c:pt idx="787">
                  <c:v>1.1301524932041429E-2</c:v>
                </c:pt>
                <c:pt idx="788">
                  <c:v>1.0620465663042146E-2</c:v>
                </c:pt>
                <c:pt idx="789">
                  <c:v>1.0600317717558915E-2</c:v>
                </c:pt>
                <c:pt idx="790">
                  <c:v>1.0454322647172424E-2</c:v>
                </c:pt>
                <c:pt idx="791">
                  <c:v>1.0354766672745409E-2</c:v>
                </c:pt>
                <c:pt idx="792">
                  <c:v>1.0295369181434323E-2</c:v>
                </c:pt>
                <c:pt idx="793">
                  <c:v>1.038279932648122E-2</c:v>
                </c:pt>
                <c:pt idx="794">
                  <c:v>1.0369866666029409E-2</c:v>
                </c:pt>
                <c:pt idx="795">
                  <c:v>1.0014415393647806E-2</c:v>
                </c:pt>
                <c:pt idx="796">
                  <c:v>9.2404421040034046E-3</c:v>
                </c:pt>
                <c:pt idx="797">
                  <c:v>9.3426667418399258E-3</c:v>
                </c:pt>
                <c:pt idx="798">
                  <c:v>9.3543125945400839E-3</c:v>
                </c:pt>
                <c:pt idx="799">
                  <c:v>9.0389922338588481E-3</c:v>
                </c:pt>
                <c:pt idx="800">
                  <c:v>8.2641282272078939E-3</c:v>
                </c:pt>
                <c:pt idx="801">
                  <c:v>7.9840309761274007E-3</c:v>
                </c:pt>
                <c:pt idx="802">
                  <c:v>7.7003598188028948E-3</c:v>
                </c:pt>
                <c:pt idx="803">
                  <c:v>7.129096183551749E-3</c:v>
                </c:pt>
                <c:pt idx="804">
                  <c:v>7.4383957658443363E-3</c:v>
                </c:pt>
                <c:pt idx="805">
                  <c:v>7.7767360233039493E-3</c:v>
                </c:pt>
                <c:pt idx="806">
                  <c:v>7.2612202805353732E-3</c:v>
                </c:pt>
                <c:pt idx="807">
                  <c:v>6.1291536886979199E-3</c:v>
                </c:pt>
                <c:pt idx="808">
                  <c:v>6.0806901072453946E-3</c:v>
                </c:pt>
                <c:pt idx="809">
                  <c:v>6.1761042111430015E-3</c:v>
                </c:pt>
                <c:pt idx="810">
                  <c:v>7.08545375121729E-3</c:v>
                </c:pt>
                <c:pt idx="811">
                  <c:v>7.160667445941237E-3</c:v>
                </c:pt>
                <c:pt idx="812">
                  <c:v>7.5784727346647875E-3</c:v>
                </c:pt>
                <c:pt idx="813">
                  <c:v>7.6656735905527712E-3</c:v>
                </c:pt>
                <c:pt idx="814">
                  <c:v>7.359454530381164E-3</c:v>
                </c:pt>
                <c:pt idx="815">
                  <c:v>7.4271118706794852E-3</c:v>
                </c:pt>
                <c:pt idx="816">
                  <c:v>7.8655667260840428E-3</c:v>
                </c:pt>
                <c:pt idx="817">
                  <c:v>8.2015467725249664E-3</c:v>
                </c:pt>
                <c:pt idx="818">
                  <c:v>8.3059437164727783E-3</c:v>
                </c:pt>
                <c:pt idx="819">
                  <c:v>8.11014819560597E-3</c:v>
                </c:pt>
                <c:pt idx="820">
                  <c:v>8.0801566586747899E-3</c:v>
                </c:pt>
                <c:pt idx="821">
                  <c:v>9.5485157939475956E-3</c:v>
                </c:pt>
                <c:pt idx="822">
                  <c:v>1.0149162305221227E-2</c:v>
                </c:pt>
                <c:pt idx="823">
                  <c:v>9.9422648725478163E-3</c:v>
                </c:pt>
                <c:pt idx="824">
                  <c:v>9.6291628074259838E-3</c:v>
                </c:pt>
                <c:pt idx="825">
                  <c:v>9.2495833485534279E-3</c:v>
                </c:pt>
                <c:pt idx="826">
                  <c:v>9.4232522093090475E-3</c:v>
                </c:pt>
                <c:pt idx="827">
                  <c:v>9.603821830295586E-3</c:v>
                </c:pt>
                <c:pt idx="828">
                  <c:v>9.4889999185466603E-3</c:v>
                </c:pt>
                <c:pt idx="829">
                  <c:v>1.028959075734916E-2</c:v>
                </c:pt>
                <c:pt idx="830">
                  <c:v>1.1046641759184952E-2</c:v>
                </c:pt>
                <c:pt idx="831">
                  <c:v>1.0725491521538856E-2</c:v>
                </c:pt>
                <c:pt idx="832">
                  <c:v>1.0650153926775411E-2</c:v>
                </c:pt>
                <c:pt idx="833">
                  <c:v>1.0600328816946067E-2</c:v>
                </c:pt>
                <c:pt idx="834">
                  <c:v>1.0441643059009766E-2</c:v>
                </c:pt>
                <c:pt idx="835">
                  <c:v>1.0444474357689266E-2</c:v>
                </c:pt>
                <c:pt idx="836">
                  <c:v>1.0482945918286003E-2</c:v>
                </c:pt>
                <c:pt idx="837">
                  <c:v>1.0089036748937259E-2</c:v>
                </c:pt>
                <c:pt idx="838">
                  <c:v>9.7422720263981039E-3</c:v>
                </c:pt>
                <c:pt idx="839">
                  <c:v>9.7929310722882999E-3</c:v>
                </c:pt>
                <c:pt idx="840">
                  <c:v>9.7832856808727289E-3</c:v>
                </c:pt>
                <c:pt idx="841">
                  <c:v>9.7836841606529605E-3</c:v>
                </c:pt>
                <c:pt idx="842">
                  <c:v>8.827905460903316E-3</c:v>
                </c:pt>
                <c:pt idx="843">
                  <c:v>8.1498313231860124E-3</c:v>
                </c:pt>
                <c:pt idx="844">
                  <c:v>8.6634839667204672E-3</c:v>
                </c:pt>
                <c:pt idx="845">
                  <c:v>9.3754196333968014E-3</c:v>
                </c:pt>
                <c:pt idx="846">
                  <c:v>1.0497438551434111E-2</c:v>
                </c:pt>
                <c:pt idx="847">
                  <c:v>1.0181781287119451E-2</c:v>
                </c:pt>
                <c:pt idx="848">
                  <c:v>1.017305892008708E-2</c:v>
                </c:pt>
                <c:pt idx="849">
                  <c:v>9.7868526304767927E-3</c:v>
                </c:pt>
                <c:pt idx="850">
                  <c:v>9.3569450870534029E-3</c:v>
                </c:pt>
                <c:pt idx="851">
                  <c:v>8.732395880956997E-3</c:v>
                </c:pt>
                <c:pt idx="852">
                  <c:v>9.421913277613967E-3</c:v>
                </c:pt>
                <c:pt idx="853">
                  <c:v>9.5807347284091113E-3</c:v>
                </c:pt>
                <c:pt idx="854">
                  <c:v>9.3990553601437151E-3</c:v>
                </c:pt>
                <c:pt idx="855">
                  <c:v>9.4118462519061172E-3</c:v>
                </c:pt>
                <c:pt idx="856">
                  <c:v>9.6636708725931653E-3</c:v>
                </c:pt>
                <c:pt idx="857">
                  <c:v>1.0963885823234053E-2</c:v>
                </c:pt>
                <c:pt idx="858">
                  <c:v>1.2329869705136901E-2</c:v>
                </c:pt>
                <c:pt idx="859">
                  <c:v>1.2259113930665668E-2</c:v>
                </c:pt>
                <c:pt idx="860">
                  <c:v>1.2236025177483753E-2</c:v>
                </c:pt>
                <c:pt idx="861">
                  <c:v>1.2438474422628007E-2</c:v>
                </c:pt>
                <c:pt idx="862">
                  <c:v>1.2660667388690821E-2</c:v>
                </c:pt>
                <c:pt idx="863">
                  <c:v>1.297214566884442E-2</c:v>
                </c:pt>
                <c:pt idx="864">
                  <c:v>1.2964341520581893E-2</c:v>
                </c:pt>
                <c:pt idx="865">
                  <c:v>1.2534017298240368E-2</c:v>
                </c:pt>
                <c:pt idx="866">
                  <c:v>1.1779553108573723E-2</c:v>
                </c:pt>
                <c:pt idx="867">
                  <c:v>1.1170549443350549E-2</c:v>
                </c:pt>
                <c:pt idx="868">
                  <c:v>1.1023468203020033E-2</c:v>
                </c:pt>
                <c:pt idx="869">
                  <c:v>1.0905270537301627E-2</c:v>
                </c:pt>
                <c:pt idx="870">
                  <c:v>1.090601309310058E-2</c:v>
                </c:pt>
                <c:pt idx="871">
                  <c:v>1.0848389579417372E-2</c:v>
                </c:pt>
                <c:pt idx="872">
                  <c:v>1.0841180902119824E-2</c:v>
                </c:pt>
                <c:pt idx="873">
                  <c:v>1.0444833081449187E-2</c:v>
                </c:pt>
                <c:pt idx="874">
                  <c:v>1.0373103458613198E-2</c:v>
                </c:pt>
                <c:pt idx="875">
                  <c:v>1.030098368444211E-2</c:v>
                </c:pt>
                <c:pt idx="876">
                  <c:v>1.0329112291502658E-2</c:v>
                </c:pt>
                <c:pt idx="877">
                  <c:v>1.0067526981273698E-2</c:v>
                </c:pt>
                <c:pt idx="878">
                  <c:v>8.0467500600981193E-3</c:v>
                </c:pt>
                <c:pt idx="879">
                  <c:v>6.7309986639135285E-3</c:v>
                </c:pt>
                <c:pt idx="880">
                  <c:v>6.2918486039587147E-3</c:v>
                </c:pt>
                <c:pt idx="881">
                  <c:v>5.8314151046201072E-3</c:v>
                </c:pt>
                <c:pt idx="882">
                  <c:v>5.7387714482598513E-3</c:v>
                </c:pt>
                <c:pt idx="883">
                  <c:v>5.6304143686136138E-3</c:v>
                </c:pt>
                <c:pt idx="884">
                  <c:v>5.3150324301442925E-3</c:v>
                </c:pt>
                <c:pt idx="885">
                  <c:v>5.6535603093473248E-3</c:v>
                </c:pt>
                <c:pt idx="886">
                  <c:v>5.7637049324561164E-3</c:v>
                </c:pt>
                <c:pt idx="887">
                  <c:v>5.6255632346429588E-3</c:v>
                </c:pt>
                <c:pt idx="888">
                  <c:v>5.623769967768995E-3</c:v>
                </c:pt>
                <c:pt idx="889">
                  <c:v>5.6181826045431805E-3</c:v>
                </c:pt>
                <c:pt idx="890">
                  <c:v>5.7302565284781401E-3</c:v>
                </c:pt>
                <c:pt idx="891">
                  <c:v>8.6340473948922063E-3</c:v>
                </c:pt>
                <c:pt idx="892">
                  <c:v>8.4574341946233398E-3</c:v>
                </c:pt>
                <c:pt idx="893">
                  <c:v>8.4505586178265715E-3</c:v>
                </c:pt>
                <c:pt idx="894">
                  <c:v>8.8534116422481941E-3</c:v>
                </c:pt>
                <c:pt idx="895">
                  <c:v>9.7151240892616748E-3</c:v>
                </c:pt>
                <c:pt idx="896">
                  <c:v>1.0097905486428005E-2</c:v>
                </c:pt>
                <c:pt idx="897">
                  <c:v>1.0073934766782597E-2</c:v>
                </c:pt>
                <c:pt idx="898">
                  <c:v>1.0700780250426239E-2</c:v>
                </c:pt>
                <c:pt idx="899">
                  <c:v>1.0512217397425312E-2</c:v>
                </c:pt>
                <c:pt idx="900">
                  <c:v>1.0955615538395901E-2</c:v>
                </c:pt>
                <c:pt idx="901">
                  <c:v>1.0749619024319724E-2</c:v>
                </c:pt>
                <c:pt idx="902">
                  <c:v>1.165848764618242E-2</c:v>
                </c:pt>
                <c:pt idx="903">
                  <c:v>1.2725661084243022E-2</c:v>
                </c:pt>
                <c:pt idx="904">
                  <c:v>1.2767776841928752E-2</c:v>
                </c:pt>
                <c:pt idx="905">
                  <c:v>1.2869233322365723E-2</c:v>
                </c:pt>
                <c:pt idx="906">
                  <c:v>1.2959093351581791E-2</c:v>
                </c:pt>
                <c:pt idx="907">
                  <c:v>1.3323427616206706E-2</c:v>
                </c:pt>
                <c:pt idx="908">
                  <c:v>1.3426370201774156E-2</c:v>
                </c:pt>
                <c:pt idx="909">
                  <c:v>1.3349851059728714E-2</c:v>
                </c:pt>
                <c:pt idx="910">
                  <c:v>1.3429864703933774E-2</c:v>
                </c:pt>
                <c:pt idx="911">
                  <c:v>1.391497512779357E-2</c:v>
                </c:pt>
                <c:pt idx="912">
                  <c:v>1.3375897256946701E-2</c:v>
                </c:pt>
                <c:pt idx="913">
                  <c:v>1.3394844130534007E-2</c:v>
                </c:pt>
                <c:pt idx="914">
                  <c:v>1.7125370476255022E-2</c:v>
                </c:pt>
                <c:pt idx="915">
                  <c:v>1.6849250179947092E-2</c:v>
                </c:pt>
                <c:pt idx="916">
                  <c:v>1.8580565568507221E-2</c:v>
                </c:pt>
                <c:pt idx="917">
                  <c:v>1.8813006609337247E-2</c:v>
                </c:pt>
                <c:pt idx="918">
                  <c:v>1.9274584332455293E-2</c:v>
                </c:pt>
                <c:pt idx="919">
                  <c:v>1.8914902372929396E-2</c:v>
                </c:pt>
                <c:pt idx="920">
                  <c:v>1.9011769795031462E-2</c:v>
                </c:pt>
                <c:pt idx="921">
                  <c:v>1.8987663568977922E-2</c:v>
                </c:pt>
                <c:pt idx="922">
                  <c:v>1.8984285979527445E-2</c:v>
                </c:pt>
                <c:pt idx="923">
                  <c:v>1.9003013492595911E-2</c:v>
                </c:pt>
                <c:pt idx="924">
                  <c:v>1.8326413822642461E-2</c:v>
                </c:pt>
                <c:pt idx="925">
                  <c:v>1.8302309864368291E-2</c:v>
                </c:pt>
                <c:pt idx="926">
                  <c:v>1.9760022239497889E-2</c:v>
                </c:pt>
                <c:pt idx="927">
                  <c:v>1.9325547145371772E-2</c:v>
                </c:pt>
                <c:pt idx="928">
                  <c:v>1.933330342924788E-2</c:v>
                </c:pt>
                <c:pt idx="929">
                  <c:v>1.9355505034415486E-2</c:v>
                </c:pt>
                <c:pt idx="930">
                  <c:v>1.9188391204429899E-2</c:v>
                </c:pt>
                <c:pt idx="931">
                  <c:v>1.8589833375107629E-2</c:v>
                </c:pt>
                <c:pt idx="932">
                  <c:v>1.7553517218934056E-2</c:v>
                </c:pt>
                <c:pt idx="933">
                  <c:v>1.7088468216251314E-2</c:v>
                </c:pt>
                <c:pt idx="934">
                  <c:v>1.7088356757538274E-2</c:v>
                </c:pt>
                <c:pt idx="935">
                  <c:v>1.5113343427732415E-2</c:v>
                </c:pt>
                <c:pt idx="936">
                  <c:v>1.392288064488857E-2</c:v>
                </c:pt>
                <c:pt idx="937">
                  <c:v>1.267207312507725E-2</c:v>
                </c:pt>
                <c:pt idx="938">
                  <c:v>1.2582785467743369E-2</c:v>
                </c:pt>
                <c:pt idx="939">
                  <c:v>1.2235218273861511E-2</c:v>
                </c:pt>
                <c:pt idx="940">
                  <c:v>1.09810064632005E-2</c:v>
                </c:pt>
                <c:pt idx="941">
                  <c:v>1.0580310794435745E-2</c:v>
                </c:pt>
                <c:pt idx="942">
                  <c:v>1.0002602270161398E-2</c:v>
                </c:pt>
                <c:pt idx="943">
                  <c:v>1.0036579545812017E-2</c:v>
                </c:pt>
                <c:pt idx="944">
                  <c:v>9.7924758225660137E-3</c:v>
                </c:pt>
                <c:pt idx="945">
                  <c:v>9.5720755167807755E-3</c:v>
                </c:pt>
                <c:pt idx="946">
                  <c:v>9.9303390595326738E-3</c:v>
                </c:pt>
                <c:pt idx="947">
                  <c:v>7.7500055701456788E-3</c:v>
                </c:pt>
                <c:pt idx="948">
                  <c:v>7.7313126423108657E-3</c:v>
                </c:pt>
                <c:pt idx="949">
                  <c:v>6.770157861298815E-3</c:v>
                </c:pt>
                <c:pt idx="950">
                  <c:v>6.5852250160149421E-3</c:v>
                </c:pt>
                <c:pt idx="951">
                  <c:v>7.2916974933642971E-3</c:v>
                </c:pt>
                <c:pt idx="952">
                  <c:v>8.0551323018102708E-3</c:v>
                </c:pt>
                <c:pt idx="953">
                  <c:v>7.9835793032494509E-3</c:v>
                </c:pt>
                <c:pt idx="954">
                  <c:v>8.9179628018886334E-3</c:v>
                </c:pt>
                <c:pt idx="955">
                  <c:v>9.3414392131012363E-3</c:v>
                </c:pt>
                <c:pt idx="956">
                  <c:v>1.098399858176787E-2</c:v>
                </c:pt>
                <c:pt idx="957">
                  <c:v>1.1070396250646873E-2</c:v>
                </c:pt>
                <c:pt idx="958">
                  <c:v>1.1085889523226321E-2</c:v>
                </c:pt>
                <c:pt idx="959">
                  <c:v>1.1079711412380486E-2</c:v>
                </c:pt>
                <c:pt idx="960">
                  <c:v>1.10682301997387E-2</c:v>
                </c:pt>
                <c:pt idx="961">
                  <c:v>1.1356803898745955E-2</c:v>
                </c:pt>
                <c:pt idx="962">
                  <c:v>1.1081981658230253E-2</c:v>
                </c:pt>
                <c:pt idx="963">
                  <c:v>1.1674831615457746E-2</c:v>
                </c:pt>
                <c:pt idx="964">
                  <c:v>1.1581954808941674E-2</c:v>
                </c:pt>
                <c:pt idx="965">
                  <c:v>1.158317570473608E-2</c:v>
                </c:pt>
                <c:pt idx="966">
                  <c:v>1.1555475709063467E-2</c:v>
                </c:pt>
                <c:pt idx="967">
                  <c:v>1.1471142658986983E-2</c:v>
                </c:pt>
                <c:pt idx="968">
                  <c:v>1.1463786760453813E-2</c:v>
                </c:pt>
                <c:pt idx="969">
                  <c:v>1.1407362886414973E-2</c:v>
                </c:pt>
                <c:pt idx="970">
                  <c:v>1.1668321896056497E-2</c:v>
                </c:pt>
                <c:pt idx="971">
                  <c:v>1.1805352548608157E-2</c:v>
                </c:pt>
                <c:pt idx="972">
                  <c:v>1.138589158444573E-2</c:v>
                </c:pt>
                <c:pt idx="973">
                  <c:v>1.0690436247667237E-2</c:v>
                </c:pt>
                <c:pt idx="974">
                  <c:v>1.07075632300653E-2</c:v>
                </c:pt>
                <c:pt idx="975">
                  <c:v>9.3766630704230341E-3</c:v>
                </c:pt>
                <c:pt idx="976">
                  <c:v>8.8194455286993764E-3</c:v>
                </c:pt>
                <c:pt idx="977">
                  <c:v>6.8512173385335776E-3</c:v>
                </c:pt>
                <c:pt idx="978">
                  <c:v>6.7635819003665932E-3</c:v>
                </c:pt>
                <c:pt idx="979">
                  <c:v>6.8870014825392631E-3</c:v>
                </c:pt>
                <c:pt idx="980">
                  <c:v>6.8237290717879364E-3</c:v>
                </c:pt>
                <c:pt idx="981">
                  <c:v>6.7955553946285148E-3</c:v>
                </c:pt>
                <c:pt idx="982">
                  <c:v>6.2210702953662796E-3</c:v>
                </c:pt>
                <c:pt idx="983">
                  <c:v>6.363952124782803E-3</c:v>
                </c:pt>
                <c:pt idx="984">
                  <c:v>5.4745699826181824E-3</c:v>
                </c:pt>
                <c:pt idx="985">
                  <c:v>5.3183657263843765E-3</c:v>
                </c:pt>
                <c:pt idx="986">
                  <c:v>5.3519258506239059E-3</c:v>
                </c:pt>
                <c:pt idx="987">
                  <c:v>6.1487480291171773E-3</c:v>
                </c:pt>
                <c:pt idx="988">
                  <c:v>6.9546288631301681E-3</c:v>
                </c:pt>
                <c:pt idx="989">
                  <c:v>6.8732844053195344E-3</c:v>
                </c:pt>
                <c:pt idx="990">
                  <c:v>7.0532814625225686E-3</c:v>
                </c:pt>
                <c:pt idx="991">
                  <c:v>7.0332854048890271E-3</c:v>
                </c:pt>
                <c:pt idx="992">
                  <c:v>7.0464435564773168E-3</c:v>
                </c:pt>
                <c:pt idx="993">
                  <c:v>6.9977352994244563E-3</c:v>
                </c:pt>
                <c:pt idx="994">
                  <c:v>7.0533037399331819E-3</c:v>
                </c:pt>
                <c:pt idx="995">
                  <c:v>7.0847244583353338E-3</c:v>
                </c:pt>
                <c:pt idx="996">
                  <c:v>7.4026610173882337E-3</c:v>
                </c:pt>
                <c:pt idx="997">
                  <c:v>7.7498204820477777E-3</c:v>
                </c:pt>
                <c:pt idx="998">
                  <c:v>8.2977957171303258E-3</c:v>
                </c:pt>
                <c:pt idx="999">
                  <c:v>8.3479492794040211E-3</c:v>
                </c:pt>
                <c:pt idx="1000">
                  <c:v>8.0187530209197347E-3</c:v>
                </c:pt>
                <c:pt idx="1001">
                  <c:v>8.2919205102818874E-3</c:v>
                </c:pt>
                <c:pt idx="1002">
                  <c:v>8.3896498060708081E-3</c:v>
                </c:pt>
                <c:pt idx="1003">
                  <c:v>8.4526472069944396E-3</c:v>
                </c:pt>
                <c:pt idx="1004">
                  <c:v>8.5970133919516176E-3</c:v>
                </c:pt>
                <c:pt idx="1005">
                  <c:v>9.1048500947444547E-3</c:v>
                </c:pt>
                <c:pt idx="1006">
                  <c:v>9.5834781595135511E-3</c:v>
                </c:pt>
                <c:pt idx="1007">
                  <c:v>9.6819950465858763E-3</c:v>
                </c:pt>
                <c:pt idx="1008">
                  <c:v>9.2390415676017086E-3</c:v>
                </c:pt>
                <c:pt idx="1009">
                  <c:v>8.0452379796577128E-3</c:v>
                </c:pt>
                <c:pt idx="1010">
                  <c:v>8.0662810854009465E-3</c:v>
                </c:pt>
                <c:pt idx="1011">
                  <c:v>8.0501421193150697E-3</c:v>
                </c:pt>
                <c:pt idx="1012">
                  <c:v>8.5392010799145053E-3</c:v>
                </c:pt>
                <c:pt idx="1013">
                  <c:v>9.9269359100790308E-3</c:v>
                </c:pt>
                <c:pt idx="1014">
                  <c:v>9.7065300431672802E-3</c:v>
                </c:pt>
                <c:pt idx="1015">
                  <c:v>9.528021379631638E-3</c:v>
                </c:pt>
                <c:pt idx="1016">
                  <c:v>9.5622961458014209E-3</c:v>
                </c:pt>
                <c:pt idx="1017">
                  <c:v>1.041096269275286E-2</c:v>
                </c:pt>
                <c:pt idx="1018">
                  <c:v>9.6333460611800325E-3</c:v>
                </c:pt>
                <c:pt idx="1019">
                  <c:v>8.7325555661426548E-3</c:v>
                </c:pt>
                <c:pt idx="1020">
                  <c:v>8.7247387099869504E-3</c:v>
                </c:pt>
                <c:pt idx="1021">
                  <c:v>8.5733476949593473E-3</c:v>
                </c:pt>
                <c:pt idx="1022">
                  <c:v>8.7068927831141108E-3</c:v>
                </c:pt>
                <c:pt idx="1023">
                  <c:v>8.1391320399690804E-3</c:v>
                </c:pt>
                <c:pt idx="1024">
                  <c:v>7.8072401983566211E-3</c:v>
                </c:pt>
                <c:pt idx="1025">
                  <c:v>8.168325296669993E-3</c:v>
                </c:pt>
                <c:pt idx="1026">
                  <c:v>8.4671240462315025E-3</c:v>
                </c:pt>
                <c:pt idx="1027">
                  <c:v>8.4915057514334188E-3</c:v>
                </c:pt>
                <c:pt idx="1028">
                  <c:v>8.4974932825990102E-3</c:v>
                </c:pt>
                <c:pt idx="1029">
                  <c:v>8.614043302358489E-3</c:v>
                </c:pt>
                <c:pt idx="1030">
                  <c:v>8.6009128957032239E-3</c:v>
                </c:pt>
                <c:pt idx="1031">
                  <c:v>8.6006511334920637E-3</c:v>
                </c:pt>
                <c:pt idx="1032">
                  <c:v>8.6521867108253925E-3</c:v>
                </c:pt>
                <c:pt idx="1033">
                  <c:v>8.9653068352798255E-3</c:v>
                </c:pt>
                <c:pt idx="1034">
                  <c:v>7.6965327683273599E-3</c:v>
                </c:pt>
                <c:pt idx="1035">
                  <c:v>7.7710843266150997E-3</c:v>
                </c:pt>
                <c:pt idx="1036">
                  <c:v>8.0027200883054251E-3</c:v>
                </c:pt>
                <c:pt idx="1037">
                  <c:v>7.9571924453573223E-3</c:v>
                </c:pt>
                <c:pt idx="1038">
                  <c:v>6.6680229834564959E-3</c:v>
                </c:pt>
                <c:pt idx="1039">
                  <c:v>6.6131010517421537E-3</c:v>
                </c:pt>
                <c:pt idx="1040">
                  <c:v>6.4926928354598814E-3</c:v>
                </c:pt>
                <c:pt idx="1041">
                  <c:v>6.5383229157842384E-3</c:v>
                </c:pt>
                <c:pt idx="1042">
                  <c:v>6.442063260352752E-3</c:v>
                </c:pt>
                <c:pt idx="1043">
                  <c:v>6.7853752888691922E-3</c:v>
                </c:pt>
                <c:pt idx="1044">
                  <c:v>7.705563789233677E-3</c:v>
                </c:pt>
                <c:pt idx="1045">
                  <c:v>7.6385667202117395E-3</c:v>
                </c:pt>
                <c:pt idx="1046">
                  <c:v>7.5617908447036799E-3</c:v>
                </c:pt>
                <c:pt idx="1047">
                  <c:v>7.4085309952117368E-3</c:v>
                </c:pt>
                <c:pt idx="1048">
                  <c:v>6.9993342164498254E-3</c:v>
                </c:pt>
                <c:pt idx="1049">
                  <c:v>7.1445308745921171E-3</c:v>
                </c:pt>
                <c:pt idx="1050">
                  <c:v>6.745676872385936E-3</c:v>
                </c:pt>
                <c:pt idx="1051">
                  <c:v>6.2444512373008533E-3</c:v>
                </c:pt>
                <c:pt idx="1052">
                  <c:v>6.1798310072896925E-3</c:v>
                </c:pt>
                <c:pt idx="1053">
                  <c:v>6.4395767050434444E-3</c:v>
                </c:pt>
                <c:pt idx="1054">
                  <c:v>6.3710142362867813E-3</c:v>
                </c:pt>
                <c:pt idx="1055">
                  <c:v>6.3871297154903467E-3</c:v>
                </c:pt>
                <c:pt idx="1056">
                  <c:v>6.1185200480854537E-3</c:v>
                </c:pt>
                <c:pt idx="1057">
                  <c:v>7.2914320606868276E-3</c:v>
                </c:pt>
                <c:pt idx="1058">
                  <c:v>7.4524615280350138E-3</c:v>
                </c:pt>
                <c:pt idx="1059">
                  <c:v>7.4768218270065741E-3</c:v>
                </c:pt>
                <c:pt idx="1060">
                  <c:v>7.5566643300598972E-3</c:v>
                </c:pt>
                <c:pt idx="1061">
                  <c:v>8.1523973613803792E-3</c:v>
                </c:pt>
                <c:pt idx="1062">
                  <c:v>1.2555509405682707E-2</c:v>
                </c:pt>
                <c:pt idx="1063">
                  <c:v>1.2725146362826662E-2</c:v>
                </c:pt>
                <c:pt idx="1064">
                  <c:v>1.2625700199419953E-2</c:v>
                </c:pt>
                <c:pt idx="1065">
                  <c:v>1.2106596465328681E-2</c:v>
                </c:pt>
                <c:pt idx="1066">
                  <c:v>1.3121595534341935E-2</c:v>
                </c:pt>
                <c:pt idx="1067">
                  <c:v>1.3610872590047451E-2</c:v>
                </c:pt>
                <c:pt idx="1068">
                  <c:v>1.3575374038930823E-2</c:v>
                </c:pt>
                <c:pt idx="1069">
                  <c:v>1.3680593144428505E-2</c:v>
                </c:pt>
                <c:pt idx="1070">
                  <c:v>1.3589571887683791E-2</c:v>
                </c:pt>
                <c:pt idx="1071">
                  <c:v>1.3512851847636856E-2</c:v>
                </c:pt>
                <c:pt idx="1072">
                  <c:v>1.3626545463841589E-2</c:v>
                </c:pt>
                <c:pt idx="1073">
                  <c:v>1.3476833522985534E-2</c:v>
                </c:pt>
                <c:pt idx="1074">
                  <c:v>1.376812298301308E-2</c:v>
                </c:pt>
                <c:pt idx="1075">
                  <c:v>1.3536745881516347E-2</c:v>
                </c:pt>
                <c:pt idx="1076">
                  <c:v>1.3524348459228744E-2</c:v>
                </c:pt>
                <c:pt idx="1077">
                  <c:v>1.3550809052250749E-2</c:v>
                </c:pt>
                <c:pt idx="1078">
                  <c:v>1.2608344142714251E-2</c:v>
                </c:pt>
                <c:pt idx="1079">
                  <c:v>1.2659682839493258E-2</c:v>
                </c:pt>
                <c:pt idx="1080">
                  <c:v>1.2760198636469518E-2</c:v>
                </c:pt>
                <c:pt idx="1081">
                  <c:v>1.3142214827364045E-2</c:v>
                </c:pt>
                <c:pt idx="1082">
                  <c:v>1.2954147716681717E-2</c:v>
                </c:pt>
                <c:pt idx="1083">
                  <c:v>9.5571851882346268E-3</c:v>
                </c:pt>
                <c:pt idx="1084">
                  <c:v>9.9766551041972681E-3</c:v>
                </c:pt>
                <c:pt idx="1085">
                  <c:v>9.9772328810392753E-3</c:v>
                </c:pt>
                <c:pt idx="1086">
                  <c:v>1.0000005670211252E-2</c:v>
                </c:pt>
                <c:pt idx="1087">
                  <c:v>8.8167388941028883E-3</c:v>
                </c:pt>
                <c:pt idx="1088">
                  <c:v>8.2477466190838157E-3</c:v>
                </c:pt>
                <c:pt idx="1089">
                  <c:v>8.3217135891110426E-3</c:v>
                </c:pt>
                <c:pt idx="1090">
                  <c:v>8.1980724917389489E-3</c:v>
                </c:pt>
                <c:pt idx="1091">
                  <c:v>7.989229104709835E-3</c:v>
                </c:pt>
                <c:pt idx="1092">
                  <c:v>8.0430263437826447E-3</c:v>
                </c:pt>
                <c:pt idx="1093">
                  <c:v>7.7750577979874306E-3</c:v>
                </c:pt>
                <c:pt idx="1094">
                  <c:v>7.7756972126371568E-3</c:v>
                </c:pt>
                <c:pt idx="1095">
                  <c:v>7.7142471106632802E-3</c:v>
                </c:pt>
                <c:pt idx="1096">
                  <c:v>9.6174057253230645E-3</c:v>
                </c:pt>
                <c:pt idx="1097">
                  <c:v>9.6812022982119394E-3</c:v>
                </c:pt>
                <c:pt idx="1098">
                  <c:v>9.638546967517727E-3</c:v>
                </c:pt>
                <c:pt idx="1099">
                  <c:v>9.7902261043587673E-3</c:v>
                </c:pt>
                <c:pt idx="1100">
                  <c:v>9.8909015820071115E-3</c:v>
                </c:pt>
                <c:pt idx="1101">
                  <c:v>9.8518055653557483E-3</c:v>
                </c:pt>
                <c:pt idx="1102">
                  <c:v>9.7488807647836111E-3</c:v>
                </c:pt>
                <c:pt idx="1103">
                  <c:v>9.765223753041832E-3</c:v>
                </c:pt>
                <c:pt idx="1104">
                  <c:v>1.016970478520937E-2</c:v>
                </c:pt>
                <c:pt idx="1105">
                  <c:v>1.0295588172930198E-2</c:v>
                </c:pt>
                <c:pt idx="1106">
                  <c:v>1.0304810425323076E-2</c:v>
                </c:pt>
                <c:pt idx="1107">
                  <c:v>1.0321641034935637E-2</c:v>
                </c:pt>
                <c:pt idx="1108">
                  <c:v>1.035886251078103E-2</c:v>
                </c:pt>
                <c:pt idx="1109">
                  <c:v>1.0039816334424004E-2</c:v>
                </c:pt>
                <c:pt idx="1110">
                  <c:v>1.0132831767869038E-2</c:v>
                </c:pt>
                <c:pt idx="1111">
                  <c:v>1.0193007074210064E-2</c:v>
                </c:pt>
                <c:pt idx="1112">
                  <c:v>1.0560290914981882E-2</c:v>
                </c:pt>
                <c:pt idx="1113">
                  <c:v>1.1208753130620955E-2</c:v>
                </c:pt>
                <c:pt idx="1114">
                  <c:v>1.1066471533528783E-2</c:v>
                </c:pt>
                <c:pt idx="1115">
                  <c:v>1.1017084551195343E-2</c:v>
                </c:pt>
                <c:pt idx="1116">
                  <c:v>1.0936693257933333E-2</c:v>
                </c:pt>
                <c:pt idx="1117">
                  <c:v>1.1223305448565615E-2</c:v>
                </c:pt>
                <c:pt idx="1118">
                  <c:v>1.1129288212089541E-2</c:v>
                </c:pt>
                <c:pt idx="1119">
                  <c:v>1.1289207128449505E-2</c:v>
                </c:pt>
                <c:pt idx="1120">
                  <c:v>1.1407913939164143E-2</c:v>
                </c:pt>
                <c:pt idx="1121">
                  <c:v>1.1938039803921576E-2</c:v>
                </c:pt>
                <c:pt idx="1122">
                  <c:v>1.2336023072147888E-2</c:v>
                </c:pt>
                <c:pt idx="1123">
                  <c:v>1.2175508468210751E-2</c:v>
                </c:pt>
                <c:pt idx="1124">
                  <c:v>1.226342116208841E-2</c:v>
                </c:pt>
                <c:pt idx="1125">
                  <c:v>1.1935494442874532E-2</c:v>
                </c:pt>
                <c:pt idx="1126">
                  <c:v>1.1544541065654286E-2</c:v>
                </c:pt>
                <c:pt idx="1127">
                  <c:v>1.2121990063149577E-2</c:v>
                </c:pt>
                <c:pt idx="1128">
                  <c:v>1.2552378530376508E-2</c:v>
                </c:pt>
                <c:pt idx="1129">
                  <c:v>1.2838524288612973E-2</c:v>
                </c:pt>
                <c:pt idx="1130">
                  <c:v>1.2930192828172378E-2</c:v>
                </c:pt>
                <c:pt idx="1131">
                  <c:v>1.2954729392589912E-2</c:v>
                </c:pt>
                <c:pt idx="1132">
                  <c:v>1.2842400399072874E-2</c:v>
                </c:pt>
                <c:pt idx="1133">
                  <c:v>1.2379328050520246E-2</c:v>
                </c:pt>
                <c:pt idx="1134">
                  <c:v>1.2522704810298621E-2</c:v>
                </c:pt>
                <c:pt idx="1135">
                  <c:v>1.2428947189619288E-2</c:v>
                </c:pt>
                <c:pt idx="1136">
                  <c:v>1.2446536004587864E-2</c:v>
                </c:pt>
                <c:pt idx="1137">
                  <c:v>1.2156373141128284E-2</c:v>
                </c:pt>
                <c:pt idx="1138">
                  <c:v>1.1612851033457983E-2</c:v>
                </c:pt>
                <c:pt idx="1139">
                  <c:v>1.1630989482905855E-2</c:v>
                </c:pt>
                <c:pt idx="1140">
                  <c:v>1.1579084096542029E-2</c:v>
                </c:pt>
                <c:pt idx="1141">
                  <c:v>1.1442948056722135E-2</c:v>
                </c:pt>
                <c:pt idx="1142">
                  <c:v>1.0317024913863207E-2</c:v>
                </c:pt>
                <c:pt idx="1143">
                  <c:v>1.1012857933042705E-2</c:v>
                </c:pt>
                <c:pt idx="1144">
                  <c:v>1.1013318311994176E-2</c:v>
                </c:pt>
                <c:pt idx="1145">
                  <c:v>1.1499080111371955E-2</c:v>
                </c:pt>
                <c:pt idx="1146">
                  <c:v>1.7260378008209985E-2</c:v>
                </c:pt>
                <c:pt idx="1147">
                  <c:v>1.7481594857437253E-2</c:v>
                </c:pt>
                <c:pt idx="1148">
                  <c:v>1.681071952859528E-2</c:v>
                </c:pt>
                <c:pt idx="1149">
                  <c:v>1.7469829113994712E-2</c:v>
                </c:pt>
                <c:pt idx="1150">
                  <c:v>1.7266341367167922E-2</c:v>
                </c:pt>
                <c:pt idx="1151">
                  <c:v>1.7473157589829834E-2</c:v>
                </c:pt>
                <c:pt idx="1152">
                  <c:v>1.7691078124628987E-2</c:v>
                </c:pt>
                <c:pt idx="1153">
                  <c:v>1.8214513907158638E-2</c:v>
                </c:pt>
                <c:pt idx="1154">
                  <c:v>1.8107646023068896E-2</c:v>
                </c:pt>
                <c:pt idx="1155">
                  <c:v>1.7769919534391315E-2</c:v>
                </c:pt>
                <c:pt idx="1156">
                  <c:v>1.7763029388276192E-2</c:v>
                </c:pt>
                <c:pt idx="1157">
                  <c:v>1.7963896238116114E-2</c:v>
                </c:pt>
                <c:pt idx="1158">
                  <c:v>1.8102341108379424E-2</c:v>
                </c:pt>
                <c:pt idx="1159">
                  <c:v>1.7884428422335022E-2</c:v>
                </c:pt>
                <c:pt idx="1160">
                  <c:v>1.7765431577632933E-2</c:v>
                </c:pt>
                <c:pt idx="1161">
                  <c:v>1.7767526685512704E-2</c:v>
                </c:pt>
                <c:pt idx="1162">
                  <c:v>1.7716388609975306E-2</c:v>
                </c:pt>
                <c:pt idx="1163">
                  <c:v>1.8194041892679202E-2</c:v>
                </c:pt>
                <c:pt idx="1164">
                  <c:v>1.8142085505641579E-2</c:v>
                </c:pt>
                <c:pt idx="1165">
                  <c:v>1.8140804826257999E-2</c:v>
                </c:pt>
                <c:pt idx="1166">
                  <c:v>1.7676034863691903E-2</c:v>
                </c:pt>
                <c:pt idx="1167">
                  <c:v>1.2180936479938153E-2</c:v>
                </c:pt>
                <c:pt idx="1168">
                  <c:v>1.0680863790168612E-2</c:v>
                </c:pt>
                <c:pt idx="1169">
                  <c:v>1.0758782522311277E-2</c:v>
                </c:pt>
                <c:pt idx="1170">
                  <c:v>1.0320233065980176E-2</c:v>
                </c:pt>
                <c:pt idx="1171">
                  <c:v>1.0266144478606911E-2</c:v>
                </c:pt>
                <c:pt idx="1172">
                  <c:v>1.0348206069940335E-2</c:v>
                </c:pt>
                <c:pt idx="1173">
                  <c:v>9.6143892725645379E-3</c:v>
                </c:pt>
                <c:pt idx="1174">
                  <c:v>8.3434917540308722E-3</c:v>
                </c:pt>
                <c:pt idx="1175">
                  <c:v>8.8652562169482529E-3</c:v>
                </c:pt>
                <c:pt idx="1176">
                  <c:v>8.4727557551501301E-3</c:v>
                </c:pt>
                <c:pt idx="1177">
                  <c:v>8.3690064479770739E-3</c:v>
                </c:pt>
                <c:pt idx="1178">
                  <c:v>8.3081892753048819E-3</c:v>
                </c:pt>
                <c:pt idx="1179">
                  <c:v>7.6224110719512505E-3</c:v>
                </c:pt>
                <c:pt idx="1180">
                  <c:v>7.9459815006032841E-3</c:v>
                </c:pt>
                <c:pt idx="1181">
                  <c:v>7.9414499267050995E-3</c:v>
                </c:pt>
                <c:pt idx="1182">
                  <c:v>7.9375131393160693E-3</c:v>
                </c:pt>
                <c:pt idx="1183">
                  <c:v>7.8977130240497906E-3</c:v>
                </c:pt>
                <c:pt idx="1184">
                  <c:v>7.204982813337534E-3</c:v>
                </c:pt>
                <c:pt idx="1185">
                  <c:v>6.0008582590261577E-3</c:v>
                </c:pt>
                <c:pt idx="1186">
                  <c:v>6.3838912949535252E-3</c:v>
                </c:pt>
                <c:pt idx="1187">
                  <c:v>6.3912480801376452E-3</c:v>
                </c:pt>
                <c:pt idx="1188">
                  <c:v>6.6101470523365789E-3</c:v>
                </c:pt>
                <c:pt idx="1189">
                  <c:v>6.9860801520578771E-3</c:v>
                </c:pt>
                <c:pt idx="1190">
                  <c:v>7.02113681547598E-3</c:v>
                </c:pt>
                <c:pt idx="1191">
                  <c:v>6.8452933448847689E-3</c:v>
                </c:pt>
                <c:pt idx="1192">
                  <c:v>6.7809174424378685E-3</c:v>
                </c:pt>
                <c:pt idx="1193">
                  <c:v>6.4057218057550934E-3</c:v>
                </c:pt>
                <c:pt idx="1194">
                  <c:v>6.8475124356134707E-3</c:v>
                </c:pt>
                <c:pt idx="1195">
                  <c:v>6.9401411526570367E-3</c:v>
                </c:pt>
                <c:pt idx="1196">
                  <c:v>6.4749565546408294E-3</c:v>
                </c:pt>
                <c:pt idx="1197">
                  <c:v>7.3037108902990564E-3</c:v>
                </c:pt>
                <c:pt idx="1198">
                  <c:v>7.1422930652450941E-3</c:v>
                </c:pt>
                <c:pt idx="1199">
                  <c:v>7.5956351817339099E-3</c:v>
                </c:pt>
                <c:pt idx="1200">
                  <c:v>7.6675336932613093E-3</c:v>
                </c:pt>
                <c:pt idx="1201">
                  <c:v>7.7491926574404391E-3</c:v>
                </c:pt>
                <c:pt idx="1202">
                  <c:v>7.9915732118320173E-3</c:v>
                </c:pt>
                <c:pt idx="1203">
                  <c:v>8.0663546897610291E-3</c:v>
                </c:pt>
                <c:pt idx="1204">
                  <c:v>7.9928645548892219E-3</c:v>
                </c:pt>
                <c:pt idx="1205">
                  <c:v>7.9990373904116115E-3</c:v>
                </c:pt>
                <c:pt idx="1206">
                  <c:v>7.992245947143449E-3</c:v>
                </c:pt>
                <c:pt idx="1207">
                  <c:v>7.8029159037618766E-3</c:v>
                </c:pt>
                <c:pt idx="1208">
                  <c:v>7.8133088395332256E-3</c:v>
                </c:pt>
                <c:pt idx="1209">
                  <c:v>7.3678085918428629E-3</c:v>
                </c:pt>
                <c:pt idx="1210">
                  <c:v>7.1388873142027628E-3</c:v>
                </c:pt>
                <c:pt idx="1211">
                  <c:v>7.1870775469448471E-3</c:v>
                </c:pt>
                <c:pt idx="1212">
                  <c:v>6.8948770318169698E-3</c:v>
                </c:pt>
                <c:pt idx="1213">
                  <c:v>6.9027631271560454E-3</c:v>
                </c:pt>
                <c:pt idx="1214">
                  <c:v>6.7538884033733759E-3</c:v>
                </c:pt>
                <c:pt idx="1215">
                  <c:v>6.9548912646567474E-3</c:v>
                </c:pt>
                <c:pt idx="1216">
                  <c:v>7.0482506036987072E-3</c:v>
                </c:pt>
                <c:pt idx="1217">
                  <c:v>8.6719424160978907E-3</c:v>
                </c:pt>
                <c:pt idx="1218">
                  <c:v>8.1366248929818658E-3</c:v>
                </c:pt>
                <c:pt idx="1219">
                  <c:v>8.1458501424206409E-3</c:v>
                </c:pt>
                <c:pt idx="1220">
                  <c:v>8.0025789358109042E-3</c:v>
                </c:pt>
                <c:pt idx="1221">
                  <c:v>7.9246663464916361E-3</c:v>
                </c:pt>
                <c:pt idx="1222">
                  <c:v>7.9243786102679761E-3</c:v>
                </c:pt>
                <c:pt idx="1223">
                  <c:v>7.8268055324313239E-3</c:v>
                </c:pt>
                <c:pt idx="1224">
                  <c:v>7.8433931320883964E-3</c:v>
                </c:pt>
                <c:pt idx="1225">
                  <c:v>7.9130630412840436E-3</c:v>
                </c:pt>
                <c:pt idx="1226">
                  <c:v>7.8178957809219157E-3</c:v>
                </c:pt>
                <c:pt idx="1227">
                  <c:v>8.0380110788971209E-3</c:v>
                </c:pt>
                <c:pt idx="1228">
                  <c:v>8.0645237163713378E-3</c:v>
                </c:pt>
                <c:pt idx="1229">
                  <c:v>8.0497977623249176E-3</c:v>
                </c:pt>
                <c:pt idx="1230">
                  <c:v>8.3586733924547671E-3</c:v>
                </c:pt>
                <c:pt idx="1231">
                  <c:v>8.4125322562636148E-3</c:v>
                </c:pt>
                <c:pt idx="1232">
                  <c:v>8.5107234004639151E-3</c:v>
                </c:pt>
                <c:pt idx="1233">
                  <c:v>8.6333741766634019E-3</c:v>
                </c:pt>
                <c:pt idx="1234">
                  <c:v>8.6268036664452451E-3</c:v>
                </c:pt>
                <c:pt idx="1235">
                  <c:v>8.96237926098826E-3</c:v>
                </c:pt>
                <c:pt idx="1236">
                  <c:v>8.7521058295809331E-3</c:v>
                </c:pt>
                <c:pt idx="1237">
                  <c:v>1.069572104686318E-2</c:v>
                </c:pt>
                <c:pt idx="1238">
                  <c:v>9.4971643468116183E-3</c:v>
                </c:pt>
                <c:pt idx="1239">
                  <c:v>9.6564792382774749E-3</c:v>
                </c:pt>
                <c:pt idx="1240">
                  <c:v>9.85596904946477E-3</c:v>
                </c:pt>
                <c:pt idx="1241">
                  <c:v>9.5544521960445328E-3</c:v>
                </c:pt>
                <c:pt idx="1242">
                  <c:v>9.5942954852150757E-3</c:v>
                </c:pt>
                <c:pt idx="1243">
                  <c:v>9.8664180995967406E-3</c:v>
                </c:pt>
                <c:pt idx="1244">
                  <c:v>9.7938712415150519E-3</c:v>
                </c:pt>
                <c:pt idx="1245">
                  <c:v>9.6029056843986004E-3</c:v>
                </c:pt>
                <c:pt idx="1246">
                  <c:v>9.4731395297333841E-3</c:v>
                </c:pt>
                <c:pt idx="1247">
                  <c:v>9.5861228391602611E-3</c:v>
                </c:pt>
                <c:pt idx="1248">
                  <c:v>9.6911348481405288E-3</c:v>
                </c:pt>
                <c:pt idx="1249">
                  <c:v>9.7567129614658347E-3</c:v>
                </c:pt>
                <c:pt idx="1250">
                  <c:v>1.0319735540422099E-2</c:v>
                </c:pt>
                <c:pt idx="1251">
                  <c:v>9.9149939799883686E-3</c:v>
                </c:pt>
                <c:pt idx="1252">
                  <c:v>1.0487038832244101E-2</c:v>
                </c:pt>
                <c:pt idx="1253">
                  <c:v>1.0487112871737441E-2</c:v>
                </c:pt>
                <c:pt idx="1254">
                  <c:v>1.0670190149131967E-2</c:v>
                </c:pt>
                <c:pt idx="1255">
                  <c:v>1.0709963891646173E-2</c:v>
                </c:pt>
                <c:pt idx="1256">
                  <c:v>1.2666996434720671E-2</c:v>
                </c:pt>
                <c:pt idx="1257">
                  <c:v>1.2670408894807163E-2</c:v>
                </c:pt>
                <c:pt idx="1258">
                  <c:v>1.245547232659594E-2</c:v>
                </c:pt>
                <c:pt idx="1259">
                  <c:v>1.2484871021134412E-2</c:v>
                </c:pt>
                <c:pt idx="1260">
                  <c:v>1.2110183679014432E-2</c:v>
                </c:pt>
                <c:pt idx="1261">
                  <c:v>1.241531030661505E-2</c:v>
                </c:pt>
                <c:pt idx="1262">
                  <c:v>1.4928584012247455E-2</c:v>
                </c:pt>
                <c:pt idx="1263">
                  <c:v>1.4585641188889473E-2</c:v>
                </c:pt>
                <c:pt idx="1264">
                  <c:v>2.1582349548200774E-2</c:v>
                </c:pt>
                <c:pt idx="1265">
                  <c:v>2.2919272329040993E-2</c:v>
                </c:pt>
                <c:pt idx="1266">
                  <c:v>2.5498749819129963E-2</c:v>
                </c:pt>
                <c:pt idx="1267">
                  <c:v>2.5508268305803602E-2</c:v>
                </c:pt>
                <c:pt idx="1268">
                  <c:v>2.7077482597477442E-2</c:v>
                </c:pt>
                <c:pt idx="1269">
                  <c:v>2.7572980534260938E-2</c:v>
                </c:pt>
                <c:pt idx="1270">
                  <c:v>3.1187999667531042E-2</c:v>
                </c:pt>
                <c:pt idx="1271">
                  <c:v>3.9417897788968662E-2</c:v>
                </c:pt>
                <c:pt idx="1272">
                  <c:v>3.9581346721621072E-2</c:v>
                </c:pt>
                <c:pt idx="1273">
                  <c:v>4.1409394711605214E-2</c:v>
                </c:pt>
                <c:pt idx="1274">
                  <c:v>4.27545384823875E-2</c:v>
                </c:pt>
                <c:pt idx="1275">
                  <c:v>4.2800900600445099E-2</c:v>
                </c:pt>
                <c:pt idx="1276">
                  <c:v>4.2783734770920838E-2</c:v>
                </c:pt>
                <c:pt idx="1277">
                  <c:v>4.3556475715595212E-2</c:v>
                </c:pt>
                <c:pt idx="1278">
                  <c:v>4.351059554371043E-2</c:v>
                </c:pt>
                <c:pt idx="1279">
                  <c:v>4.27084212593387E-2</c:v>
                </c:pt>
                <c:pt idx="1280">
                  <c:v>4.5547844233967572E-2</c:v>
                </c:pt>
                <c:pt idx="1281">
                  <c:v>4.5985749406629535E-2</c:v>
                </c:pt>
                <c:pt idx="1282">
                  <c:v>4.7090860058513789E-2</c:v>
                </c:pt>
                <c:pt idx="1283">
                  <c:v>4.6458207671974512E-2</c:v>
                </c:pt>
                <c:pt idx="1284">
                  <c:v>4.6723568220163554E-2</c:v>
                </c:pt>
                <c:pt idx="1285">
                  <c:v>4.402588881359637E-2</c:v>
                </c:pt>
                <c:pt idx="1286">
                  <c:v>4.3924693134486041E-2</c:v>
                </c:pt>
                <c:pt idx="1287">
                  <c:v>4.1884603037507219E-2</c:v>
                </c:pt>
                <c:pt idx="1288">
                  <c:v>4.2065699141738959E-2</c:v>
                </c:pt>
                <c:pt idx="1289">
                  <c:v>4.0149545562435232E-2</c:v>
                </c:pt>
                <c:pt idx="1290">
                  <c:v>3.8930181563780288E-2</c:v>
                </c:pt>
                <c:pt idx="1291">
                  <c:v>3.7851752519391962E-2</c:v>
                </c:pt>
                <c:pt idx="1292">
                  <c:v>2.259802687993236E-2</c:v>
                </c:pt>
                <c:pt idx="1293">
                  <c:v>2.2616655235035473E-2</c:v>
                </c:pt>
                <c:pt idx="1294">
                  <c:v>2.1888773884421571E-2</c:v>
                </c:pt>
                <c:pt idx="1295">
                  <c:v>2.1429732925697557E-2</c:v>
                </c:pt>
                <c:pt idx="1296">
                  <c:v>2.3978970652875038E-2</c:v>
                </c:pt>
                <c:pt idx="1297">
                  <c:v>2.3040292409954484E-2</c:v>
                </c:pt>
                <c:pt idx="1298">
                  <c:v>2.2716008294681192E-2</c:v>
                </c:pt>
                <c:pt idx="1299">
                  <c:v>2.2136138390576033E-2</c:v>
                </c:pt>
                <c:pt idx="1300">
                  <c:v>2.1808709726241916E-2</c:v>
                </c:pt>
                <c:pt idx="1301">
                  <c:v>1.8824696056201556E-2</c:v>
                </c:pt>
                <c:pt idx="1302">
                  <c:v>1.8675629560061163E-2</c:v>
                </c:pt>
                <c:pt idx="1303">
                  <c:v>1.7905426565206002E-2</c:v>
                </c:pt>
                <c:pt idx="1304">
                  <c:v>1.7570278280001544E-2</c:v>
                </c:pt>
                <c:pt idx="1305">
                  <c:v>1.7436313720630467E-2</c:v>
                </c:pt>
                <c:pt idx="1306">
                  <c:v>1.9766396919390777E-2</c:v>
                </c:pt>
                <c:pt idx="1307">
                  <c:v>1.907728200149162E-2</c:v>
                </c:pt>
                <c:pt idx="1308">
                  <c:v>1.9400611565761325E-2</c:v>
                </c:pt>
                <c:pt idx="1309">
                  <c:v>1.8273224430565078E-2</c:v>
                </c:pt>
                <c:pt idx="1310">
                  <c:v>1.8272915617684505E-2</c:v>
                </c:pt>
                <c:pt idx="1311">
                  <c:v>1.8297824231022816E-2</c:v>
                </c:pt>
                <c:pt idx="1312">
                  <c:v>1.7724136829078807E-2</c:v>
                </c:pt>
                <c:pt idx="1313">
                  <c:v>1.7783010904312974E-2</c:v>
                </c:pt>
                <c:pt idx="1314">
                  <c:v>1.7719434171041427E-2</c:v>
                </c:pt>
                <c:pt idx="1315">
                  <c:v>1.874856322699614E-2</c:v>
                </c:pt>
                <c:pt idx="1316">
                  <c:v>1.8448759333831704E-2</c:v>
                </c:pt>
                <c:pt idx="1317">
                  <c:v>1.5230260238579889E-2</c:v>
                </c:pt>
                <c:pt idx="1318">
                  <c:v>1.5069216526548777E-2</c:v>
                </c:pt>
                <c:pt idx="1319">
                  <c:v>1.5352972062874323E-2</c:v>
                </c:pt>
                <c:pt idx="1320">
                  <c:v>1.5184698468376888E-2</c:v>
                </c:pt>
                <c:pt idx="1321">
                  <c:v>1.5199425348133688E-2</c:v>
                </c:pt>
                <c:pt idx="1322">
                  <c:v>1.528040354381713E-2</c:v>
                </c:pt>
                <c:pt idx="1323">
                  <c:v>1.5559552733623909E-2</c:v>
                </c:pt>
                <c:pt idx="1324">
                  <c:v>1.5126984175383626E-2</c:v>
                </c:pt>
                <c:pt idx="1325">
                  <c:v>1.5455234158968118E-2</c:v>
                </c:pt>
                <c:pt idx="1326">
                  <c:v>1.5390772649688127E-2</c:v>
                </c:pt>
                <c:pt idx="1327">
                  <c:v>1.0521353189773264E-2</c:v>
                </c:pt>
                <c:pt idx="1328">
                  <c:v>1.0594924151641948E-2</c:v>
                </c:pt>
                <c:pt idx="1329">
                  <c:v>1.0436329396406858E-2</c:v>
                </c:pt>
                <c:pt idx="1330">
                  <c:v>1.0623797837572117E-2</c:v>
                </c:pt>
                <c:pt idx="1331">
                  <c:v>1.0213144804768369E-2</c:v>
                </c:pt>
                <c:pt idx="1332">
                  <c:v>1.1230824534650363E-2</c:v>
                </c:pt>
                <c:pt idx="1333">
                  <c:v>1.123587339606931E-2</c:v>
                </c:pt>
                <c:pt idx="1334">
                  <c:v>1.1042667563301325E-2</c:v>
                </c:pt>
                <c:pt idx="1335">
                  <c:v>1.2007877708152351E-2</c:v>
                </c:pt>
                <c:pt idx="1336">
                  <c:v>1.050615842595024E-2</c:v>
                </c:pt>
                <c:pt idx="1337">
                  <c:v>1.0261021043443026E-2</c:v>
                </c:pt>
                <c:pt idx="1338">
                  <c:v>1.0416715689697268E-2</c:v>
                </c:pt>
                <c:pt idx="1339">
                  <c:v>1.0391353228138145E-2</c:v>
                </c:pt>
                <c:pt idx="1340">
                  <c:v>1.0344227864812181E-2</c:v>
                </c:pt>
                <c:pt idx="1341">
                  <c:v>1.0343464472055622E-2</c:v>
                </c:pt>
                <c:pt idx="1342">
                  <c:v>1.0347442088597638E-2</c:v>
                </c:pt>
                <c:pt idx="1343">
                  <c:v>1.0163820761354657E-2</c:v>
                </c:pt>
                <c:pt idx="1344">
                  <c:v>9.7742416645661863E-3</c:v>
                </c:pt>
                <c:pt idx="1345">
                  <c:v>9.6221845207594015E-3</c:v>
                </c:pt>
                <c:pt idx="1346">
                  <c:v>9.5468974776560557E-3</c:v>
                </c:pt>
                <c:pt idx="1347">
                  <c:v>9.7636212075426741E-3</c:v>
                </c:pt>
                <c:pt idx="1348">
                  <c:v>9.781441506636129E-3</c:v>
                </c:pt>
                <c:pt idx="1349">
                  <c:v>9.8427203509015779E-3</c:v>
                </c:pt>
                <c:pt idx="1350">
                  <c:v>9.8455284640336545E-3</c:v>
                </c:pt>
                <c:pt idx="1351">
                  <c:v>9.3734872169502215E-3</c:v>
                </c:pt>
                <c:pt idx="1352">
                  <c:v>8.8679238862680049E-3</c:v>
                </c:pt>
                <c:pt idx="1353">
                  <c:v>8.3023761097701064E-3</c:v>
                </c:pt>
                <c:pt idx="1354">
                  <c:v>8.2396800808579914E-3</c:v>
                </c:pt>
                <c:pt idx="1355">
                  <c:v>8.8698344051023476E-3</c:v>
                </c:pt>
                <c:pt idx="1356">
                  <c:v>8.0911309308029991E-3</c:v>
                </c:pt>
                <c:pt idx="1357">
                  <c:v>8.043160692689906E-3</c:v>
                </c:pt>
                <c:pt idx="1358">
                  <c:v>8.3658370135138629E-3</c:v>
                </c:pt>
                <c:pt idx="1359">
                  <c:v>8.1117865028759936E-3</c:v>
                </c:pt>
                <c:pt idx="1360">
                  <c:v>8.0416875433671278E-3</c:v>
                </c:pt>
                <c:pt idx="1361">
                  <c:v>7.5654797372640067E-3</c:v>
                </c:pt>
                <c:pt idx="1362">
                  <c:v>7.5937379385966064E-3</c:v>
                </c:pt>
                <c:pt idx="1363">
                  <c:v>7.815725732251087E-3</c:v>
                </c:pt>
                <c:pt idx="1364">
                  <c:v>8.1438772504189051E-3</c:v>
                </c:pt>
                <c:pt idx="1365">
                  <c:v>8.1746399980339897E-3</c:v>
                </c:pt>
                <c:pt idx="1366">
                  <c:v>8.2123704241260191E-3</c:v>
                </c:pt>
                <c:pt idx="1367">
                  <c:v>7.5883729587051148E-3</c:v>
                </c:pt>
                <c:pt idx="1368">
                  <c:v>7.6290221228352073E-3</c:v>
                </c:pt>
                <c:pt idx="1369">
                  <c:v>8.1657028219475954E-3</c:v>
                </c:pt>
                <c:pt idx="1370">
                  <c:v>7.8588955281313731E-3</c:v>
                </c:pt>
                <c:pt idx="1371">
                  <c:v>7.9885450556099469E-3</c:v>
                </c:pt>
                <c:pt idx="1372">
                  <c:v>7.9749751983057508E-3</c:v>
                </c:pt>
                <c:pt idx="1373">
                  <c:v>7.9962682477802138E-3</c:v>
                </c:pt>
                <c:pt idx="1374">
                  <c:v>7.9062721976779528E-3</c:v>
                </c:pt>
                <c:pt idx="1375">
                  <c:v>7.7644267972218212E-3</c:v>
                </c:pt>
                <c:pt idx="1376">
                  <c:v>6.6179018906081192E-3</c:v>
                </c:pt>
                <c:pt idx="1377">
                  <c:v>6.5705083065435146E-3</c:v>
                </c:pt>
                <c:pt idx="1378">
                  <c:v>6.6290758113572565E-3</c:v>
                </c:pt>
                <c:pt idx="1379">
                  <c:v>5.8776800121779979E-3</c:v>
                </c:pt>
                <c:pt idx="1380">
                  <c:v>1.1498295342593567E-2</c:v>
                </c:pt>
                <c:pt idx="1381">
                  <c:v>1.1503774034903068E-2</c:v>
                </c:pt>
                <c:pt idx="1382">
                  <c:v>1.1651498105068362E-2</c:v>
                </c:pt>
                <c:pt idx="1383">
                  <c:v>1.1684935921377331E-2</c:v>
                </c:pt>
                <c:pt idx="1384">
                  <c:v>1.2429336953975722E-2</c:v>
                </c:pt>
                <c:pt idx="1385">
                  <c:v>1.2482499455634904E-2</c:v>
                </c:pt>
                <c:pt idx="1386">
                  <c:v>1.2701606222074479E-2</c:v>
                </c:pt>
                <c:pt idx="1387">
                  <c:v>1.2742065846470026E-2</c:v>
                </c:pt>
                <c:pt idx="1388">
                  <c:v>1.2995525983934768E-2</c:v>
                </c:pt>
                <c:pt idx="1389">
                  <c:v>1.2636560113774245E-2</c:v>
                </c:pt>
                <c:pt idx="1390">
                  <c:v>1.3601780871295677E-2</c:v>
                </c:pt>
                <c:pt idx="1391">
                  <c:v>1.3719666493213991E-2</c:v>
                </c:pt>
                <c:pt idx="1392">
                  <c:v>1.3540073455407664E-2</c:v>
                </c:pt>
                <c:pt idx="1393">
                  <c:v>1.3545854729701809E-2</c:v>
                </c:pt>
                <c:pt idx="1394">
                  <c:v>1.3479801721615435E-2</c:v>
                </c:pt>
                <c:pt idx="1395">
                  <c:v>1.5777973013937806E-2</c:v>
                </c:pt>
                <c:pt idx="1396">
                  <c:v>1.5998486003474706E-2</c:v>
                </c:pt>
                <c:pt idx="1397">
                  <c:v>1.5960787267032137E-2</c:v>
                </c:pt>
                <c:pt idx="1398">
                  <c:v>1.6644274235959235E-2</c:v>
                </c:pt>
                <c:pt idx="1399">
                  <c:v>1.8060260401104932E-2</c:v>
                </c:pt>
                <c:pt idx="1400">
                  <c:v>1.9307409199907054E-2</c:v>
                </c:pt>
                <c:pt idx="1401">
                  <c:v>1.7165702796965499E-2</c:v>
                </c:pt>
                <c:pt idx="1402">
                  <c:v>1.7086523319552991E-2</c:v>
                </c:pt>
                <c:pt idx="1403">
                  <c:v>1.6870128518993721E-2</c:v>
                </c:pt>
                <c:pt idx="1404">
                  <c:v>1.6767617637894895E-2</c:v>
                </c:pt>
                <c:pt idx="1405">
                  <c:v>1.6378483896094698E-2</c:v>
                </c:pt>
                <c:pt idx="1406">
                  <c:v>1.6293623393393773E-2</c:v>
                </c:pt>
                <c:pt idx="1407">
                  <c:v>1.5907603926591463E-2</c:v>
                </c:pt>
                <c:pt idx="1408">
                  <c:v>1.5862049605767464E-2</c:v>
                </c:pt>
                <c:pt idx="1409">
                  <c:v>1.5759951530268355E-2</c:v>
                </c:pt>
                <c:pt idx="1410">
                  <c:v>1.5753693780326841E-2</c:v>
                </c:pt>
                <c:pt idx="1411">
                  <c:v>1.4606500945830945E-2</c:v>
                </c:pt>
                <c:pt idx="1412">
                  <c:v>1.4758496238927731E-2</c:v>
                </c:pt>
                <c:pt idx="1413">
                  <c:v>1.5002381099480195E-2</c:v>
                </c:pt>
                <c:pt idx="1414">
                  <c:v>1.5141054703656721E-2</c:v>
                </c:pt>
                <c:pt idx="1415">
                  <c:v>1.5231453581294088E-2</c:v>
                </c:pt>
                <c:pt idx="1416">
                  <c:v>1.2881098147488257E-2</c:v>
                </c:pt>
                <c:pt idx="1417">
                  <c:v>1.2369631860616744E-2</c:v>
                </c:pt>
                <c:pt idx="1418">
                  <c:v>1.237186337593103E-2</c:v>
                </c:pt>
                <c:pt idx="1419">
                  <c:v>1.1577885944020547E-2</c:v>
                </c:pt>
                <c:pt idx="1420">
                  <c:v>1.0185340418092187E-2</c:v>
                </c:pt>
                <c:pt idx="1421">
                  <c:v>8.2588891581015129E-3</c:v>
                </c:pt>
                <c:pt idx="1422">
                  <c:v>8.3115423067109569E-3</c:v>
                </c:pt>
                <c:pt idx="1423">
                  <c:v>8.3960702979027444E-3</c:v>
                </c:pt>
                <c:pt idx="1424">
                  <c:v>8.2379688508122367E-3</c:v>
                </c:pt>
                <c:pt idx="1425">
                  <c:v>8.3705872289875291E-3</c:v>
                </c:pt>
                <c:pt idx="1426">
                  <c:v>8.3769194967193965E-3</c:v>
                </c:pt>
                <c:pt idx="1427">
                  <c:v>9.0835073190981518E-3</c:v>
                </c:pt>
                <c:pt idx="1428">
                  <c:v>9.1634990778134539E-3</c:v>
                </c:pt>
                <c:pt idx="1429">
                  <c:v>9.2061809130745235E-3</c:v>
                </c:pt>
                <c:pt idx="1430">
                  <c:v>9.0160023177640047E-3</c:v>
                </c:pt>
                <c:pt idx="1431">
                  <c:v>8.8459110209442096E-3</c:v>
                </c:pt>
                <c:pt idx="1432">
                  <c:v>8.7945143183946386E-3</c:v>
                </c:pt>
                <c:pt idx="1433">
                  <c:v>7.5065936120919594E-3</c:v>
                </c:pt>
                <c:pt idx="1434">
                  <c:v>7.3613427857417858E-3</c:v>
                </c:pt>
                <c:pt idx="1435">
                  <c:v>7.4696658940213686E-3</c:v>
                </c:pt>
                <c:pt idx="1436">
                  <c:v>7.771337540442594E-3</c:v>
                </c:pt>
                <c:pt idx="1437">
                  <c:v>8.1553061669728082E-3</c:v>
                </c:pt>
                <c:pt idx="1438">
                  <c:v>8.1937498902545178E-3</c:v>
                </c:pt>
                <c:pt idx="1439">
                  <c:v>8.3693375859385018E-3</c:v>
                </c:pt>
                <c:pt idx="1440">
                  <c:v>6.665005769730426E-3</c:v>
                </c:pt>
                <c:pt idx="1441">
                  <c:v>8.1464321433245331E-3</c:v>
                </c:pt>
                <c:pt idx="1442">
                  <c:v>7.4534482445800833E-3</c:v>
                </c:pt>
                <c:pt idx="1443">
                  <c:v>8.4233523299013947E-3</c:v>
                </c:pt>
                <c:pt idx="1444">
                  <c:v>8.4293834057014658E-3</c:v>
                </c:pt>
                <c:pt idx="1445">
                  <c:v>8.41292190729751E-3</c:v>
                </c:pt>
                <c:pt idx="1446">
                  <c:v>8.4164320423021459E-3</c:v>
                </c:pt>
                <c:pt idx="1447">
                  <c:v>8.4581386861546336E-3</c:v>
                </c:pt>
                <c:pt idx="1448">
                  <c:v>8.1670064388312067E-3</c:v>
                </c:pt>
                <c:pt idx="1449">
                  <c:v>8.2852817657140358E-3</c:v>
                </c:pt>
                <c:pt idx="1450">
                  <c:v>8.2729457212215446E-3</c:v>
                </c:pt>
                <c:pt idx="1451">
                  <c:v>8.8537458052527097E-3</c:v>
                </c:pt>
                <c:pt idx="1452">
                  <c:v>8.8801959251765348E-3</c:v>
                </c:pt>
                <c:pt idx="1453">
                  <c:v>8.8813390391955221E-3</c:v>
                </c:pt>
                <c:pt idx="1454">
                  <c:v>8.8496625672862209E-3</c:v>
                </c:pt>
                <c:pt idx="1455">
                  <c:v>8.9382166900285435E-3</c:v>
                </c:pt>
                <c:pt idx="1456">
                  <c:v>9.0545039828195881E-3</c:v>
                </c:pt>
                <c:pt idx="1457">
                  <c:v>8.9506008291341133E-3</c:v>
                </c:pt>
                <c:pt idx="1458">
                  <c:v>1.4436864027848526E-2</c:v>
                </c:pt>
                <c:pt idx="1459">
                  <c:v>1.4435277179722882E-2</c:v>
                </c:pt>
                <c:pt idx="1460">
                  <c:v>1.5003863370049586E-2</c:v>
                </c:pt>
                <c:pt idx="1461">
                  <c:v>1.4973771462047543E-2</c:v>
                </c:pt>
                <c:pt idx="1462">
                  <c:v>1.4415822644869068E-2</c:v>
                </c:pt>
                <c:pt idx="1463">
                  <c:v>1.4422303794986243E-2</c:v>
                </c:pt>
                <c:pt idx="1464">
                  <c:v>1.339366370898387E-2</c:v>
                </c:pt>
                <c:pt idx="1465">
                  <c:v>1.3308298644433688E-2</c:v>
                </c:pt>
                <c:pt idx="1466">
                  <c:v>1.3463610053135641E-2</c:v>
                </c:pt>
                <c:pt idx="1467">
                  <c:v>1.3678042516946659E-2</c:v>
                </c:pt>
                <c:pt idx="1468">
                  <c:v>1.3702867416371242E-2</c:v>
                </c:pt>
                <c:pt idx="1469">
                  <c:v>1.35838266617022E-2</c:v>
                </c:pt>
                <c:pt idx="1470">
                  <c:v>1.3802418967045286E-2</c:v>
                </c:pt>
                <c:pt idx="1471">
                  <c:v>1.3875103403134003E-2</c:v>
                </c:pt>
                <c:pt idx="1472">
                  <c:v>1.3679807171863E-2</c:v>
                </c:pt>
                <c:pt idx="1473">
                  <c:v>1.3685192407961308E-2</c:v>
                </c:pt>
                <c:pt idx="1474">
                  <c:v>1.3852181664313573E-2</c:v>
                </c:pt>
                <c:pt idx="1475">
                  <c:v>1.3864865544492797E-2</c:v>
                </c:pt>
                <c:pt idx="1476">
                  <c:v>1.4059165454694572E-2</c:v>
                </c:pt>
                <c:pt idx="1477">
                  <c:v>1.4941515778441553E-2</c:v>
                </c:pt>
                <c:pt idx="1478">
                  <c:v>1.5636244813426892E-2</c:v>
                </c:pt>
                <c:pt idx="1479">
                  <c:v>1.0495898859164013E-2</c:v>
                </c:pt>
                <c:pt idx="1480">
                  <c:v>1.1150630852711499E-2</c:v>
                </c:pt>
                <c:pt idx="1481">
                  <c:v>1.0804633637906706E-2</c:v>
                </c:pt>
                <c:pt idx="1482">
                  <c:v>1.1129841177230525E-2</c:v>
                </c:pt>
                <c:pt idx="1483">
                  <c:v>1.1571225964069705E-2</c:v>
                </c:pt>
                <c:pt idx="1484">
                  <c:v>1.1661619485089088E-2</c:v>
                </c:pt>
                <c:pt idx="1485">
                  <c:v>1.1697456937861813E-2</c:v>
                </c:pt>
                <c:pt idx="1486">
                  <c:v>1.3678146452621821E-2</c:v>
                </c:pt>
                <c:pt idx="1487">
                  <c:v>1.434767404248777E-2</c:v>
                </c:pt>
                <c:pt idx="1488">
                  <c:v>1.4361830555146534E-2</c:v>
                </c:pt>
                <c:pt idx="1489">
                  <c:v>1.4444629827541791E-2</c:v>
                </c:pt>
                <c:pt idx="1490">
                  <c:v>1.4718255421212923E-2</c:v>
                </c:pt>
                <c:pt idx="1491">
                  <c:v>1.4747380096601145E-2</c:v>
                </c:pt>
                <c:pt idx="1492">
                  <c:v>1.4622244837433259E-2</c:v>
                </c:pt>
                <c:pt idx="1493">
                  <c:v>1.4664419913064521E-2</c:v>
                </c:pt>
                <c:pt idx="1494">
                  <c:v>1.4620380067589372E-2</c:v>
                </c:pt>
                <c:pt idx="1495">
                  <c:v>1.4547586871442557E-2</c:v>
                </c:pt>
                <c:pt idx="1496">
                  <c:v>1.4754256850008177E-2</c:v>
                </c:pt>
                <c:pt idx="1497">
                  <c:v>1.4458864660694031E-2</c:v>
                </c:pt>
                <c:pt idx="1498">
                  <c:v>1.3358771525813188E-2</c:v>
                </c:pt>
                <c:pt idx="1499">
                  <c:v>1.2628034753881396E-2</c:v>
                </c:pt>
                <c:pt idx="1500">
                  <c:v>1.3198634440274675E-2</c:v>
                </c:pt>
                <c:pt idx="1501">
                  <c:v>1.3233693699141779E-2</c:v>
                </c:pt>
                <c:pt idx="1502">
                  <c:v>1.2927235532039835E-2</c:v>
                </c:pt>
                <c:pt idx="1503">
                  <c:v>1.269055415399851E-2</c:v>
                </c:pt>
                <c:pt idx="1504">
                  <c:v>1.2059588907428025E-2</c:v>
                </c:pt>
                <c:pt idx="1505">
                  <c:v>1.2717247439215247E-2</c:v>
                </c:pt>
                <c:pt idx="1506">
                  <c:v>1.2846195631870554E-2</c:v>
                </c:pt>
                <c:pt idx="1507">
                  <c:v>1.1571616480622257E-2</c:v>
                </c:pt>
                <c:pt idx="1508">
                  <c:v>1.1094615682131777E-2</c:v>
                </c:pt>
                <c:pt idx="1509">
                  <c:v>1.0877336852285863E-2</c:v>
                </c:pt>
                <c:pt idx="1510">
                  <c:v>1.215676692362023E-2</c:v>
                </c:pt>
                <c:pt idx="1511">
                  <c:v>1.1737333776416229E-2</c:v>
                </c:pt>
                <c:pt idx="1512">
                  <c:v>1.1575743564216406E-2</c:v>
                </c:pt>
                <c:pt idx="1513">
                  <c:v>1.1608180771960411E-2</c:v>
                </c:pt>
                <c:pt idx="1514">
                  <c:v>1.1659382437419737E-2</c:v>
                </c:pt>
                <c:pt idx="1515">
                  <c:v>1.1834142951142565E-2</c:v>
                </c:pt>
                <c:pt idx="1516">
                  <c:v>1.1796755448320921E-2</c:v>
                </c:pt>
                <c:pt idx="1517">
                  <c:v>1.2917528661941647E-2</c:v>
                </c:pt>
                <c:pt idx="1518">
                  <c:v>1.3249368720415284E-2</c:v>
                </c:pt>
                <c:pt idx="1519">
                  <c:v>1.3514486280683791E-2</c:v>
                </c:pt>
                <c:pt idx="1520">
                  <c:v>1.3592932009356806E-2</c:v>
                </c:pt>
                <c:pt idx="1521">
                  <c:v>1.3161147817654591E-2</c:v>
                </c:pt>
                <c:pt idx="1522">
                  <c:v>1.3626561381641356E-2</c:v>
                </c:pt>
                <c:pt idx="1523">
                  <c:v>1.423695454147147E-2</c:v>
                </c:pt>
                <c:pt idx="1524">
                  <c:v>1.4474636488503521E-2</c:v>
                </c:pt>
                <c:pt idx="1525">
                  <c:v>1.4570967106005681E-2</c:v>
                </c:pt>
                <c:pt idx="1526">
                  <c:v>1.411424380583361E-2</c:v>
                </c:pt>
                <c:pt idx="1527">
                  <c:v>1.4117841736351656E-2</c:v>
                </c:pt>
                <c:pt idx="1528">
                  <c:v>1.3942009163416787E-2</c:v>
                </c:pt>
                <c:pt idx="1529">
                  <c:v>1.3571387047052321E-2</c:v>
                </c:pt>
                <c:pt idx="1530">
                  <c:v>1.3864522154428681E-2</c:v>
                </c:pt>
                <c:pt idx="1531">
                  <c:v>1.3034980284531761E-2</c:v>
                </c:pt>
                <c:pt idx="1532">
                  <c:v>1.302806960423826E-2</c:v>
                </c:pt>
                <c:pt idx="1533">
                  <c:v>1.8094161355938589E-2</c:v>
                </c:pt>
                <c:pt idx="1534">
                  <c:v>1.8455949065563179E-2</c:v>
                </c:pt>
                <c:pt idx="1535">
                  <c:v>1.8446104361660973E-2</c:v>
                </c:pt>
                <c:pt idx="1536">
                  <c:v>1.8541278863272052E-2</c:v>
                </c:pt>
                <c:pt idx="1537">
                  <c:v>1.9065681517659309E-2</c:v>
                </c:pt>
                <c:pt idx="1538">
                  <c:v>1.8312324573043947E-2</c:v>
                </c:pt>
                <c:pt idx="1539">
                  <c:v>1.8064890475542727E-2</c:v>
                </c:pt>
                <c:pt idx="1540">
                  <c:v>1.7880531870582802E-2</c:v>
                </c:pt>
                <c:pt idx="1541">
                  <c:v>1.7871746788717786E-2</c:v>
                </c:pt>
                <c:pt idx="1542">
                  <c:v>1.8101913713796321E-2</c:v>
                </c:pt>
                <c:pt idx="1543">
                  <c:v>1.760277815302139E-2</c:v>
                </c:pt>
                <c:pt idx="1544">
                  <c:v>1.6857535393000115E-2</c:v>
                </c:pt>
                <c:pt idx="1545">
                  <c:v>1.6665664402475636E-2</c:v>
                </c:pt>
                <c:pt idx="1546">
                  <c:v>1.6315022791902695E-2</c:v>
                </c:pt>
                <c:pt idx="1547">
                  <c:v>1.6348476513770624E-2</c:v>
                </c:pt>
                <c:pt idx="1548">
                  <c:v>1.6028127438680432E-2</c:v>
                </c:pt>
                <c:pt idx="1549">
                  <c:v>1.5803727438952194E-2</c:v>
                </c:pt>
                <c:pt idx="1550">
                  <c:v>1.5754559406376847E-2</c:v>
                </c:pt>
                <c:pt idx="1551">
                  <c:v>1.5631020329033889E-2</c:v>
                </c:pt>
                <c:pt idx="1552">
                  <c:v>1.5676506862251215E-2</c:v>
                </c:pt>
                <c:pt idx="1553">
                  <c:v>1.5802555433966695E-2</c:v>
                </c:pt>
                <c:pt idx="1554">
                  <c:v>9.7664868942273653E-3</c:v>
                </c:pt>
                <c:pt idx="1555">
                  <c:v>9.8442609634918077E-3</c:v>
                </c:pt>
                <c:pt idx="1556">
                  <c:v>1.040493835622144E-2</c:v>
                </c:pt>
                <c:pt idx="1557">
                  <c:v>1.0348318477130084E-2</c:v>
                </c:pt>
                <c:pt idx="1558">
                  <c:v>8.8083270465922053E-3</c:v>
                </c:pt>
                <c:pt idx="1559">
                  <c:v>8.8500087594294789E-3</c:v>
                </c:pt>
                <c:pt idx="1560">
                  <c:v>8.8679090911997251E-3</c:v>
                </c:pt>
                <c:pt idx="1561">
                  <c:v>8.9519493487934636E-3</c:v>
                </c:pt>
                <c:pt idx="1562">
                  <c:v>8.9351524498558939E-3</c:v>
                </c:pt>
                <c:pt idx="1563">
                  <c:v>8.5161603880752196E-3</c:v>
                </c:pt>
                <c:pt idx="1564">
                  <c:v>8.3515385273560828E-3</c:v>
                </c:pt>
                <c:pt idx="1565">
                  <c:v>8.3057601837144158E-3</c:v>
                </c:pt>
                <c:pt idx="1566">
                  <c:v>8.2184489035032216E-3</c:v>
                </c:pt>
                <c:pt idx="1567">
                  <c:v>8.5791118951941379E-3</c:v>
                </c:pt>
                <c:pt idx="1568">
                  <c:v>8.4890257216958531E-3</c:v>
                </c:pt>
                <c:pt idx="1569">
                  <c:v>8.4137035169753495E-3</c:v>
                </c:pt>
                <c:pt idx="1570">
                  <c:v>8.5338726216184092E-3</c:v>
                </c:pt>
                <c:pt idx="1571">
                  <c:v>8.342357982269814E-3</c:v>
                </c:pt>
                <c:pt idx="1572">
                  <c:v>8.651552951117988E-3</c:v>
                </c:pt>
                <c:pt idx="1573">
                  <c:v>8.9910957529671081E-3</c:v>
                </c:pt>
                <c:pt idx="1574">
                  <c:v>8.5551551072761498E-3</c:v>
                </c:pt>
                <c:pt idx="1575">
                  <c:v>7.4207176917415454E-3</c:v>
                </c:pt>
                <c:pt idx="1576">
                  <c:v>6.7890534335047692E-3</c:v>
                </c:pt>
                <c:pt idx="1577">
                  <c:v>6.6961178326292448E-3</c:v>
                </c:pt>
                <c:pt idx="1578">
                  <c:v>7.4633549699681979E-3</c:v>
                </c:pt>
                <c:pt idx="1579">
                  <c:v>7.9789537932149872E-3</c:v>
                </c:pt>
                <c:pt idx="1580">
                  <c:v>7.9760261479822139E-3</c:v>
                </c:pt>
                <c:pt idx="1581">
                  <c:v>7.9177912380557786E-3</c:v>
                </c:pt>
                <c:pt idx="1582">
                  <c:v>7.9319942686488735E-3</c:v>
                </c:pt>
                <c:pt idx="1583">
                  <c:v>8.0007939694574873E-3</c:v>
                </c:pt>
                <c:pt idx="1584">
                  <c:v>8.2151041611883257E-3</c:v>
                </c:pt>
                <c:pt idx="1585">
                  <c:v>8.2192780244702193E-3</c:v>
                </c:pt>
                <c:pt idx="1586">
                  <c:v>8.3774616940404771E-3</c:v>
                </c:pt>
                <c:pt idx="1587">
                  <c:v>8.3488338252116056E-3</c:v>
                </c:pt>
                <c:pt idx="1588">
                  <c:v>7.9513920142902511E-3</c:v>
                </c:pt>
                <c:pt idx="1589">
                  <c:v>7.7898685635297057E-3</c:v>
                </c:pt>
                <c:pt idx="1590">
                  <c:v>7.7285081314332309E-3</c:v>
                </c:pt>
                <c:pt idx="1591">
                  <c:v>7.2873584868065975E-3</c:v>
                </c:pt>
                <c:pt idx="1592">
                  <c:v>7.309869496707996E-3</c:v>
                </c:pt>
                <c:pt idx="1593">
                  <c:v>7.1791951294626578E-3</c:v>
                </c:pt>
                <c:pt idx="1594">
                  <c:v>6.4554771277902092E-3</c:v>
                </c:pt>
                <c:pt idx="1595">
                  <c:v>6.5069084955834003E-3</c:v>
                </c:pt>
                <c:pt idx="1596">
                  <c:v>6.4102092499928789E-3</c:v>
                </c:pt>
                <c:pt idx="1597">
                  <c:v>6.3021363886671339E-3</c:v>
                </c:pt>
                <c:pt idx="1598">
                  <c:v>5.9484654602606473E-3</c:v>
                </c:pt>
                <c:pt idx="1599">
                  <c:v>5.1043945663512809E-3</c:v>
                </c:pt>
                <c:pt idx="1600">
                  <c:v>4.8398496343370605E-3</c:v>
                </c:pt>
                <c:pt idx="1601">
                  <c:v>5.8233928785901079E-3</c:v>
                </c:pt>
                <c:pt idx="1602">
                  <c:v>6.253956794171042E-3</c:v>
                </c:pt>
                <c:pt idx="1603">
                  <c:v>6.2004295591743756E-3</c:v>
                </c:pt>
                <c:pt idx="1604">
                  <c:v>6.1363241389658695E-3</c:v>
                </c:pt>
                <c:pt idx="1605">
                  <c:v>5.8800211788027955E-3</c:v>
                </c:pt>
                <c:pt idx="1606">
                  <c:v>5.9380654446719444E-3</c:v>
                </c:pt>
                <c:pt idx="1607">
                  <c:v>5.9684439445333321E-3</c:v>
                </c:pt>
                <c:pt idx="1608">
                  <c:v>6.3455266402256318E-3</c:v>
                </c:pt>
                <c:pt idx="1609">
                  <c:v>6.9498179818575107E-3</c:v>
                </c:pt>
                <c:pt idx="1610">
                  <c:v>6.9318230492318627E-3</c:v>
                </c:pt>
                <c:pt idx="1611">
                  <c:v>7.5390554846790784E-3</c:v>
                </c:pt>
                <c:pt idx="1612">
                  <c:v>7.5328768378186816E-3</c:v>
                </c:pt>
                <c:pt idx="1613">
                  <c:v>7.4384602789326522E-3</c:v>
                </c:pt>
                <c:pt idx="1614">
                  <c:v>7.575946289230617E-3</c:v>
                </c:pt>
                <c:pt idx="1615">
                  <c:v>7.8975020950983188E-3</c:v>
                </c:pt>
                <c:pt idx="1616">
                  <c:v>7.8398162250605894E-3</c:v>
                </c:pt>
                <c:pt idx="1617">
                  <c:v>8.1456257309201075E-3</c:v>
                </c:pt>
                <c:pt idx="1618">
                  <c:v>8.1621562102708288E-3</c:v>
                </c:pt>
                <c:pt idx="1619">
                  <c:v>8.1167830654078638E-3</c:v>
                </c:pt>
                <c:pt idx="1620">
                  <c:v>8.1132729953764266E-3</c:v>
                </c:pt>
                <c:pt idx="1621">
                  <c:v>7.9434366723560006E-3</c:v>
                </c:pt>
                <c:pt idx="1622">
                  <c:v>8.5236968545233383E-3</c:v>
                </c:pt>
                <c:pt idx="1623">
                  <c:v>8.2820623500415146E-3</c:v>
                </c:pt>
                <c:pt idx="1624">
                  <c:v>8.9242235828305653E-3</c:v>
                </c:pt>
                <c:pt idx="1625">
                  <c:v>8.959752798332922E-3</c:v>
                </c:pt>
                <c:pt idx="1626">
                  <c:v>8.9244144288322651E-3</c:v>
                </c:pt>
                <c:pt idx="1627">
                  <c:v>9.1324113226717869E-3</c:v>
                </c:pt>
                <c:pt idx="1628">
                  <c:v>9.9142946034616163E-3</c:v>
                </c:pt>
                <c:pt idx="1629">
                  <c:v>9.73224895936446E-3</c:v>
                </c:pt>
                <c:pt idx="1630">
                  <c:v>9.2726728688250059E-3</c:v>
                </c:pt>
                <c:pt idx="1631">
                  <c:v>9.4958002138633753E-3</c:v>
                </c:pt>
                <c:pt idx="1632">
                  <c:v>9.0364174807445741E-3</c:v>
                </c:pt>
                <c:pt idx="1633">
                  <c:v>9.0372644817457558E-3</c:v>
                </c:pt>
                <c:pt idx="1634">
                  <c:v>9.0883923065517205E-3</c:v>
                </c:pt>
                <c:pt idx="1635">
                  <c:v>8.8586880424402614E-3</c:v>
                </c:pt>
                <c:pt idx="1636">
                  <c:v>8.2991266916079345E-3</c:v>
                </c:pt>
                <c:pt idx="1637">
                  <c:v>8.2399351025202842E-3</c:v>
                </c:pt>
                <c:pt idx="1638">
                  <c:v>8.408312041043196E-3</c:v>
                </c:pt>
                <c:pt idx="1639">
                  <c:v>8.3763729047840012E-3</c:v>
                </c:pt>
                <c:pt idx="1640">
                  <c:v>8.194076956322488E-3</c:v>
                </c:pt>
                <c:pt idx="1641">
                  <c:v>9.0230151073951055E-3</c:v>
                </c:pt>
                <c:pt idx="1642">
                  <c:v>1.0592550177634221E-2</c:v>
                </c:pt>
                <c:pt idx="1643">
                  <c:v>9.2520456813944586E-3</c:v>
                </c:pt>
                <c:pt idx="1644">
                  <c:v>9.1870647917034441E-3</c:v>
                </c:pt>
                <c:pt idx="1645">
                  <c:v>9.2205903254237911E-3</c:v>
                </c:pt>
                <c:pt idx="1646">
                  <c:v>9.6415646757468734E-3</c:v>
                </c:pt>
                <c:pt idx="1647">
                  <c:v>9.6720575249732467E-3</c:v>
                </c:pt>
                <c:pt idx="1648">
                  <c:v>9.8678232221435323E-3</c:v>
                </c:pt>
                <c:pt idx="1649">
                  <c:v>9.3553874460163937E-3</c:v>
                </c:pt>
                <c:pt idx="1650">
                  <c:v>9.3331680951817073E-3</c:v>
                </c:pt>
                <c:pt idx="1651">
                  <c:v>9.3000395031699479E-3</c:v>
                </c:pt>
                <c:pt idx="1652">
                  <c:v>9.5956341907406616E-3</c:v>
                </c:pt>
                <c:pt idx="1653">
                  <c:v>9.5909401317501707E-3</c:v>
                </c:pt>
                <c:pt idx="1654">
                  <c:v>9.9487619054391373E-3</c:v>
                </c:pt>
                <c:pt idx="1655">
                  <c:v>1.0479287429846999E-2</c:v>
                </c:pt>
                <c:pt idx="1656">
                  <c:v>1.0473963477972621E-2</c:v>
                </c:pt>
                <c:pt idx="1657">
                  <c:v>1.0488798790120315E-2</c:v>
                </c:pt>
                <c:pt idx="1658">
                  <c:v>1.0495466733811555E-2</c:v>
                </c:pt>
                <c:pt idx="1659">
                  <c:v>1.0587177249454479E-2</c:v>
                </c:pt>
                <c:pt idx="1660">
                  <c:v>1.0506105066198005E-2</c:v>
                </c:pt>
                <c:pt idx="1661">
                  <c:v>1.0654522291029828E-2</c:v>
                </c:pt>
                <c:pt idx="1662">
                  <c:v>1.1508979095779802E-2</c:v>
                </c:pt>
                <c:pt idx="1663">
                  <c:v>1.1509192538674381E-2</c:v>
                </c:pt>
                <c:pt idx="1664">
                  <c:v>1.160046401698352E-2</c:v>
                </c:pt>
                <c:pt idx="1665">
                  <c:v>1.1432049259980029E-2</c:v>
                </c:pt>
                <c:pt idx="1666">
                  <c:v>1.1727112842906175E-2</c:v>
                </c:pt>
                <c:pt idx="1667">
                  <c:v>1.2173046692600505E-2</c:v>
                </c:pt>
                <c:pt idx="1668">
                  <c:v>1.2170852279761233E-2</c:v>
                </c:pt>
                <c:pt idx="1669">
                  <c:v>1.2918830666024774E-2</c:v>
                </c:pt>
                <c:pt idx="1670">
                  <c:v>1.2728369625965491E-2</c:v>
                </c:pt>
                <c:pt idx="1671">
                  <c:v>1.3297238849465104E-2</c:v>
                </c:pt>
                <c:pt idx="1672">
                  <c:v>1.3388245862596015E-2</c:v>
                </c:pt>
                <c:pt idx="1673">
                  <c:v>1.3003715240747471E-2</c:v>
                </c:pt>
                <c:pt idx="1674">
                  <c:v>1.3076943306154221E-2</c:v>
                </c:pt>
                <c:pt idx="1675">
                  <c:v>1.3093323812573438E-2</c:v>
                </c:pt>
                <c:pt idx="1676">
                  <c:v>1.2714247615112841E-2</c:v>
                </c:pt>
                <c:pt idx="1677">
                  <c:v>1.2757244741442455E-2</c:v>
                </c:pt>
                <c:pt idx="1678">
                  <c:v>1.2850328776127323E-2</c:v>
                </c:pt>
                <c:pt idx="1679">
                  <c:v>1.283180279245472E-2</c:v>
                </c:pt>
                <c:pt idx="1680">
                  <c:v>1.2383744770834131E-2</c:v>
                </c:pt>
                <c:pt idx="1681">
                  <c:v>1.2292351213356692E-2</c:v>
                </c:pt>
                <c:pt idx="1682">
                  <c:v>1.2011436617401486E-2</c:v>
                </c:pt>
                <c:pt idx="1683">
                  <c:v>1.1497170070375365E-2</c:v>
                </c:pt>
                <c:pt idx="1684">
                  <c:v>1.2361371201605083E-2</c:v>
                </c:pt>
                <c:pt idx="1685">
                  <c:v>1.3039318334953188E-2</c:v>
                </c:pt>
                <c:pt idx="1686">
                  <c:v>1.2932639904860873E-2</c:v>
                </c:pt>
                <c:pt idx="1687">
                  <c:v>1.242248395976457E-2</c:v>
                </c:pt>
                <c:pt idx="1688">
                  <c:v>1.3726105503973173E-2</c:v>
                </c:pt>
                <c:pt idx="1689">
                  <c:v>1.3947838921708868E-2</c:v>
                </c:pt>
                <c:pt idx="1690">
                  <c:v>1.3445416319940843E-2</c:v>
                </c:pt>
                <c:pt idx="1691">
                  <c:v>1.367982285564002E-2</c:v>
                </c:pt>
                <c:pt idx="1692">
                  <c:v>1.3283326185426651E-2</c:v>
                </c:pt>
                <c:pt idx="1693">
                  <c:v>1.3113829939094497E-2</c:v>
                </c:pt>
                <c:pt idx="1694">
                  <c:v>1.3405624164831396E-2</c:v>
                </c:pt>
                <c:pt idx="1695">
                  <c:v>1.3699051853103923E-2</c:v>
                </c:pt>
                <c:pt idx="1696">
                  <c:v>1.3930071069890767E-2</c:v>
                </c:pt>
                <c:pt idx="1697">
                  <c:v>1.3723169353693405E-2</c:v>
                </c:pt>
                <c:pt idx="1698">
                  <c:v>1.3870347866954961E-2</c:v>
                </c:pt>
                <c:pt idx="1699">
                  <c:v>1.3781895524823874E-2</c:v>
                </c:pt>
                <c:pt idx="1700">
                  <c:v>1.3726479312328892E-2</c:v>
                </c:pt>
                <c:pt idx="1701">
                  <c:v>1.3721517631964135E-2</c:v>
                </c:pt>
                <c:pt idx="1702">
                  <c:v>1.3767853212714318E-2</c:v>
                </c:pt>
                <c:pt idx="1703">
                  <c:v>1.4572168946010836E-2</c:v>
                </c:pt>
                <c:pt idx="1704">
                  <c:v>1.6199376096757066E-2</c:v>
                </c:pt>
                <c:pt idx="1705">
                  <c:v>1.5399701365072464E-2</c:v>
                </c:pt>
                <c:pt idx="1706">
                  <c:v>1.5272966629867544E-2</c:v>
                </c:pt>
                <c:pt idx="1707">
                  <c:v>1.5442802336468253E-2</c:v>
                </c:pt>
                <c:pt idx="1708">
                  <c:v>1.547988291964293E-2</c:v>
                </c:pt>
                <c:pt idx="1709">
                  <c:v>1.3839630378616331E-2</c:v>
                </c:pt>
                <c:pt idx="1710">
                  <c:v>1.3723252979037591E-2</c:v>
                </c:pt>
                <c:pt idx="1711">
                  <c:v>1.3698995481440721E-2</c:v>
                </c:pt>
                <c:pt idx="1712">
                  <c:v>1.3557370714703088E-2</c:v>
                </c:pt>
                <c:pt idx="1713">
                  <c:v>1.3677653258007277E-2</c:v>
                </c:pt>
                <c:pt idx="1714">
                  <c:v>1.3886024783384538E-2</c:v>
                </c:pt>
                <c:pt idx="1715">
                  <c:v>1.3452409659026847E-2</c:v>
                </c:pt>
                <c:pt idx="1716">
                  <c:v>1.3149583211413206E-2</c:v>
                </c:pt>
                <c:pt idx="1717">
                  <c:v>1.2695574770023832E-2</c:v>
                </c:pt>
                <c:pt idx="1718">
                  <c:v>1.2674366841154085E-2</c:v>
                </c:pt>
                <c:pt idx="1719">
                  <c:v>1.2685065321329311E-2</c:v>
                </c:pt>
                <c:pt idx="1720">
                  <c:v>1.2669130322003772E-2</c:v>
                </c:pt>
                <c:pt idx="1721">
                  <c:v>1.2919599615732635E-2</c:v>
                </c:pt>
                <c:pt idx="1722">
                  <c:v>1.2867173304659318E-2</c:v>
                </c:pt>
                <c:pt idx="1723">
                  <c:v>1.2725453059297296E-2</c:v>
                </c:pt>
                <c:pt idx="1724">
                  <c:v>1.1235463535906926E-2</c:v>
                </c:pt>
                <c:pt idx="1725">
                  <c:v>8.5950442692527516E-3</c:v>
                </c:pt>
                <c:pt idx="1726">
                  <c:v>8.4074250611891679E-3</c:v>
                </c:pt>
                <c:pt idx="1727">
                  <c:v>8.0034444065010153E-3</c:v>
                </c:pt>
                <c:pt idx="1728">
                  <c:v>9.7231628515023951E-3</c:v>
                </c:pt>
                <c:pt idx="1729">
                  <c:v>1.2835673954027245E-2</c:v>
                </c:pt>
                <c:pt idx="1730">
                  <c:v>1.2995591946873261E-2</c:v>
                </c:pt>
                <c:pt idx="1731">
                  <c:v>1.2890520502511757E-2</c:v>
                </c:pt>
                <c:pt idx="1732">
                  <c:v>1.3354594105667819E-2</c:v>
                </c:pt>
                <c:pt idx="1733">
                  <c:v>1.3783556258490625E-2</c:v>
                </c:pt>
                <c:pt idx="1734">
                  <c:v>1.36584344754399E-2</c:v>
                </c:pt>
                <c:pt idx="1735">
                  <c:v>1.3675921176412632E-2</c:v>
                </c:pt>
                <c:pt idx="1736">
                  <c:v>1.3834919043187739E-2</c:v>
                </c:pt>
                <c:pt idx="1737">
                  <c:v>1.3919553677153302E-2</c:v>
                </c:pt>
                <c:pt idx="1738">
                  <c:v>1.4067628693803878E-2</c:v>
                </c:pt>
                <c:pt idx="1739">
                  <c:v>1.4047627706243236E-2</c:v>
                </c:pt>
                <c:pt idx="1740">
                  <c:v>1.4170823199105773E-2</c:v>
                </c:pt>
                <c:pt idx="1741">
                  <c:v>1.4194511747395978E-2</c:v>
                </c:pt>
                <c:pt idx="1742">
                  <c:v>1.4373667867386804E-2</c:v>
                </c:pt>
                <c:pt idx="1743">
                  <c:v>1.6211597748079919E-2</c:v>
                </c:pt>
                <c:pt idx="1744">
                  <c:v>1.7799898072116502E-2</c:v>
                </c:pt>
                <c:pt idx="1745">
                  <c:v>1.7757519292197016E-2</c:v>
                </c:pt>
                <c:pt idx="1746">
                  <c:v>1.7351265153618071E-2</c:v>
                </c:pt>
                <c:pt idx="1747">
                  <c:v>1.7385224887100263E-2</c:v>
                </c:pt>
                <c:pt idx="1748">
                  <c:v>1.7479472653778187E-2</c:v>
                </c:pt>
                <c:pt idx="1749">
                  <c:v>1.6955524200004825E-2</c:v>
                </c:pt>
                <c:pt idx="1750">
                  <c:v>1.5034932453628332E-2</c:v>
                </c:pt>
                <c:pt idx="1751">
                  <c:v>1.9118930271454421E-2</c:v>
                </c:pt>
                <c:pt idx="1752">
                  <c:v>2.1556843681926913E-2</c:v>
                </c:pt>
                <c:pt idx="1753">
                  <c:v>2.1376156887006757E-2</c:v>
                </c:pt>
                <c:pt idx="1754">
                  <c:v>2.0980235146988102E-2</c:v>
                </c:pt>
                <c:pt idx="1755">
                  <c:v>2.0722914397975582E-2</c:v>
                </c:pt>
                <c:pt idx="1756">
                  <c:v>2.0715988168698331E-2</c:v>
                </c:pt>
                <c:pt idx="1757">
                  <c:v>2.1081872013518573E-2</c:v>
                </c:pt>
                <c:pt idx="1758">
                  <c:v>2.1458109211953479E-2</c:v>
                </c:pt>
                <c:pt idx="1759">
                  <c:v>2.2189559678561926E-2</c:v>
                </c:pt>
                <c:pt idx="1760">
                  <c:v>2.2344011605184642E-2</c:v>
                </c:pt>
                <c:pt idx="1761">
                  <c:v>2.2205714147422111E-2</c:v>
                </c:pt>
                <c:pt idx="1762">
                  <c:v>2.2195866028558359E-2</c:v>
                </c:pt>
                <c:pt idx="1763">
                  <c:v>2.1892584040657671E-2</c:v>
                </c:pt>
                <c:pt idx="1764">
                  <c:v>2.0713271881321084E-2</c:v>
                </c:pt>
                <c:pt idx="1765">
                  <c:v>1.9937852803630366E-2</c:v>
                </c:pt>
                <c:pt idx="1766">
                  <c:v>1.9937467226920549E-2</c:v>
                </c:pt>
                <c:pt idx="1767">
                  <c:v>1.9940348008525219E-2</c:v>
                </c:pt>
                <c:pt idx="1768">
                  <c:v>1.9867226135424253E-2</c:v>
                </c:pt>
                <c:pt idx="1769">
                  <c:v>1.9673022924921495E-2</c:v>
                </c:pt>
                <c:pt idx="1770">
                  <c:v>1.9505135386401737E-2</c:v>
                </c:pt>
                <c:pt idx="1771">
                  <c:v>1.9490930905823496E-2</c:v>
                </c:pt>
                <c:pt idx="1772">
                  <c:v>1.4078593273146927E-2</c:v>
                </c:pt>
                <c:pt idx="1773">
                  <c:v>1.1249930037290141E-2</c:v>
                </c:pt>
                <c:pt idx="1774">
                  <c:v>1.1140887785556334E-2</c:v>
                </c:pt>
                <c:pt idx="1775">
                  <c:v>1.1443409272096527E-2</c:v>
                </c:pt>
                <c:pt idx="1776">
                  <c:v>1.1656755890068E-2</c:v>
                </c:pt>
                <c:pt idx="1777">
                  <c:v>1.0312711059682492E-2</c:v>
                </c:pt>
                <c:pt idx="1778">
                  <c:v>7.8003067832537326E-3</c:v>
                </c:pt>
                <c:pt idx="1779">
                  <c:v>8.5694907139221514E-3</c:v>
                </c:pt>
                <c:pt idx="1780">
                  <c:v>7.8651433788747647E-3</c:v>
                </c:pt>
                <c:pt idx="1781">
                  <c:v>7.8256409372771188E-3</c:v>
                </c:pt>
                <c:pt idx="1782">
                  <c:v>9.4903264053619266E-3</c:v>
                </c:pt>
                <c:pt idx="1783">
                  <c:v>9.5311178256099541E-3</c:v>
                </c:pt>
                <c:pt idx="1784">
                  <c:v>9.6536862593669601E-3</c:v>
                </c:pt>
                <c:pt idx="1785">
                  <c:v>9.6629392070809554E-3</c:v>
                </c:pt>
                <c:pt idx="1786">
                  <c:v>9.3881587441593112E-3</c:v>
                </c:pt>
                <c:pt idx="1787">
                  <c:v>9.4940435962932931E-3</c:v>
                </c:pt>
                <c:pt idx="1788">
                  <c:v>9.8577073851678042E-3</c:v>
                </c:pt>
                <c:pt idx="1789">
                  <c:v>1.0868639039029179E-2</c:v>
                </c:pt>
                <c:pt idx="1790">
                  <c:v>1.1324054189312965E-2</c:v>
                </c:pt>
                <c:pt idx="1791">
                  <c:v>1.1528412671166907E-2</c:v>
                </c:pt>
                <c:pt idx="1792">
                  <c:v>1.1554223043465671E-2</c:v>
                </c:pt>
                <c:pt idx="1793">
                  <c:v>1.1737751299128869E-2</c:v>
                </c:pt>
                <c:pt idx="1794">
                  <c:v>1.1695135502654594E-2</c:v>
                </c:pt>
                <c:pt idx="1795">
                  <c:v>1.2560995750505064E-2</c:v>
                </c:pt>
                <c:pt idx="1796">
                  <c:v>1.2039799374092603E-2</c:v>
                </c:pt>
                <c:pt idx="1797">
                  <c:v>1.1811395892789974E-2</c:v>
                </c:pt>
                <c:pt idx="1798">
                  <c:v>1.1549625874936898E-2</c:v>
                </c:pt>
                <c:pt idx="1799">
                  <c:v>1.1667732777122464E-2</c:v>
                </c:pt>
                <c:pt idx="1800">
                  <c:v>1.1635316505015841E-2</c:v>
                </c:pt>
                <c:pt idx="1801">
                  <c:v>1.1693955474016237E-2</c:v>
                </c:pt>
                <c:pt idx="1802">
                  <c:v>1.1958000809185744E-2</c:v>
                </c:pt>
                <c:pt idx="1803">
                  <c:v>1.2334110066125396E-2</c:v>
                </c:pt>
                <c:pt idx="1804">
                  <c:v>1.4226833019073839E-2</c:v>
                </c:pt>
                <c:pt idx="1805">
                  <c:v>1.4157485853444646E-2</c:v>
                </c:pt>
                <c:pt idx="1806">
                  <c:v>1.5131864798503118E-2</c:v>
                </c:pt>
                <c:pt idx="1807">
                  <c:v>1.601406021020307E-2</c:v>
                </c:pt>
                <c:pt idx="1808">
                  <c:v>1.5666616594529482E-2</c:v>
                </c:pt>
                <c:pt idx="1809">
                  <c:v>1.5634135917965856E-2</c:v>
                </c:pt>
                <c:pt idx="1810">
                  <c:v>1.5924286437467444E-2</c:v>
                </c:pt>
                <c:pt idx="1811">
                  <c:v>1.5754216607216143E-2</c:v>
                </c:pt>
                <c:pt idx="1812">
                  <c:v>1.6228969103616195E-2</c:v>
                </c:pt>
                <c:pt idx="1813">
                  <c:v>1.7224365453964316E-2</c:v>
                </c:pt>
                <c:pt idx="1814">
                  <c:v>1.7177402114804872E-2</c:v>
                </c:pt>
                <c:pt idx="1815">
                  <c:v>1.7169312620667482E-2</c:v>
                </c:pt>
                <c:pt idx="1816">
                  <c:v>1.6697864895595022E-2</c:v>
                </c:pt>
                <c:pt idx="1817">
                  <c:v>1.7031731206298768E-2</c:v>
                </c:pt>
                <c:pt idx="1818">
                  <c:v>1.6622165300543373E-2</c:v>
                </c:pt>
                <c:pt idx="1819">
                  <c:v>1.6227210831037793E-2</c:v>
                </c:pt>
                <c:pt idx="1820">
                  <c:v>1.5715764887475444E-2</c:v>
                </c:pt>
                <c:pt idx="1821">
                  <c:v>1.5719298252318409E-2</c:v>
                </c:pt>
                <c:pt idx="1822">
                  <c:v>1.4886655447628827E-2</c:v>
                </c:pt>
                <c:pt idx="1823">
                  <c:v>1.6130731984143661E-2</c:v>
                </c:pt>
                <c:pt idx="1824">
                  <c:v>1.5856827991016263E-2</c:v>
                </c:pt>
                <c:pt idx="1825">
                  <c:v>1.4523375483056112E-2</c:v>
                </c:pt>
                <c:pt idx="1826">
                  <c:v>1.5242243184490856E-2</c:v>
                </c:pt>
                <c:pt idx="1827">
                  <c:v>1.4125913314597933E-2</c:v>
                </c:pt>
                <c:pt idx="1828">
                  <c:v>1.3617946946736412E-2</c:v>
                </c:pt>
                <c:pt idx="1829">
                  <c:v>1.619695361671011E-2</c:v>
                </c:pt>
                <c:pt idx="1830">
                  <c:v>1.6450954877248833E-2</c:v>
                </c:pt>
                <c:pt idx="1831">
                  <c:v>1.6006820020472684E-2</c:v>
                </c:pt>
                <c:pt idx="1832">
                  <c:v>1.6039996566933702E-2</c:v>
                </c:pt>
                <c:pt idx="1833">
                  <c:v>1.5881342079262239E-2</c:v>
                </c:pt>
                <c:pt idx="1834">
                  <c:v>1.4800367957030306E-2</c:v>
                </c:pt>
                <c:pt idx="1835">
                  <c:v>1.4803221872655141E-2</c:v>
                </c:pt>
                <c:pt idx="1836">
                  <c:v>1.4832207062720761E-2</c:v>
                </c:pt>
                <c:pt idx="1837">
                  <c:v>1.4780747791240282E-2</c:v>
                </c:pt>
                <c:pt idx="1838">
                  <c:v>1.4610854531771406E-2</c:v>
                </c:pt>
                <c:pt idx="1839">
                  <c:v>1.4609564425690254E-2</c:v>
                </c:pt>
                <c:pt idx="1840">
                  <c:v>1.5266874382467641E-2</c:v>
                </c:pt>
                <c:pt idx="1841">
                  <c:v>1.5555797277637765E-2</c:v>
                </c:pt>
                <c:pt idx="1842">
                  <c:v>1.5529350820852578E-2</c:v>
                </c:pt>
                <c:pt idx="1843">
                  <c:v>1.554540113787738E-2</c:v>
                </c:pt>
                <c:pt idx="1844">
                  <c:v>1.4061085457986353E-2</c:v>
                </c:pt>
                <c:pt idx="1845">
                  <c:v>1.4028959286187612E-2</c:v>
                </c:pt>
                <c:pt idx="1846">
                  <c:v>1.4038623885136258E-2</c:v>
                </c:pt>
                <c:pt idx="1847">
                  <c:v>1.2825377811564464E-2</c:v>
                </c:pt>
                <c:pt idx="1848">
                  <c:v>1.2555939244975264E-2</c:v>
                </c:pt>
                <c:pt idx="1849">
                  <c:v>1.0909923391011446E-2</c:v>
                </c:pt>
                <c:pt idx="1850">
                  <c:v>8.5467996722174509E-3</c:v>
                </c:pt>
                <c:pt idx="1851">
                  <c:v>7.3620007103252045E-3</c:v>
                </c:pt>
                <c:pt idx="1852">
                  <c:v>7.3142836094931152E-3</c:v>
                </c:pt>
                <c:pt idx="1853">
                  <c:v>7.1265800669113172E-3</c:v>
                </c:pt>
                <c:pt idx="1854">
                  <c:v>7.8984149678024817E-3</c:v>
                </c:pt>
                <c:pt idx="1855">
                  <c:v>8.0723950114376837E-3</c:v>
                </c:pt>
                <c:pt idx="1856">
                  <c:v>7.9042864922834848E-3</c:v>
                </c:pt>
                <c:pt idx="1857">
                  <c:v>7.6250154004971239E-3</c:v>
                </c:pt>
                <c:pt idx="1858">
                  <c:v>8.0067399819893376E-3</c:v>
                </c:pt>
                <c:pt idx="1859">
                  <c:v>8.0248827748563827E-3</c:v>
                </c:pt>
                <c:pt idx="1860">
                  <c:v>8.3000170733242649E-3</c:v>
                </c:pt>
                <c:pt idx="1861">
                  <c:v>7.7202166908506781E-3</c:v>
                </c:pt>
                <c:pt idx="1862">
                  <c:v>7.4866449089944697E-3</c:v>
                </c:pt>
                <c:pt idx="1863">
                  <c:v>7.4798961806415752E-3</c:v>
                </c:pt>
                <c:pt idx="1864">
                  <c:v>7.5039617037946258E-3</c:v>
                </c:pt>
                <c:pt idx="1865">
                  <c:v>7.3086025114064571E-3</c:v>
                </c:pt>
                <c:pt idx="1866">
                  <c:v>7.2975671612736841E-3</c:v>
                </c:pt>
                <c:pt idx="1867">
                  <c:v>7.465965004928697E-3</c:v>
                </c:pt>
                <c:pt idx="1868">
                  <c:v>7.4534661614670209E-3</c:v>
                </c:pt>
                <c:pt idx="1869">
                  <c:v>7.2240972593024125E-3</c:v>
                </c:pt>
                <c:pt idx="1870">
                  <c:v>8.3476313681397386E-3</c:v>
                </c:pt>
                <c:pt idx="1871">
                  <c:v>9.8602007117170893E-3</c:v>
                </c:pt>
                <c:pt idx="1872">
                  <c:v>9.7536807416480787E-3</c:v>
                </c:pt>
                <c:pt idx="1873">
                  <c:v>9.7819631341883422E-3</c:v>
                </c:pt>
                <c:pt idx="1874">
                  <c:v>9.7751080990916891E-3</c:v>
                </c:pt>
                <c:pt idx="1875">
                  <c:v>9.1069465842190528E-3</c:v>
                </c:pt>
                <c:pt idx="1876">
                  <c:v>9.3308638861043774E-3</c:v>
                </c:pt>
                <c:pt idx="1877">
                  <c:v>1.0013550496119473E-2</c:v>
                </c:pt>
                <c:pt idx="1878">
                  <c:v>9.7263788455342094E-3</c:v>
                </c:pt>
                <c:pt idx="1879">
                  <c:v>9.2968113954479056E-3</c:v>
                </c:pt>
                <c:pt idx="1880">
                  <c:v>9.3009782433372198E-3</c:v>
                </c:pt>
                <c:pt idx="1881">
                  <c:v>9.0995831123602145E-3</c:v>
                </c:pt>
                <c:pt idx="1882">
                  <c:v>9.0886508886728438E-3</c:v>
                </c:pt>
                <c:pt idx="1883">
                  <c:v>9.0900709672531756E-3</c:v>
                </c:pt>
                <c:pt idx="1884">
                  <c:v>9.0899147053037609E-3</c:v>
                </c:pt>
                <c:pt idx="1885">
                  <c:v>9.1629062747494577E-3</c:v>
                </c:pt>
                <c:pt idx="1886">
                  <c:v>9.075743707636497E-3</c:v>
                </c:pt>
                <c:pt idx="1887">
                  <c:v>9.1081989715753094E-3</c:v>
                </c:pt>
                <c:pt idx="1888">
                  <c:v>8.6749019711864772E-3</c:v>
                </c:pt>
                <c:pt idx="1889">
                  <c:v>1.0853035806852797E-2</c:v>
                </c:pt>
                <c:pt idx="1890">
                  <c:v>1.084627051504051E-2</c:v>
                </c:pt>
                <c:pt idx="1891">
                  <c:v>1.073055534460394E-2</c:v>
                </c:pt>
                <c:pt idx="1892">
                  <c:v>9.7614768434777545E-3</c:v>
                </c:pt>
                <c:pt idx="1893">
                  <c:v>9.5189511406104221E-3</c:v>
                </c:pt>
                <c:pt idx="1894">
                  <c:v>1.0883383749971996E-2</c:v>
                </c:pt>
                <c:pt idx="1895">
                  <c:v>1.2858573903437134E-2</c:v>
                </c:pt>
                <c:pt idx="1896">
                  <c:v>1.2785161401590826E-2</c:v>
                </c:pt>
                <c:pt idx="1897">
                  <c:v>1.2694577683328412E-2</c:v>
                </c:pt>
                <c:pt idx="1898">
                  <c:v>1.1777498016252524E-2</c:v>
                </c:pt>
                <c:pt idx="1899">
                  <c:v>1.2399569781963429E-2</c:v>
                </c:pt>
                <c:pt idx="1900">
                  <c:v>1.2634088128711552E-2</c:v>
                </c:pt>
                <c:pt idx="1901">
                  <c:v>1.4029270570554255E-2</c:v>
                </c:pt>
                <c:pt idx="1902">
                  <c:v>1.4259585320035907E-2</c:v>
                </c:pt>
                <c:pt idx="1903">
                  <c:v>1.4214194883493627E-2</c:v>
                </c:pt>
                <c:pt idx="1904">
                  <c:v>1.4332211816363526E-2</c:v>
                </c:pt>
                <c:pt idx="1905">
                  <c:v>1.4713846268862539E-2</c:v>
                </c:pt>
                <c:pt idx="1906">
                  <c:v>1.4594239496637979E-2</c:v>
                </c:pt>
                <c:pt idx="1907">
                  <c:v>1.4597622664568315E-2</c:v>
                </c:pt>
                <c:pt idx="1908">
                  <c:v>1.4603379484705211E-2</c:v>
                </c:pt>
                <c:pt idx="1909">
                  <c:v>1.4562376974856562E-2</c:v>
                </c:pt>
                <c:pt idx="1910">
                  <c:v>1.3585758819092214E-2</c:v>
                </c:pt>
                <c:pt idx="1911">
                  <c:v>1.3602766819384077E-2</c:v>
                </c:pt>
                <c:pt idx="1912">
                  <c:v>1.3161046709728194E-2</c:v>
                </c:pt>
                <c:pt idx="1913">
                  <c:v>1.3147171185920731E-2</c:v>
                </c:pt>
                <c:pt idx="1914">
                  <c:v>1.3181598798327808E-2</c:v>
                </c:pt>
                <c:pt idx="1915">
                  <c:v>1.2218097981237559E-2</c:v>
                </c:pt>
                <c:pt idx="1916">
                  <c:v>9.9861467618530837E-3</c:v>
                </c:pt>
                <c:pt idx="1917">
                  <c:v>1.0106316023486566E-2</c:v>
                </c:pt>
                <c:pt idx="1918">
                  <c:v>1.0402747845896931E-2</c:v>
                </c:pt>
                <c:pt idx="1919">
                  <c:v>1.0494844447406322E-2</c:v>
                </c:pt>
                <c:pt idx="1920">
                  <c:v>1.0038709711720422E-2</c:v>
                </c:pt>
                <c:pt idx="1921">
                  <c:v>9.5088300534139306E-3</c:v>
                </c:pt>
                <c:pt idx="1922">
                  <c:v>7.7547127270500569E-3</c:v>
                </c:pt>
                <c:pt idx="1923">
                  <c:v>7.4722858140952699E-3</c:v>
                </c:pt>
                <c:pt idx="1924">
                  <c:v>7.6571729826311781E-3</c:v>
                </c:pt>
                <c:pt idx="1925">
                  <c:v>7.8049463802779412E-3</c:v>
                </c:pt>
                <c:pt idx="1926">
                  <c:v>6.655599086686094E-3</c:v>
                </c:pt>
                <c:pt idx="1927">
                  <c:v>6.560699350631906E-3</c:v>
                </c:pt>
                <c:pt idx="1928">
                  <c:v>6.3120232992054728E-3</c:v>
                </c:pt>
                <c:pt idx="1929">
                  <c:v>6.5325748241579417E-3</c:v>
                </c:pt>
                <c:pt idx="1930">
                  <c:v>6.6245122196256414E-3</c:v>
                </c:pt>
                <c:pt idx="1931">
                  <c:v>6.3073646998549676E-3</c:v>
                </c:pt>
                <c:pt idx="1932">
                  <c:v>6.2834164830852888E-3</c:v>
                </c:pt>
                <c:pt idx="1933">
                  <c:v>6.3663710552369765E-3</c:v>
                </c:pt>
                <c:pt idx="1934">
                  <c:v>6.1735482321410113E-3</c:v>
                </c:pt>
                <c:pt idx="1935">
                  <c:v>6.1555631169600391E-3</c:v>
                </c:pt>
                <c:pt idx="1936">
                  <c:v>6.4062012040459054E-3</c:v>
                </c:pt>
                <c:pt idx="1937">
                  <c:v>6.4602758766010258E-3</c:v>
                </c:pt>
                <c:pt idx="1938">
                  <c:v>6.4158698116209313E-3</c:v>
                </c:pt>
                <c:pt idx="1939">
                  <c:v>6.1906563386030546E-3</c:v>
                </c:pt>
                <c:pt idx="1940">
                  <c:v>6.1291461934077718E-3</c:v>
                </c:pt>
                <c:pt idx="1941">
                  <c:v>6.3493276333108873E-3</c:v>
                </c:pt>
                <c:pt idx="1942">
                  <c:v>6.3376834647437203E-3</c:v>
                </c:pt>
                <c:pt idx="1943">
                  <c:v>6.4195238056330419E-3</c:v>
                </c:pt>
                <c:pt idx="1944">
                  <c:v>6.3870292119333431E-3</c:v>
                </c:pt>
                <c:pt idx="1945">
                  <c:v>6.2219244061924202E-3</c:v>
                </c:pt>
                <c:pt idx="1946">
                  <c:v>5.6374221363284351E-3</c:v>
                </c:pt>
                <c:pt idx="1947">
                  <c:v>5.6514512841625529E-3</c:v>
                </c:pt>
                <c:pt idx="1948">
                  <c:v>5.7026726179523791E-3</c:v>
                </c:pt>
                <c:pt idx="1949">
                  <c:v>5.7555874096785276E-3</c:v>
                </c:pt>
                <c:pt idx="1950">
                  <c:v>6.0680356775942952E-3</c:v>
                </c:pt>
                <c:pt idx="1951">
                  <c:v>7.134306461223928E-3</c:v>
                </c:pt>
                <c:pt idx="1952">
                  <c:v>7.0287475828151522E-3</c:v>
                </c:pt>
                <c:pt idx="1953">
                  <c:v>7.0674891712971645E-3</c:v>
                </c:pt>
                <c:pt idx="1954">
                  <c:v>7.9881589156316542E-3</c:v>
                </c:pt>
                <c:pt idx="1955">
                  <c:v>8.2375076870580526E-3</c:v>
                </c:pt>
                <c:pt idx="1956">
                  <c:v>1.1608991663244868E-2</c:v>
                </c:pt>
                <c:pt idx="1957">
                  <c:v>1.3011871292255027E-2</c:v>
                </c:pt>
                <c:pt idx="1958">
                  <c:v>1.3105349384164657E-2</c:v>
                </c:pt>
                <c:pt idx="1959">
                  <c:v>1.3083768795176854E-2</c:v>
                </c:pt>
                <c:pt idx="1960">
                  <c:v>1.2805487534121977E-2</c:v>
                </c:pt>
                <c:pt idx="1961">
                  <c:v>1.2729278253532298E-2</c:v>
                </c:pt>
                <c:pt idx="1962">
                  <c:v>1.2730253357196854E-2</c:v>
                </c:pt>
                <c:pt idx="1963">
                  <c:v>1.2728501802726031E-2</c:v>
                </c:pt>
                <c:pt idx="1964">
                  <c:v>1.289949643895014E-2</c:v>
                </c:pt>
                <c:pt idx="1965">
                  <c:v>1.293229958893867E-2</c:v>
                </c:pt>
                <c:pt idx="1966">
                  <c:v>1.2910061154118052E-2</c:v>
                </c:pt>
                <c:pt idx="1967">
                  <c:v>1.3114096685297097E-2</c:v>
                </c:pt>
                <c:pt idx="1968">
                  <c:v>1.3101046361214785E-2</c:v>
                </c:pt>
                <c:pt idx="1969">
                  <c:v>1.3014908195263854E-2</c:v>
                </c:pt>
                <c:pt idx="1970">
                  <c:v>1.2896103022799804E-2</c:v>
                </c:pt>
                <c:pt idx="1971">
                  <c:v>1.2767617118479225E-2</c:v>
                </c:pt>
                <c:pt idx="1972">
                  <c:v>1.2343724326566463E-2</c:v>
                </c:pt>
                <c:pt idx="1973">
                  <c:v>1.2251016604473032E-2</c:v>
                </c:pt>
                <c:pt idx="1974">
                  <c:v>1.2331524868834896E-2</c:v>
                </c:pt>
                <c:pt idx="1975">
                  <c:v>1.1860437216906047E-2</c:v>
                </c:pt>
                <c:pt idx="1976">
                  <c:v>1.1833043755860299E-2</c:v>
                </c:pt>
                <c:pt idx="1977">
                  <c:v>8.2240530941367629E-3</c:v>
                </c:pt>
                <c:pt idx="1978">
                  <c:v>5.8908513798507974E-3</c:v>
                </c:pt>
                <c:pt idx="1979">
                  <c:v>6.3132731021559091E-3</c:v>
                </c:pt>
                <c:pt idx="1980">
                  <c:v>6.9691947762341201E-3</c:v>
                </c:pt>
                <c:pt idx="1981">
                  <c:v>6.946561147916799E-3</c:v>
                </c:pt>
                <c:pt idx="1982">
                  <c:v>7.8646194924234525E-3</c:v>
                </c:pt>
                <c:pt idx="1983">
                  <c:v>7.7050418575176855E-3</c:v>
                </c:pt>
                <c:pt idx="1984">
                  <c:v>7.6835953737719618E-3</c:v>
                </c:pt>
                <c:pt idx="1985">
                  <c:v>7.3982978714500014E-3</c:v>
                </c:pt>
                <c:pt idx="1986">
                  <c:v>7.6710987151706427E-3</c:v>
                </c:pt>
                <c:pt idx="1987">
                  <c:v>7.5430569984186414E-3</c:v>
                </c:pt>
                <c:pt idx="1988">
                  <c:v>7.5208039002946977E-3</c:v>
                </c:pt>
                <c:pt idx="1989">
                  <c:v>7.4753455971655527E-3</c:v>
                </c:pt>
                <c:pt idx="1990">
                  <c:v>7.486662112155036E-3</c:v>
                </c:pt>
                <c:pt idx="1991">
                  <c:v>8.1041683220161812E-3</c:v>
                </c:pt>
                <c:pt idx="1992">
                  <c:v>8.1108267460154211E-3</c:v>
                </c:pt>
                <c:pt idx="1993">
                  <c:v>8.2666804452610956E-3</c:v>
                </c:pt>
                <c:pt idx="1994">
                  <c:v>8.4439451730017392E-3</c:v>
                </c:pt>
                <c:pt idx="1995">
                  <c:v>8.4905011329471092E-3</c:v>
                </c:pt>
                <c:pt idx="1996">
                  <c:v>8.5007599709314499E-3</c:v>
                </c:pt>
                <c:pt idx="1997">
                  <c:v>8.3806058694997094E-3</c:v>
                </c:pt>
                <c:pt idx="1998">
                  <c:v>8.5461590834947122E-3</c:v>
                </c:pt>
                <c:pt idx="1999">
                  <c:v>8.530029870462948E-3</c:v>
                </c:pt>
                <c:pt idx="2000">
                  <c:v>7.9799564615849281E-3</c:v>
                </c:pt>
                <c:pt idx="2001">
                  <c:v>7.4684819500581232E-3</c:v>
                </c:pt>
                <c:pt idx="2002">
                  <c:v>7.6579489785480633E-3</c:v>
                </c:pt>
                <c:pt idx="2003">
                  <c:v>7.5818286540058925E-3</c:v>
                </c:pt>
                <c:pt idx="2004">
                  <c:v>7.3163209443309401E-3</c:v>
                </c:pt>
                <c:pt idx="2005">
                  <c:v>7.4592878754616392E-3</c:v>
                </c:pt>
                <c:pt idx="2006">
                  <c:v>7.6426860812834618E-3</c:v>
                </c:pt>
                <c:pt idx="2007">
                  <c:v>7.4464616558578634E-3</c:v>
                </c:pt>
                <c:pt idx="2008">
                  <c:v>7.566341591147603E-3</c:v>
                </c:pt>
                <c:pt idx="2009">
                  <c:v>7.4839794515598312E-3</c:v>
                </c:pt>
                <c:pt idx="2010">
                  <c:v>8.6071848976917477E-3</c:v>
                </c:pt>
                <c:pt idx="2011">
                  <c:v>8.60679797348444E-3</c:v>
                </c:pt>
                <c:pt idx="2012">
                  <c:v>8.0576723781575141E-3</c:v>
                </c:pt>
                <c:pt idx="2013">
                  <c:v>8.0556456809241332E-3</c:v>
                </c:pt>
                <c:pt idx="2014">
                  <c:v>7.9508232505396959E-3</c:v>
                </c:pt>
                <c:pt idx="2015">
                  <c:v>7.986004692367446E-3</c:v>
                </c:pt>
                <c:pt idx="2016">
                  <c:v>8.0157213664192629E-3</c:v>
                </c:pt>
                <c:pt idx="2017">
                  <c:v>8.0496725683254378E-3</c:v>
                </c:pt>
                <c:pt idx="2018">
                  <c:v>8.0593867320712023E-3</c:v>
                </c:pt>
                <c:pt idx="2019">
                  <c:v>8.0883363346254157E-3</c:v>
                </c:pt>
                <c:pt idx="2020">
                  <c:v>8.12764013073616E-3</c:v>
                </c:pt>
                <c:pt idx="2021">
                  <c:v>8.1411532868076331E-3</c:v>
                </c:pt>
                <c:pt idx="2022">
                  <c:v>8.7887188198352371E-3</c:v>
                </c:pt>
                <c:pt idx="2023">
                  <c:v>8.8477646690182099E-3</c:v>
                </c:pt>
                <c:pt idx="2024">
                  <c:v>8.1749518586009592E-3</c:v>
                </c:pt>
                <c:pt idx="2025">
                  <c:v>8.1542464268683605E-3</c:v>
                </c:pt>
                <c:pt idx="2026">
                  <c:v>8.132736034155626E-3</c:v>
                </c:pt>
                <c:pt idx="2027">
                  <c:v>7.9333881371608742E-3</c:v>
                </c:pt>
                <c:pt idx="2028">
                  <c:v>7.9303946695373877E-3</c:v>
                </c:pt>
                <c:pt idx="2029">
                  <c:v>8.0042797866108455E-3</c:v>
                </c:pt>
                <c:pt idx="2030">
                  <c:v>7.8354636655760569E-3</c:v>
                </c:pt>
                <c:pt idx="2031">
                  <c:v>6.3575362438216257E-3</c:v>
                </c:pt>
                <c:pt idx="2032">
                  <c:v>6.2990936587612109E-3</c:v>
                </c:pt>
                <c:pt idx="2033">
                  <c:v>6.3273441293047079E-3</c:v>
                </c:pt>
                <c:pt idx="2034">
                  <c:v>6.3338373823583188E-3</c:v>
                </c:pt>
                <c:pt idx="2035">
                  <c:v>6.4672283925143337E-3</c:v>
                </c:pt>
                <c:pt idx="2036">
                  <c:v>5.8839008235371882E-3</c:v>
                </c:pt>
                <c:pt idx="2037">
                  <c:v>5.861433095808612E-3</c:v>
                </c:pt>
                <c:pt idx="2038">
                  <c:v>5.8586937710441451E-3</c:v>
                </c:pt>
                <c:pt idx="2039">
                  <c:v>5.7447564585053137E-3</c:v>
                </c:pt>
                <c:pt idx="2040">
                  <c:v>5.1765587465152363E-3</c:v>
                </c:pt>
                <c:pt idx="2041">
                  <c:v>4.9893765710986894E-3</c:v>
                </c:pt>
                <c:pt idx="2042">
                  <c:v>4.6919917714035404E-3</c:v>
                </c:pt>
                <c:pt idx="2043">
                  <c:v>3.9906633423936388E-3</c:v>
                </c:pt>
                <c:pt idx="2044">
                  <c:v>4.4980237438118067E-3</c:v>
                </c:pt>
                <c:pt idx="2045">
                  <c:v>4.7413407110543024E-3</c:v>
                </c:pt>
                <c:pt idx="2046">
                  <c:v>4.7182130934463641E-3</c:v>
                </c:pt>
                <c:pt idx="2047">
                  <c:v>4.7153893265394235E-3</c:v>
                </c:pt>
                <c:pt idx="2048">
                  <c:v>4.7141739311313303E-3</c:v>
                </c:pt>
                <c:pt idx="2049">
                  <c:v>4.9532158782954888E-3</c:v>
                </c:pt>
                <c:pt idx="2050">
                  <c:v>4.9904887199628441E-3</c:v>
                </c:pt>
                <c:pt idx="2051">
                  <c:v>4.9870474682189858E-3</c:v>
                </c:pt>
                <c:pt idx="2052">
                  <c:v>5.0470178591680379E-3</c:v>
                </c:pt>
                <c:pt idx="2053">
                  <c:v>5.2394328938433331E-3</c:v>
                </c:pt>
                <c:pt idx="2054">
                  <c:v>5.2309638473912803E-3</c:v>
                </c:pt>
                <c:pt idx="2055">
                  <c:v>5.2969109619246451E-3</c:v>
                </c:pt>
                <c:pt idx="2056">
                  <c:v>5.1413061569693377E-3</c:v>
                </c:pt>
                <c:pt idx="2057">
                  <c:v>5.1365189833829103E-3</c:v>
                </c:pt>
                <c:pt idx="2058">
                  <c:v>5.0720762645812319E-3</c:v>
                </c:pt>
                <c:pt idx="2059">
                  <c:v>5.181382409461175E-3</c:v>
                </c:pt>
                <c:pt idx="2060">
                  <c:v>5.1551863054595639E-3</c:v>
                </c:pt>
                <c:pt idx="2061">
                  <c:v>4.6960379926050269E-3</c:v>
                </c:pt>
                <c:pt idx="2062">
                  <c:v>4.4273245620575661E-3</c:v>
                </c:pt>
                <c:pt idx="2063">
                  <c:v>4.4313405979111934E-3</c:v>
                </c:pt>
                <c:pt idx="2064">
                  <c:v>4.3902562231477194E-3</c:v>
                </c:pt>
                <c:pt idx="2065">
                  <c:v>3.85613074871839E-3</c:v>
                </c:pt>
                <c:pt idx="2066">
                  <c:v>3.4750066990349333E-3</c:v>
                </c:pt>
                <c:pt idx="2067">
                  <c:v>3.8724434566062621E-3</c:v>
                </c:pt>
                <c:pt idx="2068">
                  <c:v>4.2496552058625672E-3</c:v>
                </c:pt>
                <c:pt idx="2069">
                  <c:v>4.3273320028222369E-3</c:v>
                </c:pt>
                <c:pt idx="2070">
                  <c:v>4.1309593296834342E-3</c:v>
                </c:pt>
                <c:pt idx="2071">
                  <c:v>4.5184384917131733E-3</c:v>
                </c:pt>
                <c:pt idx="2072">
                  <c:v>4.5216248494205878E-3</c:v>
                </c:pt>
                <c:pt idx="2073">
                  <c:v>4.4417653617060604E-3</c:v>
                </c:pt>
                <c:pt idx="2074">
                  <c:v>4.0124943170005241E-3</c:v>
                </c:pt>
                <c:pt idx="2075">
                  <c:v>3.9630198688461096E-3</c:v>
                </c:pt>
                <c:pt idx="2076">
                  <c:v>3.9268742786111727E-3</c:v>
                </c:pt>
                <c:pt idx="2077">
                  <c:v>4.0057967363015751E-3</c:v>
                </c:pt>
                <c:pt idx="2078">
                  <c:v>5.0808279899342695E-3</c:v>
                </c:pt>
                <c:pt idx="2079">
                  <c:v>6.089700694689542E-3</c:v>
                </c:pt>
                <c:pt idx="2080">
                  <c:v>6.1468871928486149E-3</c:v>
                </c:pt>
                <c:pt idx="2081">
                  <c:v>6.1674982521088655E-3</c:v>
                </c:pt>
                <c:pt idx="2082">
                  <c:v>6.2262987246514967E-3</c:v>
                </c:pt>
                <c:pt idx="2083">
                  <c:v>6.2817659031931703E-3</c:v>
                </c:pt>
                <c:pt idx="2084">
                  <c:v>6.2756431323399316E-3</c:v>
                </c:pt>
                <c:pt idx="2085">
                  <c:v>6.3465228280067208E-3</c:v>
                </c:pt>
                <c:pt idx="2086">
                  <c:v>6.4183622353270516E-3</c:v>
                </c:pt>
                <c:pt idx="2087">
                  <c:v>6.5691775656911873E-3</c:v>
                </c:pt>
                <c:pt idx="2088">
                  <c:v>6.793243649618347E-3</c:v>
                </c:pt>
                <c:pt idx="2089">
                  <c:v>6.7061258239445951E-3</c:v>
                </c:pt>
                <c:pt idx="2090">
                  <c:v>6.786482216733971E-3</c:v>
                </c:pt>
                <c:pt idx="2091">
                  <c:v>6.7672894295024875E-3</c:v>
                </c:pt>
                <c:pt idx="2092">
                  <c:v>6.8064259353510775E-3</c:v>
                </c:pt>
                <c:pt idx="2093">
                  <c:v>7.1252365897374334E-3</c:v>
                </c:pt>
                <c:pt idx="2094">
                  <c:v>7.1271009038111604E-3</c:v>
                </c:pt>
                <c:pt idx="2095">
                  <c:v>7.0943560590969222E-3</c:v>
                </c:pt>
                <c:pt idx="2096">
                  <c:v>7.1609848161987757E-3</c:v>
                </c:pt>
                <c:pt idx="2097">
                  <c:v>7.1364614452193338E-3</c:v>
                </c:pt>
                <c:pt idx="2098">
                  <c:v>7.1050695157399519E-3</c:v>
                </c:pt>
                <c:pt idx="2099">
                  <c:v>6.5803629461269027E-3</c:v>
                </c:pt>
                <c:pt idx="2100">
                  <c:v>5.7042951222111638E-3</c:v>
                </c:pt>
                <c:pt idx="2101">
                  <c:v>5.5283623869123175E-3</c:v>
                </c:pt>
                <c:pt idx="2102">
                  <c:v>5.4996296870805997E-3</c:v>
                </c:pt>
                <c:pt idx="2103">
                  <c:v>5.4732455194105136E-3</c:v>
                </c:pt>
                <c:pt idx="2104">
                  <c:v>5.6354582688864143E-3</c:v>
                </c:pt>
                <c:pt idx="2105">
                  <c:v>5.6568518697607904E-3</c:v>
                </c:pt>
                <c:pt idx="2106">
                  <c:v>6.5609990889340126E-3</c:v>
                </c:pt>
                <c:pt idx="2107">
                  <c:v>6.4567809853461359E-3</c:v>
                </c:pt>
                <c:pt idx="2108">
                  <c:v>6.372765408105701E-3</c:v>
                </c:pt>
                <c:pt idx="2109">
                  <c:v>6.0017967340370744E-3</c:v>
                </c:pt>
                <c:pt idx="2110">
                  <c:v>5.8356476974036056E-3</c:v>
                </c:pt>
                <c:pt idx="2111">
                  <c:v>5.6645272445842157E-3</c:v>
                </c:pt>
                <c:pt idx="2112">
                  <c:v>5.6835685308246247E-3</c:v>
                </c:pt>
                <c:pt idx="2113">
                  <c:v>5.4132506623180204E-3</c:v>
                </c:pt>
                <c:pt idx="2114">
                  <c:v>5.0391770495912683E-3</c:v>
                </c:pt>
                <c:pt idx="2115">
                  <c:v>5.0302482774213187E-3</c:v>
                </c:pt>
                <c:pt idx="2116">
                  <c:v>4.9906910070373423E-3</c:v>
                </c:pt>
                <c:pt idx="2117">
                  <c:v>4.9141530223937952E-3</c:v>
                </c:pt>
                <c:pt idx="2118">
                  <c:v>5.1398519333252018E-3</c:v>
                </c:pt>
                <c:pt idx="2119">
                  <c:v>5.3910622047817214E-3</c:v>
                </c:pt>
                <c:pt idx="2120">
                  <c:v>5.3315682282140831E-3</c:v>
                </c:pt>
                <c:pt idx="2121">
                  <c:v>5.3209949359607966E-3</c:v>
                </c:pt>
                <c:pt idx="2122">
                  <c:v>5.7762427660943616E-3</c:v>
                </c:pt>
                <c:pt idx="2123">
                  <c:v>5.8143409460709259E-3</c:v>
                </c:pt>
                <c:pt idx="2124">
                  <c:v>5.7674559026577258E-3</c:v>
                </c:pt>
                <c:pt idx="2125">
                  <c:v>5.6220645286268849E-3</c:v>
                </c:pt>
                <c:pt idx="2126">
                  <c:v>5.6153427796962188E-3</c:v>
                </c:pt>
                <c:pt idx="2127">
                  <c:v>4.6245696947726164E-3</c:v>
                </c:pt>
                <c:pt idx="2128">
                  <c:v>4.8670830637027969E-3</c:v>
                </c:pt>
                <c:pt idx="2129">
                  <c:v>5.0232072287092321E-3</c:v>
                </c:pt>
                <c:pt idx="2130">
                  <c:v>5.0312463550517481E-3</c:v>
                </c:pt>
                <c:pt idx="2131">
                  <c:v>5.1300854193066384E-3</c:v>
                </c:pt>
                <c:pt idx="2132">
                  <c:v>5.3048285020656461E-3</c:v>
                </c:pt>
                <c:pt idx="2133">
                  <c:v>5.4681206531089332E-3</c:v>
                </c:pt>
                <c:pt idx="2134">
                  <c:v>9.2386017404777789E-3</c:v>
                </c:pt>
                <c:pt idx="2135">
                  <c:v>9.1813464324873566E-3</c:v>
                </c:pt>
                <c:pt idx="2136">
                  <c:v>9.3540783470217569E-3</c:v>
                </c:pt>
                <c:pt idx="2137">
                  <c:v>9.3524896405757039E-3</c:v>
                </c:pt>
                <c:pt idx="2138">
                  <c:v>9.4268035577199649E-3</c:v>
                </c:pt>
                <c:pt idx="2139">
                  <c:v>9.4576322464629704E-3</c:v>
                </c:pt>
                <c:pt idx="2140">
                  <c:v>9.608262617369084E-3</c:v>
                </c:pt>
                <c:pt idx="2141">
                  <c:v>9.6220781686136795E-3</c:v>
                </c:pt>
                <c:pt idx="2142">
                  <c:v>9.6800355986870167E-3</c:v>
                </c:pt>
                <c:pt idx="2143">
                  <c:v>9.4379845915517329E-3</c:v>
                </c:pt>
                <c:pt idx="2144">
                  <c:v>9.4894445801641785E-3</c:v>
                </c:pt>
                <c:pt idx="2145">
                  <c:v>1.0077831444253931E-2</c:v>
                </c:pt>
                <c:pt idx="2146">
                  <c:v>1.0204436875704262E-2</c:v>
                </c:pt>
                <c:pt idx="2147">
                  <c:v>1.0203005841042905E-2</c:v>
                </c:pt>
                <c:pt idx="2148">
                  <c:v>1.0632062602068788E-2</c:v>
                </c:pt>
                <c:pt idx="2149">
                  <c:v>1.0432338402410859E-2</c:v>
                </c:pt>
                <c:pt idx="2150">
                  <c:v>1.0248970639321689E-2</c:v>
                </c:pt>
                <c:pt idx="2151">
                  <c:v>1.0660405642304624E-2</c:v>
                </c:pt>
                <c:pt idx="2152">
                  <c:v>1.0964081656171975E-2</c:v>
                </c:pt>
                <c:pt idx="2153">
                  <c:v>1.0806669174652386E-2</c:v>
                </c:pt>
                <c:pt idx="2154">
                  <c:v>1.0475956345632802E-2</c:v>
                </c:pt>
                <c:pt idx="2155">
                  <c:v>7.9615741452017941E-3</c:v>
                </c:pt>
                <c:pt idx="2156">
                  <c:v>7.963826661755222E-3</c:v>
                </c:pt>
                <c:pt idx="2157">
                  <c:v>7.5752973184147424E-3</c:v>
                </c:pt>
                <c:pt idx="2158">
                  <c:v>7.7945483349784999E-3</c:v>
                </c:pt>
                <c:pt idx="2159">
                  <c:v>7.7491502263074882E-3</c:v>
                </c:pt>
                <c:pt idx="2160">
                  <c:v>8.0946027143663953E-3</c:v>
                </c:pt>
                <c:pt idx="2161">
                  <c:v>9.7450309750332521E-3</c:v>
                </c:pt>
                <c:pt idx="2162">
                  <c:v>9.8027773903652232E-3</c:v>
                </c:pt>
                <c:pt idx="2163">
                  <c:v>9.8192314838742682E-3</c:v>
                </c:pt>
                <c:pt idx="2164">
                  <c:v>1.0583287537600069E-2</c:v>
                </c:pt>
                <c:pt idx="2165">
                  <c:v>1.0385724447007812E-2</c:v>
                </c:pt>
                <c:pt idx="2166">
                  <c:v>1.0143799332445889E-2</c:v>
                </c:pt>
                <c:pt idx="2167">
                  <c:v>9.750132085620325E-3</c:v>
                </c:pt>
                <c:pt idx="2168">
                  <c:v>1.0327022911458183E-2</c:v>
                </c:pt>
                <c:pt idx="2169">
                  <c:v>1.0081109302204464E-2</c:v>
                </c:pt>
                <c:pt idx="2170">
                  <c:v>1.0285701921681484E-2</c:v>
                </c:pt>
                <c:pt idx="2171">
                  <c:v>1.0216003183697924E-2</c:v>
                </c:pt>
                <c:pt idx="2172">
                  <c:v>9.9766866049960778E-3</c:v>
                </c:pt>
                <c:pt idx="2173">
                  <c:v>9.5508000928344432E-3</c:v>
                </c:pt>
                <c:pt idx="2174">
                  <c:v>9.5471259634393145E-3</c:v>
                </c:pt>
                <c:pt idx="2175">
                  <c:v>9.6274806037618156E-3</c:v>
                </c:pt>
                <c:pt idx="2176">
                  <c:v>9.6188772474261729E-3</c:v>
                </c:pt>
                <c:pt idx="2177">
                  <c:v>9.8147318230757119E-3</c:v>
                </c:pt>
                <c:pt idx="2178">
                  <c:v>9.9124719582619931E-3</c:v>
                </c:pt>
                <c:pt idx="2179">
                  <c:v>9.634401366999331E-3</c:v>
                </c:pt>
                <c:pt idx="2180">
                  <c:v>9.6179764920575964E-3</c:v>
                </c:pt>
                <c:pt idx="2181">
                  <c:v>9.1484699457335741E-3</c:v>
                </c:pt>
                <c:pt idx="2182">
                  <c:v>6.2866372986493174E-3</c:v>
                </c:pt>
                <c:pt idx="2183">
                  <c:v>5.9003118159670354E-3</c:v>
                </c:pt>
                <c:pt idx="2184">
                  <c:v>4.7706728095807801E-3</c:v>
                </c:pt>
                <c:pt idx="2185">
                  <c:v>4.1085600794845125E-3</c:v>
                </c:pt>
                <c:pt idx="2186">
                  <c:v>4.114016922229017E-3</c:v>
                </c:pt>
                <c:pt idx="2187">
                  <c:v>4.1365285673444314E-3</c:v>
                </c:pt>
                <c:pt idx="2188">
                  <c:v>3.9950086076380514E-3</c:v>
                </c:pt>
                <c:pt idx="2189">
                  <c:v>3.8491240964370109E-3</c:v>
                </c:pt>
                <c:pt idx="2190">
                  <c:v>3.8314328880850504E-3</c:v>
                </c:pt>
                <c:pt idx="2191">
                  <c:v>3.7794109132421329E-3</c:v>
                </c:pt>
                <c:pt idx="2192">
                  <c:v>3.7558704068877216E-3</c:v>
                </c:pt>
                <c:pt idx="2193">
                  <c:v>3.8906540717242636E-3</c:v>
                </c:pt>
                <c:pt idx="2194">
                  <c:v>3.9071741227625799E-3</c:v>
                </c:pt>
                <c:pt idx="2195">
                  <c:v>4.3311759600111518E-3</c:v>
                </c:pt>
                <c:pt idx="2196">
                  <c:v>4.4246876671175904E-3</c:v>
                </c:pt>
                <c:pt idx="2197">
                  <c:v>4.7161771175943971E-3</c:v>
                </c:pt>
                <c:pt idx="2198">
                  <c:v>4.6625913980241976E-3</c:v>
                </c:pt>
                <c:pt idx="2199">
                  <c:v>4.6335493530388116E-3</c:v>
                </c:pt>
                <c:pt idx="2200">
                  <c:v>4.9420385453998053E-3</c:v>
                </c:pt>
                <c:pt idx="2201">
                  <c:v>9.419483124298203E-3</c:v>
                </c:pt>
                <c:pt idx="2202">
                  <c:v>9.9169905884548375E-3</c:v>
                </c:pt>
                <c:pt idx="2203">
                  <c:v>9.9569861764343352E-3</c:v>
                </c:pt>
                <c:pt idx="2204">
                  <c:v>9.9467169283518914E-3</c:v>
                </c:pt>
                <c:pt idx="2205">
                  <c:v>9.9201783919545088E-3</c:v>
                </c:pt>
                <c:pt idx="2206">
                  <c:v>9.9218109696679428E-3</c:v>
                </c:pt>
                <c:pt idx="2207">
                  <c:v>9.9206544029573004E-3</c:v>
                </c:pt>
                <c:pt idx="2208">
                  <c:v>9.9135704473104665E-3</c:v>
                </c:pt>
                <c:pt idx="2209">
                  <c:v>9.8436151913802259E-3</c:v>
                </c:pt>
                <c:pt idx="2210">
                  <c:v>9.618653937652653E-3</c:v>
                </c:pt>
                <c:pt idx="2211">
                  <c:v>1.0088603780148215E-2</c:v>
                </c:pt>
                <c:pt idx="2212">
                  <c:v>1.0092535330709062E-2</c:v>
                </c:pt>
                <c:pt idx="2213">
                  <c:v>1.0515718324916375E-2</c:v>
                </c:pt>
                <c:pt idx="2214">
                  <c:v>1.0463739415162432E-2</c:v>
                </c:pt>
                <c:pt idx="2215">
                  <c:v>1.0409179736862062E-2</c:v>
                </c:pt>
                <c:pt idx="2216">
                  <c:v>1.0315331767967144E-2</c:v>
                </c:pt>
                <c:pt idx="2217">
                  <c:v>1.0230934547434765E-2</c:v>
                </c:pt>
                <c:pt idx="2218">
                  <c:v>1.000346057649729E-2</c:v>
                </c:pt>
                <c:pt idx="2219">
                  <c:v>1.0085873148687181E-2</c:v>
                </c:pt>
                <c:pt idx="2220">
                  <c:v>1.0476125896991831E-2</c:v>
                </c:pt>
                <c:pt idx="2221">
                  <c:v>1.0423888647471406E-2</c:v>
                </c:pt>
                <c:pt idx="2222">
                  <c:v>7.3009847869892827E-3</c:v>
                </c:pt>
                <c:pt idx="2223">
                  <c:v>6.6870006667395804E-3</c:v>
                </c:pt>
                <c:pt idx="2224">
                  <c:v>9.9934489040435209E-3</c:v>
                </c:pt>
                <c:pt idx="2225">
                  <c:v>1.0598622379004229E-2</c:v>
                </c:pt>
                <c:pt idx="2226">
                  <c:v>1.0688862488496473E-2</c:v>
                </c:pt>
                <c:pt idx="2227">
                  <c:v>1.1127943128686582E-2</c:v>
                </c:pt>
                <c:pt idx="2228">
                  <c:v>1.112363227793726E-2</c:v>
                </c:pt>
                <c:pt idx="2229">
                  <c:v>1.1534895828657526E-2</c:v>
                </c:pt>
                <c:pt idx="2230">
                  <c:v>1.162957877264624E-2</c:v>
                </c:pt>
                <c:pt idx="2231">
                  <c:v>1.1633693288278867E-2</c:v>
                </c:pt>
                <c:pt idx="2232">
                  <c:v>1.1146053763121552E-2</c:v>
                </c:pt>
                <c:pt idx="2233">
                  <c:v>1.1389506210897227E-2</c:v>
                </c:pt>
                <c:pt idx="2234">
                  <c:v>1.1098896917433489E-2</c:v>
                </c:pt>
                <c:pt idx="2235">
                  <c:v>1.1116702511923239E-2</c:v>
                </c:pt>
                <c:pt idx="2236">
                  <c:v>1.1384758836432187E-2</c:v>
                </c:pt>
                <c:pt idx="2237">
                  <c:v>1.2749140925571795E-2</c:v>
                </c:pt>
                <c:pt idx="2238">
                  <c:v>1.2744699040255717E-2</c:v>
                </c:pt>
                <c:pt idx="2239">
                  <c:v>1.2856613603980393E-2</c:v>
                </c:pt>
                <c:pt idx="2240">
                  <c:v>1.2983277314419304E-2</c:v>
                </c:pt>
                <c:pt idx="2241">
                  <c:v>1.272591724090999E-2</c:v>
                </c:pt>
                <c:pt idx="2242">
                  <c:v>1.2709475803083948E-2</c:v>
                </c:pt>
                <c:pt idx="2243">
                  <c:v>1.2375084624346949E-2</c:v>
                </c:pt>
                <c:pt idx="2244">
                  <c:v>1.2709415372038907E-2</c:v>
                </c:pt>
                <c:pt idx="2245">
                  <c:v>1.0574351941126383E-2</c:v>
                </c:pt>
                <c:pt idx="2246">
                  <c:v>9.9464263353413827E-3</c:v>
                </c:pt>
                <c:pt idx="2247">
                  <c:v>9.9194001889948581E-3</c:v>
                </c:pt>
                <c:pt idx="2248">
                  <c:v>9.3706086260334238E-3</c:v>
                </c:pt>
                <c:pt idx="2249">
                  <c:v>1.0344130993736067E-2</c:v>
                </c:pt>
                <c:pt idx="2250">
                  <c:v>9.7567768487492271E-3</c:v>
                </c:pt>
                <c:pt idx="2251">
                  <c:v>9.889801902497641E-3</c:v>
                </c:pt>
                <c:pt idx="2252">
                  <c:v>9.982179838739124E-3</c:v>
                </c:pt>
                <c:pt idx="2253">
                  <c:v>9.973800733132681E-3</c:v>
                </c:pt>
                <c:pt idx="2254">
                  <c:v>9.6721276341610631E-3</c:v>
                </c:pt>
                <c:pt idx="2255">
                  <c:v>9.5892897098028996E-3</c:v>
                </c:pt>
                <c:pt idx="2256">
                  <c:v>9.6068915119720943E-3</c:v>
                </c:pt>
                <c:pt idx="2257">
                  <c:v>9.4438683356879733E-3</c:v>
                </c:pt>
                <c:pt idx="2258">
                  <c:v>8.2556218707627773E-3</c:v>
                </c:pt>
                <c:pt idx="2259">
                  <c:v>1.2694807975070912E-2</c:v>
                </c:pt>
                <c:pt idx="2260">
                  <c:v>1.3334265707175717E-2</c:v>
                </c:pt>
                <c:pt idx="2261">
                  <c:v>1.3085073057850376E-2</c:v>
                </c:pt>
                <c:pt idx="2262">
                  <c:v>1.2946931517526529E-2</c:v>
                </c:pt>
                <c:pt idx="2263">
                  <c:v>1.3036674180256842E-2</c:v>
                </c:pt>
                <c:pt idx="2264">
                  <c:v>1.3047962339519331E-2</c:v>
                </c:pt>
                <c:pt idx="2265">
                  <c:v>1.41611940965397E-2</c:v>
                </c:pt>
                <c:pt idx="2266">
                  <c:v>1.4014025733310889E-2</c:v>
                </c:pt>
                <c:pt idx="2267">
                  <c:v>1.4230526935383731E-2</c:v>
                </c:pt>
                <c:pt idx="2268">
                  <c:v>1.4226707722410241E-2</c:v>
                </c:pt>
                <c:pt idx="2269">
                  <c:v>1.4289560014760706E-2</c:v>
                </c:pt>
                <c:pt idx="2270">
                  <c:v>1.4154972077971367E-2</c:v>
                </c:pt>
                <c:pt idx="2271">
                  <c:v>1.4320605350540253E-2</c:v>
                </c:pt>
                <c:pt idx="2272">
                  <c:v>1.4229398352436008E-2</c:v>
                </c:pt>
                <c:pt idx="2273">
                  <c:v>1.4153978728989859E-2</c:v>
                </c:pt>
                <c:pt idx="2274">
                  <c:v>1.4193029195061031E-2</c:v>
                </c:pt>
                <c:pt idx="2275">
                  <c:v>1.4170288318568834E-2</c:v>
                </c:pt>
                <c:pt idx="2276">
                  <c:v>1.4127973179846256E-2</c:v>
                </c:pt>
                <c:pt idx="2277">
                  <c:v>1.4251995798849598E-2</c:v>
                </c:pt>
                <c:pt idx="2278">
                  <c:v>1.4303744905635874E-2</c:v>
                </c:pt>
                <c:pt idx="2279">
                  <c:v>1.4394904962490298E-2</c:v>
                </c:pt>
                <c:pt idx="2280">
                  <c:v>1.0027167942347063E-2</c:v>
                </c:pt>
                <c:pt idx="2281">
                  <c:v>9.387267629672286E-3</c:v>
                </c:pt>
                <c:pt idx="2282">
                  <c:v>9.447184199573154E-3</c:v>
                </c:pt>
                <c:pt idx="2283">
                  <c:v>9.4333431947466496E-3</c:v>
                </c:pt>
                <c:pt idx="2284">
                  <c:v>8.9224608866827516E-3</c:v>
                </c:pt>
                <c:pt idx="2285">
                  <c:v>8.9149323518853789E-3</c:v>
                </c:pt>
                <c:pt idx="2286">
                  <c:v>7.6323528648413559E-3</c:v>
                </c:pt>
                <c:pt idx="2287">
                  <c:v>7.6789125063292029E-3</c:v>
                </c:pt>
                <c:pt idx="2288">
                  <c:v>7.5041970855961228E-3</c:v>
                </c:pt>
                <c:pt idx="2289">
                  <c:v>7.5032358570098854E-3</c:v>
                </c:pt>
                <c:pt idx="2290">
                  <c:v>7.5013895911534749E-3</c:v>
                </c:pt>
                <c:pt idx="2291">
                  <c:v>6.848286018851949E-3</c:v>
                </c:pt>
                <c:pt idx="2292">
                  <c:v>6.6516734477471235E-3</c:v>
                </c:pt>
                <c:pt idx="2293">
                  <c:v>7.9549620178145826E-3</c:v>
                </c:pt>
                <c:pt idx="2294">
                  <c:v>8.1139212501837761E-3</c:v>
                </c:pt>
                <c:pt idx="2295">
                  <c:v>8.9881313313114244E-3</c:v>
                </c:pt>
                <c:pt idx="2296">
                  <c:v>9.2206283277420763E-3</c:v>
                </c:pt>
                <c:pt idx="2297">
                  <c:v>9.2536443462545286E-3</c:v>
                </c:pt>
                <c:pt idx="2298">
                  <c:v>9.2606887025903171E-3</c:v>
                </c:pt>
                <c:pt idx="2299">
                  <c:v>9.3828969969558182E-3</c:v>
                </c:pt>
                <c:pt idx="2300">
                  <c:v>8.7476834234003053E-3</c:v>
                </c:pt>
                <c:pt idx="2301">
                  <c:v>8.8541660809440467E-3</c:v>
                </c:pt>
                <c:pt idx="2302">
                  <c:v>8.7171715519325059E-3</c:v>
                </c:pt>
                <c:pt idx="2303">
                  <c:v>8.4788566286359054E-3</c:v>
                </c:pt>
                <c:pt idx="2304">
                  <c:v>8.4053101977034812E-3</c:v>
                </c:pt>
                <c:pt idx="2305">
                  <c:v>8.2357035215246538E-3</c:v>
                </c:pt>
                <c:pt idx="2306">
                  <c:v>8.1729786331796762E-3</c:v>
                </c:pt>
                <c:pt idx="2307">
                  <c:v>8.206913217156107E-3</c:v>
                </c:pt>
                <c:pt idx="2308">
                  <c:v>8.4550410676076278E-3</c:v>
                </c:pt>
                <c:pt idx="2309">
                  <c:v>8.4963078903478803E-3</c:v>
                </c:pt>
                <c:pt idx="2310">
                  <c:v>9.0783492412195212E-3</c:v>
                </c:pt>
                <c:pt idx="2311">
                  <c:v>9.0926612346336911E-3</c:v>
                </c:pt>
                <c:pt idx="2312">
                  <c:v>1.1301821923583701E-2</c:v>
                </c:pt>
                <c:pt idx="2313">
                  <c:v>2.098299821832916E-2</c:v>
                </c:pt>
                <c:pt idx="2314">
                  <c:v>2.2633531556990921E-2</c:v>
                </c:pt>
                <c:pt idx="2315">
                  <c:v>2.3053403481855063E-2</c:v>
                </c:pt>
                <c:pt idx="2316">
                  <c:v>2.2681933345427212E-2</c:v>
                </c:pt>
                <c:pt idx="2317">
                  <c:v>2.266786434682299E-2</c:v>
                </c:pt>
                <c:pt idx="2318">
                  <c:v>2.2688225865506777E-2</c:v>
                </c:pt>
                <c:pt idx="2319">
                  <c:v>2.269597676896697E-2</c:v>
                </c:pt>
                <c:pt idx="2320">
                  <c:v>2.2677081662592746E-2</c:v>
                </c:pt>
                <c:pt idx="2321">
                  <c:v>2.26990542383451E-2</c:v>
                </c:pt>
                <c:pt idx="2322">
                  <c:v>2.2672259691358495E-2</c:v>
                </c:pt>
                <c:pt idx="2323">
                  <c:v>2.2856114181017032E-2</c:v>
                </c:pt>
                <c:pt idx="2324">
                  <c:v>2.2899726492343633E-2</c:v>
                </c:pt>
                <c:pt idx="2325">
                  <c:v>2.2915580674643794E-2</c:v>
                </c:pt>
                <c:pt idx="2326">
                  <c:v>2.2912575805486616E-2</c:v>
                </c:pt>
                <c:pt idx="2327">
                  <c:v>2.2952564646355481E-2</c:v>
                </c:pt>
                <c:pt idx="2328">
                  <c:v>2.2962844831249062E-2</c:v>
                </c:pt>
                <c:pt idx="2329">
                  <c:v>2.2816397309221689E-2</c:v>
                </c:pt>
                <c:pt idx="2330">
                  <c:v>2.2776873165792223E-2</c:v>
                </c:pt>
                <c:pt idx="2331">
                  <c:v>2.2481171734702782E-2</c:v>
                </c:pt>
                <c:pt idx="2332">
                  <c:v>2.2639969952798319E-2</c:v>
                </c:pt>
                <c:pt idx="2333">
                  <c:v>2.1748192730324953E-2</c:v>
                </c:pt>
                <c:pt idx="2334">
                  <c:v>1.1131264759771706E-2</c:v>
                </c:pt>
                <c:pt idx="2335">
                  <c:v>7.449325290068645E-3</c:v>
                </c:pt>
                <c:pt idx="2336">
                  <c:v>6.546248473504517E-3</c:v>
                </c:pt>
                <c:pt idx="2337">
                  <c:v>6.0442639870832895E-3</c:v>
                </c:pt>
                <c:pt idx="2338">
                  <c:v>6.1677963197385357E-3</c:v>
                </c:pt>
                <c:pt idx="2339">
                  <c:v>6.0694526886567197E-3</c:v>
                </c:pt>
                <c:pt idx="2340">
                  <c:v>5.8472711594345196E-3</c:v>
                </c:pt>
                <c:pt idx="2341">
                  <c:v>5.881716243813076E-3</c:v>
                </c:pt>
                <c:pt idx="2342">
                  <c:v>5.614293159623111E-3</c:v>
                </c:pt>
                <c:pt idx="2343">
                  <c:v>6.1208818973374048E-3</c:v>
                </c:pt>
                <c:pt idx="2344">
                  <c:v>7.4981777117319208E-3</c:v>
                </c:pt>
                <c:pt idx="2345">
                  <c:v>7.721786724568103E-3</c:v>
                </c:pt>
                <c:pt idx="2346">
                  <c:v>7.8647588904185387E-3</c:v>
                </c:pt>
                <c:pt idx="2347">
                  <c:v>8.1375708842183845E-3</c:v>
                </c:pt>
                <c:pt idx="2348">
                  <c:v>8.1004600579853269E-3</c:v>
                </c:pt>
                <c:pt idx="2349">
                  <c:v>8.8489325913757161E-3</c:v>
                </c:pt>
                <c:pt idx="2350">
                  <c:v>9.023500104955489E-3</c:v>
                </c:pt>
                <c:pt idx="2351">
                  <c:v>9.0066420184945848E-3</c:v>
                </c:pt>
                <c:pt idx="2352">
                  <c:v>8.8874203639680849E-3</c:v>
                </c:pt>
                <c:pt idx="2353">
                  <c:v>8.9289451650334927E-3</c:v>
                </c:pt>
                <c:pt idx="2354">
                  <c:v>9.2037993625654381E-3</c:v>
                </c:pt>
                <c:pt idx="2355">
                  <c:v>1.2157393315153101E-2</c:v>
                </c:pt>
                <c:pt idx="2356">
                  <c:v>1.2037413795094896E-2</c:v>
                </c:pt>
                <c:pt idx="2357">
                  <c:v>1.3261178822721287E-2</c:v>
                </c:pt>
                <c:pt idx="2358">
                  <c:v>1.3259630450497628E-2</c:v>
                </c:pt>
                <c:pt idx="2359">
                  <c:v>1.3386338191585311E-2</c:v>
                </c:pt>
                <c:pt idx="2360">
                  <c:v>1.3371951976402372E-2</c:v>
                </c:pt>
                <c:pt idx="2361">
                  <c:v>1.3487001382580015E-2</c:v>
                </c:pt>
                <c:pt idx="2362">
                  <c:v>1.3387925965810997E-2</c:v>
                </c:pt>
                <c:pt idx="2363">
                  <c:v>1.4114176356741791E-2</c:v>
                </c:pt>
                <c:pt idx="2364">
                  <c:v>1.3941525578209201E-2</c:v>
                </c:pt>
                <c:pt idx="2365">
                  <c:v>1.3107236446383745E-2</c:v>
                </c:pt>
                <c:pt idx="2366">
                  <c:v>1.2878498734627E-2</c:v>
                </c:pt>
                <c:pt idx="2367">
                  <c:v>1.2805160223358219E-2</c:v>
                </c:pt>
                <c:pt idx="2368">
                  <c:v>1.2749411794277715E-2</c:v>
                </c:pt>
                <c:pt idx="2369">
                  <c:v>1.2762563756231656E-2</c:v>
                </c:pt>
                <c:pt idx="2370">
                  <c:v>1.2239469680432012E-2</c:v>
                </c:pt>
                <c:pt idx="2371">
                  <c:v>1.2071717869642715E-2</c:v>
                </c:pt>
                <c:pt idx="2372">
                  <c:v>1.2089120195999439E-2</c:v>
                </c:pt>
                <c:pt idx="2373">
                  <c:v>1.2103793436777015E-2</c:v>
                </c:pt>
                <c:pt idx="2374">
                  <c:v>1.1952658517414517E-2</c:v>
                </c:pt>
                <c:pt idx="2375">
                  <c:v>1.171378749464521E-2</c:v>
                </c:pt>
                <c:pt idx="2376">
                  <c:v>8.2058335083789735E-3</c:v>
                </c:pt>
                <c:pt idx="2377">
                  <c:v>7.9476114694705113E-3</c:v>
                </c:pt>
                <c:pt idx="2378">
                  <c:v>7.4402117670143222E-3</c:v>
                </c:pt>
                <c:pt idx="2379">
                  <c:v>7.4181283507146721E-3</c:v>
                </c:pt>
                <c:pt idx="2380">
                  <c:v>7.6033218651045007E-3</c:v>
                </c:pt>
                <c:pt idx="2381">
                  <c:v>7.630629475344799E-3</c:v>
                </c:pt>
                <c:pt idx="2382">
                  <c:v>7.659622583079998E-3</c:v>
                </c:pt>
                <c:pt idx="2383">
                  <c:v>7.4760030479907365E-3</c:v>
                </c:pt>
                <c:pt idx="2384">
                  <c:v>6.4291480339498785E-3</c:v>
                </c:pt>
                <c:pt idx="2385">
                  <c:v>6.4727439287144781E-3</c:v>
                </c:pt>
                <c:pt idx="2386">
                  <c:v>6.5854093702615154E-3</c:v>
                </c:pt>
                <c:pt idx="2387">
                  <c:v>6.7865416241141034E-3</c:v>
                </c:pt>
                <c:pt idx="2388">
                  <c:v>7.308764473700961E-3</c:v>
                </c:pt>
                <c:pt idx="2389">
                  <c:v>7.3341226715762566E-3</c:v>
                </c:pt>
                <c:pt idx="2390">
                  <c:v>7.2575534648274724E-3</c:v>
                </c:pt>
                <c:pt idx="2391">
                  <c:v>7.411274295268758E-3</c:v>
                </c:pt>
                <c:pt idx="2392">
                  <c:v>7.3966988229520851E-3</c:v>
                </c:pt>
                <c:pt idx="2393">
                  <c:v>7.3139332345972738E-3</c:v>
                </c:pt>
                <c:pt idx="2394">
                  <c:v>7.2722750171196329E-3</c:v>
                </c:pt>
                <c:pt idx="2395">
                  <c:v>7.261163668481071E-3</c:v>
                </c:pt>
                <c:pt idx="2396">
                  <c:v>8.8202438239297527E-3</c:v>
                </c:pt>
                <c:pt idx="2397">
                  <c:v>9.0428222929455002E-3</c:v>
                </c:pt>
                <c:pt idx="2398">
                  <c:v>9.9243742463017131E-3</c:v>
                </c:pt>
                <c:pt idx="2399">
                  <c:v>1.0588406216485612E-2</c:v>
                </c:pt>
                <c:pt idx="2400">
                  <c:v>1.0769969416854404E-2</c:v>
                </c:pt>
                <c:pt idx="2401">
                  <c:v>1.0479821550587083E-2</c:v>
                </c:pt>
                <c:pt idx="2402">
                  <c:v>1.0521725838685421E-2</c:v>
                </c:pt>
                <c:pt idx="2403">
                  <c:v>1.0226902644389175E-2</c:v>
                </c:pt>
                <c:pt idx="2404">
                  <c:v>1.0126782221745071E-2</c:v>
                </c:pt>
                <c:pt idx="2405">
                  <c:v>1.009199405163083E-2</c:v>
                </c:pt>
                <c:pt idx="2406">
                  <c:v>1.0679532650582519E-2</c:v>
                </c:pt>
                <c:pt idx="2407">
                  <c:v>1.0635643333525957E-2</c:v>
                </c:pt>
                <c:pt idx="2408">
                  <c:v>1.1113900662912868E-2</c:v>
                </c:pt>
                <c:pt idx="2409">
                  <c:v>1.1743349490897059E-2</c:v>
                </c:pt>
                <c:pt idx="2410">
                  <c:v>1.1654714317300512E-2</c:v>
                </c:pt>
                <c:pt idx="2411">
                  <c:v>1.1583765525963196E-2</c:v>
                </c:pt>
                <c:pt idx="2412">
                  <c:v>1.2055458355197654E-2</c:v>
                </c:pt>
                <c:pt idx="2413">
                  <c:v>1.2331788024467277E-2</c:v>
                </c:pt>
                <c:pt idx="2414">
                  <c:v>1.2649314402066555E-2</c:v>
                </c:pt>
                <c:pt idx="2415">
                  <c:v>1.269274412129028E-2</c:v>
                </c:pt>
                <c:pt idx="2416">
                  <c:v>1.2607768443264554E-2</c:v>
                </c:pt>
                <c:pt idx="2417">
                  <c:v>1.2029559562609355E-2</c:v>
                </c:pt>
                <c:pt idx="2418">
                  <c:v>1.2148768885685958E-2</c:v>
                </c:pt>
                <c:pt idx="2419">
                  <c:v>1.1541908277154365E-2</c:v>
                </c:pt>
                <c:pt idx="2420">
                  <c:v>1.1595483906756425E-2</c:v>
                </c:pt>
                <c:pt idx="2421">
                  <c:v>1.1356002668469261E-2</c:v>
                </c:pt>
                <c:pt idx="2422">
                  <c:v>1.1638171049190569E-2</c:v>
                </c:pt>
                <c:pt idx="2423">
                  <c:v>1.1619452410928001E-2</c:v>
                </c:pt>
                <c:pt idx="2424">
                  <c:v>1.1628407649458295E-2</c:v>
                </c:pt>
                <c:pt idx="2425">
                  <c:v>1.2571786603124144E-2</c:v>
                </c:pt>
                <c:pt idx="2426">
                  <c:v>1.2726011816049605E-2</c:v>
                </c:pt>
                <c:pt idx="2427">
                  <c:v>1.2447695634880608E-2</c:v>
                </c:pt>
                <c:pt idx="2428">
                  <c:v>1.2686929203838666E-2</c:v>
                </c:pt>
                <c:pt idx="2429">
                  <c:v>1.2322011955318728E-2</c:v>
                </c:pt>
                <c:pt idx="2430">
                  <c:v>1.1465927412243913E-2</c:v>
                </c:pt>
                <c:pt idx="2431">
                  <c:v>1.1958117014925686E-2</c:v>
                </c:pt>
                <c:pt idx="2432">
                  <c:v>1.1941682901430375E-2</c:v>
                </c:pt>
                <c:pt idx="2433">
                  <c:v>1.121542749058271E-2</c:v>
                </c:pt>
                <c:pt idx="2434">
                  <c:v>1.108671651001362E-2</c:v>
                </c:pt>
                <c:pt idx="2435">
                  <c:v>1.0911825657769185E-2</c:v>
                </c:pt>
                <c:pt idx="2436">
                  <c:v>1.115312849142122E-2</c:v>
                </c:pt>
                <c:pt idx="2437">
                  <c:v>1.1241241320135233E-2</c:v>
                </c:pt>
                <c:pt idx="2438">
                  <c:v>1.1360049764764475E-2</c:v>
                </c:pt>
                <c:pt idx="2439">
                  <c:v>1.0926249778473583E-2</c:v>
                </c:pt>
                <c:pt idx="2440">
                  <c:v>1.0907019549164777E-2</c:v>
                </c:pt>
                <c:pt idx="2441">
                  <c:v>9.9419761716487004E-3</c:v>
                </c:pt>
                <c:pt idx="2442">
                  <c:v>9.8567811139080412E-3</c:v>
                </c:pt>
                <c:pt idx="2443">
                  <c:v>9.2414025918813886E-3</c:v>
                </c:pt>
                <c:pt idx="2444">
                  <c:v>9.0248207111096983E-3</c:v>
                </c:pt>
                <c:pt idx="2445">
                  <c:v>8.5327775739832863E-3</c:v>
                </c:pt>
                <c:pt idx="2446">
                  <c:v>5.2429856708584438E-3</c:v>
                </c:pt>
                <c:pt idx="2447">
                  <c:v>5.7235002987048745E-3</c:v>
                </c:pt>
                <c:pt idx="2448">
                  <c:v>6.1220611315018691E-3</c:v>
                </c:pt>
                <c:pt idx="2449">
                  <c:v>6.16732172217168E-3</c:v>
                </c:pt>
                <c:pt idx="2450">
                  <c:v>9.181060691114535E-3</c:v>
                </c:pt>
                <c:pt idx="2451">
                  <c:v>8.9300818545523415E-3</c:v>
                </c:pt>
                <c:pt idx="2452">
                  <c:v>8.3188089059391349E-3</c:v>
                </c:pt>
                <c:pt idx="2453">
                  <c:v>8.3169639752780182E-3</c:v>
                </c:pt>
                <c:pt idx="2454">
                  <c:v>8.258496782968909E-3</c:v>
                </c:pt>
                <c:pt idx="2455">
                  <c:v>8.2852582166898572E-3</c:v>
                </c:pt>
                <c:pt idx="2456">
                  <c:v>8.2839075815679154E-3</c:v>
                </c:pt>
                <c:pt idx="2457">
                  <c:v>8.0085500276144347E-3</c:v>
                </c:pt>
                <c:pt idx="2458">
                  <c:v>8.1600864755813369E-3</c:v>
                </c:pt>
                <c:pt idx="2459">
                  <c:v>7.8631468973576271E-3</c:v>
                </c:pt>
                <c:pt idx="2460">
                  <c:v>9.6814247423211413E-3</c:v>
                </c:pt>
                <c:pt idx="2461">
                  <c:v>9.867868072211591E-3</c:v>
                </c:pt>
                <c:pt idx="2462">
                  <c:v>9.9398953337777058E-3</c:v>
                </c:pt>
                <c:pt idx="2463">
                  <c:v>1.0000062377470345E-2</c:v>
                </c:pt>
                <c:pt idx="2464">
                  <c:v>1.0653878723799807E-2</c:v>
                </c:pt>
                <c:pt idx="2465">
                  <c:v>1.3286575485651505E-2</c:v>
                </c:pt>
                <c:pt idx="2466">
                  <c:v>1.480454141116801E-2</c:v>
                </c:pt>
                <c:pt idx="2467">
                  <c:v>1.4681307806598071E-2</c:v>
                </c:pt>
                <c:pt idx="2468">
                  <c:v>1.5055716648087837E-2</c:v>
                </c:pt>
                <c:pt idx="2469">
                  <c:v>1.5098427097679983E-2</c:v>
                </c:pt>
                <c:pt idx="2470">
                  <c:v>1.5341967812792344E-2</c:v>
                </c:pt>
                <c:pt idx="2471">
                  <c:v>1.495575171871252E-2</c:v>
                </c:pt>
                <c:pt idx="2472">
                  <c:v>1.5074152043977919E-2</c:v>
                </c:pt>
                <c:pt idx="2473">
                  <c:v>1.5808319599036533E-2</c:v>
                </c:pt>
                <c:pt idx="2474">
                  <c:v>1.6034234022433393E-2</c:v>
                </c:pt>
                <c:pt idx="2475">
                  <c:v>1.6888000741216783E-2</c:v>
                </c:pt>
                <c:pt idx="2476">
                  <c:v>1.6786382613869139E-2</c:v>
                </c:pt>
                <c:pt idx="2477">
                  <c:v>1.7839312907302195E-2</c:v>
                </c:pt>
                <c:pt idx="2478">
                  <c:v>1.7763640769961668E-2</c:v>
                </c:pt>
                <c:pt idx="2479">
                  <c:v>1.8158967163083871E-2</c:v>
                </c:pt>
                <c:pt idx="2480">
                  <c:v>1.8159025050167612E-2</c:v>
                </c:pt>
                <c:pt idx="2481">
                  <c:v>1.7415964067455037E-2</c:v>
                </c:pt>
                <c:pt idx="2482">
                  <c:v>1.7698183088737628E-2</c:v>
                </c:pt>
                <c:pt idx="2483">
                  <c:v>1.770873047759515E-2</c:v>
                </c:pt>
                <c:pt idx="2484">
                  <c:v>1.779231146866361E-2</c:v>
                </c:pt>
                <c:pt idx="2485">
                  <c:v>1.7262592544625005E-2</c:v>
                </c:pt>
                <c:pt idx="2486">
                  <c:v>1.5495400360760242E-2</c:v>
                </c:pt>
                <c:pt idx="2487">
                  <c:v>1.5790448711855486E-2</c:v>
                </c:pt>
                <c:pt idx="2488">
                  <c:v>1.5718908246911904E-2</c:v>
                </c:pt>
                <c:pt idx="2489">
                  <c:v>1.546064347056569E-2</c:v>
                </c:pt>
                <c:pt idx="2490">
                  <c:v>1.6059529870180948E-2</c:v>
                </c:pt>
                <c:pt idx="2491">
                  <c:v>1.588056370598144E-2</c:v>
                </c:pt>
                <c:pt idx="2492">
                  <c:v>1.5313923881698605E-2</c:v>
                </c:pt>
                <c:pt idx="2493">
                  <c:v>1.5692579898092491E-2</c:v>
                </c:pt>
                <c:pt idx="2494">
                  <c:v>1.5348743114546542E-2</c:v>
                </c:pt>
                <c:pt idx="2495">
                  <c:v>1.5263410668925287E-2</c:v>
                </c:pt>
                <c:pt idx="2496">
                  <c:v>1.4250262123063474E-2</c:v>
                </c:pt>
                <c:pt idx="2497">
                  <c:v>1.4265522437569541E-2</c:v>
                </c:pt>
                <c:pt idx="2498">
                  <c:v>1.3224549826458295E-2</c:v>
                </c:pt>
                <c:pt idx="2499">
                  <c:v>1.4009676817132331E-2</c:v>
                </c:pt>
                <c:pt idx="2500">
                  <c:v>1.3036717841475542E-2</c:v>
                </c:pt>
                <c:pt idx="2501">
                  <c:v>1.3096314885809188E-2</c:v>
                </c:pt>
                <c:pt idx="2502">
                  <c:v>1.4512662448780375E-2</c:v>
                </c:pt>
                <c:pt idx="2503">
                  <c:v>1.3953969562215346E-2</c:v>
                </c:pt>
                <c:pt idx="2504">
                  <c:v>1.3734313115219629E-2</c:v>
                </c:pt>
                <c:pt idx="2505">
                  <c:v>1.3826411154240251E-2</c:v>
                </c:pt>
                <c:pt idx="2506">
                  <c:v>1.3974619430322299E-2</c:v>
                </c:pt>
                <c:pt idx="2507">
                  <c:v>1.3440468376675419E-2</c:v>
                </c:pt>
                <c:pt idx="2508">
                  <c:v>1.2042510726062773E-2</c:v>
                </c:pt>
                <c:pt idx="2509">
                  <c:v>1.2222909292008406E-2</c:v>
                </c:pt>
                <c:pt idx="2510">
                  <c:v>1.3267041086774418E-2</c:v>
                </c:pt>
                <c:pt idx="2511">
                  <c:v>1.3470362295959546E-2</c:v>
                </c:pt>
                <c:pt idx="2512">
                  <c:v>1.3506717139097096E-2</c:v>
                </c:pt>
                <c:pt idx="2513">
                  <c:v>1.3752325847339854E-2</c:v>
                </c:pt>
                <c:pt idx="2514">
                  <c:v>1.3634831054630158E-2</c:v>
                </c:pt>
                <c:pt idx="2515">
                  <c:v>1.3664920037498859E-2</c:v>
                </c:pt>
                <c:pt idx="2516">
                  <c:v>1.3386237579111277E-2</c:v>
                </c:pt>
                <c:pt idx="2517">
                  <c:v>1.3174286900336937E-2</c:v>
                </c:pt>
              </c:numCache>
            </c:numRef>
          </c:val>
          <c:smooth val="1"/>
          <c:extLst>
            <c:ext xmlns:c16="http://schemas.microsoft.com/office/drawing/2014/chart" uri="{C3380CC4-5D6E-409C-BE32-E72D297353CC}">
              <c16:uniqueId val="{00000001-598F-9041-96C9-0D759121EF1A}"/>
            </c:ext>
          </c:extLst>
        </c:ser>
        <c:ser>
          <c:idx val="2"/>
          <c:order val="2"/>
          <c:tx>
            <c:strRef>
              <c:f>'[India-Databook.xlsx]Volatility Analysis'!$BP$5:$BP$26</c:f>
              <c:strCache>
                <c:ptCount val="22"/>
                <c:pt idx="0">
                  <c:v>NIFTY SMALLCAP 100</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'[India-Databook.xlsx]Volatility Analysis'!$BM$27:$BM$2544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'[India-Databook.xlsx]Volatility Analysis'!$BP$27:$BP$2544</c:f>
              <c:numCache>
                <c:formatCode>0.00%</c:formatCode>
                <c:ptCount val="2518"/>
                <c:pt idx="0">
                  <c:v>1.1269632937661853E-2</c:v>
                </c:pt>
                <c:pt idx="1">
                  <c:v>1.1409597680921299E-2</c:v>
                </c:pt>
                <c:pt idx="2">
                  <c:v>1.1415318495209801E-2</c:v>
                </c:pt>
                <c:pt idx="3">
                  <c:v>1.1407086684743198E-2</c:v>
                </c:pt>
                <c:pt idx="4">
                  <c:v>8.7876385166682485E-3</c:v>
                </c:pt>
                <c:pt idx="5">
                  <c:v>9.4270640077962365E-3</c:v>
                </c:pt>
                <c:pt idx="6">
                  <c:v>8.9587186056144207E-3</c:v>
                </c:pt>
                <c:pt idx="7">
                  <c:v>8.9679925122252251E-3</c:v>
                </c:pt>
                <c:pt idx="8">
                  <c:v>9.601968797265029E-3</c:v>
                </c:pt>
                <c:pt idx="9">
                  <c:v>1.02281391909049E-2</c:v>
                </c:pt>
                <c:pt idx="10">
                  <c:v>1.0137897180485227E-2</c:v>
                </c:pt>
                <c:pt idx="11">
                  <c:v>9.4699093606994567E-3</c:v>
                </c:pt>
                <c:pt idx="12">
                  <c:v>9.9557710338798785E-3</c:v>
                </c:pt>
                <c:pt idx="13">
                  <c:v>9.7281789149205895E-3</c:v>
                </c:pt>
                <c:pt idx="14">
                  <c:v>9.6590942316527699E-3</c:v>
                </c:pt>
                <c:pt idx="15">
                  <c:v>9.7430714899788915E-3</c:v>
                </c:pt>
                <c:pt idx="16">
                  <c:v>9.7431028793637901E-3</c:v>
                </c:pt>
                <c:pt idx="17">
                  <c:v>9.7027643886663083E-3</c:v>
                </c:pt>
                <c:pt idx="18">
                  <c:v>9.8921113909959321E-3</c:v>
                </c:pt>
                <c:pt idx="19">
                  <c:v>1.099101660178451E-2</c:v>
                </c:pt>
                <c:pt idx="20">
                  <c:v>1.0975439531609918E-2</c:v>
                </c:pt>
                <c:pt idx="21">
                  <c:v>1.1164169403445926E-2</c:v>
                </c:pt>
                <c:pt idx="22">
                  <c:v>1.097894593598419E-2</c:v>
                </c:pt>
                <c:pt idx="23">
                  <c:v>1.1485342265510491E-2</c:v>
                </c:pt>
                <c:pt idx="24">
                  <c:v>1.167110339966463E-2</c:v>
                </c:pt>
                <c:pt idx="25">
                  <c:v>1.1376640838975684E-2</c:v>
                </c:pt>
                <c:pt idx="26">
                  <c:v>1.0952534284365704E-2</c:v>
                </c:pt>
                <c:pt idx="27">
                  <c:v>1.0687429545398548E-2</c:v>
                </c:pt>
                <c:pt idx="28">
                  <c:v>1.0971371891753907E-2</c:v>
                </c:pt>
                <c:pt idx="29">
                  <c:v>1.1393159320135134E-2</c:v>
                </c:pt>
                <c:pt idx="30">
                  <c:v>1.1062022892063031E-2</c:v>
                </c:pt>
                <c:pt idx="31">
                  <c:v>1.1120347156050828E-2</c:v>
                </c:pt>
                <c:pt idx="32">
                  <c:v>1.1165291862332449E-2</c:v>
                </c:pt>
                <c:pt idx="33">
                  <c:v>1.0783406760643427E-2</c:v>
                </c:pt>
                <c:pt idx="34">
                  <c:v>1.2289200978965164E-2</c:v>
                </c:pt>
                <c:pt idx="35">
                  <c:v>1.2312201263630954E-2</c:v>
                </c:pt>
                <c:pt idx="36">
                  <c:v>1.229420559713883E-2</c:v>
                </c:pt>
                <c:pt idx="37">
                  <c:v>1.2324758427865576E-2</c:v>
                </c:pt>
                <c:pt idx="38">
                  <c:v>1.2444330351970033E-2</c:v>
                </c:pt>
                <c:pt idx="39">
                  <c:v>1.2374434312719429E-2</c:v>
                </c:pt>
                <c:pt idx="40">
                  <c:v>1.3313867075816678E-2</c:v>
                </c:pt>
                <c:pt idx="41">
                  <c:v>1.3419309192348912E-2</c:v>
                </c:pt>
                <c:pt idx="42">
                  <c:v>1.3495063313381277E-2</c:v>
                </c:pt>
                <c:pt idx="43">
                  <c:v>1.3968048967399564E-2</c:v>
                </c:pt>
                <c:pt idx="44">
                  <c:v>1.3897550923149935E-2</c:v>
                </c:pt>
                <c:pt idx="45">
                  <c:v>1.385778248779387E-2</c:v>
                </c:pt>
                <c:pt idx="46">
                  <c:v>1.3480194082412595E-2</c:v>
                </c:pt>
                <c:pt idx="47">
                  <c:v>1.3403165554565548E-2</c:v>
                </c:pt>
                <c:pt idx="48">
                  <c:v>1.3322515582858895E-2</c:v>
                </c:pt>
                <c:pt idx="49">
                  <c:v>1.3023006009882491E-2</c:v>
                </c:pt>
                <c:pt idx="50">
                  <c:v>1.2606953219506193E-2</c:v>
                </c:pt>
                <c:pt idx="51">
                  <c:v>1.2836051180095582E-2</c:v>
                </c:pt>
                <c:pt idx="52">
                  <c:v>1.3931713181338732E-2</c:v>
                </c:pt>
                <c:pt idx="53">
                  <c:v>1.386130931633704E-2</c:v>
                </c:pt>
                <c:pt idx="54">
                  <c:v>1.3772397269085272E-2</c:v>
                </c:pt>
                <c:pt idx="55">
                  <c:v>1.2350911766744148E-2</c:v>
                </c:pt>
                <c:pt idx="56">
                  <c:v>1.4272955202785768E-2</c:v>
                </c:pt>
                <c:pt idx="57">
                  <c:v>1.6009474208395966E-2</c:v>
                </c:pt>
                <c:pt idx="58">
                  <c:v>1.6419456850060101E-2</c:v>
                </c:pt>
                <c:pt idx="59">
                  <c:v>1.6332403422813738E-2</c:v>
                </c:pt>
                <c:pt idx="60">
                  <c:v>1.6333655284924972E-2</c:v>
                </c:pt>
                <c:pt idx="61">
                  <c:v>1.5775953343242881E-2</c:v>
                </c:pt>
                <c:pt idx="62">
                  <c:v>1.5702661660574407E-2</c:v>
                </c:pt>
                <c:pt idx="63">
                  <c:v>1.7007988681408782E-2</c:v>
                </c:pt>
                <c:pt idx="64">
                  <c:v>1.6628024784422362E-2</c:v>
                </c:pt>
                <c:pt idx="65">
                  <c:v>1.7054201978732624E-2</c:v>
                </c:pt>
                <c:pt idx="66">
                  <c:v>1.7025445077201003E-2</c:v>
                </c:pt>
                <c:pt idx="67">
                  <c:v>1.7564132671678785E-2</c:v>
                </c:pt>
                <c:pt idx="68">
                  <c:v>1.7771403748621652E-2</c:v>
                </c:pt>
                <c:pt idx="69">
                  <c:v>1.7846233316173497E-2</c:v>
                </c:pt>
                <c:pt idx="70">
                  <c:v>1.7904147503309469E-2</c:v>
                </c:pt>
                <c:pt idx="71">
                  <c:v>1.8170543726557842E-2</c:v>
                </c:pt>
                <c:pt idx="72">
                  <c:v>1.8130586979513856E-2</c:v>
                </c:pt>
                <c:pt idx="73">
                  <c:v>1.7494849681571136E-2</c:v>
                </c:pt>
                <c:pt idx="74">
                  <c:v>1.7514858627596868E-2</c:v>
                </c:pt>
                <c:pt idx="75">
                  <c:v>1.7518113400920181E-2</c:v>
                </c:pt>
                <c:pt idx="76">
                  <c:v>1.7549657578583736E-2</c:v>
                </c:pt>
                <c:pt idx="77">
                  <c:v>1.6165618013918942E-2</c:v>
                </c:pt>
                <c:pt idx="78">
                  <c:v>1.4337761817781442E-2</c:v>
                </c:pt>
                <c:pt idx="79">
                  <c:v>1.3910184747435638E-2</c:v>
                </c:pt>
                <c:pt idx="80">
                  <c:v>1.4063050930212106E-2</c:v>
                </c:pt>
                <c:pt idx="81">
                  <c:v>1.406641997225953E-2</c:v>
                </c:pt>
                <c:pt idx="82">
                  <c:v>1.3866457742077619E-2</c:v>
                </c:pt>
                <c:pt idx="83">
                  <c:v>1.5374118866408097E-2</c:v>
                </c:pt>
                <c:pt idx="84">
                  <c:v>1.3445508353801939E-2</c:v>
                </c:pt>
                <c:pt idx="85">
                  <c:v>1.2734327770517148E-2</c:v>
                </c:pt>
                <c:pt idx="86">
                  <c:v>1.2369813211089487E-2</c:v>
                </c:pt>
                <c:pt idx="87">
                  <c:v>1.2107829253897065E-2</c:v>
                </c:pt>
                <c:pt idx="88">
                  <c:v>1.124387747922923E-2</c:v>
                </c:pt>
                <c:pt idx="89">
                  <c:v>1.1443226798398714E-2</c:v>
                </c:pt>
                <c:pt idx="90">
                  <c:v>1.1230119954286284E-2</c:v>
                </c:pt>
                <c:pt idx="91">
                  <c:v>1.1403914804010125E-2</c:v>
                </c:pt>
                <c:pt idx="92">
                  <c:v>1.1031532833162411E-2</c:v>
                </c:pt>
                <c:pt idx="93">
                  <c:v>1.1294686897920625E-2</c:v>
                </c:pt>
                <c:pt idx="94">
                  <c:v>1.1737116300145007E-2</c:v>
                </c:pt>
                <c:pt idx="95">
                  <c:v>1.1749538721822691E-2</c:v>
                </c:pt>
                <c:pt idx="96">
                  <c:v>1.2602024500930504E-2</c:v>
                </c:pt>
                <c:pt idx="97">
                  <c:v>1.2540613124073076E-2</c:v>
                </c:pt>
                <c:pt idx="98">
                  <c:v>1.2639140602101129E-2</c:v>
                </c:pt>
                <c:pt idx="99">
                  <c:v>1.2637596791508058E-2</c:v>
                </c:pt>
                <c:pt idx="100">
                  <c:v>1.2648425462278378E-2</c:v>
                </c:pt>
                <c:pt idx="101">
                  <c:v>1.295038681203493E-2</c:v>
                </c:pt>
                <c:pt idx="102">
                  <c:v>1.3346078313434264E-2</c:v>
                </c:pt>
                <c:pt idx="103">
                  <c:v>1.2883805278557897E-2</c:v>
                </c:pt>
                <c:pt idx="104">
                  <c:v>1.0616469787295918E-2</c:v>
                </c:pt>
                <c:pt idx="105">
                  <c:v>1.0638162921117871E-2</c:v>
                </c:pt>
                <c:pt idx="106">
                  <c:v>1.1130344345993632E-2</c:v>
                </c:pt>
                <c:pt idx="107">
                  <c:v>1.0341157183064527E-2</c:v>
                </c:pt>
                <c:pt idx="108">
                  <c:v>1.0906396678077836E-2</c:v>
                </c:pt>
                <c:pt idx="109">
                  <c:v>1.0804619699348393E-2</c:v>
                </c:pt>
                <c:pt idx="110">
                  <c:v>9.7526310026654021E-3</c:v>
                </c:pt>
                <c:pt idx="111">
                  <c:v>9.8473176195219871E-3</c:v>
                </c:pt>
                <c:pt idx="112">
                  <c:v>9.8341985961753961E-3</c:v>
                </c:pt>
                <c:pt idx="113">
                  <c:v>9.8343834480033553E-3</c:v>
                </c:pt>
                <c:pt idx="114">
                  <c:v>9.7395361594255526E-3</c:v>
                </c:pt>
                <c:pt idx="115">
                  <c:v>9.6101015673113761E-3</c:v>
                </c:pt>
                <c:pt idx="116">
                  <c:v>9.6101722040790316E-3</c:v>
                </c:pt>
                <c:pt idx="117">
                  <c:v>1.0128452298458525E-2</c:v>
                </c:pt>
                <c:pt idx="118">
                  <c:v>1.0185107562473225E-2</c:v>
                </c:pt>
                <c:pt idx="119">
                  <c:v>9.8754021776311374E-3</c:v>
                </c:pt>
                <c:pt idx="120">
                  <c:v>1.0090238823988386E-2</c:v>
                </c:pt>
                <c:pt idx="121">
                  <c:v>1.0628364136534058E-2</c:v>
                </c:pt>
                <c:pt idx="122">
                  <c:v>9.5543299283664916E-3</c:v>
                </c:pt>
                <c:pt idx="123">
                  <c:v>9.4916961738906788E-3</c:v>
                </c:pt>
                <c:pt idx="124">
                  <c:v>9.3699711318824593E-3</c:v>
                </c:pt>
                <c:pt idx="125">
                  <c:v>9.7082159696906759E-3</c:v>
                </c:pt>
                <c:pt idx="126">
                  <c:v>1.0005951570136533E-2</c:v>
                </c:pt>
                <c:pt idx="127">
                  <c:v>9.7478887060155617E-3</c:v>
                </c:pt>
                <c:pt idx="128">
                  <c:v>9.7132699508417127E-3</c:v>
                </c:pt>
                <c:pt idx="129">
                  <c:v>8.8045719858350514E-3</c:v>
                </c:pt>
                <c:pt idx="130">
                  <c:v>9.1154605677980539E-3</c:v>
                </c:pt>
                <c:pt idx="131">
                  <c:v>9.3665699318485965E-3</c:v>
                </c:pt>
                <c:pt idx="132">
                  <c:v>9.865131037961529E-3</c:v>
                </c:pt>
                <c:pt idx="133">
                  <c:v>1.1439327970789099E-2</c:v>
                </c:pt>
                <c:pt idx="134">
                  <c:v>1.1919863727993746E-2</c:v>
                </c:pt>
                <c:pt idx="135">
                  <c:v>1.2815932234540738E-2</c:v>
                </c:pt>
                <c:pt idx="136">
                  <c:v>1.2676103358330635E-2</c:v>
                </c:pt>
                <c:pt idx="137">
                  <c:v>1.290817091398448E-2</c:v>
                </c:pt>
                <c:pt idx="138">
                  <c:v>1.2179989125166071E-2</c:v>
                </c:pt>
                <c:pt idx="139">
                  <c:v>1.3776651859467153E-2</c:v>
                </c:pt>
                <c:pt idx="140">
                  <c:v>1.3850127590662011E-2</c:v>
                </c:pt>
                <c:pt idx="141">
                  <c:v>2.6744847684903667E-2</c:v>
                </c:pt>
                <c:pt idx="142">
                  <c:v>2.718820951349912E-2</c:v>
                </c:pt>
                <c:pt idx="143">
                  <c:v>2.7235226703090195E-2</c:v>
                </c:pt>
                <c:pt idx="144">
                  <c:v>2.8085705046304928E-2</c:v>
                </c:pt>
                <c:pt idx="145">
                  <c:v>2.7864067656214044E-2</c:v>
                </c:pt>
                <c:pt idx="146">
                  <c:v>2.7632655273191066E-2</c:v>
                </c:pt>
                <c:pt idx="147">
                  <c:v>2.7573620754662839E-2</c:v>
                </c:pt>
                <c:pt idx="148">
                  <c:v>2.7309839565882565E-2</c:v>
                </c:pt>
                <c:pt idx="149">
                  <c:v>2.7432862464424067E-2</c:v>
                </c:pt>
                <c:pt idx="150">
                  <c:v>2.7779312930357569E-2</c:v>
                </c:pt>
                <c:pt idx="151">
                  <c:v>2.794754517408371E-2</c:v>
                </c:pt>
                <c:pt idx="152">
                  <c:v>2.8323676948450595E-2</c:v>
                </c:pt>
                <c:pt idx="153">
                  <c:v>2.916744116575988E-2</c:v>
                </c:pt>
                <c:pt idx="154">
                  <c:v>2.8847435879219001E-2</c:v>
                </c:pt>
                <c:pt idx="155">
                  <c:v>2.8870413523907314E-2</c:v>
                </c:pt>
                <c:pt idx="156">
                  <c:v>2.845132870155084E-2</c:v>
                </c:pt>
                <c:pt idx="157">
                  <c:v>2.8435538470017278E-2</c:v>
                </c:pt>
                <c:pt idx="158">
                  <c:v>2.8191451698214572E-2</c:v>
                </c:pt>
                <c:pt idx="159">
                  <c:v>2.8695398849747145E-2</c:v>
                </c:pt>
                <c:pt idx="160">
                  <c:v>2.8458922161488986E-2</c:v>
                </c:pt>
                <c:pt idx="161">
                  <c:v>2.8563459307426729E-2</c:v>
                </c:pt>
                <c:pt idx="162">
                  <c:v>1.609463982106445E-2</c:v>
                </c:pt>
                <c:pt idx="163">
                  <c:v>1.5706693981038834E-2</c:v>
                </c:pt>
                <c:pt idx="164">
                  <c:v>1.5703518181998184E-2</c:v>
                </c:pt>
                <c:pt idx="165">
                  <c:v>1.4254912832082089E-2</c:v>
                </c:pt>
                <c:pt idx="166">
                  <c:v>1.4419691008229107E-2</c:v>
                </c:pt>
                <c:pt idx="167">
                  <c:v>1.4403509022182081E-2</c:v>
                </c:pt>
                <c:pt idx="168">
                  <c:v>1.3710100524581419E-2</c:v>
                </c:pt>
                <c:pt idx="169">
                  <c:v>1.3766636065650673E-2</c:v>
                </c:pt>
                <c:pt idx="170">
                  <c:v>1.3604042872326938E-2</c:v>
                </c:pt>
                <c:pt idx="171">
                  <c:v>1.1675504567237328E-2</c:v>
                </c:pt>
                <c:pt idx="172">
                  <c:v>1.0069507756329529E-2</c:v>
                </c:pt>
                <c:pt idx="173">
                  <c:v>9.9963966909072752E-3</c:v>
                </c:pt>
                <c:pt idx="174">
                  <c:v>8.8562202916089745E-3</c:v>
                </c:pt>
                <c:pt idx="175">
                  <c:v>8.6424117188949063E-3</c:v>
                </c:pt>
                <c:pt idx="176">
                  <c:v>8.611528894011098E-3</c:v>
                </c:pt>
                <c:pt idx="177">
                  <c:v>8.5122650843749668E-3</c:v>
                </c:pt>
                <c:pt idx="178">
                  <c:v>8.1897030184190488E-3</c:v>
                </c:pt>
                <c:pt idx="179">
                  <c:v>7.6618014751435246E-3</c:v>
                </c:pt>
                <c:pt idx="180">
                  <c:v>7.2957502281321366E-3</c:v>
                </c:pt>
                <c:pt idx="181">
                  <c:v>6.9466433154181566E-3</c:v>
                </c:pt>
                <c:pt idx="182">
                  <c:v>6.5317003493179015E-3</c:v>
                </c:pt>
                <c:pt idx="183">
                  <c:v>6.5303642921463968E-3</c:v>
                </c:pt>
                <c:pt idx="184">
                  <c:v>6.7494610722891816E-3</c:v>
                </c:pt>
                <c:pt idx="185">
                  <c:v>7.0456588451840354E-3</c:v>
                </c:pt>
                <c:pt idx="186">
                  <c:v>7.7042559129669756E-3</c:v>
                </c:pt>
                <c:pt idx="187">
                  <c:v>7.3967538849233584E-3</c:v>
                </c:pt>
                <c:pt idx="188">
                  <c:v>7.3976148714572382E-3</c:v>
                </c:pt>
                <c:pt idx="189">
                  <c:v>6.1571669876683451E-3</c:v>
                </c:pt>
                <c:pt idx="190">
                  <c:v>6.9404234482623546E-3</c:v>
                </c:pt>
                <c:pt idx="191">
                  <c:v>6.824157644126372E-3</c:v>
                </c:pt>
                <c:pt idx="192">
                  <c:v>7.3213683348685565E-3</c:v>
                </c:pt>
                <c:pt idx="193">
                  <c:v>7.7710937763502391E-3</c:v>
                </c:pt>
                <c:pt idx="194">
                  <c:v>8.649162363815065E-3</c:v>
                </c:pt>
                <c:pt idx="195">
                  <c:v>8.5646564123446119E-3</c:v>
                </c:pt>
                <c:pt idx="196">
                  <c:v>8.9658471135744301E-3</c:v>
                </c:pt>
                <c:pt idx="197">
                  <c:v>9.1133536581468159E-3</c:v>
                </c:pt>
                <c:pt idx="198">
                  <c:v>9.2912147450939595E-3</c:v>
                </c:pt>
                <c:pt idx="199">
                  <c:v>9.4223419456275909E-3</c:v>
                </c:pt>
                <c:pt idx="200">
                  <c:v>9.3379748488785566E-3</c:v>
                </c:pt>
                <c:pt idx="201">
                  <c:v>9.3414951203520998E-3</c:v>
                </c:pt>
                <c:pt idx="202">
                  <c:v>9.3910775081700003E-3</c:v>
                </c:pt>
                <c:pt idx="203">
                  <c:v>9.1276660336723648E-3</c:v>
                </c:pt>
                <c:pt idx="204">
                  <c:v>9.2742857222577399E-3</c:v>
                </c:pt>
                <c:pt idx="205">
                  <c:v>9.4752330264117127E-3</c:v>
                </c:pt>
                <c:pt idx="206">
                  <c:v>9.4075980555142717E-3</c:v>
                </c:pt>
                <c:pt idx="207">
                  <c:v>8.9377675511274433E-3</c:v>
                </c:pt>
                <c:pt idx="208">
                  <c:v>8.9146492043964583E-3</c:v>
                </c:pt>
                <c:pt idx="209">
                  <c:v>9.8473552075076919E-3</c:v>
                </c:pt>
                <c:pt idx="210">
                  <c:v>9.8435539657108061E-3</c:v>
                </c:pt>
                <c:pt idx="211">
                  <c:v>1.0094980417332996E-2</c:v>
                </c:pt>
                <c:pt idx="212">
                  <c:v>1.1284552736247037E-2</c:v>
                </c:pt>
                <c:pt idx="213">
                  <c:v>1.1488749743461637E-2</c:v>
                </c:pt>
                <c:pt idx="214">
                  <c:v>1.1337390318206433E-2</c:v>
                </c:pt>
                <c:pt idx="215">
                  <c:v>1.09816797557534E-2</c:v>
                </c:pt>
                <c:pt idx="216">
                  <c:v>1.098453594516504E-2</c:v>
                </c:pt>
                <c:pt idx="217">
                  <c:v>1.0762375253192432E-2</c:v>
                </c:pt>
                <c:pt idx="218">
                  <c:v>1.1331425279514619E-2</c:v>
                </c:pt>
                <c:pt idx="219">
                  <c:v>1.1029862926833353E-2</c:v>
                </c:pt>
                <c:pt idx="220">
                  <c:v>1.086425957498492E-2</c:v>
                </c:pt>
                <c:pt idx="221">
                  <c:v>1.0889092938088717E-2</c:v>
                </c:pt>
                <c:pt idx="222">
                  <c:v>1.0926099419638371E-2</c:v>
                </c:pt>
                <c:pt idx="223">
                  <c:v>1.1055228579386216E-2</c:v>
                </c:pt>
                <c:pt idx="224">
                  <c:v>1.1032404028232785E-2</c:v>
                </c:pt>
                <c:pt idx="225">
                  <c:v>1.0969853250463662E-2</c:v>
                </c:pt>
                <c:pt idx="226">
                  <c:v>1.0765350185198034E-2</c:v>
                </c:pt>
                <c:pt idx="227">
                  <c:v>1.0872083338000414E-2</c:v>
                </c:pt>
                <c:pt idx="228">
                  <c:v>1.109700854642409E-2</c:v>
                </c:pt>
                <c:pt idx="229">
                  <c:v>1.1460502374662857E-2</c:v>
                </c:pt>
                <c:pt idx="230">
                  <c:v>1.079452669369276E-2</c:v>
                </c:pt>
                <c:pt idx="231">
                  <c:v>1.0906415960138128E-2</c:v>
                </c:pt>
                <c:pt idx="232">
                  <c:v>1.3119759823947514E-2</c:v>
                </c:pt>
                <c:pt idx="233">
                  <c:v>1.2290052026435884E-2</c:v>
                </c:pt>
                <c:pt idx="234">
                  <c:v>1.2060259117818967E-2</c:v>
                </c:pt>
                <c:pt idx="235">
                  <c:v>1.2061356777436905E-2</c:v>
                </c:pt>
                <c:pt idx="236">
                  <c:v>1.3393113681754311E-2</c:v>
                </c:pt>
                <c:pt idx="237">
                  <c:v>1.3492132801030756E-2</c:v>
                </c:pt>
                <c:pt idx="238">
                  <c:v>1.6639959540412867E-2</c:v>
                </c:pt>
                <c:pt idx="239">
                  <c:v>1.7733045887577275E-2</c:v>
                </c:pt>
                <c:pt idx="240">
                  <c:v>1.8474617866812548E-2</c:v>
                </c:pt>
                <c:pt idx="241">
                  <c:v>1.8628888832905949E-2</c:v>
                </c:pt>
                <c:pt idx="242">
                  <c:v>1.8690772135582984E-2</c:v>
                </c:pt>
                <c:pt idx="243">
                  <c:v>1.9688058132008711E-2</c:v>
                </c:pt>
                <c:pt idx="244">
                  <c:v>1.9595212011979748E-2</c:v>
                </c:pt>
                <c:pt idx="245">
                  <c:v>1.975897298653204E-2</c:v>
                </c:pt>
                <c:pt idx="246">
                  <c:v>1.9765446966239927E-2</c:v>
                </c:pt>
                <c:pt idx="247">
                  <c:v>2.0152521467349249E-2</c:v>
                </c:pt>
                <c:pt idx="248">
                  <c:v>1.9965493644759066E-2</c:v>
                </c:pt>
                <c:pt idx="249">
                  <c:v>1.9694197596133174E-2</c:v>
                </c:pt>
                <c:pt idx="250">
                  <c:v>2.043373789138694E-2</c:v>
                </c:pt>
                <c:pt idx="251">
                  <c:v>2.011860464077354E-2</c:v>
                </c:pt>
                <c:pt idx="252">
                  <c:v>2.0970228767116648E-2</c:v>
                </c:pt>
                <c:pt idx="253">
                  <c:v>1.9776255733030729E-2</c:v>
                </c:pt>
                <c:pt idx="254">
                  <c:v>1.9294426952605335E-2</c:v>
                </c:pt>
                <c:pt idx="255">
                  <c:v>1.965416503257925E-2</c:v>
                </c:pt>
                <c:pt idx="256">
                  <c:v>2.2103096108552617E-2</c:v>
                </c:pt>
                <c:pt idx="257">
                  <c:v>2.1802227001402642E-2</c:v>
                </c:pt>
                <c:pt idx="258">
                  <c:v>2.4369661506926179E-2</c:v>
                </c:pt>
                <c:pt idx="259">
                  <c:v>2.2957473173693198E-2</c:v>
                </c:pt>
                <c:pt idx="260">
                  <c:v>2.1574518492014583E-2</c:v>
                </c:pt>
                <c:pt idx="261">
                  <c:v>2.1026194023206487E-2</c:v>
                </c:pt>
                <c:pt idx="262">
                  <c:v>2.0636726379187818E-2</c:v>
                </c:pt>
                <c:pt idx="263">
                  <c:v>2.0702264852635134E-2</c:v>
                </c:pt>
                <c:pt idx="264">
                  <c:v>1.9918508166305367E-2</c:v>
                </c:pt>
                <c:pt idx="265">
                  <c:v>1.9764384831892377E-2</c:v>
                </c:pt>
                <c:pt idx="266">
                  <c:v>1.9520323469800756E-2</c:v>
                </c:pt>
                <c:pt idx="267">
                  <c:v>1.9504868408296003E-2</c:v>
                </c:pt>
                <c:pt idx="268">
                  <c:v>1.9066182349513707E-2</c:v>
                </c:pt>
                <c:pt idx="269">
                  <c:v>2.1133031610063809E-2</c:v>
                </c:pt>
                <c:pt idx="270">
                  <c:v>2.1914248667020332E-2</c:v>
                </c:pt>
                <c:pt idx="271">
                  <c:v>2.1398414053812303E-2</c:v>
                </c:pt>
                <c:pt idx="272">
                  <c:v>2.1402608329517552E-2</c:v>
                </c:pt>
                <c:pt idx="273">
                  <c:v>2.1032107627046194E-2</c:v>
                </c:pt>
                <c:pt idx="274">
                  <c:v>2.1056025836474125E-2</c:v>
                </c:pt>
                <c:pt idx="275">
                  <c:v>2.0825081862939031E-2</c:v>
                </c:pt>
                <c:pt idx="276">
                  <c:v>2.010697996636291E-2</c:v>
                </c:pt>
                <c:pt idx="277">
                  <c:v>1.5641094238642506E-2</c:v>
                </c:pt>
                <c:pt idx="278">
                  <c:v>1.5121454180724902E-2</c:v>
                </c:pt>
                <c:pt idx="279">
                  <c:v>1.2637344269065376E-2</c:v>
                </c:pt>
                <c:pt idx="280">
                  <c:v>1.1352407984026315E-2</c:v>
                </c:pt>
                <c:pt idx="281">
                  <c:v>1.1364043551066154E-2</c:v>
                </c:pt>
                <c:pt idx="282">
                  <c:v>1.1513086591007348E-2</c:v>
                </c:pt>
                <c:pt idx="283">
                  <c:v>1.1511381631390222E-2</c:v>
                </c:pt>
                <c:pt idx="284">
                  <c:v>1.1628531923156944E-2</c:v>
                </c:pt>
                <c:pt idx="285">
                  <c:v>1.2137531194510791E-2</c:v>
                </c:pt>
                <c:pt idx="286">
                  <c:v>1.1940444116758044E-2</c:v>
                </c:pt>
                <c:pt idx="287">
                  <c:v>1.1997733215632005E-2</c:v>
                </c:pt>
                <c:pt idx="288">
                  <c:v>1.1845103135948084E-2</c:v>
                </c:pt>
                <c:pt idx="289">
                  <c:v>1.2162326428125775E-2</c:v>
                </c:pt>
                <c:pt idx="290">
                  <c:v>1.0110208700400811E-2</c:v>
                </c:pt>
                <c:pt idx="291">
                  <c:v>1.0691910686177098E-2</c:v>
                </c:pt>
                <c:pt idx="292">
                  <c:v>1.039014052332083E-2</c:v>
                </c:pt>
                <c:pt idx="293">
                  <c:v>1.0454032697643426E-2</c:v>
                </c:pt>
                <c:pt idx="294">
                  <c:v>1.0483789631401997E-2</c:v>
                </c:pt>
                <c:pt idx="295">
                  <c:v>1.0557847676614236E-2</c:v>
                </c:pt>
                <c:pt idx="296">
                  <c:v>1.0518745119819662E-2</c:v>
                </c:pt>
                <c:pt idx="297">
                  <c:v>1.0440027231861073E-2</c:v>
                </c:pt>
                <c:pt idx="298">
                  <c:v>1.0610707412961197E-2</c:v>
                </c:pt>
                <c:pt idx="299">
                  <c:v>1.0596710591778224E-2</c:v>
                </c:pt>
                <c:pt idx="300">
                  <c:v>1.0701795114975279E-2</c:v>
                </c:pt>
                <c:pt idx="301">
                  <c:v>1.0668143897669628E-2</c:v>
                </c:pt>
                <c:pt idx="302">
                  <c:v>1.0858862823460755E-2</c:v>
                </c:pt>
                <c:pt idx="303">
                  <c:v>1.0679024668941561E-2</c:v>
                </c:pt>
                <c:pt idx="304">
                  <c:v>1.0700157788956142E-2</c:v>
                </c:pt>
                <c:pt idx="305">
                  <c:v>1.1011221291049395E-2</c:v>
                </c:pt>
                <c:pt idx="306">
                  <c:v>9.7087180178026915E-3</c:v>
                </c:pt>
                <c:pt idx="307">
                  <c:v>9.6247009857802455E-3</c:v>
                </c:pt>
                <c:pt idx="308">
                  <c:v>9.2529581727735354E-3</c:v>
                </c:pt>
                <c:pt idx="309">
                  <c:v>1.0263294761097823E-2</c:v>
                </c:pt>
                <c:pt idx="310">
                  <c:v>9.3876030735692024E-3</c:v>
                </c:pt>
                <c:pt idx="311">
                  <c:v>9.3240111833470286E-3</c:v>
                </c:pt>
                <c:pt idx="312">
                  <c:v>8.6502338785315967E-3</c:v>
                </c:pt>
                <c:pt idx="313">
                  <c:v>8.2320027585183475E-3</c:v>
                </c:pt>
                <c:pt idx="314">
                  <c:v>8.1438616644530382E-3</c:v>
                </c:pt>
                <c:pt idx="315">
                  <c:v>8.2224390205634552E-3</c:v>
                </c:pt>
                <c:pt idx="316">
                  <c:v>8.2066166280141181E-3</c:v>
                </c:pt>
                <c:pt idx="317">
                  <c:v>8.0775169720727451E-3</c:v>
                </c:pt>
                <c:pt idx="318">
                  <c:v>7.9751009296116712E-3</c:v>
                </c:pt>
                <c:pt idx="319">
                  <c:v>7.6459321631909263E-3</c:v>
                </c:pt>
                <c:pt idx="320">
                  <c:v>7.9667059671960777E-3</c:v>
                </c:pt>
                <c:pt idx="321">
                  <c:v>8.4549421009400359E-3</c:v>
                </c:pt>
                <c:pt idx="322">
                  <c:v>8.5073257372514054E-3</c:v>
                </c:pt>
                <c:pt idx="323">
                  <c:v>8.5919885023266421E-3</c:v>
                </c:pt>
                <c:pt idx="324">
                  <c:v>8.7769422151707348E-3</c:v>
                </c:pt>
                <c:pt idx="325">
                  <c:v>8.9444234607212996E-3</c:v>
                </c:pt>
                <c:pt idx="326">
                  <c:v>8.8618430333593425E-3</c:v>
                </c:pt>
                <c:pt idx="327">
                  <c:v>8.8767605344776575E-3</c:v>
                </c:pt>
                <c:pt idx="328">
                  <c:v>8.8796846411776671E-3</c:v>
                </c:pt>
                <c:pt idx="329">
                  <c:v>8.8751548394873231E-3</c:v>
                </c:pt>
                <c:pt idx="330">
                  <c:v>7.9130082411404644E-3</c:v>
                </c:pt>
                <c:pt idx="331">
                  <c:v>7.9400586361781985E-3</c:v>
                </c:pt>
                <c:pt idx="332">
                  <c:v>7.9390151324777464E-3</c:v>
                </c:pt>
                <c:pt idx="333">
                  <c:v>7.1834017360232144E-3</c:v>
                </c:pt>
                <c:pt idx="334">
                  <c:v>7.5605200979886079E-3</c:v>
                </c:pt>
                <c:pt idx="335">
                  <c:v>7.425752717312193E-3</c:v>
                </c:pt>
                <c:pt idx="336">
                  <c:v>7.2047832859125117E-3</c:v>
                </c:pt>
                <c:pt idx="337">
                  <c:v>7.1215010746565359E-3</c:v>
                </c:pt>
                <c:pt idx="338">
                  <c:v>7.3911138572958467E-3</c:v>
                </c:pt>
                <c:pt idx="339">
                  <c:v>7.4455062008957334E-3</c:v>
                </c:pt>
                <c:pt idx="340">
                  <c:v>7.411604300748764E-3</c:v>
                </c:pt>
                <c:pt idx="341">
                  <c:v>6.9744647904799008E-3</c:v>
                </c:pt>
                <c:pt idx="342">
                  <c:v>5.9011217204534274E-3</c:v>
                </c:pt>
                <c:pt idx="343">
                  <c:v>5.4784577501816503E-3</c:v>
                </c:pt>
                <c:pt idx="344">
                  <c:v>5.3059191580191456E-3</c:v>
                </c:pt>
                <c:pt idx="345">
                  <c:v>5.3885333716846631E-3</c:v>
                </c:pt>
                <c:pt idx="346">
                  <c:v>7.2468203160968294E-3</c:v>
                </c:pt>
                <c:pt idx="347">
                  <c:v>8.8545446849548279E-3</c:v>
                </c:pt>
                <c:pt idx="348">
                  <c:v>8.9213212169314705E-3</c:v>
                </c:pt>
                <c:pt idx="349">
                  <c:v>9.1188776852043386E-3</c:v>
                </c:pt>
                <c:pt idx="350">
                  <c:v>9.2827567729918421E-3</c:v>
                </c:pt>
                <c:pt idx="351">
                  <c:v>9.2216565293360975E-3</c:v>
                </c:pt>
                <c:pt idx="352">
                  <c:v>9.3099072650008538E-3</c:v>
                </c:pt>
                <c:pt idx="353">
                  <c:v>9.2959994000112265E-3</c:v>
                </c:pt>
                <c:pt idx="354">
                  <c:v>9.300641886038314E-3</c:v>
                </c:pt>
                <c:pt idx="355">
                  <c:v>9.5603567317244509E-3</c:v>
                </c:pt>
                <c:pt idx="356">
                  <c:v>9.6623812429244699E-3</c:v>
                </c:pt>
                <c:pt idx="357">
                  <c:v>9.6585838815241472E-3</c:v>
                </c:pt>
                <c:pt idx="358">
                  <c:v>1.0504882964651605E-2</c:v>
                </c:pt>
                <c:pt idx="359">
                  <c:v>1.0560549566097713E-2</c:v>
                </c:pt>
                <c:pt idx="360">
                  <c:v>1.1023165918548385E-2</c:v>
                </c:pt>
                <c:pt idx="361">
                  <c:v>1.1292704420797503E-2</c:v>
                </c:pt>
                <c:pt idx="362">
                  <c:v>1.1160743640762307E-2</c:v>
                </c:pt>
                <c:pt idx="363">
                  <c:v>1.1255157779347024E-2</c:v>
                </c:pt>
                <c:pt idx="364">
                  <c:v>1.1332840520540734E-2</c:v>
                </c:pt>
                <c:pt idx="365">
                  <c:v>1.1135712774212379E-2</c:v>
                </c:pt>
                <c:pt idx="366">
                  <c:v>1.1220820327441271E-2</c:v>
                </c:pt>
                <c:pt idx="367">
                  <c:v>1.0248673543419387E-2</c:v>
                </c:pt>
                <c:pt idx="368">
                  <c:v>9.0162883058308128E-3</c:v>
                </c:pt>
                <c:pt idx="369">
                  <c:v>9.0132849517161415E-3</c:v>
                </c:pt>
                <c:pt idx="370">
                  <c:v>8.6015165103859419E-3</c:v>
                </c:pt>
                <c:pt idx="371">
                  <c:v>8.3067806023230037E-3</c:v>
                </c:pt>
                <c:pt idx="372">
                  <c:v>8.4915353242000276E-3</c:v>
                </c:pt>
                <c:pt idx="373">
                  <c:v>8.5290552081151074E-3</c:v>
                </c:pt>
                <c:pt idx="374">
                  <c:v>8.5691468112154782E-3</c:v>
                </c:pt>
                <c:pt idx="375">
                  <c:v>9.1773604092273611E-3</c:v>
                </c:pt>
                <c:pt idx="376">
                  <c:v>9.0709236462931126E-3</c:v>
                </c:pt>
                <c:pt idx="377">
                  <c:v>8.9841511555403385E-3</c:v>
                </c:pt>
                <c:pt idx="378">
                  <c:v>9.7197996386751903E-3</c:v>
                </c:pt>
                <c:pt idx="379">
                  <c:v>9.2386906957414184E-3</c:v>
                </c:pt>
                <c:pt idx="380">
                  <c:v>8.8075281368508521E-3</c:v>
                </c:pt>
                <c:pt idx="381">
                  <c:v>8.5180781491325363E-3</c:v>
                </c:pt>
                <c:pt idx="382">
                  <c:v>8.5063531216163189E-3</c:v>
                </c:pt>
                <c:pt idx="383">
                  <c:v>8.7144103321593926E-3</c:v>
                </c:pt>
                <c:pt idx="384">
                  <c:v>8.5606593529421911E-3</c:v>
                </c:pt>
                <c:pt idx="385">
                  <c:v>8.5298966207083722E-3</c:v>
                </c:pt>
                <c:pt idx="386">
                  <c:v>8.5308478637102902E-3</c:v>
                </c:pt>
                <c:pt idx="387">
                  <c:v>8.1852150145686094E-3</c:v>
                </c:pt>
                <c:pt idx="388">
                  <c:v>8.2043157561538134E-3</c:v>
                </c:pt>
                <c:pt idx="389">
                  <c:v>8.0841320258933803E-3</c:v>
                </c:pt>
                <c:pt idx="390">
                  <c:v>7.8796059344773735E-3</c:v>
                </c:pt>
                <c:pt idx="391">
                  <c:v>8.3436775951850582E-3</c:v>
                </c:pt>
                <c:pt idx="392">
                  <c:v>8.386993532574074E-3</c:v>
                </c:pt>
                <c:pt idx="393">
                  <c:v>8.5504346680163341E-3</c:v>
                </c:pt>
                <c:pt idx="394">
                  <c:v>8.1747499828033632E-3</c:v>
                </c:pt>
                <c:pt idx="395">
                  <c:v>8.1942787251935156E-3</c:v>
                </c:pt>
                <c:pt idx="396">
                  <c:v>7.7029936166686788E-3</c:v>
                </c:pt>
                <c:pt idx="397">
                  <c:v>8.1965888588454439E-3</c:v>
                </c:pt>
                <c:pt idx="398">
                  <c:v>8.0116449507946427E-3</c:v>
                </c:pt>
                <c:pt idx="399">
                  <c:v>9.9352719120450652E-3</c:v>
                </c:pt>
                <c:pt idx="400">
                  <c:v>1.0514400704785097E-2</c:v>
                </c:pt>
                <c:pt idx="401">
                  <c:v>1.0516107095599027E-2</c:v>
                </c:pt>
                <c:pt idx="402">
                  <c:v>1.0535510333767413E-2</c:v>
                </c:pt>
                <c:pt idx="403">
                  <c:v>1.0548139938847305E-2</c:v>
                </c:pt>
                <c:pt idx="404">
                  <c:v>1.0424510334393351E-2</c:v>
                </c:pt>
                <c:pt idx="405">
                  <c:v>1.0390440079351387E-2</c:v>
                </c:pt>
                <c:pt idx="406">
                  <c:v>1.0664881075173322E-2</c:v>
                </c:pt>
                <c:pt idx="407">
                  <c:v>1.0771499491585361E-2</c:v>
                </c:pt>
                <c:pt idx="408">
                  <c:v>1.0962961994174318E-2</c:v>
                </c:pt>
                <c:pt idx="409">
                  <c:v>1.0780490482563772E-2</c:v>
                </c:pt>
                <c:pt idx="410">
                  <c:v>1.1000229659907252E-2</c:v>
                </c:pt>
                <c:pt idx="411">
                  <c:v>1.7170078575537744E-2</c:v>
                </c:pt>
                <c:pt idx="412">
                  <c:v>1.7742820025002087E-2</c:v>
                </c:pt>
                <c:pt idx="413">
                  <c:v>1.8931706267116249E-2</c:v>
                </c:pt>
                <c:pt idx="414">
                  <c:v>1.8783044470168399E-2</c:v>
                </c:pt>
                <c:pt idx="415">
                  <c:v>1.8722909122813887E-2</c:v>
                </c:pt>
                <c:pt idx="416">
                  <c:v>1.8824604368909047E-2</c:v>
                </c:pt>
                <c:pt idx="417">
                  <c:v>1.8767781553426566E-2</c:v>
                </c:pt>
                <c:pt idx="418">
                  <c:v>1.8487636355641428E-2</c:v>
                </c:pt>
                <c:pt idx="419">
                  <c:v>1.8867264342405186E-2</c:v>
                </c:pt>
                <c:pt idx="420">
                  <c:v>1.7583525132683141E-2</c:v>
                </c:pt>
                <c:pt idx="421">
                  <c:v>1.7166955833942701E-2</c:v>
                </c:pt>
                <c:pt idx="422">
                  <c:v>1.7405170560736469E-2</c:v>
                </c:pt>
                <c:pt idx="423">
                  <c:v>1.743357382281991E-2</c:v>
                </c:pt>
                <c:pt idx="424">
                  <c:v>1.7414036167772512E-2</c:v>
                </c:pt>
                <c:pt idx="425">
                  <c:v>1.7409823367224592E-2</c:v>
                </c:pt>
                <c:pt idx="426">
                  <c:v>1.7469055614762682E-2</c:v>
                </c:pt>
                <c:pt idx="427">
                  <c:v>1.730826006298131E-2</c:v>
                </c:pt>
                <c:pt idx="428">
                  <c:v>1.7342592531359283E-2</c:v>
                </c:pt>
                <c:pt idx="429">
                  <c:v>1.7323461802152069E-2</c:v>
                </c:pt>
                <c:pt idx="430">
                  <c:v>1.7356528060792749E-2</c:v>
                </c:pt>
                <c:pt idx="431">
                  <c:v>1.7188338057741982E-2</c:v>
                </c:pt>
                <c:pt idx="432">
                  <c:v>1.0613552713920674E-2</c:v>
                </c:pt>
                <c:pt idx="433">
                  <c:v>1.0764621945452307E-2</c:v>
                </c:pt>
                <c:pt idx="434">
                  <c:v>9.567195588917745E-3</c:v>
                </c:pt>
                <c:pt idx="435">
                  <c:v>1.1157159892869931E-2</c:v>
                </c:pt>
                <c:pt idx="436">
                  <c:v>1.1402022683054314E-2</c:v>
                </c:pt>
                <c:pt idx="437">
                  <c:v>1.1281998705163436E-2</c:v>
                </c:pt>
                <c:pt idx="438">
                  <c:v>1.3222965022171086E-2</c:v>
                </c:pt>
                <c:pt idx="439">
                  <c:v>1.5151009513461258E-2</c:v>
                </c:pt>
                <c:pt idx="440">
                  <c:v>1.6314208808175933E-2</c:v>
                </c:pt>
                <c:pt idx="441">
                  <c:v>1.8621110443062264E-2</c:v>
                </c:pt>
                <c:pt idx="442">
                  <c:v>1.8615055219381192E-2</c:v>
                </c:pt>
                <c:pt idx="443">
                  <c:v>1.8140161311185784E-2</c:v>
                </c:pt>
                <c:pt idx="444">
                  <c:v>1.8201897386182442E-2</c:v>
                </c:pt>
                <c:pt idx="445">
                  <c:v>1.9053673709417303E-2</c:v>
                </c:pt>
                <c:pt idx="446">
                  <c:v>1.9176525407608985E-2</c:v>
                </c:pt>
                <c:pt idx="447">
                  <c:v>1.9862624054109143E-2</c:v>
                </c:pt>
                <c:pt idx="448">
                  <c:v>1.9899310624463651E-2</c:v>
                </c:pt>
                <c:pt idx="449">
                  <c:v>2.0525613993874117E-2</c:v>
                </c:pt>
                <c:pt idx="450">
                  <c:v>2.0768316452605455E-2</c:v>
                </c:pt>
                <c:pt idx="451">
                  <c:v>2.067548692057199E-2</c:v>
                </c:pt>
                <c:pt idx="452">
                  <c:v>2.0891313844062155E-2</c:v>
                </c:pt>
                <c:pt idx="453">
                  <c:v>2.0863237413921949E-2</c:v>
                </c:pt>
                <c:pt idx="454">
                  <c:v>2.0713973961762742E-2</c:v>
                </c:pt>
                <c:pt idx="455">
                  <c:v>2.0507852056506633E-2</c:v>
                </c:pt>
                <c:pt idx="456">
                  <c:v>1.986567407858298E-2</c:v>
                </c:pt>
                <c:pt idx="457">
                  <c:v>1.9594221922964467E-2</c:v>
                </c:pt>
                <c:pt idx="458">
                  <c:v>1.9930154209633261E-2</c:v>
                </c:pt>
                <c:pt idx="459">
                  <c:v>1.8731067673215356E-2</c:v>
                </c:pt>
                <c:pt idx="460">
                  <c:v>1.7383181065348592E-2</c:v>
                </c:pt>
                <c:pt idx="461">
                  <c:v>1.5843145495124764E-2</c:v>
                </c:pt>
                <c:pt idx="462">
                  <c:v>1.2372392812437686E-2</c:v>
                </c:pt>
                <c:pt idx="463">
                  <c:v>1.2285760657397305E-2</c:v>
                </c:pt>
                <c:pt idx="464">
                  <c:v>1.231871631842711E-2</c:v>
                </c:pt>
                <c:pt idx="465">
                  <c:v>1.228486687138902E-2</c:v>
                </c:pt>
                <c:pt idx="466">
                  <c:v>9.617669304304452E-3</c:v>
                </c:pt>
                <c:pt idx="467">
                  <c:v>9.5854096674735552E-3</c:v>
                </c:pt>
                <c:pt idx="468">
                  <c:v>9.1984400356139168E-3</c:v>
                </c:pt>
                <c:pt idx="469">
                  <c:v>9.2051689093152686E-3</c:v>
                </c:pt>
                <c:pt idx="470">
                  <c:v>9.6777100244871805E-3</c:v>
                </c:pt>
                <c:pt idx="471">
                  <c:v>1.0296952885181799E-2</c:v>
                </c:pt>
                <c:pt idx="472">
                  <c:v>1.0534806530949627E-2</c:v>
                </c:pt>
                <c:pt idx="473">
                  <c:v>1.0424301556384978E-2</c:v>
                </c:pt>
                <c:pt idx="474">
                  <c:v>1.0694344344605382E-2</c:v>
                </c:pt>
                <c:pt idx="475">
                  <c:v>1.0927405524479371E-2</c:v>
                </c:pt>
                <c:pt idx="476">
                  <c:v>1.1159675299150074E-2</c:v>
                </c:pt>
                <c:pt idx="477">
                  <c:v>1.1193858168275434E-2</c:v>
                </c:pt>
                <c:pt idx="478">
                  <c:v>1.1417482611465916E-2</c:v>
                </c:pt>
                <c:pt idx="479">
                  <c:v>1.1191365495928394E-2</c:v>
                </c:pt>
                <c:pt idx="480">
                  <c:v>1.1169281336909897E-2</c:v>
                </c:pt>
                <c:pt idx="481">
                  <c:v>1.1114517328615525E-2</c:v>
                </c:pt>
                <c:pt idx="482">
                  <c:v>1.1232727377327556E-2</c:v>
                </c:pt>
                <c:pt idx="483">
                  <c:v>1.1090759967855617E-2</c:v>
                </c:pt>
                <c:pt idx="484">
                  <c:v>1.108708393340326E-2</c:v>
                </c:pt>
                <c:pt idx="485">
                  <c:v>1.0912528475645082E-2</c:v>
                </c:pt>
                <c:pt idx="486">
                  <c:v>1.0752190509105315E-2</c:v>
                </c:pt>
                <c:pt idx="487">
                  <c:v>1.0015265387963074E-2</c:v>
                </c:pt>
                <c:pt idx="488">
                  <c:v>1.0012544325242435E-2</c:v>
                </c:pt>
                <c:pt idx="489">
                  <c:v>1.0428097120551514E-2</c:v>
                </c:pt>
                <c:pt idx="490">
                  <c:v>1.0375005864200365E-2</c:v>
                </c:pt>
                <c:pt idx="491">
                  <c:v>8.3092404459694548E-3</c:v>
                </c:pt>
                <c:pt idx="492">
                  <c:v>8.0160221839440278E-3</c:v>
                </c:pt>
                <c:pt idx="493">
                  <c:v>7.9851635887577422E-3</c:v>
                </c:pt>
                <c:pt idx="494">
                  <c:v>7.9786300140582776E-3</c:v>
                </c:pt>
                <c:pt idx="495">
                  <c:v>8.9335060456554611E-3</c:v>
                </c:pt>
                <c:pt idx="496">
                  <c:v>8.8461408105033525E-3</c:v>
                </c:pt>
                <c:pt idx="497">
                  <c:v>8.9685186897153889E-3</c:v>
                </c:pt>
                <c:pt idx="498">
                  <c:v>9.0898422054386096E-3</c:v>
                </c:pt>
                <c:pt idx="499">
                  <c:v>8.8637632562950808E-3</c:v>
                </c:pt>
                <c:pt idx="500">
                  <c:v>8.755804948442962E-3</c:v>
                </c:pt>
                <c:pt idx="501">
                  <c:v>8.6906447880847303E-3</c:v>
                </c:pt>
                <c:pt idx="502">
                  <c:v>8.5630090747456852E-3</c:v>
                </c:pt>
                <c:pt idx="503">
                  <c:v>8.4884050448612546E-3</c:v>
                </c:pt>
                <c:pt idx="504">
                  <c:v>8.9420410678675236E-3</c:v>
                </c:pt>
                <c:pt idx="505">
                  <c:v>9.072587237500011E-3</c:v>
                </c:pt>
                <c:pt idx="506">
                  <c:v>1.0054826086258368E-2</c:v>
                </c:pt>
                <c:pt idx="507">
                  <c:v>1.0524150420972296E-2</c:v>
                </c:pt>
                <c:pt idx="508">
                  <c:v>1.0588169400553273E-2</c:v>
                </c:pt>
                <c:pt idx="509">
                  <c:v>1.0745271066674819E-2</c:v>
                </c:pt>
                <c:pt idx="510">
                  <c:v>9.6495201292831553E-3</c:v>
                </c:pt>
                <c:pt idx="511">
                  <c:v>9.8736387938425305E-3</c:v>
                </c:pt>
                <c:pt idx="512">
                  <c:v>9.8942784745294655E-3</c:v>
                </c:pt>
                <c:pt idx="513">
                  <c:v>9.7273630975216428E-3</c:v>
                </c:pt>
                <c:pt idx="514">
                  <c:v>9.7020270757142094E-3</c:v>
                </c:pt>
                <c:pt idx="515">
                  <c:v>9.6972555528412469E-3</c:v>
                </c:pt>
                <c:pt idx="516">
                  <c:v>1.0182006181544759E-2</c:v>
                </c:pt>
                <c:pt idx="517">
                  <c:v>9.6604366146463821E-3</c:v>
                </c:pt>
                <c:pt idx="518">
                  <c:v>9.257000175064636E-3</c:v>
                </c:pt>
                <c:pt idx="519">
                  <c:v>8.9440059490239719E-3</c:v>
                </c:pt>
                <c:pt idx="520">
                  <c:v>8.9789222237613518E-3</c:v>
                </c:pt>
                <c:pt idx="521">
                  <c:v>8.9757642008315187E-3</c:v>
                </c:pt>
                <c:pt idx="522">
                  <c:v>8.9298248416404893E-3</c:v>
                </c:pt>
                <c:pt idx="523">
                  <c:v>9.2613436050209014E-3</c:v>
                </c:pt>
                <c:pt idx="524">
                  <c:v>9.4321784939447439E-3</c:v>
                </c:pt>
                <c:pt idx="525">
                  <c:v>9.2594325877256214E-3</c:v>
                </c:pt>
                <c:pt idx="526">
                  <c:v>9.1471543498102877E-3</c:v>
                </c:pt>
                <c:pt idx="527">
                  <c:v>7.9131883078621037E-3</c:v>
                </c:pt>
                <c:pt idx="528">
                  <c:v>7.4414486638581341E-3</c:v>
                </c:pt>
                <c:pt idx="529">
                  <c:v>7.600033642769964E-3</c:v>
                </c:pt>
                <c:pt idx="530">
                  <c:v>7.5481232971087346E-3</c:v>
                </c:pt>
                <c:pt idx="531">
                  <c:v>7.4904219298803972E-3</c:v>
                </c:pt>
                <c:pt idx="532">
                  <c:v>7.3098678205518759E-3</c:v>
                </c:pt>
                <c:pt idx="533">
                  <c:v>7.297458054499828E-3</c:v>
                </c:pt>
                <c:pt idx="534">
                  <c:v>7.2255127410308494E-3</c:v>
                </c:pt>
                <c:pt idx="535">
                  <c:v>7.3564560638410582E-3</c:v>
                </c:pt>
                <c:pt idx="536">
                  <c:v>7.3787304732598254E-3</c:v>
                </c:pt>
                <c:pt idx="537">
                  <c:v>6.0114168426869804E-3</c:v>
                </c:pt>
                <c:pt idx="538">
                  <c:v>6.3597843384458645E-3</c:v>
                </c:pt>
                <c:pt idx="539">
                  <c:v>6.6625197932669994E-3</c:v>
                </c:pt>
                <c:pt idx="540">
                  <c:v>7.1255448380757314E-3</c:v>
                </c:pt>
                <c:pt idx="541">
                  <c:v>6.7064974136042009E-3</c:v>
                </c:pt>
                <c:pt idx="542">
                  <c:v>6.7737937914371226E-3</c:v>
                </c:pt>
                <c:pt idx="543">
                  <c:v>7.2552063419892019E-3</c:v>
                </c:pt>
                <c:pt idx="544">
                  <c:v>7.0872809949742164E-3</c:v>
                </c:pt>
                <c:pt idx="545">
                  <c:v>7.0010343410432602E-3</c:v>
                </c:pt>
                <c:pt idx="546">
                  <c:v>6.9902013483051908E-3</c:v>
                </c:pt>
                <c:pt idx="547">
                  <c:v>7.0724329072662032E-3</c:v>
                </c:pt>
                <c:pt idx="548">
                  <c:v>8.0098658095287042E-3</c:v>
                </c:pt>
                <c:pt idx="549">
                  <c:v>7.9252094291645345E-3</c:v>
                </c:pt>
                <c:pt idx="550">
                  <c:v>7.7529263439595113E-3</c:v>
                </c:pt>
                <c:pt idx="551">
                  <c:v>7.7062192279096619E-3</c:v>
                </c:pt>
                <c:pt idx="552">
                  <c:v>8.6500227451264053E-3</c:v>
                </c:pt>
                <c:pt idx="553">
                  <c:v>8.4744443697930705E-3</c:v>
                </c:pt>
                <c:pt idx="554">
                  <c:v>8.4645788481474745E-3</c:v>
                </c:pt>
                <c:pt idx="555">
                  <c:v>8.4832263541398008E-3</c:v>
                </c:pt>
                <c:pt idx="556">
                  <c:v>8.5201171977609628E-3</c:v>
                </c:pt>
                <c:pt idx="557">
                  <c:v>8.5095516829640765E-3</c:v>
                </c:pt>
                <c:pt idx="558">
                  <c:v>9.1860331433728046E-3</c:v>
                </c:pt>
                <c:pt idx="559">
                  <c:v>9.1358184445923286E-3</c:v>
                </c:pt>
                <c:pt idx="560">
                  <c:v>8.9669375255281222E-3</c:v>
                </c:pt>
                <c:pt idx="561">
                  <c:v>8.5448772224116284E-3</c:v>
                </c:pt>
                <c:pt idx="562">
                  <c:v>8.7196723886294198E-3</c:v>
                </c:pt>
                <c:pt idx="563">
                  <c:v>8.7953118357880864E-3</c:v>
                </c:pt>
                <c:pt idx="564">
                  <c:v>8.4132359648757989E-3</c:v>
                </c:pt>
                <c:pt idx="565">
                  <c:v>8.4270539564345933E-3</c:v>
                </c:pt>
                <c:pt idx="566">
                  <c:v>8.4629188445283186E-3</c:v>
                </c:pt>
                <c:pt idx="567">
                  <c:v>1.012440645167915E-2</c:v>
                </c:pt>
                <c:pt idx="568">
                  <c:v>1.0266447429136211E-2</c:v>
                </c:pt>
                <c:pt idx="569">
                  <c:v>1.0235277755687996E-2</c:v>
                </c:pt>
                <c:pt idx="570">
                  <c:v>1.1593056299417271E-2</c:v>
                </c:pt>
                <c:pt idx="571">
                  <c:v>1.1839233472796118E-2</c:v>
                </c:pt>
                <c:pt idx="572">
                  <c:v>1.3625858315105278E-2</c:v>
                </c:pt>
                <c:pt idx="573">
                  <c:v>1.4001414055301383E-2</c:v>
                </c:pt>
                <c:pt idx="574">
                  <c:v>1.4629664064993874E-2</c:v>
                </c:pt>
                <c:pt idx="575">
                  <c:v>1.4539624452344484E-2</c:v>
                </c:pt>
                <c:pt idx="576">
                  <c:v>1.4791221041688911E-2</c:v>
                </c:pt>
                <c:pt idx="577">
                  <c:v>1.4839124543325524E-2</c:v>
                </c:pt>
                <c:pt idx="578">
                  <c:v>1.4884577747782284E-2</c:v>
                </c:pt>
                <c:pt idx="579">
                  <c:v>1.4607840846224433E-2</c:v>
                </c:pt>
                <c:pt idx="580">
                  <c:v>1.4381032586435106E-2</c:v>
                </c:pt>
                <c:pt idx="581">
                  <c:v>1.433922328359055E-2</c:v>
                </c:pt>
                <c:pt idx="582">
                  <c:v>1.422488296770948E-2</c:v>
                </c:pt>
                <c:pt idx="583">
                  <c:v>1.4276647249144634E-2</c:v>
                </c:pt>
                <c:pt idx="584">
                  <c:v>1.4320103006418151E-2</c:v>
                </c:pt>
                <c:pt idx="585">
                  <c:v>1.4302260067217068E-2</c:v>
                </c:pt>
                <c:pt idx="586">
                  <c:v>1.4343255696046976E-2</c:v>
                </c:pt>
                <c:pt idx="587">
                  <c:v>1.4360380026172175E-2</c:v>
                </c:pt>
                <c:pt idx="588">
                  <c:v>1.3464623961812926E-2</c:v>
                </c:pt>
                <c:pt idx="589">
                  <c:v>1.3362830811964405E-2</c:v>
                </c:pt>
                <c:pt idx="590">
                  <c:v>1.2673152408230292E-2</c:v>
                </c:pt>
                <c:pt idx="591">
                  <c:v>1.1070815890793881E-2</c:v>
                </c:pt>
                <c:pt idx="592">
                  <c:v>9.9696442637701201E-3</c:v>
                </c:pt>
                <c:pt idx="593">
                  <c:v>8.8373640192122259E-3</c:v>
                </c:pt>
                <c:pt idx="594">
                  <c:v>8.5666977519250325E-3</c:v>
                </c:pt>
                <c:pt idx="595">
                  <c:v>7.2734470536592001E-3</c:v>
                </c:pt>
                <c:pt idx="596">
                  <c:v>7.5668626119657139E-3</c:v>
                </c:pt>
                <c:pt idx="597">
                  <c:v>7.2563103748989402E-3</c:v>
                </c:pt>
                <c:pt idx="598">
                  <c:v>7.1912872374560472E-3</c:v>
                </c:pt>
                <c:pt idx="599">
                  <c:v>7.1068337440050545E-3</c:v>
                </c:pt>
                <c:pt idx="600">
                  <c:v>7.6288086573943602E-3</c:v>
                </c:pt>
                <c:pt idx="601">
                  <c:v>7.4319616824580501E-3</c:v>
                </c:pt>
                <c:pt idx="602">
                  <c:v>7.4583891912568543E-3</c:v>
                </c:pt>
                <c:pt idx="603">
                  <c:v>7.5727372110845469E-3</c:v>
                </c:pt>
                <c:pt idx="604">
                  <c:v>7.8408678645396513E-3</c:v>
                </c:pt>
                <c:pt idx="605">
                  <c:v>7.7581906839566716E-3</c:v>
                </c:pt>
                <c:pt idx="606">
                  <c:v>7.7511175098003053E-3</c:v>
                </c:pt>
                <c:pt idx="607">
                  <c:v>7.6937492269451456E-3</c:v>
                </c:pt>
                <c:pt idx="608">
                  <c:v>7.7513549199756384E-3</c:v>
                </c:pt>
                <c:pt idx="609">
                  <c:v>7.8748051116836176E-3</c:v>
                </c:pt>
                <c:pt idx="610">
                  <c:v>8.3732649394602197E-3</c:v>
                </c:pt>
                <c:pt idx="611">
                  <c:v>8.3771585517879686E-3</c:v>
                </c:pt>
                <c:pt idx="612">
                  <c:v>8.4145543168350993E-3</c:v>
                </c:pt>
                <c:pt idx="613">
                  <c:v>8.2496615201056254E-3</c:v>
                </c:pt>
                <c:pt idx="614">
                  <c:v>7.1616641536419246E-3</c:v>
                </c:pt>
                <c:pt idx="615">
                  <c:v>6.0147325267380794E-3</c:v>
                </c:pt>
                <c:pt idx="616">
                  <c:v>6.8572099334074628E-3</c:v>
                </c:pt>
                <c:pt idx="617">
                  <c:v>6.6986455526811452E-3</c:v>
                </c:pt>
                <c:pt idx="618">
                  <c:v>6.7335462060604846E-3</c:v>
                </c:pt>
                <c:pt idx="619">
                  <c:v>6.6408095981588394E-3</c:v>
                </c:pt>
                <c:pt idx="620">
                  <c:v>6.6620709753492102E-3</c:v>
                </c:pt>
                <c:pt idx="621">
                  <c:v>6.7221796541493684E-3</c:v>
                </c:pt>
                <c:pt idx="622">
                  <c:v>6.6897441037932692E-3</c:v>
                </c:pt>
                <c:pt idx="623">
                  <c:v>7.3276986569660802E-3</c:v>
                </c:pt>
                <c:pt idx="624">
                  <c:v>8.243383330661963E-3</c:v>
                </c:pt>
                <c:pt idx="625">
                  <c:v>8.9775495407235176E-3</c:v>
                </c:pt>
                <c:pt idx="626">
                  <c:v>1.3227223279482133E-2</c:v>
                </c:pt>
                <c:pt idx="627">
                  <c:v>1.3208318069021698E-2</c:v>
                </c:pt>
                <c:pt idx="628">
                  <c:v>1.4845129031260373E-2</c:v>
                </c:pt>
                <c:pt idx="629">
                  <c:v>1.5293106897221201E-2</c:v>
                </c:pt>
                <c:pt idx="630">
                  <c:v>1.5358785185257162E-2</c:v>
                </c:pt>
                <c:pt idx="631">
                  <c:v>1.5010193770802777E-2</c:v>
                </c:pt>
                <c:pt idx="632">
                  <c:v>1.527637314573912E-2</c:v>
                </c:pt>
                <c:pt idx="633">
                  <c:v>1.5206860735816048E-2</c:v>
                </c:pt>
                <c:pt idx="634">
                  <c:v>1.553546047245531E-2</c:v>
                </c:pt>
                <c:pt idx="635">
                  <c:v>1.5629899844949412E-2</c:v>
                </c:pt>
                <c:pt idx="636">
                  <c:v>1.5945595762563144E-2</c:v>
                </c:pt>
                <c:pt idx="637">
                  <c:v>1.6013297740285811E-2</c:v>
                </c:pt>
                <c:pt idx="638">
                  <c:v>1.6477316547122863E-2</c:v>
                </c:pt>
                <c:pt idx="639">
                  <c:v>1.6712601962701187E-2</c:v>
                </c:pt>
                <c:pt idx="640">
                  <c:v>1.6864274409383814E-2</c:v>
                </c:pt>
                <c:pt idx="641">
                  <c:v>1.6896837476992849E-2</c:v>
                </c:pt>
                <c:pt idx="642">
                  <c:v>1.6856862011068924E-2</c:v>
                </c:pt>
                <c:pt idx="643">
                  <c:v>1.6863984865080728E-2</c:v>
                </c:pt>
                <c:pt idx="644">
                  <c:v>1.6580173415049564E-2</c:v>
                </c:pt>
                <c:pt idx="645">
                  <c:v>1.616907377869185E-2</c:v>
                </c:pt>
                <c:pt idx="646">
                  <c:v>1.5558465057029042E-2</c:v>
                </c:pt>
                <c:pt idx="647">
                  <c:v>1.0889209570364492E-2</c:v>
                </c:pt>
                <c:pt idx="648">
                  <c:v>1.1238643123390912E-2</c:v>
                </c:pt>
                <c:pt idx="649">
                  <c:v>9.8762229353966009E-3</c:v>
                </c:pt>
                <c:pt idx="650">
                  <c:v>9.5300997321503839E-3</c:v>
                </c:pt>
                <c:pt idx="651">
                  <c:v>9.6887712266595025E-3</c:v>
                </c:pt>
                <c:pt idx="652">
                  <c:v>9.5502295368303115E-3</c:v>
                </c:pt>
                <c:pt idx="653">
                  <c:v>8.8136685905016096E-3</c:v>
                </c:pt>
                <c:pt idx="654">
                  <c:v>8.874107726056478E-3</c:v>
                </c:pt>
                <c:pt idx="655">
                  <c:v>1.1423260085079727E-2</c:v>
                </c:pt>
                <c:pt idx="656">
                  <c:v>1.2579970618576745E-2</c:v>
                </c:pt>
                <c:pt idx="657">
                  <c:v>1.2298854188495639E-2</c:v>
                </c:pt>
                <c:pt idx="658">
                  <c:v>1.3013101794258131E-2</c:v>
                </c:pt>
                <c:pt idx="659">
                  <c:v>1.2556417176978318E-2</c:v>
                </c:pt>
                <c:pt idx="660">
                  <c:v>1.2660622744786071E-2</c:v>
                </c:pt>
                <c:pt idx="661">
                  <c:v>1.2473839850121045E-2</c:v>
                </c:pt>
                <c:pt idx="662">
                  <c:v>1.2572897678792164E-2</c:v>
                </c:pt>
                <c:pt idx="663">
                  <c:v>1.251658287802415E-2</c:v>
                </c:pt>
                <c:pt idx="664">
                  <c:v>1.2855088217381259E-2</c:v>
                </c:pt>
                <c:pt idx="665">
                  <c:v>1.2850111294394815E-2</c:v>
                </c:pt>
                <c:pt idx="666">
                  <c:v>1.2872208985885236E-2</c:v>
                </c:pt>
                <c:pt idx="667">
                  <c:v>1.3192342011601381E-2</c:v>
                </c:pt>
                <c:pt idx="668">
                  <c:v>1.3245961565342775E-2</c:v>
                </c:pt>
                <c:pt idx="669">
                  <c:v>1.3177870317056696E-2</c:v>
                </c:pt>
                <c:pt idx="670">
                  <c:v>1.3167139998044496E-2</c:v>
                </c:pt>
                <c:pt idx="671">
                  <c:v>1.3214822568024179E-2</c:v>
                </c:pt>
                <c:pt idx="672">
                  <c:v>1.2958781757320386E-2</c:v>
                </c:pt>
                <c:pt idx="673">
                  <c:v>1.2957417621163793E-2</c:v>
                </c:pt>
                <c:pt idx="674">
                  <c:v>1.2916401533369946E-2</c:v>
                </c:pt>
                <c:pt idx="675">
                  <c:v>1.3025019162180452E-2</c:v>
                </c:pt>
                <c:pt idx="676">
                  <c:v>1.1004882628012505E-2</c:v>
                </c:pt>
                <c:pt idx="677">
                  <c:v>9.1056010631826462E-3</c:v>
                </c:pt>
                <c:pt idx="678">
                  <c:v>9.1081277818499916E-3</c:v>
                </c:pt>
                <c:pt idx="679">
                  <c:v>6.8372370635254535E-3</c:v>
                </c:pt>
                <c:pt idx="680">
                  <c:v>6.8056693102189359E-3</c:v>
                </c:pt>
                <c:pt idx="681">
                  <c:v>6.5854910414813112E-3</c:v>
                </c:pt>
                <c:pt idx="682">
                  <c:v>6.5917349834427041E-3</c:v>
                </c:pt>
                <c:pt idx="683">
                  <c:v>6.592942477086315E-3</c:v>
                </c:pt>
                <c:pt idx="684">
                  <c:v>6.6016749289023024E-3</c:v>
                </c:pt>
                <c:pt idx="685">
                  <c:v>8.0191859260444059E-3</c:v>
                </c:pt>
                <c:pt idx="686">
                  <c:v>8.6455556218201675E-3</c:v>
                </c:pt>
                <c:pt idx="687">
                  <c:v>8.6500003012173355E-3</c:v>
                </c:pt>
                <c:pt idx="688">
                  <c:v>7.7077025266410731E-3</c:v>
                </c:pt>
                <c:pt idx="689">
                  <c:v>7.856632778112816E-3</c:v>
                </c:pt>
                <c:pt idx="690">
                  <c:v>8.0982319331809501E-3</c:v>
                </c:pt>
                <c:pt idx="691">
                  <c:v>9.3608260036702456E-3</c:v>
                </c:pt>
                <c:pt idx="692">
                  <c:v>9.3872696182511865E-3</c:v>
                </c:pt>
                <c:pt idx="693">
                  <c:v>9.5242106509313956E-3</c:v>
                </c:pt>
                <c:pt idx="694">
                  <c:v>9.5175756699392502E-3</c:v>
                </c:pt>
                <c:pt idx="695">
                  <c:v>9.5166064043737432E-3</c:v>
                </c:pt>
                <c:pt idx="696">
                  <c:v>9.2996239210490668E-3</c:v>
                </c:pt>
                <c:pt idx="697">
                  <c:v>8.8834373278981783E-3</c:v>
                </c:pt>
                <c:pt idx="698">
                  <c:v>8.852168123428544E-3</c:v>
                </c:pt>
                <c:pt idx="699">
                  <c:v>8.9028258033892766E-3</c:v>
                </c:pt>
                <c:pt idx="700">
                  <c:v>8.330411239043144E-3</c:v>
                </c:pt>
                <c:pt idx="701">
                  <c:v>8.3802003442462088E-3</c:v>
                </c:pt>
                <c:pt idx="702">
                  <c:v>8.3068088718104647E-3</c:v>
                </c:pt>
                <c:pt idx="703">
                  <c:v>8.8645299454497197E-3</c:v>
                </c:pt>
                <c:pt idx="704">
                  <c:v>8.9220075234165211E-3</c:v>
                </c:pt>
                <c:pt idx="705">
                  <c:v>8.910626951380422E-3</c:v>
                </c:pt>
                <c:pt idx="706">
                  <c:v>8.1651480186026408E-3</c:v>
                </c:pt>
                <c:pt idx="707">
                  <c:v>8.4310162686936016E-3</c:v>
                </c:pt>
                <c:pt idx="708">
                  <c:v>8.4012444844805377E-3</c:v>
                </c:pt>
                <c:pt idx="709">
                  <c:v>8.4248402952187811E-3</c:v>
                </c:pt>
                <c:pt idx="710">
                  <c:v>8.5423662711474092E-3</c:v>
                </c:pt>
                <c:pt idx="711">
                  <c:v>8.8772335995465912E-3</c:v>
                </c:pt>
                <c:pt idx="712">
                  <c:v>7.7847418313261021E-3</c:v>
                </c:pt>
                <c:pt idx="713">
                  <c:v>7.9392026175764286E-3</c:v>
                </c:pt>
                <c:pt idx="714">
                  <c:v>7.7330010810871428E-3</c:v>
                </c:pt>
                <c:pt idx="715">
                  <c:v>8.1383498794211431E-3</c:v>
                </c:pt>
                <c:pt idx="716">
                  <c:v>8.1580976629194637E-3</c:v>
                </c:pt>
                <c:pt idx="717">
                  <c:v>8.6706401895274374E-3</c:v>
                </c:pt>
                <c:pt idx="718">
                  <c:v>8.6858428494429318E-3</c:v>
                </c:pt>
                <c:pt idx="719">
                  <c:v>8.8051736742844385E-3</c:v>
                </c:pt>
                <c:pt idx="720">
                  <c:v>8.8437115069264771E-3</c:v>
                </c:pt>
                <c:pt idx="721">
                  <c:v>8.8253955308248908E-3</c:v>
                </c:pt>
                <c:pt idx="722">
                  <c:v>8.852494481393967E-3</c:v>
                </c:pt>
                <c:pt idx="723">
                  <c:v>8.9827126894716416E-3</c:v>
                </c:pt>
                <c:pt idx="724">
                  <c:v>8.3273525809523432E-3</c:v>
                </c:pt>
                <c:pt idx="725">
                  <c:v>8.2501582806288488E-3</c:v>
                </c:pt>
                <c:pt idx="726">
                  <c:v>8.1924122720629811E-3</c:v>
                </c:pt>
                <c:pt idx="727">
                  <c:v>7.972270548353649E-3</c:v>
                </c:pt>
                <c:pt idx="728">
                  <c:v>7.9811042696148089E-3</c:v>
                </c:pt>
                <c:pt idx="729">
                  <c:v>8.05488735829029E-3</c:v>
                </c:pt>
                <c:pt idx="730">
                  <c:v>8.1171155862031288E-3</c:v>
                </c:pt>
                <c:pt idx="731">
                  <c:v>7.4975338740001221E-3</c:v>
                </c:pt>
                <c:pt idx="732">
                  <c:v>6.5067220619774687E-3</c:v>
                </c:pt>
                <c:pt idx="733">
                  <c:v>6.240038159281782E-3</c:v>
                </c:pt>
                <c:pt idx="734">
                  <c:v>9.0454033605585175E-3</c:v>
                </c:pt>
                <c:pt idx="735">
                  <c:v>9.1106882284669836E-3</c:v>
                </c:pt>
                <c:pt idx="736">
                  <c:v>1.0918610253083171E-2</c:v>
                </c:pt>
                <c:pt idx="737">
                  <c:v>1.1016082709949564E-2</c:v>
                </c:pt>
                <c:pt idx="738">
                  <c:v>1.0723469722831466E-2</c:v>
                </c:pt>
                <c:pt idx="739">
                  <c:v>1.0630120261054657E-2</c:v>
                </c:pt>
                <c:pt idx="740">
                  <c:v>1.0770085191154669E-2</c:v>
                </c:pt>
                <c:pt idx="741">
                  <c:v>1.0943695922108714E-2</c:v>
                </c:pt>
                <c:pt idx="742">
                  <c:v>1.1603274424513841E-2</c:v>
                </c:pt>
                <c:pt idx="743">
                  <c:v>1.2026262521178197E-2</c:v>
                </c:pt>
                <c:pt idx="744">
                  <c:v>1.202020698991969E-2</c:v>
                </c:pt>
                <c:pt idx="745">
                  <c:v>1.1960127617128261E-2</c:v>
                </c:pt>
                <c:pt idx="746">
                  <c:v>1.7122540714930998E-2</c:v>
                </c:pt>
                <c:pt idx="747">
                  <c:v>1.7064235256094091E-2</c:v>
                </c:pt>
                <c:pt idx="748">
                  <c:v>1.7381366168917591E-2</c:v>
                </c:pt>
                <c:pt idx="749">
                  <c:v>1.7987611397822425E-2</c:v>
                </c:pt>
                <c:pt idx="750">
                  <c:v>1.9157014064060167E-2</c:v>
                </c:pt>
                <c:pt idx="751">
                  <c:v>1.9184536491217326E-2</c:v>
                </c:pt>
                <c:pt idx="752">
                  <c:v>1.9760696817861013E-2</c:v>
                </c:pt>
                <c:pt idx="753">
                  <c:v>1.9745151804786341E-2</c:v>
                </c:pt>
                <c:pt idx="754">
                  <c:v>1.9793140640777949E-2</c:v>
                </c:pt>
                <c:pt idx="755">
                  <c:v>1.9348281188387027E-2</c:v>
                </c:pt>
                <c:pt idx="756">
                  <c:v>1.9129647323871422E-2</c:v>
                </c:pt>
                <c:pt idx="757">
                  <c:v>1.8710869171325913E-2</c:v>
                </c:pt>
                <c:pt idx="758">
                  <c:v>1.8420748261985458E-2</c:v>
                </c:pt>
                <c:pt idx="759">
                  <c:v>1.8171454842118104E-2</c:v>
                </c:pt>
                <c:pt idx="760">
                  <c:v>1.8906892390772208E-2</c:v>
                </c:pt>
                <c:pt idx="761">
                  <c:v>1.9060565899174767E-2</c:v>
                </c:pt>
                <c:pt idx="762">
                  <c:v>1.9041877326753241E-2</c:v>
                </c:pt>
                <c:pt idx="763">
                  <c:v>1.8840576347826144E-2</c:v>
                </c:pt>
                <c:pt idx="764">
                  <c:v>1.8597287096934544E-2</c:v>
                </c:pt>
                <c:pt idx="765">
                  <c:v>1.8570443623068346E-2</c:v>
                </c:pt>
                <c:pt idx="766">
                  <c:v>1.8727118468581806E-2</c:v>
                </c:pt>
                <c:pt idx="767">
                  <c:v>1.4206475012839441E-2</c:v>
                </c:pt>
                <c:pt idx="768">
                  <c:v>1.4107412415710981E-2</c:v>
                </c:pt>
                <c:pt idx="769">
                  <c:v>1.2813233660362836E-2</c:v>
                </c:pt>
                <c:pt idx="770">
                  <c:v>1.1816898254029434E-2</c:v>
                </c:pt>
                <c:pt idx="771">
                  <c:v>1.1096067413407061E-2</c:v>
                </c:pt>
                <c:pt idx="772">
                  <c:v>1.1071531241847836E-2</c:v>
                </c:pt>
                <c:pt idx="773">
                  <c:v>1.0400477423362598E-2</c:v>
                </c:pt>
                <c:pt idx="774">
                  <c:v>1.06432311631461E-2</c:v>
                </c:pt>
                <c:pt idx="775">
                  <c:v>1.1135493765646032E-2</c:v>
                </c:pt>
                <c:pt idx="776">
                  <c:v>1.1063538055723956E-2</c:v>
                </c:pt>
                <c:pt idx="777">
                  <c:v>1.0740110344939633E-2</c:v>
                </c:pt>
                <c:pt idx="778">
                  <c:v>1.1066159013657954E-2</c:v>
                </c:pt>
                <c:pt idx="779">
                  <c:v>1.1856463724982355E-2</c:v>
                </c:pt>
                <c:pt idx="780">
                  <c:v>1.2049857531447657E-2</c:v>
                </c:pt>
                <c:pt idx="781">
                  <c:v>1.1898783245890636E-2</c:v>
                </c:pt>
                <c:pt idx="782">
                  <c:v>1.181457032333365E-2</c:v>
                </c:pt>
                <c:pt idx="783">
                  <c:v>1.2677546633367672E-2</c:v>
                </c:pt>
                <c:pt idx="784">
                  <c:v>1.3348725796540976E-2</c:v>
                </c:pt>
                <c:pt idx="785">
                  <c:v>1.3625642018810377E-2</c:v>
                </c:pt>
                <c:pt idx="786">
                  <c:v>1.4522925585996285E-2</c:v>
                </c:pt>
                <c:pt idx="787">
                  <c:v>1.433607434960058E-2</c:v>
                </c:pt>
                <c:pt idx="788">
                  <c:v>1.3354469129443743E-2</c:v>
                </c:pt>
                <c:pt idx="789">
                  <c:v>1.3349139993682764E-2</c:v>
                </c:pt>
                <c:pt idx="790">
                  <c:v>1.3329946106709621E-2</c:v>
                </c:pt>
                <c:pt idx="791">
                  <c:v>1.3309826171400484E-2</c:v>
                </c:pt>
                <c:pt idx="792">
                  <c:v>1.2866880466584267E-2</c:v>
                </c:pt>
                <c:pt idx="793">
                  <c:v>1.2918123539093402E-2</c:v>
                </c:pt>
                <c:pt idx="794">
                  <c:v>1.2813078283406758E-2</c:v>
                </c:pt>
                <c:pt idx="795">
                  <c:v>1.247524197552004E-2</c:v>
                </c:pt>
                <c:pt idx="796">
                  <c:v>1.1434984485057993E-2</c:v>
                </c:pt>
                <c:pt idx="797">
                  <c:v>1.1439016108844895E-2</c:v>
                </c:pt>
                <c:pt idx="798">
                  <c:v>1.1437861004366707E-2</c:v>
                </c:pt>
                <c:pt idx="799">
                  <c:v>1.0903337912734705E-2</c:v>
                </c:pt>
                <c:pt idx="800">
                  <c:v>9.7011371214756666E-3</c:v>
                </c:pt>
                <c:pt idx="801">
                  <c:v>9.6908559304004615E-3</c:v>
                </c:pt>
                <c:pt idx="802">
                  <c:v>9.1300820512700432E-3</c:v>
                </c:pt>
                <c:pt idx="803">
                  <c:v>8.9760941282563695E-3</c:v>
                </c:pt>
                <c:pt idx="804">
                  <c:v>8.9719529919331173E-3</c:v>
                </c:pt>
                <c:pt idx="805">
                  <c:v>8.6584069194718082E-3</c:v>
                </c:pt>
                <c:pt idx="806">
                  <c:v>8.0171720021116957E-3</c:v>
                </c:pt>
                <c:pt idx="807">
                  <c:v>6.5119554329035011E-3</c:v>
                </c:pt>
                <c:pt idx="808">
                  <c:v>6.3307241173704148E-3</c:v>
                </c:pt>
                <c:pt idx="809">
                  <c:v>6.3654727121008718E-3</c:v>
                </c:pt>
                <c:pt idx="810">
                  <c:v>7.5096198225494907E-3</c:v>
                </c:pt>
                <c:pt idx="811">
                  <c:v>7.5342601759681733E-3</c:v>
                </c:pt>
                <c:pt idx="812">
                  <c:v>7.9738268253136541E-3</c:v>
                </c:pt>
                <c:pt idx="813">
                  <c:v>8.1586110220259467E-3</c:v>
                </c:pt>
                <c:pt idx="814">
                  <c:v>8.0378865248690156E-3</c:v>
                </c:pt>
                <c:pt idx="815">
                  <c:v>8.3542668967554329E-3</c:v>
                </c:pt>
                <c:pt idx="816">
                  <c:v>9.6013859484862657E-3</c:v>
                </c:pt>
                <c:pt idx="817">
                  <c:v>1.0346950403179735E-2</c:v>
                </c:pt>
                <c:pt idx="818">
                  <c:v>1.1090917861389927E-2</c:v>
                </c:pt>
                <c:pt idx="819">
                  <c:v>1.102827229321148E-2</c:v>
                </c:pt>
                <c:pt idx="820">
                  <c:v>1.1055584873897456E-2</c:v>
                </c:pt>
                <c:pt idx="821">
                  <c:v>1.172731755346572E-2</c:v>
                </c:pt>
                <c:pt idx="822">
                  <c:v>1.2487055937647496E-2</c:v>
                </c:pt>
                <c:pt idx="823">
                  <c:v>1.2395889561990808E-2</c:v>
                </c:pt>
                <c:pt idx="824">
                  <c:v>1.188427945959492E-2</c:v>
                </c:pt>
                <c:pt idx="825">
                  <c:v>1.1814111341628677E-2</c:v>
                </c:pt>
                <c:pt idx="826">
                  <c:v>1.2123302451384212E-2</c:v>
                </c:pt>
                <c:pt idx="827">
                  <c:v>1.3265438431618657E-2</c:v>
                </c:pt>
                <c:pt idx="828">
                  <c:v>1.3713157437934741E-2</c:v>
                </c:pt>
                <c:pt idx="829">
                  <c:v>1.4403808124879567E-2</c:v>
                </c:pt>
                <c:pt idx="830">
                  <c:v>1.5535722597569974E-2</c:v>
                </c:pt>
                <c:pt idx="831">
                  <c:v>1.5444406528229216E-2</c:v>
                </c:pt>
                <c:pt idx="832">
                  <c:v>1.5478729540883704E-2</c:v>
                </c:pt>
                <c:pt idx="833">
                  <c:v>1.5406359691779404E-2</c:v>
                </c:pt>
                <c:pt idx="834">
                  <c:v>1.5253564084046408E-2</c:v>
                </c:pt>
                <c:pt idx="835">
                  <c:v>1.5235145722160842E-2</c:v>
                </c:pt>
                <c:pt idx="836">
                  <c:v>1.5150017197629102E-2</c:v>
                </c:pt>
                <c:pt idx="837">
                  <c:v>1.4430672810665452E-2</c:v>
                </c:pt>
                <c:pt idx="838">
                  <c:v>1.3801469686043226E-2</c:v>
                </c:pt>
                <c:pt idx="839">
                  <c:v>1.3420393371163696E-2</c:v>
                </c:pt>
                <c:pt idx="840">
                  <c:v>1.3561202493782823E-2</c:v>
                </c:pt>
                <c:pt idx="841">
                  <c:v>1.3587468265433778E-2</c:v>
                </c:pt>
                <c:pt idx="842">
                  <c:v>1.3058285865480872E-2</c:v>
                </c:pt>
                <c:pt idx="843">
                  <c:v>1.2302936012741999E-2</c:v>
                </c:pt>
                <c:pt idx="844">
                  <c:v>1.2961914696157567E-2</c:v>
                </c:pt>
                <c:pt idx="845">
                  <c:v>1.3343251415067753E-2</c:v>
                </c:pt>
                <c:pt idx="846">
                  <c:v>1.4745799260096192E-2</c:v>
                </c:pt>
                <c:pt idx="847">
                  <c:v>1.4479349251455441E-2</c:v>
                </c:pt>
                <c:pt idx="848">
                  <c:v>1.3544096226651028E-2</c:v>
                </c:pt>
                <c:pt idx="849">
                  <c:v>1.2543878220502184E-2</c:v>
                </c:pt>
                <c:pt idx="850">
                  <c:v>1.1914873805738585E-2</c:v>
                </c:pt>
                <c:pt idx="851">
                  <c:v>1.094603526433615E-2</c:v>
                </c:pt>
                <c:pt idx="852">
                  <c:v>1.1471306633908234E-2</c:v>
                </c:pt>
                <c:pt idx="853">
                  <c:v>1.1947598582273384E-2</c:v>
                </c:pt>
                <c:pt idx="854">
                  <c:v>1.1816738678865442E-2</c:v>
                </c:pt>
                <c:pt idx="855">
                  <c:v>1.181663461371452E-2</c:v>
                </c:pt>
                <c:pt idx="856">
                  <c:v>1.2889863101770553E-2</c:v>
                </c:pt>
                <c:pt idx="857">
                  <c:v>1.4168270411855451E-2</c:v>
                </c:pt>
                <c:pt idx="858">
                  <c:v>1.480168473784574E-2</c:v>
                </c:pt>
                <c:pt idx="859">
                  <c:v>1.4675831617660758E-2</c:v>
                </c:pt>
                <c:pt idx="860">
                  <c:v>1.4564579522915837E-2</c:v>
                </c:pt>
                <c:pt idx="861">
                  <c:v>1.4649320815707642E-2</c:v>
                </c:pt>
                <c:pt idx="862">
                  <c:v>1.4766658851452999E-2</c:v>
                </c:pt>
                <c:pt idx="863">
                  <c:v>1.5738076078997926E-2</c:v>
                </c:pt>
                <c:pt idx="864">
                  <c:v>1.5642958387737983E-2</c:v>
                </c:pt>
                <c:pt idx="865">
                  <c:v>1.4809050336442345E-2</c:v>
                </c:pt>
                <c:pt idx="866">
                  <c:v>1.4166824270387377E-2</c:v>
                </c:pt>
                <c:pt idx="867">
                  <c:v>1.3342537326851537E-2</c:v>
                </c:pt>
                <c:pt idx="868">
                  <c:v>1.3205091324237242E-2</c:v>
                </c:pt>
                <c:pt idx="869">
                  <c:v>1.3163430081124597E-2</c:v>
                </c:pt>
                <c:pt idx="870">
                  <c:v>1.3153310816636751E-2</c:v>
                </c:pt>
                <c:pt idx="871">
                  <c:v>1.3259132662439475E-2</c:v>
                </c:pt>
                <c:pt idx="872">
                  <c:v>1.3194821795129544E-2</c:v>
                </c:pt>
                <c:pt idx="873">
                  <c:v>1.2972829148678413E-2</c:v>
                </c:pt>
                <c:pt idx="874">
                  <c:v>1.2664969627601512E-2</c:v>
                </c:pt>
                <c:pt idx="875">
                  <c:v>1.2719249436043431E-2</c:v>
                </c:pt>
                <c:pt idx="876">
                  <c:v>1.3011744011038408E-2</c:v>
                </c:pt>
                <c:pt idx="877">
                  <c:v>1.1782136939759352E-2</c:v>
                </c:pt>
                <c:pt idx="878">
                  <c:v>9.1217047773426586E-3</c:v>
                </c:pt>
                <c:pt idx="879">
                  <c:v>8.8413230133977359E-3</c:v>
                </c:pt>
                <c:pt idx="880">
                  <c:v>8.4209105999316358E-3</c:v>
                </c:pt>
                <c:pt idx="881">
                  <c:v>8.1535234661968079E-3</c:v>
                </c:pt>
                <c:pt idx="882">
                  <c:v>8.1082942895828788E-3</c:v>
                </c:pt>
                <c:pt idx="883">
                  <c:v>8.2454863310589873E-3</c:v>
                </c:pt>
                <c:pt idx="884">
                  <c:v>6.9126944005989182E-3</c:v>
                </c:pt>
                <c:pt idx="885">
                  <c:v>7.0181650969686985E-3</c:v>
                </c:pt>
                <c:pt idx="886">
                  <c:v>6.9600711911014749E-3</c:v>
                </c:pt>
                <c:pt idx="887">
                  <c:v>6.5981801631245047E-3</c:v>
                </c:pt>
                <c:pt idx="888">
                  <c:v>6.598317343998579E-3</c:v>
                </c:pt>
                <c:pt idx="889">
                  <c:v>6.5942063667449383E-3</c:v>
                </c:pt>
                <c:pt idx="890">
                  <c:v>6.6357900009936382E-3</c:v>
                </c:pt>
                <c:pt idx="891">
                  <c:v>8.8829210818899013E-3</c:v>
                </c:pt>
                <c:pt idx="892">
                  <c:v>8.2669016597655062E-3</c:v>
                </c:pt>
                <c:pt idx="893">
                  <c:v>8.3958064016693996E-3</c:v>
                </c:pt>
                <c:pt idx="894">
                  <c:v>8.2837355358622456E-3</c:v>
                </c:pt>
                <c:pt idx="895">
                  <c:v>8.6611473489517973E-3</c:v>
                </c:pt>
                <c:pt idx="896">
                  <c:v>8.9054866123793718E-3</c:v>
                </c:pt>
                <c:pt idx="897">
                  <c:v>8.6624184814208163E-3</c:v>
                </c:pt>
                <c:pt idx="898">
                  <c:v>9.1460820317612289E-3</c:v>
                </c:pt>
                <c:pt idx="899">
                  <c:v>9.1074166927810844E-3</c:v>
                </c:pt>
                <c:pt idx="900">
                  <c:v>1.0075684621501232E-2</c:v>
                </c:pt>
                <c:pt idx="901">
                  <c:v>9.9493180289608428E-3</c:v>
                </c:pt>
                <c:pt idx="902">
                  <c:v>1.2394522077262663E-2</c:v>
                </c:pt>
                <c:pt idx="903">
                  <c:v>1.3082985825784647E-2</c:v>
                </c:pt>
                <c:pt idx="904">
                  <c:v>1.3148635247815297E-2</c:v>
                </c:pt>
                <c:pt idx="905">
                  <c:v>1.3219967046481132E-2</c:v>
                </c:pt>
                <c:pt idx="906">
                  <c:v>1.3476349770007839E-2</c:v>
                </c:pt>
                <c:pt idx="907">
                  <c:v>1.6317701360518421E-2</c:v>
                </c:pt>
                <c:pt idx="908">
                  <c:v>1.6372977608593676E-2</c:v>
                </c:pt>
                <c:pt idx="909">
                  <c:v>1.6364468087990035E-2</c:v>
                </c:pt>
                <c:pt idx="910">
                  <c:v>1.6269731795808824E-2</c:v>
                </c:pt>
                <c:pt idx="911">
                  <c:v>1.6383440441208236E-2</c:v>
                </c:pt>
                <c:pt idx="912">
                  <c:v>1.6310115224263629E-2</c:v>
                </c:pt>
                <c:pt idx="913">
                  <c:v>1.6313686267111129E-2</c:v>
                </c:pt>
                <c:pt idx="914">
                  <c:v>1.9601776107467848E-2</c:v>
                </c:pt>
                <c:pt idx="915">
                  <c:v>1.9400830797457309E-2</c:v>
                </c:pt>
                <c:pt idx="916">
                  <c:v>2.1202631254347931E-2</c:v>
                </c:pt>
                <c:pt idx="917">
                  <c:v>2.1785720101574764E-2</c:v>
                </c:pt>
                <c:pt idx="918">
                  <c:v>2.2646093365885384E-2</c:v>
                </c:pt>
                <c:pt idx="919">
                  <c:v>2.2437744855959531E-2</c:v>
                </c:pt>
                <c:pt idx="920">
                  <c:v>2.2310108415117973E-2</c:v>
                </c:pt>
                <c:pt idx="921">
                  <c:v>2.2287505536346269E-2</c:v>
                </c:pt>
                <c:pt idx="922">
                  <c:v>2.2291790978199683E-2</c:v>
                </c:pt>
                <c:pt idx="923">
                  <c:v>2.1768681029485318E-2</c:v>
                </c:pt>
                <c:pt idx="924">
                  <c:v>2.139510592528884E-2</c:v>
                </c:pt>
                <c:pt idx="925">
                  <c:v>2.1364765470871634E-2</c:v>
                </c:pt>
                <c:pt idx="926">
                  <c:v>2.2415280606762376E-2</c:v>
                </c:pt>
                <c:pt idx="927">
                  <c:v>2.2344927686170146E-2</c:v>
                </c:pt>
                <c:pt idx="928">
                  <c:v>1.9835072834594954E-2</c:v>
                </c:pt>
                <c:pt idx="929">
                  <c:v>2.0165803110430747E-2</c:v>
                </c:pt>
                <c:pt idx="930">
                  <c:v>2.034599282500622E-2</c:v>
                </c:pt>
                <c:pt idx="931">
                  <c:v>1.9720154763395711E-2</c:v>
                </c:pt>
                <c:pt idx="932">
                  <c:v>1.8878946149161944E-2</c:v>
                </c:pt>
                <c:pt idx="933">
                  <c:v>1.7957025063339457E-2</c:v>
                </c:pt>
                <c:pt idx="934">
                  <c:v>1.7938339426163814E-2</c:v>
                </c:pt>
                <c:pt idx="935">
                  <c:v>1.6243176800569203E-2</c:v>
                </c:pt>
                <c:pt idx="936">
                  <c:v>1.5346491628253691E-2</c:v>
                </c:pt>
                <c:pt idx="937">
                  <c:v>1.4332113508849116E-2</c:v>
                </c:pt>
                <c:pt idx="938">
                  <c:v>1.40506504474598E-2</c:v>
                </c:pt>
                <c:pt idx="939">
                  <c:v>1.3399531211335804E-2</c:v>
                </c:pt>
                <c:pt idx="940">
                  <c:v>1.1974105435455903E-2</c:v>
                </c:pt>
                <c:pt idx="941">
                  <c:v>1.2006508189065139E-2</c:v>
                </c:pt>
                <c:pt idx="942">
                  <c:v>1.095685366658042E-2</c:v>
                </c:pt>
                <c:pt idx="943">
                  <c:v>1.0529882681452508E-2</c:v>
                </c:pt>
                <c:pt idx="944">
                  <c:v>1.0482109425149818E-2</c:v>
                </c:pt>
                <c:pt idx="945">
                  <c:v>9.8611661442185236E-3</c:v>
                </c:pt>
                <c:pt idx="946">
                  <c:v>9.9309106347437535E-3</c:v>
                </c:pt>
                <c:pt idx="947">
                  <c:v>8.6448808189427719E-3</c:v>
                </c:pt>
                <c:pt idx="948">
                  <c:v>8.2743218665791551E-3</c:v>
                </c:pt>
                <c:pt idx="949">
                  <c:v>7.9234263498466975E-3</c:v>
                </c:pt>
                <c:pt idx="950">
                  <c:v>7.1717535663264054E-3</c:v>
                </c:pt>
                <c:pt idx="951">
                  <c:v>7.6723664862611883E-3</c:v>
                </c:pt>
                <c:pt idx="952">
                  <c:v>8.495821760600682E-3</c:v>
                </c:pt>
                <c:pt idx="953">
                  <c:v>8.4807656952172756E-3</c:v>
                </c:pt>
                <c:pt idx="954">
                  <c:v>9.138565475737933E-3</c:v>
                </c:pt>
                <c:pt idx="955">
                  <c:v>9.8499907171252232E-3</c:v>
                </c:pt>
                <c:pt idx="956">
                  <c:v>1.1864129614173003E-2</c:v>
                </c:pt>
                <c:pt idx="957">
                  <c:v>1.2071207116687218E-2</c:v>
                </c:pt>
                <c:pt idx="958">
                  <c:v>1.2060974730834487E-2</c:v>
                </c:pt>
                <c:pt idx="959">
                  <c:v>1.2071909436075071E-2</c:v>
                </c:pt>
                <c:pt idx="960">
                  <c:v>1.2136557945816313E-2</c:v>
                </c:pt>
                <c:pt idx="961">
                  <c:v>1.2374450341484707E-2</c:v>
                </c:pt>
                <c:pt idx="962">
                  <c:v>1.1938696184674498E-2</c:v>
                </c:pt>
                <c:pt idx="963">
                  <c:v>1.2261917295252164E-2</c:v>
                </c:pt>
                <c:pt idx="964">
                  <c:v>1.2493557005811307E-2</c:v>
                </c:pt>
                <c:pt idx="965">
                  <c:v>1.2473076774296037E-2</c:v>
                </c:pt>
                <c:pt idx="966">
                  <c:v>1.2434853198042979E-2</c:v>
                </c:pt>
                <c:pt idx="967">
                  <c:v>1.2473739082908041E-2</c:v>
                </c:pt>
                <c:pt idx="968">
                  <c:v>1.2521124209563826E-2</c:v>
                </c:pt>
                <c:pt idx="969">
                  <c:v>1.2477312189292815E-2</c:v>
                </c:pt>
                <c:pt idx="970">
                  <c:v>1.2657567415546271E-2</c:v>
                </c:pt>
                <c:pt idx="971">
                  <c:v>1.2823321269041303E-2</c:v>
                </c:pt>
                <c:pt idx="972">
                  <c:v>1.2117384435400514E-2</c:v>
                </c:pt>
                <c:pt idx="973">
                  <c:v>1.1291375688962154E-2</c:v>
                </c:pt>
                <c:pt idx="974">
                  <c:v>1.1282532763328504E-2</c:v>
                </c:pt>
                <c:pt idx="975">
                  <c:v>9.8772841883390198E-3</c:v>
                </c:pt>
                <c:pt idx="976">
                  <c:v>9.2981996095654676E-3</c:v>
                </c:pt>
                <c:pt idx="977">
                  <c:v>7.0063444417634742E-3</c:v>
                </c:pt>
                <c:pt idx="978">
                  <c:v>6.7417780207930525E-3</c:v>
                </c:pt>
                <c:pt idx="979">
                  <c:v>7.1197278989237776E-3</c:v>
                </c:pt>
                <c:pt idx="980">
                  <c:v>7.1129755048146637E-3</c:v>
                </c:pt>
                <c:pt idx="981">
                  <c:v>7.0016808536461951E-3</c:v>
                </c:pt>
                <c:pt idx="982">
                  <c:v>6.8720618461606854E-3</c:v>
                </c:pt>
                <c:pt idx="983">
                  <c:v>7.0398783851173038E-3</c:v>
                </c:pt>
                <c:pt idx="984">
                  <c:v>6.6430047419106754E-3</c:v>
                </c:pt>
                <c:pt idx="985">
                  <c:v>6.2580716403374485E-3</c:v>
                </c:pt>
                <c:pt idx="986">
                  <c:v>6.2992416473168326E-3</c:v>
                </c:pt>
                <c:pt idx="987">
                  <c:v>7.1177606978080682E-3</c:v>
                </c:pt>
                <c:pt idx="988">
                  <c:v>7.355395626768302E-3</c:v>
                </c:pt>
                <c:pt idx="989">
                  <c:v>7.0449741322476051E-3</c:v>
                </c:pt>
                <c:pt idx="990">
                  <c:v>7.1355968963577711E-3</c:v>
                </c:pt>
                <c:pt idx="991">
                  <c:v>7.182277877323868E-3</c:v>
                </c:pt>
                <c:pt idx="992">
                  <c:v>7.066759611080926E-3</c:v>
                </c:pt>
                <c:pt idx="993">
                  <c:v>7.5599970198395585E-3</c:v>
                </c:pt>
                <c:pt idx="994">
                  <c:v>7.906217555644959E-3</c:v>
                </c:pt>
                <c:pt idx="995">
                  <c:v>8.0000880957161093E-3</c:v>
                </c:pt>
                <c:pt idx="996">
                  <c:v>8.3020240548354173E-3</c:v>
                </c:pt>
                <c:pt idx="997">
                  <c:v>8.6485414203396581E-3</c:v>
                </c:pt>
                <c:pt idx="998">
                  <c:v>9.1940410632473952E-3</c:v>
                </c:pt>
                <c:pt idx="999">
                  <c:v>9.1906931318441517E-3</c:v>
                </c:pt>
                <c:pt idx="1000">
                  <c:v>8.4887093763736897E-3</c:v>
                </c:pt>
                <c:pt idx="1001">
                  <c:v>8.7895589320551859E-3</c:v>
                </c:pt>
                <c:pt idx="1002">
                  <c:v>8.8747980906681619E-3</c:v>
                </c:pt>
                <c:pt idx="1003">
                  <c:v>8.8497956736563726E-3</c:v>
                </c:pt>
                <c:pt idx="1004">
                  <c:v>8.9802975009756186E-3</c:v>
                </c:pt>
                <c:pt idx="1005">
                  <c:v>9.5851337423998959E-3</c:v>
                </c:pt>
                <c:pt idx="1006">
                  <c:v>1.0424228809033048E-2</c:v>
                </c:pt>
                <c:pt idx="1007">
                  <c:v>1.075164695218719E-2</c:v>
                </c:pt>
                <c:pt idx="1008">
                  <c:v>1.0543284800256143E-2</c:v>
                </c:pt>
                <c:pt idx="1009">
                  <c:v>1.0010974430796174E-2</c:v>
                </c:pt>
                <c:pt idx="1010">
                  <c:v>1.0014336625770117E-2</c:v>
                </c:pt>
                <c:pt idx="1011">
                  <c:v>1.0082586684888151E-2</c:v>
                </c:pt>
                <c:pt idx="1012">
                  <c:v>1.1754336217432285E-2</c:v>
                </c:pt>
                <c:pt idx="1013">
                  <c:v>1.4595056710773522E-2</c:v>
                </c:pt>
                <c:pt idx="1014">
                  <c:v>1.4100136867401908E-2</c:v>
                </c:pt>
                <c:pt idx="1015">
                  <c:v>1.3663407016392459E-2</c:v>
                </c:pt>
                <c:pt idx="1016">
                  <c:v>1.3694504755522478E-2</c:v>
                </c:pt>
                <c:pt idx="1017">
                  <c:v>1.4416751821006296E-2</c:v>
                </c:pt>
                <c:pt idx="1018">
                  <c:v>1.3791480727007737E-2</c:v>
                </c:pt>
                <c:pt idx="1019">
                  <c:v>1.2864092796818159E-2</c:v>
                </c:pt>
                <c:pt idx="1020">
                  <c:v>1.2775434960103652E-2</c:v>
                </c:pt>
                <c:pt idx="1021">
                  <c:v>1.2593305985901634E-2</c:v>
                </c:pt>
                <c:pt idx="1022">
                  <c:v>1.2635359452472135E-2</c:v>
                </c:pt>
                <c:pt idx="1023">
                  <c:v>1.200717918369292E-2</c:v>
                </c:pt>
                <c:pt idx="1024">
                  <c:v>1.1621672276736637E-2</c:v>
                </c:pt>
                <c:pt idx="1025">
                  <c:v>1.2031509378540797E-2</c:v>
                </c:pt>
                <c:pt idx="1026">
                  <c:v>1.2975969291989992E-2</c:v>
                </c:pt>
                <c:pt idx="1027">
                  <c:v>1.2893724074201496E-2</c:v>
                </c:pt>
                <c:pt idx="1028">
                  <c:v>1.2969239243412305E-2</c:v>
                </c:pt>
                <c:pt idx="1029">
                  <c:v>1.2990360572947609E-2</c:v>
                </c:pt>
                <c:pt idx="1030">
                  <c:v>1.2653821427223952E-2</c:v>
                </c:pt>
                <c:pt idx="1031">
                  <c:v>1.2637783079632616E-2</c:v>
                </c:pt>
                <c:pt idx="1032">
                  <c:v>1.2771494252218397E-2</c:v>
                </c:pt>
                <c:pt idx="1033">
                  <c:v>1.2308792595616755E-2</c:v>
                </c:pt>
                <c:pt idx="1034">
                  <c:v>9.4468460422606239E-3</c:v>
                </c:pt>
                <c:pt idx="1035">
                  <c:v>9.5383092558982436E-3</c:v>
                </c:pt>
                <c:pt idx="1036">
                  <c:v>9.6054712916501511E-3</c:v>
                </c:pt>
                <c:pt idx="1037">
                  <c:v>9.5754033549893883E-3</c:v>
                </c:pt>
                <c:pt idx="1038">
                  <c:v>8.222963288537161E-3</c:v>
                </c:pt>
                <c:pt idx="1039">
                  <c:v>7.7904563293998315E-3</c:v>
                </c:pt>
                <c:pt idx="1040">
                  <c:v>7.8678982806852198E-3</c:v>
                </c:pt>
                <c:pt idx="1041">
                  <c:v>7.9372188580944889E-3</c:v>
                </c:pt>
                <c:pt idx="1042">
                  <c:v>7.8035234619902019E-3</c:v>
                </c:pt>
                <c:pt idx="1043">
                  <c:v>8.6540301166167198E-3</c:v>
                </c:pt>
                <c:pt idx="1044">
                  <c:v>9.2790588223893959E-3</c:v>
                </c:pt>
                <c:pt idx="1045">
                  <c:v>9.3572880262951796E-3</c:v>
                </c:pt>
                <c:pt idx="1046">
                  <c:v>9.3757891270345572E-3</c:v>
                </c:pt>
                <c:pt idx="1047">
                  <c:v>8.6009229817983843E-3</c:v>
                </c:pt>
                <c:pt idx="1048">
                  <c:v>8.2564886358798863E-3</c:v>
                </c:pt>
                <c:pt idx="1049">
                  <c:v>8.4108555301665357E-3</c:v>
                </c:pt>
                <c:pt idx="1050">
                  <c:v>8.0790655659747461E-3</c:v>
                </c:pt>
                <c:pt idx="1051">
                  <c:v>8.0290590566301726E-3</c:v>
                </c:pt>
                <c:pt idx="1052">
                  <c:v>7.7777446138512186E-3</c:v>
                </c:pt>
                <c:pt idx="1053">
                  <c:v>7.9453403900400042E-3</c:v>
                </c:pt>
                <c:pt idx="1054">
                  <c:v>8.0605958705196688E-3</c:v>
                </c:pt>
                <c:pt idx="1055">
                  <c:v>8.058498962081221E-3</c:v>
                </c:pt>
                <c:pt idx="1056">
                  <c:v>7.7631971449521895E-3</c:v>
                </c:pt>
                <c:pt idx="1057">
                  <c:v>9.3539498051618888E-3</c:v>
                </c:pt>
                <c:pt idx="1058">
                  <c:v>9.6193014585312289E-3</c:v>
                </c:pt>
                <c:pt idx="1059">
                  <c:v>9.6442426559955607E-3</c:v>
                </c:pt>
                <c:pt idx="1060">
                  <c:v>9.7863271747221058E-3</c:v>
                </c:pt>
                <c:pt idx="1061">
                  <c:v>9.6990782952063315E-3</c:v>
                </c:pt>
                <c:pt idx="1062">
                  <c:v>1.4566523038463178E-2</c:v>
                </c:pt>
                <c:pt idx="1063">
                  <c:v>1.4618408761102394E-2</c:v>
                </c:pt>
                <c:pt idx="1064">
                  <c:v>1.4418756972028188E-2</c:v>
                </c:pt>
                <c:pt idx="1065">
                  <c:v>1.3974559543889469E-2</c:v>
                </c:pt>
                <c:pt idx="1066">
                  <c:v>1.5190292389643886E-2</c:v>
                </c:pt>
                <c:pt idx="1067">
                  <c:v>1.5510890582882877E-2</c:v>
                </c:pt>
                <c:pt idx="1068">
                  <c:v>1.5518148806428642E-2</c:v>
                </c:pt>
                <c:pt idx="1069">
                  <c:v>1.5599358604565685E-2</c:v>
                </c:pt>
                <c:pt idx="1070">
                  <c:v>1.5219239696072044E-2</c:v>
                </c:pt>
                <c:pt idx="1071">
                  <c:v>1.5482053172921787E-2</c:v>
                </c:pt>
                <c:pt idx="1072">
                  <c:v>1.5488387212620613E-2</c:v>
                </c:pt>
                <c:pt idx="1073">
                  <c:v>1.5322660412721845E-2</c:v>
                </c:pt>
                <c:pt idx="1074">
                  <c:v>1.5752582164281371E-2</c:v>
                </c:pt>
                <c:pt idx="1075">
                  <c:v>1.5447796638873584E-2</c:v>
                </c:pt>
                <c:pt idx="1076">
                  <c:v>1.5461213535714143E-2</c:v>
                </c:pt>
                <c:pt idx="1077">
                  <c:v>1.543040852816082E-2</c:v>
                </c:pt>
                <c:pt idx="1078">
                  <c:v>1.4065621030844199E-2</c:v>
                </c:pt>
                <c:pt idx="1079">
                  <c:v>1.4137747116193405E-2</c:v>
                </c:pt>
                <c:pt idx="1080">
                  <c:v>1.3969243394466591E-2</c:v>
                </c:pt>
                <c:pt idx="1081">
                  <c:v>1.4447203526831938E-2</c:v>
                </c:pt>
                <c:pt idx="1082">
                  <c:v>1.442868562471396E-2</c:v>
                </c:pt>
                <c:pt idx="1083">
                  <c:v>1.0577249311221915E-2</c:v>
                </c:pt>
                <c:pt idx="1084">
                  <c:v>1.1162741269721336E-2</c:v>
                </c:pt>
                <c:pt idx="1085">
                  <c:v>1.1078716854427946E-2</c:v>
                </c:pt>
                <c:pt idx="1086">
                  <c:v>1.1088199623550191E-2</c:v>
                </c:pt>
                <c:pt idx="1087">
                  <c:v>9.1747997955966849E-3</c:v>
                </c:pt>
                <c:pt idx="1088">
                  <c:v>8.4299850344788027E-3</c:v>
                </c:pt>
                <c:pt idx="1089">
                  <c:v>8.4692495537335936E-3</c:v>
                </c:pt>
                <c:pt idx="1090">
                  <c:v>8.431203035029285E-3</c:v>
                </c:pt>
                <c:pt idx="1091">
                  <c:v>8.5311032489071674E-3</c:v>
                </c:pt>
                <c:pt idx="1092">
                  <c:v>8.2894142402280685E-3</c:v>
                </c:pt>
                <c:pt idx="1093">
                  <c:v>8.3047703113699883E-3</c:v>
                </c:pt>
                <c:pt idx="1094">
                  <c:v>8.4544006980863846E-3</c:v>
                </c:pt>
                <c:pt idx="1095">
                  <c:v>8.0043608739299079E-3</c:v>
                </c:pt>
                <c:pt idx="1096">
                  <c:v>9.2995098214510297E-3</c:v>
                </c:pt>
                <c:pt idx="1097">
                  <c:v>9.3908349748403411E-3</c:v>
                </c:pt>
                <c:pt idx="1098">
                  <c:v>9.4005873629366549E-3</c:v>
                </c:pt>
                <c:pt idx="1099">
                  <c:v>9.494353582369254E-3</c:v>
                </c:pt>
                <c:pt idx="1100">
                  <c:v>9.5390440831481065E-3</c:v>
                </c:pt>
                <c:pt idx="1101">
                  <c:v>9.5156906047890785E-3</c:v>
                </c:pt>
                <c:pt idx="1102">
                  <c:v>8.9957374601799117E-3</c:v>
                </c:pt>
                <c:pt idx="1103">
                  <c:v>8.9939110635087575E-3</c:v>
                </c:pt>
                <c:pt idx="1104">
                  <c:v>8.3858164442140292E-3</c:v>
                </c:pt>
                <c:pt idx="1105">
                  <c:v>8.3104684772499857E-3</c:v>
                </c:pt>
                <c:pt idx="1106">
                  <c:v>8.8044037041173778E-3</c:v>
                </c:pt>
                <c:pt idx="1107">
                  <c:v>8.9595119925485033E-3</c:v>
                </c:pt>
                <c:pt idx="1108">
                  <c:v>9.0705068347161424E-3</c:v>
                </c:pt>
                <c:pt idx="1109">
                  <c:v>8.7668922219712401E-3</c:v>
                </c:pt>
                <c:pt idx="1110">
                  <c:v>8.735716294682604E-3</c:v>
                </c:pt>
                <c:pt idx="1111">
                  <c:v>8.8623258926594246E-3</c:v>
                </c:pt>
                <c:pt idx="1112">
                  <c:v>9.6623831184173958E-3</c:v>
                </c:pt>
                <c:pt idx="1113">
                  <c:v>9.8540703386227786E-3</c:v>
                </c:pt>
                <c:pt idx="1114">
                  <c:v>9.7207027745266385E-3</c:v>
                </c:pt>
                <c:pt idx="1115">
                  <c:v>9.4020220213821455E-3</c:v>
                </c:pt>
                <c:pt idx="1116">
                  <c:v>9.7535536056084903E-3</c:v>
                </c:pt>
                <c:pt idx="1117">
                  <c:v>1.0430449671549392E-2</c:v>
                </c:pt>
                <c:pt idx="1118">
                  <c:v>1.0225751285397362E-2</c:v>
                </c:pt>
                <c:pt idx="1119">
                  <c:v>1.0773609333513618E-2</c:v>
                </c:pt>
                <c:pt idx="1120">
                  <c:v>1.1126078073194136E-2</c:v>
                </c:pt>
                <c:pt idx="1121">
                  <c:v>1.1238683883924813E-2</c:v>
                </c:pt>
                <c:pt idx="1122">
                  <c:v>1.1532035842759593E-2</c:v>
                </c:pt>
                <c:pt idx="1123">
                  <c:v>1.1594338805661185E-2</c:v>
                </c:pt>
                <c:pt idx="1124">
                  <c:v>1.1760634992357882E-2</c:v>
                </c:pt>
                <c:pt idx="1125">
                  <c:v>1.1681840255187243E-2</c:v>
                </c:pt>
                <c:pt idx="1126">
                  <c:v>1.1771082884230837E-2</c:v>
                </c:pt>
                <c:pt idx="1127">
                  <c:v>1.2562802866694681E-2</c:v>
                </c:pt>
                <c:pt idx="1128">
                  <c:v>1.2655511852942508E-2</c:v>
                </c:pt>
                <c:pt idx="1129">
                  <c:v>1.3832301796676121E-2</c:v>
                </c:pt>
                <c:pt idx="1130">
                  <c:v>1.4553198043784878E-2</c:v>
                </c:pt>
                <c:pt idx="1131">
                  <c:v>1.4582390060410346E-2</c:v>
                </c:pt>
                <c:pt idx="1132">
                  <c:v>1.4514878873635225E-2</c:v>
                </c:pt>
                <c:pt idx="1133">
                  <c:v>1.3785560349163504E-2</c:v>
                </c:pt>
                <c:pt idx="1134">
                  <c:v>1.429308894980357E-2</c:v>
                </c:pt>
                <c:pt idx="1135">
                  <c:v>1.4093472452246063E-2</c:v>
                </c:pt>
                <c:pt idx="1136">
                  <c:v>1.4211107624647546E-2</c:v>
                </c:pt>
                <c:pt idx="1137">
                  <c:v>1.3572073500647671E-2</c:v>
                </c:pt>
                <c:pt idx="1138">
                  <c:v>1.308976062354523E-2</c:v>
                </c:pt>
                <c:pt idx="1139">
                  <c:v>1.3358252978575711E-2</c:v>
                </c:pt>
                <c:pt idx="1140">
                  <c:v>1.3223565621393048E-2</c:v>
                </c:pt>
                <c:pt idx="1141">
                  <c:v>1.314469604420361E-2</c:v>
                </c:pt>
                <c:pt idx="1142">
                  <c:v>1.2555027512774939E-2</c:v>
                </c:pt>
                <c:pt idx="1143">
                  <c:v>1.3503154821454246E-2</c:v>
                </c:pt>
                <c:pt idx="1144">
                  <c:v>1.3498184698295442E-2</c:v>
                </c:pt>
                <c:pt idx="1145">
                  <c:v>1.3846856890588113E-2</c:v>
                </c:pt>
                <c:pt idx="1146">
                  <c:v>1.62411621300061E-2</c:v>
                </c:pt>
                <c:pt idx="1147">
                  <c:v>1.6808639565765733E-2</c:v>
                </c:pt>
                <c:pt idx="1148">
                  <c:v>1.5246549173932557E-2</c:v>
                </c:pt>
                <c:pt idx="1149">
                  <c:v>1.618919953247E-2</c:v>
                </c:pt>
                <c:pt idx="1150">
                  <c:v>1.5591385887960102E-2</c:v>
                </c:pt>
                <c:pt idx="1151">
                  <c:v>1.5543538623638114E-2</c:v>
                </c:pt>
                <c:pt idx="1152">
                  <c:v>1.5925307191562189E-2</c:v>
                </c:pt>
                <c:pt idx="1153">
                  <c:v>1.6353100910258985E-2</c:v>
                </c:pt>
                <c:pt idx="1154">
                  <c:v>1.6163370199903149E-2</c:v>
                </c:pt>
                <c:pt idx="1155">
                  <c:v>1.5826175920127125E-2</c:v>
                </c:pt>
                <c:pt idx="1156">
                  <c:v>1.6087212159964951E-2</c:v>
                </c:pt>
                <c:pt idx="1157">
                  <c:v>1.6106716150100429E-2</c:v>
                </c:pt>
                <c:pt idx="1158">
                  <c:v>1.6008209310888089E-2</c:v>
                </c:pt>
                <c:pt idx="1159">
                  <c:v>1.598398518279583E-2</c:v>
                </c:pt>
                <c:pt idx="1160">
                  <c:v>1.5596816810372796E-2</c:v>
                </c:pt>
                <c:pt idx="1161">
                  <c:v>1.5575614398104802E-2</c:v>
                </c:pt>
                <c:pt idx="1162">
                  <c:v>1.5493690172198208E-2</c:v>
                </c:pt>
                <c:pt idx="1163">
                  <c:v>1.5639614743967412E-2</c:v>
                </c:pt>
                <c:pt idx="1164">
                  <c:v>1.5391599964130498E-2</c:v>
                </c:pt>
                <c:pt idx="1165">
                  <c:v>1.5522799809063114E-2</c:v>
                </c:pt>
                <c:pt idx="1166">
                  <c:v>1.5108645443304831E-2</c:v>
                </c:pt>
                <c:pt idx="1167">
                  <c:v>1.2501432197087397E-2</c:v>
                </c:pt>
                <c:pt idx="1168">
                  <c:v>1.0030442059840581E-2</c:v>
                </c:pt>
                <c:pt idx="1169">
                  <c:v>1.0456003023982181E-2</c:v>
                </c:pt>
                <c:pt idx="1170">
                  <c:v>9.7418285011480078E-3</c:v>
                </c:pt>
                <c:pt idx="1171">
                  <c:v>9.6757672475993803E-3</c:v>
                </c:pt>
                <c:pt idx="1172">
                  <c:v>9.3262770545367232E-3</c:v>
                </c:pt>
                <c:pt idx="1173">
                  <c:v>8.6470004783372224E-3</c:v>
                </c:pt>
                <c:pt idx="1174">
                  <c:v>7.3759368852296756E-3</c:v>
                </c:pt>
                <c:pt idx="1175">
                  <c:v>7.6989806155934384E-3</c:v>
                </c:pt>
                <c:pt idx="1176">
                  <c:v>7.1072112105239069E-3</c:v>
                </c:pt>
                <c:pt idx="1177">
                  <c:v>6.1912524654167914E-3</c:v>
                </c:pt>
                <c:pt idx="1178">
                  <c:v>6.2431288635039018E-3</c:v>
                </c:pt>
                <c:pt idx="1179">
                  <c:v>6.0387648647497747E-3</c:v>
                </c:pt>
                <c:pt idx="1180">
                  <c:v>6.6116115878088171E-3</c:v>
                </c:pt>
                <c:pt idx="1181">
                  <c:v>6.6359276807903536E-3</c:v>
                </c:pt>
                <c:pt idx="1182">
                  <c:v>6.6942942352490641E-3</c:v>
                </c:pt>
                <c:pt idx="1183">
                  <c:v>6.6868338203242977E-3</c:v>
                </c:pt>
                <c:pt idx="1184">
                  <c:v>6.5554940974692083E-3</c:v>
                </c:pt>
                <c:pt idx="1185">
                  <c:v>5.5371576425731943E-3</c:v>
                </c:pt>
                <c:pt idx="1186">
                  <c:v>5.1881278101081132E-3</c:v>
                </c:pt>
                <c:pt idx="1187">
                  <c:v>5.1639943806042424E-3</c:v>
                </c:pt>
                <c:pt idx="1188">
                  <c:v>5.241133651332764E-3</c:v>
                </c:pt>
                <c:pt idx="1189">
                  <c:v>5.2921410651145789E-3</c:v>
                </c:pt>
                <c:pt idx="1190">
                  <c:v>4.6844056308673427E-3</c:v>
                </c:pt>
                <c:pt idx="1191">
                  <c:v>4.6165198445100742E-3</c:v>
                </c:pt>
                <c:pt idx="1192">
                  <c:v>4.9744388480673779E-3</c:v>
                </c:pt>
                <c:pt idx="1193">
                  <c:v>5.384465981439256E-3</c:v>
                </c:pt>
                <c:pt idx="1194">
                  <c:v>5.3091628449886911E-3</c:v>
                </c:pt>
                <c:pt idx="1195">
                  <c:v>5.3774381645251565E-3</c:v>
                </c:pt>
                <c:pt idx="1196">
                  <c:v>5.0632937600190555E-3</c:v>
                </c:pt>
                <c:pt idx="1197">
                  <c:v>5.4569878564363775E-3</c:v>
                </c:pt>
                <c:pt idx="1198">
                  <c:v>5.5304651837613369E-3</c:v>
                </c:pt>
                <c:pt idx="1199">
                  <c:v>5.9657011059785848E-3</c:v>
                </c:pt>
                <c:pt idx="1200">
                  <c:v>5.9614277617198166E-3</c:v>
                </c:pt>
                <c:pt idx="1201">
                  <c:v>5.80069798597056E-3</c:v>
                </c:pt>
                <c:pt idx="1202">
                  <c:v>6.1295519682207835E-3</c:v>
                </c:pt>
                <c:pt idx="1203">
                  <c:v>6.1218199916565179E-3</c:v>
                </c:pt>
                <c:pt idx="1204">
                  <c:v>6.3373369140144464E-3</c:v>
                </c:pt>
                <c:pt idx="1205">
                  <c:v>6.2771972216803008E-3</c:v>
                </c:pt>
                <c:pt idx="1206">
                  <c:v>6.2713494277464189E-3</c:v>
                </c:pt>
                <c:pt idx="1207">
                  <c:v>6.2619777909580536E-3</c:v>
                </c:pt>
                <c:pt idx="1208">
                  <c:v>6.2822766137856263E-3</c:v>
                </c:pt>
                <c:pt idx="1209">
                  <c:v>6.0305896716866727E-3</c:v>
                </c:pt>
                <c:pt idx="1210">
                  <c:v>5.9781657597485867E-3</c:v>
                </c:pt>
                <c:pt idx="1211">
                  <c:v>6.6136518263237437E-3</c:v>
                </c:pt>
                <c:pt idx="1212">
                  <c:v>6.6201567711598385E-3</c:v>
                </c:pt>
                <c:pt idx="1213">
                  <c:v>6.4623871603250857E-3</c:v>
                </c:pt>
                <c:pt idx="1214">
                  <c:v>6.2578879697727709E-3</c:v>
                </c:pt>
                <c:pt idx="1215">
                  <c:v>6.6720199071085189E-3</c:v>
                </c:pt>
                <c:pt idx="1216">
                  <c:v>6.6761977485619581E-3</c:v>
                </c:pt>
                <c:pt idx="1217">
                  <c:v>8.4558688782482606E-3</c:v>
                </c:pt>
                <c:pt idx="1218">
                  <c:v>8.4706197896998996E-3</c:v>
                </c:pt>
                <c:pt idx="1219">
                  <c:v>8.2894576823818299E-3</c:v>
                </c:pt>
                <c:pt idx="1220">
                  <c:v>8.6901073201182573E-3</c:v>
                </c:pt>
                <c:pt idx="1221">
                  <c:v>8.6574815164590438E-3</c:v>
                </c:pt>
                <c:pt idx="1222">
                  <c:v>8.7434409234221806E-3</c:v>
                </c:pt>
                <c:pt idx="1223">
                  <c:v>8.7385522457772719E-3</c:v>
                </c:pt>
                <c:pt idx="1224">
                  <c:v>8.7577394937273009E-3</c:v>
                </c:pt>
                <c:pt idx="1225">
                  <c:v>8.745379611553715E-3</c:v>
                </c:pt>
                <c:pt idx="1226">
                  <c:v>8.7020796704612088E-3</c:v>
                </c:pt>
                <c:pt idx="1227">
                  <c:v>9.0182729870682422E-3</c:v>
                </c:pt>
                <c:pt idx="1228">
                  <c:v>9.0118969690344136E-3</c:v>
                </c:pt>
                <c:pt idx="1229">
                  <c:v>8.9551370356428656E-3</c:v>
                </c:pt>
                <c:pt idx="1230">
                  <c:v>8.9355086079647705E-3</c:v>
                </c:pt>
                <c:pt idx="1231">
                  <c:v>8.9050991707288144E-3</c:v>
                </c:pt>
                <c:pt idx="1232">
                  <c:v>8.8003145701058029E-3</c:v>
                </c:pt>
                <c:pt idx="1233">
                  <c:v>8.8846475980042736E-3</c:v>
                </c:pt>
                <c:pt idx="1234">
                  <c:v>8.9559014863678822E-3</c:v>
                </c:pt>
                <c:pt idx="1235">
                  <c:v>9.9097143728378596E-3</c:v>
                </c:pt>
                <c:pt idx="1236">
                  <c:v>9.5352139613377566E-3</c:v>
                </c:pt>
                <c:pt idx="1237">
                  <c:v>1.1475008192243646E-2</c:v>
                </c:pt>
                <c:pt idx="1238">
                  <c:v>1.0269726692530502E-2</c:v>
                </c:pt>
                <c:pt idx="1239">
                  <c:v>1.0704838081711585E-2</c:v>
                </c:pt>
                <c:pt idx="1240">
                  <c:v>1.0720327589079072E-2</c:v>
                </c:pt>
                <c:pt idx="1241">
                  <c:v>9.9029081027139053E-3</c:v>
                </c:pt>
                <c:pt idx="1242">
                  <c:v>9.7863728374451425E-3</c:v>
                </c:pt>
                <c:pt idx="1243">
                  <c:v>9.9702397425889353E-3</c:v>
                </c:pt>
                <c:pt idx="1244">
                  <c:v>9.8245506004358153E-3</c:v>
                </c:pt>
                <c:pt idx="1245">
                  <c:v>9.5578417784010009E-3</c:v>
                </c:pt>
                <c:pt idx="1246">
                  <c:v>9.418932826490839E-3</c:v>
                </c:pt>
                <c:pt idx="1247">
                  <c:v>9.3928360673108131E-3</c:v>
                </c:pt>
                <c:pt idx="1248">
                  <c:v>9.6630291019078503E-3</c:v>
                </c:pt>
                <c:pt idx="1249">
                  <c:v>9.6650372589993736E-3</c:v>
                </c:pt>
                <c:pt idx="1250">
                  <c:v>1.0178447325504318E-2</c:v>
                </c:pt>
                <c:pt idx="1251">
                  <c:v>1.0010873664831377E-2</c:v>
                </c:pt>
                <c:pt idx="1252">
                  <c:v>1.0583128976370527E-2</c:v>
                </c:pt>
                <c:pt idx="1253">
                  <c:v>1.0566400819004385E-2</c:v>
                </c:pt>
                <c:pt idx="1254">
                  <c:v>1.0586663218102156E-2</c:v>
                </c:pt>
                <c:pt idx="1255">
                  <c:v>1.083769517782038E-2</c:v>
                </c:pt>
                <c:pt idx="1256">
                  <c:v>1.3267256448706941E-2</c:v>
                </c:pt>
                <c:pt idx="1257">
                  <c:v>1.3332341119386273E-2</c:v>
                </c:pt>
                <c:pt idx="1258">
                  <c:v>1.2968565403740393E-2</c:v>
                </c:pt>
                <c:pt idx="1259">
                  <c:v>1.348655759738537E-2</c:v>
                </c:pt>
                <c:pt idx="1260">
                  <c:v>1.2521513698978087E-2</c:v>
                </c:pt>
                <c:pt idx="1261">
                  <c:v>1.2947847651036681E-2</c:v>
                </c:pt>
                <c:pt idx="1262">
                  <c:v>1.5768227849055166E-2</c:v>
                </c:pt>
                <c:pt idx="1263">
                  <c:v>1.5704181311622514E-2</c:v>
                </c:pt>
                <c:pt idx="1264">
                  <c:v>2.4578075883220786E-2</c:v>
                </c:pt>
                <c:pt idx="1265">
                  <c:v>2.4920452114726117E-2</c:v>
                </c:pt>
                <c:pt idx="1266">
                  <c:v>2.7208742451265248E-2</c:v>
                </c:pt>
                <c:pt idx="1267">
                  <c:v>2.7141218406122797E-2</c:v>
                </c:pt>
                <c:pt idx="1268">
                  <c:v>2.8685401581323097E-2</c:v>
                </c:pt>
                <c:pt idx="1269">
                  <c:v>2.9680610343317832E-2</c:v>
                </c:pt>
                <c:pt idx="1270">
                  <c:v>3.1077948630985952E-2</c:v>
                </c:pt>
                <c:pt idx="1271">
                  <c:v>3.8453540234298388E-2</c:v>
                </c:pt>
                <c:pt idx="1272">
                  <c:v>3.8023695331187927E-2</c:v>
                </c:pt>
                <c:pt idx="1273">
                  <c:v>4.0096268071182467E-2</c:v>
                </c:pt>
                <c:pt idx="1274">
                  <c:v>4.1740521058804818E-2</c:v>
                </c:pt>
                <c:pt idx="1275">
                  <c:v>4.202143457046352E-2</c:v>
                </c:pt>
                <c:pt idx="1276">
                  <c:v>4.1958866850007936E-2</c:v>
                </c:pt>
                <c:pt idx="1277">
                  <c:v>4.3412892749274019E-2</c:v>
                </c:pt>
                <c:pt idx="1278">
                  <c:v>4.3387922867778372E-2</c:v>
                </c:pt>
                <c:pt idx="1279">
                  <c:v>4.2645181420758745E-2</c:v>
                </c:pt>
                <c:pt idx="1280">
                  <c:v>4.4560368172095237E-2</c:v>
                </c:pt>
                <c:pt idx="1281">
                  <c:v>4.5087840564559591E-2</c:v>
                </c:pt>
                <c:pt idx="1282">
                  <c:v>4.6756851683226457E-2</c:v>
                </c:pt>
                <c:pt idx="1283">
                  <c:v>4.6133454876214071E-2</c:v>
                </c:pt>
                <c:pt idx="1284">
                  <c:v>4.641455276095062E-2</c:v>
                </c:pt>
                <c:pt idx="1285">
                  <c:v>4.3136636944428854E-2</c:v>
                </c:pt>
                <c:pt idx="1286">
                  <c:v>4.3871456256473894E-2</c:v>
                </c:pt>
                <c:pt idx="1287">
                  <c:v>4.1811736713424891E-2</c:v>
                </c:pt>
                <c:pt idx="1288">
                  <c:v>4.2130244760349204E-2</c:v>
                </c:pt>
                <c:pt idx="1289">
                  <c:v>3.9862900186815993E-2</c:v>
                </c:pt>
                <c:pt idx="1290">
                  <c:v>3.7876695863791103E-2</c:v>
                </c:pt>
                <c:pt idx="1291">
                  <c:v>3.7902735260635326E-2</c:v>
                </c:pt>
                <c:pt idx="1292">
                  <c:v>2.2406234414584565E-2</c:v>
                </c:pt>
                <c:pt idx="1293">
                  <c:v>2.2023110993850799E-2</c:v>
                </c:pt>
                <c:pt idx="1294">
                  <c:v>2.1469979144670769E-2</c:v>
                </c:pt>
                <c:pt idx="1295">
                  <c:v>2.0774257707567637E-2</c:v>
                </c:pt>
                <c:pt idx="1296">
                  <c:v>2.2468612393906254E-2</c:v>
                </c:pt>
                <c:pt idx="1297">
                  <c:v>2.197439418406525E-2</c:v>
                </c:pt>
                <c:pt idx="1298">
                  <c:v>2.1211651555696268E-2</c:v>
                </c:pt>
                <c:pt idx="1299">
                  <c:v>2.0740601197937351E-2</c:v>
                </c:pt>
                <c:pt idx="1300">
                  <c:v>2.0436590368945736E-2</c:v>
                </c:pt>
                <c:pt idx="1301">
                  <c:v>1.9175569221552544E-2</c:v>
                </c:pt>
                <c:pt idx="1302">
                  <c:v>1.9032338311009134E-2</c:v>
                </c:pt>
                <c:pt idx="1303">
                  <c:v>1.7923048632535528E-2</c:v>
                </c:pt>
                <c:pt idx="1304">
                  <c:v>1.8051445052968566E-2</c:v>
                </c:pt>
                <c:pt idx="1305">
                  <c:v>1.7883516550013405E-2</c:v>
                </c:pt>
                <c:pt idx="1306">
                  <c:v>1.8239342906327165E-2</c:v>
                </c:pt>
                <c:pt idx="1307">
                  <c:v>1.6415009216021393E-2</c:v>
                </c:pt>
                <c:pt idx="1308">
                  <c:v>1.6624634782441885E-2</c:v>
                </c:pt>
                <c:pt idx="1309">
                  <c:v>1.4602726701379439E-2</c:v>
                </c:pt>
                <c:pt idx="1310">
                  <c:v>1.4583379564293855E-2</c:v>
                </c:pt>
                <c:pt idx="1311">
                  <c:v>1.4101527819626321E-2</c:v>
                </c:pt>
                <c:pt idx="1312">
                  <c:v>1.3620650179603401E-2</c:v>
                </c:pt>
                <c:pt idx="1313">
                  <c:v>1.398443627614563E-2</c:v>
                </c:pt>
                <c:pt idx="1314">
                  <c:v>1.4015214645604932E-2</c:v>
                </c:pt>
                <c:pt idx="1315">
                  <c:v>1.5614558697653595E-2</c:v>
                </c:pt>
                <c:pt idx="1316">
                  <c:v>1.6347833972256313E-2</c:v>
                </c:pt>
                <c:pt idx="1317">
                  <c:v>1.4449883117132446E-2</c:v>
                </c:pt>
                <c:pt idx="1318">
                  <c:v>1.3989603405988305E-2</c:v>
                </c:pt>
                <c:pt idx="1319">
                  <c:v>1.5364983068162238E-2</c:v>
                </c:pt>
                <c:pt idx="1320">
                  <c:v>1.5431316191137747E-2</c:v>
                </c:pt>
                <c:pt idx="1321">
                  <c:v>1.5761192269725173E-2</c:v>
                </c:pt>
                <c:pt idx="1322">
                  <c:v>1.5670674125939105E-2</c:v>
                </c:pt>
                <c:pt idx="1323">
                  <c:v>1.5764862112878399E-2</c:v>
                </c:pt>
                <c:pt idx="1324">
                  <c:v>1.5216972579644213E-2</c:v>
                </c:pt>
                <c:pt idx="1325">
                  <c:v>1.4833176840485469E-2</c:v>
                </c:pt>
                <c:pt idx="1326">
                  <c:v>1.4851571555717272E-2</c:v>
                </c:pt>
                <c:pt idx="1327">
                  <c:v>1.1954654400788424E-2</c:v>
                </c:pt>
                <c:pt idx="1328">
                  <c:v>1.1996113762662465E-2</c:v>
                </c:pt>
                <c:pt idx="1329">
                  <c:v>1.2215435035201432E-2</c:v>
                </c:pt>
                <c:pt idx="1330">
                  <c:v>1.261960813507226E-2</c:v>
                </c:pt>
                <c:pt idx="1331">
                  <c:v>1.2184412011837389E-2</c:v>
                </c:pt>
                <c:pt idx="1332">
                  <c:v>1.3634433671548322E-2</c:v>
                </c:pt>
                <c:pt idx="1333">
                  <c:v>1.3651648306989816E-2</c:v>
                </c:pt>
                <c:pt idx="1334">
                  <c:v>1.3608550765039017E-2</c:v>
                </c:pt>
                <c:pt idx="1335">
                  <c:v>1.4433407187271173E-2</c:v>
                </c:pt>
                <c:pt idx="1336">
                  <c:v>1.3523724422214169E-2</c:v>
                </c:pt>
                <c:pt idx="1337">
                  <c:v>1.2883251645684908E-2</c:v>
                </c:pt>
                <c:pt idx="1338">
                  <c:v>1.2826271574308793E-2</c:v>
                </c:pt>
                <c:pt idx="1339">
                  <c:v>1.2801190905616672E-2</c:v>
                </c:pt>
                <c:pt idx="1340">
                  <c:v>1.1422812980485806E-2</c:v>
                </c:pt>
                <c:pt idx="1341">
                  <c:v>1.1344227376771114E-2</c:v>
                </c:pt>
                <c:pt idx="1342">
                  <c:v>1.0677086420993414E-2</c:v>
                </c:pt>
                <c:pt idx="1343">
                  <c:v>1.0768494987848879E-2</c:v>
                </c:pt>
                <c:pt idx="1344">
                  <c:v>1.0445122961932446E-2</c:v>
                </c:pt>
                <c:pt idx="1345">
                  <c:v>1.0407804792644717E-2</c:v>
                </c:pt>
                <c:pt idx="1346">
                  <c:v>1.1284867731652356E-2</c:v>
                </c:pt>
                <c:pt idx="1347">
                  <c:v>1.1287592864163828E-2</c:v>
                </c:pt>
                <c:pt idx="1348">
                  <c:v>1.134039471455639E-2</c:v>
                </c:pt>
                <c:pt idx="1349">
                  <c:v>1.1260778723660034E-2</c:v>
                </c:pt>
                <c:pt idx="1350">
                  <c:v>1.0887325872749095E-2</c:v>
                </c:pt>
                <c:pt idx="1351">
                  <c:v>9.9067065250876569E-3</c:v>
                </c:pt>
                <c:pt idx="1352">
                  <c:v>9.4486684974748464E-3</c:v>
                </c:pt>
                <c:pt idx="1353">
                  <c:v>8.4774440968596963E-3</c:v>
                </c:pt>
                <c:pt idx="1354">
                  <c:v>8.4669495819712105E-3</c:v>
                </c:pt>
                <c:pt idx="1355">
                  <c:v>8.6795671699333686E-3</c:v>
                </c:pt>
                <c:pt idx="1356">
                  <c:v>8.1401973593478675E-3</c:v>
                </c:pt>
                <c:pt idx="1357">
                  <c:v>7.8999839578927488E-3</c:v>
                </c:pt>
                <c:pt idx="1358">
                  <c:v>8.4592202764529178E-3</c:v>
                </c:pt>
                <c:pt idx="1359">
                  <c:v>8.4402813391131291E-3</c:v>
                </c:pt>
                <c:pt idx="1360">
                  <c:v>8.5742224218377308E-3</c:v>
                </c:pt>
                <c:pt idx="1361">
                  <c:v>8.2398911066826289E-3</c:v>
                </c:pt>
                <c:pt idx="1362">
                  <c:v>8.2876034602247482E-3</c:v>
                </c:pt>
                <c:pt idx="1363">
                  <c:v>8.1791255129031026E-3</c:v>
                </c:pt>
                <c:pt idx="1364">
                  <c:v>8.1701101968631243E-3</c:v>
                </c:pt>
                <c:pt idx="1365">
                  <c:v>8.5355578900180393E-3</c:v>
                </c:pt>
                <c:pt idx="1366">
                  <c:v>8.4910537749557403E-3</c:v>
                </c:pt>
                <c:pt idx="1367">
                  <c:v>7.2058646789648325E-3</c:v>
                </c:pt>
                <c:pt idx="1368">
                  <c:v>7.0429944665578292E-3</c:v>
                </c:pt>
                <c:pt idx="1369">
                  <c:v>7.9360097831352224E-3</c:v>
                </c:pt>
                <c:pt idx="1370">
                  <c:v>7.7759497770100864E-3</c:v>
                </c:pt>
                <c:pt idx="1371">
                  <c:v>7.9587507057393998E-3</c:v>
                </c:pt>
                <c:pt idx="1372">
                  <c:v>8.0922705704139716E-3</c:v>
                </c:pt>
                <c:pt idx="1373">
                  <c:v>7.9818056834420354E-3</c:v>
                </c:pt>
                <c:pt idx="1374">
                  <c:v>7.9773192284417708E-3</c:v>
                </c:pt>
                <c:pt idx="1375">
                  <c:v>8.2416677169055274E-3</c:v>
                </c:pt>
                <c:pt idx="1376">
                  <c:v>7.7277051132767366E-3</c:v>
                </c:pt>
                <c:pt idx="1377">
                  <c:v>7.640596451390101E-3</c:v>
                </c:pt>
                <c:pt idx="1378">
                  <c:v>7.4326149404801223E-3</c:v>
                </c:pt>
                <c:pt idx="1379">
                  <c:v>6.5389550777304869E-3</c:v>
                </c:pt>
                <c:pt idx="1380">
                  <c:v>1.372888312922413E-2</c:v>
                </c:pt>
                <c:pt idx="1381">
                  <c:v>1.368720222326112E-2</c:v>
                </c:pt>
                <c:pt idx="1382">
                  <c:v>1.3819340059160379E-2</c:v>
                </c:pt>
                <c:pt idx="1383">
                  <c:v>1.3759898523140426E-2</c:v>
                </c:pt>
                <c:pt idx="1384">
                  <c:v>1.4230321436407791E-2</c:v>
                </c:pt>
                <c:pt idx="1385">
                  <c:v>1.4169907275322621E-2</c:v>
                </c:pt>
                <c:pt idx="1386">
                  <c:v>1.4127456310988114E-2</c:v>
                </c:pt>
                <c:pt idx="1387">
                  <c:v>1.463546570943223E-2</c:v>
                </c:pt>
                <c:pt idx="1388">
                  <c:v>1.4964759408054142E-2</c:v>
                </c:pt>
                <c:pt idx="1389">
                  <c:v>1.4914344049943079E-2</c:v>
                </c:pt>
                <c:pt idx="1390">
                  <c:v>1.8446709928829987E-2</c:v>
                </c:pt>
                <c:pt idx="1391">
                  <c:v>1.8566827156738103E-2</c:v>
                </c:pt>
                <c:pt idx="1392">
                  <c:v>1.8467495881907978E-2</c:v>
                </c:pt>
                <c:pt idx="1393">
                  <c:v>1.8495801793202527E-2</c:v>
                </c:pt>
                <c:pt idx="1394">
                  <c:v>1.8568922992770253E-2</c:v>
                </c:pt>
                <c:pt idx="1395">
                  <c:v>2.0657201380829389E-2</c:v>
                </c:pt>
                <c:pt idx="1396">
                  <c:v>2.0706082916245518E-2</c:v>
                </c:pt>
                <c:pt idx="1397">
                  <c:v>2.0661854213288131E-2</c:v>
                </c:pt>
                <c:pt idx="1398">
                  <c:v>2.1170030019144526E-2</c:v>
                </c:pt>
                <c:pt idx="1399">
                  <c:v>2.2017132341851629E-2</c:v>
                </c:pt>
                <c:pt idx="1400">
                  <c:v>2.3488131356930918E-2</c:v>
                </c:pt>
                <c:pt idx="1401">
                  <c:v>2.0844275927818699E-2</c:v>
                </c:pt>
                <c:pt idx="1402">
                  <c:v>2.0870351866155996E-2</c:v>
                </c:pt>
                <c:pt idx="1403">
                  <c:v>2.0606172542809321E-2</c:v>
                </c:pt>
                <c:pt idx="1404">
                  <c:v>2.0593473080985615E-2</c:v>
                </c:pt>
                <c:pt idx="1405">
                  <c:v>2.038225606006188E-2</c:v>
                </c:pt>
                <c:pt idx="1406">
                  <c:v>2.0417712846417534E-2</c:v>
                </c:pt>
                <c:pt idx="1407">
                  <c:v>2.0275790618100514E-2</c:v>
                </c:pt>
                <c:pt idx="1408">
                  <c:v>1.9913564145985399E-2</c:v>
                </c:pt>
                <c:pt idx="1409">
                  <c:v>1.9730254554292049E-2</c:v>
                </c:pt>
                <c:pt idx="1410">
                  <c:v>1.9746061148282923E-2</c:v>
                </c:pt>
                <c:pt idx="1411">
                  <c:v>1.5639098878365659E-2</c:v>
                </c:pt>
                <c:pt idx="1412">
                  <c:v>1.5590604729745865E-2</c:v>
                </c:pt>
                <c:pt idx="1413">
                  <c:v>1.5980153338557675E-2</c:v>
                </c:pt>
                <c:pt idx="1414">
                  <c:v>1.6074736876374372E-2</c:v>
                </c:pt>
                <c:pt idx="1415">
                  <c:v>1.6086832149171715E-2</c:v>
                </c:pt>
                <c:pt idx="1416">
                  <c:v>1.3466586985235604E-2</c:v>
                </c:pt>
                <c:pt idx="1417">
                  <c:v>1.2875275323340898E-2</c:v>
                </c:pt>
                <c:pt idx="1418">
                  <c:v>1.2887178912738686E-2</c:v>
                </c:pt>
                <c:pt idx="1419">
                  <c:v>1.1530909726468709E-2</c:v>
                </c:pt>
                <c:pt idx="1420">
                  <c:v>1.0329881792775624E-2</c:v>
                </c:pt>
                <c:pt idx="1421">
                  <c:v>7.3072697639793077E-3</c:v>
                </c:pt>
                <c:pt idx="1422">
                  <c:v>7.5609653599677286E-3</c:v>
                </c:pt>
                <c:pt idx="1423">
                  <c:v>7.5749672925325938E-3</c:v>
                </c:pt>
                <c:pt idx="1424">
                  <c:v>8.1270039879800162E-3</c:v>
                </c:pt>
                <c:pt idx="1425">
                  <c:v>7.9792367466824665E-3</c:v>
                </c:pt>
                <c:pt idx="1426">
                  <c:v>7.8582402234166279E-3</c:v>
                </c:pt>
                <c:pt idx="1427">
                  <c:v>8.8540030208039897E-3</c:v>
                </c:pt>
                <c:pt idx="1428">
                  <c:v>8.9527091314927001E-3</c:v>
                </c:pt>
                <c:pt idx="1429">
                  <c:v>8.9709888628780408E-3</c:v>
                </c:pt>
                <c:pt idx="1430">
                  <c:v>8.9303473374295183E-3</c:v>
                </c:pt>
                <c:pt idx="1431">
                  <c:v>9.0441328603732621E-3</c:v>
                </c:pt>
                <c:pt idx="1432">
                  <c:v>9.4460011257633085E-3</c:v>
                </c:pt>
                <c:pt idx="1433">
                  <c:v>8.5622175989279268E-3</c:v>
                </c:pt>
                <c:pt idx="1434">
                  <c:v>8.2366713026190402E-3</c:v>
                </c:pt>
                <c:pt idx="1435">
                  <c:v>8.1476871203146808E-3</c:v>
                </c:pt>
                <c:pt idx="1436">
                  <c:v>8.1413794855533777E-3</c:v>
                </c:pt>
                <c:pt idx="1437">
                  <c:v>8.1601307325348191E-3</c:v>
                </c:pt>
                <c:pt idx="1438">
                  <c:v>8.2393539448807184E-3</c:v>
                </c:pt>
                <c:pt idx="1439">
                  <c:v>9.1807000004555332E-3</c:v>
                </c:pt>
                <c:pt idx="1440">
                  <c:v>8.881868105232088E-3</c:v>
                </c:pt>
                <c:pt idx="1441">
                  <c:v>9.2881109542293991E-3</c:v>
                </c:pt>
                <c:pt idx="1442">
                  <c:v>8.8886218308757252E-3</c:v>
                </c:pt>
                <c:pt idx="1443">
                  <c:v>1.0152713586269636E-2</c:v>
                </c:pt>
                <c:pt idx="1444">
                  <c:v>9.9560257752489383E-3</c:v>
                </c:pt>
                <c:pt idx="1445">
                  <c:v>8.7662198382720564E-3</c:v>
                </c:pt>
                <c:pt idx="1446">
                  <c:v>8.6479231982228445E-3</c:v>
                </c:pt>
                <c:pt idx="1447">
                  <c:v>8.4725636375322568E-3</c:v>
                </c:pt>
                <c:pt idx="1448">
                  <c:v>8.2646442533635296E-3</c:v>
                </c:pt>
                <c:pt idx="1449">
                  <c:v>8.4199080899115975E-3</c:v>
                </c:pt>
                <c:pt idx="1450">
                  <c:v>8.3888971041440781E-3</c:v>
                </c:pt>
                <c:pt idx="1451">
                  <c:v>8.6657486840775594E-3</c:v>
                </c:pt>
                <c:pt idx="1452">
                  <c:v>8.6663259530721983E-3</c:v>
                </c:pt>
                <c:pt idx="1453">
                  <c:v>8.5517930946122818E-3</c:v>
                </c:pt>
                <c:pt idx="1454">
                  <c:v>8.6042321802380604E-3</c:v>
                </c:pt>
                <c:pt idx="1455">
                  <c:v>8.6392326309502714E-3</c:v>
                </c:pt>
                <c:pt idx="1456">
                  <c:v>8.6653081795482461E-3</c:v>
                </c:pt>
                <c:pt idx="1457">
                  <c:v>8.8391039401413355E-3</c:v>
                </c:pt>
                <c:pt idx="1458">
                  <c:v>1.5117734444492366E-2</c:v>
                </c:pt>
                <c:pt idx="1459">
                  <c:v>1.5045405720434453E-2</c:v>
                </c:pt>
                <c:pt idx="1460">
                  <c:v>1.5472648365098953E-2</c:v>
                </c:pt>
                <c:pt idx="1461">
                  <c:v>1.5432179114604823E-2</c:v>
                </c:pt>
                <c:pt idx="1462">
                  <c:v>1.5386772911407396E-2</c:v>
                </c:pt>
                <c:pt idx="1463">
                  <c:v>1.5406149493256282E-2</c:v>
                </c:pt>
                <c:pt idx="1464">
                  <c:v>1.4224114409160634E-2</c:v>
                </c:pt>
                <c:pt idx="1465">
                  <c:v>1.4166577942848532E-2</c:v>
                </c:pt>
                <c:pt idx="1466">
                  <c:v>1.4258036410502774E-2</c:v>
                </c:pt>
                <c:pt idx="1467">
                  <c:v>1.4369040716436968E-2</c:v>
                </c:pt>
                <c:pt idx="1468">
                  <c:v>1.4374829147140094E-2</c:v>
                </c:pt>
                <c:pt idx="1469">
                  <c:v>1.4272514073417739E-2</c:v>
                </c:pt>
                <c:pt idx="1470">
                  <c:v>1.4410471097125522E-2</c:v>
                </c:pt>
                <c:pt idx="1471">
                  <c:v>1.4414388249082161E-2</c:v>
                </c:pt>
                <c:pt idx="1472">
                  <c:v>1.4291167411148513E-2</c:v>
                </c:pt>
                <c:pt idx="1473">
                  <c:v>1.4305442539225069E-2</c:v>
                </c:pt>
                <c:pt idx="1474">
                  <c:v>1.4333280869198283E-2</c:v>
                </c:pt>
                <c:pt idx="1475">
                  <c:v>1.4336464374539438E-2</c:v>
                </c:pt>
                <c:pt idx="1476">
                  <c:v>1.4605885601871619E-2</c:v>
                </c:pt>
                <c:pt idx="1477">
                  <c:v>1.5291062396507356E-2</c:v>
                </c:pt>
                <c:pt idx="1478">
                  <c:v>1.5601103220002457E-2</c:v>
                </c:pt>
                <c:pt idx="1479">
                  <c:v>9.6992395443194542E-3</c:v>
                </c:pt>
                <c:pt idx="1480">
                  <c:v>1.0038900453215403E-2</c:v>
                </c:pt>
                <c:pt idx="1481">
                  <c:v>8.9176906722970694E-3</c:v>
                </c:pt>
                <c:pt idx="1482">
                  <c:v>9.4029169868096799E-3</c:v>
                </c:pt>
                <c:pt idx="1483">
                  <c:v>8.8102639501042111E-3</c:v>
                </c:pt>
                <c:pt idx="1484">
                  <c:v>9.0088782052343604E-3</c:v>
                </c:pt>
                <c:pt idx="1485">
                  <c:v>9.0615415464119758E-3</c:v>
                </c:pt>
                <c:pt idx="1486">
                  <c:v>9.9873053679926504E-3</c:v>
                </c:pt>
                <c:pt idx="1487">
                  <c:v>1.0024688402048555E-2</c:v>
                </c:pt>
                <c:pt idx="1488">
                  <c:v>1.0017860027890776E-2</c:v>
                </c:pt>
                <c:pt idx="1489">
                  <c:v>1.0428168756268008E-2</c:v>
                </c:pt>
                <c:pt idx="1490">
                  <c:v>1.0413165871964072E-2</c:v>
                </c:pt>
                <c:pt idx="1491">
                  <c:v>1.0500011255721038E-2</c:v>
                </c:pt>
                <c:pt idx="1492">
                  <c:v>1.0569198991423395E-2</c:v>
                </c:pt>
                <c:pt idx="1493">
                  <c:v>1.0628664632112095E-2</c:v>
                </c:pt>
                <c:pt idx="1494">
                  <c:v>1.1169957768587334E-2</c:v>
                </c:pt>
                <c:pt idx="1495">
                  <c:v>1.1120650259673036E-2</c:v>
                </c:pt>
                <c:pt idx="1496">
                  <c:v>1.1099757460613513E-2</c:v>
                </c:pt>
                <c:pt idx="1497">
                  <c:v>1.0665452573528243E-2</c:v>
                </c:pt>
                <c:pt idx="1498">
                  <c:v>9.5313219676801814E-3</c:v>
                </c:pt>
                <c:pt idx="1499">
                  <c:v>9.1628905214302826E-3</c:v>
                </c:pt>
                <c:pt idx="1500">
                  <c:v>9.5976164001610915E-3</c:v>
                </c:pt>
                <c:pt idx="1501">
                  <c:v>9.9447189447251869E-3</c:v>
                </c:pt>
                <c:pt idx="1502">
                  <c:v>9.8130612787801774E-3</c:v>
                </c:pt>
                <c:pt idx="1503">
                  <c:v>9.2019876571800396E-3</c:v>
                </c:pt>
                <c:pt idx="1504">
                  <c:v>9.3910987366204769E-3</c:v>
                </c:pt>
                <c:pt idx="1505">
                  <c:v>9.7908965005150759E-3</c:v>
                </c:pt>
                <c:pt idx="1506">
                  <c:v>9.9801998262555036E-3</c:v>
                </c:pt>
                <c:pt idx="1507">
                  <c:v>9.5889428414293962E-3</c:v>
                </c:pt>
                <c:pt idx="1508">
                  <c:v>9.5277986791443108E-3</c:v>
                </c:pt>
                <c:pt idx="1509">
                  <c:v>9.5130008052816944E-3</c:v>
                </c:pt>
                <c:pt idx="1510">
                  <c:v>1.0329698354181569E-2</c:v>
                </c:pt>
                <c:pt idx="1511">
                  <c:v>1.0320416215704849E-2</c:v>
                </c:pt>
                <c:pt idx="1512">
                  <c:v>1.0478565277428725E-2</c:v>
                </c:pt>
                <c:pt idx="1513">
                  <c:v>1.0540447291969115E-2</c:v>
                </c:pt>
                <c:pt idx="1514">
                  <c:v>1.051750403440322E-2</c:v>
                </c:pt>
                <c:pt idx="1515">
                  <c:v>1.0336187631359361E-2</c:v>
                </c:pt>
                <c:pt idx="1516">
                  <c:v>1.0333872056239552E-2</c:v>
                </c:pt>
                <c:pt idx="1517">
                  <c:v>1.1682722356176508E-2</c:v>
                </c:pt>
                <c:pt idx="1518">
                  <c:v>1.2111081791712951E-2</c:v>
                </c:pt>
                <c:pt idx="1519">
                  <c:v>1.2179558959137542E-2</c:v>
                </c:pt>
                <c:pt idx="1520">
                  <c:v>1.2033613011966494E-2</c:v>
                </c:pt>
                <c:pt idx="1521">
                  <c:v>1.1814190777486761E-2</c:v>
                </c:pt>
                <c:pt idx="1522">
                  <c:v>1.2481259610330477E-2</c:v>
                </c:pt>
                <c:pt idx="1523">
                  <c:v>1.3274256288013746E-2</c:v>
                </c:pt>
                <c:pt idx="1524">
                  <c:v>1.3364991685202837E-2</c:v>
                </c:pt>
                <c:pt idx="1525">
                  <c:v>1.3279267755418095E-2</c:v>
                </c:pt>
                <c:pt idx="1526">
                  <c:v>1.3018472994852391E-2</c:v>
                </c:pt>
                <c:pt idx="1527">
                  <c:v>1.3034806998379587E-2</c:v>
                </c:pt>
                <c:pt idx="1528">
                  <c:v>1.3135548674603429E-2</c:v>
                </c:pt>
                <c:pt idx="1529">
                  <c:v>1.3307027083390406E-2</c:v>
                </c:pt>
                <c:pt idx="1530">
                  <c:v>1.3604249164353464E-2</c:v>
                </c:pt>
                <c:pt idx="1531">
                  <c:v>1.3424568942755533E-2</c:v>
                </c:pt>
                <c:pt idx="1532">
                  <c:v>1.342668133076432E-2</c:v>
                </c:pt>
                <c:pt idx="1533">
                  <c:v>1.8134420824240223E-2</c:v>
                </c:pt>
                <c:pt idx="1534">
                  <c:v>1.8086537543371275E-2</c:v>
                </c:pt>
                <c:pt idx="1535">
                  <c:v>1.8025105547177143E-2</c:v>
                </c:pt>
                <c:pt idx="1536">
                  <c:v>1.8179967335470278E-2</c:v>
                </c:pt>
                <c:pt idx="1537">
                  <c:v>1.8845188248746546E-2</c:v>
                </c:pt>
                <c:pt idx="1538">
                  <c:v>1.8431183106960909E-2</c:v>
                </c:pt>
                <c:pt idx="1539">
                  <c:v>1.8304804000053878E-2</c:v>
                </c:pt>
                <c:pt idx="1540">
                  <c:v>1.8264139431683837E-2</c:v>
                </c:pt>
                <c:pt idx="1541">
                  <c:v>1.8417025750237365E-2</c:v>
                </c:pt>
                <c:pt idx="1542">
                  <c:v>1.8759268194571115E-2</c:v>
                </c:pt>
                <c:pt idx="1543">
                  <c:v>1.8048319835270672E-2</c:v>
                </c:pt>
                <c:pt idx="1544">
                  <c:v>1.7154214666650697E-2</c:v>
                </c:pt>
                <c:pt idx="1545">
                  <c:v>1.7155082776774654E-2</c:v>
                </c:pt>
                <c:pt idx="1546">
                  <c:v>1.7111646072551445E-2</c:v>
                </c:pt>
                <c:pt idx="1547">
                  <c:v>1.732080415712979E-2</c:v>
                </c:pt>
                <c:pt idx="1548">
                  <c:v>1.6821694252925314E-2</c:v>
                </c:pt>
                <c:pt idx="1549">
                  <c:v>1.640933195392251E-2</c:v>
                </c:pt>
                <c:pt idx="1550">
                  <c:v>1.6259980698328926E-2</c:v>
                </c:pt>
                <c:pt idx="1551">
                  <c:v>1.6188991530187515E-2</c:v>
                </c:pt>
                <c:pt idx="1552">
                  <c:v>1.6084195917631685E-2</c:v>
                </c:pt>
                <c:pt idx="1553">
                  <c:v>1.6173835209985464E-2</c:v>
                </c:pt>
                <c:pt idx="1554">
                  <c:v>1.0333959456821216E-2</c:v>
                </c:pt>
                <c:pt idx="1555">
                  <c:v>1.0286395191460847E-2</c:v>
                </c:pt>
                <c:pt idx="1556">
                  <c:v>1.0525118343443411E-2</c:v>
                </c:pt>
                <c:pt idx="1557">
                  <c:v>1.0416795811084387E-2</c:v>
                </c:pt>
                <c:pt idx="1558">
                  <c:v>8.3036710575410694E-3</c:v>
                </c:pt>
                <c:pt idx="1559">
                  <c:v>8.2410860121781108E-3</c:v>
                </c:pt>
                <c:pt idx="1560">
                  <c:v>8.27558470945545E-3</c:v>
                </c:pt>
                <c:pt idx="1561">
                  <c:v>8.3798070119582638E-3</c:v>
                </c:pt>
                <c:pt idx="1562">
                  <c:v>8.2633539528083524E-3</c:v>
                </c:pt>
                <c:pt idx="1563">
                  <c:v>7.8526731453367332E-3</c:v>
                </c:pt>
                <c:pt idx="1564">
                  <c:v>8.2310053379108031E-3</c:v>
                </c:pt>
                <c:pt idx="1565">
                  <c:v>8.2229854390668856E-3</c:v>
                </c:pt>
                <c:pt idx="1566">
                  <c:v>8.3560993312157082E-3</c:v>
                </c:pt>
                <c:pt idx="1567">
                  <c:v>8.4709954012648254E-3</c:v>
                </c:pt>
                <c:pt idx="1568">
                  <c:v>8.1528120947343477E-3</c:v>
                </c:pt>
                <c:pt idx="1569">
                  <c:v>8.1543666975704039E-3</c:v>
                </c:pt>
                <c:pt idx="1570">
                  <c:v>8.4933035864413302E-3</c:v>
                </c:pt>
                <c:pt idx="1571">
                  <c:v>8.4807906283179448E-3</c:v>
                </c:pt>
                <c:pt idx="1572">
                  <c:v>9.0173097370229507E-3</c:v>
                </c:pt>
                <c:pt idx="1573">
                  <c:v>9.38375131248987E-3</c:v>
                </c:pt>
                <c:pt idx="1574">
                  <c:v>9.1178786054804672E-3</c:v>
                </c:pt>
                <c:pt idx="1575">
                  <c:v>8.2027168508519658E-3</c:v>
                </c:pt>
                <c:pt idx="1576">
                  <c:v>8.0694920851944168E-3</c:v>
                </c:pt>
                <c:pt idx="1577">
                  <c:v>7.9057176308985413E-3</c:v>
                </c:pt>
                <c:pt idx="1578">
                  <c:v>8.120907556333724E-3</c:v>
                </c:pt>
                <c:pt idx="1579">
                  <c:v>8.4732462604049635E-3</c:v>
                </c:pt>
                <c:pt idx="1580">
                  <c:v>8.4892108060059378E-3</c:v>
                </c:pt>
                <c:pt idx="1581">
                  <c:v>8.3491191901681958E-3</c:v>
                </c:pt>
                <c:pt idx="1582">
                  <c:v>8.4916040810710091E-3</c:v>
                </c:pt>
                <c:pt idx="1583">
                  <c:v>8.461348179928772E-3</c:v>
                </c:pt>
                <c:pt idx="1584">
                  <c:v>8.3011612076926509E-3</c:v>
                </c:pt>
                <c:pt idx="1585">
                  <c:v>8.0479981523923095E-3</c:v>
                </c:pt>
                <c:pt idx="1586">
                  <c:v>8.0895366736706501E-3</c:v>
                </c:pt>
                <c:pt idx="1587">
                  <c:v>7.838271992607981E-3</c:v>
                </c:pt>
                <c:pt idx="1588">
                  <c:v>7.5248648735823011E-3</c:v>
                </c:pt>
                <c:pt idx="1589">
                  <c:v>7.4471079445345874E-3</c:v>
                </c:pt>
                <c:pt idx="1590">
                  <c:v>7.5412205980616735E-3</c:v>
                </c:pt>
                <c:pt idx="1591">
                  <c:v>7.1592663387043025E-3</c:v>
                </c:pt>
                <c:pt idx="1592">
                  <c:v>7.1845661303833082E-3</c:v>
                </c:pt>
                <c:pt idx="1593">
                  <c:v>6.3443216023786808E-3</c:v>
                </c:pt>
                <c:pt idx="1594">
                  <c:v>5.5395964241804546E-3</c:v>
                </c:pt>
                <c:pt idx="1595">
                  <c:v>5.566299591816936E-3</c:v>
                </c:pt>
                <c:pt idx="1596">
                  <c:v>5.7412910166112323E-3</c:v>
                </c:pt>
                <c:pt idx="1597">
                  <c:v>5.7429850458380399E-3</c:v>
                </c:pt>
                <c:pt idx="1598">
                  <c:v>5.6846371967940656E-3</c:v>
                </c:pt>
                <c:pt idx="1599">
                  <c:v>5.6156640578093947E-3</c:v>
                </c:pt>
                <c:pt idx="1600">
                  <c:v>4.901079693525095E-3</c:v>
                </c:pt>
                <c:pt idx="1601">
                  <c:v>6.2790012564739846E-3</c:v>
                </c:pt>
                <c:pt idx="1602">
                  <c:v>6.7498332460453284E-3</c:v>
                </c:pt>
                <c:pt idx="1603">
                  <c:v>6.7135447230884607E-3</c:v>
                </c:pt>
                <c:pt idx="1604">
                  <c:v>6.6735704076994491E-3</c:v>
                </c:pt>
                <c:pt idx="1605">
                  <c:v>6.7183008575748878E-3</c:v>
                </c:pt>
                <c:pt idx="1606">
                  <c:v>6.9704855437634095E-3</c:v>
                </c:pt>
                <c:pt idx="1607">
                  <c:v>7.0066493818102061E-3</c:v>
                </c:pt>
                <c:pt idx="1608">
                  <c:v>7.0001655157598949E-3</c:v>
                </c:pt>
                <c:pt idx="1609">
                  <c:v>7.0700349972743553E-3</c:v>
                </c:pt>
                <c:pt idx="1610">
                  <c:v>7.0107902437371713E-3</c:v>
                </c:pt>
                <c:pt idx="1611">
                  <c:v>7.4961206530809819E-3</c:v>
                </c:pt>
                <c:pt idx="1612">
                  <c:v>7.4451015124506453E-3</c:v>
                </c:pt>
                <c:pt idx="1613">
                  <c:v>7.4056317659485947E-3</c:v>
                </c:pt>
                <c:pt idx="1614">
                  <c:v>7.7892818389603763E-3</c:v>
                </c:pt>
                <c:pt idx="1615">
                  <c:v>9.4194101925283175E-3</c:v>
                </c:pt>
                <c:pt idx="1616">
                  <c:v>9.4499223472245299E-3</c:v>
                </c:pt>
                <c:pt idx="1617">
                  <c:v>1.0315451550239415E-2</c:v>
                </c:pt>
                <c:pt idx="1618">
                  <c:v>1.0306441478073291E-2</c:v>
                </c:pt>
                <c:pt idx="1619">
                  <c:v>1.01927080644787E-2</c:v>
                </c:pt>
                <c:pt idx="1620">
                  <c:v>9.8185816782170362E-3</c:v>
                </c:pt>
                <c:pt idx="1621">
                  <c:v>9.8101563959194903E-3</c:v>
                </c:pt>
                <c:pt idx="1622">
                  <c:v>1.0408579797343971E-2</c:v>
                </c:pt>
                <c:pt idx="1623">
                  <c:v>1.0261145622408045E-2</c:v>
                </c:pt>
                <c:pt idx="1624">
                  <c:v>1.1487819115644983E-2</c:v>
                </c:pt>
                <c:pt idx="1625">
                  <c:v>1.1656355584379633E-2</c:v>
                </c:pt>
                <c:pt idx="1626">
                  <c:v>1.1693203437469366E-2</c:v>
                </c:pt>
                <c:pt idx="1627">
                  <c:v>1.1865717281806652E-2</c:v>
                </c:pt>
                <c:pt idx="1628">
                  <c:v>1.2208918202991515E-2</c:v>
                </c:pt>
                <c:pt idx="1629">
                  <c:v>1.2277715154709129E-2</c:v>
                </c:pt>
                <c:pt idx="1630">
                  <c:v>1.210564877825677E-2</c:v>
                </c:pt>
                <c:pt idx="1631">
                  <c:v>1.2366643821066016E-2</c:v>
                </c:pt>
                <c:pt idx="1632">
                  <c:v>1.2219356529498458E-2</c:v>
                </c:pt>
                <c:pt idx="1633">
                  <c:v>1.2371016336987586E-2</c:v>
                </c:pt>
                <c:pt idx="1634">
                  <c:v>1.2375540125986009E-2</c:v>
                </c:pt>
                <c:pt idx="1635">
                  <c:v>1.2228597943027584E-2</c:v>
                </c:pt>
                <c:pt idx="1636">
                  <c:v>1.0910246744891005E-2</c:v>
                </c:pt>
                <c:pt idx="1637">
                  <c:v>1.0695746603282092E-2</c:v>
                </c:pt>
                <c:pt idx="1638">
                  <c:v>9.8887774812863264E-3</c:v>
                </c:pt>
                <c:pt idx="1639">
                  <c:v>9.8131704354131669E-3</c:v>
                </c:pt>
                <c:pt idx="1640">
                  <c:v>9.5012331652521709E-3</c:v>
                </c:pt>
                <c:pt idx="1641">
                  <c:v>9.706027573140024E-3</c:v>
                </c:pt>
                <c:pt idx="1642">
                  <c:v>1.0627164323523813E-2</c:v>
                </c:pt>
                <c:pt idx="1643">
                  <c:v>9.1374363209796392E-3</c:v>
                </c:pt>
                <c:pt idx="1644">
                  <c:v>7.9053785231776568E-3</c:v>
                </c:pt>
                <c:pt idx="1645">
                  <c:v>7.1587156209904808E-3</c:v>
                </c:pt>
                <c:pt idx="1646">
                  <c:v>7.1497035769683484E-3</c:v>
                </c:pt>
                <c:pt idx="1647">
                  <c:v>7.2399169477054938E-3</c:v>
                </c:pt>
                <c:pt idx="1648">
                  <c:v>7.4606148428318173E-3</c:v>
                </c:pt>
                <c:pt idx="1649">
                  <c:v>6.9517502457590889E-3</c:v>
                </c:pt>
                <c:pt idx="1650">
                  <c:v>6.9712931933773739E-3</c:v>
                </c:pt>
                <c:pt idx="1651">
                  <c:v>6.9781846243366936E-3</c:v>
                </c:pt>
                <c:pt idx="1652">
                  <c:v>7.3740983308444637E-3</c:v>
                </c:pt>
                <c:pt idx="1653">
                  <c:v>7.3757457005547925E-3</c:v>
                </c:pt>
                <c:pt idx="1654">
                  <c:v>7.5416707837323632E-3</c:v>
                </c:pt>
                <c:pt idx="1655">
                  <c:v>7.8198058919320742E-3</c:v>
                </c:pt>
                <c:pt idx="1656">
                  <c:v>8.0625344832232493E-3</c:v>
                </c:pt>
                <c:pt idx="1657">
                  <c:v>8.2422067425933169E-3</c:v>
                </c:pt>
                <c:pt idx="1658">
                  <c:v>8.2973869188797435E-3</c:v>
                </c:pt>
                <c:pt idx="1659">
                  <c:v>8.3334190374674058E-3</c:v>
                </c:pt>
                <c:pt idx="1660">
                  <c:v>8.3256740959656121E-3</c:v>
                </c:pt>
                <c:pt idx="1661">
                  <c:v>8.3613549479372076E-3</c:v>
                </c:pt>
                <c:pt idx="1662">
                  <c:v>9.1982022231910203E-3</c:v>
                </c:pt>
                <c:pt idx="1663">
                  <c:v>1.0063625841788245E-2</c:v>
                </c:pt>
                <c:pt idx="1664">
                  <c:v>1.0300696033013484E-2</c:v>
                </c:pt>
                <c:pt idx="1665">
                  <c:v>1.0403272591972776E-2</c:v>
                </c:pt>
                <c:pt idx="1666">
                  <c:v>1.1559817770511292E-2</c:v>
                </c:pt>
                <c:pt idx="1667">
                  <c:v>1.2886899786537986E-2</c:v>
                </c:pt>
                <c:pt idx="1668">
                  <c:v>1.2884896916753499E-2</c:v>
                </c:pt>
                <c:pt idx="1669">
                  <c:v>1.3510889262801862E-2</c:v>
                </c:pt>
                <c:pt idx="1670">
                  <c:v>1.3523029513470822E-2</c:v>
                </c:pt>
                <c:pt idx="1671">
                  <c:v>1.3557394077896825E-2</c:v>
                </c:pt>
                <c:pt idx="1672">
                  <c:v>1.3736899309120032E-2</c:v>
                </c:pt>
                <c:pt idx="1673">
                  <c:v>1.3338633449107053E-2</c:v>
                </c:pt>
                <c:pt idx="1674">
                  <c:v>1.3634136064890962E-2</c:v>
                </c:pt>
                <c:pt idx="1675">
                  <c:v>1.3705864040524042E-2</c:v>
                </c:pt>
                <c:pt idx="1676">
                  <c:v>1.3487404883971368E-2</c:v>
                </c:pt>
                <c:pt idx="1677">
                  <c:v>1.3200997651505038E-2</c:v>
                </c:pt>
                <c:pt idx="1678">
                  <c:v>1.2950307819193572E-2</c:v>
                </c:pt>
                <c:pt idx="1679">
                  <c:v>1.2815301235697475E-2</c:v>
                </c:pt>
                <c:pt idx="1680">
                  <c:v>1.2814712024062666E-2</c:v>
                </c:pt>
                <c:pt idx="1681">
                  <c:v>1.2785675870819191E-2</c:v>
                </c:pt>
                <c:pt idx="1682">
                  <c:v>1.265171549046889E-2</c:v>
                </c:pt>
                <c:pt idx="1683">
                  <c:v>1.2614003835442969E-2</c:v>
                </c:pt>
                <c:pt idx="1684">
                  <c:v>1.2910407562427445E-2</c:v>
                </c:pt>
                <c:pt idx="1685">
                  <c:v>1.3609834993066148E-2</c:v>
                </c:pt>
                <c:pt idx="1686">
                  <c:v>1.3406496603565181E-2</c:v>
                </c:pt>
                <c:pt idx="1687">
                  <c:v>1.2339078563553785E-2</c:v>
                </c:pt>
                <c:pt idx="1688">
                  <c:v>1.2785632204377851E-2</c:v>
                </c:pt>
                <c:pt idx="1689">
                  <c:v>1.3878256852439253E-2</c:v>
                </c:pt>
                <c:pt idx="1690">
                  <c:v>1.3918695175812106E-2</c:v>
                </c:pt>
                <c:pt idx="1691">
                  <c:v>1.3892605566543877E-2</c:v>
                </c:pt>
                <c:pt idx="1692">
                  <c:v>1.3821404872012798E-2</c:v>
                </c:pt>
                <c:pt idx="1693">
                  <c:v>1.3753711398229788E-2</c:v>
                </c:pt>
                <c:pt idx="1694">
                  <c:v>1.3880691647184678E-2</c:v>
                </c:pt>
                <c:pt idx="1695">
                  <c:v>1.3787560850250777E-2</c:v>
                </c:pt>
                <c:pt idx="1696">
                  <c:v>1.4192655811747343E-2</c:v>
                </c:pt>
                <c:pt idx="1697">
                  <c:v>1.4427876318521571E-2</c:v>
                </c:pt>
                <c:pt idx="1698">
                  <c:v>1.4535917423906811E-2</c:v>
                </c:pt>
                <c:pt idx="1699">
                  <c:v>1.4488220698790655E-2</c:v>
                </c:pt>
                <c:pt idx="1700">
                  <c:v>1.448360028189026E-2</c:v>
                </c:pt>
                <c:pt idx="1701">
                  <c:v>1.4500264415715057E-2</c:v>
                </c:pt>
                <c:pt idx="1702">
                  <c:v>1.4578793303785262E-2</c:v>
                </c:pt>
                <c:pt idx="1703">
                  <c:v>1.5524281275272368E-2</c:v>
                </c:pt>
                <c:pt idx="1704">
                  <c:v>1.7446343091065349E-2</c:v>
                </c:pt>
                <c:pt idx="1705">
                  <c:v>1.6768238681316588E-2</c:v>
                </c:pt>
                <c:pt idx="1706">
                  <c:v>1.6919875406571895E-2</c:v>
                </c:pt>
                <c:pt idx="1707">
                  <c:v>1.7109551324036944E-2</c:v>
                </c:pt>
                <c:pt idx="1708">
                  <c:v>1.7039242321016859E-2</c:v>
                </c:pt>
                <c:pt idx="1709">
                  <c:v>1.5786977204077617E-2</c:v>
                </c:pt>
                <c:pt idx="1710">
                  <c:v>1.4855416613141683E-2</c:v>
                </c:pt>
                <c:pt idx="1711">
                  <c:v>1.4543716930560145E-2</c:v>
                </c:pt>
                <c:pt idx="1712">
                  <c:v>1.454267430862363E-2</c:v>
                </c:pt>
                <c:pt idx="1713">
                  <c:v>1.475605806033704E-2</c:v>
                </c:pt>
                <c:pt idx="1714">
                  <c:v>1.4835233710028414E-2</c:v>
                </c:pt>
                <c:pt idx="1715">
                  <c:v>1.4507287993075992E-2</c:v>
                </c:pt>
                <c:pt idx="1716">
                  <c:v>1.4448656654693949E-2</c:v>
                </c:pt>
                <c:pt idx="1717">
                  <c:v>1.4003867252241982E-2</c:v>
                </c:pt>
                <c:pt idx="1718">
                  <c:v>1.3804399410677282E-2</c:v>
                </c:pt>
                <c:pt idx="1719">
                  <c:v>1.3954679779058152E-2</c:v>
                </c:pt>
                <c:pt idx="1720">
                  <c:v>1.3941879098376825E-2</c:v>
                </c:pt>
                <c:pt idx="1721">
                  <c:v>1.4024531342735349E-2</c:v>
                </c:pt>
                <c:pt idx="1722">
                  <c:v>1.3980219900548874E-2</c:v>
                </c:pt>
                <c:pt idx="1723">
                  <c:v>1.3789780428762406E-2</c:v>
                </c:pt>
                <c:pt idx="1724">
                  <c:v>1.2191670831066164E-2</c:v>
                </c:pt>
                <c:pt idx="1725">
                  <c:v>9.437197135990302E-3</c:v>
                </c:pt>
                <c:pt idx="1726">
                  <c:v>9.3675852713898302E-3</c:v>
                </c:pt>
                <c:pt idx="1727">
                  <c:v>8.6225516094365854E-3</c:v>
                </c:pt>
                <c:pt idx="1728">
                  <c:v>1.0164695286180626E-2</c:v>
                </c:pt>
                <c:pt idx="1729">
                  <c:v>1.4882824012104133E-2</c:v>
                </c:pt>
                <c:pt idx="1730">
                  <c:v>1.5002773846370521E-2</c:v>
                </c:pt>
                <c:pt idx="1731">
                  <c:v>1.4689546095249108E-2</c:v>
                </c:pt>
                <c:pt idx="1732">
                  <c:v>1.4788156978893706E-2</c:v>
                </c:pt>
                <c:pt idx="1733">
                  <c:v>1.4996914979017974E-2</c:v>
                </c:pt>
                <c:pt idx="1734">
                  <c:v>1.4711660153424386E-2</c:v>
                </c:pt>
                <c:pt idx="1735">
                  <c:v>1.4844571018938166E-2</c:v>
                </c:pt>
                <c:pt idx="1736">
                  <c:v>1.4838290604991157E-2</c:v>
                </c:pt>
                <c:pt idx="1737">
                  <c:v>1.4954076828166969E-2</c:v>
                </c:pt>
                <c:pt idx="1738">
                  <c:v>1.5178110540055382E-2</c:v>
                </c:pt>
                <c:pt idx="1739">
                  <c:v>1.5498907185042456E-2</c:v>
                </c:pt>
                <c:pt idx="1740">
                  <c:v>1.518148289578485E-2</c:v>
                </c:pt>
                <c:pt idx="1741">
                  <c:v>1.5255754055893293E-2</c:v>
                </c:pt>
                <c:pt idx="1742">
                  <c:v>1.5666427955113013E-2</c:v>
                </c:pt>
                <c:pt idx="1743">
                  <c:v>1.7713512313532489E-2</c:v>
                </c:pt>
                <c:pt idx="1744">
                  <c:v>1.8799584505413993E-2</c:v>
                </c:pt>
                <c:pt idx="1745">
                  <c:v>1.8842560604606342E-2</c:v>
                </c:pt>
                <c:pt idx="1746">
                  <c:v>1.8388024738375065E-2</c:v>
                </c:pt>
                <c:pt idx="1747">
                  <c:v>1.838174962934528E-2</c:v>
                </c:pt>
                <c:pt idx="1748">
                  <c:v>1.8923520229956751E-2</c:v>
                </c:pt>
                <c:pt idx="1749">
                  <c:v>1.8831613313152928E-2</c:v>
                </c:pt>
                <c:pt idx="1750">
                  <c:v>1.6714614636272933E-2</c:v>
                </c:pt>
                <c:pt idx="1751">
                  <c:v>2.0721808575762612E-2</c:v>
                </c:pt>
                <c:pt idx="1752">
                  <c:v>2.4042350753439145E-2</c:v>
                </c:pt>
                <c:pt idx="1753">
                  <c:v>2.3949843504951517E-2</c:v>
                </c:pt>
                <c:pt idx="1754">
                  <c:v>2.3774997841237048E-2</c:v>
                </c:pt>
                <c:pt idx="1755">
                  <c:v>2.3730557502985555E-2</c:v>
                </c:pt>
                <c:pt idx="1756">
                  <c:v>2.3428851696374289E-2</c:v>
                </c:pt>
                <c:pt idx="1757">
                  <c:v>2.3595697683551176E-2</c:v>
                </c:pt>
                <c:pt idx="1758">
                  <c:v>2.4107652163374786E-2</c:v>
                </c:pt>
                <c:pt idx="1759">
                  <c:v>2.4934362573674474E-2</c:v>
                </c:pt>
                <c:pt idx="1760">
                  <c:v>2.5083846766813332E-2</c:v>
                </c:pt>
                <c:pt idx="1761">
                  <c:v>2.5178928985587858E-2</c:v>
                </c:pt>
                <c:pt idx="1762">
                  <c:v>2.5146295943621447E-2</c:v>
                </c:pt>
                <c:pt idx="1763">
                  <c:v>2.4837095013686208E-2</c:v>
                </c:pt>
                <c:pt idx="1764">
                  <c:v>2.3090152211058763E-2</c:v>
                </c:pt>
                <c:pt idx="1765">
                  <c:v>2.255896401320143E-2</c:v>
                </c:pt>
                <c:pt idx="1766">
                  <c:v>2.2498174670970737E-2</c:v>
                </c:pt>
                <c:pt idx="1767">
                  <c:v>2.240500652610106E-2</c:v>
                </c:pt>
                <c:pt idx="1768">
                  <c:v>2.2284312918621839E-2</c:v>
                </c:pt>
                <c:pt idx="1769">
                  <c:v>2.1387762356120363E-2</c:v>
                </c:pt>
                <c:pt idx="1770">
                  <c:v>2.0845961263030701E-2</c:v>
                </c:pt>
                <c:pt idx="1771">
                  <c:v>2.0834470645485034E-2</c:v>
                </c:pt>
                <c:pt idx="1772">
                  <c:v>1.4810007903493792E-2</c:v>
                </c:pt>
                <c:pt idx="1773">
                  <c:v>1.1007175479236445E-2</c:v>
                </c:pt>
                <c:pt idx="1774">
                  <c:v>1.1023964598107772E-2</c:v>
                </c:pt>
                <c:pt idx="1775">
                  <c:v>1.1431166726209188E-2</c:v>
                </c:pt>
                <c:pt idx="1776">
                  <c:v>1.1773225354897766E-2</c:v>
                </c:pt>
                <c:pt idx="1777">
                  <c:v>1.0682331895486039E-2</c:v>
                </c:pt>
                <c:pt idx="1778">
                  <c:v>8.9941206457234153E-3</c:v>
                </c:pt>
                <c:pt idx="1779">
                  <c:v>8.9774090485093445E-3</c:v>
                </c:pt>
                <c:pt idx="1780">
                  <c:v>7.9274179160650909E-3</c:v>
                </c:pt>
                <c:pt idx="1781">
                  <c:v>7.6879689843732139E-3</c:v>
                </c:pt>
                <c:pt idx="1782">
                  <c:v>8.6835412115312469E-3</c:v>
                </c:pt>
                <c:pt idx="1783">
                  <c:v>8.6845275872172115E-3</c:v>
                </c:pt>
                <c:pt idx="1784">
                  <c:v>8.539950753243146E-3</c:v>
                </c:pt>
                <c:pt idx="1785">
                  <c:v>9.2472223587631332E-3</c:v>
                </c:pt>
                <c:pt idx="1786">
                  <c:v>8.9135706714987134E-3</c:v>
                </c:pt>
                <c:pt idx="1787">
                  <c:v>9.4808501435478722E-3</c:v>
                </c:pt>
                <c:pt idx="1788">
                  <c:v>9.5228559714502538E-3</c:v>
                </c:pt>
                <c:pt idx="1789">
                  <c:v>1.0978768849850721E-2</c:v>
                </c:pt>
                <c:pt idx="1790">
                  <c:v>1.1234112628171398E-2</c:v>
                </c:pt>
                <c:pt idx="1791">
                  <c:v>1.1260739633365989E-2</c:v>
                </c:pt>
                <c:pt idx="1792">
                  <c:v>1.1152539705145941E-2</c:v>
                </c:pt>
                <c:pt idx="1793">
                  <c:v>1.1447839282993155E-2</c:v>
                </c:pt>
                <c:pt idx="1794">
                  <c:v>1.1581074189422134E-2</c:v>
                </c:pt>
                <c:pt idx="1795">
                  <c:v>1.2413756712599536E-2</c:v>
                </c:pt>
                <c:pt idx="1796">
                  <c:v>1.1632673536967203E-2</c:v>
                </c:pt>
                <c:pt idx="1797">
                  <c:v>1.1600705667615081E-2</c:v>
                </c:pt>
                <c:pt idx="1798">
                  <c:v>1.160473852218241E-2</c:v>
                </c:pt>
                <c:pt idx="1799">
                  <c:v>1.1898839444900116E-2</c:v>
                </c:pt>
                <c:pt idx="1800">
                  <c:v>1.2666662601933804E-2</c:v>
                </c:pt>
                <c:pt idx="1801">
                  <c:v>1.244021385526993E-2</c:v>
                </c:pt>
                <c:pt idx="1802">
                  <c:v>1.3027629065967885E-2</c:v>
                </c:pt>
                <c:pt idx="1803">
                  <c:v>1.3738310820503087E-2</c:v>
                </c:pt>
                <c:pt idx="1804">
                  <c:v>1.6444981493073905E-2</c:v>
                </c:pt>
                <c:pt idx="1805">
                  <c:v>1.6414622986101621E-2</c:v>
                </c:pt>
                <c:pt idx="1806">
                  <c:v>1.6866650063967689E-2</c:v>
                </c:pt>
                <c:pt idx="1807">
                  <c:v>1.8271819438262341E-2</c:v>
                </c:pt>
                <c:pt idx="1808">
                  <c:v>1.7595983010938284E-2</c:v>
                </c:pt>
                <c:pt idx="1809">
                  <c:v>1.7609795413964201E-2</c:v>
                </c:pt>
                <c:pt idx="1810">
                  <c:v>1.8242204938112922E-2</c:v>
                </c:pt>
                <c:pt idx="1811">
                  <c:v>1.804928890941461E-2</c:v>
                </c:pt>
                <c:pt idx="1812">
                  <c:v>1.8673872155156798E-2</c:v>
                </c:pt>
                <c:pt idx="1813">
                  <c:v>2.0340813225671148E-2</c:v>
                </c:pt>
                <c:pt idx="1814">
                  <c:v>2.0686703665806581E-2</c:v>
                </c:pt>
                <c:pt idx="1815">
                  <c:v>2.065606480017718E-2</c:v>
                </c:pt>
                <c:pt idx="1816">
                  <c:v>2.0271686905740657E-2</c:v>
                </c:pt>
                <c:pt idx="1817">
                  <c:v>2.0287875862579918E-2</c:v>
                </c:pt>
                <c:pt idx="1818">
                  <c:v>1.9710365682951425E-2</c:v>
                </c:pt>
                <c:pt idx="1819">
                  <c:v>1.9243647948910973E-2</c:v>
                </c:pt>
                <c:pt idx="1820">
                  <c:v>1.8641845237444596E-2</c:v>
                </c:pt>
                <c:pt idx="1821">
                  <c:v>1.7448924151863197E-2</c:v>
                </c:pt>
                <c:pt idx="1822">
                  <c:v>1.7085372381848176E-2</c:v>
                </c:pt>
                <c:pt idx="1823">
                  <c:v>1.907475808180634E-2</c:v>
                </c:pt>
                <c:pt idx="1824">
                  <c:v>1.8900674455530148E-2</c:v>
                </c:pt>
                <c:pt idx="1825">
                  <c:v>1.7206655484628328E-2</c:v>
                </c:pt>
                <c:pt idx="1826">
                  <c:v>1.8513706285191833E-2</c:v>
                </c:pt>
                <c:pt idx="1827">
                  <c:v>1.7814900663040145E-2</c:v>
                </c:pt>
                <c:pt idx="1828">
                  <c:v>1.7579827471782033E-2</c:v>
                </c:pt>
                <c:pt idx="1829">
                  <c:v>1.9659180938903273E-2</c:v>
                </c:pt>
                <c:pt idx="1830">
                  <c:v>1.9695976638929417E-2</c:v>
                </c:pt>
                <c:pt idx="1831">
                  <c:v>1.8756079280376012E-2</c:v>
                </c:pt>
                <c:pt idx="1832">
                  <c:v>1.9134579829269371E-2</c:v>
                </c:pt>
                <c:pt idx="1833">
                  <c:v>1.9455113512569008E-2</c:v>
                </c:pt>
                <c:pt idx="1834">
                  <c:v>1.8013633413036495E-2</c:v>
                </c:pt>
                <c:pt idx="1835">
                  <c:v>1.7674874942948147E-2</c:v>
                </c:pt>
                <c:pt idx="1836">
                  <c:v>1.7613117809481875E-2</c:v>
                </c:pt>
                <c:pt idx="1837">
                  <c:v>1.7553923169955663E-2</c:v>
                </c:pt>
                <c:pt idx="1838">
                  <c:v>1.7668294895807905E-2</c:v>
                </c:pt>
                <c:pt idx="1839">
                  <c:v>1.7609935934934116E-2</c:v>
                </c:pt>
                <c:pt idx="1840">
                  <c:v>1.7679712927260303E-2</c:v>
                </c:pt>
                <c:pt idx="1841">
                  <c:v>1.8121973381080902E-2</c:v>
                </c:pt>
                <c:pt idx="1842">
                  <c:v>1.8130935404705423E-2</c:v>
                </c:pt>
                <c:pt idx="1843">
                  <c:v>1.814929357864125E-2</c:v>
                </c:pt>
                <c:pt idx="1844">
                  <c:v>1.5951281997463727E-2</c:v>
                </c:pt>
                <c:pt idx="1845">
                  <c:v>1.5872099354630988E-2</c:v>
                </c:pt>
                <c:pt idx="1846">
                  <c:v>1.6073905407536938E-2</c:v>
                </c:pt>
                <c:pt idx="1847">
                  <c:v>1.3948870343687634E-2</c:v>
                </c:pt>
                <c:pt idx="1848">
                  <c:v>1.4037183253967606E-2</c:v>
                </c:pt>
                <c:pt idx="1849">
                  <c:v>1.148230600367133E-2</c:v>
                </c:pt>
                <c:pt idx="1850">
                  <c:v>9.458263512550736E-3</c:v>
                </c:pt>
                <c:pt idx="1851">
                  <c:v>8.4775099575048422E-3</c:v>
                </c:pt>
                <c:pt idx="1852">
                  <c:v>8.2906742151080213E-3</c:v>
                </c:pt>
                <c:pt idx="1853">
                  <c:v>8.0679492701709547E-3</c:v>
                </c:pt>
                <c:pt idx="1854">
                  <c:v>8.1078396647659649E-3</c:v>
                </c:pt>
                <c:pt idx="1855">
                  <c:v>8.0250592741419758E-3</c:v>
                </c:pt>
                <c:pt idx="1856">
                  <c:v>7.9157726714148835E-3</c:v>
                </c:pt>
                <c:pt idx="1857">
                  <c:v>8.2793169733022618E-3</c:v>
                </c:pt>
                <c:pt idx="1858">
                  <c:v>8.8348373025500214E-3</c:v>
                </c:pt>
                <c:pt idx="1859">
                  <c:v>8.8429813649666782E-3</c:v>
                </c:pt>
                <c:pt idx="1860">
                  <c:v>9.0192800236440253E-3</c:v>
                </c:pt>
                <c:pt idx="1861">
                  <c:v>9.1895308644012082E-3</c:v>
                </c:pt>
                <c:pt idx="1862">
                  <c:v>8.8340542894425438E-3</c:v>
                </c:pt>
                <c:pt idx="1863">
                  <c:v>8.833830858941941E-3</c:v>
                </c:pt>
                <c:pt idx="1864">
                  <c:v>8.8345831328812303E-3</c:v>
                </c:pt>
                <c:pt idx="1865">
                  <c:v>8.7798331190555839E-3</c:v>
                </c:pt>
                <c:pt idx="1866">
                  <c:v>8.7777239535449976E-3</c:v>
                </c:pt>
                <c:pt idx="1867">
                  <c:v>8.1948542726291203E-3</c:v>
                </c:pt>
                <c:pt idx="1868">
                  <c:v>8.1924032461683262E-3</c:v>
                </c:pt>
                <c:pt idx="1869">
                  <c:v>7.7676678004758113E-3</c:v>
                </c:pt>
                <c:pt idx="1870">
                  <c:v>8.3428078965339224E-3</c:v>
                </c:pt>
                <c:pt idx="1871">
                  <c:v>9.2011265403569506E-3</c:v>
                </c:pt>
                <c:pt idx="1872">
                  <c:v>9.3578283412746287E-3</c:v>
                </c:pt>
                <c:pt idx="1873">
                  <c:v>9.4568151895854692E-3</c:v>
                </c:pt>
                <c:pt idx="1874">
                  <c:v>9.3048021547745049E-3</c:v>
                </c:pt>
                <c:pt idx="1875">
                  <c:v>8.4651165620749508E-3</c:v>
                </c:pt>
                <c:pt idx="1876">
                  <c:v>8.9293586318954302E-3</c:v>
                </c:pt>
                <c:pt idx="1877">
                  <c:v>9.1018435839792331E-3</c:v>
                </c:pt>
                <c:pt idx="1878">
                  <c:v>8.5359680790615625E-3</c:v>
                </c:pt>
                <c:pt idx="1879">
                  <c:v>7.7737281707113293E-3</c:v>
                </c:pt>
                <c:pt idx="1880">
                  <c:v>8.0135093215216013E-3</c:v>
                </c:pt>
                <c:pt idx="1881">
                  <c:v>7.8743722774852667E-3</c:v>
                </c:pt>
                <c:pt idx="1882">
                  <c:v>7.8573211383847208E-3</c:v>
                </c:pt>
                <c:pt idx="1883">
                  <c:v>7.9649024139444649E-3</c:v>
                </c:pt>
                <c:pt idx="1884">
                  <c:v>7.9822479965515163E-3</c:v>
                </c:pt>
                <c:pt idx="1885">
                  <c:v>8.1436767419334165E-3</c:v>
                </c:pt>
                <c:pt idx="1886">
                  <c:v>8.0744325025963407E-3</c:v>
                </c:pt>
                <c:pt idx="1887">
                  <c:v>8.1222493518931255E-3</c:v>
                </c:pt>
                <c:pt idx="1888">
                  <c:v>8.0212622090083813E-3</c:v>
                </c:pt>
                <c:pt idx="1889">
                  <c:v>1.0109104846690455E-2</c:v>
                </c:pt>
                <c:pt idx="1890">
                  <c:v>1.0378824909170631E-2</c:v>
                </c:pt>
                <c:pt idx="1891">
                  <c:v>1.0169765533209058E-2</c:v>
                </c:pt>
                <c:pt idx="1892">
                  <c:v>9.7065825260167354E-3</c:v>
                </c:pt>
                <c:pt idx="1893">
                  <c:v>9.521676788906492E-3</c:v>
                </c:pt>
                <c:pt idx="1894">
                  <c:v>1.0581616510437861E-2</c:v>
                </c:pt>
                <c:pt idx="1895">
                  <c:v>1.2937114296297247E-2</c:v>
                </c:pt>
                <c:pt idx="1896">
                  <c:v>1.2828807447406812E-2</c:v>
                </c:pt>
                <c:pt idx="1897">
                  <c:v>1.2718169138092603E-2</c:v>
                </c:pt>
                <c:pt idx="1898">
                  <c:v>1.2443661591738082E-2</c:v>
                </c:pt>
                <c:pt idx="1899">
                  <c:v>1.3009446768762969E-2</c:v>
                </c:pt>
                <c:pt idx="1900">
                  <c:v>1.3070133494692713E-2</c:v>
                </c:pt>
                <c:pt idx="1901">
                  <c:v>1.3410298789067904E-2</c:v>
                </c:pt>
                <c:pt idx="1902">
                  <c:v>1.3702017203720539E-2</c:v>
                </c:pt>
                <c:pt idx="1903">
                  <c:v>1.3591130606272202E-2</c:v>
                </c:pt>
                <c:pt idx="1904">
                  <c:v>1.3409117971041124E-2</c:v>
                </c:pt>
                <c:pt idx="1905">
                  <c:v>1.3827437524996879E-2</c:v>
                </c:pt>
                <c:pt idx="1906">
                  <c:v>1.3578970869361376E-2</c:v>
                </c:pt>
                <c:pt idx="1907">
                  <c:v>1.3558409922740341E-2</c:v>
                </c:pt>
                <c:pt idx="1908">
                  <c:v>1.3579722164094241E-2</c:v>
                </c:pt>
                <c:pt idx="1909">
                  <c:v>1.3660624091779023E-2</c:v>
                </c:pt>
                <c:pt idx="1910">
                  <c:v>1.2731423101797899E-2</c:v>
                </c:pt>
                <c:pt idx="1911">
                  <c:v>1.2589482940607133E-2</c:v>
                </c:pt>
                <c:pt idx="1912">
                  <c:v>1.2324711097094548E-2</c:v>
                </c:pt>
                <c:pt idx="1913">
                  <c:v>1.2131650336483134E-2</c:v>
                </c:pt>
                <c:pt idx="1914">
                  <c:v>1.2233629479691579E-2</c:v>
                </c:pt>
                <c:pt idx="1915">
                  <c:v>1.1318069001723012E-2</c:v>
                </c:pt>
                <c:pt idx="1916">
                  <c:v>8.0515255444896031E-3</c:v>
                </c:pt>
                <c:pt idx="1917">
                  <c:v>8.5087965635149664E-3</c:v>
                </c:pt>
                <c:pt idx="1918">
                  <c:v>8.3426535670345931E-3</c:v>
                </c:pt>
                <c:pt idx="1919">
                  <c:v>8.2927764660704773E-3</c:v>
                </c:pt>
                <c:pt idx="1920">
                  <c:v>7.68683471828827E-3</c:v>
                </c:pt>
                <c:pt idx="1921">
                  <c:v>7.4689866951478806E-3</c:v>
                </c:pt>
                <c:pt idx="1922">
                  <c:v>6.5527384922922909E-3</c:v>
                </c:pt>
                <c:pt idx="1923">
                  <c:v>6.2401408195541797E-3</c:v>
                </c:pt>
                <c:pt idx="1924">
                  <c:v>6.379310425537103E-3</c:v>
                </c:pt>
                <c:pt idx="1925">
                  <c:v>6.8236337262061646E-3</c:v>
                </c:pt>
                <c:pt idx="1926">
                  <c:v>5.6075230069291731E-3</c:v>
                </c:pt>
                <c:pt idx="1927">
                  <c:v>5.4535287255203686E-3</c:v>
                </c:pt>
                <c:pt idx="1928">
                  <c:v>5.2837630313892422E-3</c:v>
                </c:pt>
                <c:pt idx="1929">
                  <c:v>5.6790303761186448E-3</c:v>
                </c:pt>
                <c:pt idx="1930">
                  <c:v>5.6899755955072458E-3</c:v>
                </c:pt>
                <c:pt idx="1931">
                  <c:v>5.5751538348680551E-3</c:v>
                </c:pt>
                <c:pt idx="1932">
                  <c:v>5.5775134310559133E-3</c:v>
                </c:pt>
                <c:pt idx="1933">
                  <c:v>5.5713953555458625E-3</c:v>
                </c:pt>
                <c:pt idx="1934">
                  <c:v>5.685348471831185E-3</c:v>
                </c:pt>
                <c:pt idx="1935">
                  <c:v>5.4263865557672821E-3</c:v>
                </c:pt>
                <c:pt idx="1936">
                  <c:v>5.9361966516639263E-3</c:v>
                </c:pt>
                <c:pt idx="1937">
                  <c:v>6.4230792562231607E-3</c:v>
                </c:pt>
                <c:pt idx="1938">
                  <c:v>6.1036414322600072E-3</c:v>
                </c:pt>
                <c:pt idx="1939">
                  <c:v>6.1949350012871392E-3</c:v>
                </c:pt>
                <c:pt idx="1940">
                  <c:v>6.2247860869789808E-3</c:v>
                </c:pt>
                <c:pt idx="1941">
                  <c:v>6.2676240903088813E-3</c:v>
                </c:pt>
                <c:pt idx="1942">
                  <c:v>6.288416601901721E-3</c:v>
                </c:pt>
                <c:pt idx="1943">
                  <c:v>6.3205946674701535E-3</c:v>
                </c:pt>
                <c:pt idx="1944">
                  <c:v>6.3468408162727407E-3</c:v>
                </c:pt>
                <c:pt idx="1945">
                  <c:v>6.1843411531032145E-3</c:v>
                </c:pt>
                <c:pt idx="1946">
                  <c:v>6.1283301703676275E-3</c:v>
                </c:pt>
                <c:pt idx="1947">
                  <c:v>6.1734981752402072E-3</c:v>
                </c:pt>
                <c:pt idx="1948">
                  <c:v>6.1577751005950573E-3</c:v>
                </c:pt>
                <c:pt idx="1949">
                  <c:v>6.2764362248351416E-3</c:v>
                </c:pt>
                <c:pt idx="1950">
                  <c:v>6.1021761996558881E-3</c:v>
                </c:pt>
                <c:pt idx="1951">
                  <c:v>6.2611897493320646E-3</c:v>
                </c:pt>
                <c:pt idx="1952">
                  <c:v>6.0850431690042108E-3</c:v>
                </c:pt>
                <c:pt idx="1953">
                  <c:v>6.2510305439879297E-3</c:v>
                </c:pt>
                <c:pt idx="1954">
                  <c:v>8.2048424923532402E-3</c:v>
                </c:pt>
                <c:pt idx="1955">
                  <c:v>8.9091114114974775E-3</c:v>
                </c:pt>
                <c:pt idx="1956">
                  <c:v>1.3482490855058022E-2</c:v>
                </c:pt>
                <c:pt idx="1957">
                  <c:v>1.5929197751386296E-2</c:v>
                </c:pt>
                <c:pt idx="1958">
                  <c:v>1.5910917422123097E-2</c:v>
                </c:pt>
                <c:pt idx="1959">
                  <c:v>1.5884104933550486E-2</c:v>
                </c:pt>
                <c:pt idx="1960">
                  <c:v>1.581656992495838E-2</c:v>
                </c:pt>
                <c:pt idx="1961">
                  <c:v>1.5888201942749841E-2</c:v>
                </c:pt>
                <c:pt idx="1962">
                  <c:v>1.591022081518793E-2</c:v>
                </c:pt>
                <c:pt idx="1963">
                  <c:v>1.588627382429763E-2</c:v>
                </c:pt>
                <c:pt idx="1964">
                  <c:v>1.598608923007909E-2</c:v>
                </c:pt>
                <c:pt idx="1965">
                  <c:v>1.5960939973395049E-2</c:v>
                </c:pt>
                <c:pt idx="1966">
                  <c:v>1.5986598396803602E-2</c:v>
                </c:pt>
                <c:pt idx="1967">
                  <c:v>1.592530285642783E-2</c:v>
                </c:pt>
                <c:pt idx="1968">
                  <c:v>1.5882641976778824E-2</c:v>
                </c:pt>
                <c:pt idx="1969">
                  <c:v>1.5829214276777057E-2</c:v>
                </c:pt>
                <c:pt idx="1970">
                  <c:v>1.5701088736749087E-2</c:v>
                </c:pt>
                <c:pt idx="1971">
                  <c:v>1.571833047492947E-2</c:v>
                </c:pt>
                <c:pt idx="1972">
                  <c:v>1.5685410920136506E-2</c:v>
                </c:pt>
                <c:pt idx="1973">
                  <c:v>1.5623033783827176E-2</c:v>
                </c:pt>
                <c:pt idx="1974">
                  <c:v>1.5620043837035016E-2</c:v>
                </c:pt>
                <c:pt idx="1975">
                  <c:v>1.4898987439557414E-2</c:v>
                </c:pt>
                <c:pt idx="1976">
                  <c:v>1.4535078176548841E-2</c:v>
                </c:pt>
                <c:pt idx="1977">
                  <c:v>9.7830393124375102E-3</c:v>
                </c:pt>
                <c:pt idx="1978">
                  <c:v>5.2888229990065306E-3</c:v>
                </c:pt>
                <c:pt idx="1979">
                  <c:v>5.1294238756760292E-3</c:v>
                </c:pt>
                <c:pt idx="1980">
                  <c:v>6.4288284237035056E-3</c:v>
                </c:pt>
                <c:pt idx="1981">
                  <c:v>6.3659740611555762E-3</c:v>
                </c:pt>
                <c:pt idx="1982">
                  <c:v>9.1476365477245313E-3</c:v>
                </c:pt>
                <c:pt idx="1983">
                  <c:v>9.2188283786278739E-3</c:v>
                </c:pt>
                <c:pt idx="1984">
                  <c:v>9.3250408907098407E-3</c:v>
                </c:pt>
                <c:pt idx="1985">
                  <c:v>9.1688921236501904E-3</c:v>
                </c:pt>
                <c:pt idx="1986">
                  <c:v>9.2833100502639383E-3</c:v>
                </c:pt>
                <c:pt idx="1987">
                  <c:v>9.244588581130633E-3</c:v>
                </c:pt>
                <c:pt idx="1988">
                  <c:v>9.3680104773418132E-3</c:v>
                </c:pt>
                <c:pt idx="1989">
                  <c:v>9.3018409660871847E-3</c:v>
                </c:pt>
                <c:pt idx="1990">
                  <c:v>9.4005968781246136E-3</c:v>
                </c:pt>
                <c:pt idx="1991">
                  <c:v>9.8766241885640763E-3</c:v>
                </c:pt>
                <c:pt idx="1992">
                  <c:v>9.8454911069704443E-3</c:v>
                </c:pt>
                <c:pt idx="1993">
                  <c:v>9.8949590028865816E-3</c:v>
                </c:pt>
                <c:pt idx="1994">
                  <c:v>1.0198657218782234E-2</c:v>
                </c:pt>
                <c:pt idx="1995">
                  <c:v>1.024438795315087E-2</c:v>
                </c:pt>
                <c:pt idx="1996">
                  <c:v>1.0224498705620425E-2</c:v>
                </c:pt>
                <c:pt idx="1997">
                  <c:v>1.018789519641352E-2</c:v>
                </c:pt>
                <c:pt idx="1998">
                  <c:v>1.0428589789057368E-2</c:v>
                </c:pt>
                <c:pt idx="1999">
                  <c:v>1.0417715929588872E-2</c:v>
                </c:pt>
                <c:pt idx="2000">
                  <c:v>1.0158573259418827E-2</c:v>
                </c:pt>
                <c:pt idx="2001">
                  <c:v>9.6075522193455141E-3</c:v>
                </c:pt>
                <c:pt idx="2002">
                  <c:v>9.6626448857518588E-3</c:v>
                </c:pt>
                <c:pt idx="2003">
                  <c:v>7.6581288849636407E-3</c:v>
                </c:pt>
                <c:pt idx="2004">
                  <c:v>7.2841070047176453E-3</c:v>
                </c:pt>
                <c:pt idx="2005">
                  <c:v>7.3932566009703949E-3</c:v>
                </c:pt>
                <c:pt idx="2006">
                  <c:v>7.7900682184313301E-3</c:v>
                </c:pt>
                <c:pt idx="2007">
                  <c:v>7.7153432411375131E-3</c:v>
                </c:pt>
                <c:pt idx="2008">
                  <c:v>7.651221393824942E-3</c:v>
                </c:pt>
                <c:pt idx="2009">
                  <c:v>7.6434819566984233E-3</c:v>
                </c:pt>
                <c:pt idx="2010">
                  <c:v>8.9731773694445988E-3</c:v>
                </c:pt>
                <c:pt idx="2011">
                  <c:v>8.9245669405949597E-3</c:v>
                </c:pt>
                <c:pt idx="2012">
                  <c:v>8.5846908060918607E-3</c:v>
                </c:pt>
                <c:pt idx="2013">
                  <c:v>8.6060800718732924E-3</c:v>
                </c:pt>
                <c:pt idx="2014">
                  <c:v>8.749827963577702E-3</c:v>
                </c:pt>
                <c:pt idx="2015">
                  <c:v>8.5262287093173812E-3</c:v>
                </c:pt>
                <c:pt idx="2016">
                  <c:v>8.7038665710640513E-3</c:v>
                </c:pt>
                <c:pt idx="2017">
                  <c:v>8.8318943068691844E-3</c:v>
                </c:pt>
                <c:pt idx="2018">
                  <c:v>8.8397077517754236E-3</c:v>
                </c:pt>
                <c:pt idx="2019">
                  <c:v>9.2152704306179365E-3</c:v>
                </c:pt>
                <c:pt idx="2020">
                  <c:v>9.7220853087793303E-3</c:v>
                </c:pt>
                <c:pt idx="2021">
                  <c:v>9.8345867635904593E-3</c:v>
                </c:pt>
                <c:pt idx="2022">
                  <c:v>1.0547623680027695E-2</c:v>
                </c:pt>
                <c:pt idx="2023">
                  <c:v>1.1167605563007331E-2</c:v>
                </c:pt>
                <c:pt idx="2024">
                  <c:v>1.0865946634281965E-2</c:v>
                </c:pt>
                <c:pt idx="2025">
                  <c:v>1.1011925116888721E-2</c:v>
                </c:pt>
                <c:pt idx="2026">
                  <c:v>1.1003797102988775E-2</c:v>
                </c:pt>
                <c:pt idx="2027">
                  <c:v>1.0697603073585183E-2</c:v>
                </c:pt>
                <c:pt idx="2028">
                  <c:v>1.0736154016321662E-2</c:v>
                </c:pt>
                <c:pt idx="2029">
                  <c:v>1.0768819180316523E-2</c:v>
                </c:pt>
                <c:pt idx="2030">
                  <c:v>1.0610279259854727E-2</c:v>
                </c:pt>
                <c:pt idx="2031">
                  <c:v>9.2980227157268697E-3</c:v>
                </c:pt>
                <c:pt idx="2032">
                  <c:v>9.0335082034979069E-3</c:v>
                </c:pt>
                <c:pt idx="2033">
                  <c:v>9.0384532374630667E-3</c:v>
                </c:pt>
                <c:pt idx="2034">
                  <c:v>8.9037508236284157E-3</c:v>
                </c:pt>
                <c:pt idx="2035">
                  <c:v>8.9018328039819055E-3</c:v>
                </c:pt>
                <c:pt idx="2036">
                  <c:v>8.5650701343212426E-3</c:v>
                </c:pt>
                <c:pt idx="2037">
                  <c:v>8.5339061252678611E-3</c:v>
                </c:pt>
                <c:pt idx="2038">
                  <c:v>8.5193814101697015E-3</c:v>
                </c:pt>
                <c:pt idx="2039">
                  <c:v>8.4888938014982557E-3</c:v>
                </c:pt>
                <c:pt idx="2040">
                  <c:v>7.3008987879665541E-3</c:v>
                </c:pt>
                <c:pt idx="2041">
                  <c:v>5.7393815703960273E-3</c:v>
                </c:pt>
                <c:pt idx="2042">
                  <c:v>4.9260662567184163E-3</c:v>
                </c:pt>
                <c:pt idx="2043">
                  <c:v>4.1459577433633687E-3</c:v>
                </c:pt>
                <c:pt idx="2044">
                  <c:v>4.2429793447461188E-3</c:v>
                </c:pt>
                <c:pt idx="2045">
                  <c:v>4.3449477499812733E-3</c:v>
                </c:pt>
                <c:pt idx="2046">
                  <c:v>4.3788717863081899E-3</c:v>
                </c:pt>
                <c:pt idx="2047">
                  <c:v>4.2851512064074546E-3</c:v>
                </c:pt>
                <c:pt idx="2048">
                  <c:v>4.3088488983797461E-3</c:v>
                </c:pt>
                <c:pt idx="2049">
                  <c:v>4.901132368908905E-3</c:v>
                </c:pt>
                <c:pt idx="2050">
                  <c:v>5.0144137815791318E-3</c:v>
                </c:pt>
                <c:pt idx="2051">
                  <c:v>5.0592433602129937E-3</c:v>
                </c:pt>
                <c:pt idx="2052">
                  <c:v>5.090056003245429E-3</c:v>
                </c:pt>
                <c:pt idx="2053">
                  <c:v>5.3568597315299176E-3</c:v>
                </c:pt>
                <c:pt idx="2054">
                  <c:v>5.3257790771457578E-3</c:v>
                </c:pt>
                <c:pt idx="2055">
                  <c:v>5.3580443455526015E-3</c:v>
                </c:pt>
                <c:pt idx="2056">
                  <c:v>5.2083353232166884E-3</c:v>
                </c:pt>
                <c:pt idx="2057">
                  <c:v>5.1910274138104555E-3</c:v>
                </c:pt>
                <c:pt idx="2058">
                  <c:v>5.1705823743190948E-3</c:v>
                </c:pt>
                <c:pt idx="2059">
                  <c:v>5.1896232689639171E-3</c:v>
                </c:pt>
                <c:pt idx="2060">
                  <c:v>5.0283184401847978E-3</c:v>
                </c:pt>
                <c:pt idx="2061">
                  <c:v>4.8269487055819776E-3</c:v>
                </c:pt>
                <c:pt idx="2062">
                  <c:v>5.0616029180749166E-3</c:v>
                </c:pt>
                <c:pt idx="2063">
                  <c:v>5.3218248133205448E-3</c:v>
                </c:pt>
                <c:pt idx="2064">
                  <c:v>5.2142179344383185E-3</c:v>
                </c:pt>
                <c:pt idx="2065">
                  <c:v>4.6167689652548242E-3</c:v>
                </c:pt>
                <c:pt idx="2066">
                  <c:v>4.421334005522989E-3</c:v>
                </c:pt>
                <c:pt idx="2067">
                  <c:v>4.9235808699605544E-3</c:v>
                </c:pt>
                <c:pt idx="2068">
                  <c:v>5.6797193963137784E-3</c:v>
                </c:pt>
                <c:pt idx="2069">
                  <c:v>5.7212357629770304E-3</c:v>
                </c:pt>
                <c:pt idx="2070">
                  <c:v>5.3666286819167063E-3</c:v>
                </c:pt>
                <c:pt idx="2071">
                  <c:v>5.318977752460357E-3</c:v>
                </c:pt>
                <c:pt idx="2072">
                  <c:v>5.2800615660347399E-3</c:v>
                </c:pt>
                <c:pt idx="2073">
                  <c:v>5.2752015452450073E-3</c:v>
                </c:pt>
                <c:pt idx="2074">
                  <c:v>5.1164424117894512E-3</c:v>
                </c:pt>
                <c:pt idx="2075">
                  <c:v>5.0548914909351438E-3</c:v>
                </c:pt>
                <c:pt idx="2076">
                  <c:v>5.0516379017845458E-3</c:v>
                </c:pt>
                <c:pt idx="2077">
                  <c:v>5.0355605906095904E-3</c:v>
                </c:pt>
                <c:pt idx="2078">
                  <c:v>5.5863097895463365E-3</c:v>
                </c:pt>
                <c:pt idx="2079">
                  <c:v>6.5067800332304707E-3</c:v>
                </c:pt>
                <c:pt idx="2080">
                  <c:v>6.5247991520701902E-3</c:v>
                </c:pt>
                <c:pt idx="2081">
                  <c:v>6.553846407148939E-3</c:v>
                </c:pt>
                <c:pt idx="2082">
                  <c:v>6.5480938901640072E-3</c:v>
                </c:pt>
                <c:pt idx="2083">
                  <c:v>6.3557324907175953E-3</c:v>
                </c:pt>
                <c:pt idx="2084">
                  <c:v>6.4851397891020823E-3</c:v>
                </c:pt>
                <c:pt idx="2085">
                  <c:v>6.4718978728836741E-3</c:v>
                </c:pt>
                <c:pt idx="2086">
                  <c:v>6.5400155648773616E-3</c:v>
                </c:pt>
                <c:pt idx="2087">
                  <c:v>6.6086980281346176E-3</c:v>
                </c:pt>
                <c:pt idx="2088">
                  <c:v>6.3753778423317501E-3</c:v>
                </c:pt>
                <c:pt idx="2089">
                  <c:v>6.0674926430461292E-3</c:v>
                </c:pt>
                <c:pt idx="2090">
                  <c:v>6.3734591315411154E-3</c:v>
                </c:pt>
                <c:pt idx="2091">
                  <c:v>6.3306904247284329E-3</c:v>
                </c:pt>
                <c:pt idx="2092">
                  <c:v>6.8969238002788485E-3</c:v>
                </c:pt>
                <c:pt idx="2093">
                  <c:v>7.3424742817442667E-3</c:v>
                </c:pt>
                <c:pt idx="2094">
                  <c:v>7.4381948152103554E-3</c:v>
                </c:pt>
                <c:pt idx="2095">
                  <c:v>7.7864685387507892E-3</c:v>
                </c:pt>
                <c:pt idx="2096">
                  <c:v>7.8706161588501904E-3</c:v>
                </c:pt>
                <c:pt idx="2097">
                  <c:v>7.8540958149132048E-3</c:v>
                </c:pt>
                <c:pt idx="2098">
                  <c:v>7.9001291874828926E-3</c:v>
                </c:pt>
                <c:pt idx="2099">
                  <c:v>7.5191839991907775E-3</c:v>
                </c:pt>
                <c:pt idx="2100">
                  <c:v>6.7610205429422419E-3</c:v>
                </c:pt>
                <c:pt idx="2101">
                  <c:v>6.7599735420983947E-3</c:v>
                </c:pt>
                <c:pt idx="2102">
                  <c:v>6.7907680994773109E-3</c:v>
                </c:pt>
                <c:pt idx="2103">
                  <c:v>6.8013263199516345E-3</c:v>
                </c:pt>
                <c:pt idx="2104">
                  <c:v>6.9020793926797292E-3</c:v>
                </c:pt>
                <c:pt idx="2105">
                  <c:v>6.6618382353142522E-3</c:v>
                </c:pt>
                <c:pt idx="2106">
                  <c:v>7.8842046717644259E-3</c:v>
                </c:pt>
                <c:pt idx="2107">
                  <c:v>7.8106465296509074E-3</c:v>
                </c:pt>
                <c:pt idx="2108">
                  <c:v>7.7944832634741657E-3</c:v>
                </c:pt>
                <c:pt idx="2109">
                  <c:v>7.6493727578090392E-3</c:v>
                </c:pt>
                <c:pt idx="2110">
                  <c:v>7.4034736086112342E-3</c:v>
                </c:pt>
                <c:pt idx="2111">
                  <c:v>7.1004841724766352E-3</c:v>
                </c:pt>
                <c:pt idx="2112">
                  <c:v>7.1756335888007216E-3</c:v>
                </c:pt>
                <c:pt idx="2113">
                  <c:v>6.6942007419931743E-3</c:v>
                </c:pt>
                <c:pt idx="2114">
                  <c:v>6.4521216117029399E-3</c:v>
                </c:pt>
                <c:pt idx="2115">
                  <c:v>6.3084852956001485E-3</c:v>
                </c:pt>
                <c:pt idx="2116">
                  <c:v>5.8191064872748039E-3</c:v>
                </c:pt>
                <c:pt idx="2117">
                  <c:v>5.8444110262357097E-3</c:v>
                </c:pt>
                <c:pt idx="2118">
                  <c:v>5.9295642823574768E-3</c:v>
                </c:pt>
                <c:pt idx="2119">
                  <c:v>5.9786868394780751E-3</c:v>
                </c:pt>
                <c:pt idx="2120">
                  <c:v>6.1942465324977972E-3</c:v>
                </c:pt>
                <c:pt idx="2121">
                  <c:v>6.2680421289459318E-3</c:v>
                </c:pt>
                <c:pt idx="2122">
                  <c:v>6.3847471382954485E-3</c:v>
                </c:pt>
                <c:pt idx="2123">
                  <c:v>6.5187714872013353E-3</c:v>
                </c:pt>
                <c:pt idx="2124">
                  <c:v>6.573762211140124E-3</c:v>
                </c:pt>
                <c:pt idx="2125">
                  <c:v>6.6534787664654406E-3</c:v>
                </c:pt>
                <c:pt idx="2126">
                  <c:v>6.7093457547922697E-3</c:v>
                </c:pt>
                <c:pt idx="2127">
                  <c:v>5.6804281770455609E-3</c:v>
                </c:pt>
                <c:pt idx="2128">
                  <c:v>6.073845500316785E-3</c:v>
                </c:pt>
                <c:pt idx="2129">
                  <c:v>6.1010864511927259E-3</c:v>
                </c:pt>
                <c:pt idx="2130">
                  <c:v>6.1122719347471112E-3</c:v>
                </c:pt>
                <c:pt idx="2131">
                  <c:v>6.1108174366793205E-3</c:v>
                </c:pt>
                <c:pt idx="2132">
                  <c:v>6.1153419674892118E-3</c:v>
                </c:pt>
                <c:pt idx="2133">
                  <c:v>6.1211486060209468E-3</c:v>
                </c:pt>
                <c:pt idx="2134">
                  <c:v>1.1661251123835316E-2</c:v>
                </c:pt>
                <c:pt idx="2135">
                  <c:v>1.1524441390517963E-2</c:v>
                </c:pt>
                <c:pt idx="2136">
                  <c:v>1.1701878838538545E-2</c:v>
                </c:pt>
                <c:pt idx="2137">
                  <c:v>1.1686068423774173E-2</c:v>
                </c:pt>
                <c:pt idx="2138">
                  <c:v>1.169070485024485E-2</c:v>
                </c:pt>
                <c:pt idx="2139">
                  <c:v>1.20110357349864E-2</c:v>
                </c:pt>
                <c:pt idx="2140">
                  <c:v>1.2497205538207632E-2</c:v>
                </c:pt>
                <c:pt idx="2141">
                  <c:v>1.2404970366899389E-2</c:v>
                </c:pt>
                <c:pt idx="2142">
                  <c:v>1.2345311095868521E-2</c:v>
                </c:pt>
                <c:pt idx="2143">
                  <c:v>1.227579177864279E-2</c:v>
                </c:pt>
                <c:pt idx="2144">
                  <c:v>1.2334348991501029E-2</c:v>
                </c:pt>
                <c:pt idx="2145">
                  <c:v>1.2410059854422379E-2</c:v>
                </c:pt>
                <c:pt idx="2146">
                  <c:v>1.2399873772439193E-2</c:v>
                </c:pt>
                <c:pt idx="2147">
                  <c:v>1.2348568565942885E-2</c:v>
                </c:pt>
                <c:pt idx="2148">
                  <c:v>1.2553623072553789E-2</c:v>
                </c:pt>
                <c:pt idx="2149">
                  <c:v>1.2301644988193087E-2</c:v>
                </c:pt>
                <c:pt idx="2150">
                  <c:v>1.2290876408704259E-2</c:v>
                </c:pt>
                <c:pt idx="2151">
                  <c:v>1.2933914814736741E-2</c:v>
                </c:pt>
                <c:pt idx="2152">
                  <c:v>1.3166955438811535E-2</c:v>
                </c:pt>
                <c:pt idx="2153">
                  <c:v>1.3227077938404976E-2</c:v>
                </c:pt>
                <c:pt idx="2154">
                  <c:v>1.2975736612612311E-2</c:v>
                </c:pt>
                <c:pt idx="2155">
                  <c:v>9.0721668549628535E-3</c:v>
                </c:pt>
                <c:pt idx="2156">
                  <c:v>8.8770327255210928E-3</c:v>
                </c:pt>
                <c:pt idx="2157">
                  <c:v>8.6357769309932143E-3</c:v>
                </c:pt>
                <c:pt idx="2158">
                  <c:v>8.6660439938657432E-3</c:v>
                </c:pt>
                <c:pt idx="2159">
                  <c:v>8.5484134280898998E-3</c:v>
                </c:pt>
                <c:pt idx="2160">
                  <c:v>8.502317657774202E-3</c:v>
                </c:pt>
                <c:pt idx="2161">
                  <c:v>1.1356119452403049E-2</c:v>
                </c:pt>
                <c:pt idx="2162">
                  <c:v>1.1354756953743002E-2</c:v>
                </c:pt>
                <c:pt idx="2163">
                  <c:v>1.1377223464427958E-2</c:v>
                </c:pt>
                <c:pt idx="2164">
                  <c:v>1.2157943263986047E-2</c:v>
                </c:pt>
                <c:pt idx="2165">
                  <c:v>1.1967329595472437E-2</c:v>
                </c:pt>
                <c:pt idx="2166">
                  <c:v>1.1931740832024897E-2</c:v>
                </c:pt>
                <c:pt idx="2167">
                  <c:v>1.1721687707888928E-2</c:v>
                </c:pt>
                <c:pt idx="2168">
                  <c:v>1.2044586935462313E-2</c:v>
                </c:pt>
                <c:pt idx="2169">
                  <c:v>1.1960093163771994E-2</c:v>
                </c:pt>
                <c:pt idx="2170">
                  <c:v>1.2233700021460837E-2</c:v>
                </c:pt>
                <c:pt idx="2171">
                  <c:v>1.2219733349731792E-2</c:v>
                </c:pt>
                <c:pt idx="2172">
                  <c:v>1.1430871649163878E-2</c:v>
                </c:pt>
                <c:pt idx="2173">
                  <c:v>1.127907890337853E-2</c:v>
                </c:pt>
                <c:pt idx="2174">
                  <c:v>1.1203459074294665E-2</c:v>
                </c:pt>
                <c:pt idx="2175">
                  <c:v>1.1356119891012756E-2</c:v>
                </c:pt>
                <c:pt idx="2176">
                  <c:v>1.1298285354996955E-2</c:v>
                </c:pt>
                <c:pt idx="2177">
                  <c:v>1.1528566452844679E-2</c:v>
                </c:pt>
                <c:pt idx="2178">
                  <c:v>1.1474453276182853E-2</c:v>
                </c:pt>
                <c:pt idx="2179">
                  <c:v>1.1391874203189196E-2</c:v>
                </c:pt>
                <c:pt idx="2180">
                  <c:v>1.141785881587168E-2</c:v>
                </c:pt>
                <c:pt idx="2181">
                  <c:v>1.1181424282781913E-2</c:v>
                </c:pt>
                <c:pt idx="2182">
                  <c:v>7.6741610997523952E-3</c:v>
                </c:pt>
                <c:pt idx="2183">
                  <c:v>7.5237336163401806E-3</c:v>
                </c:pt>
                <c:pt idx="2184">
                  <c:v>7.2903601329493703E-3</c:v>
                </c:pt>
                <c:pt idx="2185">
                  <c:v>6.4685702660571866E-3</c:v>
                </c:pt>
                <c:pt idx="2186">
                  <c:v>6.5528024682107149E-3</c:v>
                </c:pt>
                <c:pt idx="2187">
                  <c:v>6.5711567053726421E-3</c:v>
                </c:pt>
                <c:pt idx="2188">
                  <c:v>6.4214753363718022E-3</c:v>
                </c:pt>
                <c:pt idx="2189">
                  <c:v>6.4589276321314042E-3</c:v>
                </c:pt>
                <c:pt idx="2190">
                  <c:v>6.3618209226376015E-3</c:v>
                </c:pt>
                <c:pt idx="2191">
                  <c:v>6.0476780364214396E-3</c:v>
                </c:pt>
                <c:pt idx="2192">
                  <c:v>6.0182507204909579E-3</c:v>
                </c:pt>
                <c:pt idx="2193">
                  <c:v>6.8581221778485279E-3</c:v>
                </c:pt>
                <c:pt idx="2194">
                  <c:v>6.7844289959797435E-3</c:v>
                </c:pt>
                <c:pt idx="2195">
                  <c:v>6.8393279607654048E-3</c:v>
                </c:pt>
                <c:pt idx="2196">
                  <c:v>6.7189959107042353E-3</c:v>
                </c:pt>
                <c:pt idx="2197">
                  <c:v>6.7645461076514674E-3</c:v>
                </c:pt>
                <c:pt idx="2198">
                  <c:v>6.4762126980670402E-3</c:v>
                </c:pt>
                <c:pt idx="2199">
                  <c:v>6.4726829847635099E-3</c:v>
                </c:pt>
                <c:pt idx="2200">
                  <c:v>6.5342562332391472E-3</c:v>
                </c:pt>
                <c:pt idx="2201">
                  <c:v>1.0876305927778102E-2</c:v>
                </c:pt>
                <c:pt idx="2202">
                  <c:v>1.1502165665127575E-2</c:v>
                </c:pt>
                <c:pt idx="2203">
                  <c:v>1.1090471652794571E-2</c:v>
                </c:pt>
                <c:pt idx="2204">
                  <c:v>1.1080566743194093E-2</c:v>
                </c:pt>
                <c:pt idx="2205">
                  <c:v>1.1081124906617815E-2</c:v>
                </c:pt>
                <c:pt idx="2206">
                  <c:v>1.1116468467051289E-2</c:v>
                </c:pt>
                <c:pt idx="2207">
                  <c:v>1.1034745061019431E-2</c:v>
                </c:pt>
                <c:pt idx="2208">
                  <c:v>1.0906113426323494E-2</c:v>
                </c:pt>
                <c:pt idx="2209">
                  <c:v>1.0974696177814063E-2</c:v>
                </c:pt>
                <c:pt idx="2210">
                  <c:v>1.0706070648821123E-2</c:v>
                </c:pt>
                <c:pt idx="2211">
                  <c:v>1.0820525624466799E-2</c:v>
                </c:pt>
                <c:pt idx="2212">
                  <c:v>1.0848411566612782E-2</c:v>
                </c:pt>
                <c:pt idx="2213">
                  <c:v>1.1031686802575694E-2</c:v>
                </c:pt>
                <c:pt idx="2214">
                  <c:v>1.0598783695877389E-2</c:v>
                </c:pt>
                <c:pt idx="2215">
                  <c:v>1.057753621162676E-2</c:v>
                </c:pt>
                <c:pt idx="2216">
                  <c:v>1.0579188939463533E-2</c:v>
                </c:pt>
                <c:pt idx="2217">
                  <c:v>1.0503390014388891E-2</c:v>
                </c:pt>
                <c:pt idx="2218">
                  <c:v>1.0431016509503281E-2</c:v>
                </c:pt>
                <c:pt idx="2219">
                  <c:v>1.0502778817205767E-2</c:v>
                </c:pt>
                <c:pt idx="2220">
                  <c:v>1.0905814343798607E-2</c:v>
                </c:pt>
                <c:pt idx="2221">
                  <c:v>1.0912744979129398E-2</c:v>
                </c:pt>
                <c:pt idx="2222">
                  <c:v>6.9244813339433406E-3</c:v>
                </c:pt>
                <c:pt idx="2223">
                  <c:v>5.8807095466996565E-3</c:v>
                </c:pt>
                <c:pt idx="2224">
                  <c:v>8.7640481624250022E-3</c:v>
                </c:pt>
                <c:pt idx="2225">
                  <c:v>9.4699693146828162E-3</c:v>
                </c:pt>
                <c:pt idx="2226">
                  <c:v>9.4787749826445028E-3</c:v>
                </c:pt>
                <c:pt idx="2227">
                  <c:v>9.8319258217329873E-3</c:v>
                </c:pt>
                <c:pt idx="2228">
                  <c:v>9.7831153029628963E-3</c:v>
                </c:pt>
                <c:pt idx="2229">
                  <c:v>1.0765536177316702E-2</c:v>
                </c:pt>
                <c:pt idx="2230">
                  <c:v>1.0735940762517403E-2</c:v>
                </c:pt>
                <c:pt idx="2231">
                  <c:v>1.0802248694557483E-2</c:v>
                </c:pt>
                <c:pt idx="2232">
                  <c:v>1.069899827826069E-2</c:v>
                </c:pt>
                <c:pt idx="2233">
                  <c:v>1.0725942030490522E-2</c:v>
                </c:pt>
                <c:pt idx="2234">
                  <c:v>1.0541211219915117E-2</c:v>
                </c:pt>
                <c:pt idx="2235">
                  <c:v>1.0669918335888352E-2</c:v>
                </c:pt>
                <c:pt idx="2236">
                  <c:v>1.1287703918577066E-2</c:v>
                </c:pt>
                <c:pt idx="2237">
                  <c:v>1.4611810693916715E-2</c:v>
                </c:pt>
                <c:pt idx="2238">
                  <c:v>1.4587282109643745E-2</c:v>
                </c:pt>
                <c:pt idx="2239">
                  <c:v>1.4968172804620841E-2</c:v>
                </c:pt>
                <c:pt idx="2240">
                  <c:v>1.5132237868059123E-2</c:v>
                </c:pt>
                <c:pt idx="2241">
                  <c:v>1.4809530357271431E-2</c:v>
                </c:pt>
                <c:pt idx="2242">
                  <c:v>1.4776644879803732E-2</c:v>
                </c:pt>
                <c:pt idx="2243">
                  <c:v>1.4764611263505534E-2</c:v>
                </c:pt>
                <c:pt idx="2244">
                  <c:v>1.5014439177027277E-2</c:v>
                </c:pt>
                <c:pt idx="2245">
                  <c:v>1.3335564344784168E-2</c:v>
                </c:pt>
                <c:pt idx="2246">
                  <c:v>1.2951668549250978E-2</c:v>
                </c:pt>
                <c:pt idx="2247">
                  <c:v>1.2988050465074499E-2</c:v>
                </c:pt>
                <c:pt idx="2248">
                  <c:v>1.266266811602375E-2</c:v>
                </c:pt>
                <c:pt idx="2249">
                  <c:v>1.3421362338475008E-2</c:v>
                </c:pt>
                <c:pt idx="2250">
                  <c:v>1.2547487478360472E-2</c:v>
                </c:pt>
                <c:pt idx="2251">
                  <c:v>1.2521665292104694E-2</c:v>
                </c:pt>
                <c:pt idx="2252">
                  <c:v>1.2439951073712039E-2</c:v>
                </c:pt>
                <c:pt idx="2253">
                  <c:v>1.2466292031233199E-2</c:v>
                </c:pt>
                <c:pt idx="2254">
                  <c:v>1.2558709458206535E-2</c:v>
                </c:pt>
                <c:pt idx="2255">
                  <c:v>1.2978858416195473E-2</c:v>
                </c:pt>
                <c:pt idx="2256">
                  <c:v>1.3207331130657678E-2</c:v>
                </c:pt>
                <c:pt idx="2257">
                  <c:v>1.3523482521700832E-2</c:v>
                </c:pt>
                <c:pt idx="2258">
                  <c:v>1.1240653813357487E-2</c:v>
                </c:pt>
                <c:pt idx="2259">
                  <c:v>1.5811988583004477E-2</c:v>
                </c:pt>
                <c:pt idx="2260">
                  <c:v>1.7424901922740366E-2</c:v>
                </c:pt>
                <c:pt idx="2261">
                  <c:v>1.710319470208263E-2</c:v>
                </c:pt>
                <c:pt idx="2262">
                  <c:v>1.6974665034724463E-2</c:v>
                </c:pt>
                <c:pt idx="2263">
                  <c:v>1.6942731368800187E-2</c:v>
                </c:pt>
                <c:pt idx="2264">
                  <c:v>1.6984745911148871E-2</c:v>
                </c:pt>
                <c:pt idx="2265">
                  <c:v>1.8121481458187025E-2</c:v>
                </c:pt>
                <c:pt idx="2266">
                  <c:v>1.8112736822724289E-2</c:v>
                </c:pt>
                <c:pt idx="2267">
                  <c:v>1.8117856369773779E-2</c:v>
                </c:pt>
                <c:pt idx="2268">
                  <c:v>1.8329457338344301E-2</c:v>
                </c:pt>
                <c:pt idx="2269">
                  <c:v>1.8302508090194243E-2</c:v>
                </c:pt>
                <c:pt idx="2270">
                  <c:v>1.9432504265039587E-2</c:v>
                </c:pt>
                <c:pt idx="2271">
                  <c:v>1.9572677448186488E-2</c:v>
                </c:pt>
                <c:pt idx="2272">
                  <c:v>1.9704595673040844E-2</c:v>
                </c:pt>
                <c:pt idx="2273">
                  <c:v>1.9672234996936388E-2</c:v>
                </c:pt>
                <c:pt idx="2274">
                  <c:v>1.9705688549964163E-2</c:v>
                </c:pt>
                <c:pt idx="2275">
                  <c:v>1.946995122690091E-2</c:v>
                </c:pt>
                <c:pt idx="2276">
                  <c:v>1.8849033746736594E-2</c:v>
                </c:pt>
                <c:pt idx="2277">
                  <c:v>1.8832217867512574E-2</c:v>
                </c:pt>
                <c:pt idx="2278">
                  <c:v>1.8199609797437809E-2</c:v>
                </c:pt>
                <c:pt idx="2279">
                  <c:v>1.8045557529098793E-2</c:v>
                </c:pt>
                <c:pt idx="2280">
                  <c:v>1.2602956007533212E-2</c:v>
                </c:pt>
                <c:pt idx="2281">
                  <c:v>1.0968806097966174E-2</c:v>
                </c:pt>
                <c:pt idx="2282">
                  <c:v>1.1037278564268333E-2</c:v>
                </c:pt>
                <c:pt idx="2283">
                  <c:v>1.0937551329730578E-2</c:v>
                </c:pt>
                <c:pt idx="2284">
                  <c:v>1.0292061177133868E-2</c:v>
                </c:pt>
                <c:pt idx="2285">
                  <c:v>1.0223541202916384E-2</c:v>
                </c:pt>
                <c:pt idx="2286">
                  <c:v>9.32610860240435E-3</c:v>
                </c:pt>
                <c:pt idx="2287">
                  <c:v>9.3250285790711165E-3</c:v>
                </c:pt>
                <c:pt idx="2288">
                  <c:v>9.3513363380230679E-3</c:v>
                </c:pt>
                <c:pt idx="2289">
                  <c:v>9.3942642174565522E-3</c:v>
                </c:pt>
                <c:pt idx="2290">
                  <c:v>9.3937927437731158E-3</c:v>
                </c:pt>
                <c:pt idx="2291">
                  <c:v>7.2403457646196424E-3</c:v>
                </c:pt>
                <c:pt idx="2292">
                  <c:v>7.9856293562395961E-3</c:v>
                </c:pt>
                <c:pt idx="2293">
                  <c:v>8.9053070478226932E-3</c:v>
                </c:pt>
                <c:pt idx="2294">
                  <c:v>8.9355659191392676E-3</c:v>
                </c:pt>
                <c:pt idx="2295">
                  <c:v>1.0759044305484475E-2</c:v>
                </c:pt>
                <c:pt idx="2296">
                  <c:v>1.0862865305558099E-2</c:v>
                </c:pt>
                <c:pt idx="2297">
                  <c:v>1.0855797476649255E-2</c:v>
                </c:pt>
                <c:pt idx="2298">
                  <c:v>1.1699023727999962E-2</c:v>
                </c:pt>
                <c:pt idx="2299">
                  <c:v>1.1738488954361144E-2</c:v>
                </c:pt>
                <c:pt idx="2300">
                  <c:v>1.1179410117708606E-2</c:v>
                </c:pt>
                <c:pt idx="2301">
                  <c:v>1.1602397942178946E-2</c:v>
                </c:pt>
                <c:pt idx="2302">
                  <c:v>1.1640999741773891E-2</c:v>
                </c:pt>
                <c:pt idx="2303">
                  <c:v>1.1702900189846207E-2</c:v>
                </c:pt>
                <c:pt idx="2304">
                  <c:v>1.1470150101236441E-2</c:v>
                </c:pt>
                <c:pt idx="2305">
                  <c:v>1.1186723036219651E-2</c:v>
                </c:pt>
                <c:pt idx="2306">
                  <c:v>1.1177962382618103E-2</c:v>
                </c:pt>
                <c:pt idx="2307">
                  <c:v>1.1169412038007545E-2</c:v>
                </c:pt>
                <c:pt idx="2308">
                  <c:v>1.1266101704395966E-2</c:v>
                </c:pt>
                <c:pt idx="2309">
                  <c:v>1.1254422093849767E-2</c:v>
                </c:pt>
                <c:pt idx="2310">
                  <c:v>1.1774499479945282E-2</c:v>
                </c:pt>
                <c:pt idx="2311">
                  <c:v>1.1846988824333431E-2</c:v>
                </c:pt>
                <c:pt idx="2312">
                  <c:v>1.298532676672896E-2</c:v>
                </c:pt>
                <c:pt idx="2313">
                  <c:v>2.2107260034612327E-2</c:v>
                </c:pt>
                <c:pt idx="2314">
                  <c:v>2.3465887483111784E-2</c:v>
                </c:pt>
                <c:pt idx="2315">
                  <c:v>2.4524628507488429E-2</c:v>
                </c:pt>
                <c:pt idx="2316">
                  <c:v>2.3984030176918535E-2</c:v>
                </c:pt>
                <c:pt idx="2317">
                  <c:v>2.4102185800481134E-2</c:v>
                </c:pt>
                <c:pt idx="2318">
                  <c:v>2.4025040582733654E-2</c:v>
                </c:pt>
                <c:pt idx="2319">
                  <c:v>2.3828036846969415E-2</c:v>
                </c:pt>
                <c:pt idx="2320">
                  <c:v>2.3832151771663753E-2</c:v>
                </c:pt>
                <c:pt idx="2321">
                  <c:v>2.3825484928378247E-2</c:v>
                </c:pt>
                <c:pt idx="2322">
                  <c:v>2.3709630685724976E-2</c:v>
                </c:pt>
                <c:pt idx="2323">
                  <c:v>2.3759400862701105E-2</c:v>
                </c:pt>
                <c:pt idx="2324">
                  <c:v>2.3702437211434235E-2</c:v>
                </c:pt>
                <c:pt idx="2325">
                  <c:v>2.3677924547118829E-2</c:v>
                </c:pt>
                <c:pt idx="2326">
                  <c:v>2.3698571936854391E-2</c:v>
                </c:pt>
                <c:pt idx="2327">
                  <c:v>2.3672070123774938E-2</c:v>
                </c:pt>
                <c:pt idx="2328">
                  <c:v>2.3654551095806824E-2</c:v>
                </c:pt>
                <c:pt idx="2329">
                  <c:v>2.3612939359342631E-2</c:v>
                </c:pt>
                <c:pt idx="2330">
                  <c:v>2.3621825489509043E-2</c:v>
                </c:pt>
                <c:pt idx="2331">
                  <c:v>2.3258596620204665E-2</c:v>
                </c:pt>
                <c:pt idx="2332">
                  <c:v>2.3365431780512869E-2</c:v>
                </c:pt>
                <c:pt idx="2333">
                  <c:v>2.3000024361671974E-2</c:v>
                </c:pt>
                <c:pt idx="2334">
                  <c:v>1.1576564068820096E-2</c:v>
                </c:pt>
                <c:pt idx="2335">
                  <c:v>9.4227706264061965E-3</c:v>
                </c:pt>
                <c:pt idx="2336">
                  <c:v>7.5429682869155162E-3</c:v>
                </c:pt>
                <c:pt idx="2337">
                  <c:v>6.3941251425372212E-3</c:v>
                </c:pt>
                <c:pt idx="2338">
                  <c:v>6.5656588273517837E-3</c:v>
                </c:pt>
                <c:pt idx="2339">
                  <c:v>6.5939377060128864E-3</c:v>
                </c:pt>
                <c:pt idx="2340">
                  <c:v>6.2914791366178221E-3</c:v>
                </c:pt>
                <c:pt idx="2341">
                  <c:v>6.2552501233058E-3</c:v>
                </c:pt>
                <c:pt idx="2342">
                  <c:v>6.1798832188766379E-3</c:v>
                </c:pt>
                <c:pt idx="2343">
                  <c:v>6.6803939549701201E-3</c:v>
                </c:pt>
                <c:pt idx="2344">
                  <c:v>8.474128818502031E-3</c:v>
                </c:pt>
                <c:pt idx="2345">
                  <c:v>8.5897279177279424E-3</c:v>
                </c:pt>
                <c:pt idx="2346">
                  <c:v>8.8258003067656493E-3</c:v>
                </c:pt>
                <c:pt idx="2347">
                  <c:v>9.5689256998963135E-3</c:v>
                </c:pt>
                <c:pt idx="2348">
                  <c:v>9.6101440640705658E-3</c:v>
                </c:pt>
                <c:pt idx="2349">
                  <c:v>9.7868686629376707E-3</c:v>
                </c:pt>
                <c:pt idx="2350">
                  <c:v>9.7656507479744435E-3</c:v>
                </c:pt>
                <c:pt idx="2351">
                  <c:v>9.7733758267455149E-3</c:v>
                </c:pt>
                <c:pt idx="2352">
                  <c:v>9.3976455017328701E-3</c:v>
                </c:pt>
                <c:pt idx="2353">
                  <c:v>9.631925981090611E-3</c:v>
                </c:pt>
                <c:pt idx="2354">
                  <c:v>9.5822658173519079E-3</c:v>
                </c:pt>
                <c:pt idx="2355">
                  <c:v>1.379831117978479E-2</c:v>
                </c:pt>
                <c:pt idx="2356">
                  <c:v>1.3610396224235996E-2</c:v>
                </c:pt>
                <c:pt idx="2357">
                  <c:v>1.5233642697472363E-2</c:v>
                </c:pt>
                <c:pt idx="2358">
                  <c:v>1.522001472181566E-2</c:v>
                </c:pt>
                <c:pt idx="2359">
                  <c:v>1.5201665051598137E-2</c:v>
                </c:pt>
                <c:pt idx="2360">
                  <c:v>1.5111909803742695E-2</c:v>
                </c:pt>
                <c:pt idx="2361">
                  <c:v>1.5317011759719834E-2</c:v>
                </c:pt>
                <c:pt idx="2362">
                  <c:v>1.5260214253601209E-2</c:v>
                </c:pt>
                <c:pt idx="2363">
                  <c:v>1.5968654060882315E-2</c:v>
                </c:pt>
                <c:pt idx="2364">
                  <c:v>1.6262247383207376E-2</c:v>
                </c:pt>
                <c:pt idx="2365">
                  <c:v>1.5417996640954288E-2</c:v>
                </c:pt>
                <c:pt idx="2366">
                  <c:v>1.5509530006906221E-2</c:v>
                </c:pt>
                <c:pt idx="2367">
                  <c:v>1.5335286621944133E-2</c:v>
                </c:pt>
                <c:pt idx="2368">
                  <c:v>1.4917189060712505E-2</c:v>
                </c:pt>
                <c:pt idx="2369">
                  <c:v>1.4896783704884356E-2</c:v>
                </c:pt>
                <c:pt idx="2370">
                  <c:v>1.4920816820708314E-2</c:v>
                </c:pt>
                <c:pt idx="2371">
                  <c:v>1.4790193823017621E-2</c:v>
                </c:pt>
                <c:pt idx="2372">
                  <c:v>1.4734921881801168E-2</c:v>
                </c:pt>
                <c:pt idx="2373">
                  <c:v>1.4742052325036415E-2</c:v>
                </c:pt>
                <c:pt idx="2374">
                  <c:v>1.4580458116382124E-2</c:v>
                </c:pt>
                <c:pt idx="2375">
                  <c:v>1.4458844058076174E-2</c:v>
                </c:pt>
                <c:pt idx="2376">
                  <c:v>9.6613776049800943E-3</c:v>
                </c:pt>
                <c:pt idx="2377">
                  <c:v>9.6060818601031838E-3</c:v>
                </c:pt>
                <c:pt idx="2378">
                  <c:v>8.5213041260520529E-3</c:v>
                </c:pt>
                <c:pt idx="2379">
                  <c:v>8.7857408634676101E-3</c:v>
                </c:pt>
                <c:pt idx="2380">
                  <c:v>8.9972739651055511E-3</c:v>
                </c:pt>
                <c:pt idx="2381">
                  <c:v>9.2773215660804723E-3</c:v>
                </c:pt>
                <c:pt idx="2382">
                  <c:v>8.7812227760296815E-3</c:v>
                </c:pt>
                <c:pt idx="2383">
                  <c:v>8.5702142266165099E-3</c:v>
                </c:pt>
                <c:pt idx="2384">
                  <c:v>7.7874804984609681E-3</c:v>
                </c:pt>
                <c:pt idx="2385">
                  <c:v>7.1709833437257411E-3</c:v>
                </c:pt>
                <c:pt idx="2386">
                  <c:v>7.244005505925976E-3</c:v>
                </c:pt>
                <c:pt idx="2387">
                  <c:v>7.4293401823997407E-3</c:v>
                </c:pt>
                <c:pt idx="2388">
                  <c:v>7.7126140304869329E-3</c:v>
                </c:pt>
                <c:pt idx="2389">
                  <c:v>8.0385683524095888E-3</c:v>
                </c:pt>
                <c:pt idx="2390">
                  <c:v>8.1618233196912859E-3</c:v>
                </c:pt>
                <c:pt idx="2391">
                  <c:v>7.9143493025245829E-3</c:v>
                </c:pt>
                <c:pt idx="2392">
                  <c:v>7.991531013033305E-3</c:v>
                </c:pt>
                <c:pt idx="2393">
                  <c:v>7.9019317394523197E-3</c:v>
                </c:pt>
                <c:pt idx="2394">
                  <c:v>7.8573546622490182E-3</c:v>
                </c:pt>
                <c:pt idx="2395">
                  <c:v>8.0203875425099973E-3</c:v>
                </c:pt>
                <c:pt idx="2396">
                  <c:v>9.0412456930201723E-3</c:v>
                </c:pt>
                <c:pt idx="2397">
                  <c:v>9.2657079707846469E-3</c:v>
                </c:pt>
                <c:pt idx="2398">
                  <c:v>1.0479162066558951E-2</c:v>
                </c:pt>
                <c:pt idx="2399">
                  <c:v>1.1442794178043465E-2</c:v>
                </c:pt>
                <c:pt idx="2400">
                  <c:v>1.1738868739399156E-2</c:v>
                </c:pt>
                <c:pt idx="2401">
                  <c:v>1.1428750155168449E-2</c:v>
                </c:pt>
                <c:pt idx="2402">
                  <c:v>1.139972126899285E-2</c:v>
                </c:pt>
                <c:pt idx="2403">
                  <c:v>1.1204858016399786E-2</c:v>
                </c:pt>
                <c:pt idx="2404">
                  <c:v>1.1348177858461478E-2</c:v>
                </c:pt>
                <c:pt idx="2405">
                  <c:v>1.1339195050983209E-2</c:v>
                </c:pt>
                <c:pt idx="2406">
                  <c:v>1.1616309745815522E-2</c:v>
                </c:pt>
                <c:pt idx="2407">
                  <c:v>1.1600264828407975E-2</c:v>
                </c:pt>
                <c:pt idx="2408">
                  <c:v>1.1716315864430695E-2</c:v>
                </c:pt>
                <c:pt idx="2409">
                  <c:v>1.4124763018577234E-2</c:v>
                </c:pt>
                <c:pt idx="2410">
                  <c:v>1.418985442917451E-2</c:v>
                </c:pt>
                <c:pt idx="2411">
                  <c:v>1.4179766063886854E-2</c:v>
                </c:pt>
                <c:pt idx="2412">
                  <c:v>1.4778438187971804E-2</c:v>
                </c:pt>
                <c:pt idx="2413">
                  <c:v>1.5166752107540647E-2</c:v>
                </c:pt>
                <c:pt idx="2414">
                  <c:v>1.5336488858459318E-2</c:v>
                </c:pt>
                <c:pt idx="2415">
                  <c:v>1.5597963310382297E-2</c:v>
                </c:pt>
                <c:pt idx="2416">
                  <c:v>1.5732042856013623E-2</c:v>
                </c:pt>
                <c:pt idx="2417">
                  <c:v>1.5384423212653757E-2</c:v>
                </c:pt>
                <c:pt idx="2418">
                  <c:v>1.582205228340431E-2</c:v>
                </c:pt>
                <c:pt idx="2419">
                  <c:v>1.460600220938057E-2</c:v>
                </c:pt>
                <c:pt idx="2420">
                  <c:v>1.4691102054616864E-2</c:v>
                </c:pt>
                <c:pt idx="2421">
                  <c:v>1.45105508565628E-2</c:v>
                </c:pt>
                <c:pt idx="2422">
                  <c:v>1.4953685936395051E-2</c:v>
                </c:pt>
                <c:pt idx="2423">
                  <c:v>1.5050377726470904E-2</c:v>
                </c:pt>
                <c:pt idx="2424">
                  <c:v>1.5159811700179045E-2</c:v>
                </c:pt>
                <c:pt idx="2425">
                  <c:v>1.5894439734524406E-2</c:v>
                </c:pt>
                <c:pt idx="2426">
                  <c:v>1.6108835135235606E-2</c:v>
                </c:pt>
                <c:pt idx="2427">
                  <c:v>1.6004448348057899E-2</c:v>
                </c:pt>
                <c:pt idx="2428">
                  <c:v>1.6254551609065217E-2</c:v>
                </c:pt>
                <c:pt idx="2429">
                  <c:v>1.6053319304381152E-2</c:v>
                </c:pt>
                <c:pt idx="2430">
                  <c:v>1.3932810832278887E-2</c:v>
                </c:pt>
                <c:pt idx="2431">
                  <c:v>1.439904341395735E-2</c:v>
                </c:pt>
                <c:pt idx="2432">
                  <c:v>1.4512551155900799E-2</c:v>
                </c:pt>
                <c:pt idx="2433">
                  <c:v>1.3839985786181492E-2</c:v>
                </c:pt>
                <c:pt idx="2434">
                  <c:v>1.3643137180545165E-2</c:v>
                </c:pt>
                <c:pt idx="2435">
                  <c:v>1.3641378053892723E-2</c:v>
                </c:pt>
                <c:pt idx="2436">
                  <c:v>1.3636359824280065E-2</c:v>
                </c:pt>
                <c:pt idx="2437">
                  <c:v>1.3536226833163344E-2</c:v>
                </c:pt>
                <c:pt idx="2438">
                  <c:v>1.3492655670971285E-2</c:v>
                </c:pt>
                <c:pt idx="2439">
                  <c:v>1.2703362283382699E-2</c:v>
                </c:pt>
                <c:pt idx="2440">
                  <c:v>1.2761149126526377E-2</c:v>
                </c:pt>
                <c:pt idx="2441">
                  <c:v>1.1977388211152127E-2</c:v>
                </c:pt>
                <c:pt idx="2442">
                  <c:v>1.1794479613025443E-2</c:v>
                </c:pt>
                <c:pt idx="2443">
                  <c:v>1.0958163585129018E-2</c:v>
                </c:pt>
                <c:pt idx="2444">
                  <c:v>1.0809598691888165E-2</c:v>
                </c:pt>
                <c:pt idx="2445">
                  <c:v>1.0286924177507368E-2</c:v>
                </c:pt>
                <c:pt idx="2446">
                  <c:v>6.9068548767674976E-3</c:v>
                </c:pt>
                <c:pt idx="2447">
                  <c:v>7.3633761727831702E-3</c:v>
                </c:pt>
                <c:pt idx="2448">
                  <c:v>7.6201304381488663E-3</c:v>
                </c:pt>
                <c:pt idx="2449">
                  <c:v>7.7946431174775385E-3</c:v>
                </c:pt>
                <c:pt idx="2450">
                  <c:v>9.4659101057448149E-3</c:v>
                </c:pt>
                <c:pt idx="2451">
                  <c:v>9.4054934092218136E-3</c:v>
                </c:pt>
                <c:pt idx="2452">
                  <c:v>8.4777918168758779E-3</c:v>
                </c:pt>
                <c:pt idx="2453">
                  <c:v>8.3486037744236186E-3</c:v>
                </c:pt>
                <c:pt idx="2454">
                  <c:v>7.9004827661319499E-3</c:v>
                </c:pt>
                <c:pt idx="2455">
                  <c:v>8.0413835319333958E-3</c:v>
                </c:pt>
                <c:pt idx="2456">
                  <c:v>8.0162268758997221E-3</c:v>
                </c:pt>
                <c:pt idx="2457">
                  <c:v>8.0022177801686457E-3</c:v>
                </c:pt>
                <c:pt idx="2458">
                  <c:v>7.9079690593512001E-3</c:v>
                </c:pt>
                <c:pt idx="2459">
                  <c:v>7.6660480012886193E-3</c:v>
                </c:pt>
                <c:pt idx="2460">
                  <c:v>1.0064953098520436E-2</c:v>
                </c:pt>
                <c:pt idx="2461">
                  <c:v>1.0399108289965485E-2</c:v>
                </c:pt>
                <c:pt idx="2462">
                  <c:v>1.0817867908196974E-2</c:v>
                </c:pt>
                <c:pt idx="2463">
                  <c:v>1.0976005479643579E-2</c:v>
                </c:pt>
                <c:pt idx="2464">
                  <c:v>1.18626307061113E-2</c:v>
                </c:pt>
                <c:pt idx="2465">
                  <c:v>1.4213137560125905E-2</c:v>
                </c:pt>
                <c:pt idx="2466">
                  <c:v>1.5330586592867347E-2</c:v>
                </c:pt>
                <c:pt idx="2467">
                  <c:v>1.5299664972788646E-2</c:v>
                </c:pt>
                <c:pt idx="2468">
                  <c:v>1.6038051227448107E-2</c:v>
                </c:pt>
                <c:pt idx="2469">
                  <c:v>1.6058208307618935E-2</c:v>
                </c:pt>
                <c:pt idx="2470">
                  <c:v>1.6375676384956801E-2</c:v>
                </c:pt>
                <c:pt idx="2471">
                  <c:v>1.6430653608046193E-2</c:v>
                </c:pt>
                <c:pt idx="2472">
                  <c:v>1.6668869875499884E-2</c:v>
                </c:pt>
                <c:pt idx="2473">
                  <c:v>1.6942114730568045E-2</c:v>
                </c:pt>
                <c:pt idx="2474">
                  <c:v>1.7475222480000292E-2</c:v>
                </c:pt>
                <c:pt idx="2475">
                  <c:v>1.8898613997369577E-2</c:v>
                </c:pt>
                <c:pt idx="2476">
                  <c:v>1.9067318436315452E-2</c:v>
                </c:pt>
                <c:pt idx="2477">
                  <c:v>2.0815142172732629E-2</c:v>
                </c:pt>
                <c:pt idx="2478">
                  <c:v>2.0561625325800127E-2</c:v>
                </c:pt>
                <c:pt idx="2479">
                  <c:v>2.1255458015593739E-2</c:v>
                </c:pt>
                <c:pt idx="2480">
                  <c:v>2.1349821244933117E-2</c:v>
                </c:pt>
                <c:pt idx="2481">
                  <c:v>2.0800002316901885E-2</c:v>
                </c:pt>
                <c:pt idx="2482">
                  <c:v>2.0695201889249323E-2</c:v>
                </c:pt>
                <c:pt idx="2483">
                  <c:v>2.1112016269055255E-2</c:v>
                </c:pt>
                <c:pt idx="2484">
                  <c:v>2.097867415136247E-2</c:v>
                </c:pt>
                <c:pt idx="2485">
                  <c:v>2.0284828080135694E-2</c:v>
                </c:pt>
                <c:pt idx="2486">
                  <c:v>1.8751576624571969E-2</c:v>
                </c:pt>
                <c:pt idx="2487">
                  <c:v>1.95245164886256E-2</c:v>
                </c:pt>
                <c:pt idx="2488">
                  <c:v>1.9422536880233054E-2</c:v>
                </c:pt>
                <c:pt idx="2489">
                  <c:v>1.8862041274772371E-2</c:v>
                </c:pt>
                <c:pt idx="2490">
                  <c:v>1.9961249921994266E-2</c:v>
                </c:pt>
                <c:pt idx="2491">
                  <c:v>1.9636086434987834E-2</c:v>
                </c:pt>
                <c:pt idx="2492">
                  <c:v>1.941008520918094E-2</c:v>
                </c:pt>
                <c:pt idx="2493">
                  <c:v>2.033381493783409E-2</c:v>
                </c:pt>
                <c:pt idx="2494">
                  <c:v>2.0465707284338941E-2</c:v>
                </c:pt>
                <c:pt idx="2495">
                  <c:v>2.0006911816483668E-2</c:v>
                </c:pt>
                <c:pt idx="2496">
                  <c:v>1.8439265605417875E-2</c:v>
                </c:pt>
                <c:pt idx="2497">
                  <c:v>1.8092128823333848E-2</c:v>
                </c:pt>
                <c:pt idx="2498">
                  <c:v>1.6473962874265346E-2</c:v>
                </c:pt>
                <c:pt idx="2499">
                  <c:v>1.737288906633579E-2</c:v>
                </c:pt>
                <c:pt idx="2500">
                  <c:v>1.6290172938944598E-2</c:v>
                </c:pt>
                <c:pt idx="2501">
                  <c:v>1.6396662498419982E-2</c:v>
                </c:pt>
                <c:pt idx="2502">
                  <c:v>1.7795800132209157E-2</c:v>
                </c:pt>
                <c:pt idx="2503">
                  <c:v>1.7900962541100861E-2</c:v>
                </c:pt>
                <c:pt idx="2504">
                  <c:v>1.7341197476139106E-2</c:v>
                </c:pt>
                <c:pt idx="2505">
                  <c:v>1.7649216525493491E-2</c:v>
                </c:pt>
                <c:pt idx="2506">
                  <c:v>1.7649607217309887E-2</c:v>
                </c:pt>
                <c:pt idx="2507">
                  <c:v>1.7299566451250144E-2</c:v>
                </c:pt>
                <c:pt idx="2508">
                  <c:v>1.5953711940096666E-2</c:v>
                </c:pt>
                <c:pt idx="2509">
                  <c:v>1.6054895903615574E-2</c:v>
                </c:pt>
                <c:pt idx="2510">
                  <c:v>1.7363458780264171E-2</c:v>
                </c:pt>
                <c:pt idx="2511">
                  <c:v>1.6414222671608813E-2</c:v>
                </c:pt>
                <c:pt idx="2512">
                  <c:v>1.6461553976954695E-2</c:v>
                </c:pt>
                <c:pt idx="2513">
                  <c:v>1.6462436777196502E-2</c:v>
                </c:pt>
                <c:pt idx="2514">
                  <c:v>1.590418716777094E-2</c:v>
                </c:pt>
                <c:pt idx="2515">
                  <c:v>1.6142643268392886E-2</c:v>
                </c:pt>
                <c:pt idx="2516">
                  <c:v>1.6254429703126985E-2</c:v>
                </c:pt>
                <c:pt idx="2517">
                  <c:v>1.6192684171922368E-2</c:v>
                </c:pt>
              </c:numCache>
            </c:numRef>
          </c:val>
          <c:smooth val="0"/>
          <c:extLst>
            <c:ext xmlns:c16="http://schemas.microsoft.com/office/drawing/2014/chart" uri="{C3380CC4-5D6E-409C-BE32-E72D297353CC}">
              <c16:uniqueId val="{00000002-598F-9041-96C9-0D759121EF1A}"/>
            </c:ext>
          </c:extLst>
        </c:ser>
        <c:ser>
          <c:idx val="3"/>
          <c:order val="3"/>
          <c:tx>
            <c:strRef>
              <c:f>'[India-Databook.xlsx]Volatility Analysis'!$BQ$5:$BQ$26</c:f>
              <c:strCache>
                <c:ptCount val="22"/>
                <c:pt idx="0">
                  <c:v>BSE SENSEX</c:v>
                </c:pt>
              </c:strCache>
            </c:strRef>
          </c:tx>
          <c:spPr>
            <a:ln w="12700" cap="rnd">
              <a:solidFill>
                <a:schemeClr val="accent4"/>
              </a:solidFill>
              <a:round/>
            </a:ln>
            <a:effectLst>
              <a:outerShdw blurRad="50800" dist="38100" dir="2700000" algn="tl" rotWithShape="0">
                <a:prstClr val="black">
                  <a:alpha val="40000"/>
                </a:prstClr>
              </a:outerShdw>
            </a:effectLst>
          </c:spPr>
          <c:marker>
            <c:symbol val="none"/>
          </c:marker>
          <c:cat>
            <c:numRef>
              <c:f>'[India-Databook.xlsx]Volatility Analysis'!$BM$27:$BM$2544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'[India-Databook.xlsx]Volatility Analysis'!$BQ$27:$BQ$2544</c:f>
              <c:numCache>
                <c:formatCode>0.00%</c:formatCode>
                <c:ptCount val="2518"/>
                <c:pt idx="0">
                  <c:v>1.2252240721726993E-2</c:v>
                </c:pt>
                <c:pt idx="1">
                  <c:v>1.199419241735431E-2</c:v>
                </c:pt>
                <c:pt idx="2">
                  <c:v>1.1808614339958484E-2</c:v>
                </c:pt>
                <c:pt idx="3">
                  <c:v>1.1856138003769496E-2</c:v>
                </c:pt>
                <c:pt idx="4">
                  <c:v>9.2743482995971752E-3</c:v>
                </c:pt>
                <c:pt idx="5">
                  <c:v>9.3384232813066344E-3</c:v>
                </c:pt>
                <c:pt idx="6">
                  <c:v>9.999048638296407E-3</c:v>
                </c:pt>
                <c:pt idx="7">
                  <c:v>9.956077401878996E-3</c:v>
                </c:pt>
                <c:pt idx="8">
                  <c:v>9.9878149095367387E-3</c:v>
                </c:pt>
                <c:pt idx="9">
                  <c:v>9.9758942835806216E-3</c:v>
                </c:pt>
                <c:pt idx="10">
                  <c:v>1.0034086478481067E-2</c:v>
                </c:pt>
                <c:pt idx="11">
                  <c:v>8.4447954343040473E-3</c:v>
                </c:pt>
                <c:pt idx="12">
                  <c:v>8.501788082421231E-3</c:v>
                </c:pt>
                <c:pt idx="13">
                  <c:v>8.4994891543179827E-3</c:v>
                </c:pt>
                <c:pt idx="14">
                  <c:v>7.8646534458766282E-3</c:v>
                </c:pt>
                <c:pt idx="15">
                  <c:v>8.1002065507239027E-3</c:v>
                </c:pt>
                <c:pt idx="16">
                  <c:v>8.0546456510223307E-3</c:v>
                </c:pt>
                <c:pt idx="17">
                  <c:v>7.7633587074846886E-3</c:v>
                </c:pt>
                <c:pt idx="18">
                  <c:v>7.5962099547717942E-3</c:v>
                </c:pt>
                <c:pt idx="19">
                  <c:v>8.530812789351503E-3</c:v>
                </c:pt>
                <c:pt idx="20">
                  <c:v>8.5512921968875551E-3</c:v>
                </c:pt>
                <c:pt idx="21">
                  <c:v>7.7164344335637633E-3</c:v>
                </c:pt>
                <c:pt idx="22">
                  <c:v>7.7427906796072987E-3</c:v>
                </c:pt>
                <c:pt idx="23">
                  <c:v>7.8664401827003363E-3</c:v>
                </c:pt>
                <c:pt idx="24">
                  <c:v>7.7990657333420789E-3</c:v>
                </c:pt>
                <c:pt idx="25">
                  <c:v>9.0967540058296947E-3</c:v>
                </c:pt>
                <c:pt idx="26">
                  <c:v>9.0985593566291767E-3</c:v>
                </c:pt>
                <c:pt idx="27">
                  <c:v>8.2296124974822176E-3</c:v>
                </c:pt>
                <c:pt idx="28">
                  <c:v>8.4099286498366174E-3</c:v>
                </c:pt>
                <c:pt idx="29">
                  <c:v>8.9819289900147873E-3</c:v>
                </c:pt>
                <c:pt idx="30">
                  <c:v>8.7223349185407556E-3</c:v>
                </c:pt>
                <c:pt idx="31">
                  <c:v>8.7478461738765036E-3</c:v>
                </c:pt>
                <c:pt idx="32">
                  <c:v>8.7661561536584269E-3</c:v>
                </c:pt>
                <c:pt idx="33">
                  <c:v>8.6601046749857323E-3</c:v>
                </c:pt>
                <c:pt idx="34">
                  <c:v>8.6315489836496576E-3</c:v>
                </c:pt>
                <c:pt idx="35">
                  <c:v>8.5269156467114218E-3</c:v>
                </c:pt>
                <c:pt idx="36">
                  <c:v>8.3718041732938151E-3</c:v>
                </c:pt>
                <c:pt idx="37">
                  <c:v>8.3547011648527139E-3</c:v>
                </c:pt>
                <c:pt idx="38">
                  <c:v>9.600102771197357E-3</c:v>
                </c:pt>
                <c:pt idx="39">
                  <c:v>9.4994411533999672E-3</c:v>
                </c:pt>
                <c:pt idx="40">
                  <c:v>9.742775478063426E-3</c:v>
                </c:pt>
                <c:pt idx="41">
                  <c:v>9.6213141743638399E-3</c:v>
                </c:pt>
                <c:pt idx="42">
                  <c:v>9.9742615620666206E-3</c:v>
                </c:pt>
                <c:pt idx="43">
                  <c:v>1.0144248561639795E-2</c:v>
                </c:pt>
                <c:pt idx="44">
                  <c:v>1.0075486097934992E-2</c:v>
                </c:pt>
                <c:pt idx="45">
                  <c:v>1.0200301594144598E-2</c:v>
                </c:pt>
                <c:pt idx="46">
                  <c:v>9.2909673316953611E-3</c:v>
                </c:pt>
                <c:pt idx="47">
                  <c:v>9.2267792930178002E-3</c:v>
                </c:pt>
                <c:pt idx="48">
                  <c:v>9.2862538827847389E-3</c:v>
                </c:pt>
                <c:pt idx="49">
                  <c:v>9.2596958865250843E-3</c:v>
                </c:pt>
                <c:pt idx="50">
                  <c:v>8.7099942261682686E-3</c:v>
                </c:pt>
                <c:pt idx="51">
                  <c:v>8.8743684158979382E-3</c:v>
                </c:pt>
                <c:pt idx="52">
                  <c:v>9.5056535863097501E-3</c:v>
                </c:pt>
                <c:pt idx="53">
                  <c:v>9.5855140528623792E-3</c:v>
                </c:pt>
                <c:pt idx="54">
                  <c:v>9.7511502585018225E-3</c:v>
                </c:pt>
                <c:pt idx="55">
                  <c:v>9.7001924510281817E-3</c:v>
                </c:pt>
                <c:pt idx="56">
                  <c:v>9.9329980841020449E-3</c:v>
                </c:pt>
                <c:pt idx="57">
                  <c:v>1.0095150984893074E-2</c:v>
                </c:pt>
                <c:pt idx="58">
                  <c:v>1.0314499749325343E-2</c:v>
                </c:pt>
                <c:pt idx="59">
                  <c:v>9.0867048129947749E-3</c:v>
                </c:pt>
                <c:pt idx="60">
                  <c:v>9.2329316110881555E-3</c:v>
                </c:pt>
                <c:pt idx="61">
                  <c:v>9.1230826974210873E-3</c:v>
                </c:pt>
                <c:pt idx="62">
                  <c:v>9.1259591964994186E-3</c:v>
                </c:pt>
                <c:pt idx="63">
                  <c:v>1.0279740457315483E-2</c:v>
                </c:pt>
                <c:pt idx="64">
                  <c:v>9.9547350411472394E-3</c:v>
                </c:pt>
                <c:pt idx="65">
                  <c:v>1.106243488555839E-2</c:v>
                </c:pt>
                <c:pt idx="66">
                  <c:v>1.152788608391013E-2</c:v>
                </c:pt>
                <c:pt idx="67">
                  <c:v>1.2226293073503943E-2</c:v>
                </c:pt>
                <c:pt idx="68">
                  <c:v>1.2783717887947748E-2</c:v>
                </c:pt>
                <c:pt idx="69">
                  <c:v>1.264214107762318E-2</c:v>
                </c:pt>
                <c:pt idx="70">
                  <c:v>1.2677197776514037E-2</c:v>
                </c:pt>
                <c:pt idx="71">
                  <c:v>1.3116327200796715E-2</c:v>
                </c:pt>
                <c:pt idx="72">
                  <c:v>1.3038184037113335E-2</c:v>
                </c:pt>
                <c:pt idx="73">
                  <c:v>1.2448532311015925E-2</c:v>
                </c:pt>
                <c:pt idx="74">
                  <c:v>1.2332315377690944E-2</c:v>
                </c:pt>
                <c:pt idx="75">
                  <c:v>1.227151109987451E-2</c:v>
                </c:pt>
                <c:pt idx="76">
                  <c:v>1.2465253341826899E-2</c:v>
                </c:pt>
                <c:pt idx="77">
                  <c:v>1.2265175154350896E-2</c:v>
                </c:pt>
                <c:pt idx="78">
                  <c:v>1.2060726343069168E-2</c:v>
                </c:pt>
                <c:pt idx="79">
                  <c:v>1.1956030257348059E-2</c:v>
                </c:pt>
                <c:pt idx="80">
                  <c:v>1.2107994366349854E-2</c:v>
                </c:pt>
                <c:pt idx="81">
                  <c:v>1.1932044672682142E-2</c:v>
                </c:pt>
                <c:pt idx="82">
                  <c:v>1.2528995970428307E-2</c:v>
                </c:pt>
                <c:pt idx="83">
                  <c:v>1.2819752081063481E-2</c:v>
                </c:pt>
                <c:pt idx="84">
                  <c:v>1.1429047332263262E-2</c:v>
                </c:pt>
                <c:pt idx="85">
                  <c:v>1.1388893279237266E-2</c:v>
                </c:pt>
                <c:pt idx="86">
                  <c:v>1.0720802327615252E-2</c:v>
                </c:pt>
                <c:pt idx="87">
                  <c:v>1.0090376452163685E-2</c:v>
                </c:pt>
                <c:pt idx="88">
                  <c:v>9.3850676747037655E-3</c:v>
                </c:pt>
                <c:pt idx="89">
                  <c:v>9.5555740704543445E-3</c:v>
                </c:pt>
                <c:pt idx="90">
                  <c:v>9.5870391839915029E-3</c:v>
                </c:pt>
                <c:pt idx="91">
                  <c:v>9.6479491106277251E-3</c:v>
                </c:pt>
                <c:pt idx="92">
                  <c:v>9.1407266995231305E-3</c:v>
                </c:pt>
                <c:pt idx="93">
                  <c:v>9.2743487066024137E-3</c:v>
                </c:pt>
                <c:pt idx="94">
                  <c:v>9.4688364103656525E-3</c:v>
                </c:pt>
                <c:pt idx="95">
                  <c:v>9.6525554119683502E-3</c:v>
                </c:pt>
                <c:pt idx="96">
                  <c:v>1.0187418829601351E-2</c:v>
                </c:pt>
                <c:pt idx="97">
                  <c:v>9.8916913508744677E-3</c:v>
                </c:pt>
                <c:pt idx="98">
                  <c:v>9.8647633624007764E-3</c:v>
                </c:pt>
                <c:pt idx="99">
                  <c:v>9.9393276910507526E-3</c:v>
                </c:pt>
                <c:pt idx="100">
                  <c:v>9.953699409762061E-3</c:v>
                </c:pt>
                <c:pt idx="101">
                  <c:v>9.7127783237868238E-3</c:v>
                </c:pt>
                <c:pt idx="102">
                  <c:v>9.7770345754545716E-3</c:v>
                </c:pt>
                <c:pt idx="103">
                  <c:v>8.2998507355616872E-3</c:v>
                </c:pt>
                <c:pt idx="104">
                  <c:v>7.6913929244802788E-3</c:v>
                </c:pt>
                <c:pt idx="105">
                  <c:v>7.6945181144823377E-3</c:v>
                </c:pt>
                <c:pt idx="106">
                  <c:v>7.6504587718089429E-3</c:v>
                </c:pt>
                <c:pt idx="107">
                  <c:v>7.2317638545141985E-3</c:v>
                </c:pt>
                <c:pt idx="108">
                  <c:v>8.418834548851728E-3</c:v>
                </c:pt>
                <c:pt idx="109">
                  <c:v>8.0969106609503436E-3</c:v>
                </c:pt>
                <c:pt idx="110">
                  <c:v>6.8550805804413221E-3</c:v>
                </c:pt>
                <c:pt idx="111">
                  <c:v>7.1032881009379691E-3</c:v>
                </c:pt>
                <c:pt idx="112">
                  <c:v>7.102473549849002E-3</c:v>
                </c:pt>
                <c:pt idx="113">
                  <c:v>7.2662215861679343E-3</c:v>
                </c:pt>
                <c:pt idx="114">
                  <c:v>7.3662360773348399E-3</c:v>
                </c:pt>
                <c:pt idx="115">
                  <c:v>7.1608063022069925E-3</c:v>
                </c:pt>
                <c:pt idx="116">
                  <c:v>7.1104721124568638E-3</c:v>
                </c:pt>
                <c:pt idx="117">
                  <c:v>6.7647789719151932E-3</c:v>
                </c:pt>
                <c:pt idx="118">
                  <c:v>7.1479807287799166E-3</c:v>
                </c:pt>
                <c:pt idx="119">
                  <c:v>7.2167455107364741E-3</c:v>
                </c:pt>
                <c:pt idx="120">
                  <c:v>7.4562682273689703E-3</c:v>
                </c:pt>
                <c:pt idx="121">
                  <c:v>8.6225913521326327E-3</c:v>
                </c:pt>
                <c:pt idx="122">
                  <c:v>8.5621115723858547E-3</c:v>
                </c:pt>
                <c:pt idx="123">
                  <c:v>8.5312043141814557E-3</c:v>
                </c:pt>
                <c:pt idx="124">
                  <c:v>8.3802915771370255E-3</c:v>
                </c:pt>
                <c:pt idx="125">
                  <c:v>8.9988334013055317E-3</c:v>
                </c:pt>
                <c:pt idx="126">
                  <c:v>8.9439397807275049E-3</c:v>
                </c:pt>
                <c:pt idx="127">
                  <c:v>8.9428937537923484E-3</c:v>
                </c:pt>
                <c:pt idx="128">
                  <c:v>9.0199216779955193E-3</c:v>
                </c:pt>
                <c:pt idx="129">
                  <c:v>8.1098237730515745E-3</c:v>
                </c:pt>
                <c:pt idx="130">
                  <c:v>8.0589556223797515E-3</c:v>
                </c:pt>
                <c:pt idx="131">
                  <c:v>8.1451859756692963E-3</c:v>
                </c:pt>
                <c:pt idx="132">
                  <c:v>8.0385429944869521E-3</c:v>
                </c:pt>
                <c:pt idx="133">
                  <c:v>8.4945598544652074E-3</c:v>
                </c:pt>
                <c:pt idx="134">
                  <c:v>8.1876909427646971E-3</c:v>
                </c:pt>
                <c:pt idx="135">
                  <c:v>9.0340065906613434E-3</c:v>
                </c:pt>
                <c:pt idx="136">
                  <c:v>9.1266124093265788E-3</c:v>
                </c:pt>
                <c:pt idx="137">
                  <c:v>9.1270919216964522E-3</c:v>
                </c:pt>
                <c:pt idx="138">
                  <c:v>9.0136097374515743E-3</c:v>
                </c:pt>
                <c:pt idx="139">
                  <c:v>8.9022148391265099E-3</c:v>
                </c:pt>
                <c:pt idx="140">
                  <c:v>9.0190829840449196E-3</c:v>
                </c:pt>
                <c:pt idx="141">
                  <c:v>1.5454284651417769E-2</c:v>
                </c:pt>
                <c:pt idx="142">
                  <c:v>1.537079861977942E-2</c:v>
                </c:pt>
                <c:pt idx="143">
                  <c:v>1.5511841103650826E-2</c:v>
                </c:pt>
                <c:pt idx="144">
                  <c:v>1.6256959173132659E-2</c:v>
                </c:pt>
                <c:pt idx="145">
                  <c:v>1.6280741036960488E-2</c:v>
                </c:pt>
                <c:pt idx="146">
                  <c:v>1.5810926382486531E-2</c:v>
                </c:pt>
                <c:pt idx="147">
                  <c:v>1.6292654058520706E-2</c:v>
                </c:pt>
                <c:pt idx="148">
                  <c:v>1.6331183261967992E-2</c:v>
                </c:pt>
                <c:pt idx="149">
                  <c:v>1.6604386853240411E-2</c:v>
                </c:pt>
                <c:pt idx="150">
                  <c:v>1.6956233832107693E-2</c:v>
                </c:pt>
                <c:pt idx="151">
                  <c:v>1.7003630774098926E-2</c:v>
                </c:pt>
                <c:pt idx="152">
                  <c:v>1.772263202895422E-2</c:v>
                </c:pt>
                <c:pt idx="153">
                  <c:v>1.826000960754405E-2</c:v>
                </c:pt>
                <c:pt idx="154">
                  <c:v>1.8142214620610587E-2</c:v>
                </c:pt>
                <c:pt idx="155">
                  <c:v>1.8123221323601973E-2</c:v>
                </c:pt>
                <c:pt idx="156">
                  <c:v>1.7671316822921147E-2</c:v>
                </c:pt>
                <c:pt idx="157">
                  <c:v>1.766483428223601E-2</c:v>
                </c:pt>
                <c:pt idx="158">
                  <c:v>1.7915072448757369E-2</c:v>
                </c:pt>
                <c:pt idx="159">
                  <c:v>1.8083000609521168E-2</c:v>
                </c:pt>
                <c:pt idx="160">
                  <c:v>1.7974212475158794E-2</c:v>
                </c:pt>
                <c:pt idx="161">
                  <c:v>1.8369429405594388E-2</c:v>
                </c:pt>
                <c:pt idx="162">
                  <c:v>1.3130787191472676E-2</c:v>
                </c:pt>
                <c:pt idx="163">
                  <c:v>1.2891832460926924E-2</c:v>
                </c:pt>
                <c:pt idx="164">
                  <c:v>1.2782362031323893E-2</c:v>
                </c:pt>
                <c:pt idx="165">
                  <c:v>1.2027620240069183E-2</c:v>
                </c:pt>
                <c:pt idx="166">
                  <c:v>1.2405139636612841E-2</c:v>
                </c:pt>
                <c:pt idx="167">
                  <c:v>1.2388883046857984E-2</c:v>
                </c:pt>
                <c:pt idx="168">
                  <c:v>1.2138626501696281E-2</c:v>
                </c:pt>
                <c:pt idx="169">
                  <c:v>1.1867263786691555E-2</c:v>
                </c:pt>
                <c:pt idx="170">
                  <c:v>1.1672543899577774E-2</c:v>
                </c:pt>
                <c:pt idx="171">
                  <c:v>1.0527162834046191E-2</c:v>
                </c:pt>
                <c:pt idx="172">
                  <c:v>9.9843737242372426E-3</c:v>
                </c:pt>
                <c:pt idx="173">
                  <c:v>9.7743823538728371E-3</c:v>
                </c:pt>
                <c:pt idx="174">
                  <c:v>9.3638987392735719E-3</c:v>
                </c:pt>
                <c:pt idx="175">
                  <c:v>9.326829818694005E-3</c:v>
                </c:pt>
                <c:pt idx="176">
                  <c:v>9.4088078741155802E-3</c:v>
                </c:pt>
                <c:pt idx="177">
                  <c:v>9.3421089807581813E-3</c:v>
                </c:pt>
                <c:pt idx="178">
                  <c:v>9.1632150140030979E-3</c:v>
                </c:pt>
                <c:pt idx="179">
                  <c:v>9.0815686935935523E-3</c:v>
                </c:pt>
                <c:pt idx="180">
                  <c:v>8.9433162665826602E-3</c:v>
                </c:pt>
                <c:pt idx="181">
                  <c:v>8.9747270932214809E-3</c:v>
                </c:pt>
                <c:pt idx="182">
                  <c:v>7.4489009825178453E-3</c:v>
                </c:pt>
                <c:pt idx="183">
                  <c:v>7.5560180225917309E-3</c:v>
                </c:pt>
                <c:pt idx="184">
                  <c:v>7.8900588674641579E-3</c:v>
                </c:pt>
                <c:pt idx="185">
                  <c:v>7.7476503512948439E-3</c:v>
                </c:pt>
                <c:pt idx="186">
                  <c:v>7.9266626081488517E-3</c:v>
                </c:pt>
                <c:pt idx="187">
                  <c:v>7.4192981742684161E-3</c:v>
                </c:pt>
                <c:pt idx="188">
                  <c:v>7.4091676428782362E-3</c:v>
                </c:pt>
                <c:pt idx="189">
                  <c:v>5.667387049951224E-3</c:v>
                </c:pt>
                <c:pt idx="190">
                  <c:v>5.8213836006157796E-3</c:v>
                </c:pt>
                <c:pt idx="191">
                  <c:v>5.7106743979017417E-3</c:v>
                </c:pt>
                <c:pt idx="192">
                  <c:v>5.6435780067236622E-3</c:v>
                </c:pt>
                <c:pt idx="193">
                  <c:v>5.8528563330422648E-3</c:v>
                </c:pt>
                <c:pt idx="194">
                  <c:v>5.9754286740455595E-3</c:v>
                </c:pt>
                <c:pt idx="195">
                  <c:v>6.2284275069761927E-3</c:v>
                </c:pt>
                <c:pt idx="196">
                  <c:v>6.4697817432752347E-3</c:v>
                </c:pt>
                <c:pt idx="197">
                  <c:v>6.1728344927342253E-3</c:v>
                </c:pt>
                <c:pt idx="198">
                  <c:v>6.3501631186221163E-3</c:v>
                </c:pt>
                <c:pt idx="199">
                  <c:v>7.1567148227253347E-3</c:v>
                </c:pt>
                <c:pt idx="200">
                  <c:v>7.2017233825808335E-3</c:v>
                </c:pt>
                <c:pt idx="201">
                  <c:v>7.1910369262099521E-3</c:v>
                </c:pt>
                <c:pt idx="202">
                  <c:v>6.8739864245817624E-3</c:v>
                </c:pt>
                <c:pt idx="203">
                  <c:v>7.2124568923701846E-3</c:v>
                </c:pt>
                <c:pt idx="204">
                  <c:v>7.4621742333929294E-3</c:v>
                </c:pt>
                <c:pt idx="205">
                  <c:v>7.359638875201027E-3</c:v>
                </c:pt>
                <c:pt idx="206">
                  <c:v>7.2498842340662437E-3</c:v>
                </c:pt>
                <c:pt idx="207">
                  <c:v>7.1404369116678567E-3</c:v>
                </c:pt>
                <c:pt idx="208">
                  <c:v>7.325831983610533E-3</c:v>
                </c:pt>
                <c:pt idx="209">
                  <c:v>7.5266154512962534E-3</c:v>
                </c:pt>
                <c:pt idx="210">
                  <c:v>7.5459148664197891E-3</c:v>
                </c:pt>
                <c:pt idx="211">
                  <c:v>7.5096957324171012E-3</c:v>
                </c:pt>
                <c:pt idx="212">
                  <c:v>7.7621180417424282E-3</c:v>
                </c:pt>
                <c:pt idx="213">
                  <c:v>8.0728560774875335E-3</c:v>
                </c:pt>
                <c:pt idx="214">
                  <c:v>7.6801318471533533E-3</c:v>
                </c:pt>
                <c:pt idx="215">
                  <c:v>7.6579590429762135E-3</c:v>
                </c:pt>
                <c:pt idx="216">
                  <c:v>7.5863362095766355E-3</c:v>
                </c:pt>
                <c:pt idx="217">
                  <c:v>7.6336890037642892E-3</c:v>
                </c:pt>
                <c:pt idx="218">
                  <c:v>8.0667779017127399E-3</c:v>
                </c:pt>
                <c:pt idx="219">
                  <c:v>7.7665501987996656E-3</c:v>
                </c:pt>
                <c:pt idx="220">
                  <c:v>7.3478389016012561E-3</c:v>
                </c:pt>
                <c:pt idx="221">
                  <c:v>7.4370315098013081E-3</c:v>
                </c:pt>
                <c:pt idx="222">
                  <c:v>7.7776568325321014E-3</c:v>
                </c:pt>
                <c:pt idx="223">
                  <c:v>7.7683973341331862E-3</c:v>
                </c:pt>
                <c:pt idx="224">
                  <c:v>7.7889961261958423E-3</c:v>
                </c:pt>
                <c:pt idx="225">
                  <c:v>7.6631418917581743E-3</c:v>
                </c:pt>
                <c:pt idx="226">
                  <c:v>7.7228983866605757E-3</c:v>
                </c:pt>
                <c:pt idx="227">
                  <c:v>7.8456521555568398E-3</c:v>
                </c:pt>
                <c:pt idx="228">
                  <c:v>7.8416810158972745E-3</c:v>
                </c:pt>
                <c:pt idx="229">
                  <c:v>8.861471855660278E-3</c:v>
                </c:pt>
                <c:pt idx="230">
                  <c:v>8.616733236388072E-3</c:v>
                </c:pt>
                <c:pt idx="231">
                  <c:v>8.6971038086606119E-3</c:v>
                </c:pt>
                <c:pt idx="232">
                  <c:v>9.7482968652201681E-3</c:v>
                </c:pt>
                <c:pt idx="233">
                  <c:v>9.5080096507761946E-3</c:v>
                </c:pt>
                <c:pt idx="234">
                  <c:v>9.3293779609262308E-3</c:v>
                </c:pt>
                <c:pt idx="235">
                  <c:v>9.2455445091094227E-3</c:v>
                </c:pt>
                <c:pt idx="236">
                  <c:v>9.3366523586876273E-3</c:v>
                </c:pt>
                <c:pt idx="237">
                  <c:v>9.2009693285954285E-3</c:v>
                </c:pt>
                <c:pt idx="238">
                  <c:v>9.3617234105411572E-3</c:v>
                </c:pt>
                <c:pt idx="239">
                  <c:v>8.9704991047939737E-3</c:v>
                </c:pt>
                <c:pt idx="240">
                  <c:v>9.3490137408581003E-3</c:v>
                </c:pt>
                <c:pt idx="241">
                  <c:v>9.584256147907479E-3</c:v>
                </c:pt>
                <c:pt idx="242">
                  <c:v>9.5705457074615769E-3</c:v>
                </c:pt>
                <c:pt idx="243">
                  <c:v>1.0430496395871822E-2</c:v>
                </c:pt>
                <c:pt idx="244">
                  <c:v>1.0470404227035626E-2</c:v>
                </c:pt>
                <c:pt idx="245">
                  <c:v>1.0238571260477357E-2</c:v>
                </c:pt>
                <c:pt idx="246">
                  <c:v>1.0195754296002319E-2</c:v>
                </c:pt>
                <c:pt idx="247">
                  <c:v>1.1024257521479622E-2</c:v>
                </c:pt>
                <c:pt idx="248">
                  <c:v>1.0868827577383212E-2</c:v>
                </c:pt>
                <c:pt idx="249">
                  <c:v>1.1005175609824731E-2</c:v>
                </c:pt>
                <c:pt idx="250">
                  <c:v>1.0507800308916663E-2</c:v>
                </c:pt>
                <c:pt idx="251">
                  <c:v>1.0629435396873254E-2</c:v>
                </c:pt>
                <c:pt idx="252">
                  <c:v>1.0985144656904599E-2</c:v>
                </c:pt>
                <c:pt idx="253">
                  <c:v>1.0340625207016342E-2</c:v>
                </c:pt>
                <c:pt idx="254">
                  <c:v>1.0507658842416976E-2</c:v>
                </c:pt>
                <c:pt idx="255">
                  <c:v>1.068533182451907E-2</c:v>
                </c:pt>
                <c:pt idx="256">
                  <c:v>1.2750374883216965E-2</c:v>
                </c:pt>
                <c:pt idx="257">
                  <c:v>1.2582890086390512E-2</c:v>
                </c:pt>
                <c:pt idx="258">
                  <c:v>1.4022895625907609E-2</c:v>
                </c:pt>
                <c:pt idx="259">
                  <c:v>1.4128471466997607E-2</c:v>
                </c:pt>
                <c:pt idx="260">
                  <c:v>1.4169590462462791E-2</c:v>
                </c:pt>
                <c:pt idx="261">
                  <c:v>1.4138959478349502E-2</c:v>
                </c:pt>
                <c:pt idx="262">
                  <c:v>1.3703050416541927E-2</c:v>
                </c:pt>
                <c:pt idx="263">
                  <c:v>1.3704250440484192E-2</c:v>
                </c:pt>
                <c:pt idx="264">
                  <c:v>1.3303542147046878E-2</c:v>
                </c:pt>
                <c:pt idx="265">
                  <c:v>1.3509353849075437E-2</c:v>
                </c:pt>
                <c:pt idx="266">
                  <c:v>1.3499762679261E-2</c:v>
                </c:pt>
                <c:pt idx="267">
                  <c:v>1.369589357378488E-2</c:v>
                </c:pt>
                <c:pt idx="268">
                  <c:v>1.3008553046537212E-2</c:v>
                </c:pt>
                <c:pt idx="269">
                  <c:v>1.5363060014700999E-2</c:v>
                </c:pt>
                <c:pt idx="270">
                  <c:v>1.587888747065826E-2</c:v>
                </c:pt>
                <c:pt idx="271">
                  <c:v>1.5954442078716283E-2</c:v>
                </c:pt>
                <c:pt idx="272">
                  <c:v>1.5930923136533329E-2</c:v>
                </c:pt>
                <c:pt idx="273">
                  <c:v>1.5739757616543594E-2</c:v>
                </c:pt>
                <c:pt idx="274">
                  <c:v>1.5460560458702702E-2</c:v>
                </c:pt>
                <c:pt idx="275">
                  <c:v>1.5327264858817325E-2</c:v>
                </c:pt>
                <c:pt idx="276">
                  <c:v>1.5076322639014986E-2</c:v>
                </c:pt>
                <c:pt idx="277">
                  <c:v>1.2625762856751174E-2</c:v>
                </c:pt>
                <c:pt idx="278">
                  <c:v>1.2984211718157694E-2</c:v>
                </c:pt>
                <c:pt idx="279">
                  <c:v>1.2034515080415586E-2</c:v>
                </c:pt>
                <c:pt idx="280">
                  <c:v>1.1357274256276062E-2</c:v>
                </c:pt>
                <c:pt idx="281">
                  <c:v>1.1443835403478661E-2</c:v>
                </c:pt>
                <c:pt idx="282">
                  <c:v>1.1519017725211933E-2</c:v>
                </c:pt>
                <c:pt idx="283">
                  <c:v>1.1522556561962778E-2</c:v>
                </c:pt>
                <c:pt idx="284">
                  <c:v>1.1539784703544612E-2</c:v>
                </c:pt>
                <c:pt idx="285">
                  <c:v>1.1439634986485986E-2</c:v>
                </c:pt>
                <c:pt idx="286">
                  <c:v>1.0865381834191962E-2</c:v>
                </c:pt>
                <c:pt idx="287">
                  <c:v>1.1088431748220644E-2</c:v>
                </c:pt>
                <c:pt idx="288">
                  <c:v>1.1109605023701631E-2</c:v>
                </c:pt>
                <c:pt idx="289">
                  <c:v>1.0955041178958196E-2</c:v>
                </c:pt>
                <c:pt idx="290">
                  <c:v>8.6800946489121247E-3</c:v>
                </c:pt>
                <c:pt idx="291">
                  <c:v>9.2646341362138188E-3</c:v>
                </c:pt>
                <c:pt idx="292">
                  <c:v>8.7141575408345422E-3</c:v>
                </c:pt>
                <c:pt idx="293">
                  <c:v>8.9409247635599542E-3</c:v>
                </c:pt>
                <c:pt idx="294">
                  <c:v>8.9411932335319924E-3</c:v>
                </c:pt>
                <c:pt idx="295">
                  <c:v>9.3892045533828846E-3</c:v>
                </c:pt>
                <c:pt idx="296">
                  <c:v>9.2793171946877872E-3</c:v>
                </c:pt>
                <c:pt idx="297">
                  <c:v>1.0075170753835804E-2</c:v>
                </c:pt>
                <c:pt idx="298">
                  <c:v>1.0143857477719504E-2</c:v>
                </c:pt>
                <c:pt idx="299">
                  <c:v>9.759368983915705E-3</c:v>
                </c:pt>
                <c:pt idx="300">
                  <c:v>9.7398390344899857E-3</c:v>
                </c:pt>
                <c:pt idx="301">
                  <c:v>9.7630235631815318E-3</c:v>
                </c:pt>
                <c:pt idx="302">
                  <c:v>9.701458005528997E-3</c:v>
                </c:pt>
                <c:pt idx="303">
                  <c:v>9.6694935115228045E-3</c:v>
                </c:pt>
                <c:pt idx="304">
                  <c:v>9.670750002355644E-3</c:v>
                </c:pt>
                <c:pt idx="305">
                  <c:v>1.0531825004611514E-2</c:v>
                </c:pt>
                <c:pt idx="306">
                  <c:v>9.9400861088465315E-3</c:v>
                </c:pt>
                <c:pt idx="307">
                  <c:v>1.0055991146622026E-2</c:v>
                </c:pt>
                <c:pt idx="308">
                  <c:v>9.4897314967844135E-3</c:v>
                </c:pt>
                <c:pt idx="309">
                  <c:v>9.5494911055704953E-3</c:v>
                </c:pt>
                <c:pt idx="310">
                  <c:v>9.643432632826892E-3</c:v>
                </c:pt>
                <c:pt idx="311">
                  <c:v>9.5748446334295422E-3</c:v>
                </c:pt>
                <c:pt idx="312">
                  <c:v>9.2302880393873247E-3</c:v>
                </c:pt>
                <c:pt idx="313">
                  <c:v>9.235292369003471E-3</c:v>
                </c:pt>
                <c:pt idx="314">
                  <c:v>9.1401178369278947E-3</c:v>
                </c:pt>
                <c:pt idx="315">
                  <c:v>9.2092390349404543E-3</c:v>
                </c:pt>
                <c:pt idx="316">
                  <c:v>9.2511329233148174E-3</c:v>
                </c:pt>
                <c:pt idx="317">
                  <c:v>9.2877504068406939E-3</c:v>
                </c:pt>
                <c:pt idx="318">
                  <c:v>8.3675125090290122E-3</c:v>
                </c:pt>
                <c:pt idx="319">
                  <c:v>8.2292654311177642E-3</c:v>
                </c:pt>
                <c:pt idx="320">
                  <c:v>8.6068656619862922E-3</c:v>
                </c:pt>
                <c:pt idx="321">
                  <c:v>8.616561780203159E-3</c:v>
                </c:pt>
                <c:pt idx="322">
                  <c:v>8.6248273070130416E-3</c:v>
                </c:pt>
                <c:pt idx="323">
                  <c:v>8.5871833893305764E-3</c:v>
                </c:pt>
                <c:pt idx="324">
                  <c:v>9.5871396355045151E-3</c:v>
                </c:pt>
                <c:pt idx="325">
                  <c:v>1.0438408160515287E-2</c:v>
                </c:pt>
                <c:pt idx="326">
                  <c:v>9.7764020589737842E-3</c:v>
                </c:pt>
                <c:pt idx="327">
                  <c:v>9.7686590821813718E-3</c:v>
                </c:pt>
                <c:pt idx="328">
                  <c:v>9.6166361137356039E-3</c:v>
                </c:pt>
                <c:pt idx="329">
                  <c:v>9.3177502582159847E-3</c:v>
                </c:pt>
                <c:pt idx="330">
                  <c:v>9.1502248121302539E-3</c:v>
                </c:pt>
                <c:pt idx="331">
                  <c:v>9.1467135199716498E-3</c:v>
                </c:pt>
                <c:pt idx="332">
                  <c:v>9.1768365273178203E-3</c:v>
                </c:pt>
                <c:pt idx="333">
                  <c:v>8.5968824624177691E-3</c:v>
                </c:pt>
                <c:pt idx="334">
                  <c:v>8.6055183365173048E-3</c:v>
                </c:pt>
                <c:pt idx="335">
                  <c:v>8.7684981763002951E-3</c:v>
                </c:pt>
                <c:pt idx="336">
                  <c:v>8.8013671699987261E-3</c:v>
                </c:pt>
                <c:pt idx="337">
                  <c:v>8.6190655662777664E-3</c:v>
                </c:pt>
                <c:pt idx="338">
                  <c:v>8.5580233341441009E-3</c:v>
                </c:pt>
                <c:pt idx="339">
                  <c:v>8.8719638114721673E-3</c:v>
                </c:pt>
                <c:pt idx="340">
                  <c:v>9.0543348893758983E-3</c:v>
                </c:pt>
                <c:pt idx="341">
                  <c:v>8.5249879850770975E-3</c:v>
                </c:pt>
                <c:pt idx="342">
                  <c:v>8.5255587977719118E-3</c:v>
                </c:pt>
                <c:pt idx="343">
                  <c:v>8.4993259099314464E-3</c:v>
                </c:pt>
                <c:pt idx="344">
                  <c:v>8.560645693565903E-3</c:v>
                </c:pt>
                <c:pt idx="345">
                  <c:v>7.3880532957346272E-3</c:v>
                </c:pt>
                <c:pt idx="346">
                  <c:v>8.1462927960048916E-3</c:v>
                </c:pt>
                <c:pt idx="347">
                  <c:v>7.7628177692104505E-3</c:v>
                </c:pt>
                <c:pt idx="348">
                  <c:v>7.81256581408637E-3</c:v>
                </c:pt>
                <c:pt idx="349">
                  <c:v>8.0108442464113042E-3</c:v>
                </c:pt>
                <c:pt idx="350">
                  <c:v>8.2748036876342575E-3</c:v>
                </c:pt>
                <c:pt idx="351">
                  <c:v>8.2896657249327405E-3</c:v>
                </c:pt>
                <c:pt idx="352">
                  <c:v>8.342642355582925E-3</c:v>
                </c:pt>
                <c:pt idx="353">
                  <c:v>8.382463547956083E-3</c:v>
                </c:pt>
                <c:pt idx="354">
                  <c:v>8.1831684344332595E-3</c:v>
                </c:pt>
                <c:pt idx="355">
                  <c:v>8.2108282998071616E-3</c:v>
                </c:pt>
                <c:pt idx="356">
                  <c:v>8.796024691101129E-3</c:v>
                </c:pt>
                <c:pt idx="357">
                  <c:v>8.7369433875982543E-3</c:v>
                </c:pt>
                <c:pt idx="358">
                  <c:v>8.377478269966784E-3</c:v>
                </c:pt>
                <c:pt idx="359">
                  <c:v>8.3671981813091129E-3</c:v>
                </c:pt>
                <c:pt idx="360">
                  <c:v>8.1693995781434714E-3</c:v>
                </c:pt>
                <c:pt idx="361">
                  <c:v>7.9714371226694523E-3</c:v>
                </c:pt>
                <c:pt idx="362">
                  <c:v>7.9638227349062771E-3</c:v>
                </c:pt>
                <c:pt idx="363">
                  <c:v>7.8267854444994071E-3</c:v>
                </c:pt>
                <c:pt idx="364">
                  <c:v>8.042042115493463E-3</c:v>
                </c:pt>
                <c:pt idx="365">
                  <c:v>8.0124017014605899E-3</c:v>
                </c:pt>
                <c:pt idx="366">
                  <c:v>8.0937812771863654E-3</c:v>
                </c:pt>
                <c:pt idx="367">
                  <c:v>6.0905018643065264E-3</c:v>
                </c:pt>
                <c:pt idx="368">
                  <c:v>6.0673475180017698E-3</c:v>
                </c:pt>
                <c:pt idx="369">
                  <c:v>6.1113450394539668E-3</c:v>
                </c:pt>
                <c:pt idx="370">
                  <c:v>6.2613556438698729E-3</c:v>
                </c:pt>
                <c:pt idx="371">
                  <c:v>6.0792532496752793E-3</c:v>
                </c:pt>
                <c:pt idx="372">
                  <c:v>6.0439126486552244E-3</c:v>
                </c:pt>
                <c:pt idx="373">
                  <c:v>6.4906367075525688E-3</c:v>
                </c:pt>
                <c:pt idx="374">
                  <c:v>6.3953538607265251E-3</c:v>
                </c:pt>
                <c:pt idx="375">
                  <c:v>6.9253006081243986E-3</c:v>
                </c:pt>
                <c:pt idx="376">
                  <c:v>6.8700803025892382E-3</c:v>
                </c:pt>
                <c:pt idx="377">
                  <c:v>5.8060332178115079E-3</c:v>
                </c:pt>
                <c:pt idx="378">
                  <c:v>6.190712717122477E-3</c:v>
                </c:pt>
                <c:pt idx="379">
                  <c:v>6.227520081280297E-3</c:v>
                </c:pt>
                <c:pt idx="380">
                  <c:v>6.5644823461339071E-3</c:v>
                </c:pt>
                <c:pt idx="381">
                  <c:v>6.5450492974934715E-3</c:v>
                </c:pt>
                <c:pt idx="382">
                  <c:v>6.5188889219708482E-3</c:v>
                </c:pt>
                <c:pt idx="383">
                  <c:v>6.5673797752063764E-3</c:v>
                </c:pt>
                <c:pt idx="384">
                  <c:v>6.5176438541052553E-3</c:v>
                </c:pt>
                <c:pt idx="385">
                  <c:v>6.3362353850659192E-3</c:v>
                </c:pt>
                <c:pt idx="386">
                  <c:v>6.303114377433367E-3</c:v>
                </c:pt>
                <c:pt idx="387">
                  <c:v>5.886001927025185E-3</c:v>
                </c:pt>
                <c:pt idx="388">
                  <c:v>6.074458152309929E-3</c:v>
                </c:pt>
                <c:pt idx="389">
                  <c:v>6.0691160565140402E-3</c:v>
                </c:pt>
                <c:pt idx="390">
                  <c:v>5.9584239299971392E-3</c:v>
                </c:pt>
                <c:pt idx="391">
                  <c:v>6.8099171662422426E-3</c:v>
                </c:pt>
                <c:pt idx="392">
                  <c:v>6.8264350535090926E-3</c:v>
                </c:pt>
                <c:pt idx="393">
                  <c:v>6.8297052692527366E-3</c:v>
                </c:pt>
                <c:pt idx="394">
                  <c:v>6.3789812032934842E-3</c:v>
                </c:pt>
                <c:pt idx="395">
                  <c:v>7.0848602820422109E-3</c:v>
                </c:pt>
                <c:pt idx="396">
                  <c:v>6.6640625125932917E-3</c:v>
                </c:pt>
                <c:pt idx="397">
                  <c:v>6.6710216713318895E-3</c:v>
                </c:pt>
                <c:pt idx="398">
                  <c:v>6.9440298258668732E-3</c:v>
                </c:pt>
                <c:pt idx="399">
                  <c:v>7.3786045649575881E-3</c:v>
                </c:pt>
                <c:pt idx="400">
                  <c:v>7.3638553090598262E-3</c:v>
                </c:pt>
                <c:pt idx="401">
                  <c:v>7.0321436032067678E-3</c:v>
                </c:pt>
                <c:pt idx="402">
                  <c:v>7.1027382219179761E-3</c:v>
                </c:pt>
                <c:pt idx="403">
                  <c:v>7.068165494745004E-3</c:v>
                </c:pt>
                <c:pt idx="404">
                  <c:v>7.1105195213062812E-3</c:v>
                </c:pt>
                <c:pt idx="405">
                  <c:v>7.0967467383704743E-3</c:v>
                </c:pt>
                <c:pt idx="406">
                  <c:v>7.2715412929620941E-3</c:v>
                </c:pt>
                <c:pt idx="407">
                  <c:v>7.3495969896248759E-3</c:v>
                </c:pt>
                <c:pt idx="408">
                  <c:v>7.9656138377786935E-3</c:v>
                </c:pt>
                <c:pt idx="409">
                  <c:v>7.7629841951353034E-3</c:v>
                </c:pt>
                <c:pt idx="410">
                  <c:v>7.7477173010546052E-3</c:v>
                </c:pt>
                <c:pt idx="411">
                  <c:v>8.5685389533320389E-3</c:v>
                </c:pt>
                <c:pt idx="412">
                  <c:v>7.7750901024170949E-3</c:v>
                </c:pt>
                <c:pt idx="413">
                  <c:v>8.3303893899963101E-3</c:v>
                </c:pt>
                <c:pt idx="414">
                  <c:v>8.3645927466139188E-3</c:v>
                </c:pt>
                <c:pt idx="415">
                  <c:v>8.3548545274088892E-3</c:v>
                </c:pt>
                <c:pt idx="416">
                  <c:v>7.5185970856491138E-3</c:v>
                </c:pt>
                <c:pt idx="417">
                  <c:v>7.518242787473318E-3</c:v>
                </c:pt>
                <c:pt idx="418">
                  <c:v>7.4297813026809037E-3</c:v>
                </c:pt>
                <c:pt idx="419">
                  <c:v>7.9079898619709849E-3</c:v>
                </c:pt>
                <c:pt idx="420">
                  <c:v>7.299306566665077E-3</c:v>
                </c:pt>
                <c:pt idx="421">
                  <c:v>7.3398053144207364E-3</c:v>
                </c:pt>
                <c:pt idx="422">
                  <c:v>8.5679120782511595E-3</c:v>
                </c:pt>
                <c:pt idx="423">
                  <c:v>8.417091357079522E-3</c:v>
                </c:pt>
                <c:pt idx="424">
                  <c:v>8.513994412883372E-3</c:v>
                </c:pt>
                <c:pt idx="425">
                  <c:v>8.4885565404467546E-3</c:v>
                </c:pt>
                <c:pt idx="426">
                  <c:v>8.541551524557392E-3</c:v>
                </c:pt>
                <c:pt idx="427">
                  <c:v>8.2510702865606807E-3</c:v>
                </c:pt>
                <c:pt idx="428">
                  <c:v>8.4163414668896406E-3</c:v>
                </c:pt>
                <c:pt idx="429">
                  <c:v>8.0185287413876687E-3</c:v>
                </c:pt>
                <c:pt idx="430">
                  <c:v>8.013372444541058E-3</c:v>
                </c:pt>
                <c:pt idx="431">
                  <c:v>7.986002520557851E-3</c:v>
                </c:pt>
                <c:pt idx="432">
                  <c:v>7.1271936033072969E-3</c:v>
                </c:pt>
                <c:pt idx="433">
                  <c:v>7.6337446328243568E-3</c:v>
                </c:pt>
                <c:pt idx="434">
                  <c:v>6.9357327020985945E-3</c:v>
                </c:pt>
                <c:pt idx="435">
                  <c:v>6.9121488703889076E-3</c:v>
                </c:pt>
                <c:pt idx="436">
                  <c:v>7.1364150602631002E-3</c:v>
                </c:pt>
                <c:pt idx="437">
                  <c:v>7.2250416313216674E-3</c:v>
                </c:pt>
                <c:pt idx="438">
                  <c:v>7.641704871483134E-3</c:v>
                </c:pt>
                <c:pt idx="439">
                  <c:v>8.0078887450308715E-3</c:v>
                </c:pt>
                <c:pt idx="440">
                  <c:v>9.1119869355587631E-3</c:v>
                </c:pt>
                <c:pt idx="441">
                  <c:v>9.8747436210286886E-3</c:v>
                </c:pt>
                <c:pt idx="442">
                  <c:v>9.8629498879922381E-3</c:v>
                </c:pt>
                <c:pt idx="443">
                  <c:v>8.6032898033527073E-3</c:v>
                </c:pt>
                <c:pt idx="444">
                  <c:v>8.6016160594255507E-3</c:v>
                </c:pt>
                <c:pt idx="445">
                  <c:v>8.7271478715688459E-3</c:v>
                </c:pt>
                <c:pt idx="446">
                  <c:v>9.0879469195209676E-3</c:v>
                </c:pt>
                <c:pt idx="447">
                  <c:v>9.0828507167209048E-3</c:v>
                </c:pt>
                <c:pt idx="448">
                  <c:v>9.1167940757250644E-3</c:v>
                </c:pt>
                <c:pt idx="449">
                  <c:v>1.016194767633284E-2</c:v>
                </c:pt>
                <c:pt idx="450">
                  <c:v>1.0125946904802287E-2</c:v>
                </c:pt>
                <c:pt idx="451">
                  <c:v>1.0140446603778264E-2</c:v>
                </c:pt>
                <c:pt idx="452">
                  <c:v>1.049332383568837E-2</c:v>
                </c:pt>
                <c:pt idx="453">
                  <c:v>1.04969800307015E-2</c:v>
                </c:pt>
                <c:pt idx="454">
                  <c:v>1.0488788640136928E-2</c:v>
                </c:pt>
                <c:pt idx="455">
                  <c:v>1.0585384099985044E-2</c:v>
                </c:pt>
                <c:pt idx="456">
                  <c:v>1.0574095711602631E-2</c:v>
                </c:pt>
                <c:pt idx="457">
                  <c:v>1.0438339570777399E-2</c:v>
                </c:pt>
                <c:pt idx="458">
                  <c:v>1.1191938608030321E-2</c:v>
                </c:pt>
                <c:pt idx="459">
                  <c:v>1.0937277381131602E-2</c:v>
                </c:pt>
                <c:pt idx="460">
                  <c:v>1.0785012154427067E-2</c:v>
                </c:pt>
                <c:pt idx="461">
                  <c:v>9.4593138805112737E-3</c:v>
                </c:pt>
                <c:pt idx="462">
                  <c:v>8.4519466988668256E-3</c:v>
                </c:pt>
                <c:pt idx="463">
                  <c:v>8.4898763236545965E-3</c:v>
                </c:pt>
                <c:pt idx="464">
                  <c:v>8.4674670175889765E-3</c:v>
                </c:pt>
                <c:pt idx="465">
                  <c:v>8.5007679365240122E-3</c:v>
                </c:pt>
                <c:pt idx="466">
                  <c:v>7.8009893234771482E-3</c:v>
                </c:pt>
                <c:pt idx="467">
                  <c:v>7.6855284406691622E-3</c:v>
                </c:pt>
                <c:pt idx="468">
                  <c:v>7.9833116010199316E-3</c:v>
                </c:pt>
                <c:pt idx="469">
                  <c:v>7.820933180306508E-3</c:v>
                </c:pt>
                <c:pt idx="470">
                  <c:v>6.9951253847210515E-3</c:v>
                </c:pt>
                <c:pt idx="471">
                  <c:v>7.8762762481524341E-3</c:v>
                </c:pt>
                <c:pt idx="472">
                  <c:v>7.8645499158395173E-3</c:v>
                </c:pt>
                <c:pt idx="473">
                  <c:v>7.6570972334192621E-3</c:v>
                </c:pt>
                <c:pt idx="474">
                  <c:v>7.9442499863108338E-3</c:v>
                </c:pt>
                <c:pt idx="475">
                  <c:v>7.4189477270898167E-3</c:v>
                </c:pt>
                <c:pt idx="476">
                  <c:v>7.3728164151097529E-3</c:v>
                </c:pt>
                <c:pt idx="477">
                  <c:v>7.3708511343895371E-3</c:v>
                </c:pt>
                <c:pt idx="478">
                  <c:v>7.455190969054659E-3</c:v>
                </c:pt>
                <c:pt idx="479">
                  <c:v>6.5440108817865156E-3</c:v>
                </c:pt>
                <c:pt idx="480">
                  <c:v>6.5358777565568968E-3</c:v>
                </c:pt>
                <c:pt idx="481">
                  <c:v>6.3661423713842914E-3</c:v>
                </c:pt>
                <c:pt idx="482">
                  <c:v>6.4787169710408344E-3</c:v>
                </c:pt>
                <c:pt idx="483">
                  <c:v>6.432902575317279E-3</c:v>
                </c:pt>
                <c:pt idx="484">
                  <c:v>6.3672906671141949E-3</c:v>
                </c:pt>
                <c:pt idx="485">
                  <c:v>6.3444168062115197E-3</c:v>
                </c:pt>
                <c:pt idx="486">
                  <c:v>6.2552059095674949E-3</c:v>
                </c:pt>
                <c:pt idx="487">
                  <c:v>6.1880635641868575E-3</c:v>
                </c:pt>
                <c:pt idx="488">
                  <c:v>6.1121492213542135E-3</c:v>
                </c:pt>
                <c:pt idx="489">
                  <c:v>6.1169592371498492E-3</c:v>
                </c:pt>
                <c:pt idx="490">
                  <c:v>6.121209321723815E-3</c:v>
                </c:pt>
                <c:pt idx="491">
                  <c:v>5.793499535872132E-3</c:v>
                </c:pt>
                <c:pt idx="492">
                  <c:v>5.4343944101799529E-3</c:v>
                </c:pt>
                <c:pt idx="493">
                  <c:v>5.4514236314087659E-3</c:v>
                </c:pt>
                <c:pt idx="494">
                  <c:v>5.477936710879901E-3</c:v>
                </c:pt>
                <c:pt idx="495">
                  <c:v>5.595985041625594E-3</c:v>
                </c:pt>
                <c:pt idx="496">
                  <c:v>6.5141748109628613E-3</c:v>
                </c:pt>
                <c:pt idx="497">
                  <c:v>6.51107228845568E-3</c:v>
                </c:pt>
                <c:pt idx="498">
                  <c:v>6.4927503617655839E-3</c:v>
                </c:pt>
                <c:pt idx="499">
                  <c:v>6.402111369233434E-3</c:v>
                </c:pt>
                <c:pt idx="500">
                  <c:v>6.3612329564981945E-3</c:v>
                </c:pt>
                <c:pt idx="501">
                  <c:v>6.3739566626295797E-3</c:v>
                </c:pt>
                <c:pt idx="502">
                  <c:v>6.3207753639736722E-3</c:v>
                </c:pt>
                <c:pt idx="503">
                  <c:v>6.1623533707068669E-3</c:v>
                </c:pt>
                <c:pt idx="504">
                  <c:v>6.1543690344644224E-3</c:v>
                </c:pt>
                <c:pt idx="505">
                  <c:v>6.1567686278838074E-3</c:v>
                </c:pt>
                <c:pt idx="506">
                  <c:v>6.4218230838880286E-3</c:v>
                </c:pt>
                <c:pt idx="507">
                  <c:v>6.4186562676012788E-3</c:v>
                </c:pt>
                <c:pt idx="508">
                  <c:v>6.4744271886446447E-3</c:v>
                </c:pt>
                <c:pt idx="509">
                  <c:v>6.5541559096848516E-3</c:v>
                </c:pt>
                <c:pt idx="510">
                  <c:v>5.9120201875938194E-3</c:v>
                </c:pt>
                <c:pt idx="511">
                  <c:v>5.9135236965497367E-3</c:v>
                </c:pt>
                <c:pt idx="512">
                  <c:v>5.7315690511689941E-3</c:v>
                </c:pt>
                <c:pt idx="513">
                  <c:v>5.4042539436521637E-3</c:v>
                </c:pt>
                <c:pt idx="514">
                  <c:v>5.3836852890631857E-3</c:v>
                </c:pt>
                <c:pt idx="515">
                  <c:v>5.5517908448432492E-3</c:v>
                </c:pt>
                <c:pt idx="516">
                  <c:v>5.4072124508494929E-3</c:v>
                </c:pt>
                <c:pt idx="517">
                  <c:v>4.0785000847522552E-3</c:v>
                </c:pt>
                <c:pt idx="518">
                  <c:v>4.2915150619908752E-3</c:v>
                </c:pt>
                <c:pt idx="519">
                  <c:v>4.338863682579591E-3</c:v>
                </c:pt>
                <c:pt idx="520">
                  <c:v>4.2431415240957978E-3</c:v>
                </c:pt>
                <c:pt idx="521">
                  <c:v>4.1196968019936E-3</c:v>
                </c:pt>
                <c:pt idx="522">
                  <c:v>4.0785989968149137E-3</c:v>
                </c:pt>
                <c:pt idx="523">
                  <c:v>5.380602855346802E-3</c:v>
                </c:pt>
                <c:pt idx="524">
                  <c:v>5.4193160349114665E-3</c:v>
                </c:pt>
                <c:pt idx="525">
                  <c:v>5.504056321732319E-3</c:v>
                </c:pt>
                <c:pt idx="526">
                  <c:v>5.4740865373448739E-3</c:v>
                </c:pt>
                <c:pt idx="527">
                  <c:v>5.3274919963624424E-3</c:v>
                </c:pt>
                <c:pt idx="528">
                  <c:v>5.3344677963051571E-3</c:v>
                </c:pt>
                <c:pt idx="529">
                  <c:v>5.9239775791659621E-3</c:v>
                </c:pt>
                <c:pt idx="530">
                  <c:v>5.8744079376002083E-3</c:v>
                </c:pt>
                <c:pt idx="531">
                  <c:v>5.8660611583163588E-3</c:v>
                </c:pt>
                <c:pt idx="532">
                  <c:v>6.0475104830913047E-3</c:v>
                </c:pt>
                <c:pt idx="533">
                  <c:v>6.1568956014581714E-3</c:v>
                </c:pt>
                <c:pt idx="534">
                  <c:v>6.1370723053324871E-3</c:v>
                </c:pt>
                <c:pt idx="535">
                  <c:v>6.10629471786774E-3</c:v>
                </c:pt>
                <c:pt idx="536">
                  <c:v>5.9151556867979571E-3</c:v>
                </c:pt>
                <c:pt idx="537">
                  <c:v>6.0372684278894835E-3</c:v>
                </c:pt>
                <c:pt idx="538">
                  <c:v>6.0196279813567038E-3</c:v>
                </c:pt>
                <c:pt idx="539">
                  <c:v>5.9203135254257177E-3</c:v>
                </c:pt>
                <c:pt idx="540">
                  <c:v>6.1933296876097322E-3</c:v>
                </c:pt>
                <c:pt idx="541">
                  <c:v>6.2350813461958853E-3</c:v>
                </c:pt>
                <c:pt idx="542">
                  <c:v>6.3728239934786662E-3</c:v>
                </c:pt>
                <c:pt idx="543">
                  <c:v>6.5177216875621545E-3</c:v>
                </c:pt>
                <c:pt idx="544">
                  <c:v>5.5696661838318213E-3</c:v>
                </c:pt>
                <c:pt idx="545">
                  <c:v>5.5706302629889579E-3</c:v>
                </c:pt>
                <c:pt idx="546">
                  <c:v>5.4154681274250788E-3</c:v>
                </c:pt>
                <c:pt idx="547">
                  <c:v>5.3898672767718021E-3</c:v>
                </c:pt>
                <c:pt idx="548">
                  <c:v>5.3609295795346706E-3</c:v>
                </c:pt>
                <c:pt idx="549">
                  <c:v>5.3710511721295814E-3</c:v>
                </c:pt>
                <c:pt idx="550">
                  <c:v>5.2283205493910663E-3</c:v>
                </c:pt>
                <c:pt idx="551">
                  <c:v>5.4838441431635737E-3</c:v>
                </c:pt>
                <c:pt idx="552">
                  <c:v>5.591900471182896E-3</c:v>
                </c:pt>
                <c:pt idx="553">
                  <c:v>5.4361236280240435E-3</c:v>
                </c:pt>
                <c:pt idx="554">
                  <c:v>5.4330855082134347E-3</c:v>
                </c:pt>
                <c:pt idx="555">
                  <c:v>5.3821289504135689E-3</c:v>
                </c:pt>
                <c:pt idx="556">
                  <c:v>5.3371513147451519E-3</c:v>
                </c:pt>
                <c:pt idx="557">
                  <c:v>5.5590299874986246E-3</c:v>
                </c:pt>
                <c:pt idx="558">
                  <c:v>5.5472578561114212E-3</c:v>
                </c:pt>
                <c:pt idx="559">
                  <c:v>5.5493747780135843E-3</c:v>
                </c:pt>
                <c:pt idx="560">
                  <c:v>5.5388394914070455E-3</c:v>
                </c:pt>
                <c:pt idx="561">
                  <c:v>5.7192707249303408E-3</c:v>
                </c:pt>
                <c:pt idx="562">
                  <c:v>5.5942099603174264E-3</c:v>
                </c:pt>
                <c:pt idx="563">
                  <c:v>5.4541392084783251E-3</c:v>
                </c:pt>
                <c:pt idx="564">
                  <c:v>5.36072403502538E-3</c:v>
                </c:pt>
                <c:pt idx="565">
                  <c:v>5.3317774092554492E-3</c:v>
                </c:pt>
                <c:pt idx="566">
                  <c:v>5.2761086596411063E-3</c:v>
                </c:pt>
                <c:pt idx="567">
                  <c:v>5.5458184512229289E-3</c:v>
                </c:pt>
                <c:pt idx="568">
                  <c:v>5.5424516642536854E-3</c:v>
                </c:pt>
                <c:pt idx="569">
                  <c:v>5.549596912935161E-3</c:v>
                </c:pt>
                <c:pt idx="570">
                  <c:v>5.805984612884201E-3</c:v>
                </c:pt>
                <c:pt idx="571">
                  <c:v>5.5321216753940966E-3</c:v>
                </c:pt>
                <c:pt idx="572">
                  <c:v>6.0213596265650702E-3</c:v>
                </c:pt>
                <c:pt idx="573">
                  <c:v>6.1617172775589538E-3</c:v>
                </c:pt>
                <c:pt idx="574">
                  <c:v>6.065068333840652E-3</c:v>
                </c:pt>
                <c:pt idx="575">
                  <c:v>5.9366421437346134E-3</c:v>
                </c:pt>
                <c:pt idx="576">
                  <c:v>5.9457883940620569E-3</c:v>
                </c:pt>
                <c:pt idx="577">
                  <c:v>5.932870891492502E-3</c:v>
                </c:pt>
                <c:pt idx="578">
                  <c:v>5.8129405463084004E-3</c:v>
                </c:pt>
                <c:pt idx="579">
                  <c:v>5.2811781186619111E-3</c:v>
                </c:pt>
                <c:pt idx="580">
                  <c:v>5.443385594879069E-3</c:v>
                </c:pt>
                <c:pt idx="581">
                  <c:v>5.4295872367696174E-3</c:v>
                </c:pt>
                <c:pt idx="582">
                  <c:v>5.1330309136429523E-3</c:v>
                </c:pt>
                <c:pt idx="583">
                  <c:v>5.1228557117791946E-3</c:v>
                </c:pt>
                <c:pt idx="584">
                  <c:v>5.2840721687941192E-3</c:v>
                </c:pt>
                <c:pt idx="585">
                  <c:v>5.2437720379102468E-3</c:v>
                </c:pt>
                <c:pt idx="586">
                  <c:v>4.9668739866807797E-3</c:v>
                </c:pt>
                <c:pt idx="587">
                  <c:v>5.0082613375059563E-3</c:v>
                </c:pt>
                <c:pt idx="588">
                  <c:v>4.6788899795950009E-3</c:v>
                </c:pt>
                <c:pt idx="589">
                  <c:v>4.9406067292084256E-3</c:v>
                </c:pt>
                <c:pt idx="590">
                  <c:v>4.929015609643179E-3</c:v>
                </c:pt>
                <c:pt idx="591">
                  <c:v>4.6074875620225218E-3</c:v>
                </c:pt>
                <c:pt idx="592">
                  <c:v>4.5469490222215438E-3</c:v>
                </c:pt>
                <c:pt idx="593">
                  <c:v>3.6124703202675169E-3</c:v>
                </c:pt>
                <c:pt idx="594">
                  <c:v>3.3174547323214982E-3</c:v>
                </c:pt>
                <c:pt idx="595">
                  <c:v>3.3608075541770202E-3</c:v>
                </c:pt>
                <c:pt idx="596">
                  <c:v>3.3406476762092565E-3</c:v>
                </c:pt>
                <c:pt idx="597">
                  <c:v>3.3860492603066082E-3</c:v>
                </c:pt>
                <c:pt idx="598">
                  <c:v>4.033481394936019E-3</c:v>
                </c:pt>
                <c:pt idx="599">
                  <c:v>3.9176110129192677E-3</c:v>
                </c:pt>
                <c:pt idx="600">
                  <c:v>3.9176478168093968E-3</c:v>
                </c:pt>
                <c:pt idx="601">
                  <c:v>3.9165625124074118E-3</c:v>
                </c:pt>
                <c:pt idx="602">
                  <c:v>3.8824398494290992E-3</c:v>
                </c:pt>
                <c:pt idx="603">
                  <c:v>4.5502979568444847E-3</c:v>
                </c:pt>
                <c:pt idx="604">
                  <c:v>4.5469352836136779E-3</c:v>
                </c:pt>
                <c:pt idx="605">
                  <c:v>4.3335956305203382E-3</c:v>
                </c:pt>
                <c:pt idx="606">
                  <c:v>4.5335802106790807E-3</c:v>
                </c:pt>
                <c:pt idx="607">
                  <c:v>4.5521304000578112E-3</c:v>
                </c:pt>
                <c:pt idx="608">
                  <c:v>4.4645305831185512E-3</c:v>
                </c:pt>
                <c:pt idx="609">
                  <c:v>5.2632737917359144E-3</c:v>
                </c:pt>
                <c:pt idx="610">
                  <c:v>5.2267945473986688E-3</c:v>
                </c:pt>
                <c:pt idx="611">
                  <c:v>5.2484624360139226E-3</c:v>
                </c:pt>
                <c:pt idx="612">
                  <c:v>5.2776865594525149E-3</c:v>
                </c:pt>
                <c:pt idx="613">
                  <c:v>5.4130465252649057E-3</c:v>
                </c:pt>
                <c:pt idx="614">
                  <c:v>5.2392766645223254E-3</c:v>
                </c:pt>
                <c:pt idx="615">
                  <c:v>4.991007535785112E-3</c:v>
                </c:pt>
                <c:pt idx="616">
                  <c:v>4.8165505688090764E-3</c:v>
                </c:pt>
                <c:pt idx="617">
                  <c:v>4.9105061639631853E-3</c:v>
                </c:pt>
                <c:pt idx="618">
                  <c:v>4.9926291333480003E-3</c:v>
                </c:pt>
                <c:pt idx="619">
                  <c:v>4.7047076919345798E-3</c:v>
                </c:pt>
                <c:pt idx="620">
                  <c:v>4.8058740624629271E-3</c:v>
                </c:pt>
                <c:pt idx="621">
                  <c:v>5.2143177987692023E-3</c:v>
                </c:pt>
                <c:pt idx="622">
                  <c:v>5.1923760434430246E-3</c:v>
                </c:pt>
                <c:pt idx="623">
                  <c:v>5.2219473055086646E-3</c:v>
                </c:pt>
                <c:pt idx="624">
                  <c:v>5.0879927414845651E-3</c:v>
                </c:pt>
                <c:pt idx="625">
                  <c:v>5.322366068708383E-3</c:v>
                </c:pt>
                <c:pt idx="626">
                  <c:v>5.6150745250124869E-3</c:v>
                </c:pt>
                <c:pt idx="627">
                  <c:v>5.7023906312977015E-3</c:v>
                </c:pt>
                <c:pt idx="628">
                  <c:v>6.0139180696213877E-3</c:v>
                </c:pt>
                <c:pt idx="629">
                  <c:v>6.4661824998201445E-3</c:v>
                </c:pt>
                <c:pt idx="630">
                  <c:v>5.9646085334693066E-3</c:v>
                </c:pt>
                <c:pt idx="631">
                  <c:v>5.9857709853443353E-3</c:v>
                </c:pt>
                <c:pt idx="632">
                  <c:v>6.2226088168391156E-3</c:v>
                </c:pt>
                <c:pt idx="633">
                  <c:v>6.1413822829038808E-3</c:v>
                </c:pt>
                <c:pt idx="634">
                  <c:v>6.2868243590286964E-3</c:v>
                </c:pt>
                <c:pt idx="635">
                  <c:v>6.2997133636363365E-3</c:v>
                </c:pt>
                <c:pt idx="636">
                  <c:v>6.3055300233757442E-3</c:v>
                </c:pt>
                <c:pt idx="637">
                  <c:v>6.7029925943551281E-3</c:v>
                </c:pt>
                <c:pt idx="638">
                  <c:v>7.0232431849083727E-3</c:v>
                </c:pt>
                <c:pt idx="639">
                  <c:v>6.8758219630377752E-3</c:v>
                </c:pt>
                <c:pt idx="640">
                  <c:v>6.982589799088273E-3</c:v>
                </c:pt>
                <c:pt idx="641">
                  <c:v>7.0546005116635E-3</c:v>
                </c:pt>
                <c:pt idx="642">
                  <c:v>6.9696398237326998E-3</c:v>
                </c:pt>
                <c:pt idx="643">
                  <c:v>6.9795929176139464E-3</c:v>
                </c:pt>
                <c:pt idx="644">
                  <c:v>6.9813422244769229E-3</c:v>
                </c:pt>
                <c:pt idx="645">
                  <c:v>6.7914070257354547E-3</c:v>
                </c:pt>
                <c:pt idx="646">
                  <c:v>6.776843222379092E-3</c:v>
                </c:pt>
                <c:pt idx="647">
                  <c:v>6.7251463662301759E-3</c:v>
                </c:pt>
                <c:pt idx="648">
                  <c:v>6.2353525988704632E-3</c:v>
                </c:pt>
                <c:pt idx="649">
                  <c:v>6.0806077592614003E-3</c:v>
                </c:pt>
                <c:pt idx="650">
                  <c:v>5.7175680293889341E-3</c:v>
                </c:pt>
                <c:pt idx="651">
                  <c:v>5.7810774418196502E-3</c:v>
                </c:pt>
                <c:pt idx="652">
                  <c:v>5.3806352553411015E-3</c:v>
                </c:pt>
                <c:pt idx="653">
                  <c:v>4.9104414927937014E-3</c:v>
                </c:pt>
                <c:pt idx="654">
                  <c:v>4.9436126121989912E-3</c:v>
                </c:pt>
                <c:pt idx="655">
                  <c:v>5.7086144936669067E-3</c:v>
                </c:pt>
                <c:pt idx="656">
                  <c:v>6.0933164075525235E-3</c:v>
                </c:pt>
                <c:pt idx="657">
                  <c:v>5.9933122166803184E-3</c:v>
                </c:pt>
                <c:pt idx="658">
                  <c:v>6.245907070288991E-3</c:v>
                </c:pt>
                <c:pt idx="659">
                  <c:v>6.0178196467068623E-3</c:v>
                </c:pt>
                <c:pt idx="660">
                  <c:v>5.9756101956402741E-3</c:v>
                </c:pt>
                <c:pt idx="661">
                  <c:v>6.0685552527835179E-3</c:v>
                </c:pt>
                <c:pt idx="662">
                  <c:v>6.0781090913747289E-3</c:v>
                </c:pt>
                <c:pt idx="663">
                  <c:v>6.0483107220456345E-3</c:v>
                </c:pt>
                <c:pt idx="664">
                  <c:v>6.1648925734592826E-3</c:v>
                </c:pt>
                <c:pt idx="665">
                  <c:v>6.1670474315827541E-3</c:v>
                </c:pt>
                <c:pt idx="666">
                  <c:v>6.1838003854917788E-3</c:v>
                </c:pt>
                <c:pt idx="667">
                  <c:v>6.074923884090323E-3</c:v>
                </c:pt>
                <c:pt idx="668">
                  <c:v>6.253450928721511E-3</c:v>
                </c:pt>
                <c:pt idx="669">
                  <c:v>6.4776460720427512E-3</c:v>
                </c:pt>
                <c:pt idx="670">
                  <c:v>6.5962397169085649E-3</c:v>
                </c:pt>
                <c:pt idx="671">
                  <c:v>6.6022289495020663E-3</c:v>
                </c:pt>
                <c:pt idx="672">
                  <c:v>6.5370954333356188E-3</c:v>
                </c:pt>
                <c:pt idx="673">
                  <c:v>6.6746674725302532E-3</c:v>
                </c:pt>
                <c:pt idx="674">
                  <c:v>6.7209094317713935E-3</c:v>
                </c:pt>
                <c:pt idx="675">
                  <c:v>6.7444693092280584E-3</c:v>
                </c:pt>
                <c:pt idx="676">
                  <c:v>6.4871223772801443E-3</c:v>
                </c:pt>
                <c:pt idx="677">
                  <c:v>5.9899866014061654E-3</c:v>
                </c:pt>
                <c:pt idx="678">
                  <c:v>5.9652615992940496E-3</c:v>
                </c:pt>
                <c:pt idx="679">
                  <c:v>4.6636629829860414E-3</c:v>
                </c:pt>
                <c:pt idx="680">
                  <c:v>4.7709360104977519E-3</c:v>
                </c:pt>
                <c:pt idx="681">
                  <c:v>5.0899810071957348E-3</c:v>
                </c:pt>
                <c:pt idx="682">
                  <c:v>5.1075411428531123E-3</c:v>
                </c:pt>
                <c:pt idx="683">
                  <c:v>5.0762135134232713E-3</c:v>
                </c:pt>
                <c:pt idx="684">
                  <c:v>4.9358469255850815E-3</c:v>
                </c:pt>
                <c:pt idx="685">
                  <c:v>5.6915554919848661E-3</c:v>
                </c:pt>
                <c:pt idx="686">
                  <c:v>5.8809271313487411E-3</c:v>
                </c:pt>
                <c:pt idx="687">
                  <c:v>5.8846578201898715E-3</c:v>
                </c:pt>
                <c:pt idx="688">
                  <c:v>5.7822772455652389E-3</c:v>
                </c:pt>
                <c:pt idx="689">
                  <c:v>5.8611119176376321E-3</c:v>
                </c:pt>
                <c:pt idx="690">
                  <c:v>5.7242728840771803E-3</c:v>
                </c:pt>
                <c:pt idx="691">
                  <c:v>5.7387953690886838E-3</c:v>
                </c:pt>
                <c:pt idx="692">
                  <c:v>6.1628525199957825E-3</c:v>
                </c:pt>
                <c:pt idx="693">
                  <c:v>6.3055045368488648E-3</c:v>
                </c:pt>
                <c:pt idx="694">
                  <c:v>6.0974706763018216E-3</c:v>
                </c:pt>
                <c:pt idx="695">
                  <c:v>6.0961456257691967E-3</c:v>
                </c:pt>
                <c:pt idx="696">
                  <c:v>6.0896951009496922E-3</c:v>
                </c:pt>
                <c:pt idx="697">
                  <c:v>5.4361673639613649E-3</c:v>
                </c:pt>
                <c:pt idx="698">
                  <c:v>5.4275152878981367E-3</c:v>
                </c:pt>
                <c:pt idx="699">
                  <c:v>5.4277227822224078E-3</c:v>
                </c:pt>
                <c:pt idx="700">
                  <c:v>5.4619576589279521E-3</c:v>
                </c:pt>
                <c:pt idx="701">
                  <c:v>5.4457925493465714E-3</c:v>
                </c:pt>
                <c:pt idx="702">
                  <c:v>5.6499778151109358E-3</c:v>
                </c:pt>
                <c:pt idx="703">
                  <c:v>5.9752769175886134E-3</c:v>
                </c:pt>
                <c:pt idx="704">
                  <c:v>5.9123080933101259E-3</c:v>
                </c:pt>
                <c:pt idx="705">
                  <c:v>5.8873509035594629E-3</c:v>
                </c:pt>
                <c:pt idx="706">
                  <c:v>5.6082457173839001E-3</c:v>
                </c:pt>
                <c:pt idx="707">
                  <c:v>6.1135882841873226E-3</c:v>
                </c:pt>
                <c:pt idx="708">
                  <c:v>6.4533894311836499E-3</c:v>
                </c:pt>
                <c:pt idx="709">
                  <c:v>6.582470296675534E-3</c:v>
                </c:pt>
                <c:pt idx="710">
                  <c:v>6.4847318580144881E-3</c:v>
                </c:pt>
                <c:pt idx="711">
                  <c:v>6.5658453408942085E-3</c:v>
                </c:pt>
                <c:pt idx="712">
                  <c:v>6.5415242314165152E-3</c:v>
                </c:pt>
                <c:pt idx="713">
                  <c:v>6.2887637343450337E-3</c:v>
                </c:pt>
                <c:pt idx="714">
                  <c:v>6.1649528462195914E-3</c:v>
                </c:pt>
                <c:pt idx="715">
                  <c:v>6.3315398491860121E-3</c:v>
                </c:pt>
                <c:pt idx="716">
                  <c:v>6.3183997929033122E-3</c:v>
                </c:pt>
                <c:pt idx="717">
                  <c:v>6.3041202831981879E-3</c:v>
                </c:pt>
                <c:pt idx="718">
                  <c:v>6.4037682016182878E-3</c:v>
                </c:pt>
                <c:pt idx="719">
                  <c:v>6.3946067901752019E-3</c:v>
                </c:pt>
                <c:pt idx="720">
                  <c:v>6.4334393075289285E-3</c:v>
                </c:pt>
                <c:pt idx="721">
                  <c:v>6.4065639319368329E-3</c:v>
                </c:pt>
                <c:pt idx="722">
                  <c:v>6.527305284044012E-3</c:v>
                </c:pt>
                <c:pt idx="723">
                  <c:v>5.9607688897526578E-3</c:v>
                </c:pt>
                <c:pt idx="724">
                  <c:v>5.4642623617430072E-3</c:v>
                </c:pt>
                <c:pt idx="725">
                  <c:v>5.4811055668701333E-3</c:v>
                </c:pt>
                <c:pt idx="726">
                  <c:v>5.4862125386503299E-3</c:v>
                </c:pt>
                <c:pt idx="727">
                  <c:v>5.2274763739929304E-3</c:v>
                </c:pt>
                <c:pt idx="728">
                  <c:v>4.9241312389114123E-3</c:v>
                </c:pt>
                <c:pt idx="729">
                  <c:v>4.6497246777509361E-3</c:v>
                </c:pt>
                <c:pt idx="730">
                  <c:v>4.5498470675766926E-3</c:v>
                </c:pt>
                <c:pt idx="731">
                  <c:v>4.1445011643042777E-3</c:v>
                </c:pt>
                <c:pt idx="732">
                  <c:v>3.8159695137516491E-3</c:v>
                </c:pt>
                <c:pt idx="733">
                  <c:v>3.8961262512320943E-3</c:v>
                </c:pt>
                <c:pt idx="734">
                  <c:v>3.8782647599099199E-3</c:v>
                </c:pt>
                <c:pt idx="735">
                  <c:v>4.1526683153228824E-3</c:v>
                </c:pt>
                <c:pt idx="736">
                  <c:v>4.0587609527602377E-3</c:v>
                </c:pt>
                <c:pt idx="737">
                  <c:v>4.1136709100632832E-3</c:v>
                </c:pt>
                <c:pt idx="738">
                  <c:v>4.2294269762254231E-3</c:v>
                </c:pt>
                <c:pt idx="739">
                  <c:v>4.4467260374894653E-3</c:v>
                </c:pt>
                <c:pt idx="740">
                  <c:v>4.4736448678877666E-3</c:v>
                </c:pt>
                <c:pt idx="741">
                  <c:v>4.4859860740091113E-3</c:v>
                </c:pt>
                <c:pt idx="742">
                  <c:v>4.4074945334750407E-3</c:v>
                </c:pt>
                <c:pt idx="743">
                  <c:v>4.8787156766238694E-3</c:v>
                </c:pt>
                <c:pt idx="744">
                  <c:v>4.4648285830599863E-3</c:v>
                </c:pt>
                <c:pt idx="745">
                  <c:v>4.530567511934095E-3</c:v>
                </c:pt>
                <c:pt idx="746">
                  <c:v>7.2938456402833881E-3</c:v>
                </c:pt>
                <c:pt idx="747">
                  <c:v>7.6015173025737607E-3</c:v>
                </c:pt>
                <c:pt idx="748">
                  <c:v>8.405223100342191E-3</c:v>
                </c:pt>
                <c:pt idx="749">
                  <c:v>8.3295967238079856E-3</c:v>
                </c:pt>
                <c:pt idx="750">
                  <c:v>8.5935649466056911E-3</c:v>
                </c:pt>
                <c:pt idx="751">
                  <c:v>8.9730164752191421E-3</c:v>
                </c:pt>
                <c:pt idx="752">
                  <c:v>9.1819845996727392E-3</c:v>
                </c:pt>
                <c:pt idx="753">
                  <c:v>9.1970096392369142E-3</c:v>
                </c:pt>
                <c:pt idx="754">
                  <c:v>9.0874634369275502E-3</c:v>
                </c:pt>
                <c:pt idx="755">
                  <c:v>9.2358536222738145E-3</c:v>
                </c:pt>
                <c:pt idx="756">
                  <c:v>9.0278488471881701E-3</c:v>
                </c:pt>
                <c:pt idx="757">
                  <c:v>8.8907249188584711E-3</c:v>
                </c:pt>
                <c:pt idx="758">
                  <c:v>8.7590092656317058E-3</c:v>
                </c:pt>
                <c:pt idx="759">
                  <c:v>8.4464215907380201E-3</c:v>
                </c:pt>
                <c:pt idx="760">
                  <c:v>8.4440646309077057E-3</c:v>
                </c:pt>
                <c:pt idx="761">
                  <c:v>8.7919884647458136E-3</c:v>
                </c:pt>
                <c:pt idx="762">
                  <c:v>8.7911833852471876E-3</c:v>
                </c:pt>
                <c:pt idx="763">
                  <c:v>8.5719003619937947E-3</c:v>
                </c:pt>
                <c:pt idx="764">
                  <c:v>8.5267395934746221E-3</c:v>
                </c:pt>
                <c:pt idx="765">
                  <c:v>8.6287008044751319E-3</c:v>
                </c:pt>
                <c:pt idx="766">
                  <c:v>8.8779845365802284E-3</c:v>
                </c:pt>
                <c:pt idx="767">
                  <c:v>7.7328711431032269E-3</c:v>
                </c:pt>
                <c:pt idx="768">
                  <c:v>8.0586015856160195E-3</c:v>
                </c:pt>
                <c:pt idx="769">
                  <c:v>7.3717633461863677E-3</c:v>
                </c:pt>
                <c:pt idx="770">
                  <c:v>8.4949878846622851E-3</c:v>
                </c:pt>
                <c:pt idx="771">
                  <c:v>8.1914294964403681E-3</c:v>
                </c:pt>
                <c:pt idx="772">
                  <c:v>7.7883953903127492E-3</c:v>
                </c:pt>
                <c:pt idx="773">
                  <c:v>7.5645753458407853E-3</c:v>
                </c:pt>
                <c:pt idx="774">
                  <c:v>8.1612616678636129E-3</c:v>
                </c:pt>
                <c:pt idx="775">
                  <c:v>8.1695703972729898E-3</c:v>
                </c:pt>
                <c:pt idx="776">
                  <c:v>8.0793779389961937E-3</c:v>
                </c:pt>
                <c:pt idx="777">
                  <c:v>8.0642164408456316E-3</c:v>
                </c:pt>
                <c:pt idx="778">
                  <c:v>8.0877929513930406E-3</c:v>
                </c:pt>
                <c:pt idx="779">
                  <c:v>8.3642984292048011E-3</c:v>
                </c:pt>
                <c:pt idx="780">
                  <c:v>9.077082524272544E-3</c:v>
                </c:pt>
                <c:pt idx="781">
                  <c:v>8.812180166878741E-3</c:v>
                </c:pt>
                <c:pt idx="782">
                  <c:v>8.5468903093876541E-3</c:v>
                </c:pt>
                <c:pt idx="783">
                  <c:v>8.8569125522414329E-3</c:v>
                </c:pt>
                <c:pt idx="784">
                  <c:v>8.8887733424858686E-3</c:v>
                </c:pt>
                <c:pt idx="785">
                  <c:v>9.1073479436237625E-3</c:v>
                </c:pt>
                <c:pt idx="786">
                  <c:v>9.8218979342955138E-3</c:v>
                </c:pt>
                <c:pt idx="787">
                  <c:v>9.3901996706825704E-3</c:v>
                </c:pt>
                <c:pt idx="788">
                  <c:v>9.199727582094171E-3</c:v>
                </c:pt>
                <c:pt idx="789">
                  <c:v>8.9998931094292262E-3</c:v>
                </c:pt>
                <c:pt idx="790">
                  <c:v>8.9886159372862331E-3</c:v>
                </c:pt>
                <c:pt idx="791">
                  <c:v>8.1194802417874669E-3</c:v>
                </c:pt>
                <c:pt idx="792">
                  <c:v>8.1210033605321977E-3</c:v>
                </c:pt>
                <c:pt idx="793">
                  <c:v>8.1385690940857271E-3</c:v>
                </c:pt>
                <c:pt idx="794">
                  <c:v>8.0619023728213009E-3</c:v>
                </c:pt>
                <c:pt idx="795">
                  <c:v>7.2054016178036721E-3</c:v>
                </c:pt>
                <c:pt idx="796">
                  <c:v>6.8857484418455251E-3</c:v>
                </c:pt>
                <c:pt idx="797">
                  <c:v>6.9067201084337497E-3</c:v>
                </c:pt>
                <c:pt idx="798">
                  <c:v>6.8914085543263373E-3</c:v>
                </c:pt>
                <c:pt idx="799">
                  <c:v>6.7867219447021454E-3</c:v>
                </c:pt>
                <c:pt idx="800">
                  <c:v>6.0559883515201749E-3</c:v>
                </c:pt>
                <c:pt idx="801">
                  <c:v>5.5052135959202195E-3</c:v>
                </c:pt>
                <c:pt idx="802">
                  <c:v>5.6119914602509278E-3</c:v>
                </c:pt>
                <c:pt idx="803">
                  <c:v>5.2728943507574667E-3</c:v>
                </c:pt>
                <c:pt idx="804">
                  <c:v>5.1403712178845571E-3</c:v>
                </c:pt>
                <c:pt idx="805">
                  <c:v>5.239604292856229E-3</c:v>
                </c:pt>
                <c:pt idx="806">
                  <c:v>4.6905158405154586E-3</c:v>
                </c:pt>
                <c:pt idx="807">
                  <c:v>3.5268434931920827E-3</c:v>
                </c:pt>
                <c:pt idx="808">
                  <c:v>3.5425018436436562E-3</c:v>
                </c:pt>
                <c:pt idx="809">
                  <c:v>3.4965417430830484E-3</c:v>
                </c:pt>
                <c:pt idx="810">
                  <c:v>3.609770395492012E-3</c:v>
                </c:pt>
                <c:pt idx="811">
                  <c:v>3.8650702119622663E-3</c:v>
                </c:pt>
                <c:pt idx="812">
                  <c:v>3.8344084222754642E-3</c:v>
                </c:pt>
                <c:pt idx="813">
                  <c:v>3.8646835154395108E-3</c:v>
                </c:pt>
                <c:pt idx="814">
                  <c:v>4.0796601936531826E-3</c:v>
                </c:pt>
                <c:pt idx="815">
                  <c:v>4.4460199442353434E-3</c:v>
                </c:pt>
                <c:pt idx="816">
                  <c:v>4.8846688869134012E-3</c:v>
                </c:pt>
                <c:pt idx="817">
                  <c:v>5.1149008349437152E-3</c:v>
                </c:pt>
                <c:pt idx="818">
                  <c:v>5.115432961896307E-3</c:v>
                </c:pt>
                <c:pt idx="819">
                  <c:v>5.4877796964429328E-3</c:v>
                </c:pt>
                <c:pt idx="820">
                  <c:v>5.7665538125817404E-3</c:v>
                </c:pt>
                <c:pt idx="821">
                  <c:v>5.9311559339512605E-3</c:v>
                </c:pt>
                <c:pt idx="822">
                  <c:v>5.965822794222201E-3</c:v>
                </c:pt>
                <c:pt idx="823">
                  <c:v>5.9310483109601322E-3</c:v>
                </c:pt>
                <c:pt idx="824">
                  <c:v>5.8020168423407632E-3</c:v>
                </c:pt>
                <c:pt idx="825">
                  <c:v>6.3889852107978859E-3</c:v>
                </c:pt>
                <c:pt idx="826">
                  <c:v>6.4013971445249368E-3</c:v>
                </c:pt>
                <c:pt idx="827">
                  <c:v>6.435752038077394E-3</c:v>
                </c:pt>
                <c:pt idx="828">
                  <c:v>6.184003241389506E-3</c:v>
                </c:pt>
                <c:pt idx="829">
                  <c:v>6.4443442496319005E-3</c:v>
                </c:pt>
                <c:pt idx="830">
                  <c:v>6.6568019466727796E-3</c:v>
                </c:pt>
                <c:pt idx="831">
                  <c:v>6.6389223055201398E-3</c:v>
                </c:pt>
                <c:pt idx="832">
                  <c:v>6.3902317435035718E-3</c:v>
                </c:pt>
                <c:pt idx="833">
                  <c:v>6.5214166510844905E-3</c:v>
                </c:pt>
                <c:pt idx="834">
                  <c:v>6.5242085940785772E-3</c:v>
                </c:pt>
                <c:pt idx="835">
                  <c:v>6.5072172248948242E-3</c:v>
                </c:pt>
                <c:pt idx="836">
                  <c:v>6.3030484133458171E-3</c:v>
                </c:pt>
                <c:pt idx="837">
                  <c:v>5.9793022041077851E-3</c:v>
                </c:pt>
                <c:pt idx="838">
                  <c:v>6.0246375463181611E-3</c:v>
                </c:pt>
                <c:pt idx="839">
                  <c:v>6.1863555907154429E-3</c:v>
                </c:pt>
                <c:pt idx="840">
                  <c:v>5.8420580042491572E-3</c:v>
                </c:pt>
                <c:pt idx="841">
                  <c:v>5.7255363368837022E-3</c:v>
                </c:pt>
                <c:pt idx="842">
                  <c:v>5.7712553962668452E-3</c:v>
                </c:pt>
                <c:pt idx="843">
                  <c:v>5.5984546415589536E-3</c:v>
                </c:pt>
                <c:pt idx="844">
                  <c:v>5.6990592222021042E-3</c:v>
                </c:pt>
                <c:pt idx="845">
                  <c:v>5.8143003681886346E-3</c:v>
                </c:pt>
                <c:pt idx="846">
                  <c:v>5.7234181184078583E-3</c:v>
                </c:pt>
                <c:pt idx="847">
                  <c:v>5.781243161902737E-3</c:v>
                </c:pt>
                <c:pt idx="848">
                  <c:v>5.6410580317492586E-3</c:v>
                </c:pt>
                <c:pt idx="849">
                  <c:v>5.7749556762881488E-3</c:v>
                </c:pt>
                <c:pt idx="850">
                  <c:v>5.5847461624645538E-3</c:v>
                </c:pt>
                <c:pt idx="851">
                  <c:v>5.332823071249446E-3</c:v>
                </c:pt>
                <c:pt idx="852">
                  <c:v>5.5722212028678749E-3</c:v>
                </c:pt>
                <c:pt idx="853">
                  <c:v>5.828042359482399E-3</c:v>
                </c:pt>
                <c:pt idx="854">
                  <c:v>5.7190516705733479E-3</c:v>
                </c:pt>
                <c:pt idx="855">
                  <c:v>5.9199050458755764E-3</c:v>
                </c:pt>
                <c:pt idx="856">
                  <c:v>5.8183988260893816E-3</c:v>
                </c:pt>
                <c:pt idx="857">
                  <c:v>6.0283380813963925E-3</c:v>
                </c:pt>
                <c:pt idx="858">
                  <c:v>6.0613665102026105E-3</c:v>
                </c:pt>
                <c:pt idx="859">
                  <c:v>5.864855269700031E-3</c:v>
                </c:pt>
                <c:pt idx="860">
                  <c:v>5.7195893846663437E-3</c:v>
                </c:pt>
                <c:pt idx="861">
                  <c:v>5.6639791499782871E-3</c:v>
                </c:pt>
                <c:pt idx="862">
                  <c:v>5.6089245408213143E-3</c:v>
                </c:pt>
                <c:pt idx="863">
                  <c:v>5.3425056864036657E-3</c:v>
                </c:pt>
                <c:pt idx="864">
                  <c:v>5.3391513993850037E-3</c:v>
                </c:pt>
                <c:pt idx="865">
                  <c:v>4.8809144575959881E-3</c:v>
                </c:pt>
                <c:pt idx="866">
                  <c:v>4.8090562998078816E-3</c:v>
                </c:pt>
                <c:pt idx="867">
                  <c:v>4.4640769814889994E-3</c:v>
                </c:pt>
                <c:pt idx="868">
                  <c:v>4.1474038626262725E-3</c:v>
                </c:pt>
                <c:pt idx="869">
                  <c:v>4.3070259227295776E-3</c:v>
                </c:pt>
                <c:pt idx="870">
                  <c:v>4.9346861005163728E-3</c:v>
                </c:pt>
                <c:pt idx="871">
                  <c:v>5.1789886730624572E-3</c:v>
                </c:pt>
                <c:pt idx="872">
                  <c:v>5.1833387970241307E-3</c:v>
                </c:pt>
                <c:pt idx="873">
                  <c:v>5.0942376694129432E-3</c:v>
                </c:pt>
                <c:pt idx="874">
                  <c:v>4.9653932979165606E-3</c:v>
                </c:pt>
                <c:pt idx="875">
                  <c:v>4.9640470619752141E-3</c:v>
                </c:pt>
                <c:pt idx="876">
                  <c:v>4.9803110667059154E-3</c:v>
                </c:pt>
                <c:pt idx="877">
                  <c:v>5.2395433175176694E-3</c:v>
                </c:pt>
                <c:pt idx="878">
                  <c:v>5.0232037767581027E-3</c:v>
                </c:pt>
                <c:pt idx="879">
                  <c:v>5.177091447438273E-3</c:v>
                </c:pt>
                <c:pt idx="880">
                  <c:v>5.1770446934072713E-3</c:v>
                </c:pt>
                <c:pt idx="881">
                  <c:v>5.3370253828027526E-3</c:v>
                </c:pt>
                <c:pt idx="882">
                  <c:v>5.3477484406106914E-3</c:v>
                </c:pt>
                <c:pt idx="883">
                  <c:v>5.2785624023251217E-3</c:v>
                </c:pt>
                <c:pt idx="884">
                  <c:v>5.3559499605056182E-3</c:v>
                </c:pt>
                <c:pt idx="885">
                  <c:v>5.7537290810183153E-3</c:v>
                </c:pt>
                <c:pt idx="886">
                  <c:v>5.7844699285150717E-3</c:v>
                </c:pt>
                <c:pt idx="887">
                  <c:v>5.731487791879852E-3</c:v>
                </c:pt>
                <c:pt idx="888">
                  <c:v>5.729547044149878E-3</c:v>
                </c:pt>
                <c:pt idx="889">
                  <c:v>5.7472770547834749E-3</c:v>
                </c:pt>
                <c:pt idx="890">
                  <c:v>6.0993362826304463E-3</c:v>
                </c:pt>
                <c:pt idx="891">
                  <c:v>5.7332025650301136E-3</c:v>
                </c:pt>
                <c:pt idx="892">
                  <c:v>5.4160903226643372E-3</c:v>
                </c:pt>
                <c:pt idx="893">
                  <c:v>5.5027359398314062E-3</c:v>
                </c:pt>
                <c:pt idx="894">
                  <c:v>5.5340928656242832E-3</c:v>
                </c:pt>
                <c:pt idx="895">
                  <c:v>6.0998266320894329E-3</c:v>
                </c:pt>
                <c:pt idx="896">
                  <c:v>6.7071075707506754E-3</c:v>
                </c:pt>
                <c:pt idx="897">
                  <c:v>6.9309513928490236E-3</c:v>
                </c:pt>
                <c:pt idx="898">
                  <c:v>7.1307928474445906E-3</c:v>
                </c:pt>
                <c:pt idx="899">
                  <c:v>7.6409977723963718E-3</c:v>
                </c:pt>
                <c:pt idx="900">
                  <c:v>7.7539020953623361E-3</c:v>
                </c:pt>
                <c:pt idx="901">
                  <c:v>7.5783978192731413E-3</c:v>
                </c:pt>
                <c:pt idx="902">
                  <c:v>7.3597737919772685E-3</c:v>
                </c:pt>
                <c:pt idx="903">
                  <c:v>7.8498467666367044E-3</c:v>
                </c:pt>
                <c:pt idx="904">
                  <c:v>8.2457402115096202E-3</c:v>
                </c:pt>
                <c:pt idx="905">
                  <c:v>8.2480450392274241E-3</c:v>
                </c:pt>
                <c:pt idx="906">
                  <c:v>7.6582218349179826E-3</c:v>
                </c:pt>
                <c:pt idx="907">
                  <c:v>7.4244511111086417E-3</c:v>
                </c:pt>
                <c:pt idx="908">
                  <c:v>7.8365334657135854E-3</c:v>
                </c:pt>
                <c:pt idx="909">
                  <c:v>8.2660302250081724E-3</c:v>
                </c:pt>
                <c:pt idx="910">
                  <c:v>9.2226699824013731E-3</c:v>
                </c:pt>
                <c:pt idx="911">
                  <c:v>1.0004083121254163E-2</c:v>
                </c:pt>
                <c:pt idx="912">
                  <c:v>1.0151451287256282E-2</c:v>
                </c:pt>
                <c:pt idx="913">
                  <c:v>1.0148438083226246E-2</c:v>
                </c:pt>
                <c:pt idx="914">
                  <c:v>1.0669161406508969E-2</c:v>
                </c:pt>
                <c:pt idx="915">
                  <c:v>1.113102095215451E-2</c:v>
                </c:pt>
                <c:pt idx="916">
                  <c:v>1.24999901201028E-2</c:v>
                </c:pt>
                <c:pt idx="917">
                  <c:v>1.2421579925289956E-2</c:v>
                </c:pt>
                <c:pt idx="918">
                  <c:v>1.2438682053953315E-2</c:v>
                </c:pt>
                <c:pt idx="919">
                  <c:v>1.2162939587680688E-2</c:v>
                </c:pt>
                <c:pt idx="920">
                  <c:v>1.2166036315157331E-2</c:v>
                </c:pt>
                <c:pt idx="921">
                  <c:v>1.2141090981445658E-2</c:v>
                </c:pt>
                <c:pt idx="922">
                  <c:v>1.2176843626763635E-2</c:v>
                </c:pt>
                <c:pt idx="923">
                  <c:v>1.2336986170542755E-2</c:v>
                </c:pt>
                <c:pt idx="924">
                  <c:v>1.2177452549148206E-2</c:v>
                </c:pt>
                <c:pt idx="925">
                  <c:v>1.1877262537039322E-2</c:v>
                </c:pt>
                <c:pt idx="926">
                  <c:v>1.3160739655650662E-2</c:v>
                </c:pt>
                <c:pt idx="927">
                  <c:v>1.3153650430671687E-2</c:v>
                </c:pt>
                <c:pt idx="928">
                  <c:v>1.3824171155779255E-2</c:v>
                </c:pt>
                <c:pt idx="929">
                  <c:v>1.3621916936177836E-2</c:v>
                </c:pt>
                <c:pt idx="930">
                  <c:v>1.3951997195748586E-2</c:v>
                </c:pt>
                <c:pt idx="931">
                  <c:v>1.3081068120245766E-2</c:v>
                </c:pt>
                <c:pt idx="932">
                  <c:v>1.2041510407215458E-2</c:v>
                </c:pt>
                <c:pt idx="933">
                  <c:v>1.2109681849018922E-2</c:v>
                </c:pt>
                <c:pt idx="934">
                  <c:v>1.2052899347646142E-2</c:v>
                </c:pt>
                <c:pt idx="935">
                  <c:v>1.1944060478893806E-2</c:v>
                </c:pt>
                <c:pt idx="936">
                  <c:v>1.0977279665337463E-2</c:v>
                </c:pt>
                <c:pt idx="937">
                  <c:v>9.9839875395561183E-3</c:v>
                </c:pt>
                <c:pt idx="938">
                  <c:v>9.9782275668187266E-3</c:v>
                </c:pt>
                <c:pt idx="939">
                  <c:v>9.880989380264384E-3</c:v>
                </c:pt>
                <c:pt idx="940">
                  <c:v>9.6921043121287135E-3</c:v>
                </c:pt>
                <c:pt idx="941">
                  <c:v>9.370551457429899E-3</c:v>
                </c:pt>
                <c:pt idx="942">
                  <c:v>9.4757008643733265E-3</c:v>
                </c:pt>
                <c:pt idx="943">
                  <c:v>9.3727507658966491E-3</c:v>
                </c:pt>
                <c:pt idx="944">
                  <c:v>9.5454686627422063E-3</c:v>
                </c:pt>
                <c:pt idx="945">
                  <c:v>9.1542040559499625E-3</c:v>
                </c:pt>
                <c:pt idx="946">
                  <c:v>8.6993146082298967E-3</c:v>
                </c:pt>
                <c:pt idx="947">
                  <c:v>7.955141370173063E-3</c:v>
                </c:pt>
                <c:pt idx="948">
                  <c:v>7.7593841941316008E-3</c:v>
                </c:pt>
                <c:pt idx="949">
                  <c:v>7.1607806903887464E-3</c:v>
                </c:pt>
                <c:pt idx="950">
                  <c:v>7.2349316101727613E-3</c:v>
                </c:pt>
                <c:pt idx="951">
                  <c:v>6.6881102102330616E-3</c:v>
                </c:pt>
                <c:pt idx="952">
                  <c:v>7.6484044274604647E-3</c:v>
                </c:pt>
                <c:pt idx="953">
                  <c:v>7.9367330613858336E-3</c:v>
                </c:pt>
                <c:pt idx="954">
                  <c:v>9.0176967292573545E-3</c:v>
                </c:pt>
                <c:pt idx="955">
                  <c:v>9.0919603911675442E-3</c:v>
                </c:pt>
                <c:pt idx="956">
                  <c:v>9.587764107426372E-3</c:v>
                </c:pt>
                <c:pt idx="957">
                  <c:v>9.4309049909764124E-3</c:v>
                </c:pt>
                <c:pt idx="958">
                  <c:v>9.4273429064095759E-3</c:v>
                </c:pt>
                <c:pt idx="959">
                  <c:v>9.5547583144893374E-3</c:v>
                </c:pt>
                <c:pt idx="960">
                  <c:v>9.509081210105368E-3</c:v>
                </c:pt>
                <c:pt idx="961">
                  <c:v>9.3639419007994825E-3</c:v>
                </c:pt>
                <c:pt idx="962">
                  <c:v>9.1363949182184153E-3</c:v>
                </c:pt>
                <c:pt idx="963">
                  <c:v>9.9784612589253058E-3</c:v>
                </c:pt>
                <c:pt idx="964">
                  <c:v>1.0031602208223946E-2</c:v>
                </c:pt>
                <c:pt idx="965">
                  <c:v>9.8263843998973345E-3</c:v>
                </c:pt>
                <c:pt idx="966">
                  <c:v>9.8244777784745069E-3</c:v>
                </c:pt>
                <c:pt idx="967">
                  <c:v>9.8806314666204167E-3</c:v>
                </c:pt>
                <c:pt idx="968">
                  <c:v>9.4798158607429031E-3</c:v>
                </c:pt>
                <c:pt idx="969">
                  <c:v>9.5489068930337938E-3</c:v>
                </c:pt>
                <c:pt idx="970">
                  <c:v>9.7951591491622237E-3</c:v>
                </c:pt>
                <c:pt idx="971">
                  <c:v>1.0030147028854505E-2</c:v>
                </c:pt>
                <c:pt idx="972">
                  <c:v>1.0004875007343129E-2</c:v>
                </c:pt>
                <c:pt idx="973">
                  <c:v>9.3685195775855441E-3</c:v>
                </c:pt>
                <c:pt idx="974">
                  <c:v>9.143802977875027E-3</c:v>
                </c:pt>
                <c:pt idx="975">
                  <c:v>7.9285373091155693E-3</c:v>
                </c:pt>
                <c:pt idx="976">
                  <c:v>7.9419905673063212E-3</c:v>
                </c:pt>
                <c:pt idx="977">
                  <c:v>7.0080478977714959E-3</c:v>
                </c:pt>
                <c:pt idx="978">
                  <c:v>7.0191612263770702E-3</c:v>
                </c:pt>
                <c:pt idx="979">
                  <c:v>7.5729193593378754E-3</c:v>
                </c:pt>
                <c:pt idx="980">
                  <c:v>7.3453625284947551E-3</c:v>
                </c:pt>
                <c:pt idx="981">
                  <c:v>7.3376134077155087E-3</c:v>
                </c:pt>
                <c:pt idx="982">
                  <c:v>7.2890146439090458E-3</c:v>
                </c:pt>
                <c:pt idx="983">
                  <c:v>7.3743670443112896E-3</c:v>
                </c:pt>
                <c:pt idx="984">
                  <c:v>6.0190503108339243E-3</c:v>
                </c:pt>
                <c:pt idx="985">
                  <c:v>6.1446553157600064E-3</c:v>
                </c:pt>
                <c:pt idx="986">
                  <c:v>6.0805969591598832E-3</c:v>
                </c:pt>
                <c:pt idx="987">
                  <c:v>6.1294125670731201E-3</c:v>
                </c:pt>
                <c:pt idx="988">
                  <c:v>6.3061587100795525E-3</c:v>
                </c:pt>
                <c:pt idx="989">
                  <c:v>6.3116317860662024E-3</c:v>
                </c:pt>
                <c:pt idx="990">
                  <c:v>6.1730567908215893E-3</c:v>
                </c:pt>
                <c:pt idx="991">
                  <c:v>7.1493247196305031E-3</c:v>
                </c:pt>
                <c:pt idx="992">
                  <c:v>6.7682189599234692E-3</c:v>
                </c:pt>
                <c:pt idx="993">
                  <c:v>6.7262774968785142E-3</c:v>
                </c:pt>
                <c:pt idx="994">
                  <c:v>6.6874798376262319E-3</c:v>
                </c:pt>
                <c:pt idx="995">
                  <c:v>6.9364522892664277E-3</c:v>
                </c:pt>
                <c:pt idx="996">
                  <c:v>6.8410631436969854E-3</c:v>
                </c:pt>
                <c:pt idx="997">
                  <c:v>7.32590761694409E-3</c:v>
                </c:pt>
                <c:pt idx="998">
                  <c:v>7.3650224368249414E-3</c:v>
                </c:pt>
                <c:pt idx="999">
                  <c:v>7.4570091878504051E-3</c:v>
                </c:pt>
                <c:pt idx="1000">
                  <c:v>6.9168320892903637E-3</c:v>
                </c:pt>
                <c:pt idx="1001">
                  <c:v>6.9713112790842496E-3</c:v>
                </c:pt>
                <c:pt idx="1002">
                  <c:v>6.9608328867701531E-3</c:v>
                </c:pt>
                <c:pt idx="1003">
                  <c:v>7.1673233330295837E-3</c:v>
                </c:pt>
                <c:pt idx="1004">
                  <c:v>7.037387784881265E-3</c:v>
                </c:pt>
                <c:pt idx="1005">
                  <c:v>7.5643057701940061E-3</c:v>
                </c:pt>
                <c:pt idx="1006">
                  <c:v>7.3811279427900278E-3</c:v>
                </c:pt>
                <c:pt idx="1007">
                  <c:v>7.3563331848616699E-3</c:v>
                </c:pt>
                <c:pt idx="1008">
                  <c:v>7.5935396653928899E-3</c:v>
                </c:pt>
                <c:pt idx="1009">
                  <c:v>7.3798923607383236E-3</c:v>
                </c:pt>
                <c:pt idx="1010">
                  <c:v>7.3818122782333736E-3</c:v>
                </c:pt>
                <c:pt idx="1011">
                  <c:v>7.3884272422433455E-3</c:v>
                </c:pt>
                <c:pt idx="1012">
                  <c:v>6.2204246367176877E-3</c:v>
                </c:pt>
                <c:pt idx="1013">
                  <c:v>6.5241415241650766E-3</c:v>
                </c:pt>
                <c:pt idx="1014">
                  <c:v>6.593175399014291E-3</c:v>
                </c:pt>
                <c:pt idx="1015">
                  <c:v>6.610828335374852E-3</c:v>
                </c:pt>
                <c:pt idx="1016">
                  <c:v>6.2379256991524834E-3</c:v>
                </c:pt>
                <c:pt idx="1017">
                  <c:v>6.670481745559031E-3</c:v>
                </c:pt>
                <c:pt idx="1018">
                  <c:v>6.6787243763836521E-3</c:v>
                </c:pt>
                <c:pt idx="1019">
                  <c:v>6.6253083778587988E-3</c:v>
                </c:pt>
                <c:pt idx="1020">
                  <c:v>6.3570869896797865E-3</c:v>
                </c:pt>
                <c:pt idx="1021">
                  <c:v>6.321628125765472E-3</c:v>
                </c:pt>
                <c:pt idx="1022">
                  <c:v>6.1211666689068179E-3</c:v>
                </c:pt>
                <c:pt idx="1023">
                  <c:v>6.0841179285151675E-3</c:v>
                </c:pt>
                <c:pt idx="1024">
                  <c:v>5.4756136972671518E-3</c:v>
                </c:pt>
                <c:pt idx="1025">
                  <c:v>5.6080224632022698E-3</c:v>
                </c:pt>
                <c:pt idx="1026">
                  <c:v>5.9899223418434953E-3</c:v>
                </c:pt>
                <c:pt idx="1027">
                  <c:v>6.2700243094069037E-3</c:v>
                </c:pt>
                <c:pt idx="1028">
                  <c:v>6.3389434391499912E-3</c:v>
                </c:pt>
                <c:pt idx="1029">
                  <c:v>6.412306512533634E-3</c:v>
                </c:pt>
                <c:pt idx="1030">
                  <c:v>6.0236221435528182E-3</c:v>
                </c:pt>
                <c:pt idx="1031">
                  <c:v>5.9038417904929983E-3</c:v>
                </c:pt>
                <c:pt idx="1032">
                  <c:v>5.7998226842725974E-3</c:v>
                </c:pt>
                <c:pt idx="1033">
                  <c:v>6.0886349950468729E-3</c:v>
                </c:pt>
                <c:pt idx="1034">
                  <c:v>6.1451477096727729E-3</c:v>
                </c:pt>
                <c:pt idx="1035">
                  <c:v>6.1328952707171728E-3</c:v>
                </c:pt>
                <c:pt idx="1036">
                  <c:v>6.3192569938607893E-3</c:v>
                </c:pt>
                <c:pt idx="1037">
                  <c:v>6.2975465453628766E-3</c:v>
                </c:pt>
                <c:pt idx="1038">
                  <c:v>6.5617132860657651E-3</c:v>
                </c:pt>
                <c:pt idx="1039">
                  <c:v>6.0555185610724179E-3</c:v>
                </c:pt>
                <c:pt idx="1040">
                  <c:v>6.0070680676969114E-3</c:v>
                </c:pt>
                <c:pt idx="1041">
                  <c:v>6.0207004330267442E-3</c:v>
                </c:pt>
                <c:pt idx="1042">
                  <c:v>6.1541643048607627E-3</c:v>
                </c:pt>
                <c:pt idx="1043">
                  <c:v>6.2500999039899162E-3</c:v>
                </c:pt>
                <c:pt idx="1044">
                  <c:v>6.7998969829191729E-3</c:v>
                </c:pt>
                <c:pt idx="1045">
                  <c:v>6.8202616207915095E-3</c:v>
                </c:pt>
                <c:pt idx="1046">
                  <c:v>7.187026988502516E-3</c:v>
                </c:pt>
                <c:pt idx="1047">
                  <c:v>7.1151681484478311E-3</c:v>
                </c:pt>
                <c:pt idx="1048">
                  <c:v>6.955777913476918E-3</c:v>
                </c:pt>
                <c:pt idx="1049">
                  <c:v>6.920485924297089E-3</c:v>
                </c:pt>
                <c:pt idx="1050">
                  <c:v>6.5679463434313717E-3</c:v>
                </c:pt>
                <c:pt idx="1051">
                  <c:v>6.5406972971094445E-3</c:v>
                </c:pt>
                <c:pt idx="1052">
                  <c:v>6.7707275480288496E-3</c:v>
                </c:pt>
                <c:pt idx="1053">
                  <c:v>6.884098931771887E-3</c:v>
                </c:pt>
                <c:pt idx="1054">
                  <c:v>7.3167529964610284E-3</c:v>
                </c:pt>
                <c:pt idx="1055">
                  <c:v>7.349309222675667E-3</c:v>
                </c:pt>
                <c:pt idx="1056">
                  <c:v>7.2240662586923986E-3</c:v>
                </c:pt>
                <c:pt idx="1057">
                  <c:v>7.4286084893500541E-3</c:v>
                </c:pt>
                <c:pt idx="1058">
                  <c:v>7.4284622428638534E-3</c:v>
                </c:pt>
                <c:pt idx="1059">
                  <c:v>7.2962727205939971E-3</c:v>
                </c:pt>
                <c:pt idx="1060">
                  <c:v>7.5611991203281444E-3</c:v>
                </c:pt>
                <c:pt idx="1061">
                  <c:v>8.2427446211911313E-3</c:v>
                </c:pt>
                <c:pt idx="1062">
                  <c:v>1.175768539531195E-2</c:v>
                </c:pt>
                <c:pt idx="1063">
                  <c:v>1.1779121657524011E-2</c:v>
                </c:pt>
                <c:pt idx="1064">
                  <c:v>1.1785230936105385E-2</c:v>
                </c:pt>
                <c:pt idx="1065">
                  <c:v>1.1564723887676891E-2</c:v>
                </c:pt>
                <c:pt idx="1066">
                  <c:v>1.204926403602412E-2</c:v>
                </c:pt>
                <c:pt idx="1067">
                  <c:v>1.1820245288299875E-2</c:v>
                </c:pt>
                <c:pt idx="1068">
                  <c:v>1.1634339028676338E-2</c:v>
                </c:pt>
                <c:pt idx="1069">
                  <c:v>1.1616884303842596E-2</c:v>
                </c:pt>
                <c:pt idx="1070">
                  <c:v>1.1732478567357672E-2</c:v>
                </c:pt>
                <c:pt idx="1071">
                  <c:v>1.1754520052950201E-2</c:v>
                </c:pt>
                <c:pt idx="1072">
                  <c:v>1.2083899157294008E-2</c:v>
                </c:pt>
                <c:pt idx="1073">
                  <c:v>1.191188846918622E-2</c:v>
                </c:pt>
                <c:pt idx="1074">
                  <c:v>1.220201215989777E-2</c:v>
                </c:pt>
                <c:pt idx="1075">
                  <c:v>1.175043286410583E-2</c:v>
                </c:pt>
                <c:pt idx="1076">
                  <c:v>1.1596452840621718E-2</c:v>
                </c:pt>
                <c:pt idx="1077">
                  <c:v>1.1533483654763872E-2</c:v>
                </c:pt>
                <c:pt idx="1078">
                  <c:v>1.1296076243493304E-2</c:v>
                </c:pt>
                <c:pt idx="1079">
                  <c:v>1.1306003796846166E-2</c:v>
                </c:pt>
                <c:pt idx="1080">
                  <c:v>1.1380703378172752E-2</c:v>
                </c:pt>
                <c:pt idx="1081">
                  <c:v>1.1808485174041487E-2</c:v>
                </c:pt>
                <c:pt idx="1082">
                  <c:v>1.1464873589205992E-2</c:v>
                </c:pt>
                <c:pt idx="1083">
                  <c:v>7.9644097749476967E-3</c:v>
                </c:pt>
                <c:pt idx="1084">
                  <c:v>8.1187756430509839E-3</c:v>
                </c:pt>
                <c:pt idx="1085">
                  <c:v>8.439492431351411E-3</c:v>
                </c:pt>
                <c:pt idx="1086">
                  <c:v>8.2647648173757287E-3</c:v>
                </c:pt>
                <c:pt idx="1087">
                  <c:v>7.6642209692040063E-3</c:v>
                </c:pt>
                <c:pt idx="1088">
                  <c:v>7.5861125478852509E-3</c:v>
                </c:pt>
                <c:pt idx="1089">
                  <c:v>7.5752617126356933E-3</c:v>
                </c:pt>
                <c:pt idx="1090">
                  <c:v>7.5247292153607205E-3</c:v>
                </c:pt>
                <c:pt idx="1091">
                  <c:v>7.4744436544250167E-3</c:v>
                </c:pt>
                <c:pt idx="1092">
                  <c:v>7.4803890036468394E-3</c:v>
                </c:pt>
                <c:pt idx="1093">
                  <c:v>6.7835382080686912E-3</c:v>
                </c:pt>
                <c:pt idx="1094">
                  <c:v>6.7331529430086452E-3</c:v>
                </c:pt>
                <c:pt idx="1095">
                  <c:v>6.3812015387935805E-3</c:v>
                </c:pt>
                <c:pt idx="1096">
                  <c:v>7.7067095966630722E-3</c:v>
                </c:pt>
                <c:pt idx="1097">
                  <c:v>7.6173535386990779E-3</c:v>
                </c:pt>
                <c:pt idx="1098">
                  <c:v>7.5442373277343263E-3</c:v>
                </c:pt>
                <c:pt idx="1099">
                  <c:v>7.7297810148753247E-3</c:v>
                </c:pt>
                <c:pt idx="1100">
                  <c:v>7.7318628201401129E-3</c:v>
                </c:pt>
                <c:pt idx="1101">
                  <c:v>7.6844486013096479E-3</c:v>
                </c:pt>
                <c:pt idx="1102">
                  <c:v>7.3141791291284289E-3</c:v>
                </c:pt>
                <c:pt idx="1103">
                  <c:v>7.3140531583176845E-3</c:v>
                </c:pt>
                <c:pt idx="1104">
                  <c:v>7.5269243170375272E-3</c:v>
                </c:pt>
                <c:pt idx="1105">
                  <c:v>7.5394832884364783E-3</c:v>
                </c:pt>
                <c:pt idx="1106">
                  <c:v>7.4203471847757649E-3</c:v>
                </c:pt>
                <c:pt idx="1107">
                  <c:v>7.4198181460016941E-3</c:v>
                </c:pt>
                <c:pt idx="1108">
                  <c:v>7.113155171010542E-3</c:v>
                </c:pt>
                <c:pt idx="1109">
                  <c:v>6.9937705398372971E-3</c:v>
                </c:pt>
                <c:pt idx="1110">
                  <c:v>7.0233399117130687E-3</c:v>
                </c:pt>
                <c:pt idx="1111">
                  <c:v>7.0311783193944023E-3</c:v>
                </c:pt>
                <c:pt idx="1112">
                  <c:v>6.7781675521213693E-3</c:v>
                </c:pt>
                <c:pt idx="1113">
                  <c:v>6.736730847021373E-3</c:v>
                </c:pt>
                <c:pt idx="1114">
                  <c:v>6.9936227551098762E-3</c:v>
                </c:pt>
                <c:pt idx="1115">
                  <c:v>7.0327501659755588E-3</c:v>
                </c:pt>
                <c:pt idx="1116">
                  <c:v>7.1014949690725668E-3</c:v>
                </c:pt>
                <c:pt idx="1117">
                  <c:v>6.4030128965360204E-3</c:v>
                </c:pt>
                <c:pt idx="1118">
                  <c:v>6.4882810597011766E-3</c:v>
                </c:pt>
                <c:pt idx="1119">
                  <c:v>7.7814120800774713E-3</c:v>
                </c:pt>
                <c:pt idx="1120">
                  <c:v>7.7777838273500911E-3</c:v>
                </c:pt>
                <c:pt idx="1121">
                  <c:v>8.447302319796816E-3</c:v>
                </c:pt>
                <c:pt idx="1122">
                  <c:v>8.7294832645966446E-3</c:v>
                </c:pt>
                <c:pt idx="1123">
                  <c:v>8.5683040930584486E-3</c:v>
                </c:pt>
                <c:pt idx="1124">
                  <c:v>8.5501633194126486E-3</c:v>
                </c:pt>
                <c:pt idx="1125">
                  <c:v>8.4420175011925523E-3</c:v>
                </c:pt>
                <c:pt idx="1126">
                  <c:v>8.0465186233781849E-3</c:v>
                </c:pt>
                <c:pt idx="1127">
                  <c:v>8.5273474764316088E-3</c:v>
                </c:pt>
                <c:pt idx="1128">
                  <c:v>8.7134668592746163E-3</c:v>
                </c:pt>
                <c:pt idx="1129">
                  <c:v>1.0057242531641373E-2</c:v>
                </c:pt>
                <c:pt idx="1130">
                  <c:v>1.0101268525960662E-2</c:v>
                </c:pt>
                <c:pt idx="1131">
                  <c:v>1.0148007558028917E-2</c:v>
                </c:pt>
                <c:pt idx="1132">
                  <c:v>1.0322286423422264E-2</c:v>
                </c:pt>
                <c:pt idx="1133">
                  <c:v>1.0330133200501614E-2</c:v>
                </c:pt>
                <c:pt idx="1134">
                  <c:v>1.1243370493425425E-2</c:v>
                </c:pt>
                <c:pt idx="1135">
                  <c:v>1.099882403366724E-2</c:v>
                </c:pt>
                <c:pt idx="1136">
                  <c:v>1.0983523685907678E-2</c:v>
                </c:pt>
                <c:pt idx="1137">
                  <c:v>1.0894370838883406E-2</c:v>
                </c:pt>
                <c:pt idx="1138">
                  <c:v>1.0812910231900329E-2</c:v>
                </c:pt>
                <c:pt idx="1139">
                  <c:v>1.0672686009715254E-2</c:v>
                </c:pt>
                <c:pt idx="1140">
                  <c:v>1.0025070422981239E-2</c:v>
                </c:pt>
                <c:pt idx="1141">
                  <c:v>1.0052492330992646E-2</c:v>
                </c:pt>
                <c:pt idx="1142">
                  <c:v>9.4709459196464472E-3</c:v>
                </c:pt>
                <c:pt idx="1143">
                  <c:v>9.9514330143198569E-3</c:v>
                </c:pt>
                <c:pt idx="1144">
                  <c:v>9.9680988407665049E-3</c:v>
                </c:pt>
                <c:pt idx="1145">
                  <c:v>1.0281070359731021E-2</c:v>
                </c:pt>
                <c:pt idx="1146">
                  <c:v>1.5783225144516015E-2</c:v>
                </c:pt>
                <c:pt idx="1147">
                  <c:v>1.6734052010923355E-2</c:v>
                </c:pt>
                <c:pt idx="1148">
                  <c:v>1.6204694547702153E-2</c:v>
                </c:pt>
                <c:pt idx="1149">
                  <c:v>1.6571476391763897E-2</c:v>
                </c:pt>
                <c:pt idx="1150">
                  <c:v>1.60964165539976E-2</c:v>
                </c:pt>
                <c:pt idx="1151">
                  <c:v>1.6146590310199081E-2</c:v>
                </c:pt>
                <c:pt idx="1152">
                  <c:v>1.6127514232891178E-2</c:v>
                </c:pt>
                <c:pt idx="1153">
                  <c:v>1.609677772459615E-2</c:v>
                </c:pt>
                <c:pt idx="1154">
                  <c:v>1.6112623141285868E-2</c:v>
                </c:pt>
                <c:pt idx="1155">
                  <c:v>1.560813823637212E-2</c:v>
                </c:pt>
                <c:pt idx="1156">
                  <c:v>1.5634305776123326E-2</c:v>
                </c:pt>
                <c:pt idx="1157">
                  <c:v>1.5995965154078542E-2</c:v>
                </c:pt>
                <c:pt idx="1158">
                  <c:v>1.6046965390719439E-2</c:v>
                </c:pt>
                <c:pt idx="1159">
                  <c:v>1.6074268239007636E-2</c:v>
                </c:pt>
                <c:pt idx="1160">
                  <c:v>1.6069088970863243E-2</c:v>
                </c:pt>
                <c:pt idx="1161">
                  <c:v>1.6068354765246838E-2</c:v>
                </c:pt>
                <c:pt idx="1162">
                  <c:v>1.6016447957287197E-2</c:v>
                </c:pt>
                <c:pt idx="1163">
                  <c:v>1.6032529228928241E-2</c:v>
                </c:pt>
                <c:pt idx="1164">
                  <c:v>1.5387180187233422E-2</c:v>
                </c:pt>
                <c:pt idx="1165">
                  <c:v>1.5613582452734046E-2</c:v>
                </c:pt>
                <c:pt idx="1166">
                  <c:v>1.517915022140863E-2</c:v>
                </c:pt>
                <c:pt idx="1167">
                  <c:v>1.0133458289361203E-2</c:v>
                </c:pt>
                <c:pt idx="1168">
                  <c:v>8.0314130651101944E-3</c:v>
                </c:pt>
                <c:pt idx="1169">
                  <c:v>8.1031324091194162E-3</c:v>
                </c:pt>
                <c:pt idx="1170">
                  <c:v>8.121003272079437E-3</c:v>
                </c:pt>
                <c:pt idx="1171">
                  <c:v>7.9300782903833477E-3</c:v>
                </c:pt>
                <c:pt idx="1172">
                  <c:v>7.8261619862918831E-3</c:v>
                </c:pt>
                <c:pt idx="1173">
                  <c:v>7.7223616734903985E-3</c:v>
                </c:pt>
                <c:pt idx="1174">
                  <c:v>7.2866768267827444E-3</c:v>
                </c:pt>
                <c:pt idx="1175">
                  <c:v>7.132819939099538E-3</c:v>
                </c:pt>
                <c:pt idx="1176">
                  <c:v>6.3863629592125111E-3</c:v>
                </c:pt>
                <c:pt idx="1177">
                  <c:v>6.1731188213513151E-3</c:v>
                </c:pt>
                <c:pt idx="1178">
                  <c:v>5.8960543124940779E-3</c:v>
                </c:pt>
                <c:pt idx="1179">
                  <c:v>5.4203994835273668E-3</c:v>
                </c:pt>
                <c:pt idx="1180">
                  <c:v>5.6741164331592289E-3</c:v>
                </c:pt>
                <c:pt idx="1181">
                  <c:v>5.6874308294197519E-3</c:v>
                </c:pt>
                <c:pt idx="1182">
                  <c:v>5.5668260575399741E-3</c:v>
                </c:pt>
                <c:pt idx="1183">
                  <c:v>5.6365483935052665E-3</c:v>
                </c:pt>
                <c:pt idx="1184">
                  <c:v>5.2239703486969243E-3</c:v>
                </c:pt>
                <c:pt idx="1185">
                  <c:v>5.1592612881947702E-3</c:v>
                </c:pt>
                <c:pt idx="1186">
                  <c:v>4.6911672405098885E-3</c:v>
                </c:pt>
                <c:pt idx="1187">
                  <c:v>4.9487687322117375E-3</c:v>
                </c:pt>
                <c:pt idx="1188">
                  <c:v>5.5105754356714522E-3</c:v>
                </c:pt>
                <c:pt idx="1189">
                  <c:v>5.5706993236440449E-3</c:v>
                </c:pt>
                <c:pt idx="1190">
                  <c:v>5.5702906320440788E-3</c:v>
                </c:pt>
                <c:pt idx="1191">
                  <c:v>4.7553487907393494E-3</c:v>
                </c:pt>
                <c:pt idx="1192">
                  <c:v>5.1074101279028096E-3</c:v>
                </c:pt>
                <c:pt idx="1193">
                  <c:v>5.1038004615325218E-3</c:v>
                </c:pt>
                <c:pt idx="1194">
                  <c:v>5.1746815821402496E-3</c:v>
                </c:pt>
                <c:pt idx="1195">
                  <c:v>5.2023582787245571E-3</c:v>
                </c:pt>
                <c:pt idx="1196">
                  <c:v>5.2101608704047597E-3</c:v>
                </c:pt>
                <c:pt idx="1197">
                  <c:v>5.4246132989936927E-3</c:v>
                </c:pt>
                <c:pt idx="1198">
                  <c:v>5.3302969851421553E-3</c:v>
                </c:pt>
                <c:pt idx="1199">
                  <c:v>5.1966921711975034E-3</c:v>
                </c:pt>
                <c:pt idx="1200">
                  <c:v>5.2834534807258251E-3</c:v>
                </c:pt>
                <c:pt idx="1201">
                  <c:v>5.1821684503298732E-3</c:v>
                </c:pt>
                <c:pt idx="1202">
                  <c:v>5.5739175909362039E-3</c:v>
                </c:pt>
                <c:pt idx="1203">
                  <c:v>5.5978277833035311E-3</c:v>
                </c:pt>
                <c:pt idx="1204">
                  <c:v>5.9240597932972506E-3</c:v>
                </c:pt>
                <c:pt idx="1205">
                  <c:v>5.9356546932164637E-3</c:v>
                </c:pt>
                <c:pt idx="1206">
                  <c:v>5.900702367608434E-3</c:v>
                </c:pt>
                <c:pt idx="1207">
                  <c:v>5.8634577532599231E-3</c:v>
                </c:pt>
                <c:pt idx="1208">
                  <c:v>5.6913223593883294E-3</c:v>
                </c:pt>
                <c:pt idx="1209">
                  <c:v>5.1607510466669922E-3</c:v>
                </c:pt>
                <c:pt idx="1210">
                  <c:v>5.418456664526867E-3</c:v>
                </c:pt>
                <c:pt idx="1211">
                  <c:v>5.7334622532715035E-3</c:v>
                </c:pt>
                <c:pt idx="1212">
                  <c:v>5.7189383944850529E-3</c:v>
                </c:pt>
                <c:pt idx="1213">
                  <c:v>5.6568352324846789E-3</c:v>
                </c:pt>
                <c:pt idx="1214">
                  <c:v>5.6582804616924706E-3</c:v>
                </c:pt>
                <c:pt idx="1215">
                  <c:v>5.7979549769714622E-3</c:v>
                </c:pt>
                <c:pt idx="1216">
                  <c:v>5.8484598716676715E-3</c:v>
                </c:pt>
                <c:pt idx="1217">
                  <c:v>7.2568798663603575E-3</c:v>
                </c:pt>
                <c:pt idx="1218">
                  <c:v>7.0800416324526636E-3</c:v>
                </c:pt>
                <c:pt idx="1219">
                  <c:v>7.0892546273677911E-3</c:v>
                </c:pt>
                <c:pt idx="1220">
                  <c:v>7.645533173920663E-3</c:v>
                </c:pt>
                <c:pt idx="1221">
                  <c:v>7.6335595683689099E-3</c:v>
                </c:pt>
                <c:pt idx="1222">
                  <c:v>7.6843182240804954E-3</c:v>
                </c:pt>
                <c:pt idx="1223">
                  <c:v>7.4042252809998869E-3</c:v>
                </c:pt>
                <c:pt idx="1224">
                  <c:v>7.4076922497692778E-3</c:v>
                </c:pt>
                <c:pt idx="1225">
                  <c:v>7.1177617061988045E-3</c:v>
                </c:pt>
                <c:pt idx="1226">
                  <c:v>7.0488135253389496E-3</c:v>
                </c:pt>
                <c:pt idx="1227">
                  <c:v>7.3774340532345144E-3</c:v>
                </c:pt>
                <c:pt idx="1228">
                  <c:v>7.4504119362683516E-3</c:v>
                </c:pt>
                <c:pt idx="1229">
                  <c:v>7.5196416635163231E-3</c:v>
                </c:pt>
                <c:pt idx="1230">
                  <c:v>7.6231495725067756E-3</c:v>
                </c:pt>
                <c:pt idx="1231">
                  <c:v>7.5328637220150076E-3</c:v>
                </c:pt>
                <c:pt idx="1232">
                  <c:v>7.6097825019263926E-3</c:v>
                </c:pt>
                <c:pt idx="1233">
                  <c:v>7.6624449880406805E-3</c:v>
                </c:pt>
                <c:pt idx="1234">
                  <c:v>7.6215853648190614E-3</c:v>
                </c:pt>
                <c:pt idx="1235">
                  <c:v>7.7597226883351659E-3</c:v>
                </c:pt>
                <c:pt idx="1236">
                  <c:v>7.5753498114643665E-3</c:v>
                </c:pt>
                <c:pt idx="1237">
                  <c:v>9.1073712911360644E-3</c:v>
                </c:pt>
                <c:pt idx="1238">
                  <c:v>8.2903372923402666E-3</c:v>
                </c:pt>
                <c:pt idx="1239">
                  <c:v>9.7440159530191462E-3</c:v>
                </c:pt>
                <c:pt idx="1240">
                  <c:v>9.9220551497813357E-3</c:v>
                </c:pt>
                <c:pt idx="1241">
                  <c:v>9.3456840523798834E-3</c:v>
                </c:pt>
                <c:pt idx="1242">
                  <c:v>9.3414102712216646E-3</c:v>
                </c:pt>
                <c:pt idx="1243">
                  <c:v>9.238094619211986E-3</c:v>
                </c:pt>
                <c:pt idx="1244">
                  <c:v>9.3309895147667445E-3</c:v>
                </c:pt>
                <c:pt idx="1245">
                  <c:v>9.5429435820883896E-3</c:v>
                </c:pt>
                <c:pt idx="1246">
                  <c:v>9.5462163265654341E-3</c:v>
                </c:pt>
                <c:pt idx="1247">
                  <c:v>9.5913256451649765E-3</c:v>
                </c:pt>
                <c:pt idx="1248">
                  <c:v>9.4120500392256574E-3</c:v>
                </c:pt>
                <c:pt idx="1249">
                  <c:v>9.3911822587225222E-3</c:v>
                </c:pt>
                <c:pt idx="1250">
                  <c:v>9.6203560537943007E-3</c:v>
                </c:pt>
                <c:pt idx="1251">
                  <c:v>9.5448911867389349E-3</c:v>
                </c:pt>
                <c:pt idx="1252">
                  <c:v>1.0334281738325896E-2</c:v>
                </c:pt>
                <c:pt idx="1253">
                  <c:v>1.0100095716058487E-2</c:v>
                </c:pt>
                <c:pt idx="1254">
                  <c:v>1.025367780145954E-2</c:v>
                </c:pt>
                <c:pt idx="1255">
                  <c:v>1.0141307629744953E-2</c:v>
                </c:pt>
                <c:pt idx="1256">
                  <c:v>1.2646284910243527E-2</c:v>
                </c:pt>
                <c:pt idx="1257">
                  <c:v>1.2642872352165151E-2</c:v>
                </c:pt>
                <c:pt idx="1258">
                  <c:v>1.2096743987328103E-2</c:v>
                </c:pt>
                <c:pt idx="1259">
                  <c:v>1.2081035486056668E-2</c:v>
                </c:pt>
                <c:pt idx="1260">
                  <c:v>1.0718799010957276E-2</c:v>
                </c:pt>
                <c:pt idx="1261">
                  <c:v>1.12693771769194E-2</c:v>
                </c:pt>
                <c:pt idx="1262">
                  <c:v>1.5124717590764065E-2</c:v>
                </c:pt>
                <c:pt idx="1263">
                  <c:v>1.5230907709491719E-2</c:v>
                </c:pt>
                <c:pt idx="1264">
                  <c:v>2.2350629342295144E-2</c:v>
                </c:pt>
                <c:pt idx="1265">
                  <c:v>2.4749650874361359E-2</c:v>
                </c:pt>
                <c:pt idx="1266">
                  <c:v>2.8818294528518324E-2</c:v>
                </c:pt>
                <c:pt idx="1267">
                  <c:v>2.8849229652105807E-2</c:v>
                </c:pt>
                <c:pt idx="1268">
                  <c:v>3.0161896685849537E-2</c:v>
                </c:pt>
                <c:pt idx="1269">
                  <c:v>3.0054255870759695E-2</c:v>
                </c:pt>
                <c:pt idx="1270">
                  <c:v>3.4124359806824177E-2</c:v>
                </c:pt>
                <c:pt idx="1271">
                  <c:v>4.2121337222039132E-2</c:v>
                </c:pt>
                <c:pt idx="1272">
                  <c:v>4.3250474488804418E-2</c:v>
                </c:pt>
                <c:pt idx="1273">
                  <c:v>4.7440262410853688E-2</c:v>
                </c:pt>
                <c:pt idx="1274">
                  <c:v>4.9446012694126518E-2</c:v>
                </c:pt>
                <c:pt idx="1275">
                  <c:v>4.9476537815674355E-2</c:v>
                </c:pt>
                <c:pt idx="1276">
                  <c:v>4.9959898904619271E-2</c:v>
                </c:pt>
                <c:pt idx="1277">
                  <c:v>5.0874691904697115E-2</c:v>
                </c:pt>
                <c:pt idx="1278">
                  <c:v>5.1249781353773984E-2</c:v>
                </c:pt>
                <c:pt idx="1279">
                  <c:v>5.0960304511414818E-2</c:v>
                </c:pt>
                <c:pt idx="1280">
                  <c:v>5.5819109186884319E-2</c:v>
                </c:pt>
                <c:pt idx="1281">
                  <c:v>5.5765047208714412E-2</c:v>
                </c:pt>
                <c:pt idx="1282">
                  <c:v>5.6838341279012383E-2</c:v>
                </c:pt>
                <c:pt idx="1283">
                  <c:v>5.5964183101811324E-2</c:v>
                </c:pt>
                <c:pt idx="1284">
                  <c:v>5.5946534726729225E-2</c:v>
                </c:pt>
                <c:pt idx="1285">
                  <c:v>5.3236286526591396E-2</c:v>
                </c:pt>
                <c:pt idx="1286">
                  <c:v>5.29395347119039E-2</c:v>
                </c:pt>
                <c:pt idx="1287">
                  <c:v>4.9890833329832414E-2</c:v>
                </c:pt>
                <c:pt idx="1288">
                  <c:v>5.0076266787397898E-2</c:v>
                </c:pt>
                <c:pt idx="1289">
                  <c:v>4.8529251450769945E-2</c:v>
                </c:pt>
                <c:pt idx="1290">
                  <c:v>4.8222252482011049E-2</c:v>
                </c:pt>
                <c:pt idx="1291">
                  <c:v>4.7026207887731548E-2</c:v>
                </c:pt>
                <c:pt idx="1292">
                  <c:v>3.5465974896494237E-2</c:v>
                </c:pt>
                <c:pt idx="1293">
                  <c:v>3.5267660440754862E-2</c:v>
                </c:pt>
                <c:pt idx="1294">
                  <c:v>3.2556710601874303E-2</c:v>
                </c:pt>
                <c:pt idx="1295">
                  <c:v>3.157020754234597E-2</c:v>
                </c:pt>
                <c:pt idx="1296">
                  <c:v>3.4622145204309632E-2</c:v>
                </c:pt>
                <c:pt idx="1297">
                  <c:v>3.284592562615786E-2</c:v>
                </c:pt>
                <c:pt idx="1298">
                  <c:v>3.2086925377020584E-2</c:v>
                </c:pt>
                <c:pt idx="1299">
                  <c:v>3.0552933214817168E-2</c:v>
                </c:pt>
                <c:pt idx="1300">
                  <c:v>2.980290121933004E-2</c:v>
                </c:pt>
                <c:pt idx="1301">
                  <c:v>2.3019218068626814E-2</c:v>
                </c:pt>
                <c:pt idx="1302">
                  <c:v>2.3024103058884349E-2</c:v>
                </c:pt>
                <c:pt idx="1303">
                  <c:v>2.1577365571878591E-2</c:v>
                </c:pt>
                <c:pt idx="1304">
                  <c:v>2.222687996129652E-2</c:v>
                </c:pt>
                <c:pt idx="1305">
                  <c:v>2.2088842800837977E-2</c:v>
                </c:pt>
                <c:pt idx="1306">
                  <c:v>2.3362098198516111E-2</c:v>
                </c:pt>
                <c:pt idx="1307">
                  <c:v>2.2181928405860168E-2</c:v>
                </c:pt>
                <c:pt idx="1308">
                  <c:v>2.2713167208937173E-2</c:v>
                </c:pt>
                <c:pt idx="1309">
                  <c:v>2.159018939888387E-2</c:v>
                </c:pt>
                <c:pt idx="1310">
                  <c:v>2.0975085575257284E-2</c:v>
                </c:pt>
                <c:pt idx="1311">
                  <c:v>2.0641594825532326E-2</c:v>
                </c:pt>
                <c:pt idx="1312">
                  <c:v>2.1621209273651836E-2</c:v>
                </c:pt>
                <c:pt idx="1313">
                  <c:v>2.1817554810512219E-2</c:v>
                </c:pt>
                <c:pt idx="1314">
                  <c:v>2.1723705423500186E-2</c:v>
                </c:pt>
                <c:pt idx="1315">
                  <c:v>2.2142107757776211E-2</c:v>
                </c:pt>
                <c:pt idx="1316">
                  <c:v>2.1380294281597038E-2</c:v>
                </c:pt>
                <c:pt idx="1317">
                  <c:v>1.6453612866583839E-2</c:v>
                </c:pt>
                <c:pt idx="1318">
                  <c:v>1.6321800260460134E-2</c:v>
                </c:pt>
                <c:pt idx="1319">
                  <c:v>1.6343436186453418E-2</c:v>
                </c:pt>
                <c:pt idx="1320">
                  <c:v>1.6133383343180638E-2</c:v>
                </c:pt>
                <c:pt idx="1321">
                  <c:v>1.6515435838097534E-2</c:v>
                </c:pt>
                <c:pt idx="1322">
                  <c:v>1.6488884142211387E-2</c:v>
                </c:pt>
                <c:pt idx="1323">
                  <c:v>1.7230782546524454E-2</c:v>
                </c:pt>
                <c:pt idx="1324">
                  <c:v>1.6816442994930726E-2</c:v>
                </c:pt>
                <c:pt idx="1325">
                  <c:v>1.595188839654459E-2</c:v>
                </c:pt>
                <c:pt idx="1326">
                  <c:v>1.6017221232983984E-2</c:v>
                </c:pt>
                <c:pt idx="1327">
                  <c:v>1.3545927997637226E-2</c:v>
                </c:pt>
                <c:pt idx="1328">
                  <c:v>1.396606329172468E-2</c:v>
                </c:pt>
                <c:pt idx="1329">
                  <c:v>1.3734892957026375E-2</c:v>
                </c:pt>
                <c:pt idx="1330">
                  <c:v>1.372744629350833E-2</c:v>
                </c:pt>
                <c:pt idx="1331">
                  <c:v>1.3454306713045962E-2</c:v>
                </c:pt>
                <c:pt idx="1332">
                  <c:v>1.4229384777400452E-2</c:v>
                </c:pt>
                <c:pt idx="1333">
                  <c:v>1.296061627879621E-2</c:v>
                </c:pt>
                <c:pt idx="1334">
                  <c:v>1.2605593160976231E-2</c:v>
                </c:pt>
                <c:pt idx="1335">
                  <c:v>1.278236972209503E-2</c:v>
                </c:pt>
                <c:pt idx="1336">
                  <c:v>1.162622352615296E-2</c:v>
                </c:pt>
                <c:pt idx="1337">
                  <c:v>1.1548998317428567E-2</c:v>
                </c:pt>
                <c:pt idx="1338">
                  <c:v>1.167689070589639E-2</c:v>
                </c:pt>
                <c:pt idx="1339">
                  <c:v>1.1599773178581145E-2</c:v>
                </c:pt>
                <c:pt idx="1340">
                  <c:v>1.1735128614113539E-2</c:v>
                </c:pt>
                <c:pt idx="1341">
                  <c:v>1.174324831580344E-2</c:v>
                </c:pt>
                <c:pt idx="1342">
                  <c:v>1.1587004092469927E-2</c:v>
                </c:pt>
                <c:pt idx="1343">
                  <c:v>1.1663574093977171E-2</c:v>
                </c:pt>
                <c:pt idx="1344">
                  <c:v>1.0439213365484713E-2</c:v>
                </c:pt>
                <c:pt idx="1345">
                  <c:v>1.0420100742961213E-2</c:v>
                </c:pt>
                <c:pt idx="1346">
                  <c:v>1.0588442330513927E-2</c:v>
                </c:pt>
                <c:pt idx="1347">
                  <c:v>1.0472695305488625E-2</c:v>
                </c:pt>
                <c:pt idx="1348">
                  <c:v>1.0516379403791364E-2</c:v>
                </c:pt>
                <c:pt idx="1349">
                  <c:v>1.0118424232235461E-2</c:v>
                </c:pt>
                <c:pt idx="1350">
                  <c:v>9.906704592342214E-3</c:v>
                </c:pt>
                <c:pt idx="1351">
                  <c:v>1.0144209524019107E-2</c:v>
                </c:pt>
                <c:pt idx="1352">
                  <c:v>9.8944491889458377E-3</c:v>
                </c:pt>
                <c:pt idx="1353">
                  <c:v>8.9010218476479001E-3</c:v>
                </c:pt>
                <c:pt idx="1354">
                  <c:v>8.8877474697117518E-3</c:v>
                </c:pt>
                <c:pt idx="1355">
                  <c:v>9.0350175747332048E-3</c:v>
                </c:pt>
                <c:pt idx="1356">
                  <c:v>9.062852539232032E-3</c:v>
                </c:pt>
                <c:pt idx="1357">
                  <c:v>9.6075220618353791E-3</c:v>
                </c:pt>
                <c:pt idx="1358">
                  <c:v>9.7138780471289713E-3</c:v>
                </c:pt>
                <c:pt idx="1359">
                  <c:v>9.5801108063754675E-3</c:v>
                </c:pt>
                <c:pt idx="1360">
                  <c:v>1.050489345651077E-2</c:v>
                </c:pt>
                <c:pt idx="1361">
                  <c:v>1.1020087474701812E-2</c:v>
                </c:pt>
                <c:pt idx="1362">
                  <c:v>1.0999435981573687E-2</c:v>
                </c:pt>
                <c:pt idx="1363">
                  <c:v>1.0852221113297894E-2</c:v>
                </c:pt>
                <c:pt idx="1364">
                  <c:v>1.0657417602511942E-2</c:v>
                </c:pt>
                <c:pt idx="1365">
                  <c:v>1.0585501765704311E-2</c:v>
                </c:pt>
                <c:pt idx="1366">
                  <c:v>1.0617683652486744E-2</c:v>
                </c:pt>
                <c:pt idx="1367">
                  <c:v>9.5950192864880154E-3</c:v>
                </c:pt>
                <c:pt idx="1368">
                  <c:v>9.6331797064824528E-3</c:v>
                </c:pt>
                <c:pt idx="1369">
                  <c:v>9.8942286031312356E-3</c:v>
                </c:pt>
                <c:pt idx="1370">
                  <c:v>9.4515509414475011E-3</c:v>
                </c:pt>
                <c:pt idx="1371">
                  <c:v>9.5465181660946176E-3</c:v>
                </c:pt>
                <c:pt idx="1372">
                  <c:v>9.1319671007750198E-3</c:v>
                </c:pt>
                <c:pt idx="1373">
                  <c:v>9.4394828184682679E-3</c:v>
                </c:pt>
                <c:pt idx="1374">
                  <c:v>9.3939654820586974E-3</c:v>
                </c:pt>
                <c:pt idx="1375">
                  <c:v>9.5969341557821559E-3</c:v>
                </c:pt>
                <c:pt idx="1376">
                  <c:v>9.4992232094883583E-3</c:v>
                </c:pt>
                <c:pt idx="1377">
                  <c:v>9.0562301284061297E-3</c:v>
                </c:pt>
                <c:pt idx="1378">
                  <c:v>8.6495540337674561E-3</c:v>
                </c:pt>
                <c:pt idx="1379">
                  <c:v>8.480581194136869E-3</c:v>
                </c:pt>
                <c:pt idx="1380">
                  <c:v>9.8513527104234933E-3</c:v>
                </c:pt>
                <c:pt idx="1381">
                  <c:v>8.8922731959698333E-3</c:v>
                </c:pt>
                <c:pt idx="1382">
                  <c:v>7.9378791322834864E-3</c:v>
                </c:pt>
                <c:pt idx="1383">
                  <c:v>7.9742062396139721E-3</c:v>
                </c:pt>
                <c:pt idx="1384">
                  <c:v>8.6571511377216241E-3</c:v>
                </c:pt>
                <c:pt idx="1385">
                  <c:v>8.6605539362559474E-3</c:v>
                </c:pt>
                <c:pt idx="1386">
                  <c:v>8.6373693159911714E-3</c:v>
                </c:pt>
                <c:pt idx="1387">
                  <c:v>8.5952780613101371E-3</c:v>
                </c:pt>
                <c:pt idx="1388">
                  <c:v>9.3693754735350281E-3</c:v>
                </c:pt>
                <c:pt idx="1389">
                  <c:v>9.3562856689934325E-3</c:v>
                </c:pt>
                <c:pt idx="1390">
                  <c:v>8.9810740129730327E-3</c:v>
                </c:pt>
                <c:pt idx="1391">
                  <c:v>9.0558836647090645E-3</c:v>
                </c:pt>
                <c:pt idx="1392">
                  <c:v>8.7759099237007133E-3</c:v>
                </c:pt>
                <c:pt idx="1393">
                  <c:v>8.994990635413402E-3</c:v>
                </c:pt>
                <c:pt idx="1394">
                  <c:v>8.7079566571796052E-3</c:v>
                </c:pt>
                <c:pt idx="1395">
                  <c:v>9.8268423015631708E-3</c:v>
                </c:pt>
                <c:pt idx="1396">
                  <c:v>9.6793173529878401E-3</c:v>
                </c:pt>
                <c:pt idx="1397">
                  <c:v>9.6634621313880231E-3</c:v>
                </c:pt>
                <c:pt idx="1398">
                  <c:v>1.1283945427049523E-2</c:v>
                </c:pt>
                <c:pt idx="1399">
                  <c:v>1.2610380428732111E-2</c:v>
                </c:pt>
                <c:pt idx="1400">
                  <c:v>1.299235606996566E-2</c:v>
                </c:pt>
                <c:pt idx="1401">
                  <c:v>1.2199274078344861E-2</c:v>
                </c:pt>
                <c:pt idx="1402">
                  <c:v>1.2093344996769565E-2</c:v>
                </c:pt>
                <c:pt idx="1403">
                  <c:v>1.2632067583737191E-2</c:v>
                </c:pt>
                <c:pt idx="1404">
                  <c:v>1.2727935867307673E-2</c:v>
                </c:pt>
                <c:pt idx="1405">
                  <c:v>1.2573833604440279E-2</c:v>
                </c:pt>
                <c:pt idx="1406">
                  <c:v>1.2644473221382976E-2</c:v>
                </c:pt>
                <c:pt idx="1407">
                  <c:v>1.2682202251487629E-2</c:v>
                </c:pt>
                <c:pt idx="1408">
                  <c:v>1.2644709435471951E-2</c:v>
                </c:pt>
                <c:pt idx="1409">
                  <c:v>1.2229196667071179E-2</c:v>
                </c:pt>
                <c:pt idx="1410">
                  <c:v>1.2226566989353262E-2</c:v>
                </c:pt>
                <c:pt idx="1411">
                  <c:v>1.2184509019643476E-2</c:v>
                </c:pt>
                <c:pt idx="1412">
                  <c:v>1.3626514532403315E-2</c:v>
                </c:pt>
                <c:pt idx="1413">
                  <c:v>1.362208636129753E-2</c:v>
                </c:pt>
                <c:pt idx="1414">
                  <c:v>1.363183877343452E-2</c:v>
                </c:pt>
                <c:pt idx="1415">
                  <c:v>1.3579054008895921E-2</c:v>
                </c:pt>
                <c:pt idx="1416">
                  <c:v>1.25127880561861E-2</c:v>
                </c:pt>
                <c:pt idx="1417">
                  <c:v>1.2356586396918855E-2</c:v>
                </c:pt>
                <c:pt idx="1418">
                  <c:v>1.2298309442078947E-2</c:v>
                </c:pt>
                <c:pt idx="1419">
                  <c:v>1.0468026221075887E-2</c:v>
                </c:pt>
                <c:pt idx="1420">
                  <c:v>9.6717371147308669E-3</c:v>
                </c:pt>
                <c:pt idx="1421">
                  <c:v>1.0079629385476642E-2</c:v>
                </c:pt>
                <c:pt idx="1422">
                  <c:v>1.0172096402605749E-2</c:v>
                </c:pt>
                <c:pt idx="1423">
                  <c:v>1.0246028040076361E-2</c:v>
                </c:pt>
                <c:pt idx="1424">
                  <c:v>9.7008213748268346E-3</c:v>
                </c:pt>
                <c:pt idx="1425">
                  <c:v>9.9369195036197941E-3</c:v>
                </c:pt>
                <c:pt idx="1426">
                  <c:v>9.5754830839621854E-3</c:v>
                </c:pt>
                <c:pt idx="1427">
                  <c:v>1.0152946736517824E-2</c:v>
                </c:pt>
                <c:pt idx="1428">
                  <c:v>1.0393743359891983E-2</c:v>
                </c:pt>
                <c:pt idx="1429">
                  <c:v>1.0812374565331838E-2</c:v>
                </c:pt>
                <c:pt idx="1430">
                  <c:v>1.1207214346329125E-2</c:v>
                </c:pt>
                <c:pt idx="1431">
                  <c:v>1.1229753586052021E-2</c:v>
                </c:pt>
                <c:pt idx="1432">
                  <c:v>1.1392370378594821E-2</c:v>
                </c:pt>
                <c:pt idx="1433">
                  <c:v>9.2490665602677768E-3</c:v>
                </c:pt>
                <c:pt idx="1434">
                  <c:v>9.2366108342179076E-3</c:v>
                </c:pt>
                <c:pt idx="1435">
                  <c:v>9.1250880544996478E-3</c:v>
                </c:pt>
                <c:pt idx="1436">
                  <c:v>9.1236009824698355E-3</c:v>
                </c:pt>
                <c:pt idx="1437">
                  <c:v>9.87140490096719E-3</c:v>
                </c:pt>
                <c:pt idx="1438">
                  <c:v>9.7600468514368668E-3</c:v>
                </c:pt>
                <c:pt idx="1439">
                  <c:v>9.7598212497668289E-3</c:v>
                </c:pt>
                <c:pt idx="1440">
                  <c:v>9.0123798810875511E-3</c:v>
                </c:pt>
                <c:pt idx="1441">
                  <c:v>9.998483192297996E-3</c:v>
                </c:pt>
                <c:pt idx="1442">
                  <c:v>9.1143548407550366E-3</c:v>
                </c:pt>
                <c:pt idx="1443">
                  <c:v>9.0299140384591838E-3</c:v>
                </c:pt>
                <c:pt idx="1444">
                  <c:v>8.9143216960120061E-3</c:v>
                </c:pt>
                <c:pt idx="1445">
                  <c:v>9.0200639954442115E-3</c:v>
                </c:pt>
                <c:pt idx="1446">
                  <c:v>8.9349076722233141E-3</c:v>
                </c:pt>
                <c:pt idx="1447">
                  <c:v>8.9645368435382743E-3</c:v>
                </c:pt>
                <c:pt idx="1448">
                  <c:v>8.5014227743549862E-3</c:v>
                </c:pt>
                <c:pt idx="1449">
                  <c:v>8.2564574339406595E-3</c:v>
                </c:pt>
                <c:pt idx="1450">
                  <c:v>7.8922202092470747E-3</c:v>
                </c:pt>
                <c:pt idx="1451">
                  <c:v>7.5097368049351649E-3</c:v>
                </c:pt>
                <c:pt idx="1452">
                  <c:v>7.4419196929697016E-3</c:v>
                </c:pt>
                <c:pt idx="1453">
                  <c:v>7.2053741210479829E-3</c:v>
                </c:pt>
                <c:pt idx="1454">
                  <c:v>7.2294516049999829E-3</c:v>
                </c:pt>
                <c:pt idx="1455">
                  <c:v>7.3302288472966637E-3</c:v>
                </c:pt>
                <c:pt idx="1456">
                  <c:v>7.2832050503081726E-3</c:v>
                </c:pt>
                <c:pt idx="1457">
                  <c:v>7.2752799353479249E-3</c:v>
                </c:pt>
                <c:pt idx="1458">
                  <c:v>9.6676629654415102E-3</c:v>
                </c:pt>
                <c:pt idx="1459">
                  <c:v>9.7747380089053329E-3</c:v>
                </c:pt>
                <c:pt idx="1460">
                  <c:v>9.8916960541290799E-3</c:v>
                </c:pt>
                <c:pt idx="1461">
                  <c:v>9.9450985767927172E-3</c:v>
                </c:pt>
                <c:pt idx="1462">
                  <c:v>9.0822968084758003E-3</c:v>
                </c:pt>
                <c:pt idx="1463">
                  <c:v>8.9842789960898322E-3</c:v>
                </c:pt>
                <c:pt idx="1464">
                  <c:v>8.8810431398531117E-3</c:v>
                </c:pt>
                <c:pt idx="1465">
                  <c:v>8.7351489246150719E-3</c:v>
                </c:pt>
                <c:pt idx="1466">
                  <c:v>8.6879678923609382E-3</c:v>
                </c:pt>
                <c:pt idx="1467">
                  <c:v>8.6826642808039318E-3</c:v>
                </c:pt>
                <c:pt idx="1468">
                  <c:v>8.5722425325743135E-3</c:v>
                </c:pt>
                <c:pt idx="1469">
                  <c:v>8.7262230010451101E-3</c:v>
                </c:pt>
                <c:pt idx="1470">
                  <c:v>8.7762211758725204E-3</c:v>
                </c:pt>
                <c:pt idx="1471">
                  <c:v>8.9721313733201035E-3</c:v>
                </c:pt>
                <c:pt idx="1472">
                  <c:v>8.9995084563433483E-3</c:v>
                </c:pt>
                <c:pt idx="1473">
                  <c:v>9.0064937917722111E-3</c:v>
                </c:pt>
                <c:pt idx="1474">
                  <c:v>9.0478444473499307E-3</c:v>
                </c:pt>
                <c:pt idx="1475">
                  <c:v>9.0272211075406918E-3</c:v>
                </c:pt>
                <c:pt idx="1476">
                  <c:v>9.4611642772985602E-3</c:v>
                </c:pt>
                <c:pt idx="1477">
                  <c:v>9.7950778840686526E-3</c:v>
                </c:pt>
                <c:pt idx="1478">
                  <c:v>1.0358620053763713E-2</c:v>
                </c:pt>
                <c:pt idx="1479">
                  <c:v>7.2681474008843457E-3</c:v>
                </c:pt>
                <c:pt idx="1480">
                  <c:v>7.3281243618122513E-3</c:v>
                </c:pt>
                <c:pt idx="1481">
                  <c:v>8.244893129443643E-3</c:v>
                </c:pt>
                <c:pt idx="1482">
                  <c:v>8.4667302925382215E-3</c:v>
                </c:pt>
                <c:pt idx="1483">
                  <c:v>9.4501115411583878E-3</c:v>
                </c:pt>
                <c:pt idx="1484">
                  <c:v>9.6796487732236317E-3</c:v>
                </c:pt>
                <c:pt idx="1485">
                  <c:v>9.9769615221640302E-3</c:v>
                </c:pt>
                <c:pt idx="1486">
                  <c:v>1.5027389367722823E-2</c:v>
                </c:pt>
                <c:pt idx="1487">
                  <c:v>1.5892790357419764E-2</c:v>
                </c:pt>
                <c:pt idx="1488">
                  <c:v>1.5942679226831596E-2</c:v>
                </c:pt>
                <c:pt idx="1489">
                  <c:v>1.5964583859290223E-2</c:v>
                </c:pt>
                <c:pt idx="1490">
                  <c:v>1.5867801922263367E-2</c:v>
                </c:pt>
                <c:pt idx="1491">
                  <c:v>1.5968932043455012E-2</c:v>
                </c:pt>
                <c:pt idx="1492">
                  <c:v>1.5779287853336606E-2</c:v>
                </c:pt>
                <c:pt idx="1493">
                  <c:v>1.5697378050969563E-2</c:v>
                </c:pt>
                <c:pt idx="1494">
                  <c:v>1.5691559856398685E-2</c:v>
                </c:pt>
                <c:pt idx="1495">
                  <c:v>1.5686457325512052E-2</c:v>
                </c:pt>
                <c:pt idx="1496">
                  <c:v>1.5830706260686812E-2</c:v>
                </c:pt>
                <c:pt idx="1497">
                  <c:v>1.5547624022644875E-2</c:v>
                </c:pt>
                <c:pt idx="1498">
                  <c:v>1.5474922206022814E-2</c:v>
                </c:pt>
                <c:pt idx="1499">
                  <c:v>1.5283354627867965E-2</c:v>
                </c:pt>
                <c:pt idx="1500">
                  <c:v>1.5379468186986312E-2</c:v>
                </c:pt>
                <c:pt idx="1501">
                  <c:v>1.6206502128318111E-2</c:v>
                </c:pt>
                <c:pt idx="1502">
                  <c:v>1.5825427465603999E-2</c:v>
                </c:pt>
                <c:pt idx="1503">
                  <c:v>1.6143364285008108E-2</c:v>
                </c:pt>
                <c:pt idx="1504">
                  <c:v>1.534980721227793E-2</c:v>
                </c:pt>
                <c:pt idx="1505">
                  <c:v>1.7589147949777055E-2</c:v>
                </c:pt>
                <c:pt idx="1506">
                  <c:v>1.7457760933395829E-2</c:v>
                </c:pt>
                <c:pt idx="1507">
                  <c:v>1.3957937572407347E-2</c:v>
                </c:pt>
                <c:pt idx="1508">
                  <c:v>1.3814709323058737E-2</c:v>
                </c:pt>
                <c:pt idx="1509">
                  <c:v>1.3992281104488866E-2</c:v>
                </c:pt>
                <c:pt idx="1510">
                  <c:v>1.4051350695565257E-2</c:v>
                </c:pt>
                <c:pt idx="1511">
                  <c:v>1.4041774198315276E-2</c:v>
                </c:pt>
                <c:pt idx="1512">
                  <c:v>1.4016663465817687E-2</c:v>
                </c:pt>
                <c:pt idx="1513">
                  <c:v>1.4062380302055573E-2</c:v>
                </c:pt>
                <c:pt idx="1514">
                  <c:v>1.4216812725998495E-2</c:v>
                </c:pt>
                <c:pt idx="1515">
                  <c:v>1.4262089526837196E-2</c:v>
                </c:pt>
                <c:pt idx="1516">
                  <c:v>1.4259730479276034E-2</c:v>
                </c:pt>
                <c:pt idx="1517">
                  <c:v>1.410651958173954E-2</c:v>
                </c:pt>
                <c:pt idx="1518">
                  <c:v>1.4258498385290008E-2</c:v>
                </c:pt>
                <c:pt idx="1519">
                  <c:v>1.4602356950433926E-2</c:v>
                </c:pt>
                <c:pt idx="1520">
                  <c:v>1.4544046550161564E-2</c:v>
                </c:pt>
                <c:pt idx="1521">
                  <c:v>1.4524696737448366E-2</c:v>
                </c:pt>
                <c:pt idx="1522">
                  <c:v>1.4178996028893068E-2</c:v>
                </c:pt>
                <c:pt idx="1523">
                  <c:v>1.4530514234223222E-2</c:v>
                </c:pt>
                <c:pt idx="1524">
                  <c:v>1.3975707061473172E-2</c:v>
                </c:pt>
                <c:pt idx="1525">
                  <c:v>1.4920698246921186E-2</c:v>
                </c:pt>
                <c:pt idx="1526">
                  <c:v>1.2595783909286338E-2</c:v>
                </c:pt>
                <c:pt idx="1527">
                  <c:v>1.2356956460466691E-2</c:v>
                </c:pt>
                <c:pt idx="1528">
                  <c:v>1.2759947784461271E-2</c:v>
                </c:pt>
                <c:pt idx="1529">
                  <c:v>1.1551308763834825E-2</c:v>
                </c:pt>
                <c:pt idx="1530">
                  <c:v>1.1589524849868485E-2</c:v>
                </c:pt>
                <c:pt idx="1531">
                  <c:v>1.1469048937881239E-2</c:v>
                </c:pt>
                <c:pt idx="1532">
                  <c:v>1.1478157780509694E-2</c:v>
                </c:pt>
                <c:pt idx="1533">
                  <c:v>1.3262004472664646E-2</c:v>
                </c:pt>
                <c:pt idx="1534">
                  <c:v>1.3658795049144804E-2</c:v>
                </c:pt>
                <c:pt idx="1535">
                  <c:v>1.3663366108770655E-2</c:v>
                </c:pt>
                <c:pt idx="1536">
                  <c:v>1.3601486436604696E-2</c:v>
                </c:pt>
                <c:pt idx="1537">
                  <c:v>1.4076216774899616E-2</c:v>
                </c:pt>
                <c:pt idx="1538">
                  <c:v>1.3945450826265922E-2</c:v>
                </c:pt>
                <c:pt idx="1539">
                  <c:v>1.3913253060451783E-2</c:v>
                </c:pt>
                <c:pt idx="1540">
                  <c:v>1.354709787259494E-2</c:v>
                </c:pt>
                <c:pt idx="1541">
                  <c:v>1.3817925633110765E-2</c:v>
                </c:pt>
                <c:pt idx="1542">
                  <c:v>1.4022542515878521E-2</c:v>
                </c:pt>
                <c:pt idx="1543">
                  <c:v>1.3967527362221399E-2</c:v>
                </c:pt>
                <c:pt idx="1544">
                  <c:v>1.3498972926498385E-2</c:v>
                </c:pt>
                <c:pt idx="1545">
                  <c:v>1.4029857456303179E-2</c:v>
                </c:pt>
                <c:pt idx="1546">
                  <c:v>1.2989158853447648E-2</c:v>
                </c:pt>
                <c:pt idx="1547">
                  <c:v>1.2875954448405516E-2</c:v>
                </c:pt>
                <c:pt idx="1548">
                  <c:v>1.2802658361290419E-2</c:v>
                </c:pt>
                <c:pt idx="1549">
                  <c:v>1.2323651944666093E-2</c:v>
                </c:pt>
                <c:pt idx="1550">
                  <c:v>1.2377991852359762E-2</c:v>
                </c:pt>
                <c:pt idx="1551">
                  <c:v>1.2273303071241125E-2</c:v>
                </c:pt>
                <c:pt idx="1552">
                  <c:v>1.2353368183528625E-2</c:v>
                </c:pt>
                <c:pt idx="1553">
                  <c:v>1.2501765322365443E-2</c:v>
                </c:pt>
                <c:pt idx="1554">
                  <c:v>9.8419841986543619E-3</c:v>
                </c:pt>
                <c:pt idx="1555">
                  <c:v>1.0105800403275845E-2</c:v>
                </c:pt>
                <c:pt idx="1556">
                  <c:v>1.0366144536200212E-2</c:v>
                </c:pt>
                <c:pt idx="1557">
                  <c:v>1.0483101821017094E-2</c:v>
                </c:pt>
                <c:pt idx="1558">
                  <c:v>9.7112188359563464E-3</c:v>
                </c:pt>
                <c:pt idx="1559">
                  <c:v>1.0339006186770073E-2</c:v>
                </c:pt>
                <c:pt idx="1560">
                  <c:v>1.0274103996554925E-2</c:v>
                </c:pt>
                <c:pt idx="1561">
                  <c:v>1.0180025612024893E-2</c:v>
                </c:pt>
                <c:pt idx="1562">
                  <c:v>1.0080936776772702E-2</c:v>
                </c:pt>
                <c:pt idx="1563">
                  <c:v>9.870819413066995E-3</c:v>
                </c:pt>
                <c:pt idx="1564">
                  <c:v>9.3871202223198558E-3</c:v>
                </c:pt>
                <c:pt idx="1565">
                  <c:v>9.5580817257302376E-3</c:v>
                </c:pt>
                <c:pt idx="1566">
                  <c:v>8.1718845520795339E-3</c:v>
                </c:pt>
                <c:pt idx="1567">
                  <c:v>8.1818765653537059E-3</c:v>
                </c:pt>
                <c:pt idx="1568">
                  <c:v>7.7040535831665955E-3</c:v>
                </c:pt>
                <c:pt idx="1569">
                  <c:v>7.733974270082003E-3</c:v>
                </c:pt>
                <c:pt idx="1570">
                  <c:v>7.7204630128690525E-3</c:v>
                </c:pt>
                <c:pt idx="1571">
                  <c:v>7.7589687343410851E-3</c:v>
                </c:pt>
                <c:pt idx="1572">
                  <c:v>7.9801327802764849E-3</c:v>
                </c:pt>
                <c:pt idx="1573">
                  <c:v>7.7492042451941705E-3</c:v>
                </c:pt>
                <c:pt idx="1574">
                  <c:v>7.1952486735380409E-3</c:v>
                </c:pt>
                <c:pt idx="1575">
                  <c:v>7.1849691252171546E-3</c:v>
                </c:pt>
                <c:pt idx="1576">
                  <c:v>6.4602908646805429E-3</c:v>
                </c:pt>
                <c:pt idx="1577">
                  <c:v>6.3201042179497381E-3</c:v>
                </c:pt>
                <c:pt idx="1578">
                  <c:v>6.1911410585388542E-3</c:v>
                </c:pt>
                <c:pt idx="1579">
                  <c:v>5.8557034081218031E-3</c:v>
                </c:pt>
                <c:pt idx="1580">
                  <c:v>4.3988389928887837E-3</c:v>
                </c:pt>
                <c:pt idx="1581">
                  <c:v>4.4118380649567392E-3</c:v>
                </c:pt>
                <c:pt idx="1582">
                  <c:v>4.6652138329179756E-3</c:v>
                </c:pt>
                <c:pt idx="1583">
                  <c:v>4.6658029328638133E-3</c:v>
                </c:pt>
                <c:pt idx="1584">
                  <c:v>4.703583128152394E-3</c:v>
                </c:pt>
                <c:pt idx="1585">
                  <c:v>4.7252797721218116E-3</c:v>
                </c:pt>
                <c:pt idx="1586">
                  <c:v>4.3770090795978798E-3</c:v>
                </c:pt>
                <c:pt idx="1587">
                  <c:v>4.3938600219110844E-3</c:v>
                </c:pt>
                <c:pt idx="1588">
                  <c:v>4.4414838224912691E-3</c:v>
                </c:pt>
                <c:pt idx="1589">
                  <c:v>4.2005538538451778E-3</c:v>
                </c:pt>
                <c:pt idx="1590">
                  <c:v>4.4358650807069418E-3</c:v>
                </c:pt>
                <c:pt idx="1591">
                  <c:v>4.3594244254809384E-3</c:v>
                </c:pt>
                <c:pt idx="1592">
                  <c:v>4.3982585091743697E-3</c:v>
                </c:pt>
                <c:pt idx="1593">
                  <c:v>4.6560382565931967E-3</c:v>
                </c:pt>
                <c:pt idx="1594">
                  <c:v>4.5007553409296538E-3</c:v>
                </c:pt>
                <c:pt idx="1595">
                  <c:v>4.4385691643967842E-3</c:v>
                </c:pt>
                <c:pt idx="1596">
                  <c:v>4.7358389333061216E-3</c:v>
                </c:pt>
                <c:pt idx="1597">
                  <c:v>4.6791389912866493E-3</c:v>
                </c:pt>
                <c:pt idx="1598">
                  <c:v>4.6231577751521665E-3</c:v>
                </c:pt>
                <c:pt idx="1599">
                  <c:v>4.5379183313760483E-3</c:v>
                </c:pt>
                <c:pt idx="1600">
                  <c:v>5.2182186155667453E-3</c:v>
                </c:pt>
                <c:pt idx="1601">
                  <c:v>5.3351553508581215E-3</c:v>
                </c:pt>
                <c:pt idx="1602">
                  <c:v>5.9983831122071233E-3</c:v>
                </c:pt>
                <c:pt idx="1603">
                  <c:v>5.8764450045925738E-3</c:v>
                </c:pt>
                <c:pt idx="1604">
                  <c:v>5.6891441022378702E-3</c:v>
                </c:pt>
                <c:pt idx="1605">
                  <c:v>5.7195398775971313E-3</c:v>
                </c:pt>
                <c:pt idx="1606">
                  <c:v>5.6949538733137746E-3</c:v>
                </c:pt>
                <c:pt idx="1607">
                  <c:v>5.7146512827150817E-3</c:v>
                </c:pt>
                <c:pt idx="1608">
                  <c:v>5.7143930596408399E-3</c:v>
                </c:pt>
                <c:pt idx="1609">
                  <c:v>5.8490183860695861E-3</c:v>
                </c:pt>
                <c:pt idx="1610">
                  <c:v>6.7870891976473426E-3</c:v>
                </c:pt>
                <c:pt idx="1611">
                  <c:v>6.9324039223198439E-3</c:v>
                </c:pt>
                <c:pt idx="1612">
                  <c:v>6.9237415729310756E-3</c:v>
                </c:pt>
                <c:pt idx="1613">
                  <c:v>7.0018428629063699E-3</c:v>
                </c:pt>
                <c:pt idx="1614">
                  <c:v>6.5962986458352278E-3</c:v>
                </c:pt>
                <c:pt idx="1615">
                  <c:v>6.4933260150056779E-3</c:v>
                </c:pt>
                <c:pt idx="1616">
                  <c:v>6.4984239904384896E-3</c:v>
                </c:pt>
                <c:pt idx="1617">
                  <c:v>6.4334351097170336E-3</c:v>
                </c:pt>
                <c:pt idx="1618">
                  <c:v>6.7240495077637167E-3</c:v>
                </c:pt>
                <c:pt idx="1619">
                  <c:v>6.6991626353130858E-3</c:v>
                </c:pt>
                <c:pt idx="1620">
                  <c:v>6.6824369061027353E-3</c:v>
                </c:pt>
                <c:pt idx="1621">
                  <c:v>6.0761785278648124E-3</c:v>
                </c:pt>
                <c:pt idx="1622">
                  <c:v>5.9778264150859338E-3</c:v>
                </c:pt>
                <c:pt idx="1623">
                  <c:v>5.5873191417766576E-3</c:v>
                </c:pt>
                <c:pt idx="1624">
                  <c:v>5.6867659951260726E-3</c:v>
                </c:pt>
                <c:pt idx="1625">
                  <c:v>5.6137497802619309E-3</c:v>
                </c:pt>
                <c:pt idx="1626">
                  <c:v>5.355589656661627E-3</c:v>
                </c:pt>
                <c:pt idx="1627">
                  <c:v>5.202823207173691E-3</c:v>
                </c:pt>
                <c:pt idx="1628">
                  <c:v>5.6753860370943095E-3</c:v>
                </c:pt>
                <c:pt idx="1629">
                  <c:v>5.8075092067519088E-3</c:v>
                </c:pt>
                <c:pt idx="1630">
                  <c:v>6.0292109808850565E-3</c:v>
                </c:pt>
                <c:pt idx="1631">
                  <c:v>5.4357662589722315E-3</c:v>
                </c:pt>
                <c:pt idx="1632">
                  <c:v>5.2268086123852158E-3</c:v>
                </c:pt>
                <c:pt idx="1633">
                  <c:v>5.2230149780254417E-3</c:v>
                </c:pt>
                <c:pt idx="1634">
                  <c:v>5.0298788535385122E-3</c:v>
                </c:pt>
                <c:pt idx="1635">
                  <c:v>5.0972217647069166E-3</c:v>
                </c:pt>
                <c:pt idx="1636">
                  <c:v>5.1218040002902754E-3</c:v>
                </c:pt>
                <c:pt idx="1637">
                  <c:v>5.1936169344842581E-3</c:v>
                </c:pt>
                <c:pt idx="1638">
                  <c:v>5.1705310538720916E-3</c:v>
                </c:pt>
                <c:pt idx="1639">
                  <c:v>4.9972789908083364E-3</c:v>
                </c:pt>
                <c:pt idx="1640">
                  <c:v>5.08673004635139E-3</c:v>
                </c:pt>
                <c:pt idx="1641">
                  <c:v>5.2013793176174036E-3</c:v>
                </c:pt>
                <c:pt idx="1642">
                  <c:v>5.6663441959074476E-3</c:v>
                </c:pt>
                <c:pt idx="1643">
                  <c:v>5.5337451992275178E-3</c:v>
                </c:pt>
                <c:pt idx="1644">
                  <c:v>5.6098201833782273E-3</c:v>
                </c:pt>
                <c:pt idx="1645">
                  <c:v>6.2704595079291032E-3</c:v>
                </c:pt>
                <c:pt idx="1646">
                  <c:v>6.2202625227620661E-3</c:v>
                </c:pt>
                <c:pt idx="1647">
                  <c:v>6.2099975148599985E-3</c:v>
                </c:pt>
                <c:pt idx="1648">
                  <c:v>6.6004361271855116E-3</c:v>
                </c:pt>
                <c:pt idx="1649">
                  <c:v>6.3000052248365652E-3</c:v>
                </c:pt>
                <c:pt idx="1650">
                  <c:v>6.0727243422438737E-3</c:v>
                </c:pt>
                <c:pt idx="1651">
                  <c:v>6.1915902492942791E-3</c:v>
                </c:pt>
                <c:pt idx="1652">
                  <c:v>6.1971572567827383E-3</c:v>
                </c:pt>
                <c:pt idx="1653">
                  <c:v>6.3041789220033041E-3</c:v>
                </c:pt>
                <c:pt idx="1654">
                  <c:v>6.7010157214741082E-3</c:v>
                </c:pt>
                <c:pt idx="1655">
                  <c:v>6.8909874087747141E-3</c:v>
                </c:pt>
                <c:pt idx="1656">
                  <c:v>6.971740627725335E-3</c:v>
                </c:pt>
                <c:pt idx="1657">
                  <c:v>6.9708309141972647E-3</c:v>
                </c:pt>
                <c:pt idx="1658">
                  <c:v>6.9218889428136208E-3</c:v>
                </c:pt>
                <c:pt idx="1659">
                  <c:v>7.0344355398348803E-3</c:v>
                </c:pt>
                <c:pt idx="1660">
                  <c:v>7.091364146093777E-3</c:v>
                </c:pt>
                <c:pt idx="1661">
                  <c:v>7.1055422562577965E-3</c:v>
                </c:pt>
                <c:pt idx="1662">
                  <c:v>7.0725515798914168E-3</c:v>
                </c:pt>
                <c:pt idx="1663">
                  <c:v>6.9615637671738336E-3</c:v>
                </c:pt>
                <c:pt idx="1664">
                  <c:v>6.9857942906889486E-3</c:v>
                </c:pt>
                <c:pt idx="1665">
                  <c:v>6.993450634218786E-3</c:v>
                </c:pt>
                <c:pt idx="1666">
                  <c:v>6.1354687263858948E-3</c:v>
                </c:pt>
                <c:pt idx="1667">
                  <c:v>6.2375083083336383E-3</c:v>
                </c:pt>
                <c:pt idx="1668">
                  <c:v>6.311147767955886E-3</c:v>
                </c:pt>
                <c:pt idx="1669">
                  <c:v>7.4916114233798438E-3</c:v>
                </c:pt>
                <c:pt idx="1670">
                  <c:v>7.8534907123628712E-3</c:v>
                </c:pt>
                <c:pt idx="1671">
                  <c:v>8.3418542964482645E-3</c:v>
                </c:pt>
                <c:pt idx="1672">
                  <c:v>8.2154561315267872E-3</c:v>
                </c:pt>
                <c:pt idx="1673">
                  <c:v>8.0788777853439183E-3</c:v>
                </c:pt>
                <c:pt idx="1674">
                  <c:v>7.9847061215457746E-3</c:v>
                </c:pt>
                <c:pt idx="1675">
                  <c:v>7.8360322810112938E-3</c:v>
                </c:pt>
                <c:pt idx="1676">
                  <c:v>7.6848075790007736E-3</c:v>
                </c:pt>
                <c:pt idx="1677">
                  <c:v>7.5794331220544889E-3</c:v>
                </c:pt>
                <c:pt idx="1678">
                  <c:v>7.745246998988195E-3</c:v>
                </c:pt>
                <c:pt idx="1679">
                  <c:v>8.2323470379383878E-3</c:v>
                </c:pt>
                <c:pt idx="1680">
                  <c:v>8.0678477106335862E-3</c:v>
                </c:pt>
                <c:pt idx="1681">
                  <c:v>7.8907489772598507E-3</c:v>
                </c:pt>
                <c:pt idx="1682">
                  <c:v>7.7122006951645273E-3</c:v>
                </c:pt>
                <c:pt idx="1683">
                  <c:v>7.7828211039229368E-3</c:v>
                </c:pt>
                <c:pt idx="1684">
                  <c:v>8.6470851832323049E-3</c:v>
                </c:pt>
                <c:pt idx="1685">
                  <c:v>8.6943758906774388E-3</c:v>
                </c:pt>
                <c:pt idx="1686">
                  <c:v>8.7325575214270354E-3</c:v>
                </c:pt>
                <c:pt idx="1687">
                  <c:v>8.9432442688374535E-3</c:v>
                </c:pt>
                <c:pt idx="1688">
                  <c:v>1.050715516302372E-2</c:v>
                </c:pt>
                <c:pt idx="1689">
                  <c:v>1.0589763867246369E-2</c:v>
                </c:pt>
                <c:pt idx="1690">
                  <c:v>9.9487013214385606E-3</c:v>
                </c:pt>
                <c:pt idx="1691">
                  <c:v>1.0123116786939826E-2</c:v>
                </c:pt>
                <c:pt idx="1692">
                  <c:v>1.0081537845977555E-2</c:v>
                </c:pt>
                <c:pt idx="1693">
                  <c:v>1.0405288381608499E-2</c:v>
                </c:pt>
                <c:pt idx="1694">
                  <c:v>1.0876445014844261E-2</c:v>
                </c:pt>
                <c:pt idx="1695">
                  <c:v>1.1471377698014531E-2</c:v>
                </c:pt>
                <c:pt idx="1696">
                  <c:v>1.206581496605761E-2</c:v>
                </c:pt>
                <c:pt idx="1697">
                  <c:v>1.2098555484085578E-2</c:v>
                </c:pt>
                <c:pt idx="1698">
                  <c:v>1.210007003658144E-2</c:v>
                </c:pt>
                <c:pt idx="1699">
                  <c:v>1.2138503561086433E-2</c:v>
                </c:pt>
                <c:pt idx="1700">
                  <c:v>1.1705589732334822E-2</c:v>
                </c:pt>
                <c:pt idx="1701">
                  <c:v>1.1716861430891096E-2</c:v>
                </c:pt>
                <c:pt idx="1702">
                  <c:v>1.1709388122420531E-2</c:v>
                </c:pt>
                <c:pt idx="1703">
                  <c:v>1.2057597449008223E-2</c:v>
                </c:pt>
                <c:pt idx="1704">
                  <c:v>1.2698933100788562E-2</c:v>
                </c:pt>
                <c:pt idx="1705">
                  <c:v>1.236068149802603E-2</c:v>
                </c:pt>
                <c:pt idx="1706">
                  <c:v>1.2619856449809244E-2</c:v>
                </c:pt>
                <c:pt idx="1707">
                  <c:v>1.2701068939547654E-2</c:v>
                </c:pt>
                <c:pt idx="1708">
                  <c:v>1.2557771933838906E-2</c:v>
                </c:pt>
                <c:pt idx="1709">
                  <c:v>1.093099173037518E-2</c:v>
                </c:pt>
                <c:pt idx="1710">
                  <c:v>1.1059859005956782E-2</c:v>
                </c:pt>
                <c:pt idx="1711">
                  <c:v>1.1033667805265067E-2</c:v>
                </c:pt>
                <c:pt idx="1712">
                  <c:v>1.0783999745852976E-2</c:v>
                </c:pt>
                <c:pt idx="1713">
                  <c:v>1.0508181447356183E-2</c:v>
                </c:pt>
                <c:pt idx="1714">
                  <c:v>1.0625749803241703E-2</c:v>
                </c:pt>
                <c:pt idx="1715">
                  <c:v>1.0023931582261999E-2</c:v>
                </c:pt>
                <c:pt idx="1716">
                  <c:v>9.6119377410108318E-3</c:v>
                </c:pt>
                <c:pt idx="1717">
                  <c:v>9.2889533755093397E-3</c:v>
                </c:pt>
                <c:pt idx="1718">
                  <c:v>9.2863578907414861E-3</c:v>
                </c:pt>
                <c:pt idx="1719">
                  <c:v>9.5379874640361944E-3</c:v>
                </c:pt>
                <c:pt idx="1720">
                  <c:v>9.2727711581819684E-3</c:v>
                </c:pt>
                <c:pt idx="1721">
                  <c:v>9.3217663867050295E-3</c:v>
                </c:pt>
                <c:pt idx="1722">
                  <c:v>9.1395724592642294E-3</c:v>
                </c:pt>
                <c:pt idx="1723">
                  <c:v>9.1615756728430607E-3</c:v>
                </c:pt>
                <c:pt idx="1724">
                  <c:v>8.1885464341717746E-3</c:v>
                </c:pt>
                <c:pt idx="1725">
                  <c:v>6.6990223874839345E-3</c:v>
                </c:pt>
                <c:pt idx="1726">
                  <c:v>7.3362739471935006E-3</c:v>
                </c:pt>
                <c:pt idx="1727">
                  <c:v>7.6862801985040433E-3</c:v>
                </c:pt>
                <c:pt idx="1728">
                  <c:v>7.8654299334185648E-3</c:v>
                </c:pt>
                <c:pt idx="1729">
                  <c:v>9.8792797207427636E-3</c:v>
                </c:pt>
                <c:pt idx="1730">
                  <c:v>9.9115553856117256E-3</c:v>
                </c:pt>
                <c:pt idx="1731">
                  <c:v>9.9889486677217296E-3</c:v>
                </c:pt>
                <c:pt idx="1732">
                  <c:v>9.987811823178443E-3</c:v>
                </c:pt>
                <c:pt idx="1733">
                  <c:v>1.0489952736779039E-2</c:v>
                </c:pt>
                <c:pt idx="1734">
                  <c:v>1.0831337784677823E-2</c:v>
                </c:pt>
                <c:pt idx="1735">
                  <c:v>1.0571647803477455E-2</c:v>
                </c:pt>
                <c:pt idx="1736">
                  <c:v>1.0635153090994385E-2</c:v>
                </c:pt>
                <c:pt idx="1737">
                  <c:v>1.0519526198311936E-2</c:v>
                </c:pt>
                <c:pt idx="1738">
                  <c:v>1.0936222104136957E-2</c:v>
                </c:pt>
                <c:pt idx="1739">
                  <c:v>1.095342652899834E-2</c:v>
                </c:pt>
                <c:pt idx="1740">
                  <c:v>1.098041448776243E-2</c:v>
                </c:pt>
                <c:pt idx="1741">
                  <c:v>1.1116613632207811E-2</c:v>
                </c:pt>
                <c:pt idx="1742">
                  <c:v>1.1151410200885519E-2</c:v>
                </c:pt>
                <c:pt idx="1743">
                  <c:v>1.2637399629252914E-2</c:v>
                </c:pt>
                <c:pt idx="1744">
                  <c:v>1.471846527532362E-2</c:v>
                </c:pt>
                <c:pt idx="1745">
                  <c:v>1.4693270494992049E-2</c:v>
                </c:pt>
                <c:pt idx="1746">
                  <c:v>1.4617904876651105E-2</c:v>
                </c:pt>
                <c:pt idx="1747">
                  <c:v>1.4485289006873243E-2</c:v>
                </c:pt>
                <c:pt idx="1748">
                  <c:v>1.4346353478031216E-2</c:v>
                </c:pt>
                <c:pt idx="1749">
                  <c:v>1.4335493898322435E-2</c:v>
                </c:pt>
                <c:pt idx="1750">
                  <c:v>1.3158737030907468E-2</c:v>
                </c:pt>
                <c:pt idx="1751">
                  <c:v>1.6583799494177733E-2</c:v>
                </c:pt>
                <c:pt idx="1752">
                  <c:v>1.7495690066130137E-2</c:v>
                </c:pt>
                <c:pt idx="1753">
                  <c:v>1.7581941440059808E-2</c:v>
                </c:pt>
                <c:pt idx="1754">
                  <c:v>1.7460315666041438E-2</c:v>
                </c:pt>
                <c:pt idx="1755">
                  <c:v>1.7059833038925408E-2</c:v>
                </c:pt>
                <c:pt idx="1756">
                  <c:v>1.686713536770806E-2</c:v>
                </c:pt>
                <c:pt idx="1757">
                  <c:v>1.7526000532568135E-2</c:v>
                </c:pt>
                <c:pt idx="1758">
                  <c:v>1.7862847750545877E-2</c:v>
                </c:pt>
                <c:pt idx="1759">
                  <c:v>1.8531650396838371E-2</c:v>
                </c:pt>
                <c:pt idx="1760">
                  <c:v>1.8881033389244056E-2</c:v>
                </c:pt>
                <c:pt idx="1761">
                  <c:v>1.8659062526111159E-2</c:v>
                </c:pt>
                <c:pt idx="1762">
                  <c:v>1.9002749746918034E-2</c:v>
                </c:pt>
                <c:pt idx="1763">
                  <c:v>1.8986335450917748E-2</c:v>
                </c:pt>
                <c:pt idx="1764">
                  <c:v>1.8328001420538784E-2</c:v>
                </c:pt>
                <c:pt idx="1765">
                  <c:v>1.7487038056200006E-2</c:v>
                </c:pt>
                <c:pt idx="1766">
                  <c:v>1.761196609278853E-2</c:v>
                </c:pt>
                <c:pt idx="1767">
                  <c:v>1.7820158151731831E-2</c:v>
                </c:pt>
                <c:pt idx="1768">
                  <c:v>1.7858776615662857E-2</c:v>
                </c:pt>
                <c:pt idx="1769">
                  <c:v>1.7852654150058357E-2</c:v>
                </c:pt>
                <c:pt idx="1770">
                  <c:v>1.7812966904214775E-2</c:v>
                </c:pt>
                <c:pt idx="1771">
                  <c:v>1.7828872512921166E-2</c:v>
                </c:pt>
                <c:pt idx="1772">
                  <c:v>1.4110411568252934E-2</c:v>
                </c:pt>
                <c:pt idx="1773">
                  <c:v>1.3442772081959955E-2</c:v>
                </c:pt>
                <c:pt idx="1774">
                  <c:v>1.3433925000824149E-2</c:v>
                </c:pt>
                <c:pt idx="1775">
                  <c:v>1.3091611375674781E-2</c:v>
                </c:pt>
                <c:pt idx="1776">
                  <c:v>1.3531286288709459E-2</c:v>
                </c:pt>
                <c:pt idx="1777">
                  <c:v>1.3140832268884227E-2</c:v>
                </c:pt>
                <c:pt idx="1778">
                  <c:v>1.1391315590138347E-2</c:v>
                </c:pt>
                <c:pt idx="1779">
                  <c:v>1.1805097427620065E-2</c:v>
                </c:pt>
                <c:pt idx="1780">
                  <c:v>1.1076135058180565E-2</c:v>
                </c:pt>
                <c:pt idx="1781">
                  <c:v>1.1087065376705358E-2</c:v>
                </c:pt>
                <c:pt idx="1782">
                  <c:v>1.1280365232068457E-2</c:v>
                </c:pt>
                <c:pt idx="1783">
                  <c:v>1.0873842367894036E-2</c:v>
                </c:pt>
                <c:pt idx="1784">
                  <c:v>1.1472090261691931E-2</c:v>
                </c:pt>
                <c:pt idx="1785">
                  <c:v>1.1106340841764786E-2</c:v>
                </c:pt>
                <c:pt idx="1786">
                  <c:v>1.0545070740747993E-2</c:v>
                </c:pt>
                <c:pt idx="1787">
                  <c:v>1.0868835469177605E-2</c:v>
                </c:pt>
                <c:pt idx="1788">
                  <c:v>1.0877345166024413E-2</c:v>
                </c:pt>
                <c:pt idx="1789">
                  <c:v>1.1061454025001947E-2</c:v>
                </c:pt>
                <c:pt idx="1790">
                  <c:v>1.1507739136611825E-2</c:v>
                </c:pt>
                <c:pt idx="1791">
                  <c:v>1.1656016152243837E-2</c:v>
                </c:pt>
                <c:pt idx="1792">
                  <c:v>1.1951668235629877E-2</c:v>
                </c:pt>
                <c:pt idx="1793">
                  <c:v>1.1988404703203195E-2</c:v>
                </c:pt>
                <c:pt idx="1794">
                  <c:v>1.1586573958114616E-2</c:v>
                </c:pt>
                <c:pt idx="1795">
                  <c:v>1.2510183205930139E-2</c:v>
                </c:pt>
                <c:pt idx="1796">
                  <c:v>1.2091748398850913E-2</c:v>
                </c:pt>
                <c:pt idx="1797">
                  <c:v>1.0885300935759831E-2</c:v>
                </c:pt>
                <c:pt idx="1798">
                  <c:v>1.0879972201424348E-2</c:v>
                </c:pt>
                <c:pt idx="1799">
                  <c:v>1.083915098401057E-2</c:v>
                </c:pt>
                <c:pt idx="1800">
                  <c:v>1.0772636089011878E-2</c:v>
                </c:pt>
                <c:pt idx="1801">
                  <c:v>1.1088953143873537E-2</c:v>
                </c:pt>
                <c:pt idx="1802">
                  <c:v>1.1088571092025209E-2</c:v>
                </c:pt>
                <c:pt idx="1803">
                  <c:v>1.1239133715323106E-2</c:v>
                </c:pt>
                <c:pt idx="1804">
                  <c:v>1.3018977096750865E-2</c:v>
                </c:pt>
                <c:pt idx="1805">
                  <c:v>1.2439064343532398E-2</c:v>
                </c:pt>
                <c:pt idx="1806">
                  <c:v>1.332159697691716E-2</c:v>
                </c:pt>
                <c:pt idx="1807">
                  <c:v>1.4816232870241001E-2</c:v>
                </c:pt>
                <c:pt idx="1808">
                  <c:v>1.4270700073061939E-2</c:v>
                </c:pt>
                <c:pt idx="1809">
                  <c:v>1.4113945824554651E-2</c:v>
                </c:pt>
                <c:pt idx="1810">
                  <c:v>1.4008659850294678E-2</c:v>
                </c:pt>
                <c:pt idx="1811">
                  <c:v>1.3789179620553295E-2</c:v>
                </c:pt>
                <c:pt idx="1812">
                  <c:v>1.4030272613458484E-2</c:v>
                </c:pt>
                <c:pt idx="1813">
                  <c:v>1.4426604700661292E-2</c:v>
                </c:pt>
                <c:pt idx="1814">
                  <c:v>1.4394046990082236E-2</c:v>
                </c:pt>
                <c:pt idx="1815">
                  <c:v>1.440171831841203E-2</c:v>
                </c:pt>
                <c:pt idx="1816">
                  <c:v>1.3631227759864622E-2</c:v>
                </c:pt>
                <c:pt idx="1817">
                  <c:v>1.3632970252373866E-2</c:v>
                </c:pt>
                <c:pt idx="1818">
                  <c:v>1.3162647346815192E-2</c:v>
                </c:pt>
                <c:pt idx="1819">
                  <c:v>1.3285324244703014E-2</c:v>
                </c:pt>
                <c:pt idx="1820">
                  <c:v>1.3311160250766887E-2</c:v>
                </c:pt>
                <c:pt idx="1821">
                  <c:v>1.3335371695700119E-2</c:v>
                </c:pt>
                <c:pt idx="1822">
                  <c:v>1.3093515540851239E-2</c:v>
                </c:pt>
                <c:pt idx="1823">
                  <c:v>1.4450318536701996E-2</c:v>
                </c:pt>
                <c:pt idx="1824">
                  <c:v>1.4444643034150407E-2</c:v>
                </c:pt>
                <c:pt idx="1825">
                  <c:v>1.3211691893364148E-2</c:v>
                </c:pt>
                <c:pt idx="1826">
                  <c:v>1.3808827426768156E-2</c:v>
                </c:pt>
                <c:pt idx="1827">
                  <c:v>1.26916676292862E-2</c:v>
                </c:pt>
                <c:pt idx="1828">
                  <c:v>1.0747375200795941E-2</c:v>
                </c:pt>
                <c:pt idx="1829">
                  <c:v>1.1641504221145573E-2</c:v>
                </c:pt>
                <c:pt idx="1830">
                  <c:v>1.1921210240117872E-2</c:v>
                </c:pt>
                <c:pt idx="1831">
                  <c:v>1.2101795231955381E-2</c:v>
                </c:pt>
                <c:pt idx="1832">
                  <c:v>1.2078715660524215E-2</c:v>
                </c:pt>
                <c:pt idx="1833">
                  <c:v>1.1916860528740169E-2</c:v>
                </c:pt>
                <c:pt idx="1834">
                  <c:v>1.0976856396879689E-2</c:v>
                </c:pt>
                <c:pt idx="1835">
                  <c:v>1.0937657147992838E-2</c:v>
                </c:pt>
                <c:pt idx="1836">
                  <c:v>1.0942764474396576E-2</c:v>
                </c:pt>
                <c:pt idx="1837">
                  <c:v>1.0705129281750856E-2</c:v>
                </c:pt>
                <c:pt idx="1838">
                  <c:v>1.0867896362036372E-2</c:v>
                </c:pt>
                <c:pt idx="1839">
                  <c:v>1.0867536910332621E-2</c:v>
                </c:pt>
                <c:pt idx="1840">
                  <c:v>1.1100994839916053E-2</c:v>
                </c:pt>
                <c:pt idx="1841">
                  <c:v>1.1252861724706317E-2</c:v>
                </c:pt>
                <c:pt idx="1842">
                  <c:v>1.118154806239815E-2</c:v>
                </c:pt>
                <c:pt idx="1843">
                  <c:v>1.042613276633164E-2</c:v>
                </c:pt>
                <c:pt idx="1844">
                  <c:v>8.7270160011894138E-3</c:v>
                </c:pt>
                <c:pt idx="1845">
                  <c:v>8.8593014906814867E-3</c:v>
                </c:pt>
                <c:pt idx="1846">
                  <c:v>8.8401215149035775E-3</c:v>
                </c:pt>
                <c:pt idx="1847">
                  <c:v>7.5253089948221627E-3</c:v>
                </c:pt>
                <c:pt idx="1848">
                  <c:v>7.8813656116990382E-3</c:v>
                </c:pt>
                <c:pt idx="1849">
                  <c:v>7.8802437312333364E-3</c:v>
                </c:pt>
                <c:pt idx="1850">
                  <c:v>7.3568325367891442E-3</c:v>
                </c:pt>
                <c:pt idx="1851">
                  <c:v>6.382687383590986E-3</c:v>
                </c:pt>
                <c:pt idx="1852">
                  <c:v>6.3296303785291474E-3</c:v>
                </c:pt>
                <c:pt idx="1853">
                  <c:v>6.4792338225341277E-3</c:v>
                </c:pt>
                <c:pt idx="1854">
                  <c:v>6.819778807517835E-3</c:v>
                </c:pt>
                <c:pt idx="1855">
                  <c:v>7.0283728151842107E-3</c:v>
                </c:pt>
                <c:pt idx="1856">
                  <c:v>7.7661979044082651E-3</c:v>
                </c:pt>
                <c:pt idx="1857">
                  <c:v>7.9698101844315524E-3</c:v>
                </c:pt>
                <c:pt idx="1858">
                  <c:v>7.9305095750252935E-3</c:v>
                </c:pt>
                <c:pt idx="1859">
                  <c:v>7.971226121742515E-3</c:v>
                </c:pt>
                <c:pt idx="1860">
                  <c:v>7.8486528709917017E-3</c:v>
                </c:pt>
                <c:pt idx="1861">
                  <c:v>7.7557852843159547E-3</c:v>
                </c:pt>
                <c:pt idx="1862">
                  <c:v>7.7149540856970645E-3</c:v>
                </c:pt>
                <c:pt idx="1863">
                  <c:v>7.7625857271650285E-3</c:v>
                </c:pt>
                <c:pt idx="1864">
                  <c:v>7.7318250089581904E-3</c:v>
                </c:pt>
                <c:pt idx="1865">
                  <c:v>7.1890473367854212E-3</c:v>
                </c:pt>
                <c:pt idx="1866">
                  <c:v>6.7170861952476494E-3</c:v>
                </c:pt>
                <c:pt idx="1867">
                  <c:v>6.5326886204436782E-3</c:v>
                </c:pt>
                <c:pt idx="1868">
                  <c:v>6.5377828352679362E-3</c:v>
                </c:pt>
                <c:pt idx="1869">
                  <c:v>6.3026081485469329E-3</c:v>
                </c:pt>
                <c:pt idx="1870">
                  <c:v>7.1684836918877769E-3</c:v>
                </c:pt>
                <c:pt idx="1871">
                  <c:v>8.0331644529670135E-3</c:v>
                </c:pt>
                <c:pt idx="1872">
                  <c:v>8.0241696175419007E-3</c:v>
                </c:pt>
                <c:pt idx="1873">
                  <c:v>7.9751236230844406E-3</c:v>
                </c:pt>
                <c:pt idx="1874">
                  <c:v>7.9647092323723197E-3</c:v>
                </c:pt>
                <c:pt idx="1875">
                  <c:v>7.5329641394711253E-3</c:v>
                </c:pt>
                <c:pt idx="1876">
                  <c:v>8.2758572343923885E-3</c:v>
                </c:pt>
                <c:pt idx="1877">
                  <c:v>9.2607675432414029E-3</c:v>
                </c:pt>
                <c:pt idx="1878">
                  <c:v>9.5095926649645095E-3</c:v>
                </c:pt>
                <c:pt idx="1879">
                  <c:v>9.3098964144744823E-3</c:v>
                </c:pt>
                <c:pt idx="1880">
                  <c:v>9.4313812225787774E-3</c:v>
                </c:pt>
                <c:pt idx="1881">
                  <c:v>9.4169738939029086E-3</c:v>
                </c:pt>
                <c:pt idx="1882">
                  <c:v>9.4432543669664207E-3</c:v>
                </c:pt>
                <c:pt idx="1883">
                  <c:v>9.7189048875455427E-3</c:v>
                </c:pt>
                <c:pt idx="1884">
                  <c:v>9.5931084135723477E-3</c:v>
                </c:pt>
                <c:pt idx="1885">
                  <c:v>9.6381833720644225E-3</c:v>
                </c:pt>
                <c:pt idx="1886">
                  <c:v>9.5941994894316266E-3</c:v>
                </c:pt>
                <c:pt idx="1887">
                  <c:v>9.6444282371643732E-3</c:v>
                </c:pt>
                <c:pt idx="1888">
                  <c:v>9.6900537134670135E-3</c:v>
                </c:pt>
                <c:pt idx="1889">
                  <c:v>1.0337732212164729E-2</c:v>
                </c:pt>
                <c:pt idx="1890">
                  <c:v>1.0420415190899769E-2</c:v>
                </c:pt>
                <c:pt idx="1891">
                  <c:v>1.0407421379113822E-2</c:v>
                </c:pt>
                <c:pt idx="1892">
                  <c:v>9.9114148095254956E-3</c:v>
                </c:pt>
                <c:pt idx="1893">
                  <c:v>9.9622174008217081E-3</c:v>
                </c:pt>
                <c:pt idx="1894">
                  <c:v>1.0655762629944299E-2</c:v>
                </c:pt>
                <c:pt idx="1895">
                  <c:v>1.1158767393845349E-2</c:v>
                </c:pt>
                <c:pt idx="1896">
                  <c:v>1.1147687870152724E-2</c:v>
                </c:pt>
                <c:pt idx="1897">
                  <c:v>1.087415902495277E-2</c:v>
                </c:pt>
                <c:pt idx="1898">
                  <c:v>8.7710411311962139E-3</c:v>
                </c:pt>
                <c:pt idx="1899">
                  <c:v>9.5061816862458126E-3</c:v>
                </c:pt>
                <c:pt idx="1900">
                  <c:v>9.7445665722849188E-3</c:v>
                </c:pt>
                <c:pt idx="1901">
                  <c:v>1.0919692947897772E-2</c:v>
                </c:pt>
                <c:pt idx="1902">
                  <c:v>1.0948046392171996E-2</c:v>
                </c:pt>
                <c:pt idx="1903">
                  <c:v>1.0937442383560037E-2</c:v>
                </c:pt>
                <c:pt idx="1904">
                  <c:v>1.0609818103754142E-2</c:v>
                </c:pt>
                <c:pt idx="1905">
                  <c:v>1.0964447011230671E-2</c:v>
                </c:pt>
                <c:pt idx="1906">
                  <c:v>1.1085509671383775E-2</c:v>
                </c:pt>
                <c:pt idx="1907">
                  <c:v>1.0909399792867425E-2</c:v>
                </c:pt>
                <c:pt idx="1908">
                  <c:v>1.135960488430339E-2</c:v>
                </c:pt>
                <c:pt idx="1909">
                  <c:v>1.1516548530445637E-2</c:v>
                </c:pt>
                <c:pt idx="1910">
                  <c:v>1.1037538757869895E-2</c:v>
                </c:pt>
                <c:pt idx="1911">
                  <c:v>1.0993560545526436E-2</c:v>
                </c:pt>
                <c:pt idx="1912">
                  <c:v>1.0773286093329155E-2</c:v>
                </c:pt>
                <c:pt idx="1913">
                  <c:v>1.0741459185709842E-2</c:v>
                </c:pt>
                <c:pt idx="1914">
                  <c:v>1.0829763314886078E-2</c:v>
                </c:pt>
                <c:pt idx="1915">
                  <c:v>1.0118322312674764E-2</c:v>
                </c:pt>
                <c:pt idx="1916">
                  <c:v>9.2816404547432958E-3</c:v>
                </c:pt>
                <c:pt idx="1917">
                  <c:v>9.2621648776112266E-3</c:v>
                </c:pt>
                <c:pt idx="1918">
                  <c:v>9.1674180751886176E-3</c:v>
                </c:pt>
                <c:pt idx="1919">
                  <c:v>9.0517955887136677E-3</c:v>
                </c:pt>
                <c:pt idx="1920">
                  <c:v>8.5747126680451764E-3</c:v>
                </c:pt>
                <c:pt idx="1921">
                  <c:v>8.0222051316727709E-3</c:v>
                </c:pt>
                <c:pt idx="1922">
                  <c:v>6.7159137894980663E-3</c:v>
                </c:pt>
                <c:pt idx="1923">
                  <c:v>6.7237901810229444E-3</c:v>
                </c:pt>
                <c:pt idx="1924">
                  <c:v>6.7788642484897885E-3</c:v>
                </c:pt>
                <c:pt idx="1925">
                  <c:v>6.9636645813027755E-3</c:v>
                </c:pt>
                <c:pt idx="1926">
                  <c:v>6.8460119861421939E-3</c:v>
                </c:pt>
                <c:pt idx="1927">
                  <c:v>6.9011565994940164E-3</c:v>
                </c:pt>
                <c:pt idx="1928">
                  <c:v>6.5094912221007615E-3</c:v>
                </c:pt>
                <c:pt idx="1929">
                  <c:v>6.2398461094794327E-3</c:v>
                </c:pt>
                <c:pt idx="1930">
                  <c:v>6.2959611001702403E-3</c:v>
                </c:pt>
                <c:pt idx="1931">
                  <c:v>6.1581255728759433E-3</c:v>
                </c:pt>
                <c:pt idx="1932">
                  <c:v>6.5730843416338313E-3</c:v>
                </c:pt>
                <c:pt idx="1933">
                  <c:v>6.6023287399294157E-3</c:v>
                </c:pt>
                <c:pt idx="1934">
                  <c:v>6.6026003060690825E-3</c:v>
                </c:pt>
                <c:pt idx="1935">
                  <c:v>6.8335510561223891E-3</c:v>
                </c:pt>
                <c:pt idx="1936">
                  <c:v>6.6699598144896828E-3</c:v>
                </c:pt>
                <c:pt idx="1937">
                  <c:v>6.6680887360822082E-3</c:v>
                </c:pt>
                <c:pt idx="1938">
                  <c:v>6.6640028543808703E-3</c:v>
                </c:pt>
                <c:pt idx="1939">
                  <c:v>6.2689245481341955E-3</c:v>
                </c:pt>
                <c:pt idx="1940">
                  <c:v>6.1965590936894866E-3</c:v>
                </c:pt>
                <c:pt idx="1941">
                  <c:v>6.3573783776725559E-3</c:v>
                </c:pt>
                <c:pt idx="1942">
                  <c:v>6.3459281523110976E-3</c:v>
                </c:pt>
                <c:pt idx="1943">
                  <c:v>6.4339046220732747E-3</c:v>
                </c:pt>
                <c:pt idx="1944">
                  <c:v>6.4862210855814052E-3</c:v>
                </c:pt>
                <c:pt idx="1945">
                  <c:v>6.4458722415858686E-3</c:v>
                </c:pt>
                <c:pt idx="1946">
                  <c:v>6.4057000915730394E-3</c:v>
                </c:pt>
                <c:pt idx="1947">
                  <c:v>4.8594383707882445E-3</c:v>
                </c:pt>
                <c:pt idx="1948">
                  <c:v>4.9872180884508429E-3</c:v>
                </c:pt>
                <c:pt idx="1949">
                  <c:v>4.9436754320905446E-3</c:v>
                </c:pt>
                <c:pt idx="1950">
                  <c:v>5.8752475026419065E-3</c:v>
                </c:pt>
                <c:pt idx="1951">
                  <c:v>6.044218154628315E-3</c:v>
                </c:pt>
                <c:pt idx="1952">
                  <c:v>6.2785412574117372E-3</c:v>
                </c:pt>
                <c:pt idx="1953">
                  <c:v>5.9865726720962241E-3</c:v>
                </c:pt>
                <c:pt idx="1954">
                  <c:v>6.3462082442305393E-3</c:v>
                </c:pt>
                <c:pt idx="1955">
                  <c:v>6.3821469602806892E-3</c:v>
                </c:pt>
                <c:pt idx="1956">
                  <c:v>6.5317080570015309E-3</c:v>
                </c:pt>
                <c:pt idx="1957">
                  <c:v>7.1958486439337253E-3</c:v>
                </c:pt>
                <c:pt idx="1958">
                  <c:v>7.3010472277315842E-3</c:v>
                </c:pt>
                <c:pt idx="1959">
                  <c:v>7.24669338265173E-3</c:v>
                </c:pt>
                <c:pt idx="1960">
                  <c:v>7.1095231501843497E-3</c:v>
                </c:pt>
                <c:pt idx="1961">
                  <c:v>7.0699904274298085E-3</c:v>
                </c:pt>
                <c:pt idx="1962">
                  <c:v>7.1516648532524872E-3</c:v>
                </c:pt>
                <c:pt idx="1963">
                  <c:v>7.1875488878304396E-3</c:v>
                </c:pt>
                <c:pt idx="1964">
                  <c:v>7.4546254127595881E-3</c:v>
                </c:pt>
                <c:pt idx="1965">
                  <c:v>7.4830690067294627E-3</c:v>
                </c:pt>
                <c:pt idx="1966">
                  <c:v>7.5275211465633957E-3</c:v>
                </c:pt>
                <c:pt idx="1967">
                  <c:v>8.2408262752309645E-3</c:v>
                </c:pt>
                <c:pt idx="1968">
                  <c:v>8.4874596767267607E-3</c:v>
                </c:pt>
                <c:pt idx="1969">
                  <c:v>8.2960416467083818E-3</c:v>
                </c:pt>
                <c:pt idx="1970">
                  <c:v>8.2413287493348034E-3</c:v>
                </c:pt>
                <c:pt idx="1971">
                  <c:v>7.9032025461443604E-3</c:v>
                </c:pt>
                <c:pt idx="1972">
                  <c:v>7.7821170866685906E-3</c:v>
                </c:pt>
                <c:pt idx="1973">
                  <c:v>7.886497959032868E-3</c:v>
                </c:pt>
                <c:pt idx="1974">
                  <c:v>8.0415688691723667E-3</c:v>
                </c:pt>
                <c:pt idx="1975">
                  <c:v>7.7502460477530833E-3</c:v>
                </c:pt>
                <c:pt idx="1976">
                  <c:v>7.7485731927123451E-3</c:v>
                </c:pt>
                <c:pt idx="1977">
                  <c:v>6.9005897786294434E-3</c:v>
                </c:pt>
                <c:pt idx="1978">
                  <c:v>6.409633583685034E-3</c:v>
                </c:pt>
                <c:pt idx="1979">
                  <c:v>6.8683547009218181E-3</c:v>
                </c:pt>
                <c:pt idx="1980">
                  <c:v>7.513252203487363E-3</c:v>
                </c:pt>
                <c:pt idx="1981">
                  <c:v>7.4883490086402969E-3</c:v>
                </c:pt>
                <c:pt idx="1982">
                  <c:v>7.4563930658980825E-3</c:v>
                </c:pt>
                <c:pt idx="1983">
                  <c:v>7.3632334304866631E-3</c:v>
                </c:pt>
                <c:pt idx="1984">
                  <c:v>7.4089189669520753E-3</c:v>
                </c:pt>
                <c:pt idx="1985">
                  <c:v>7.8822762326414553E-3</c:v>
                </c:pt>
                <c:pt idx="1986">
                  <c:v>7.8992571770745389E-3</c:v>
                </c:pt>
                <c:pt idx="1987">
                  <c:v>7.7559553669280063E-3</c:v>
                </c:pt>
                <c:pt idx="1988">
                  <c:v>7.2276606350222782E-3</c:v>
                </c:pt>
                <c:pt idx="1989">
                  <c:v>6.8385376061221659E-3</c:v>
                </c:pt>
                <c:pt idx="1990">
                  <c:v>6.8605290297769454E-3</c:v>
                </c:pt>
                <c:pt idx="1991">
                  <c:v>6.905967835350039E-3</c:v>
                </c:pt>
                <c:pt idx="1992">
                  <c:v>7.1479894902278787E-3</c:v>
                </c:pt>
                <c:pt idx="1993">
                  <c:v>7.138784787111851E-3</c:v>
                </c:pt>
                <c:pt idx="1994">
                  <c:v>6.8735143745861683E-3</c:v>
                </c:pt>
                <c:pt idx="1995">
                  <c:v>6.8426370990457763E-3</c:v>
                </c:pt>
                <c:pt idx="1996">
                  <c:v>6.9018140676305071E-3</c:v>
                </c:pt>
                <c:pt idx="1997">
                  <c:v>6.8480695510116738E-3</c:v>
                </c:pt>
                <c:pt idx="1998">
                  <c:v>7.504694308215743E-3</c:v>
                </c:pt>
                <c:pt idx="1999">
                  <c:v>7.5022027636987634E-3</c:v>
                </c:pt>
                <c:pt idx="2000">
                  <c:v>7.0248177193222572E-3</c:v>
                </c:pt>
                <c:pt idx="2001">
                  <c:v>6.2916586340058672E-3</c:v>
                </c:pt>
                <c:pt idx="2002">
                  <c:v>6.3649064474697436E-3</c:v>
                </c:pt>
                <c:pt idx="2003">
                  <c:v>6.5990014562139626E-3</c:v>
                </c:pt>
                <c:pt idx="2004">
                  <c:v>6.8095953164382357E-3</c:v>
                </c:pt>
                <c:pt idx="2005">
                  <c:v>7.5983473571054451E-3</c:v>
                </c:pt>
                <c:pt idx="2006">
                  <c:v>6.9566366240105927E-3</c:v>
                </c:pt>
                <c:pt idx="2007">
                  <c:v>6.8778586350828194E-3</c:v>
                </c:pt>
                <c:pt idx="2008">
                  <c:v>7.1097588407463249E-3</c:v>
                </c:pt>
                <c:pt idx="2009">
                  <c:v>7.3160827862073325E-3</c:v>
                </c:pt>
                <c:pt idx="2010">
                  <c:v>7.8703922368032128E-3</c:v>
                </c:pt>
                <c:pt idx="2011">
                  <c:v>7.91351307687496E-3</c:v>
                </c:pt>
                <c:pt idx="2012">
                  <c:v>7.9452979166461137E-3</c:v>
                </c:pt>
                <c:pt idx="2013">
                  <c:v>7.4940179245043363E-3</c:v>
                </c:pt>
                <c:pt idx="2014">
                  <c:v>7.6053025138302166E-3</c:v>
                </c:pt>
                <c:pt idx="2015">
                  <c:v>7.6047000848242013E-3</c:v>
                </c:pt>
                <c:pt idx="2016">
                  <c:v>7.9289395883655918E-3</c:v>
                </c:pt>
                <c:pt idx="2017">
                  <c:v>7.966120987802491E-3</c:v>
                </c:pt>
                <c:pt idx="2018">
                  <c:v>7.9832187324241858E-3</c:v>
                </c:pt>
                <c:pt idx="2019">
                  <c:v>7.4871879501373154E-3</c:v>
                </c:pt>
                <c:pt idx="2020">
                  <c:v>7.5356534586618704E-3</c:v>
                </c:pt>
                <c:pt idx="2021">
                  <c:v>7.5354182212860358E-3</c:v>
                </c:pt>
                <c:pt idx="2022">
                  <c:v>7.6993813339641479E-3</c:v>
                </c:pt>
                <c:pt idx="2023">
                  <c:v>8.6471999653567663E-3</c:v>
                </c:pt>
                <c:pt idx="2024">
                  <c:v>8.4863657487800736E-3</c:v>
                </c:pt>
                <c:pt idx="2025">
                  <c:v>8.5381932678633386E-3</c:v>
                </c:pt>
                <c:pt idx="2026">
                  <c:v>7.8725984622737191E-3</c:v>
                </c:pt>
                <c:pt idx="2027">
                  <c:v>7.713545333367041E-3</c:v>
                </c:pt>
                <c:pt idx="2028">
                  <c:v>7.7909256904158198E-3</c:v>
                </c:pt>
                <c:pt idx="2029">
                  <c:v>7.5623542621169821E-3</c:v>
                </c:pt>
                <c:pt idx="2030">
                  <c:v>7.0708744845058933E-3</c:v>
                </c:pt>
                <c:pt idx="2031">
                  <c:v>6.4341931150619482E-3</c:v>
                </c:pt>
                <c:pt idx="2032">
                  <c:v>6.3082761260550135E-3</c:v>
                </c:pt>
                <c:pt idx="2033">
                  <c:v>6.1535751719413159E-3</c:v>
                </c:pt>
                <c:pt idx="2034">
                  <c:v>6.1546045449373523E-3</c:v>
                </c:pt>
                <c:pt idx="2035">
                  <c:v>6.0710729751494753E-3</c:v>
                </c:pt>
                <c:pt idx="2036">
                  <c:v>5.9170387253407114E-3</c:v>
                </c:pt>
                <c:pt idx="2037">
                  <c:v>5.7689915133264753E-3</c:v>
                </c:pt>
                <c:pt idx="2038">
                  <c:v>5.7723662047178773E-3</c:v>
                </c:pt>
                <c:pt idx="2039">
                  <c:v>5.6256797422228957E-3</c:v>
                </c:pt>
                <c:pt idx="2040">
                  <c:v>5.3386733487098999E-3</c:v>
                </c:pt>
                <c:pt idx="2041">
                  <c:v>5.3412148211056266E-3</c:v>
                </c:pt>
                <c:pt idx="2042">
                  <c:v>5.4244139603885225E-3</c:v>
                </c:pt>
                <c:pt idx="2043">
                  <c:v>5.5530641765000168E-3</c:v>
                </c:pt>
                <c:pt idx="2044">
                  <c:v>5.303490459403648E-3</c:v>
                </c:pt>
                <c:pt idx="2045">
                  <c:v>5.7338874820469996E-3</c:v>
                </c:pt>
                <c:pt idx="2046">
                  <c:v>5.4656259552128715E-3</c:v>
                </c:pt>
                <c:pt idx="2047">
                  <c:v>5.4700826303495089E-3</c:v>
                </c:pt>
                <c:pt idx="2048">
                  <c:v>5.483287760398815E-3</c:v>
                </c:pt>
                <c:pt idx="2049">
                  <c:v>5.423176823993966E-3</c:v>
                </c:pt>
                <c:pt idx="2050">
                  <c:v>5.4569905737660322E-3</c:v>
                </c:pt>
                <c:pt idx="2051">
                  <c:v>5.7402719732630994E-3</c:v>
                </c:pt>
                <c:pt idx="2052">
                  <c:v>5.5422749282084396E-3</c:v>
                </c:pt>
                <c:pt idx="2053">
                  <c:v>5.5076976317875101E-3</c:v>
                </c:pt>
                <c:pt idx="2054">
                  <c:v>5.4775951033550919E-3</c:v>
                </c:pt>
                <c:pt idx="2055">
                  <c:v>5.4937981610789317E-3</c:v>
                </c:pt>
                <c:pt idx="2056">
                  <c:v>5.4950998446724394E-3</c:v>
                </c:pt>
                <c:pt idx="2057">
                  <c:v>5.4873184747657611E-3</c:v>
                </c:pt>
                <c:pt idx="2058">
                  <c:v>5.4875085432755863E-3</c:v>
                </c:pt>
                <c:pt idx="2059">
                  <c:v>5.8088735096884078E-3</c:v>
                </c:pt>
                <c:pt idx="2060">
                  <c:v>5.7998519149601285E-3</c:v>
                </c:pt>
                <c:pt idx="2061">
                  <c:v>5.6401203068041882E-3</c:v>
                </c:pt>
                <c:pt idx="2062">
                  <c:v>5.8044910606129627E-3</c:v>
                </c:pt>
                <c:pt idx="2063">
                  <c:v>5.8190822157615533E-3</c:v>
                </c:pt>
                <c:pt idx="2064">
                  <c:v>5.521451872287227E-3</c:v>
                </c:pt>
                <c:pt idx="2065">
                  <c:v>4.8374825911832574E-3</c:v>
                </c:pt>
                <c:pt idx="2066">
                  <c:v>4.227800878343459E-3</c:v>
                </c:pt>
                <c:pt idx="2067">
                  <c:v>4.3479862109180216E-3</c:v>
                </c:pt>
                <c:pt idx="2068">
                  <c:v>4.4984852123955239E-3</c:v>
                </c:pt>
                <c:pt idx="2069">
                  <c:v>4.586785102891928E-3</c:v>
                </c:pt>
                <c:pt idx="2070">
                  <c:v>4.5813281137366321E-3</c:v>
                </c:pt>
                <c:pt idx="2071">
                  <c:v>4.6696759299178665E-3</c:v>
                </c:pt>
                <c:pt idx="2072">
                  <c:v>4.3645090176330859E-3</c:v>
                </c:pt>
                <c:pt idx="2073">
                  <c:v>4.2842471859732964E-3</c:v>
                </c:pt>
                <c:pt idx="2074">
                  <c:v>4.4358845541519242E-3</c:v>
                </c:pt>
                <c:pt idx="2075">
                  <c:v>4.4905818218165363E-3</c:v>
                </c:pt>
                <c:pt idx="2076">
                  <c:v>4.4612865803165492E-3</c:v>
                </c:pt>
                <c:pt idx="2077">
                  <c:v>4.4791159106159001E-3</c:v>
                </c:pt>
                <c:pt idx="2078">
                  <c:v>4.5417386283254767E-3</c:v>
                </c:pt>
                <c:pt idx="2079">
                  <c:v>4.6808250667683318E-3</c:v>
                </c:pt>
                <c:pt idx="2080">
                  <c:v>4.167925776922537E-3</c:v>
                </c:pt>
                <c:pt idx="2081">
                  <c:v>4.2780744732976118E-3</c:v>
                </c:pt>
                <c:pt idx="2082">
                  <c:v>4.5676721332179454E-3</c:v>
                </c:pt>
                <c:pt idx="2083">
                  <c:v>5.0174713837973289E-3</c:v>
                </c:pt>
                <c:pt idx="2084">
                  <c:v>5.0574042585558674E-3</c:v>
                </c:pt>
                <c:pt idx="2085">
                  <c:v>5.0780496994263574E-3</c:v>
                </c:pt>
                <c:pt idx="2086">
                  <c:v>5.096234025358427E-3</c:v>
                </c:pt>
                <c:pt idx="2087">
                  <c:v>5.1229079873859485E-3</c:v>
                </c:pt>
                <c:pt idx="2088">
                  <c:v>5.494634343189234E-3</c:v>
                </c:pt>
                <c:pt idx="2089">
                  <c:v>5.3082308125038669E-3</c:v>
                </c:pt>
                <c:pt idx="2090">
                  <c:v>5.1804887815083914E-3</c:v>
                </c:pt>
                <c:pt idx="2091">
                  <c:v>5.3247867045679454E-3</c:v>
                </c:pt>
                <c:pt idx="2092">
                  <c:v>5.2190479503953589E-3</c:v>
                </c:pt>
                <c:pt idx="2093">
                  <c:v>5.3710565507162277E-3</c:v>
                </c:pt>
                <c:pt idx="2094">
                  <c:v>5.2658714824220234E-3</c:v>
                </c:pt>
                <c:pt idx="2095">
                  <c:v>5.1560038940058131E-3</c:v>
                </c:pt>
                <c:pt idx="2096">
                  <c:v>4.9875042160736922E-3</c:v>
                </c:pt>
                <c:pt idx="2097">
                  <c:v>5.0692616804615138E-3</c:v>
                </c:pt>
                <c:pt idx="2098">
                  <c:v>6.186259595473538E-3</c:v>
                </c:pt>
                <c:pt idx="2099">
                  <c:v>6.1869758334764146E-3</c:v>
                </c:pt>
                <c:pt idx="2100">
                  <c:v>6.0459643233019503E-3</c:v>
                </c:pt>
                <c:pt idx="2101">
                  <c:v>6.0430986201456295E-3</c:v>
                </c:pt>
                <c:pt idx="2102">
                  <c:v>6.2868803667058392E-3</c:v>
                </c:pt>
                <c:pt idx="2103">
                  <c:v>6.1928294263007616E-3</c:v>
                </c:pt>
                <c:pt idx="2104">
                  <c:v>5.7477226832878189E-3</c:v>
                </c:pt>
                <c:pt idx="2105">
                  <c:v>5.5886326245421624E-3</c:v>
                </c:pt>
                <c:pt idx="2106">
                  <c:v>6.0296781361930986E-3</c:v>
                </c:pt>
                <c:pt idx="2107">
                  <c:v>6.3071502494246737E-3</c:v>
                </c:pt>
                <c:pt idx="2108">
                  <c:v>6.4151588293488845E-3</c:v>
                </c:pt>
                <c:pt idx="2109">
                  <c:v>6.1706130560934417E-3</c:v>
                </c:pt>
                <c:pt idx="2110">
                  <c:v>6.1788637754665874E-3</c:v>
                </c:pt>
                <c:pt idx="2111">
                  <c:v>6.1335453432707007E-3</c:v>
                </c:pt>
                <c:pt idx="2112">
                  <c:v>6.177339874054861E-3</c:v>
                </c:pt>
                <c:pt idx="2113">
                  <c:v>6.2782856186062363E-3</c:v>
                </c:pt>
                <c:pt idx="2114">
                  <c:v>6.0299887374352414E-3</c:v>
                </c:pt>
                <c:pt idx="2115">
                  <c:v>5.7461936402229772E-3</c:v>
                </c:pt>
                <c:pt idx="2116">
                  <c:v>5.782490918585112E-3</c:v>
                </c:pt>
                <c:pt idx="2117">
                  <c:v>5.644967816532718E-3</c:v>
                </c:pt>
                <c:pt idx="2118">
                  <c:v>5.4524116452026612E-3</c:v>
                </c:pt>
                <c:pt idx="2119">
                  <c:v>4.7843004421686793E-3</c:v>
                </c:pt>
                <c:pt idx="2120">
                  <c:v>4.8046762182523059E-3</c:v>
                </c:pt>
                <c:pt idx="2121">
                  <c:v>4.8257065707931505E-3</c:v>
                </c:pt>
                <c:pt idx="2122">
                  <c:v>4.7237498525001583E-3</c:v>
                </c:pt>
                <c:pt idx="2123">
                  <c:v>4.6044652028947612E-3</c:v>
                </c:pt>
                <c:pt idx="2124">
                  <c:v>4.6242124127958599E-3</c:v>
                </c:pt>
                <c:pt idx="2125">
                  <c:v>4.398859380433595E-3</c:v>
                </c:pt>
                <c:pt idx="2126">
                  <c:v>4.4441595528371385E-3</c:v>
                </c:pt>
                <c:pt idx="2127">
                  <c:v>4.428681931026285E-3</c:v>
                </c:pt>
                <c:pt idx="2128">
                  <c:v>4.1099065228043935E-3</c:v>
                </c:pt>
                <c:pt idx="2129">
                  <c:v>3.812947092593518E-3</c:v>
                </c:pt>
                <c:pt idx="2130">
                  <c:v>3.8266440109848841E-3</c:v>
                </c:pt>
                <c:pt idx="2131">
                  <c:v>4.0102424653506467E-3</c:v>
                </c:pt>
                <c:pt idx="2132">
                  <c:v>4.1212771095244126E-3</c:v>
                </c:pt>
                <c:pt idx="2133">
                  <c:v>4.2550075857232484E-3</c:v>
                </c:pt>
                <c:pt idx="2134">
                  <c:v>3.9774205975649556E-3</c:v>
                </c:pt>
                <c:pt idx="2135">
                  <c:v>4.0082196157150496E-3</c:v>
                </c:pt>
                <c:pt idx="2136">
                  <c:v>4.008628334513856E-3</c:v>
                </c:pt>
                <c:pt idx="2137">
                  <c:v>3.6944882984471044E-3</c:v>
                </c:pt>
                <c:pt idx="2138">
                  <c:v>3.72754593858574E-3</c:v>
                </c:pt>
                <c:pt idx="2139">
                  <c:v>4.7348163116876394E-3</c:v>
                </c:pt>
                <c:pt idx="2140">
                  <c:v>5.1854855896388717E-3</c:v>
                </c:pt>
                <c:pt idx="2141">
                  <c:v>5.225008764721685E-3</c:v>
                </c:pt>
                <c:pt idx="2142">
                  <c:v>5.1740234698556585E-3</c:v>
                </c:pt>
                <c:pt idx="2143">
                  <c:v>4.997963159556436E-3</c:v>
                </c:pt>
                <c:pt idx="2144">
                  <c:v>5.0108002940162932E-3</c:v>
                </c:pt>
                <c:pt idx="2145">
                  <c:v>5.468886871963681E-3</c:v>
                </c:pt>
                <c:pt idx="2146">
                  <c:v>5.5580680383384715E-3</c:v>
                </c:pt>
                <c:pt idx="2147">
                  <c:v>5.5961641347421947E-3</c:v>
                </c:pt>
                <c:pt idx="2148">
                  <c:v>5.3718858988521436E-3</c:v>
                </c:pt>
                <c:pt idx="2149">
                  <c:v>5.4887255013005712E-3</c:v>
                </c:pt>
                <c:pt idx="2150">
                  <c:v>5.6004840223191649E-3</c:v>
                </c:pt>
                <c:pt idx="2151">
                  <c:v>5.82247456668344E-3</c:v>
                </c:pt>
                <c:pt idx="2152">
                  <c:v>5.999237515556948E-3</c:v>
                </c:pt>
                <c:pt idx="2153">
                  <c:v>6.0427424655445242E-3</c:v>
                </c:pt>
                <c:pt idx="2154">
                  <c:v>5.7590107868210503E-3</c:v>
                </c:pt>
                <c:pt idx="2155">
                  <c:v>5.7494833188808719E-3</c:v>
                </c:pt>
                <c:pt idx="2156">
                  <c:v>5.6671913165923411E-3</c:v>
                </c:pt>
                <c:pt idx="2157">
                  <c:v>5.755902322314899E-3</c:v>
                </c:pt>
                <c:pt idx="2158">
                  <c:v>5.8354779543009641E-3</c:v>
                </c:pt>
                <c:pt idx="2159">
                  <c:v>5.8393330687350094E-3</c:v>
                </c:pt>
                <c:pt idx="2160">
                  <c:v>5.3636713600981678E-3</c:v>
                </c:pt>
                <c:pt idx="2161">
                  <c:v>5.7136241941582013E-3</c:v>
                </c:pt>
                <c:pt idx="2162">
                  <c:v>5.8947122392972477E-3</c:v>
                </c:pt>
                <c:pt idx="2163">
                  <c:v>6.4904872452435551E-3</c:v>
                </c:pt>
                <c:pt idx="2164">
                  <c:v>7.0121694237988723E-3</c:v>
                </c:pt>
                <c:pt idx="2165">
                  <c:v>7.1092676632298433E-3</c:v>
                </c:pt>
                <c:pt idx="2166">
                  <c:v>6.9054613078774673E-3</c:v>
                </c:pt>
                <c:pt idx="2167">
                  <c:v>6.7951163594525757E-3</c:v>
                </c:pt>
                <c:pt idx="2168">
                  <c:v>7.0460947480358348E-3</c:v>
                </c:pt>
                <c:pt idx="2169">
                  <c:v>7.0984773914483839E-3</c:v>
                </c:pt>
                <c:pt idx="2170">
                  <c:v>7.2722954629985681E-3</c:v>
                </c:pt>
                <c:pt idx="2171">
                  <c:v>7.1415062701679407E-3</c:v>
                </c:pt>
                <c:pt idx="2172">
                  <c:v>6.9829540691171994E-3</c:v>
                </c:pt>
                <c:pt idx="2173">
                  <c:v>6.6768670482500996E-3</c:v>
                </c:pt>
                <c:pt idx="2174">
                  <c:v>6.5101722143911826E-3</c:v>
                </c:pt>
                <c:pt idx="2175">
                  <c:v>6.6664176859477517E-3</c:v>
                </c:pt>
                <c:pt idx="2176">
                  <c:v>6.7253568796327642E-3</c:v>
                </c:pt>
                <c:pt idx="2177">
                  <c:v>7.2425023424631018E-3</c:v>
                </c:pt>
                <c:pt idx="2178">
                  <c:v>7.2652340174770152E-3</c:v>
                </c:pt>
                <c:pt idx="2179">
                  <c:v>7.0594294934054891E-3</c:v>
                </c:pt>
                <c:pt idx="2180">
                  <c:v>7.0251518973048783E-3</c:v>
                </c:pt>
                <c:pt idx="2181">
                  <c:v>7.0315103186424097E-3</c:v>
                </c:pt>
                <c:pt idx="2182">
                  <c:v>6.3654937397525828E-3</c:v>
                </c:pt>
                <c:pt idx="2183">
                  <c:v>6.0184225123361577E-3</c:v>
                </c:pt>
                <c:pt idx="2184">
                  <c:v>4.8971124671595293E-3</c:v>
                </c:pt>
                <c:pt idx="2185">
                  <c:v>4.5549536713222543E-3</c:v>
                </c:pt>
                <c:pt idx="2186">
                  <c:v>4.9347650372532229E-3</c:v>
                </c:pt>
                <c:pt idx="2187">
                  <c:v>4.760867568940323E-3</c:v>
                </c:pt>
                <c:pt idx="2188">
                  <c:v>4.621995994008996E-3</c:v>
                </c:pt>
                <c:pt idx="2189">
                  <c:v>5.9495790449336332E-3</c:v>
                </c:pt>
                <c:pt idx="2190">
                  <c:v>5.9780367216233313E-3</c:v>
                </c:pt>
                <c:pt idx="2191">
                  <c:v>5.848261948208853E-3</c:v>
                </c:pt>
                <c:pt idx="2192">
                  <c:v>5.9091689604881892E-3</c:v>
                </c:pt>
                <c:pt idx="2193">
                  <c:v>5.8794409127600851E-3</c:v>
                </c:pt>
                <c:pt idx="2194">
                  <c:v>5.7554335071980638E-3</c:v>
                </c:pt>
                <c:pt idx="2195">
                  <c:v>6.0654211507632219E-3</c:v>
                </c:pt>
                <c:pt idx="2196">
                  <c:v>6.0746352578923369E-3</c:v>
                </c:pt>
                <c:pt idx="2197">
                  <c:v>6.1749287852716469E-3</c:v>
                </c:pt>
                <c:pt idx="2198">
                  <c:v>6.3347642923829682E-3</c:v>
                </c:pt>
                <c:pt idx="2199">
                  <c:v>6.4852899152528561E-3</c:v>
                </c:pt>
                <c:pt idx="2200">
                  <c:v>6.3293172532336989E-3</c:v>
                </c:pt>
                <c:pt idx="2201">
                  <c:v>7.2349260297481319E-3</c:v>
                </c:pt>
                <c:pt idx="2202">
                  <c:v>7.2422960101552591E-3</c:v>
                </c:pt>
                <c:pt idx="2203">
                  <c:v>7.2267994388770856E-3</c:v>
                </c:pt>
                <c:pt idx="2204">
                  <c:v>7.1793972884012739E-3</c:v>
                </c:pt>
                <c:pt idx="2205">
                  <c:v>7.2217068489289892E-3</c:v>
                </c:pt>
                <c:pt idx="2206">
                  <c:v>7.2196282806142459E-3</c:v>
                </c:pt>
                <c:pt idx="2207">
                  <c:v>7.1897734110980879E-3</c:v>
                </c:pt>
                <c:pt idx="2208">
                  <c:v>7.2061739427571958E-3</c:v>
                </c:pt>
                <c:pt idx="2209">
                  <c:v>7.4043956958693971E-3</c:v>
                </c:pt>
                <c:pt idx="2210">
                  <c:v>6.5738209025874156E-3</c:v>
                </c:pt>
                <c:pt idx="2211">
                  <c:v>6.5966896952480087E-3</c:v>
                </c:pt>
                <c:pt idx="2212">
                  <c:v>6.5529006593897359E-3</c:v>
                </c:pt>
                <c:pt idx="2213">
                  <c:v>6.9403713537609761E-3</c:v>
                </c:pt>
                <c:pt idx="2214">
                  <c:v>6.9052595102717393E-3</c:v>
                </c:pt>
                <c:pt idx="2215">
                  <c:v>6.9307729561695012E-3</c:v>
                </c:pt>
                <c:pt idx="2216">
                  <c:v>6.7656132312823693E-3</c:v>
                </c:pt>
                <c:pt idx="2217">
                  <c:v>7.1237421030521161E-3</c:v>
                </c:pt>
                <c:pt idx="2218">
                  <c:v>6.9197482927847095E-3</c:v>
                </c:pt>
                <c:pt idx="2219">
                  <c:v>6.4228612375301442E-3</c:v>
                </c:pt>
                <c:pt idx="2220">
                  <c:v>8.185774753263134E-3</c:v>
                </c:pt>
                <c:pt idx="2221">
                  <c:v>8.2359864394924154E-3</c:v>
                </c:pt>
                <c:pt idx="2222">
                  <c:v>7.815568403624058E-3</c:v>
                </c:pt>
                <c:pt idx="2223">
                  <c:v>7.8084002373180464E-3</c:v>
                </c:pt>
                <c:pt idx="2224">
                  <c:v>8.4381994692588665E-3</c:v>
                </c:pt>
                <c:pt idx="2225">
                  <c:v>8.6990409301474659E-3</c:v>
                </c:pt>
                <c:pt idx="2226">
                  <c:v>8.4482264980452089E-3</c:v>
                </c:pt>
                <c:pt idx="2227">
                  <c:v>9.2812296140643152E-3</c:v>
                </c:pt>
                <c:pt idx="2228">
                  <c:v>9.5738961764566949E-3</c:v>
                </c:pt>
                <c:pt idx="2229">
                  <c:v>9.7852860931021655E-3</c:v>
                </c:pt>
                <c:pt idx="2230">
                  <c:v>9.7241574372519853E-3</c:v>
                </c:pt>
                <c:pt idx="2231">
                  <c:v>9.6646757654836619E-3</c:v>
                </c:pt>
                <c:pt idx="2232">
                  <c:v>9.6199590085893124E-3</c:v>
                </c:pt>
                <c:pt idx="2233">
                  <c:v>9.7069995231642506E-3</c:v>
                </c:pt>
                <c:pt idx="2234">
                  <c:v>9.4645623080889824E-3</c:v>
                </c:pt>
                <c:pt idx="2235">
                  <c:v>9.743748878530514E-3</c:v>
                </c:pt>
                <c:pt idx="2236">
                  <c:v>9.7207862581132568E-3</c:v>
                </c:pt>
                <c:pt idx="2237">
                  <c:v>9.8471484566464741E-3</c:v>
                </c:pt>
                <c:pt idx="2238">
                  <c:v>9.5941928994691898E-3</c:v>
                </c:pt>
                <c:pt idx="2239">
                  <c:v>9.3132918506862589E-3</c:v>
                </c:pt>
                <c:pt idx="2240">
                  <c:v>9.3456908892787394E-3</c:v>
                </c:pt>
                <c:pt idx="2241">
                  <c:v>7.9798063663709985E-3</c:v>
                </c:pt>
                <c:pt idx="2242">
                  <c:v>7.9378396057382516E-3</c:v>
                </c:pt>
                <c:pt idx="2243">
                  <c:v>7.8706797245603009E-3</c:v>
                </c:pt>
                <c:pt idx="2244">
                  <c:v>7.9538588179991591E-3</c:v>
                </c:pt>
                <c:pt idx="2245">
                  <c:v>7.2198123161113896E-3</c:v>
                </c:pt>
                <c:pt idx="2246">
                  <c:v>6.9980011964100256E-3</c:v>
                </c:pt>
                <c:pt idx="2247">
                  <c:v>6.9877531371982087E-3</c:v>
                </c:pt>
                <c:pt idx="2248">
                  <c:v>5.9800983964572053E-3</c:v>
                </c:pt>
                <c:pt idx="2249">
                  <c:v>5.9465706914062638E-3</c:v>
                </c:pt>
                <c:pt idx="2250">
                  <c:v>5.6928822815678452E-3</c:v>
                </c:pt>
                <c:pt idx="2251">
                  <c:v>6.7277153077589767E-3</c:v>
                </c:pt>
                <c:pt idx="2252">
                  <c:v>6.6392265344881645E-3</c:v>
                </c:pt>
                <c:pt idx="2253">
                  <c:v>6.4930827417885783E-3</c:v>
                </c:pt>
                <c:pt idx="2254">
                  <c:v>6.448378394297398E-3</c:v>
                </c:pt>
                <c:pt idx="2255">
                  <c:v>6.5135607754865047E-3</c:v>
                </c:pt>
                <c:pt idx="2256">
                  <c:v>5.9831815857677379E-3</c:v>
                </c:pt>
                <c:pt idx="2257">
                  <c:v>6.3721146671062122E-3</c:v>
                </c:pt>
                <c:pt idx="2258">
                  <c:v>6.062615401382177E-3</c:v>
                </c:pt>
                <c:pt idx="2259">
                  <c:v>6.6662320216400945E-3</c:v>
                </c:pt>
                <c:pt idx="2260">
                  <c:v>6.6876847511675042E-3</c:v>
                </c:pt>
                <c:pt idx="2261">
                  <c:v>6.837416412153104E-3</c:v>
                </c:pt>
                <c:pt idx="2262">
                  <c:v>6.7762653260137681E-3</c:v>
                </c:pt>
                <c:pt idx="2263">
                  <c:v>7.0624169503859663E-3</c:v>
                </c:pt>
                <c:pt idx="2264">
                  <c:v>6.9727801467022897E-3</c:v>
                </c:pt>
                <c:pt idx="2265">
                  <c:v>7.0731954818162518E-3</c:v>
                </c:pt>
                <c:pt idx="2266">
                  <c:v>6.8732769474009678E-3</c:v>
                </c:pt>
                <c:pt idx="2267">
                  <c:v>6.8754223896013329E-3</c:v>
                </c:pt>
                <c:pt idx="2268">
                  <c:v>6.9926986644676019E-3</c:v>
                </c:pt>
                <c:pt idx="2269">
                  <c:v>7.2052636899684452E-3</c:v>
                </c:pt>
                <c:pt idx="2270">
                  <c:v>6.7895983852326435E-3</c:v>
                </c:pt>
                <c:pt idx="2271">
                  <c:v>6.8030931414116988E-3</c:v>
                </c:pt>
                <c:pt idx="2272">
                  <c:v>5.6967525684453206E-3</c:v>
                </c:pt>
                <c:pt idx="2273">
                  <c:v>5.7854378497163121E-3</c:v>
                </c:pt>
                <c:pt idx="2274">
                  <c:v>5.7837679526263289E-3</c:v>
                </c:pt>
                <c:pt idx="2275">
                  <c:v>5.9059137041326936E-3</c:v>
                </c:pt>
                <c:pt idx="2276">
                  <c:v>5.8067937479036992E-3</c:v>
                </c:pt>
                <c:pt idx="2277">
                  <c:v>5.8836248628651609E-3</c:v>
                </c:pt>
                <c:pt idx="2278">
                  <c:v>6.0722012052121287E-3</c:v>
                </c:pt>
                <c:pt idx="2279">
                  <c:v>6.5825599010790464E-3</c:v>
                </c:pt>
                <c:pt idx="2280">
                  <c:v>6.1402079462806606E-3</c:v>
                </c:pt>
                <c:pt idx="2281">
                  <c:v>6.2013167436949113E-3</c:v>
                </c:pt>
                <c:pt idx="2282">
                  <c:v>6.323914058367984E-3</c:v>
                </c:pt>
                <c:pt idx="2283">
                  <c:v>6.5228608169617674E-3</c:v>
                </c:pt>
                <c:pt idx="2284">
                  <c:v>6.0423923347087257E-3</c:v>
                </c:pt>
                <c:pt idx="2285">
                  <c:v>6.0430367046170148E-3</c:v>
                </c:pt>
                <c:pt idx="2286">
                  <c:v>5.9992768779226187E-3</c:v>
                </c:pt>
                <c:pt idx="2287">
                  <c:v>6.3202987437762006E-3</c:v>
                </c:pt>
                <c:pt idx="2288">
                  <c:v>6.8164558898994891E-3</c:v>
                </c:pt>
                <c:pt idx="2289">
                  <c:v>6.733115103906305E-3</c:v>
                </c:pt>
                <c:pt idx="2290">
                  <c:v>6.4841369131968451E-3</c:v>
                </c:pt>
                <c:pt idx="2291">
                  <c:v>6.7874805294749268E-3</c:v>
                </c:pt>
                <c:pt idx="2292">
                  <c:v>6.7797287958352862E-3</c:v>
                </c:pt>
                <c:pt idx="2293">
                  <c:v>6.8746450318780189E-3</c:v>
                </c:pt>
                <c:pt idx="2294">
                  <c:v>6.7799798113842031E-3</c:v>
                </c:pt>
                <c:pt idx="2295">
                  <c:v>7.4300355012684545E-3</c:v>
                </c:pt>
                <c:pt idx="2296">
                  <c:v>7.2969351755836657E-3</c:v>
                </c:pt>
                <c:pt idx="2297">
                  <c:v>7.3230402992720579E-3</c:v>
                </c:pt>
                <c:pt idx="2298">
                  <c:v>7.314290274753792E-3</c:v>
                </c:pt>
                <c:pt idx="2299">
                  <c:v>6.995950899194206E-3</c:v>
                </c:pt>
                <c:pt idx="2300">
                  <c:v>6.8836536119726661E-3</c:v>
                </c:pt>
                <c:pt idx="2301">
                  <c:v>6.75547086217629E-3</c:v>
                </c:pt>
                <c:pt idx="2302">
                  <c:v>6.5685381639346363E-3</c:v>
                </c:pt>
                <c:pt idx="2303">
                  <c:v>6.3615838519010936E-3</c:v>
                </c:pt>
                <c:pt idx="2304">
                  <c:v>6.1948679227988267E-3</c:v>
                </c:pt>
                <c:pt idx="2305">
                  <c:v>7.0852816602342359E-3</c:v>
                </c:pt>
                <c:pt idx="2306">
                  <c:v>7.0891689431633832E-3</c:v>
                </c:pt>
                <c:pt idx="2307">
                  <c:v>6.9770037871199706E-3</c:v>
                </c:pt>
                <c:pt idx="2308">
                  <c:v>6.7321913874078213E-3</c:v>
                </c:pt>
                <c:pt idx="2309">
                  <c:v>6.4838634686742716E-3</c:v>
                </c:pt>
                <c:pt idx="2310">
                  <c:v>6.7099448292596946E-3</c:v>
                </c:pt>
                <c:pt idx="2311">
                  <c:v>6.7007904358736981E-3</c:v>
                </c:pt>
                <c:pt idx="2312">
                  <c:v>9.7335902518731546E-3</c:v>
                </c:pt>
                <c:pt idx="2313">
                  <c:v>1.6166109138429564E-2</c:v>
                </c:pt>
                <c:pt idx="2314">
                  <c:v>1.7654489387815258E-2</c:v>
                </c:pt>
                <c:pt idx="2315">
                  <c:v>1.7749910037039018E-2</c:v>
                </c:pt>
                <c:pt idx="2316">
                  <c:v>1.7902046216481199E-2</c:v>
                </c:pt>
                <c:pt idx="2317">
                  <c:v>1.7941698769711821E-2</c:v>
                </c:pt>
                <c:pt idx="2318">
                  <c:v>1.7952691219033218E-2</c:v>
                </c:pt>
                <c:pt idx="2319">
                  <c:v>1.7947030548882689E-2</c:v>
                </c:pt>
                <c:pt idx="2320">
                  <c:v>1.7923617140390976E-2</c:v>
                </c:pt>
                <c:pt idx="2321">
                  <c:v>1.7858050199012585E-2</c:v>
                </c:pt>
                <c:pt idx="2322">
                  <c:v>1.7860336131866581E-2</c:v>
                </c:pt>
                <c:pt idx="2323">
                  <c:v>1.7863238537743568E-2</c:v>
                </c:pt>
                <c:pt idx="2324">
                  <c:v>1.7850722033491629E-2</c:v>
                </c:pt>
                <c:pt idx="2325">
                  <c:v>1.7892994303771569E-2</c:v>
                </c:pt>
                <c:pt idx="2326">
                  <c:v>1.7599467658136161E-2</c:v>
                </c:pt>
                <c:pt idx="2327">
                  <c:v>1.7678373979817707E-2</c:v>
                </c:pt>
                <c:pt idx="2328">
                  <c:v>1.7721369115150477E-2</c:v>
                </c:pt>
                <c:pt idx="2329">
                  <c:v>1.7713480099722678E-2</c:v>
                </c:pt>
                <c:pt idx="2330">
                  <c:v>1.7562162961458887E-2</c:v>
                </c:pt>
                <c:pt idx="2331">
                  <c:v>1.737804046567068E-2</c:v>
                </c:pt>
                <c:pt idx="2332">
                  <c:v>1.7391867383233926E-2</c:v>
                </c:pt>
                <c:pt idx="2333">
                  <c:v>1.5975567784148791E-2</c:v>
                </c:pt>
                <c:pt idx="2334">
                  <c:v>8.3183968638390286E-3</c:v>
                </c:pt>
                <c:pt idx="2335">
                  <c:v>5.6637072137701756E-3</c:v>
                </c:pt>
                <c:pt idx="2336">
                  <c:v>5.5614874734891346E-3</c:v>
                </c:pt>
                <c:pt idx="2337">
                  <c:v>3.6438391274331546E-3</c:v>
                </c:pt>
                <c:pt idx="2338">
                  <c:v>3.8622009222629271E-3</c:v>
                </c:pt>
                <c:pt idx="2339">
                  <c:v>3.8595815942847837E-3</c:v>
                </c:pt>
                <c:pt idx="2340">
                  <c:v>4.0531167489543897E-3</c:v>
                </c:pt>
                <c:pt idx="2341">
                  <c:v>4.0544158179916202E-3</c:v>
                </c:pt>
                <c:pt idx="2342">
                  <c:v>4.0712633427862199E-3</c:v>
                </c:pt>
                <c:pt idx="2343">
                  <c:v>4.2308759214638482E-3</c:v>
                </c:pt>
                <c:pt idx="2344">
                  <c:v>4.9108471502693979E-3</c:v>
                </c:pt>
                <c:pt idx="2345">
                  <c:v>4.9622682158282421E-3</c:v>
                </c:pt>
                <c:pt idx="2346">
                  <c:v>4.855501585975106E-3</c:v>
                </c:pt>
                <c:pt idx="2347">
                  <c:v>4.9988034455676813E-3</c:v>
                </c:pt>
                <c:pt idx="2348">
                  <c:v>4.7302525422641033E-3</c:v>
                </c:pt>
                <c:pt idx="2349">
                  <c:v>5.578218696037425E-3</c:v>
                </c:pt>
                <c:pt idx="2350">
                  <c:v>5.4315086771813828E-3</c:v>
                </c:pt>
                <c:pt idx="2351">
                  <c:v>5.3570783302306305E-3</c:v>
                </c:pt>
                <c:pt idx="2352">
                  <c:v>5.2950337135291587E-3</c:v>
                </c:pt>
                <c:pt idx="2353">
                  <c:v>5.2791337556369862E-3</c:v>
                </c:pt>
                <c:pt idx="2354">
                  <c:v>5.7601127405695019E-3</c:v>
                </c:pt>
                <c:pt idx="2355">
                  <c:v>8.4043637550992485E-3</c:v>
                </c:pt>
                <c:pt idx="2356">
                  <c:v>8.4096120698022303E-3</c:v>
                </c:pt>
                <c:pt idx="2357">
                  <c:v>8.8048970823401736E-3</c:v>
                </c:pt>
                <c:pt idx="2358">
                  <c:v>8.8507967521935724E-3</c:v>
                </c:pt>
                <c:pt idx="2359">
                  <c:v>9.1135836803854665E-3</c:v>
                </c:pt>
                <c:pt idx="2360">
                  <c:v>9.1144506337265847E-3</c:v>
                </c:pt>
                <c:pt idx="2361">
                  <c:v>9.1105689344635945E-3</c:v>
                </c:pt>
                <c:pt idx="2362">
                  <c:v>9.1118740815954394E-3</c:v>
                </c:pt>
                <c:pt idx="2363">
                  <c:v>9.8982674353667623E-3</c:v>
                </c:pt>
                <c:pt idx="2364">
                  <c:v>9.7327743496513023E-3</c:v>
                </c:pt>
                <c:pt idx="2365">
                  <c:v>9.5888411195873512E-3</c:v>
                </c:pt>
                <c:pt idx="2366">
                  <c:v>9.5858067755479111E-3</c:v>
                </c:pt>
                <c:pt idx="2367">
                  <c:v>9.5874382622854887E-3</c:v>
                </c:pt>
                <c:pt idx="2368">
                  <c:v>9.5459439176770501E-3</c:v>
                </c:pt>
                <c:pt idx="2369">
                  <c:v>9.6519396893015377E-3</c:v>
                </c:pt>
                <c:pt idx="2370">
                  <c:v>9.0076309631254622E-3</c:v>
                </c:pt>
                <c:pt idx="2371">
                  <c:v>9.0087340069864193E-3</c:v>
                </c:pt>
                <c:pt idx="2372">
                  <c:v>9.0489287249985815E-3</c:v>
                </c:pt>
                <c:pt idx="2373">
                  <c:v>9.0383318908062466E-3</c:v>
                </c:pt>
                <c:pt idx="2374">
                  <c:v>9.0451299301970798E-3</c:v>
                </c:pt>
                <c:pt idx="2375">
                  <c:v>8.6723155277859624E-3</c:v>
                </c:pt>
                <c:pt idx="2376">
                  <c:v>5.8276452615159185E-3</c:v>
                </c:pt>
                <c:pt idx="2377">
                  <c:v>5.8183632260488411E-3</c:v>
                </c:pt>
                <c:pt idx="2378">
                  <c:v>6.2498704703298465E-3</c:v>
                </c:pt>
                <c:pt idx="2379">
                  <c:v>5.9893431786454138E-3</c:v>
                </c:pt>
                <c:pt idx="2380">
                  <c:v>5.6853146356406533E-3</c:v>
                </c:pt>
                <c:pt idx="2381">
                  <c:v>5.8295840557235851E-3</c:v>
                </c:pt>
                <c:pt idx="2382">
                  <c:v>6.4172053768662618E-3</c:v>
                </c:pt>
                <c:pt idx="2383">
                  <c:v>6.4558565583206001E-3</c:v>
                </c:pt>
                <c:pt idx="2384">
                  <c:v>5.5251029732634226E-3</c:v>
                </c:pt>
                <c:pt idx="2385">
                  <c:v>5.5131527105556129E-3</c:v>
                </c:pt>
                <c:pt idx="2386">
                  <c:v>5.5049853456824996E-3</c:v>
                </c:pt>
                <c:pt idx="2387">
                  <c:v>5.5159694627578519E-3</c:v>
                </c:pt>
                <c:pt idx="2388">
                  <c:v>6.4156288828363739E-3</c:v>
                </c:pt>
                <c:pt idx="2389">
                  <c:v>6.4270007363655696E-3</c:v>
                </c:pt>
                <c:pt idx="2390">
                  <c:v>6.3275403336721762E-3</c:v>
                </c:pt>
                <c:pt idx="2391">
                  <c:v>6.3200352589917906E-3</c:v>
                </c:pt>
                <c:pt idx="2392">
                  <c:v>6.4394321979001252E-3</c:v>
                </c:pt>
                <c:pt idx="2393">
                  <c:v>6.5273882476703715E-3</c:v>
                </c:pt>
                <c:pt idx="2394">
                  <c:v>7.4836513020406017E-3</c:v>
                </c:pt>
                <c:pt idx="2395">
                  <c:v>7.4853234396673341E-3</c:v>
                </c:pt>
                <c:pt idx="2396">
                  <c:v>8.8948013387634434E-3</c:v>
                </c:pt>
                <c:pt idx="2397">
                  <c:v>9.1378670194128507E-3</c:v>
                </c:pt>
                <c:pt idx="2398">
                  <c:v>9.2784192686221588E-3</c:v>
                </c:pt>
                <c:pt idx="2399">
                  <c:v>9.0200472633703652E-3</c:v>
                </c:pt>
                <c:pt idx="2400">
                  <c:v>8.9775497990765771E-3</c:v>
                </c:pt>
                <c:pt idx="2401">
                  <c:v>8.9303978761838664E-3</c:v>
                </c:pt>
                <c:pt idx="2402">
                  <c:v>8.887526091328455E-3</c:v>
                </c:pt>
                <c:pt idx="2403">
                  <c:v>8.1073740291246321E-3</c:v>
                </c:pt>
                <c:pt idx="2404">
                  <c:v>8.1123198335288291E-3</c:v>
                </c:pt>
                <c:pt idx="2405">
                  <c:v>8.1326396949617727E-3</c:v>
                </c:pt>
                <c:pt idx="2406">
                  <c:v>8.1976139883326044E-3</c:v>
                </c:pt>
                <c:pt idx="2407">
                  <c:v>8.2397869959558254E-3</c:v>
                </c:pt>
                <c:pt idx="2408">
                  <c:v>8.1932501771384055E-3</c:v>
                </c:pt>
                <c:pt idx="2409">
                  <c:v>7.4381170476697685E-3</c:v>
                </c:pt>
                <c:pt idx="2410">
                  <c:v>7.2658180318608918E-3</c:v>
                </c:pt>
                <c:pt idx="2411">
                  <c:v>7.2651859114300256E-3</c:v>
                </c:pt>
                <c:pt idx="2412">
                  <c:v>7.2334957886247163E-3</c:v>
                </c:pt>
                <c:pt idx="2413">
                  <c:v>7.2163052375068034E-3</c:v>
                </c:pt>
                <c:pt idx="2414">
                  <c:v>7.4182080603423925E-3</c:v>
                </c:pt>
                <c:pt idx="2415">
                  <c:v>6.928190405554183E-3</c:v>
                </c:pt>
                <c:pt idx="2416">
                  <c:v>6.975224147605757E-3</c:v>
                </c:pt>
                <c:pt idx="2417">
                  <c:v>5.7518789897720093E-3</c:v>
                </c:pt>
                <c:pt idx="2418">
                  <c:v>5.9095774124863611E-3</c:v>
                </c:pt>
                <c:pt idx="2419">
                  <c:v>6.1599011685636619E-3</c:v>
                </c:pt>
                <c:pt idx="2420">
                  <c:v>6.4885968133058473E-3</c:v>
                </c:pt>
                <c:pt idx="2421">
                  <c:v>6.821566817225181E-3</c:v>
                </c:pt>
                <c:pt idx="2422">
                  <c:v>6.7905809452691148E-3</c:v>
                </c:pt>
                <c:pt idx="2423">
                  <c:v>6.7866185482562081E-3</c:v>
                </c:pt>
                <c:pt idx="2424">
                  <c:v>6.7884450441887834E-3</c:v>
                </c:pt>
                <c:pt idx="2425">
                  <c:v>7.1697509688227329E-3</c:v>
                </c:pt>
                <c:pt idx="2426">
                  <c:v>7.1648519926760619E-3</c:v>
                </c:pt>
                <c:pt idx="2427">
                  <c:v>7.1165707700053434E-3</c:v>
                </c:pt>
                <c:pt idx="2428">
                  <c:v>7.1307505389996669E-3</c:v>
                </c:pt>
                <c:pt idx="2429">
                  <c:v>7.1594811346843727E-3</c:v>
                </c:pt>
                <c:pt idx="2430">
                  <c:v>9.0838552126909639E-3</c:v>
                </c:pt>
                <c:pt idx="2431">
                  <c:v>9.5206818211432554E-3</c:v>
                </c:pt>
                <c:pt idx="2432">
                  <c:v>9.5253530918908598E-3</c:v>
                </c:pt>
                <c:pt idx="2433">
                  <c:v>9.3495058240917923E-3</c:v>
                </c:pt>
                <c:pt idx="2434">
                  <c:v>9.7743210071862905E-3</c:v>
                </c:pt>
                <c:pt idx="2435">
                  <c:v>9.9659173097103523E-3</c:v>
                </c:pt>
                <c:pt idx="2436">
                  <c:v>9.9747495778015477E-3</c:v>
                </c:pt>
                <c:pt idx="2437">
                  <c:v>9.9528226281674695E-3</c:v>
                </c:pt>
                <c:pt idx="2438">
                  <c:v>9.924848918416853E-3</c:v>
                </c:pt>
                <c:pt idx="2439">
                  <c:v>9.6797549461362393E-3</c:v>
                </c:pt>
                <c:pt idx="2440">
                  <c:v>9.557404355590644E-3</c:v>
                </c:pt>
                <c:pt idx="2441">
                  <c:v>9.3084898676758995E-3</c:v>
                </c:pt>
                <c:pt idx="2442">
                  <c:v>8.9579129038429069E-3</c:v>
                </c:pt>
                <c:pt idx="2443">
                  <c:v>8.9504831636078482E-3</c:v>
                </c:pt>
                <c:pt idx="2444">
                  <c:v>8.993542807450558E-3</c:v>
                </c:pt>
                <c:pt idx="2445">
                  <c:v>8.810674147930693E-3</c:v>
                </c:pt>
                <c:pt idx="2446">
                  <c:v>8.3137711407033129E-3</c:v>
                </c:pt>
                <c:pt idx="2447">
                  <c:v>8.9462801294433233E-3</c:v>
                </c:pt>
                <c:pt idx="2448">
                  <c:v>9.0587084845994495E-3</c:v>
                </c:pt>
                <c:pt idx="2449">
                  <c:v>9.5354681784169584E-3</c:v>
                </c:pt>
                <c:pt idx="2450">
                  <c:v>1.0061404264253032E-2</c:v>
                </c:pt>
                <c:pt idx="2451">
                  <c:v>8.4399701522446073E-3</c:v>
                </c:pt>
                <c:pt idx="2452">
                  <c:v>7.9084581112829327E-3</c:v>
                </c:pt>
                <c:pt idx="2453">
                  <c:v>7.9105591968114501E-3</c:v>
                </c:pt>
                <c:pt idx="2454">
                  <c:v>7.9109860374381863E-3</c:v>
                </c:pt>
                <c:pt idx="2455">
                  <c:v>7.3375240258969415E-3</c:v>
                </c:pt>
                <c:pt idx="2456">
                  <c:v>6.966829477190491E-3</c:v>
                </c:pt>
                <c:pt idx="2457">
                  <c:v>6.9285128405212138E-3</c:v>
                </c:pt>
                <c:pt idx="2458">
                  <c:v>7.9251106976952531E-3</c:v>
                </c:pt>
                <c:pt idx="2459">
                  <c:v>8.1241541132514011E-3</c:v>
                </c:pt>
                <c:pt idx="2460">
                  <c:v>8.3321102718476592E-3</c:v>
                </c:pt>
                <c:pt idx="2461">
                  <c:v>8.4049250847619949E-3</c:v>
                </c:pt>
                <c:pt idx="2462">
                  <c:v>8.4098263291456556E-3</c:v>
                </c:pt>
                <c:pt idx="2463">
                  <c:v>8.4594927660891581E-3</c:v>
                </c:pt>
                <c:pt idx="2464">
                  <c:v>8.4415988407716067E-3</c:v>
                </c:pt>
                <c:pt idx="2465">
                  <c:v>8.7834494584376581E-3</c:v>
                </c:pt>
                <c:pt idx="2466">
                  <c:v>8.3339244688658727E-3</c:v>
                </c:pt>
                <c:pt idx="2467">
                  <c:v>8.4377341112488648E-3</c:v>
                </c:pt>
                <c:pt idx="2468">
                  <c:v>8.2459627789824696E-3</c:v>
                </c:pt>
                <c:pt idx="2469">
                  <c:v>8.2297615743417863E-3</c:v>
                </c:pt>
                <c:pt idx="2470">
                  <c:v>8.0816453801572982E-3</c:v>
                </c:pt>
                <c:pt idx="2471">
                  <c:v>8.1840440957852388E-3</c:v>
                </c:pt>
                <c:pt idx="2472">
                  <c:v>8.2389586633671331E-3</c:v>
                </c:pt>
                <c:pt idx="2473">
                  <c:v>8.2610976785880193E-3</c:v>
                </c:pt>
                <c:pt idx="2474">
                  <c:v>8.2843165008724597E-3</c:v>
                </c:pt>
                <c:pt idx="2475">
                  <c:v>8.4694871773482987E-3</c:v>
                </c:pt>
                <c:pt idx="2476">
                  <c:v>8.6495657361877771E-3</c:v>
                </c:pt>
                <c:pt idx="2477">
                  <c:v>8.9069349109289798E-3</c:v>
                </c:pt>
                <c:pt idx="2478">
                  <c:v>8.8595365037981398E-3</c:v>
                </c:pt>
                <c:pt idx="2479">
                  <c:v>8.0824826526957882E-3</c:v>
                </c:pt>
                <c:pt idx="2480">
                  <c:v>7.8978724653724647E-3</c:v>
                </c:pt>
                <c:pt idx="2481">
                  <c:v>7.1748225843128732E-3</c:v>
                </c:pt>
                <c:pt idx="2482">
                  <c:v>8.2187096869538127E-3</c:v>
                </c:pt>
                <c:pt idx="2483">
                  <c:v>8.2693013527216485E-3</c:v>
                </c:pt>
                <c:pt idx="2484">
                  <c:v>8.1478241971262161E-3</c:v>
                </c:pt>
                <c:pt idx="2485">
                  <c:v>8.1368878203401853E-3</c:v>
                </c:pt>
                <c:pt idx="2486">
                  <c:v>7.6930207956387798E-3</c:v>
                </c:pt>
                <c:pt idx="2487">
                  <c:v>8.247428875343521E-3</c:v>
                </c:pt>
                <c:pt idx="2488">
                  <c:v>8.223665815251701E-3</c:v>
                </c:pt>
                <c:pt idx="2489">
                  <c:v>8.1596772394708916E-3</c:v>
                </c:pt>
                <c:pt idx="2490">
                  <c:v>8.0959104715325678E-3</c:v>
                </c:pt>
                <c:pt idx="2491">
                  <c:v>7.9718881169191357E-3</c:v>
                </c:pt>
                <c:pt idx="2492">
                  <c:v>7.1510740880005993E-3</c:v>
                </c:pt>
                <c:pt idx="2493">
                  <c:v>6.9487979722358609E-3</c:v>
                </c:pt>
                <c:pt idx="2494">
                  <c:v>6.9552949806050129E-3</c:v>
                </c:pt>
                <c:pt idx="2495">
                  <c:v>6.9968552144917184E-3</c:v>
                </c:pt>
                <c:pt idx="2496">
                  <c:v>7.0392969003652541E-3</c:v>
                </c:pt>
                <c:pt idx="2497">
                  <c:v>6.8471390964227998E-3</c:v>
                </c:pt>
                <c:pt idx="2498">
                  <c:v>6.5270840329212298E-3</c:v>
                </c:pt>
                <c:pt idx="2499">
                  <c:v>7.5079795753766202E-3</c:v>
                </c:pt>
                <c:pt idx="2500">
                  <c:v>7.0022856284204203E-3</c:v>
                </c:pt>
                <c:pt idx="2501">
                  <c:v>6.9808599769556959E-3</c:v>
                </c:pt>
                <c:pt idx="2502">
                  <c:v>7.5217629226074466E-3</c:v>
                </c:pt>
                <c:pt idx="2503">
                  <c:v>6.4246371235491219E-3</c:v>
                </c:pt>
                <c:pt idx="2504">
                  <c:v>6.4394301026707654E-3</c:v>
                </c:pt>
                <c:pt idx="2505">
                  <c:v>6.4400648638881491E-3</c:v>
                </c:pt>
                <c:pt idx="2506">
                  <c:v>6.458977496142145E-3</c:v>
                </c:pt>
                <c:pt idx="2507">
                  <c:v>6.3731017389827569E-3</c:v>
                </c:pt>
                <c:pt idx="2508">
                  <c:v>5.847424678530202E-3</c:v>
                </c:pt>
                <c:pt idx="2509">
                  <c:v>6.0000132673283654E-3</c:v>
                </c:pt>
                <c:pt idx="2510">
                  <c:v>6.9993598806992359E-3</c:v>
                </c:pt>
                <c:pt idx="2511">
                  <c:v>7.0014425236803492E-3</c:v>
                </c:pt>
                <c:pt idx="2512">
                  <c:v>7.4907490145059898E-3</c:v>
                </c:pt>
                <c:pt idx="2513">
                  <c:v>7.644827499086306E-3</c:v>
                </c:pt>
                <c:pt idx="2514">
                  <c:v>8.1783825914531674E-3</c:v>
                </c:pt>
                <c:pt idx="2515">
                  <c:v>8.1309802754971922E-3</c:v>
                </c:pt>
                <c:pt idx="2516">
                  <c:v>8.3304705808222058E-3</c:v>
                </c:pt>
                <c:pt idx="2517">
                  <c:v>7.8248976151817952E-3</c:v>
                </c:pt>
              </c:numCache>
            </c:numRef>
          </c:val>
          <c:smooth val="0"/>
          <c:extLst>
            <c:ext xmlns:c16="http://schemas.microsoft.com/office/drawing/2014/chart" uri="{C3380CC4-5D6E-409C-BE32-E72D297353CC}">
              <c16:uniqueId val="{00000003-598F-9041-96C9-0D759121EF1A}"/>
            </c:ext>
          </c:extLst>
        </c:ser>
        <c:dLbls>
          <c:showLegendKey val="0"/>
          <c:showVal val="0"/>
          <c:showCatName val="0"/>
          <c:showSerName val="0"/>
          <c:showPercent val="0"/>
          <c:showBubbleSize val="0"/>
        </c:dLbls>
        <c:smooth val="0"/>
        <c:axId val="2110082896"/>
        <c:axId val="2005149904"/>
      </c:lineChart>
      <c:dateAx>
        <c:axId val="2110082896"/>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005149904"/>
        <c:crosses val="autoZero"/>
        <c:auto val="1"/>
        <c:lblOffset val="100"/>
        <c:baseTimeUnit val="days"/>
      </c:dateAx>
      <c:valAx>
        <c:axId val="2005149904"/>
        <c:scaling>
          <c:orientation val="minMax"/>
          <c:max val="7.0000000000000007E-2"/>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110082896"/>
        <c:crosses val="autoZero"/>
        <c:crossBetween val="between"/>
      </c:valAx>
      <c:spPr>
        <a:noFill/>
        <a:ln>
          <a:noFill/>
        </a:ln>
        <a:effectLst/>
      </c:spPr>
    </c:plotArea>
    <c:legend>
      <c:legendPos val="t"/>
      <c:legendEntry>
        <c:idx val="2"/>
        <c:txPr>
          <a:bodyPr rot="0" spcFirstLastPara="1" vertOverflow="ellipsis" vert="horz" wrap="square" anchor="ctr" anchorCtr="1"/>
          <a:lstStyle/>
          <a:p>
            <a:pPr>
              <a:defRPr sz="9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w="12700">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'Volatility Analysis'!$CH$5:$CH$26</c:f>
              <c:strCache>
                <c:ptCount val="22"/>
                <c:pt idx="0">
                  <c:v>NIFTY IT</c:v>
                </c:pt>
              </c:strCache>
            </c:strRef>
          </c:tx>
          <c:spPr>
            <a:ln w="12700" cap="rnd">
              <a:solidFill>
                <a:schemeClr val="dk1">
                  <a:tint val="88500"/>
                </a:schemeClr>
              </a:solidFill>
              <a:round/>
            </a:ln>
            <a:effectLst>
              <a:outerShdw blurRad="50800" dist="38100" dir="2700000" algn="tl" rotWithShape="0">
                <a:prstClr val="black">
                  <a:alpha val="40000"/>
                </a:prstClr>
              </a:outerShdw>
            </a:effectLst>
          </c:spPr>
          <c:marker>
            <c:symbol val="none"/>
          </c:marker>
          <c:cat>
            <c:numRef>
              <c:f>'Volatility Analysis'!$CG$27:$CG$2544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'Volatility Analysis'!$CH$27:$CH$2544</c:f>
              <c:numCache>
                <c:formatCode>0.00%</c:formatCode>
                <c:ptCount val="2518"/>
                <c:pt idx="0">
                  <c:v>1.239469132152661E-2</c:v>
                </c:pt>
                <c:pt idx="1">
                  <c:v>1.2187151956114755E-2</c:v>
                </c:pt>
                <c:pt idx="2">
                  <c:v>1.1931212023484173E-2</c:v>
                </c:pt>
                <c:pt idx="3">
                  <c:v>1.1589027826443603E-2</c:v>
                </c:pt>
                <c:pt idx="4">
                  <c:v>1.0081823442999632E-2</c:v>
                </c:pt>
                <c:pt idx="5">
                  <c:v>9.8883069299750843E-3</c:v>
                </c:pt>
                <c:pt idx="6">
                  <c:v>9.9674054350133243E-3</c:v>
                </c:pt>
                <c:pt idx="7">
                  <c:v>7.6832525665942149E-3</c:v>
                </c:pt>
                <c:pt idx="8">
                  <c:v>7.418568718721351E-3</c:v>
                </c:pt>
                <c:pt idx="9">
                  <c:v>7.4483723574643012E-3</c:v>
                </c:pt>
                <c:pt idx="10">
                  <c:v>7.3725532040484583E-3</c:v>
                </c:pt>
                <c:pt idx="11">
                  <c:v>7.373408834761605E-3</c:v>
                </c:pt>
                <c:pt idx="12">
                  <c:v>7.5278206050080274E-3</c:v>
                </c:pt>
                <c:pt idx="13">
                  <c:v>7.4599056687604673E-3</c:v>
                </c:pt>
                <c:pt idx="14">
                  <c:v>8.253735345725946E-3</c:v>
                </c:pt>
                <c:pt idx="15">
                  <c:v>8.2297668264761977E-3</c:v>
                </c:pt>
                <c:pt idx="16">
                  <c:v>8.229484670020288E-3</c:v>
                </c:pt>
                <c:pt idx="17">
                  <c:v>8.2478215911521487E-3</c:v>
                </c:pt>
                <c:pt idx="18">
                  <c:v>7.9943844838664992E-3</c:v>
                </c:pt>
                <c:pt idx="19">
                  <c:v>7.9141788247649499E-3</c:v>
                </c:pt>
                <c:pt idx="20">
                  <c:v>7.9891499531822216E-3</c:v>
                </c:pt>
                <c:pt idx="21">
                  <c:v>7.9841332417657368E-3</c:v>
                </c:pt>
                <c:pt idx="22">
                  <c:v>8.2728068301321095E-3</c:v>
                </c:pt>
                <c:pt idx="23">
                  <c:v>8.7626193344301304E-3</c:v>
                </c:pt>
                <c:pt idx="24">
                  <c:v>8.8745540744194183E-3</c:v>
                </c:pt>
                <c:pt idx="25">
                  <c:v>9.3097010851777382E-3</c:v>
                </c:pt>
                <c:pt idx="26">
                  <c:v>9.1644040653940245E-3</c:v>
                </c:pt>
                <c:pt idx="27">
                  <c:v>9.2147037256519564E-3</c:v>
                </c:pt>
                <c:pt idx="28">
                  <c:v>9.1175874502265417E-3</c:v>
                </c:pt>
                <c:pt idx="29">
                  <c:v>9.2749146694967918E-3</c:v>
                </c:pt>
                <c:pt idx="30">
                  <c:v>9.1828733157500557E-3</c:v>
                </c:pt>
                <c:pt idx="31">
                  <c:v>9.0494752236744188E-3</c:v>
                </c:pt>
                <c:pt idx="32">
                  <c:v>9.2154835392125409E-3</c:v>
                </c:pt>
                <c:pt idx="33">
                  <c:v>8.769288266732695E-3</c:v>
                </c:pt>
                <c:pt idx="34">
                  <c:v>8.7686028723956474E-3</c:v>
                </c:pt>
                <c:pt idx="35">
                  <c:v>8.6427432286887169E-3</c:v>
                </c:pt>
                <c:pt idx="36">
                  <c:v>8.6776695910933174E-3</c:v>
                </c:pt>
                <c:pt idx="37">
                  <c:v>8.7028186166734096E-3</c:v>
                </c:pt>
                <c:pt idx="38">
                  <c:v>1.0142376029512264E-2</c:v>
                </c:pt>
                <c:pt idx="39">
                  <c:v>9.967875597099423E-3</c:v>
                </c:pt>
                <c:pt idx="40">
                  <c:v>1.0152198555134511E-2</c:v>
                </c:pt>
                <c:pt idx="41">
                  <c:v>9.8886320589131865E-3</c:v>
                </c:pt>
                <c:pt idx="42">
                  <c:v>1.0046244205245726E-2</c:v>
                </c:pt>
                <c:pt idx="43">
                  <c:v>9.2383156791624732E-3</c:v>
                </c:pt>
                <c:pt idx="44">
                  <c:v>9.1794172346310408E-3</c:v>
                </c:pt>
                <c:pt idx="45">
                  <c:v>1.0291393240951952E-2</c:v>
                </c:pt>
                <c:pt idx="46">
                  <c:v>9.5690641615979091E-3</c:v>
                </c:pt>
                <c:pt idx="47">
                  <c:v>9.5742503107237829E-3</c:v>
                </c:pt>
                <c:pt idx="48">
                  <c:v>9.5613898580139463E-3</c:v>
                </c:pt>
                <c:pt idx="49">
                  <c:v>9.9637759704388762E-3</c:v>
                </c:pt>
                <c:pt idx="50">
                  <c:v>9.9220586571639909E-3</c:v>
                </c:pt>
                <c:pt idx="51">
                  <c:v>1.0595118777504429E-2</c:v>
                </c:pt>
                <c:pt idx="52">
                  <c:v>1.1304166815460542E-2</c:v>
                </c:pt>
                <c:pt idx="53">
                  <c:v>1.1249417513788426E-2</c:v>
                </c:pt>
                <c:pt idx="54">
                  <c:v>1.1248663129897984E-2</c:v>
                </c:pt>
                <c:pt idx="55">
                  <c:v>1.0999916701121331E-2</c:v>
                </c:pt>
                <c:pt idx="56">
                  <c:v>1.2161361815696214E-2</c:v>
                </c:pt>
                <c:pt idx="57">
                  <c:v>1.216339323431905E-2</c:v>
                </c:pt>
                <c:pt idx="58">
                  <c:v>1.2022177438378771E-2</c:v>
                </c:pt>
                <c:pt idx="59">
                  <c:v>1.1059652943076441E-2</c:v>
                </c:pt>
                <c:pt idx="60">
                  <c:v>1.091973903819485E-2</c:v>
                </c:pt>
                <c:pt idx="61">
                  <c:v>1.1422715270392167E-2</c:v>
                </c:pt>
                <c:pt idx="62">
                  <c:v>1.1419088481237441E-2</c:v>
                </c:pt>
                <c:pt idx="63">
                  <c:v>1.192182297632912E-2</c:v>
                </c:pt>
                <c:pt idx="64">
                  <c:v>1.2763331529003975E-2</c:v>
                </c:pt>
                <c:pt idx="65">
                  <c:v>1.2818781342553683E-2</c:v>
                </c:pt>
                <c:pt idx="66">
                  <c:v>1.2421671910261139E-2</c:v>
                </c:pt>
                <c:pt idx="67">
                  <c:v>1.2642585179829866E-2</c:v>
                </c:pt>
                <c:pt idx="68">
                  <c:v>1.2744305372117789E-2</c:v>
                </c:pt>
                <c:pt idx="69">
                  <c:v>1.2630762900576856E-2</c:v>
                </c:pt>
                <c:pt idx="70">
                  <c:v>1.2690943960163747E-2</c:v>
                </c:pt>
                <c:pt idx="71">
                  <c:v>1.2990274761115765E-2</c:v>
                </c:pt>
                <c:pt idx="72">
                  <c:v>1.2516277968695779E-2</c:v>
                </c:pt>
                <c:pt idx="73">
                  <c:v>1.2418755560641703E-2</c:v>
                </c:pt>
                <c:pt idx="74">
                  <c:v>1.2447741450816738E-2</c:v>
                </c:pt>
                <c:pt idx="75">
                  <c:v>1.2518920501739824E-2</c:v>
                </c:pt>
                <c:pt idx="76">
                  <c:v>1.2673319637695121E-2</c:v>
                </c:pt>
                <c:pt idx="77">
                  <c:v>1.0911330002510558E-2</c:v>
                </c:pt>
                <c:pt idx="78">
                  <c:v>1.1753617002663428E-2</c:v>
                </c:pt>
                <c:pt idx="79">
                  <c:v>1.1761383733015874E-2</c:v>
                </c:pt>
                <c:pt idx="80">
                  <c:v>1.1922512445360888E-2</c:v>
                </c:pt>
                <c:pt idx="81">
                  <c:v>1.1773266503304555E-2</c:v>
                </c:pt>
                <c:pt idx="82">
                  <c:v>1.1851539376956901E-2</c:v>
                </c:pt>
                <c:pt idx="83">
                  <c:v>1.1836480092651537E-2</c:v>
                </c:pt>
                <c:pt idx="84">
                  <c:v>1.0753482320681547E-2</c:v>
                </c:pt>
                <c:pt idx="85">
                  <c:v>1.0346206242027188E-2</c:v>
                </c:pt>
                <c:pt idx="86">
                  <c:v>1.0383635919935729E-2</c:v>
                </c:pt>
                <c:pt idx="87">
                  <c:v>1.0084485980663018E-2</c:v>
                </c:pt>
                <c:pt idx="88">
                  <c:v>1.0535561226716025E-2</c:v>
                </c:pt>
                <c:pt idx="89">
                  <c:v>1.1098238779002095E-2</c:v>
                </c:pt>
                <c:pt idx="90">
                  <c:v>1.1550692375559267E-2</c:v>
                </c:pt>
                <c:pt idx="91">
                  <c:v>1.147511770938478E-2</c:v>
                </c:pt>
                <c:pt idx="92">
                  <c:v>1.1268460614993115E-2</c:v>
                </c:pt>
                <c:pt idx="93">
                  <c:v>1.1107412875661374E-2</c:v>
                </c:pt>
                <c:pt idx="94">
                  <c:v>1.0429046329678579E-2</c:v>
                </c:pt>
                <c:pt idx="95">
                  <c:v>1.0394070880717489E-2</c:v>
                </c:pt>
                <c:pt idx="96">
                  <c:v>1.0873299635053929E-2</c:v>
                </c:pt>
                <c:pt idx="97">
                  <c:v>1.0833390612951676E-2</c:v>
                </c:pt>
                <c:pt idx="98">
                  <c:v>1.0828531858799669E-2</c:v>
                </c:pt>
                <c:pt idx="99">
                  <c:v>1.041804279842521E-2</c:v>
                </c:pt>
                <c:pt idx="100">
                  <c:v>1.0739935390915747E-2</c:v>
                </c:pt>
                <c:pt idx="101">
                  <c:v>1.1247052082820225E-2</c:v>
                </c:pt>
                <c:pt idx="102">
                  <c:v>1.1335489504289122E-2</c:v>
                </c:pt>
                <c:pt idx="103">
                  <c:v>1.1544215463469039E-2</c:v>
                </c:pt>
                <c:pt idx="104">
                  <c:v>1.1544310944454537E-2</c:v>
                </c:pt>
                <c:pt idx="105">
                  <c:v>1.153936033041235E-2</c:v>
                </c:pt>
                <c:pt idx="106">
                  <c:v>1.1430861888860184E-2</c:v>
                </c:pt>
                <c:pt idx="107">
                  <c:v>1.145637549454971E-2</c:v>
                </c:pt>
                <c:pt idx="108">
                  <c:v>1.1555389164733218E-2</c:v>
                </c:pt>
                <c:pt idx="109">
                  <c:v>1.0774975670063794E-2</c:v>
                </c:pt>
                <c:pt idx="110">
                  <c:v>1.0363429292592026E-2</c:v>
                </c:pt>
                <c:pt idx="111">
                  <c:v>1.0746965000181338E-2</c:v>
                </c:pt>
                <c:pt idx="112">
                  <c:v>1.0748220780735526E-2</c:v>
                </c:pt>
                <c:pt idx="113">
                  <c:v>1.094957638820347E-2</c:v>
                </c:pt>
                <c:pt idx="114">
                  <c:v>1.0968482248399712E-2</c:v>
                </c:pt>
                <c:pt idx="115">
                  <c:v>1.098269089894888E-2</c:v>
                </c:pt>
                <c:pt idx="116">
                  <c:v>1.0971018168736222E-2</c:v>
                </c:pt>
                <c:pt idx="117">
                  <c:v>1.284764335356167E-2</c:v>
                </c:pt>
                <c:pt idx="118">
                  <c:v>1.2700957808592298E-2</c:v>
                </c:pt>
                <c:pt idx="119">
                  <c:v>1.2840240597256598E-2</c:v>
                </c:pt>
                <c:pt idx="120">
                  <c:v>1.2640657209835008E-2</c:v>
                </c:pt>
                <c:pt idx="121">
                  <c:v>1.2484972763624225E-2</c:v>
                </c:pt>
                <c:pt idx="122">
                  <c:v>1.1668121437797203E-2</c:v>
                </c:pt>
                <c:pt idx="123">
                  <c:v>1.1826135335981329E-2</c:v>
                </c:pt>
                <c:pt idx="124">
                  <c:v>1.1506513161235759E-2</c:v>
                </c:pt>
                <c:pt idx="125">
                  <c:v>1.2036922014896147E-2</c:v>
                </c:pt>
                <c:pt idx="126">
                  <c:v>1.2356893890654592E-2</c:v>
                </c:pt>
                <c:pt idx="127">
                  <c:v>1.2418008187484852E-2</c:v>
                </c:pt>
                <c:pt idx="128">
                  <c:v>1.283229276228509E-2</c:v>
                </c:pt>
                <c:pt idx="129">
                  <c:v>1.2496331536248122E-2</c:v>
                </c:pt>
                <c:pt idx="130">
                  <c:v>1.1673321181406704E-2</c:v>
                </c:pt>
                <c:pt idx="131">
                  <c:v>1.1653186561404794E-2</c:v>
                </c:pt>
                <c:pt idx="132">
                  <c:v>1.1301819409148324E-2</c:v>
                </c:pt>
                <c:pt idx="133">
                  <c:v>1.2297841217576331E-2</c:v>
                </c:pt>
                <c:pt idx="134">
                  <c:v>1.2355414693322924E-2</c:v>
                </c:pt>
                <c:pt idx="135">
                  <c:v>1.2391445221807639E-2</c:v>
                </c:pt>
                <c:pt idx="136">
                  <c:v>1.2469935962247908E-2</c:v>
                </c:pt>
                <c:pt idx="137">
                  <c:v>1.2633219082211997E-2</c:v>
                </c:pt>
                <c:pt idx="138">
                  <c:v>1.0544295729867474E-2</c:v>
                </c:pt>
                <c:pt idx="139">
                  <c:v>1.1760056944801221E-2</c:v>
                </c:pt>
                <c:pt idx="140">
                  <c:v>1.1596591290331292E-2</c:v>
                </c:pt>
                <c:pt idx="141">
                  <c:v>1.5820111130877234E-2</c:v>
                </c:pt>
                <c:pt idx="142">
                  <c:v>1.5768845226034091E-2</c:v>
                </c:pt>
                <c:pt idx="143">
                  <c:v>1.5836113659351975E-2</c:v>
                </c:pt>
                <c:pt idx="144">
                  <c:v>1.5657719741904753E-2</c:v>
                </c:pt>
                <c:pt idx="145">
                  <c:v>1.6005978887142336E-2</c:v>
                </c:pt>
                <c:pt idx="146">
                  <c:v>1.5551056178760092E-2</c:v>
                </c:pt>
                <c:pt idx="147">
                  <c:v>1.5555329746202232E-2</c:v>
                </c:pt>
                <c:pt idx="148">
                  <c:v>1.5697182416407468E-2</c:v>
                </c:pt>
                <c:pt idx="149">
                  <c:v>1.5268753559186131E-2</c:v>
                </c:pt>
                <c:pt idx="150">
                  <c:v>1.6043085128505375E-2</c:v>
                </c:pt>
                <c:pt idx="151">
                  <c:v>1.6128955668734901E-2</c:v>
                </c:pt>
                <c:pt idx="152">
                  <c:v>1.6206526616857609E-2</c:v>
                </c:pt>
                <c:pt idx="153">
                  <c:v>1.6142455095286789E-2</c:v>
                </c:pt>
                <c:pt idx="154">
                  <c:v>1.5091940547575655E-2</c:v>
                </c:pt>
                <c:pt idx="155">
                  <c:v>1.5131467375424841E-2</c:v>
                </c:pt>
                <c:pt idx="156">
                  <c:v>1.5130753478433958E-2</c:v>
                </c:pt>
                <c:pt idx="157">
                  <c:v>1.5142146881864212E-2</c:v>
                </c:pt>
                <c:pt idx="158">
                  <c:v>1.487108950505755E-2</c:v>
                </c:pt>
                <c:pt idx="159">
                  <c:v>1.4979355099010661E-2</c:v>
                </c:pt>
                <c:pt idx="160">
                  <c:v>1.4293007106949874E-2</c:v>
                </c:pt>
                <c:pt idx="161">
                  <c:v>1.4249534938582465E-2</c:v>
                </c:pt>
                <c:pt idx="162">
                  <c:v>9.407188441286872E-3</c:v>
                </c:pt>
                <c:pt idx="163">
                  <c:v>1.0290381183728915E-2</c:v>
                </c:pt>
                <c:pt idx="164">
                  <c:v>1.0361469877718346E-2</c:v>
                </c:pt>
                <c:pt idx="165">
                  <c:v>1.0212196080867758E-2</c:v>
                </c:pt>
                <c:pt idx="166">
                  <c:v>1.003672610968487E-2</c:v>
                </c:pt>
                <c:pt idx="167">
                  <c:v>1.0591552588483072E-2</c:v>
                </c:pt>
                <c:pt idx="168">
                  <c:v>1.0424433181263215E-2</c:v>
                </c:pt>
                <c:pt idx="169">
                  <c:v>1.0501391694461829E-2</c:v>
                </c:pt>
                <c:pt idx="170">
                  <c:v>1.1187222436767206E-2</c:v>
                </c:pt>
                <c:pt idx="171">
                  <c:v>9.964440352660326E-3</c:v>
                </c:pt>
                <c:pt idx="172">
                  <c:v>9.9792987594485138E-3</c:v>
                </c:pt>
                <c:pt idx="173">
                  <c:v>1.0588540384443871E-2</c:v>
                </c:pt>
                <c:pt idx="174">
                  <c:v>1.0606221311362221E-2</c:v>
                </c:pt>
                <c:pt idx="175">
                  <c:v>1.084912607356575E-2</c:v>
                </c:pt>
                <c:pt idx="176">
                  <c:v>1.0832635036219333E-2</c:v>
                </c:pt>
                <c:pt idx="177">
                  <c:v>1.0675956971942209E-2</c:v>
                </c:pt>
                <c:pt idx="178">
                  <c:v>1.084971656205261E-2</c:v>
                </c:pt>
                <c:pt idx="179">
                  <c:v>1.0934809464254765E-2</c:v>
                </c:pt>
                <c:pt idx="180">
                  <c:v>1.0675185117085142E-2</c:v>
                </c:pt>
                <c:pt idx="181">
                  <c:v>1.0676708599646915E-2</c:v>
                </c:pt>
                <c:pt idx="182">
                  <c:v>1.0690968953297821E-2</c:v>
                </c:pt>
                <c:pt idx="183">
                  <c:v>1.0692874654911389E-2</c:v>
                </c:pt>
                <c:pt idx="184">
                  <c:v>9.4635280434602568E-3</c:v>
                </c:pt>
                <c:pt idx="185">
                  <c:v>9.4115579927757046E-3</c:v>
                </c:pt>
                <c:pt idx="186">
                  <c:v>9.4255018619909987E-3</c:v>
                </c:pt>
                <c:pt idx="187">
                  <c:v>8.8652039669388991E-3</c:v>
                </c:pt>
                <c:pt idx="188">
                  <c:v>8.6087829042323268E-3</c:v>
                </c:pt>
                <c:pt idx="189">
                  <c:v>8.1858479104144448E-3</c:v>
                </c:pt>
                <c:pt idx="190">
                  <c:v>8.3198630463022262E-3</c:v>
                </c:pt>
                <c:pt idx="191">
                  <c:v>7.6978194536388754E-3</c:v>
                </c:pt>
                <c:pt idx="192">
                  <c:v>7.7942540399997401E-3</c:v>
                </c:pt>
                <c:pt idx="193">
                  <c:v>7.9862427192909681E-3</c:v>
                </c:pt>
                <c:pt idx="194">
                  <c:v>7.4599476677261684E-3</c:v>
                </c:pt>
                <c:pt idx="195">
                  <c:v>7.4956147347804121E-3</c:v>
                </c:pt>
                <c:pt idx="196">
                  <c:v>7.1647737415855128E-3</c:v>
                </c:pt>
                <c:pt idx="197">
                  <c:v>7.2248178201269686E-3</c:v>
                </c:pt>
                <c:pt idx="198">
                  <c:v>8.0824574403410288E-3</c:v>
                </c:pt>
                <c:pt idx="199">
                  <c:v>8.9497809559333109E-3</c:v>
                </c:pt>
                <c:pt idx="200">
                  <c:v>8.9093963107322784E-3</c:v>
                </c:pt>
                <c:pt idx="201">
                  <c:v>8.8872385074661477E-3</c:v>
                </c:pt>
                <c:pt idx="202">
                  <c:v>8.9155945462157243E-3</c:v>
                </c:pt>
                <c:pt idx="203">
                  <c:v>8.8671182566729921E-3</c:v>
                </c:pt>
                <c:pt idx="204">
                  <c:v>9.0875234904398052E-3</c:v>
                </c:pt>
                <c:pt idx="205">
                  <c:v>9.1906611600821083E-3</c:v>
                </c:pt>
                <c:pt idx="206">
                  <c:v>9.1656821739388196E-3</c:v>
                </c:pt>
                <c:pt idx="207">
                  <c:v>9.3038959650488442E-3</c:v>
                </c:pt>
                <c:pt idx="208">
                  <c:v>9.2316266994219697E-3</c:v>
                </c:pt>
                <c:pt idx="209">
                  <c:v>9.2016661874363189E-3</c:v>
                </c:pt>
                <c:pt idx="210">
                  <c:v>9.2459922518326708E-3</c:v>
                </c:pt>
                <c:pt idx="211">
                  <c:v>8.9818414758662587E-3</c:v>
                </c:pt>
                <c:pt idx="212">
                  <c:v>8.8089887705026185E-3</c:v>
                </c:pt>
                <c:pt idx="213">
                  <c:v>9.2484211074563231E-3</c:v>
                </c:pt>
                <c:pt idx="214">
                  <c:v>8.5036005539737055E-3</c:v>
                </c:pt>
                <c:pt idx="215">
                  <c:v>8.5978058846175303E-3</c:v>
                </c:pt>
                <c:pt idx="216">
                  <c:v>8.3573009321394436E-3</c:v>
                </c:pt>
                <c:pt idx="217">
                  <c:v>8.2802890400465855E-3</c:v>
                </c:pt>
                <c:pt idx="218">
                  <c:v>8.616042257238778E-3</c:v>
                </c:pt>
                <c:pt idx="219">
                  <c:v>8.1682788435097336E-3</c:v>
                </c:pt>
                <c:pt idx="220">
                  <c:v>7.4499118611167864E-3</c:v>
                </c:pt>
                <c:pt idx="221">
                  <c:v>7.736305191939569E-3</c:v>
                </c:pt>
                <c:pt idx="222">
                  <c:v>7.9877416684727108E-3</c:v>
                </c:pt>
                <c:pt idx="223">
                  <c:v>7.8728081124940421E-3</c:v>
                </c:pt>
                <c:pt idx="224">
                  <c:v>8.0122506745017238E-3</c:v>
                </c:pt>
                <c:pt idx="225">
                  <c:v>7.9002751823795663E-3</c:v>
                </c:pt>
                <c:pt idx="226">
                  <c:v>8.1942033059843461E-3</c:v>
                </c:pt>
                <c:pt idx="227">
                  <c:v>8.3597431685172325E-3</c:v>
                </c:pt>
                <c:pt idx="228">
                  <c:v>8.1216885669168851E-3</c:v>
                </c:pt>
                <c:pt idx="229">
                  <c:v>8.5198609596724064E-3</c:v>
                </c:pt>
                <c:pt idx="230">
                  <c:v>8.2365295245188722E-3</c:v>
                </c:pt>
                <c:pt idx="231">
                  <c:v>8.2261370393333661E-3</c:v>
                </c:pt>
                <c:pt idx="232">
                  <c:v>8.787111443532768E-3</c:v>
                </c:pt>
                <c:pt idx="233">
                  <c:v>9.1111917806245522E-3</c:v>
                </c:pt>
                <c:pt idx="234">
                  <c:v>9.3220523916576602E-3</c:v>
                </c:pt>
                <c:pt idx="235">
                  <c:v>9.3336855718303205E-3</c:v>
                </c:pt>
                <c:pt idx="236">
                  <c:v>9.3164313970193584E-3</c:v>
                </c:pt>
                <c:pt idx="237">
                  <c:v>9.7806063692427846E-3</c:v>
                </c:pt>
                <c:pt idx="238">
                  <c:v>9.6118225269776272E-3</c:v>
                </c:pt>
                <c:pt idx="239">
                  <c:v>9.190350298209575E-3</c:v>
                </c:pt>
                <c:pt idx="240">
                  <c:v>8.7497584207647944E-3</c:v>
                </c:pt>
                <c:pt idx="241">
                  <c:v>8.4916006908106554E-3</c:v>
                </c:pt>
                <c:pt idx="242">
                  <c:v>8.1901389973472877E-3</c:v>
                </c:pt>
                <c:pt idx="243">
                  <c:v>8.0617693920895898E-3</c:v>
                </c:pt>
                <c:pt idx="244">
                  <c:v>8.0795821681542979E-3</c:v>
                </c:pt>
                <c:pt idx="245">
                  <c:v>7.8518064853799318E-3</c:v>
                </c:pt>
                <c:pt idx="246">
                  <c:v>7.8566128773080411E-3</c:v>
                </c:pt>
                <c:pt idx="247">
                  <c:v>8.8194479609604807E-3</c:v>
                </c:pt>
                <c:pt idx="248">
                  <c:v>8.7259759311679574E-3</c:v>
                </c:pt>
                <c:pt idx="249">
                  <c:v>8.7875474209673163E-3</c:v>
                </c:pt>
                <c:pt idx="250">
                  <c:v>8.6212433878447275E-3</c:v>
                </c:pt>
                <c:pt idx="251">
                  <c:v>8.7464100998888451E-3</c:v>
                </c:pt>
                <c:pt idx="252">
                  <c:v>8.7440144219761585E-3</c:v>
                </c:pt>
                <c:pt idx="253">
                  <c:v>9.3447906028517828E-3</c:v>
                </c:pt>
                <c:pt idx="254">
                  <c:v>1.1844471935985512E-2</c:v>
                </c:pt>
                <c:pt idx="255">
                  <c:v>1.1434518562600221E-2</c:v>
                </c:pt>
                <c:pt idx="256">
                  <c:v>1.2784313355040449E-2</c:v>
                </c:pt>
                <c:pt idx="257">
                  <c:v>1.2716123078401349E-2</c:v>
                </c:pt>
                <c:pt idx="258">
                  <c:v>1.2941098869970805E-2</c:v>
                </c:pt>
                <c:pt idx="259">
                  <c:v>1.2962050050395548E-2</c:v>
                </c:pt>
                <c:pt idx="260">
                  <c:v>1.3162323689418776E-2</c:v>
                </c:pt>
                <c:pt idx="261">
                  <c:v>1.3943005119529355E-2</c:v>
                </c:pt>
                <c:pt idx="262">
                  <c:v>1.4002387584282879E-2</c:v>
                </c:pt>
                <c:pt idx="263">
                  <c:v>1.4013064364461652E-2</c:v>
                </c:pt>
                <c:pt idx="264">
                  <c:v>1.4075851548401358E-2</c:v>
                </c:pt>
                <c:pt idx="265">
                  <c:v>1.4247982679133868E-2</c:v>
                </c:pt>
                <c:pt idx="266">
                  <c:v>1.425685320235986E-2</c:v>
                </c:pt>
                <c:pt idx="267">
                  <c:v>1.4375359174997715E-2</c:v>
                </c:pt>
                <c:pt idx="268">
                  <c:v>1.3683920916235487E-2</c:v>
                </c:pt>
                <c:pt idx="269">
                  <c:v>1.6009052102698994E-2</c:v>
                </c:pt>
                <c:pt idx="270">
                  <c:v>1.7050550459358441E-2</c:v>
                </c:pt>
                <c:pt idx="271">
                  <c:v>1.7245458038815466E-2</c:v>
                </c:pt>
                <c:pt idx="272">
                  <c:v>1.7190869206340619E-2</c:v>
                </c:pt>
                <c:pt idx="273">
                  <c:v>1.7220252020320993E-2</c:v>
                </c:pt>
                <c:pt idx="274">
                  <c:v>1.6667417800034213E-2</c:v>
                </c:pt>
                <c:pt idx="275">
                  <c:v>1.4793568191314631E-2</c:v>
                </c:pt>
                <c:pt idx="276">
                  <c:v>1.4784003454115931E-2</c:v>
                </c:pt>
                <c:pt idx="277">
                  <c:v>1.3289669470638121E-2</c:v>
                </c:pt>
                <c:pt idx="278">
                  <c:v>1.3693391181409097E-2</c:v>
                </c:pt>
                <c:pt idx="279">
                  <c:v>1.3341501060044331E-2</c:v>
                </c:pt>
                <c:pt idx="280">
                  <c:v>1.3347329031157871E-2</c:v>
                </c:pt>
                <c:pt idx="281">
                  <c:v>1.3952695067057968E-2</c:v>
                </c:pt>
                <c:pt idx="282">
                  <c:v>1.3461467667649064E-2</c:v>
                </c:pt>
                <c:pt idx="283">
                  <c:v>1.3431608013308744E-2</c:v>
                </c:pt>
                <c:pt idx="284">
                  <c:v>1.3349829310228165E-2</c:v>
                </c:pt>
                <c:pt idx="285">
                  <c:v>1.3116044469291587E-2</c:v>
                </c:pt>
                <c:pt idx="286">
                  <c:v>1.2773064998933192E-2</c:v>
                </c:pt>
                <c:pt idx="287">
                  <c:v>1.2760308745261741E-2</c:v>
                </c:pt>
                <c:pt idx="288">
                  <c:v>1.275508114898978E-2</c:v>
                </c:pt>
                <c:pt idx="289">
                  <c:v>1.2215543464971251E-2</c:v>
                </c:pt>
                <c:pt idx="290">
                  <c:v>1.0473391149025079E-2</c:v>
                </c:pt>
                <c:pt idx="291">
                  <c:v>9.6597792593351422E-3</c:v>
                </c:pt>
                <c:pt idx="292">
                  <c:v>9.2794453663697339E-3</c:v>
                </c:pt>
                <c:pt idx="293">
                  <c:v>9.4911687606675284E-3</c:v>
                </c:pt>
                <c:pt idx="294">
                  <c:v>9.4229222527165823E-3</c:v>
                </c:pt>
                <c:pt idx="295">
                  <c:v>1.0398132749976164E-2</c:v>
                </c:pt>
                <c:pt idx="296">
                  <c:v>1.0108871925617491E-2</c:v>
                </c:pt>
                <c:pt idx="297">
                  <c:v>1.0113995430005785E-2</c:v>
                </c:pt>
                <c:pt idx="298">
                  <c:v>1.0961714367446911E-2</c:v>
                </c:pt>
                <c:pt idx="299">
                  <c:v>1.0492074827634939E-2</c:v>
                </c:pt>
                <c:pt idx="300">
                  <c:v>1.1381981403343341E-2</c:v>
                </c:pt>
                <c:pt idx="301">
                  <c:v>1.1296265577432333E-2</c:v>
                </c:pt>
                <c:pt idx="302">
                  <c:v>1.0332263368606917E-2</c:v>
                </c:pt>
                <c:pt idx="303">
                  <c:v>1.0480245371017117E-2</c:v>
                </c:pt>
                <c:pt idx="304">
                  <c:v>1.0490550661526489E-2</c:v>
                </c:pt>
                <c:pt idx="305">
                  <c:v>1.1022535355029632E-2</c:v>
                </c:pt>
                <c:pt idx="306">
                  <c:v>1.110873898954407E-2</c:v>
                </c:pt>
                <c:pt idx="307">
                  <c:v>1.1167959124719681E-2</c:v>
                </c:pt>
                <c:pt idx="308">
                  <c:v>1.1393544611832694E-2</c:v>
                </c:pt>
                <c:pt idx="309">
                  <c:v>1.1333902900070468E-2</c:v>
                </c:pt>
                <c:pt idx="310">
                  <c:v>1.1182994296736947E-2</c:v>
                </c:pt>
                <c:pt idx="311">
                  <c:v>1.0467984417208372E-2</c:v>
                </c:pt>
                <c:pt idx="312">
                  <c:v>1.060413965721661E-2</c:v>
                </c:pt>
                <c:pt idx="313">
                  <c:v>1.0631387002413468E-2</c:v>
                </c:pt>
                <c:pt idx="314">
                  <c:v>1.0469582976468408E-2</c:v>
                </c:pt>
                <c:pt idx="315">
                  <c:v>1.073728321027446E-2</c:v>
                </c:pt>
                <c:pt idx="316">
                  <c:v>9.6691699076843392E-3</c:v>
                </c:pt>
                <c:pt idx="317">
                  <c:v>9.7546257418783377E-3</c:v>
                </c:pt>
                <c:pt idx="318">
                  <c:v>9.7348432929959226E-3</c:v>
                </c:pt>
                <c:pt idx="319">
                  <c:v>8.2602338737992869E-3</c:v>
                </c:pt>
                <c:pt idx="320">
                  <c:v>8.2496027416458628E-3</c:v>
                </c:pt>
                <c:pt idx="321">
                  <c:v>7.5336995875056817E-3</c:v>
                </c:pt>
                <c:pt idx="322">
                  <c:v>7.6770305132281245E-3</c:v>
                </c:pt>
                <c:pt idx="323">
                  <c:v>7.6552047679298522E-3</c:v>
                </c:pt>
                <c:pt idx="324">
                  <c:v>9.5971531588267111E-3</c:v>
                </c:pt>
                <c:pt idx="325">
                  <c:v>9.8985013876808272E-3</c:v>
                </c:pt>
                <c:pt idx="326">
                  <c:v>9.4889031416071652E-3</c:v>
                </c:pt>
                <c:pt idx="327">
                  <c:v>9.5350524213803894E-3</c:v>
                </c:pt>
                <c:pt idx="328">
                  <c:v>9.8953177547538018E-3</c:v>
                </c:pt>
                <c:pt idx="329">
                  <c:v>9.0554050370158876E-3</c:v>
                </c:pt>
                <c:pt idx="330">
                  <c:v>9.139193609927607E-3</c:v>
                </c:pt>
                <c:pt idx="331">
                  <c:v>9.1482885471245202E-3</c:v>
                </c:pt>
                <c:pt idx="332">
                  <c:v>9.0423573966083269E-3</c:v>
                </c:pt>
                <c:pt idx="333">
                  <c:v>8.8829824328671651E-3</c:v>
                </c:pt>
                <c:pt idx="334">
                  <c:v>8.8871196738041884E-3</c:v>
                </c:pt>
                <c:pt idx="335">
                  <c:v>9.2221388709428729E-3</c:v>
                </c:pt>
                <c:pt idx="336">
                  <c:v>8.9955279521838141E-3</c:v>
                </c:pt>
                <c:pt idx="337">
                  <c:v>8.9642811593601164E-3</c:v>
                </c:pt>
                <c:pt idx="338">
                  <c:v>8.9226829179113593E-3</c:v>
                </c:pt>
                <c:pt idx="339">
                  <c:v>9.1521056833521776E-3</c:v>
                </c:pt>
                <c:pt idx="340">
                  <c:v>9.1922145685055731E-3</c:v>
                </c:pt>
                <c:pt idx="341">
                  <c:v>9.1993287955234055E-3</c:v>
                </c:pt>
                <c:pt idx="342">
                  <c:v>9.8972716401924989E-3</c:v>
                </c:pt>
                <c:pt idx="343">
                  <c:v>9.6281440755884989E-3</c:v>
                </c:pt>
                <c:pt idx="344">
                  <c:v>9.6034058833412081E-3</c:v>
                </c:pt>
                <c:pt idx="345">
                  <c:v>7.8552503033862617E-3</c:v>
                </c:pt>
                <c:pt idx="346">
                  <c:v>9.3546946480111363E-3</c:v>
                </c:pt>
                <c:pt idx="347">
                  <c:v>9.8582267924427376E-3</c:v>
                </c:pt>
                <c:pt idx="348">
                  <c:v>9.6090049407366977E-3</c:v>
                </c:pt>
                <c:pt idx="349">
                  <c:v>1.0115641886486625E-2</c:v>
                </c:pt>
                <c:pt idx="350">
                  <c:v>9.9859588383592723E-3</c:v>
                </c:pt>
                <c:pt idx="351">
                  <c:v>9.9793037858167972E-3</c:v>
                </c:pt>
                <c:pt idx="352">
                  <c:v>1.017737913246093E-2</c:v>
                </c:pt>
                <c:pt idx="353">
                  <c:v>1.0142899368718386E-2</c:v>
                </c:pt>
                <c:pt idx="354">
                  <c:v>1.0762119925621717E-2</c:v>
                </c:pt>
                <c:pt idx="355">
                  <c:v>1.0771908662781108E-2</c:v>
                </c:pt>
                <c:pt idx="356">
                  <c:v>1.0751803535964072E-2</c:v>
                </c:pt>
                <c:pt idx="357">
                  <c:v>1.0745646374792549E-2</c:v>
                </c:pt>
                <c:pt idx="358">
                  <c:v>1.0836725554543037E-2</c:v>
                </c:pt>
                <c:pt idx="359">
                  <c:v>1.0846321992506743E-2</c:v>
                </c:pt>
                <c:pt idx="360">
                  <c:v>1.3600582418754548E-2</c:v>
                </c:pt>
                <c:pt idx="361">
                  <c:v>1.3627333782050879E-2</c:v>
                </c:pt>
                <c:pt idx="362">
                  <c:v>1.3601660220064664E-2</c:v>
                </c:pt>
                <c:pt idx="363">
                  <c:v>1.2715009678500352E-2</c:v>
                </c:pt>
                <c:pt idx="364">
                  <c:v>1.2738271666505225E-2</c:v>
                </c:pt>
                <c:pt idx="365">
                  <c:v>1.2722319531026765E-2</c:v>
                </c:pt>
                <c:pt idx="366">
                  <c:v>1.3062999361995724E-2</c:v>
                </c:pt>
                <c:pt idx="367">
                  <c:v>1.2042663015633615E-2</c:v>
                </c:pt>
                <c:pt idx="368">
                  <c:v>1.1521074517583423E-2</c:v>
                </c:pt>
                <c:pt idx="369">
                  <c:v>1.1245984900482581E-2</c:v>
                </c:pt>
                <c:pt idx="370">
                  <c:v>1.0669162177313611E-2</c:v>
                </c:pt>
                <c:pt idx="371">
                  <c:v>1.1572976982078565E-2</c:v>
                </c:pt>
                <c:pt idx="372">
                  <c:v>1.1585846425645823E-2</c:v>
                </c:pt>
                <c:pt idx="373">
                  <c:v>1.1461848448898023E-2</c:v>
                </c:pt>
                <c:pt idx="374">
                  <c:v>1.1446949441438982E-2</c:v>
                </c:pt>
                <c:pt idx="375">
                  <c:v>1.0690980632302291E-2</c:v>
                </c:pt>
                <c:pt idx="376">
                  <c:v>1.0735060808199475E-2</c:v>
                </c:pt>
                <c:pt idx="377">
                  <c:v>1.0581056988678393E-2</c:v>
                </c:pt>
                <c:pt idx="378">
                  <c:v>1.059683833715081E-2</c:v>
                </c:pt>
                <c:pt idx="379">
                  <c:v>1.0544386272219996E-2</c:v>
                </c:pt>
                <c:pt idx="380">
                  <c:v>1.0581881436206595E-2</c:v>
                </c:pt>
                <c:pt idx="381">
                  <c:v>6.7148436225385588E-3</c:v>
                </c:pt>
                <c:pt idx="382">
                  <c:v>7.7809437488322135E-3</c:v>
                </c:pt>
                <c:pt idx="383">
                  <c:v>7.7790737287756736E-3</c:v>
                </c:pt>
                <c:pt idx="384">
                  <c:v>7.8644077561866067E-3</c:v>
                </c:pt>
                <c:pt idx="385">
                  <c:v>8.311264548614793E-3</c:v>
                </c:pt>
                <c:pt idx="386">
                  <c:v>9.1128513500432166E-3</c:v>
                </c:pt>
                <c:pt idx="387">
                  <c:v>8.797081246890371E-3</c:v>
                </c:pt>
                <c:pt idx="388">
                  <c:v>9.1050813221360272E-3</c:v>
                </c:pt>
                <c:pt idx="389">
                  <c:v>9.3997948069391608E-3</c:v>
                </c:pt>
                <c:pt idx="390">
                  <c:v>9.6970179597586081E-3</c:v>
                </c:pt>
                <c:pt idx="391">
                  <c:v>1.067247417891911E-2</c:v>
                </c:pt>
                <c:pt idx="392">
                  <c:v>9.3894945878693833E-3</c:v>
                </c:pt>
                <c:pt idx="393">
                  <c:v>9.2902602491403228E-3</c:v>
                </c:pt>
                <c:pt idx="394">
                  <c:v>9.2804516744648229E-3</c:v>
                </c:pt>
                <c:pt idx="395">
                  <c:v>9.3304896850280161E-3</c:v>
                </c:pt>
                <c:pt idx="396">
                  <c:v>9.3301750813951905E-3</c:v>
                </c:pt>
                <c:pt idx="397">
                  <c:v>1.0278300791335146E-2</c:v>
                </c:pt>
                <c:pt idx="398">
                  <c:v>1.0436450048023953E-2</c:v>
                </c:pt>
                <c:pt idx="399">
                  <c:v>1.0757107791064582E-2</c:v>
                </c:pt>
                <c:pt idx="400">
                  <c:v>1.0635751328072866E-2</c:v>
                </c:pt>
                <c:pt idx="401">
                  <c:v>1.0651713695131832E-2</c:v>
                </c:pt>
                <c:pt idx="402">
                  <c:v>1.071562998607333E-2</c:v>
                </c:pt>
                <c:pt idx="403">
                  <c:v>1.0358030786687495E-2</c:v>
                </c:pt>
                <c:pt idx="404">
                  <c:v>1.0365943858649737E-2</c:v>
                </c:pt>
                <c:pt idx="405">
                  <c:v>1.0373517775322237E-2</c:v>
                </c:pt>
                <c:pt idx="406">
                  <c:v>1.0102489720101559E-2</c:v>
                </c:pt>
                <c:pt idx="407">
                  <c:v>9.2997645932054902E-3</c:v>
                </c:pt>
                <c:pt idx="408">
                  <c:v>9.3084596385851603E-3</c:v>
                </c:pt>
                <c:pt idx="409">
                  <c:v>9.2362197565713615E-3</c:v>
                </c:pt>
                <c:pt idx="410">
                  <c:v>8.8267465691784074E-3</c:v>
                </c:pt>
                <c:pt idx="411">
                  <c:v>8.6291501001638498E-3</c:v>
                </c:pt>
                <c:pt idx="412">
                  <c:v>7.5832852963058041E-3</c:v>
                </c:pt>
                <c:pt idx="413">
                  <c:v>7.604319488648612E-3</c:v>
                </c:pt>
                <c:pt idx="414">
                  <c:v>7.8666350463200731E-3</c:v>
                </c:pt>
                <c:pt idx="415">
                  <c:v>7.9495458487625573E-3</c:v>
                </c:pt>
                <c:pt idx="416">
                  <c:v>8.1106520969872996E-3</c:v>
                </c:pt>
                <c:pt idx="417">
                  <c:v>8.1413330057117546E-3</c:v>
                </c:pt>
                <c:pt idx="418">
                  <c:v>6.4405060666360104E-3</c:v>
                </c:pt>
                <c:pt idx="419">
                  <c:v>6.3682565793296694E-3</c:v>
                </c:pt>
                <c:pt idx="420">
                  <c:v>6.0824343502927578E-3</c:v>
                </c:pt>
                <c:pt idx="421">
                  <c:v>6.0765012728209861E-3</c:v>
                </c:pt>
                <c:pt idx="422">
                  <c:v>7.7589199244754393E-3</c:v>
                </c:pt>
                <c:pt idx="423">
                  <c:v>7.4321765887839578E-3</c:v>
                </c:pt>
                <c:pt idx="424">
                  <c:v>7.3385842462218211E-3</c:v>
                </c:pt>
                <c:pt idx="425">
                  <c:v>7.6399444602183687E-3</c:v>
                </c:pt>
                <c:pt idx="426">
                  <c:v>8.238326567290382E-3</c:v>
                </c:pt>
                <c:pt idx="427">
                  <c:v>8.2629905225658998E-3</c:v>
                </c:pt>
                <c:pt idx="428">
                  <c:v>8.5215424859526982E-3</c:v>
                </c:pt>
                <c:pt idx="429">
                  <c:v>8.6988319885071084E-3</c:v>
                </c:pt>
                <c:pt idx="430">
                  <c:v>8.5199505701119733E-3</c:v>
                </c:pt>
                <c:pt idx="431">
                  <c:v>8.575633109110253E-3</c:v>
                </c:pt>
                <c:pt idx="432">
                  <c:v>8.5379660016458043E-3</c:v>
                </c:pt>
                <c:pt idx="433">
                  <c:v>8.7771778977556499E-3</c:v>
                </c:pt>
                <c:pt idx="434">
                  <c:v>8.7827411922447481E-3</c:v>
                </c:pt>
                <c:pt idx="435">
                  <c:v>9.0192595977017769E-3</c:v>
                </c:pt>
                <c:pt idx="436">
                  <c:v>9.0945053868658719E-3</c:v>
                </c:pt>
                <c:pt idx="437">
                  <c:v>9.0170130030268868E-3</c:v>
                </c:pt>
                <c:pt idx="438">
                  <c:v>1.1309557974933947E-2</c:v>
                </c:pt>
                <c:pt idx="439">
                  <c:v>1.1032884494794993E-2</c:v>
                </c:pt>
                <c:pt idx="440">
                  <c:v>1.1857166139956877E-2</c:v>
                </c:pt>
                <c:pt idx="441">
                  <c:v>1.2025372474553674E-2</c:v>
                </c:pt>
                <c:pt idx="442">
                  <c:v>1.2738757823800587E-2</c:v>
                </c:pt>
                <c:pt idx="443">
                  <c:v>1.17672589512359E-2</c:v>
                </c:pt>
                <c:pt idx="444">
                  <c:v>1.165593989810431E-2</c:v>
                </c:pt>
                <c:pt idx="445">
                  <c:v>1.1663252748518607E-2</c:v>
                </c:pt>
                <c:pt idx="446">
                  <c:v>1.144043491386398E-2</c:v>
                </c:pt>
                <c:pt idx="447">
                  <c:v>1.1366978209988922E-2</c:v>
                </c:pt>
                <c:pt idx="448">
                  <c:v>1.1791819082938467E-2</c:v>
                </c:pt>
                <c:pt idx="449">
                  <c:v>1.5970977862155435E-2</c:v>
                </c:pt>
                <c:pt idx="450">
                  <c:v>1.5801418250823242E-2</c:v>
                </c:pt>
                <c:pt idx="451">
                  <c:v>1.583826361090461E-2</c:v>
                </c:pt>
                <c:pt idx="452">
                  <c:v>1.5832494074010522E-2</c:v>
                </c:pt>
                <c:pt idx="453">
                  <c:v>1.5718095953221687E-2</c:v>
                </c:pt>
                <c:pt idx="454">
                  <c:v>1.5745718788193055E-2</c:v>
                </c:pt>
                <c:pt idx="455">
                  <c:v>1.5807899928751201E-2</c:v>
                </c:pt>
                <c:pt idx="456">
                  <c:v>1.5590430144293605E-2</c:v>
                </c:pt>
                <c:pt idx="457">
                  <c:v>1.5591178489312107E-2</c:v>
                </c:pt>
                <c:pt idx="458">
                  <c:v>1.6001138177910327E-2</c:v>
                </c:pt>
                <c:pt idx="459">
                  <c:v>1.4230015924830952E-2</c:v>
                </c:pt>
                <c:pt idx="460">
                  <c:v>1.4256074801723249E-2</c:v>
                </c:pt>
                <c:pt idx="461">
                  <c:v>1.3227528876248158E-2</c:v>
                </c:pt>
                <c:pt idx="462">
                  <c:v>1.3244338079643533E-2</c:v>
                </c:pt>
                <c:pt idx="463">
                  <c:v>1.293366295515282E-2</c:v>
                </c:pt>
                <c:pt idx="464">
                  <c:v>1.2278243110386751E-2</c:v>
                </c:pt>
                <c:pt idx="465">
                  <c:v>1.223754105850742E-2</c:v>
                </c:pt>
                <c:pt idx="466">
                  <c:v>1.2221481754680217E-2</c:v>
                </c:pt>
                <c:pt idx="467">
                  <c:v>1.2558341047902493E-2</c:v>
                </c:pt>
                <c:pt idx="468">
                  <c:v>1.2741577137214036E-2</c:v>
                </c:pt>
                <c:pt idx="469">
                  <c:v>1.2861104372421885E-2</c:v>
                </c:pt>
                <c:pt idx="470">
                  <c:v>7.6229589383490625E-3</c:v>
                </c:pt>
                <c:pt idx="471">
                  <c:v>8.3029943741255476E-3</c:v>
                </c:pt>
                <c:pt idx="472">
                  <c:v>8.2387617466216818E-3</c:v>
                </c:pt>
                <c:pt idx="473">
                  <c:v>8.4341900932158025E-3</c:v>
                </c:pt>
                <c:pt idx="474">
                  <c:v>8.6017290915967586E-3</c:v>
                </c:pt>
                <c:pt idx="475">
                  <c:v>8.0428174579601289E-3</c:v>
                </c:pt>
                <c:pt idx="476">
                  <c:v>7.6780978336679828E-3</c:v>
                </c:pt>
                <c:pt idx="477">
                  <c:v>7.980867681917525E-3</c:v>
                </c:pt>
                <c:pt idx="478">
                  <c:v>8.2045683179327346E-3</c:v>
                </c:pt>
                <c:pt idx="479">
                  <c:v>1.0074956792027495E-2</c:v>
                </c:pt>
                <c:pt idx="480">
                  <c:v>1.0155585949288407E-2</c:v>
                </c:pt>
                <c:pt idx="481">
                  <c:v>1.008342901062434E-2</c:v>
                </c:pt>
                <c:pt idx="482">
                  <c:v>9.8622569894430342E-3</c:v>
                </c:pt>
                <c:pt idx="483">
                  <c:v>1.0436778691113927E-2</c:v>
                </c:pt>
                <c:pt idx="484">
                  <c:v>1.080985232245839E-2</c:v>
                </c:pt>
                <c:pt idx="485">
                  <c:v>1.0976930083315036E-2</c:v>
                </c:pt>
                <c:pt idx="486">
                  <c:v>1.1003327306275701E-2</c:v>
                </c:pt>
                <c:pt idx="487">
                  <c:v>1.0794443096874794E-2</c:v>
                </c:pt>
                <c:pt idx="488">
                  <c:v>1.0606806741566353E-2</c:v>
                </c:pt>
                <c:pt idx="489">
                  <c:v>1.0690885982486261E-2</c:v>
                </c:pt>
                <c:pt idx="490">
                  <c:v>1.0643464314093715E-2</c:v>
                </c:pt>
                <c:pt idx="491">
                  <c:v>1.0586047766179822E-2</c:v>
                </c:pt>
                <c:pt idx="492">
                  <c:v>1.0136693140394285E-2</c:v>
                </c:pt>
                <c:pt idx="493">
                  <c:v>1.0125331593070629E-2</c:v>
                </c:pt>
                <c:pt idx="494">
                  <c:v>9.9057055331443038E-3</c:v>
                </c:pt>
                <c:pt idx="495">
                  <c:v>1.1680868139089013E-2</c:v>
                </c:pt>
                <c:pt idx="496">
                  <c:v>1.1794476373245074E-2</c:v>
                </c:pt>
                <c:pt idx="497">
                  <c:v>1.2643327751251555E-2</c:v>
                </c:pt>
                <c:pt idx="498">
                  <c:v>1.2484636986810464E-2</c:v>
                </c:pt>
                <c:pt idx="499">
                  <c:v>1.2385976201892995E-2</c:v>
                </c:pt>
                <c:pt idx="500">
                  <c:v>1.0851708884348027E-2</c:v>
                </c:pt>
                <c:pt idx="501">
                  <c:v>1.0653512859424241E-2</c:v>
                </c:pt>
                <c:pt idx="502">
                  <c:v>1.1263937676243539E-2</c:v>
                </c:pt>
                <c:pt idx="503">
                  <c:v>1.2229504901425594E-2</c:v>
                </c:pt>
                <c:pt idx="504">
                  <c:v>1.1702997619950421E-2</c:v>
                </c:pt>
                <c:pt idx="505">
                  <c:v>1.1300418088287597E-2</c:v>
                </c:pt>
                <c:pt idx="506">
                  <c:v>1.1149154747988638E-2</c:v>
                </c:pt>
                <c:pt idx="507">
                  <c:v>1.1817441958022933E-2</c:v>
                </c:pt>
                <c:pt idx="508">
                  <c:v>1.2078812642622455E-2</c:v>
                </c:pt>
                <c:pt idx="509">
                  <c:v>1.2354142919991989E-2</c:v>
                </c:pt>
                <c:pt idx="510">
                  <c:v>1.2106311050409073E-2</c:v>
                </c:pt>
                <c:pt idx="511">
                  <c:v>1.2641487781232356E-2</c:v>
                </c:pt>
                <c:pt idx="512">
                  <c:v>1.3040067095912012E-2</c:v>
                </c:pt>
                <c:pt idx="513">
                  <c:v>1.2970469495736152E-2</c:v>
                </c:pt>
                <c:pt idx="514">
                  <c:v>1.3014939839024822E-2</c:v>
                </c:pt>
                <c:pt idx="515">
                  <c:v>1.3016443641880577E-2</c:v>
                </c:pt>
                <c:pt idx="516">
                  <c:v>1.0418733031551082E-2</c:v>
                </c:pt>
                <c:pt idx="517">
                  <c:v>9.9010320053449629E-3</c:v>
                </c:pt>
                <c:pt idx="518">
                  <c:v>9.5520722217867296E-3</c:v>
                </c:pt>
                <c:pt idx="519">
                  <c:v>9.4583050658922363E-3</c:v>
                </c:pt>
                <c:pt idx="520">
                  <c:v>9.6434355242667313E-3</c:v>
                </c:pt>
                <c:pt idx="521">
                  <c:v>9.5931488499633316E-3</c:v>
                </c:pt>
                <c:pt idx="522">
                  <c:v>9.5797249138978215E-3</c:v>
                </c:pt>
                <c:pt idx="523">
                  <c:v>9.3517507813550491E-3</c:v>
                </c:pt>
                <c:pt idx="524">
                  <c:v>9.3379030860261964E-3</c:v>
                </c:pt>
                <c:pt idx="525">
                  <c:v>9.5533208183903682E-3</c:v>
                </c:pt>
                <c:pt idx="526">
                  <c:v>9.6304874101997631E-3</c:v>
                </c:pt>
                <c:pt idx="527">
                  <c:v>9.9734467794842241E-3</c:v>
                </c:pt>
                <c:pt idx="528">
                  <c:v>9.1217925742659092E-3</c:v>
                </c:pt>
                <c:pt idx="529">
                  <c:v>8.822172624662632E-3</c:v>
                </c:pt>
                <c:pt idx="530">
                  <c:v>8.4364915286230281E-3</c:v>
                </c:pt>
                <c:pt idx="531">
                  <c:v>8.631883047499591E-3</c:v>
                </c:pt>
                <c:pt idx="532">
                  <c:v>8.2742442905423853E-3</c:v>
                </c:pt>
                <c:pt idx="533">
                  <c:v>7.4516279172489276E-3</c:v>
                </c:pt>
                <c:pt idx="534">
                  <c:v>7.5467715915947964E-3</c:v>
                </c:pt>
                <c:pt idx="535">
                  <c:v>7.5287247655015412E-3</c:v>
                </c:pt>
                <c:pt idx="536">
                  <c:v>7.4209414291502617E-3</c:v>
                </c:pt>
                <c:pt idx="537">
                  <c:v>7.7496284908870859E-3</c:v>
                </c:pt>
                <c:pt idx="538">
                  <c:v>7.7391159697887454E-3</c:v>
                </c:pt>
                <c:pt idx="539">
                  <c:v>7.7802733150754118E-3</c:v>
                </c:pt>
                <c:pt idx="540">
                  <c:v>7.7954790638785111E-3</c:v>
                </c:pt>
                <c:pt idx="541">
                  <c:v>8.2342736857736656E-3</c:v>
                </c:pt>
                <c:pt idx="542">
                  <c:v>8.402193198552569E-3</c:v>
                </c:pt>
                <c:pt idx="543">
                  <c:v>8.4472847752169299E-3</c:v>
                </c:pt>
                <c:pt idx="544">
                  <c:v>9.2375046999139225E-3</c:v>
                </c:pt>
                <c:pt idx="545">
                  <c:v>8.7630293371453276E-3</c:v>
                </c:pt>
                <c:pt idx="546">
                  <c:v>8.0823015399318684E-3</c:v>
                </c:pt>
                <c:pt idx="547">
                  <c:v>7.6747577386484358E-3</c:v>
                </c:pt>
                <c:pt idx="548">
                  <c:v>8.0574530925326751E-3</c:v>
                </c:pt>
                <c:pt idx="549">
                  <c:v>7.9973998553591157E-3</c:v>
                </c:pt>
                <c:pt idx="550">
                  <c:v>8.1878309515323478E-3</c:v>
                </c:pt>
                <c:pt idx="551">
                  <c:v>8.0383967303240978E-3</c:v>
                </c:pt>
                <c:pt idx="552">
                  <c:v>8.2272512983889365E-3</c:v>
                </c:pt>
                <c:pt idx="553">
                  <c:v>8.2240853244422447E-3</c:v>
                </c:pt>
                <c:pt idx="554">
                  <c:v>8.1494507022367747E-3</c:v>
                </c:pt>
                <c:pt idx="555">
                  <c:v>8.1873542354253155E-3</c:v>
                </c:pt>
                <c:pt idx="556">
                  <c:v>8.8772132868961094E-3</c:v>
                </c:pt>
                <c:pt idx="557">
                  <c:v>8.8773709700748615E-3</c:v>
                </c:pt>
                <c:pt idx="558">
                  <c:v>8.7003818845004018E-3</c:v>
                </c:pt>
                <c:pt idx="559">
                  <c:v>9.1513154070168717E-3</c:v>
                </c:pt>
                <c:pt idx="560">
                  <c:v>9.2900198989107272E-3</c:v>
                </c:pt>
                <c:pt idx="561">
                  <c:v>9.3098608820029218E-3</c:v>
                </c:pt>
                <c:pt idx="562">
                  <c:v>8.874182625346054E-3</c:v>
                </c:pt>
                <c:pt idx="563">
                  <c:v>9.1113240798117289E-3</c:v>
                </c:pt>
                <c:pt idx="564">
                  <c:v>8.9854650500809461E-3</c:v>
                </c:pt>
                <c:pt idx="565">
                  <c:v>7.24292738694449E-3</c:v>
                </c:pt>
                <c:pt idx="566">
                  <c:v>7.0682578585103389E-3</c:v>
                </c:pt>
                <c:pt idx="567">
                  <c:v>7.2290994286331022E-3</c:v>
                </c:pt>
                <c:pt idx="568">
                  <c:v>7.5082701538271013E-3</c:v>
                </c:pt>
                <c:pt idx="569">
                  <c:v>7.3534531970606493E-3</c:v>
                </c:pt>
                <c:pt idx="570">
                  <c:v>7.2661602009496309E-3</c:v>
                </c:pt>
                <c:pt idx="571">
                  <c:v>7.2582968952280107E-3</c:v>
                </c:pt>
                <c:pt idx="572">
                  <c:v>8.4369423117710233E-3</c:v>
                </c:pt>
                <c:pt idx="573">
                  <c:v>7.7209176389960469E-3</c:v>
                </c:pt>
                <c:pt idx="574">
                  <c:v>8.7692790253861667E-3</c:v>
                </c:pt>
                <c:pt idx="575">
                  <c:v>8.4982108241500459E-3</c:v>
                </c:pt>
                <c:pt idx="576">
                  <c:v>8.6729396498595387E-3</c:v>
                </c:pt>
                <c:pt idx="577">
                  <c:v>8.3709340693858998E-3</c:v>
                </c:pt>
                <c:pt idx="578">
                  <c:v>8.3097238206557029E-3</c:v>
                </c:pt>
                <c:pt idx="579">
                  <c:v>8.2647264204428698E-3</c:v>
                </c:pt>
                <c:pt idx="580">
                  <c:v>9.1946681325970631E-3</c:v>
                </c:pt>
                <c:pt idx="581">
                  <c:v>1.0327192960825089E-2</c:v>
                </c:pt>
                <c:pt idx="582">
                  <c:v>1.0788887741297697E-2</c:v>
                </c:pt>
                <c:pt idx="583">
                  <c:v>1.1074690098948891E-2</c:v>
                </c:pt>
                <c:pt idx="584">
                  <c:v>1.0849990474170923E-2</c:v>
                </c:pt>
                <c:pt idx="585">
                  <c:v>1.120605786591187E-2</c:v>
                </c:pt>
                <c:pt idx="586">
                  <c:v>1.0902395597179726E-2</c:v>
                </c:pt>
                <c:pt idx="587">
                  <c:v>1.1039934538671612E-2</c:v>
                </c:pt>
                <c:pt idx="588">
                  <c:v>1.0865971364482002E-2</c:v>
                </c:pt>
                <c:pt idx="589">
                  <c:v>1.0760228822599516E-2</c:v>
                </c:pt>
                <c:pt idx="590">
                  <c:v>1.0919398342295099E-2</c:v>
                </c:pt>
                <c:pt idx="591">
                  <c:v>1.0979479517990371E-2</c:v>
                </c:pt>
                <c:pt idx="592">
                  <c:v>1.0978474421485062E-2</c:v>
                </c:pt>
                <c:pt idx="593">
                  <c:v>9.6096569682985154E-3</c:v>
                </c:pt>
                <c:pt idx="594">
                  <c:v>9.7288196055930996E-3</c:v>
                </c:pt>
                <c:pt idx="595">
                  <c:v>9.4899243876843918E-3</c:v>
                </c:pt>
                <c:pt idx="596">
                  <c:v>9.4009117986249332E-3</c:v>
                </c:pt>
                <c:pt idx="597">
                  <c:v>9.4315843073628208E-3</c:v>
                </c:pt>
                <c:pt idx="598">
                  <c:v>9.4563219751823795E-3</c:v>
                </c:pt>
                <c:pt idx="599">
                  <c:v>9.4341317432654545E-3</c:v>
                </c:pt>
                <c:pt idx="600">
                  <c:v>9.3366946712873222E-3</c:v>
                </c:pt>
                <c:pt idx="601">
                  <c:v>7.3143063091342369E-3</c:v>
                </c:pt>
                <c:pt idx="602">
                  <c:v>6.4386885800754154E-3</c:v>
                </c:pt>
                <c:pt idx="603">
                  <c:v>8.6796289863195052E-3</c:v>
                </c:pt>
                <c:pt idx="604">
                  <c:v>8.553137857969937E-3</c:v>
                </c:pt>
                <c:pt idx="605">
                  <c:v>8.5489692068498394E-3</c:v>
                </c:pt>
                <c:pt idx="606">
                  <c:v>8.1054092579513851E-3</c:v>
                </c:pt>
                <c:pt idx="607">
                  <c:v>8.4341888770705902E-3</c:v>
                </c:pt>
                <c:pt idx="608">
                  <c:v>8.548753575208675E-3</c:v>
                </c:pt>
                <c:pt idx="609">
                  <c:v>8.3021622474464749E-3</c:v>
                </c:pt>
                <c:pt idx="610">
                  <c:v>8.4472303112906096E-3</c:v>
                </c:pt>
                <c:pt idx="611">
                  <c:v>8.5771993646535996E-3</c:v>
                </c:pt>
                <c:pt idx="612">
                  <c:v>9.4401508125210795E-3</c:v>
                </c:pt>
                <c:pt idx="613">
                  <c:v>9.540637725620537E-3</c:v>
                </c:pt>
                <c:pt idx="614">
                  <c:v>9.4986172955319834E-3</c:v>
                </c:pt>
                <c:pt idx="615">
                  <c:v>9.1215617848097921E-3</c:v>
                </c:pt>
                <c:pt idx="616">
                  <c:v>9.9921010500170718E-3</c:v>
                </c:pt>
                <c:pt idx="617">
                  <c:v>1.0046220244502685E-2</c:v>
                </c:pt>
                <c:pt idx="618">
                  <c:v>1.006188442704885E-2</c:v>
                </c:pt>
                <c:pt idx="619">
                  <c:v>1.006635674458262E-2</c:v>
                </c:pt>
                <c:pt idx="620">
                  <c:v>1.0288157374125454E-2</c:v>
                </c:pt>
                <c:pt idx="621">
                  <c:v>1.0254213948879175E-2</c:v>
                </c:pt>
                <c:pt idx="622">
                  <c:v>1.026702956196641E-2</c:v>
                </c:pt>
                <c:pt idx="623">
                  <c:v>1.0328609292652899E-2</c:v>
                </c:pt>
                <c:pt idx="624">
                  <c:v>8.8323324104266528E-3</c:v>
                </c:pt>
                <c:pt idx="625">
                  <c:v>8.7515156933348076E-3</c:v>
                </c:pt>
                <c:pt idx="626">
                  <c:v>8.7469368512565881E-3</c:v>
                </c:pt>
                <c:pt idx="627">
                  <c:v>8.7449588087727143E-3</c:v>
                </c:pt>
                <c:pt idx="628">
                  <c:v>8.4838044040450328E-3</c:v>
                </c:pt>
                <c:pt idx="629">
                  <c:v>8.2807185881233723E-3</c:v>
                </c:pt>
                <c:pt idx="630">
                  <c:v>8.6559495661111072E-3</c:v>
                </c:pt>
                <c:pt idx="631">
                  <c:v>9.7727751897953852E-3</c:v>
                </c:pt>
                <c:pt idx="632">
                  <c:v>9.9597807263455511E-3</c:v>
                </c:pt>
                <c:pt idx="633">
                  <c:v>8.7050175483444642E-3</c:v>
                </c:pt>
                <c:pt idx="634">
                  <c:v>8.354305617685508E-3</c:v>
                </c:pt>
                <c:pt idx="635">
                  <c:v>8.3988810783859058E-3</c:v>
                </c:pt>
                <c:pt idx="636">
                  <c:v>8.6566420359982348E-3</c:v>
                </c:pt>
                <c:pt idx="637">
                  <c:v>8.1374191368877007E-3</c:v>
                </c:pt>
                <c:pt idx="638">
                  <c:v>7.8921349835575257E-3</c:v>
                </c:pt>
                <c:pt idx="639">
                  <c:v>7.9310452257495782E-3</c:v>
                </c:pt>
                <c:pt idx="640">
                  <c:v>7.8712605260580614E-3</c:v>
                </c:pt>
                <c:pt idx="641">
                  <c:v>7.8717128273677293E-3</c:v>
                </c:pt>
                <c:pt idx="642">
                  <c:v>7.9701460069725207E-3</c:v>
                </c:pt>
                <c:pt idx="643">
                  <c:v>7.876486024815485E-3</c:v>
                </c:pt>
                <c:pt idx="644">
                  <c:v>7.8356496131552853E-3</c:v>
                </c:pt>
                <c:pt idx="645">
                  <c:v>7.7764334143201322E-3</c:v>
                </c:pt>
                <c:pt idx="646">
                  <c:v>7.7792346128592099E-3</c:v>
                </c:pt>
                <c:pt idx="647">
                  <c:v>7.7593856489483791E-3</c:v>
                </c:pt>
                <c:pt idx="648">
                  <c:v>7.7609865536439121E-3</c:v>
                </c:pt>
                <c:pt idx="649">
                  <c:v>7.6767154959659243E-3</c:v>
                </c:pt>
                <c:pt idx="650">
                  <c:v>7.8466017678823375E-3</c:v>
                </c:pt>
                <c:pt idx="651">
                  <c:v>7.3429236615723693E-3</c:v>
                </c:pt>
                <c:pt idx="652">
                  <c:v>5.6508925767346082E-3</c:v>
                </c:pt>
                <c:pt idx="653">
                  <c:v>4.8544612146676006E-3</c:v>
                </c:pt>
                <c:pt idx="654">
                  <c:v>4.8564694395706147E-3</c:v>
                </c:pt>
                <c:pt idx="655">
                  <c:v>4.8730644059409743E-3</c:v>
                </c:pt>
                <c:pt idx="656">
                  <c:v>5.0619839783169569E-3</c:v>
                </c:pt>
                <c:pt idx="657">
                  <c:v>4.7260578894960685E-3</c:v>
                </c:pt>
                <c:pt idx="658">
                  <c:v>4.3619659510120527E-3</c:v>
                </c:pt>
                <c:pt idx="659">
                  <c:v>4.3807771788664752E-3</c:v>
                </c:pt>
                <c:pt idx="660">
                  <c:v>4.2579797699083162E-3</c:v>
                </c:pt>
                <c:pt idx="661">
                  <c:v>4.4345721491621934E-3</c:v>
                </c:pt>
                <c:pt idx="662">
                  <c:v>4.1357468893728445E-3</c:v>
                </c:pt>
                <c:pt idx="663">
                  <c:v>3.9945044433027767E-3</c:v>
                </c:pt>
                <c:pt idx="664">
                  <c:v>4.4549290804154528E-3</c:v>
                </c:pt>
                <c:pt idx="665">
                  <c:v>4.4221909604853366E-3</c:v>
                </c:pt>
                <c:pt idx="666">
                  <c:v>4.4666796559120472E-3</c:v>
                </c:pt>
                <c:pt idx="667">
                  <c:v>4.5561138746151161E-3</c:v>
                </c:pt>
                <c:pt idx="668">
                  <c:v>4.8114278124958536E-3</c:v>
                </c:pt>
                <c:pt idx="669">
                  <c:v>4.825429318586612E-3</c:v>
                </c:pt>
                <c:pt idx="670">
                  <c:v>4.7938552194857088E-3</c:v>
                </c:pt>
                <c:pt idx="671">
                  <c:v>4.5101808187550064E-3</c:v>
                </c:pt>
                <c:pt idx="672">
                  <c:v>4.5512286087540134E-3</c:v>
                </c:pt>
                <c:pt idx="673">
                  <c:v>4.5947534480549916E-3</c:v>
                </c:pt>
                <c:pt idx="674">
                  <c:v>4.9623991040162714E-3</c:v>
                </c:pt>
                <c:pt idx="675">
                  <c:v>5.5909686321054053E-3</c:v>
                </c:pt>
                <c:pt idx="676">
                  <c:v>5.5740197272565175E-3</c:v>
                </c:pt>
                <c:pt idx="677">
                  <c:v>5.4582511686815027E-3</c:v>
                </c:pt>
                <c:pt idx="678">
                  <c:v>5.4575084439877483E-3</c:v>
                </c:pt>
                <c:pt idx="679">
                  <c:v>5.463006926691048E-3</c:v>
                </c:pt>
                <c:pt idx="680">
                  <c:v>5.4451629145705104E-3</c:v>
                </c:pt>
                <c:pt idx="681">
                  <c:v>5.3364104361399217E-3</c:v>
                </c:pt>
                <c:pt idx="682">
                  <c:v>5.2095968403313821E-3</c:v>
                </c:pt>
                <c:pt idx="683">
                  <c:v>5.2102417618472945E-3</c:v>
                </c:pt>
                <c:pt idx="684">
                  <c:v>5.3853962978029817E-3</c:v>
                </c:pt>
                <c:pt idx="685">
                  <c:v>6.6219383144869044E-3</c:v>
                </c:pt>
                <c:pt idx="686">
                  <c:v>6.689000766718846E-3</c:v>
                </c:pt>
                <c:pt idx="687">
                  <c:v>6.6925946398124665E-3</c:v>
                </c:pt>
                <c:pt idx="688">
                  <c:v>6.7217185775073672E-3</c:v>
                </c:pt>
                <c:pt idx="689">
                  <c:v>6.5285735543698332E-3</c:v>
                </c:pt>
                <c:pt idx="690">
                  <c:v>6.7046650288472157E-3</c:v>
                </c:pt>
                <c:pt idx="691">
                  <c:v>6.7737950663052998E-3</c:v>
                </c:pt>
                <c:pt idx="692">
                  <c:v>7.6645904273349988E-3</c:v>
                </c:pt>
                <c:pt idx="693">
                  <c:v>8.4153285353879073E-3</c:v>
                </c:pt>
                <c:pt idx="694">
                  <c:v>8.4812890850742145E-3</c:v>
                </c:pt>
                <c:pt idx="695">
                  <c:v>8.2373793945372184E-3</c:v>
                </c:pt>
                <c:pt idx="696">
                  <c:v>7.8592642766556354E-3</c:v>
                </c:pt>
                <c:pt idx="697">
                  <c:v>8.0919051832556849E-3</c:v>
                </c:pt>
                <c:pt idx="698">
                  <c:v>8.0812277355619966E-3</c:v>
                </c:pt>
                <c:pt idx="699">
                  <c:v>8.0400499782037563E-3</c:v>
                </c:pt>
                <c:pt idx="700">
                  <c:v>8.1214880769245323E-3</c:v>
                </c:pt>
                <c:pt idx="701">
                  <c:v>8.1687412262074939E-3</c:v>
                </c:pt>
                <c:pt idx="702">
                  <c:v>8.5640075863263367E-3</c:v>
                </c:pt>
                <c:pt idx="703">
                  <c:v>9.2663722308423957E-3</c:v>
                </c:pt>
                <c:pt idx="704">
                  <c:v>9.6034264474543791E-3</c:v>
                </c:pt>
                <c:pt idx="705">
                  <c:v>9.5419268764084363E-3</c:v>
                </c:pt>
                <c:pt idx="706">
                  <c:v>8.2200586505431564E-3</c:v>
                </c:pt>
                <c:pt idx="707">
                  <c:v>8.2847164035333536E-3</c:v>
                </c:pt>
                <c:pt idx="708">
                  <c:v>8.2881358149310899E-3</c:v>
                </c:pt>
                <c:pt idx="709">
                  <c:v>8.7960202278520704E-3</c:v>
                </c:pt>
                <c:pt idx="710">
                  <c:v>8.8612316409705134E-3</c:v>
                </c:pt>
                <c:pt idx="711">
                  <c:v>8.7617612060229486E-3</c:v>
                </c:pt>
                <c:pt idx="712">
                  <c:v>8.7071350829265089E-3</c:v>
                </c:pt>
                <c:pt idx="713">
                  <c:v>7.8165002971562394E-3</c:v>
                </c:pt>
                <c:pt idx="714">
                  <c:v>7.0653923113647918E-3</c:v>
                </c:pt>
                <c:pt idx="715">
                  <c:v>7.1575959703116159E-3</c:v>
                </c:pt>
                <c:pt idx="716">
                  <c:v>7.2385825542866863E-3</c:v>
                </c:pt>
                <c:pt idx="717">
                  <c:v>7.328370860113541E-3</c:v>
                </c:pt>
                <c:pt idx="718">
                  <c:v>7.3962062412582102E-3</c:v>
                </c:pt>
                <c:pt idx="719">
                  <c:v>7.2851564180098811E-3</c:v>
                </c:pt>
                <c:pt idx="720">
                  <c:v>7.2867106796891705E-3</c:v>
                </c:pt>
                <c:pt idx="721">
                  <c:v>7.222623507999148E-3</c:v>
                </c:pt>
                <c:pt idx="722">
                  <c:v>7.7413024898810388E-3</c:v>
                </c:pt>
                <c:pt idx="723">
                  <c:v>7.6003807388943748E-3</c:v>
                </c:pt>
                <c:pt idx="724">
                  <c:v>6.5362667877848684E-3</c:v>
                </c:pt>
                <c:pt idx="725">
                  <c:v>6.2248200931131915E-3</c:v>
                </c:pt>
                <c:pt idx="726">
                  <c:v>6.019354710563086E-3</c:v>
                </c:pt>
                <c:pt idx="727">
                  <c:v>6.007984040886925E-3</c:v>
                </c:pt>
                <c:pt idx="728">
                  <c:v>6.2783320087347405E-3</c:v>
                </c:pt>
                <c:pt idx="729">
                  <c:v>6.2746317329046789E-3</c:v>
                </c:pt>
                <c:pt idx="730">
                  <c:v>7.2689629691931401E-3</c:v>
                </c:pt>
                <c:pt idx="731">
                  <c:v>7.0609275117850135E-3</c:v>
                </c:pt>
                <c:pt idx="732">
                  <c:v>7.01201780077991E-3</c:v>
                </c:pt>
                <c:pt idx="733">
                  <c:v>7.5054413236925639E-3</c:v>
                </c:pt>
                <c:pt idx="734">
                  <c:v>1.0465062764335268E-2</c:v>
                </c:pt>
                <c:pt idx="735">
                  <c:v>1.0477105610996032E-2</c:v>
                </c:pt>
                <c:pt idx="736">
                  <c:v>1.0152671317235754E-2</c:v>
                </c:pt>
                <c:pt idx="737">
                  <c:v>1.0152777798934271E-2</c:v>
                </c:pt>
                <c:pt idx="738">
                  <c:v>1.0689391093656421E-2</c:v>
                </c:pt>
                <c:pt idx="739">
                  <c:v>1.0707960428395676E-2</c:v>
                </c:pt>
                <c:pt idx="740">
                  <c:v>1.0811236824783682E-2</c:v>
                </c:pt>
                <c:pt idx="741">
                  <c:v>1.133303479987581E-2</c:v>
                </c:pt>
                <c:pt idx="742">
                  <c:v>1.1221480285982103E-2</c:v>
                </c:pt>
                <c:pt idx="743">
                  <c:v>1.1649991570966783E-2</c:v>
                </c:pt>
                <c:pt idx="744">
                  <c:v>1.1693635391317288E-2</c:v>
                </c:pt>
                <c:pt idx="745">
                  <c:v>1.1791350528873409E-2</c:v>
                </c:pt>
                <c:pt idx="746">
                  <c:v>1.1727034395344072E-2</c:v>
                </c:pt>
                <c:pt idx="747">
                  <c:v>1.1844814131686525E-2</c:v>
                </c:pt>
                <c:pt idx="748">
                  <c:v>1.4011841782287857E-2</c:v>
                </c:pt>
                <c:pt idx="749">
                  <c:v>1.4129840032387112E-2</c:v>
                </c:pt>
                <c:pt idx="750">
                  <c:v>1.4240579427205552E-2</c:v>
                </c:pt>
                <c:pt idx="751">
                  <c:v>1.3716730268791074E-2</c:v>
                </c:pt>
                <c:pt idx="752">
                  <c:v>1.3799160826397691E-2</c:v>
                </c:pt>
                <c:pt idx="753">
                  <c:v>1.3798528485452209E-2</c:v>
                </c:pt>
                <c:pt idx="754">
                  <c:v>1.3603967320550935E-2</c:v>
                </c:pt>
                <c:pt idx="755">
                  <c:v>1.105472455254573E-2</c:v>
                </c:pt>
                <c:pt idx="756">
                  <c:v>1.1049586778123099E-2</c:v>
                </c:pt>
                <c:pt idx="757">
                  <c:v>1.1052357299042472E-2</c:v>
                </c:pt>
                <c:pt idx="758">
                  <c:v>1.2185270236118364E-2</c:v>
                </c:pt>
                <c:pt idx="759">
                  <c:v>1.1330235393894977E-2</c:v>
                </c:pt>
                <c:pt idx="760">
                  <c:v>1.1283746105667241E-2</c:v>
                </c:pt>
                <c:pt idx="761">
                  <c:v>1.0935128794499609E-2</c:v>
                </c:pt>
                <c:pt idx="762">
                  <c:v>1.0817241988401031E-2</c:v>
                </c:pt>
                <c:pt idx="763">
                  <c:v>1.0631666354665007E-2</c:v>
                </c:pt>
                <c:pt idx="764">
                  <c:v>1.0455145577854909E-2</c:v>
                </c:pt>
                <c:pt idx="765">
                  <c:v>1.042606495094215E-2</c:v>
                </c:pt>
                <c:pt idx="766">
                  <c:v>1.0716252880562733E-2</c:v>
                </c:pt>
                <c:pt idx="767">
                  <c:v>1.0706003842815533E-2</c:v>
                </c:pt>
                <c:pt idx="768">
                  <c:v>1.0694667910046451E-2</c:v>
                </c:pt>
                <c:pt idx="769">
                  <c:v>8.6049101755478769E-3</c:v>
                </c:pt>
                <c:pt idx="770">
                  <c:v>8.7578254491467115E-3</c:v>
                </c:pt>
                <c:pt idx="771">
                  <c:v>9.1837235976661193E-3</c:v>
                </c:pt>
                <c:pt idx="772">
                  <c:v>9.0162423712386464E-3</c:v>
                </c:pt>
                <c:pt idx="773">
                  <c:v>8.9135729190799613E-3</c:v>
                </c:pt>
                <c:pt idx="774">
                  <c:v>9.0156794735219009E-3</c:v>
                </c:pt>
                <c:pt idx="775">
                  <c:v>1.0291299019409905E-2</c:v>
                </c:pt>
                <c:pt idx="776">
                  <c:v>1.0803365464659714E-2</c:v>
                </c:pt>
                <c:pt idx="777">
                  <c:v>1.0595548774110281E-2</c:v>
                </c:pt>
                <c:pt idx="778">
                  <c:v>1.0827222214893434E-2</c:v>
                </c:pt>
                <c:pt idx="779">
                  <c:v>9.5431443978759786E-3</c:v>
                </c:pt>
                <c:pt idx="780">
                  <c:v>9.5231707691587394E-3</c:v>
                </c:pt>
                <c:pt idx="781">
                  <c:v>9.2101073402132711E-3</c:v>
                </c:pt>
                <c:pt idx="782">
                  <c:v>8.8591047875039471E-3</c:v>
                </c:pt>
                <c:pt idx="783">
                  <c:v>9.5333852739721437E-3</c:v>
                </c:pt>
                <c:pt idx="784">
                  <c:v>9.5823059292763288E-3</c:v>
                </c:pt>
                <c:pt idx="785">
                  <c:v>9.7800497009076382E-3</c:v>
                </c:pt>
                <c:pt idx="786">
                  <c:v>1.0281967214744676E-2</c:v>
                </c:pt>
                <c:pt idx="787">
                  <c:v>1.0049031879508489E-2</c:v>
                </c:pt>
                <c:pt idx="788">
                  <c:v>1.0110249903009169E-2</c:v>
                </c:pt>
                <c:pt idx="789">
                  <c:v>1.0148893148481072E-2</c:v>
                </c:pt>
                <c:pt idx="790">
                  <c:v>1.0599324152571147E-2</c:v>
                </c:pt>
                <c:pt idx="791">
                  <c:v>1.2378612740611765E-2</c:v>
                </c:pt>
                <c:pt idx="792">
                  <c:v>1.1906282671995753E-2</c:v>
                </c:pt>
                <c:pt idx="793">
                  <c:v>1.1973190557724429E-2</c:v>
                </c:pt>
                <c:pt idx="794">
                  <c:v>1.1992957462227741E-2</c:v>
                </c:pt>
                <c:pt idx="795">
                  <c:v>1.1944360728508959E-2</c:v>
                </c:pt>
                <c:pt idx="796">
                  <c:v>1.082935192638727E-2</c:v>
                </c:pt>
                <c:pt idx="797">
                  <c:v>1.4415623488672371E-2</c:v>
                </c:pt>
                <c:pt idx="798">
                  <c:v>1.4383242378349034E-2</c:v>
                </c:pt>
                <c:pt idx="799">
                  <c:v>1.5078522081798698E-2</c:v>
                </c:pt>
                <c:pt idx="800">
                  <c:v>1.5151027090207554E-2</c:v>
                </c:pt>
                <c:pt idx="801">
                  <c:v>1.4956323347021848E-2</c:v>
                </c:pt>
                <c:pt idx="802">
                  <c:v>1.5727872429563458E-2</c:v>
                </c:pt>
                <c:pt idx="803">
                  <c:v>1.5799847919699388E-2</c:v>
                </c:pt>
                <c:pt idx="804">
                  <c:v>1.6316167147622296E-2</c:v>
                </c:pt>
                <c:pt idx="805">
                  <c:v>1.7003432941521967E-2</c:v>
                </c:pt>
                <c:pt idx="806">
                  <c:v>1.677668691807991E-2</c:v>
                </c:pt>
                <c:pt idx="807">
                  <c:v>1.6600923070910142E-2</c:v>
                </c:pt>
                <c:pt idx="808">
                  <c:v>1.6533973352499506E-2</c:v>
                </c:pt>
                <c:pt idx="809">
                  <c:v>1.6419647598267088E-2</c:v>
                </c:pt>
                <c:pt idx="810">
                  <c:v>1.6462625724541491E-2</c:v>
                </c:pt>
                <c:pt idx="811">
                  <c:v>1.6260878064729336E-2</c:v>
                </c:pt>
                <c:pt idx="812">
                  <c:v>1.4829666902813649E-2</c:v>
                </c:pt>
                <c:pt idx="813">
                  <c:v>1.4788306930317964E-2</c:v>
                </c:pt>
                <c:pt idx="814">
                  <c:v>1.4738533478442162E-2</c:v>
                </c:pt>
                <c:pt idx="815">
                  <c:v>1.4719582857225305E-2</c:v>
                </c:pt>
                <c:pt idx="816">
                  <c:v>1.472664915140629E-2</c:v>
                </c:pt>
                <c:pt idx="817">
                  <c:v>1.4546020117648216E-2</c:v>
                </c:pt>
                <c:pt idx="818">
                  <c:v>9.7501826266771039E-3</c:v>
                </c:pt>
                <c:pt idx="819">
                  <c:v>9.5358110986296964E-3</c:v>
                </c:pt>
                <c:pt idx="820">
                  <c:v>1.0070867176353261E-2</c:v>
                </c:pt>
                <c:pt idx="821">
                  <c:v>9.7341541461941385E-3</c:v>
                </c:pt>
                <c:pt idx="822">
                  <c:v>1.0267575457397279E-2</c:v>
                </c:pt>
                <c:pt idx="823">
                  <c:v>9.7763514587780424E-3</c:v>
                </c:pt>
                <c:pt idx="824">
                  <c:v>9.1869777109090875E-3</c:v>
                </c:pt>
                <c:pt idx="825">
                  <c:v>8.7144414405119254E-3</c:v>
                </c:pt>
                <c:pt idx="826">
                  <c:v>7.6305385668569868E-3</c:v>
                </c:pt>
                <c:pt idx="827">
                  <c:v>7.6348357318678515E-3</c:v>
                </c:pt>
                <c:pt idx="828">
                  <c:v>8.2303197222925954E-3</c:v>
                </c:pt>
                <c:pt idx="829">
                  <c:v>8.4164860265244154E-3</c:v>
                </c:pt>
                <c:pt idx="830">
                  <c:v>8.6867281014522436E-3</c:v>
                </c:pt>
                <c:pt idx="831">
                  <c:v>8.7402561741937897E-3</c:v>
                </c:pt>
                <c:pt idx="832">
                  <c:v>8.7216028776724124E-3</c:v>
                </c:pt>
                <c:pt idx="833">
                  <c:v>8.7507896245608546E-3</c:v>
                </c:pt>
                <c:pt idx="834">
                  <c:v>9.0638388931906094E-3</c:v>
                </c:pt>
                <c:pt idx="835">
                  <c:v>9.773808237118195E-3</c:v>
                </c:pt>
                <c:pt idx="836">
                  <c:v>1.0704469294004371E-2</c:v>
                </c:pt>
                <c:pt idx="837">
                  <c:v>1.0822525492292304E-2</c:v>
                </c:pt>
                <c:pt idx="838">
                  <c:v>1.1274633041775985E-2</c:v>
                </c:pt>
                <c:pt idx="839">
                  <c:v>1.1307698738955495E-2</c:v>
                </c:pt>
                <c:pt idx="840">
                  <c:v>1.132745522681251E-2</c:v>
                </c:pt>
                <c:pt idx="841">
                  <c:v>1.0145723025976064E-2</c:v>
                </c:pt>
                <c:pt idx="842">
                  <c:v>1.023545550751866E-2</c:v>
                </c:pt>
                <c:pt idx="843">
                  <c:v>9.2406488856936111E-3</c:v>
                </c:pt>
                <c:pt idx="844">
                  <c:v>9.2532186786882763E-3</c:v>
                </c:pt>
                <c:pt idx="845">
                  <c:v>9.6088562977047244E-3</c:v>
                </c:pt>
                <c:pt idx="846">
                  <c:v>9.6216711047113924E-3</c:v>
                </c:pt>
                <c:pt idx="847">
                  <c:v>9.4439390746163948E-3</c:v>
                </c:pt>
                <c:pt idx="848">
                  <c:v>9.6397238648847708E-3</c:v>
                </c:pt>
                <c:pt idx="849">
                  <c:v>9.1765792455493749E-3</c:v>
                </c:pt>
                <c:pt idx="850">
                  <c:v>9.5064534658628359E-3</c:v>
                </c:pt>
                <c:pt idx="851">
                  <c:v>9.2451880503193716E-3</c:v>
                </c:pt>
                <c:pt idx="852">
                  <c:v>9.2548583073071723E-3</c:v>
                </c:pt>
                <c:pt idx="853">
                  <c:v>9.3723286505730322E-3</c:v>
                </c:pt>
                <c:pt idx="854">
                  <c:v>1.0352744217695217E-2</c:v>
                </c:pt>
                <c:pt idx="855">
                  <c:v>1.0107466312754597E-2</c:v>
                </c:pt>
                <c:pt idx="856">
                  <c:v>9.3743489615235251E-3</c:v>
                </c:pt>
                <c:pt idx="857">
                  <c:v>8.3532274283666507E-3</c:v>
                </c:pt>
                <c:pt idx="858">
                  <c:v>8.1313028045346698E-3</c:v>
                </c:pt>
                <c:pt idx="859">
                  <c:v>7.4352371147920638E-3</c:v>
                </c:pt>
                <c:pt idx="860">
                  <c:v>7.8300540335365983E-3</c:v>
                </c:pt>
                <c:pt idx="861">
                  <c:v>8.1731485618699411E-3</c:v>
                </c:pt>
                <c:pt idx="862">
                  <c:v>8.2082896298751873E-3</c:v>
                </c:pt>
                <c:pt idx="863">
                  <c:v>8.2245243369119155E-3</c:v>
                </c:pt>
                <c:pt idx="864">
                  <c:v>8.4086037269774129E-3</c:v>
                </c:pt>
                <c:pt idx="865">
                  <c:v>8.6206341055626058E-3</c:v>
                </c:pt>
                <c:pt idx="866">
                  <c:v>8.1864877151969495E-3</c:v>
                </c:pt>
                <c:pt idx="867">
                  <c:v>8.2796736050406144E-3</c:v>
                </c:pt>
                <c:pt idx="868">
                  <c:v>8.5211844070474732E-3</c:v>
                </c:pt>
                <c:pt idx="869">
                  <c:v>8.3428790544968906E-3</c:v>
                </c:pt>
                <c:pt idx="870">
                  <c:v>8.444643510645047E-3</c:v>
                </c:pt>
                <c:pt idx="871">
                  <c:v>8.0085773921041697E-3</c:v>
                </c:pt>
                <c:pt idx="872">
                  <c:v>8.0860671502001429E-3</c:v>
                </c:pt>
                <c:pt idx="873">
                  <c:v>8.0203703498355015E-3</c:v>
                </c:pt>
                <c:pt idx="874">
                  <c:v>7.8960116756218255E-3</c:v>
                </c:pt>
                <c:pt idx="875">
                  <c:v>6.3050741078809411E-3</c:v>
                </c:pt>
                <c:pt idx="876">
                  <c:v>6.3829283924183352E-3</c:v>
                </c:pt>
                <c:pt idx="877">
                  <c:v>6.9982635253420435E-3</c:v>
                </c:pt>
                <c:pt idx="878">
                  <c:v>7.125304782568012E-3</c:v>
                </c:pt>
                <c:pt idx="879">
                  <c:v>7.1232592878782801E-3</c:v>
                </c:pt>
                <c:pt idx="880">
                  <c:v>7.1767079077953719E-3</c:v>
                </c:pt>
                <c:pt idx="881">
                  <c:v>7.0950140784174654E-3</c:v>
                </c:pt>
                <c:pt idx="882">
                  <c:v>6.6911285641946183E-3</c:v>
                </c:pt>
                <c:pt idx="883">
                  <c:v>7.0709230851204842E-3</c:v>
                </c:pt>
                <c:pt idx="884">
                  <c:v>7.1602824932381322E-3</c:v>
                </c:pt>
                <c:pt idx="885">
                  <c:v>7.6020105682858465E-3</c:v>
                </c:pt>
                <c:pt idx="886">
                  <c:v>7.2239763685217418E-3</c:v>
                </c:pt>
                <c:pt idx="887">
                  <c:v>7.3975116214453577E-3</c:v>
                </c:pt>
                <c:pt idx="888">
                  <c:v>7.0780282155755853E-3</c:v>
                </c:pt>
                <c:pt idx="889">
                  <c:v>7.5750051037370217E-3</c:v>
                </c:pt>
                <c:pt idx="890">
                  <c:v>7.8189799573792889E-3</c:v>
                </c:pt>
                <c:pt idx="891">
                  <c:v>8.180585703526172E-3</c:v>
                </c:pt>
                <c:pt idx="892">
                  <c:v>8.2457141280253519E-3</c:v>
                </c:pt>
                <c:pt idx="893">
                  <c:v>8.0859928725565498E-3</c:v>
                </c:pt>
                <c:pt idx="894">
                  <c:v>8.0661689482741071E-3</c:v>
                </c:pt>
                <c:pt idx="895">
                  <c:v>8.053803265000185E-3</c:v>
                </c:pt>
                <c:pt idx="896">
                  <c:v>8.3834995119614654E-3</c:v>
                </c:pt>
                <c:pt idx="897">
                  <c:v>8.382131961550271E-3</c:v>
                </c:pt>
                <c:pt idx="898">
                  <c:v>8.1228557628371268E-3</c:v>
                </c:pt>
                <c:pt idx="899">
                  <c:v>8.0437185785266468E-3</c:v>
                </c:pt>
                <c:pt idx="900">
                  <c:v>8.2761472547935293E-3</c:v>
                </c:pt>
                <c:pt idx="901">
                  <c:v>8.2602460303519247E-3</c:v>
                </c:pt>
                <c:pt idx="902">
                  <c:v>8.7404575242745215E-3</c:v>
                </c:pt>
                <c:pt idx="903">
                  <c:v>9.5823207035661048E-3</c:v>
                </c:pt>
                <c:pt idx="904">
                  <c:v>9.3518074025485103E-3</c:v>
                </c:pt>
                <c:pt idx="905">
                  <c:v>1.0371761206165665E-2</c:v>
                </c:pt>
                <c:pt idx="906">
                  <c:v>9.8562624116086805E-3</c:v>
                </c:pt>
                <c:pt idx="907">
                  <c:v>1.0215655770513492E-2</c:v>
                </c:pt>
                <c:pt idx="908">
                  <c:v>1.1301627909095873E-2</c:v>
                </c:pt>
                <c:pt idx="909">
                  <c:v>1.2184790674484299E-2</c:v>
                </c:pt>
                <c:pt idx="910">
                  <c:v>1.3260956017367338E-2</c:v>
                </c:pt>
                <c:pt idx="911">
                  <c:v>1.3421643955244955E-2</c:v>
                </c:pt>
                <c:pt idx="912">
                  <c:v>1.3074051346881983E-2</c:v>
                </c:pt>
                <c:pt idx="913">
                  <c:v>1.3144941852595109E-2</c:v>
                </c:pt>
                <c:pt idx="914">
                  <c:v>1.3387465192690448E-2</c:v>
                </c:pt>
                <c:pt idx="915">
                  <c:v>1.4630709162119259E-2</c:v>
                </c:pt>
                <c:pt idx="916">
                  <c:v>1.4642729141731927E-2</c:v>
                </c:pt>
                <c:pt idx="917">
                  <c:v>1.5428252671991735E-2</c:v>
                </c:pt>
                <c:pt idx="918">
                  <c:v>1.5490954672145466E-2</c:v>
                </c:pt>
                <c:pt idx="919">
                  <c:v>1.5550196908225818E-2</c:v>
                </c:pt>
                <c:pt idx="920">
                  <c:v>1.6644224743804857E-2</c:v>
                </c:pt>
                <c:pt idx="921">
                  <c:v>1.6645565983578196E-2</c:v>
                </c:pt>
                <c:pt idx="922">
                  <c:v>1.7310443818542191E-2</c:v>
                </c:pt>
                <c:pt idx="923">
                  <c:v>1.730996913614034E-2</c:v>
                </c:pt>
                <c:pt idx="924">
                  <c:v>1.6260483541788062E-2</c:v>
                </c:pt>
                <c:pt idx="925">
                  <c:v>1.6316567177355665E-2</c:v>
                </c:pt>
                <c:pt idx="926">
                  <c:v>1.7501583300866957E-2</c:v>
                </c:pt>
                <c:pt idx="927">
                  <c:v>1.7968210513988548E-2</c:v>
                </c:pt>
                <c:pt idx="928">
                  <c:v>2.0473394331404476E-2</c:v>
                </c:pt>
                <c:pt idx="929">
                  <c:v>1.9932365463483582E-2</c:v>
                </c:pt>
                <c:pt idx="930">
                  <c:v>1.9828265729482521E-2</c:v>
                </c:pt>
                <c:pt idx="931">
                  <c:v>1.9080742495033817E-2</c:v>
                </c:pt>
                <c:pt idx="932">
                  <c:v>1.900664090171876E-2</c:v>
                </c:pt>
                <c:pt idx="933">
                  <c:v>1.8793671172279782E-2</c:v>
                </c:pt>
                <c:pt idx="934">
                  <c:v>1.8800428556608618E-2</c:v>
                </c:pt>
                <c:pt idx="935">
                  <c:v>1.8679661765976373E-2</c:v>
                </c:pt>
                <c:pt idx="936">
                  <c:v>1.7473509362218212E-2</c:v>
                </c:pt>
                <c:pt idx="937">
                  <c:v>1.8172647184881128E-2</c:v>
                </c:pt>
                <c:pt idx="938">
                  <c:v>1.7693492021403499E-2</c:v>
                </c:pt>
                <c:pt idx="939">
                  <c:v>1.7745814693167144E-2</c:v>
                </c:pt>
                <c:pt idx="940">
                  <c:v>1.7842752193972734E-2</c:v>
                </c:pt>
                <c:pt idx="941">
                  <c:v>1.7097807327150605E-2</c:v>
                </c:pt>
                <c:pt idx="942">
                  <c:v>1.8147230196897401E-2</c:v>
                </c:pt>
                <c:pt idx="943">
                  <c:v>1.7109057109254366E-2</c:v>
                </c:pt>
                <c:pt idx="944">
                  <c:v>1.737952193084108E-2</c:v>
                </c:pt>
                <c:pt idx="945">
                  <c:v>1.7652934383762017E-2</c:v>
                </c:pt>
                <c:pt idx="946">
                  <c:v>1.8035012970127173E-2</c:v>
                </c:pt>
                <c:pt idx="947">
                  <c:v>1.7607486354018428E-2</c:v>
                </c:pt>
                <c:pt idx="948">
                  <c:v>1.746801503320462E-2</c:v>
                </c:pt>
                <c:pt idx="949">
                  <c:v>1.5022326691764096E-2</c:v>
                </c:pt>
                <c:pt idx="950">
                  <c:v>1.4729885628667158E-2</c:v>
                </c:pt>
                <c:pt idx="951">
                  <c:v>1.4225250886889756E-2</c:v>
                </c:pt>
                <c:pt idx="952">
                  <c:v>1.5082393507159932E-2</c:v>
                </c:pt>
                <c:pt idx="953">
                  <c:v>1.5020402908054419E-2</c:v>
                </c:pt>
                <c:pt idx="954">
                  <c:v>1.5373873295531184E-2</c:v>
                </c:pt>
                <c:pt idx="955">
                  <c:v>1.546550516262353E-2</c:v>
                </c:pt>
                <c:pt idx="956">
                  <c:v>1.5580920489803352E-2</c:v>
                </c:pt>
                <c:pt idx="957">
                  <c:v>1.5635540797453492E-2</c:v>
                </c:pt>
                <c:pt idx="958">
                  <c:v>1.454605060254131E-2</c:v>
                </c:pt>
                <c:pt idx="959">
                  <c:v>1.4545408179310982E-2</c:v>
                </c:pt>
                <c:pt idx="960">
                  <c:v>1.4667734844124066E-2</c:v>
                </c:pt>
                <c:pt idx="961">
                  <c:v>1.4720757450401403E-2</c:v>
                </c:pt>
                <c:pt idx="962">
                  <c:v>1.3896892790268364E-2</c:v>
                </c:pt>
                <c:pt idx="963">
                  <c:v>1.3363645513649016E-2</c:v>
                </c:pt>
                <c:pt idx="964">
                  <c:v>1.333021126483167E-2</c:v>
                </c:pt>
                <c:pt idx="965">
                  <c:v>1.3124419901795591E-2</c:v>
                </c:pt>
                <c:pt idx="966">
                  <c:v>1.3101664469394109E-2</c:v>
                </c:pt>
                <c:pt idx="967">
                  <c:v>1.142536596012109E-2</c:v>
                </c:pt>
                <c:pt idx="968">
                  <c:v>1.1193064562990495E-2</c:v>
                </c:pt>
                <c:pt idx="969">
                  <c:v>1.0856165890620686E-2</c:v>
                </c:pt>
                <c:pt idx="970">
                  <c:v>1.0718512833270995E-2</c:v>
                </c:pt>
                <c:pt idx="971">
                  <c:v>9.9560090546143704E-3</c:v>
                </c:pt>
                <c:pt idx="972">
                  <c:v>1.0168138440546927E-2</c:v>
                </c:pt>
                <c:pt idx="973">
                  <c:v>9.6156674476914096E-3</c:v>
                </c:pt>
                <c:pt idx="974">
                  <c:v>9.6155237724929229E-3</c:v>
                </c:pt>
                <c:pt idx="975">
                  <c:v>8.970629791405213E-3</c:v>
                </c:pt>
                <c:pt idx="976">
                  <c:v>8.5834742432547833E-3</c:v>
                </c:pt>
                <c:pt idx="977">
                  <c:v>8.1534504136133133E-3</c:v>
                </c:pt>
                <c:pt idx="978">
                  <c:v>7.9755502418635132E-3</c:v>
                </c:pt>
                <c:pt idx="979">
                  <c:v>1.0684196557776924E-2</c:v>
                </c:pt>
                <c:pt idx="980">
                  <c:v>1.0710322410882028E-2</c:v>
                </c:pt>
                <c:pt idx="981">
                  <c:v>1.0596138274530667E-2</c:v>
                </c:pt>
                <c:pt idx="982">
                  <c:v>1.0428849970813375E-2</c:v>
                </c:pt>
                <c:pt idx="983">
                  <c:v>1.041044450788396E-2</c:v>
                </c:pt>
                <c:pt idx="984">
                  <c:v>8.8031023929780513E-3</c:v>
                </c:pt>
                <c:pt idx="985">
                  <c:v>8.9506891523059694E-3</c:v>
                </c:pt>
                <c:pt idx="986">
                  <c:v>8.7677140644054977E-3</c:v>
                </c:pt>
                <c:pt idx="987">
                  <c:v>8.4053799958441235E-3</c:v>
                </c:pt>
                <c:pt idx="988">
                  <c:v>8.4328431180042338E-3</c:v>
                </c:pt>
                <c:pt idx="989">
                  <c:v>8.4976098501981963E-3</c:v>
                </c:pt>
                <c:pt idx="990">
                  <c:v>8.490506418585007E-3</c:v>
                </c:pt>
                <c:pt idx="991">
                  <c:v>8.9443637607724922E-3</c:v>
                </c:pt>
                <c:pt idx="992">
                  <c:v>8.8127863204579774E-3</c:v>
                </c:pt>
                <c:pt idx="993">
                  <c:v>7.9640656110356416E-3</c:v>
                </c:pt>
                <c:pt idx="994">
                  <c:v>7.9836322606377727E-3</c:v>
                </c:pt>
                <c:pt idx="995">
                  <c:v>8.5719607299966152E-3</c:v>
                </c:pt>
                <c:pt idx="996">
                  <c:v>8.5897448002779479E-3</c:v>
                </c:pt>
                <c:pt idx="997">
                  <c:v>8.7614767304263399E-3</c:v>
                </c:pt>
                <c:pt idx="998">
                  <c:v>8.6352220650485825E-3</c:v>
                </c:pt>
                <c:pt idx="999">
                  <c:v>8.9513626633613494E-3</c:v>
                </c:pt>
                <c:pt idx="1000">
                  <c:v>6.8764056559906641E-3</c:v>
                </c:pt>
                <c:pt idx="1001">
                  <c:v>7.6691828924511886E-3</c:v>
                </c:pt>
                <c:pt idx="1002">
                  <c:v>7.7715899698242051E-3</c:v>
                </c:pt>
                <c:pt idx="1003">
                  <c:v>8.2387315350997692E-3</c:v>
                </c:pt>
                <c:pt idx="1004">
                  <c:v>9.6397078219499013E-3</c:v>
                </c:pt>
                <c:pt idx="1005">
                  <c:v>1.0302114374047711E-2</c:v>
                </c:pt>
                <c:pt idx="1006">
                  <c:v>1.0208947475317091E-2</c:v>
                </c:pt>
                <c:pt idx="1007">
                  <c:v>1.0218859271448224E-2</c:v>
                </c:pt>
                <c:pt idx="1008">
                  <c:v>1.0950202048222496E-2</c:v>
                </c:pt>
                <c:pt idx="1009">
                  <c:v>1.0968033703376616E-2</c:v>
                </c:pt>
                <c:pt idx="1010">
                  <c:v>1.1054119265173088E-2</c:v>
                </c:pt>
                <c:pt idx="1011">
                  <c:v>1.1402820399653979E-2</c:v>
                </c:pt>
                <c:pt idx="1012">
                  <c:v>1.1004286590840937E-2</c:v>
                </c:pt>
                <c:pt idx="1013">
                  <c:v>1.0890755405778199E-2</c:v>
                </c:pt>
                <c:pt idx="1014">
                  <c:v>1.0929912017890904E-2</c:v>
                </c:pt>
                <c:pt idx="1015">
                  <c:v>1.1133385885653865E-2</c:v>
                </c:pt>
                <c:pt idx="1016">
                  <c:v>1.030735902935072E-2</c:v>
                </c:pt>
                <c:pt idx="1017">
                  <c:v>1.0272139319908372E-2</c:v>
                </c:pt>
                <c:pt idx="1018">
                  <c:v>1.0268110122326621E-2</c:v>
                </c:pt>
                <c:pt idx="1019">
                  <c:v>1.0149011575441095E-2</c:v>
                </c:pt>
                <c:pt idx="1020">
                  <c:v>1.0022997985997009E-2</c:v>
                </c:pt>
                <c:pt idx="1021">
                  <c:v>1.0866287966380672E-2</c:v>
                </c:pt>
                <c:pt idx="1022">
                  <c:v>1.0904479834651157E-2</c:v>
                </c:pt>
                <c:pt idx="1023">
                  <c:v>1.1127314288900727E-2</c:v>
                </c:pt>
                <c:pt idx="1024">
                  <c:v>1.1046074145906032E-2</c:v>
                </c:pt>
                <c:pt idx="1025">
                  <c:v>1.0018046176676634E-2</c:v>
                </c:pt>
                <c:pt idx="1026">
                  <c:v>9.387202411240296E-3</c:v>
                </c:pt>
                <c:pt idx="1027">
                  <c:v>9.4147877613962455E-3</c:v>
                </c:pt>
                <c:pt idx="1028">
                  <c:v>9.2843023815007385E-3</c:v>
                </c:pt>
                <c:pt idx="1029">
                  <c:v>8.7100568048196231E-3</c:v>
                </c:pt>
                <c:pt idx="1030">
                  <c:v>8.7845664284002829E-3</c:v>
                </c:pt>
                <c:pt idx="1031">
                  <c:v>9.2763277487338119E-3</c:v>
                </c:pt>
                <c:pt idx="1032">
                  <c:v>9.1657960103270208E-3</c:v>
                </c:pt>
                <c:pt idx="1033">
                  <c:v>9.0521589699723709E-3</c:v>
                </c:pt>
                <c:pt idx="1034">
                  <c:v>9.1974665723841623E-3</c:v>
                </c:pt>
                <c:pt idx="1035">
                  <c:v>9.469568551742566E-3</c:v>
                </c:pt>
                <c:pt idx="1036">
                  <c:v>9.2467842593460178E-3</c:v>
                </c:pt>
                <c:pt idx="1037">
                  <c:v>8.8302734245852034E-3</c:v>
                </c:pt>
                <c:pt idx="1038">
                  <c:v>9.0585038303412774E-3</c:v>
                </c:pt>
                <c:pt idx="1039">
                  <c:v>9.2932960855014127E-3</c:v>
                </c:pt>
                <c:pt idx="1040">
                  <c:v>9.2430601084854871E-3</c:v>
                </c:pt>
                <c:pt idx="1041">
                  <c:v>9.3864110695188515E-3</c:v>
                </c:pt>
                <c:pt idx="1042">
                  <c:v>8.6656667372246449E-3</c:v>
                </c:pt>
                <c:pt idx="1043">
                  <c:v>8.0988076443639645E-3</c:v>
                </c:pt>
                <c:pt idx="1044">
                  <c:v>7.9738103606239209E-3</c:v>
                </c:pt>
                <c:pt idx="1045">
                  <c:v>7.9030309862377756E-3</c:v>
                </c:pt>
                <c:pt idx="1046">
                  <c:v>8.1633219265053875E-3</c:v>
                </c:pt>
                <c:pt idx="1047">
                  <c:v>7.8077037007302464E-3</c:v>
                </c:pt>
                <c:pt idx="1048">
                  <c:v>7.7678807018395774E-3</c:v>
                </c:pt>
                <c:pt idx="1049">
                  <c:v>7.9157240897630501E-3</c:v>
                </c:pt>
                <c:pt idx="1050">
                  <c:v>8.8820881074066094E-3</c:v>
                </c:pt>
                <c:pt idx="1051">
                  <c:v>1.0030461296359743E-2</c:v>
                </c:pt>
                <c:pt idx="1052">
                  <c:v>9.636649693488316E-3</c:v>
                </c:pt>
                <c:pt idx="1053">
                  <c:v>9.4419165544458138E-3</c:v>
                </c:pt>
                <c:pt idx="1054">
                  <c:v>9.4974487947501463E-3</c:v>
                </c:pt>
                <c:pt idx="1055">
                  <c:v>8.9698437586489873E-3</c:v>
                </c:pt>
                <c:pt idx="1056">
                  <c:v>9.0550682233797083E-3</c:v>
                </c:pt>
                <c:pt idx="1057">
                  <c:v>8.933042527178461E-3</c:v>
                </c:pt>
                <c:pt idx="1058">
                  <c:v>9.181642794924217E-3</c:v>
                </c:pt>
                <c:pt idx="1059">
                  <c:v>9.0642899302675571E-3</c:v>
                </c:pt>
                <c:pt idx="1060">
                  <c:v>9.1905108189824815E-3</c:v>
                </c:pt>
                <c:pt idx="1061">
                  <c:v>9.2650995862644126E-3</c:v>
                </c:pt>
                <c:pt idx="1062">
                  <c:v>8.9834789843185135E-3</c:v>
                </c:pt>
                <c:pt idx="1063">
                  <c:v>9.3691670558823954E-3</c:v>
                </c:pt>
                <c:pt idx="1064">
                  <c:v>9.4436623215879787E-3</c:v>
                </c:pt>
                <c:pt idx="1065">
                  <c:v>9.4669453860450163E-3</c:v>
                </c:pt>
                <c:pt idx="1066">
                  <c:v>9.4845058240089035E-3</c:v>
                </c:pt>
                <c:pt idx="1067">
                  <c:v>8.9018498778640487E-3</c:v>
                </c:pt>
                <c:pt idx="1068">
                  <c:v>9.5301722206087951E-3</c:v>
                </c:pt>
                <c:pt idx="1069">
                  <c:v>9.3916497717624909E-3</c:v>
                </c:pt>
                <c:pt idx="1070">
                  <c:v>9.1374186403389134E-3</c:v>
                </c:pt>
                <c:pt idx="1071">
                  <c:v>8.7294159811572639E-3</c:v>
                </c:pt>
                <c:pt idx="1072">
                  <c:v>8.1046904268616271E-3</c:v>
                </c:pt>
                <c:pt idx="1073">
                  <c:v>8.860074790448022E-3</c:v>
                </c:pt>
                <c:pt idx="1074">
                  <c:v>8.9411642218708148E-3</c:v>
                </c:pt>
                <c:pt idx="1075">
                  <c:v>8.990576392457825E-3</c:v>
                </c:pt>
                <c:pt idx="1076">
                  <c:v>9.572346994038675E-3</c:v>
                </c:pt>
                <c:pt idx="1077">
                  <c:v>9.2035388591478577E-3</c:v>
                </c:pt>
                <c:pt idx="1078">
                  <c:v>9.2216752261824794E-3</c:v>
                </c:pt>
                <c:pt idx="1079">
                  <c:v>8.8956183254859308E-3</c:v>
                </c:pt>
                <c:pt idx="1080">
                  <c:v>8.9524434376737089E-3</c:v>
                </c:pt>
                <c:pt idx="1081">
                  <c:v>8.7738341733702083E-3</c:v>
                </c:pt>
                <c:pt idx="1082">
                  <c:v>8.7001782528470517E-3</c:v>
                </c:pt>
                <c:pt idx="1083">
                  <c:v>8.6102381509170038E-3</c:v>
                </c:pt>
                <c:pt idx="1084">
                  <c:v>8.0300712357083987E-3</c:v>
                </c:pt>
                <c:pt idx="1085">
                  <c:v>8.1071549825992642E-3</c:v>
                </c:pt>
                <c:pt idx="1086">
                  <c:v>7.80992160764769E-3</c:v>
                </c:pt>
                <c:pt idx="1087">
                  <c:v>7.8102063719759111E-3</c:v>
                </c:pt>
                <c:pt idx="1088">
                  <c:v>8.0304416411483195E-3</c:v>
                </c:pt>
                <c:pt idx="1089">
                  <c:v>7.7779738767071067E-3</c:v>
                </c:pt>
                <c:pt idx="1090">
                  <c:v>7.7083493930508442E-3</c:v>
                </c:pt>
                <c:pt idx="1091">
                  <c:v>7.4873325458698296E-3</c:v>
                </c:pt>
                <c:pt idx="1092">
                  <c:v>7.4654255941544821E-3</c:v>
                </c:pt>
                <c:pt idx="1093">
                  <c:v>7.1163097869175167E-3</c:v>
                </c:pt>
                <c:pt idx="1094">
                  <c:v>6.318546407535066E-3</c:v>
                </c:pt>
                <c:pt idx="1095">
                  <c:v>8.1742081429792297E-3</c:v>
                </c:pt>
                <c:pt idx="1096">
                  <c:v>8.2553638160839157E-3</c:v>
                </c:pt>
                <c:pt idx="1097">
                  <c:v>7.2463229810578863E-3</c:v>
                </c:pt>
                <c:pt idx="1098">
                  <c:v>6.9890294860857124E-3</c:v>
                </c:pt>
                <c:pt idx="1099">
                  <c:v>7.1296664340141256E-3</c:v>
                </c:pt>
                <c:pt idx="1100">
                  <c:v>7.1581221943044938E-3</c:v>
                </c:pt>
                <c:pt idx="1101">
                  <c:v>9.9721803019979377E-3</c:v>
                </c:pt>
                <c:pt idx="1102">
                  <c:v>9.999863126922073E-3</c:v>
                </c:pt>
                <c:pt idx="1103">
                  <c:v>1.0012493691824439E-2</c:v>
                </c:pt>
                <c:pt idx="1104">
                  <c:v>1.0222986679683074E-2</c:v>
                </c:pt>
                <c:pt idx="1105">
                  <c:v>1.0228979602297314E-2</c:v>
                </c:pt>
                <c:pt idx="1106">
                  <c:v>1.0267448692105522E-2</c:v>
                </c:pt>
                <c:pt idx="1107">
                  <c:v>1.0319326330456034E-2</c:v>
                </c:pt>
                <c:pt idx="1108">
                  <c:v>1.0343261885101226E-2</c:v>
                </c:pt>
                <c:pt idx="1109">
                  <c:v>1.0451629743386381E-2</c:v>
                </c:pt>
                <c:pt idx="1110">
                  <c:v>1.0488028286906979E-2</c:v>
                </c:pt>
                <c:pt idx="1111">
                  <c:v>1.0544715259193956E-2</c:v>
                </c:pt>
                <c:pt idx="1112">
                  <c:v>1.0692845991628345E-2</c:v>
                </c:pt>
                <c:pt idx="1113">
                  <c:v>1.0587256391056067E-2</c:v>
                </c:pt>
                <c:pt idx="1114">
                  <c:v>1.1113903096093881E-2</c:v>
                </c:pt>
                <c:pt idx="1115">
                  <c:v>1.1225325695361723E-2</c:v>
                </c:pt>
                <c:pt idx="1116">
                  <c:v>1.0004973082070229E-2</c:v>
                </c:pt>
                <c:pt idx="1117">
                  <c:v>9.6750499821295476E-3</c:v>
                </c:pt>
                <c:pt idx="1118">
                  <c:v>9.5140564724127633E-3</c:v>
                </c:pt>
                <c:pt idx="1119">
                  <c:v>1.0085577848939282E-2</c:v>
                </c:pt>
                <c:pt idx="1120">
                  <c:v>1.0144901190055677E-2</c:v>
                </c:pt>
                <c:pt idx="1121">
                  <c:v>1.1735355256828643E-2</c:v>
                </c:pt>
                <c:pt idx="1122">
                  <c:v>9.8747698182980893E-3</c:v>
                </c:pt>
                <c:pt idx="1123">
                  <c:v>9.9098558178086892E-3</c:v>
                </c:pt>
                <c:pt idx="1124">
                  <c:v>9.8311901026603109E-3</c:v>
                </c:pt>
                <c:pt idx="1125">
                  <c:v>9.8854846044454832E-3</c:v>
                </c:pt>
                <c:pt idx="1126">
                  <c:v>9.7339620412700036E-3</c:v>
                </c:pt>
                <c:pt idx="1127">
                  <c:v>9.7217426419598657E-3</c:v>
                </c:pt>
                <c:pt idx="1128">
                  <c:v>1.0016445867964272E-2</c:v>
                </c:pt>
                <c:pt idx="1129">
                  <c:v>9.8590018402683836E-3</c:v>
                </c:pt>
                <c:pt idx="1130">
                  <c:v>1.0329742401433369E-2</c:v>
                </c:pt>
                <c:pt idx="1131">
                  <c:v>1.0458981797020333E-2</c:v>
                </c:pt>
                <c:pt idx="1132">
                  <c:v>1.0454985231004188E-2</c:v>
                </c:pt>
                <c:pt idx="1133">
                  <c:v>1.0492310565591127E-2</c:v>
                </c:pt>
                <c:pt idx="1134">
                  <c:v>1.0419142921258086E-2</c:v>
                </c:pt>
                <c:pt idx="1135">
                  <c:v>9.4038931821243225E-3</c:v>
                </c:pt>
                <c:pt idx="1136">
                  <c:v>9.3766634531770154E-3</c:v>
                </c:pt>
                <c:pt idx="1137">
                  <c:v>9.3284635817668157E-3</c:v>
                </c:pt>
                <c:pt idx="1138">
                  <c:v>9.5179778145819214E-3</c:v>
                </c:pt>
                <c:pt idx="1139">
                  <c:v>1.0023760721866695E-2</c:v>
                </c:pt>
                <c:pt idx="1140">
                  <c:v>9.2799456770379651E-3</c:v>
                </c:pt>
                <c:pt idx="1141">
                  <c:v>9.5047806528329049E-3</c:v>
                </c:pt>
                <c:pt idx="1142">
                  <c:v>7.6133338526652343E-3</c:v>
                </c:pt>
                <c:pt idx="1143">
                  <c:v>7.820055128664587E-3</c:v>
                </c:pt>
                <c:pt idx="1144">
                  <c:v>7.7023278025010805E-3</c:v>
                </c:pt>
                <c:pt idx="1145">
                  <c:v>8.1489963558548494E-3</c:v>
                </c:pt>
                <c:pt idx="1146">
                  <c:v>7.7225985596806532E-3</c:v>
                </c:pt>
                <c:pt idx="1147">
                  <c:v>9.9580818218806995E-3</c:v>
                </c:pt>
                <c:pt idx="1148">
                  <c:v>1.0964094710088126E-2</c:v>
                </c:pt>
                <c:pt idx="1149">
                  <c:v>1.0612837355188837E-2</c:v>
                </c:pt>
                <c:pt idx="1150">
                  <c:v>1.0542930797870409E-2</c:v>
                </c:pt>
                <c:pt idx="1151">
                  <c:v>1.02244466899436E-2</c:v>
                </c:pt>
                <c:pt idx="1152">
                  <c:v>1.080166180553359E-2</c:v>
                </c:pt>
                <c:pt idx="1153">
                  <c:v>1.1245739835699205E-2</c:v>
                </c:pt>
                <c:pt idx="1154">
                  <c:v>1.1027644000709779E-2</c:v>
                </c:pt>
                <c:pt idx="1155">
                  <c:v>1.1111662020533777E-2</c:v>
                </c:pt>
                <c:pt idx="1156">
                  <c:v>1.1088971630051717E-2</c:v>
                </c:pt>
                <c:pt idx="1157">
                  <c:v>1.1137272669562317E-2</c:v>
                </c:pt>
                <c:pt idx="1158">
                  <c:v>1.1117764125506368E-2</c:v>
                </c:pt>
                <c:pt idx="1159">
                  <c:v>1.1727723243552975E-2</c:v>
                </c:pt>
                <c:pt idx="1160">
                  <c:v>1.1411758962143484E-2</c:v>
                </c:pt>
                <c:pt idx="1161">
                  <c:v>1.1347258668445588E-2</c:v>
                </c:pt>
                <c:pt idx="1162">
                  <c:v>1.1348014762630476E-2</c:v>
                </c:pt>
                <c:pt idx="1163">
                  <c:v>1.1352422883151692E-2</c:v>
                </c:pt>
                <c:pt idx="1164">
                  <c:v>1.145244054604886E-2</c:v>
                </c:pt>
                <c:pt idx="1165">
                  <c:v>1.5168375397267583E-2</c:v>
                </c:pt>
                <c:pt idx="1166">
                  <c:v>1.5290992890222885E-2</c:v>
                </c:pt>
                <c:pt idx="1167">
                  <c:v>1.5294251704516012E-2</c:v>
                </c:pt>
                <c:pt idx="1168">
                  <c:v>1.4119644767540674E-2</c:v>
                </c:pt>
                <c:pt idx="1169">
                  <c:v>1.3550345590097324E-2</c:v>
                </c:pt>
                <c:pt idx="1170">
                  <c:v>1.3715772346720473E-2</c:v>
                </c:pt>
                <c:pt idx="1171">
                  <c:v>1.4046128114744516E-2</c:v>
                </c:pt>
                <c:pt idx="1172">
                  <c:v>1.4162271786175101E-2</c:v>
                </c:pt>
                <c:pt idx="1173">
                  <c:v>1.3548112760993618E-2</c:v>
                </c:pt>
                <c:pt idx="1174">
                  <c:v>1.3177707126088286E-2</c:v>
                </c:pt>
                <c:pt idx="1175">
                  <c:v>1.3207696960198365E-2</c:v>
                </c:pt>
                <c:pt idx="1176">
                  <c:v>1.3189348846317559E-2</c:v>
                </c:pt>
                <c:pt idx="1177">
                  <c:v>1.3111011314606926E-2</c:v>
                </c:pt>
                <c:pt idx="1178">
                  <c:v>1.3477000375559163E-2</c:v>
                </c:pt>
                <c:pt idx="1179">
                  <c:v>1.3518612099170864E-2</c:v>
                </c:pt>
                <c:pt idx="1180">
                  <c:v>1.3148699144777952E-2</c:v>
                </c:pt>
                <c:pt idx="1181">
                  <c:v>1.3304518921572228E-2</c:v>
                </c:pt>
                <c:pt idx="1182">
                  <c:v>1.3315037232573362E-2</c:v>
                </c:pt>
                <c:pt idx="1183">
                  <c:v>1.3171076396443859E-2</c:v>
                </c:pt>
                <c:pt idx="1184">
                  <c:v>1.3138975715773675E-2</c:v>
                </c:pt>
                <c:pt idx="1185">
                  <c:v>1.3005240389934005E-2</c:v>
                </c:pt>
                <c:pt idx="1186">
                  <c:v>7.4645277063200184E-3</c:v>
                </c:pt>
                <c:pt idx="1187">
                  <c:v>8.5750675745781581E-3</c:v>
                </c:pt>
                <c:pt idx="1188">
                  <c:v>8.6322738247108493E-3</c:v>
                </c:pt>
                <c:pt idx="1189">
                  <c:v>8.9162026105107824E-3</c:v>
                </c:pt>
                <c:pt idx="1190">
                  <c:v>8.7898406017108289E-3</c:v>
                </c:pt>
                <c:pt idx="1191">
                  <c:v>8.6617669559583554E-3</c:v>
                </c:pt>
                <c:pt idx="1192">
                  <c:v>8.1789388808699466E-3</c:v>
                </c:pt>
                <c:pt idx="1193">
                  <c:v>7.9069565965974656E-3</c:v>
                </c:pt>
                <c:pt idx="1194">
                  <c:v>7.9987859870688897E-3</c:v>
                </c:pt>
                <c:pt idx="1195">
                  <c:v>8.7675404287076777E-3</c:v>
                </c:pt>
                <c:pt idx="1196">
                  <c:v>9.2533676525714346E-3</c:v>
                </c:pt>
                <c:pt idx="1197">
                  <c:v>9.2905289329701952E-3</c:v>
                </c:pt>
                <c:pt idx="1198">
                  <c:v>9.3725634902137086E-3</c:v>
                </c:pt>
                <c:pt idx="1199">
                  <c:v>9.2629298499809342E-3</c:v>
                </c:pt>
                <c:pt idx="1200">
                  <c:v>9.6828953463749482E-3</c:v>
                </c:pt>
                <c:pt idx="1201">
                  <c:v>9.8903000197893103E-3</c:v>
                </c:pt>
                <c:pt idx="1202">
                  <c:v>1.0250294589315943E-2</c:v>
                </c:pt>
                <c:pt idx="1203">
                  <c:v>1.0430936278242722E-2</c:v>
                </c:pt>
                <c:pt idx="1204">
                  <c:v>1.118645401796238E-2</c:v>
                </c:pt>
                <c:pt idx="1205">
                  <c:v>1.1212894278397998E-2</c:v>
                </c:pt>
                <c:pt idx="1206">
                  <c:v>1.1269412460266408E-2</c:v>
                </c:pt>
                <c:pt idx="1207">
                  <c:v>1.1246025857346346E-2</c:v>
                </c:pt>
                <c:pt idx="1208">
                  <c:v>1.0144304023546965E-2</c:v>
                </c:pt>
                <c:pt idx="1209">
                  <c:v>1.0248370724667735E-2</c:v>
                </c:pt>
                <c:pt idx="1210">
                  <c:v>9.8690007446433376E-3</c:v>
                </c:pt>
                <c:pt idx="1211">
                  <c:v>9.8362126511569552E-3</c:v>
                </c:pt>
                <c:pt idx="1212">
                  <c:v>9.8038677431299768E-3</c:v>
                </c:pt>
                <c:pt idx="1213">
                  <c:v>9.7827424621864216E-3</c:v>
                </c:pt>
                <c:pt idx="1214">
                  <c:v>9.4085072606843977E-3</c:v>
                </c:pt>
                <c:pt idx="1215">
                  <c:v>9.4289750061896088E-3</c:v>
                </c:pt>
                <c:pt idx="1216">
                  <c:v>9.243366474401736E-3</c:v>
                </c:pt>
                <c:pt idx="1217">
                  <c:v>9.015000331466046E-3</c:v>
                </c:pt>
                <c:pt idx="1218">
                  <c:v>8.8869880053184629E-3</c:v>
                </c:pt>
                <c:pt idx="1219">
                  <c:v>8.5561365155405692E-3</c:v>
                </c:pt>
                <c:pt idx="1220">
                  <c:v>7.7692515783452185E-3</c:v>
                </c:pt>
                <c:pt idx="1221">
                  <c:v>7.4757112025822491E-3</c:v>
                </c:pt>
                <c:pt idx="1222">
                  <c:v>7.4588637725557776E-3</c:v>
                </c:pt>
                <c:pt idx="1223">
                  <c:v>7.0785799007954796E-3</c:v>
                </c:pt>
                <c:pt idx="1224">
                  <c:v>6.9935351010641071E-3</c:v>
                </c:pt>
                <c:pt idx="1225">
                  <c:v>5.9888905684146653E-3</c:v>
                </c:pt>
                <c:pt idx="1226">
                  <c:v>6.014859527915993E-3</c:v>
                </c:pt>
                <c:pt idx="1227">
                  <c:v>6.3782372534726926E-3</c:v>
                </c:pt>
                <c:pt idx="1228">
                  <c:v>6.4118968970759676E-3</c:v>
                </c:pt>
                <c:pt idx="1229">
                  <c:v>6.6969027913172142E-3</c:v>
                </c:pt>
                <c:pt idx="1230">
                  <c:v>6.6742946608826801E-3</c:v>
                </c:pt>
                <c:pt idx="1231">
                  <c:v>6.5223407961088331E-3</c:v>
                </c:pt>
                <c:pt idx="1232">
                  <c:v>6.6743933248238135E-3</c:v>
                </c:pt>
                <c:pt idx="1233">
                  <c:v>6.6556048213694723E-3</c:v>
                </c:pt>
                <c:pt idx="1234">
                  <c:v>6.2722387853879928E-3</c:v>
                </c:pt>
                <c:pt idx="1235">
                  <c:v>6.7453239939228036E-3</c:v>
                </c:pt>
                <c:pt idx="1236">
                  <c:v>7.3107286698957125E-3</c:v>
                </c:pt>
                <c:pt idx="1237">
                  <c:v>6.8838415895483328E-3</c:v>
                </c:pt>
                <c:pt idx="1238">
                  <c:v>7.5447995542220125E-3</c:v>
                </c:pt>
                <c:pt idx="1239">
                  <c:v>8.4628531769646992E-3</c:v>
                </c:pt>
                <c:pt idx="1240">
                  <c:v>8.5089259140352039E-3</c:v>
                </c:pt>
                <c:pt idx="1241">
                  <c:v>8.5888415798338353E-3</c:v>
                </c:pt>
                <c:pt idx="1242">
                  <c:v>8.6487421852549633E-3</c:v>
                </c:pt>
                <c:pt idx="1243">
                  <c:v>7.9521846201476322E-3</c:v>
                </c:pt>
                <c:pt idx="1244">
                  <c:v>7.7529476337709962E-3</c:v>
                </c:pt>
                <c:pt idx="1245">
                  <c:v>7.8201182138812452E-3</c:v>
                </c:pt>
                <c:pt idx="1246">
                  <c:v>7.9886536856051387E-3</c:v>
                </c:pt>
                <c:pt idx="1247">
                  <c:v>7.993227351694901E-3</c:v>
                </c:pt>
                <c:pt idx="1248">
                  <c:v>7.6617101692529532E-3</c:v>
                </c:pt>
                <c:pt idx="1249">
                  <c:v>7.690620646579059E-3</c:v>
                </c:pt>
                <c:pt idx="1250">
                  <c:v>7.4597900691501804E-3</c:v>
                </c:pt>
                <c:pt idx="1251">
                  <c:v>7.491428145151466E-3</c:v>
                </c:pt>
                <c:pt idx="1252">
                  <c:v>7.9223703516240942E-3</c:v>
                </c:pt>
                <c:pt idx="1253">
                  <c:v>7.9496484984206001E-3</c:v>
                </c:pt>
                <c:pt idx="1254">
                  <c:v>8.5342556943354114E-3</c:v>
                </c:pt>
                <c:pt idx="1255">
                  <c:v>8.9184280142216455E-3</c:v>
                </c:pt>
                <c:pt idx="1256">
                  <c:v>1.4994045542211377E-2</c:v>
                </c:pt>
                <c:pt idx="1257">
                  <c:v>1.5335144581229854E-2</c:v>
                </c:pt>
                <c:pt idx="1258">
                  <c:v>1.5866098151258164E-2</c:v>
                </c:pt>
                <c:pt idx="1259">
                  <c:v>1.5769315529247298E-2</c:v>
                </c:pt>
                <c:pt idx="1260">
                  <c:v>1.518915164725715E-2</c:v>
                </c:pt>
                <c:pt idx="1261">
                  <c:v>1.530189495391281E-2</c:v>
                </c:pt>
                <c:pt idx="1262">
                  <c:v>1.8726181984089187E-2</c:v>
                </c:pt>
                <c:pt idx="1263">
                  <c:v>1.8628808366262024E-2</c:v>
                </c:pt>
                <c:pt idx="1264">
                  <c:v>2.5954172806245322E-2</c:v>
                </c:pt>
                <c:pt idx="1265">
                  <c:v>2.6259935133662302E-2</c:v>
                </c:pt>
                <c:pt idx="1266">
                  <c:v>3.0289071553479274E-2</c:v>
                </c:pt>
                <c:pt idx="1267">
                  <c:v>3.0060968593574069E-2</c:v>
                </c:pt>
                <c:pt idx="1268">
                  <c:v>3.0055384131917239E-2</c:v>
                </c:pt>
                <c:pt idx="1269">
                  <c:v>3.0090544936682468E-2</c:v>
                </c:pt>
                <c:pt idx="1270">
                  <c:v>3.7983219493752461E-2</c:v>
                </c:pt>
                <c:pt idx="1271">
                  <c:v>4.1783380273333254E-2</c:v>
                </c:pt>
                <c:pt idx="1272">
                  <c:v>4.5226543889183776E-2</c:v>
                </c:pt>
                <c:pt idx="1273">
                  <c:v>4.6330813656412555E-2</c:v>
                </c:pt>
                <c:pt idx="1274">
                  <c:v>4.6888642882943851E-2</c:v>
                </c:pt>
                <c:pt idx="1275">
                  <c:v>4.6996479576732419E-2</c:v>
                </c:pt>
                <c:pt idx="1276">
                  <c:v>4.7033284811243657E-2</c:v>
                </c:pt>
                <c:pt idx="1277">
                  <c:v>4.6961805631417636E-2</c:v>
                </c:pt>
                <c:pt idx="1278">
                  <c:v>4.7861598453643107E-2</c:v>
                </c:pt>
                <c:pt idx="1279">
                  <c:v>4.7540603437100357E-2</c:v>
                </c:pt>
                <c:pt idx="1280">
                  <c:v>5.1350185503584056E-2</c:v>
                </c:pt>
                <c:pt idx="1281">
                  <c:v>5.1300467611139121E-2</c:v>
                </c:pt>
                <c:pt idx="1282">
                  <c:v>5.168205848663187E-2</c:v>
                </c:pt>
                <c:pt idx="1283">
                  <c:v>5.0736676686439185E-2</c:v>
                </c:pt>
                <c:pt idx="1284">
                  <c:v>5.0817721691659483E-2</c:v>
                </c:pt>
                <c:pt idx="1285">
                  <c:v>4.7305615345277198E-2</c:v>
                </c:pt>
                <c:pt idx="1286">
                  <c:v>4.7360638283801652E-2</c:v>
                </c:pt>
                <c:pt idx="1287">
                  <c:v>4.394759279815072E-2</c:v>
                </c:pt>
                <c:pt idx="1288">
                  <c:v>4.4170900895982496E-2</c:v>
                </c:pt>
                <c:pt idx="1289">
                  <c:v>4.3653824416074662E-2</c:v>
                </c:pt>
                <c:pt idx="1290">
                  <c:v>4.352354878889865E-2</c:v>
                </c:pt>
                <c:pt idx="1291">
                  <c:v>3.9678764100695221E-2</c:v>
                </c:pt>
                <c:pt idx="1292">
                  <c:v>3.2873971679564851E-2</c:v>
                </c:pt>
                <c:pt idx="1293">
                  <c:v>3.0551364897021829E-2</c:v>
                </c:pt>
                <c:pt idx="1294">
                  <c:v>3.0237506767902985E-2</c:v>
                </c:pt>
                <c:pt idx="1295">
                  <c:v>3.1606668486390876E-2</c:v>
                </c:pt>
                <c:pt idx="1296">
                  <c:v>3.3621109324408968E-2</c:v>
                </c:pt>
                <c:pt idx="1297">
                  <c:v>3.3249929646070125E-2</c:v>
                </c:pt>
                <c:pt idx="1298">
                  <c:v>3.2455430739329619E-2</c:v>
                </c:pt>
                <c:pt idx="1299">
                  <c:v>2.9645971840585216E-2</c:v>
                </c:pt>
                <c:pt idx="1300">
                  <c:v>2.8511252858618292E-2</c:v>
                </c:pt>
                <c:pt idx="1301">
                  <c:v>2.3554145876275356E-2</c:v>
                </c:pt>
                <c:pt idx="1302">
                  <c:v>2.3408007406457394E-2</c:v>
                </c:pt>
                <c:pt idx="1303">
                  <c:v>2.3182994122052405E-2</c:v>
                </c:pt>
                <c:pt idx="1304">
                  <c:v>2.4551035362339064E-2</c:v>
                </c:pt>
                <c:pt idx="1305">
                  <c:v>2.4618660197460215E-2</c:v>
                </c:pt>
                <c:pt idx="1306">
                  <c:v>2.4180525194532423E-2</c:v>
                </c:pt>
                <c:pt idx="1307">
                  <c:v>2.4086869300656732E-2</c:v>
                </c:pt>
                <c:pt idx="1308">
                  <c:v>2.3923415867106355E-2</c:v>
                </c:pt>
                <c:pt idx="1309">
                  <c:v>2.2411769449569217E-2</c:v>
                </c:pt>
                <c:pt idx="1310">
                  <c:v>2.243507362743365E-2</c:v>
                </c:pt>
                <c:pt idx="1311">
                  <c:v>2.1096293857323339E-2</c:v>
                </c:pt>
                <c:pt idx="1312">
                  <c:v>2.0973880407642954E-2</c:v>
                </c:pt>
                <c:pt idx="1313">
                  <c:v>2.0496287135116368E-2</c:v>
                </c:pt>
                <c:pt idx="1314">
                  <c:v>2.0515457627757791E-2</c:v>
                </c:pt>
                <c:pt idx="1315">
                  <c:v>2.0470083947500401E-2</c:v>
                </c:pt>
                <c:pt idx="1316">
                  <c:v>1.7383220930793145E-2</c:v>
                </c:pt>
                <c:pt idx="1317">
                  <c:v>1.3649322521242615E-2</c:v>
                </c:pt>
                <c:pt idx="1318">
                  <c:v>1.3907059470366167E-2</c:v>
                </c:pt>
                <c:pt idx="1319">
                  <c:v>1.3914303375590418E-2</c:v>
                </c:pt>
                <c:pt idx="1320">
                  <c:v>1.3952772510435613E-2</c:v>
                </c:pt>
                <c:pt idx="1321">
                  <c:v>1.4363706582814915E-2</c:v>
                </c:pt>
                <c:pt idx="1322">
                  <c:v>1.4210563147780334E-2</c:v>
                </c:pt>
                <c:pt idx="1323">
                  <c:v>1.4800247133700256E-2</c:v>
                </c:pt>
                <c:pt idx="1324">
                  <c:v>1.5288917685380463E-2</c:v>
                </c:pt>
                <c:pt idx="1325">
                  <c:v>1.2714930025162961E-2</c:v>
                </c:pt>
                <c:pt idx="1326">
                  <c:v>1.2453862591587608E-2</c:v>
                </c:pt>
                <c:pt idx="1327">
                  <c:v>1.2420228946241127E-2</c:v>
                </c:pt>
                <c:pt idx="1328">
                  <c:v>1.2350527747642188E-2</c:v>
                </c:pt>
                <c:pt idx="1329">
                  <c:v>1.2448646609078623E-2</c:v>
                </c:pt>
                <c:pt idx="1330">
                  <c:v>1.2426606460468104E-2</c:v>
                </c:pt>
                <c:pt idx="1331">
                  <c:v>1.2460307122805853E-2</c:v>
                </c:pt>
                <c:pt idx="1332">
                  <c:v>1.1611660435030579E-2</c:v>
                </c:pt>
                <c:pt idx="1333">
                  <c:v>1.062567861169177E-2</c:v>
                </c:pt>
                <c:pt idx="1334">
                  <c:v>1.3596841338641929E-2</c:v>
                </c:pt>
                <c:pt idx="1335">
                  <c:v>1.4151716643210526E-2</c:v>
                </c:pt>
                <c:pt idx="1336">
                  <c:v>1.3509244443117234E-2</c:v>
                </c:pt>
                <c:pt idx="1337">
                  <c:v>1.3439934428124148E-2</c:v>
                </c:pt>
                <c:pt idx="1338">
                  <c:v>1.4465232419065263E-2</c:v>
                </c:pt>
                <c:pt idx="1339">
                  <c:v>1.4134608220733109E-2</c:v>
                </c:pt>
                <c:pt idx="1340">
                  <c:v>1.4274170687152634E-2</c:v>
                </c:pt>
                <c:pt idx="1341">
                  <c:v>1.4415262960328235E-2</c:v>
                </c:pt>
                <c:pt idx="1342">
                  <c:v>1.4793122569553169E-2</c:v>
                </c:pt>
                <c:pt idx="1343">
                  <c:v>1.4758071867904014E-2</c:v>
                </c:pt>
                <c:pt idx="1344">
                  <c:v>1.4219785835150585E-2</c:v>
                </c:pt>
                <c:pt idx="1345">
                  <c:v>1.387862169010172E-2</c:v>
                </c:pt>
                <c:pt idx="1346">
                  <c:v>1.4271269820092913E-2</c:v>
                </c:pt>
                <c:pt idx="1347">
                  <c:v>1.7743740491608203E-2</c:v>
                </c:pt>
                <c:pt idx="1348">
                  <c:v>1.8338391743416161E-2</c:v>
                </c:pt>
                <c:pt idx="1349">
                  <c:v>1.8579412043587398E-2</c:v>
                </c:pt>
                <c:pt idx="1350">
                  <c:v>1.8849734137077041E-2</c:v>
                </c:pt>
                <c:pt idx="1351">
                  <c:v>1.8766056604757789E-2</c:v>
                </c:pt>
                <c:pt idx="1352">
                  <c:v>1.9199972355411772E-2</c:v>
                </c:pt>
                <c:pt idx="1353">
                  <c:v>1.9047918112054897E-2</c:v>
                </c:pt>
                <c:pt idx="1354">
                  <c:v>1.8566311695022514E-2</c:v>
                </c:pt>
                <c:pt idx="1355">
                  <c:v>1.7307826158671265E-2</c:v>
                </c:pt>
                <c:pt idx="1356">
                  <c:v>1.6791141394619843E-2</c:v>
                </c:pt>
                <c:pt idx="1357">
                  <c:v>1.7135427157726927E-2</c:v>
                </c:pt>
                <c:pt idx="1358">
                  <c:v>1.6967279400823872E-2</c:v>
                </c:pt>
                <c:pt idx="1359">
                  <c:v>1.6563877969994287E-2</c:v>
                </c:pt>
                <c:pt idx="1360">
                  <c:v>1.6852481885771171E-2</c:v>
                </c:pt>
                <c:pt idx="1361">
                  <c:v>1.7207659649332831E-2</c:v>
                </c:pt>
                <c:pt idx="1362">
                  <c:v>1.6924498740711207E-2</c:v>
                </c:pt>
                <c:pt idx="1363">
                  <c:v>1.6231023943905111E-2</c:v>
                </c:pt>
                <c:pt idx="1364">
                  <c:v>1.6647127347645715E-2</c:v>
                </c:pt>
                <c:pt idx="1365">
                  <c:v>1.6604927030098936E-2</c:v>
                </c:pt>
                <c:pt idx="1366">
                  <c:v>1.6712742970734509E-2</c:v>
                </c:pt>
                <c:pt idx="1367">
                  <c:v>1.6279334341247519E-2</c:v>
                </c:pt>
                <c:pt idx="1368">
                  <c:v>1.2539351319230353E-2</c:v>
                </c:pt>
                <c:pt idx="1369">
                  <c:v>1.1440616481993578E-2</c:v>
                </c:pt>
                <c:pt idx="1370">
                  <c:v>1.1365644080385937E-2</c:v>
                </c:pt>
                <c:pt idx="1371">
                  <c:v>1.0175979736400746E-2</c:v>
                </c:pt>
                <c:pt idx="1372">
                  <c:v>1.0253921122254516E-2</c:v>
                </c:pt>
                <c:pt idx="1373">
                  <c:v>9.8927282214958754E-3</c:v>
                </c:pt>
                <c:pt idx="1374">
                  <c:v>9.9351559327787095E-3</c:v>
                </c:pt>
                <c:pt idx="1375">
                  <c:v>9.6597821424970077E-3</c:v>
                </c:pt>
                <c:pt idx="1376">
                  <c:v>8.7936302770586436E-3</c:v>
                </c:pt>
                <c:pt idx="1377">
                  <c:v>7.3536486515985095E-3</c:v>
                </c:pt>
                <c:pt idx="1378">
                  <c:v>7.0571492701770868E-3</c:v>
                </c:pt>
                <c:pt idx="1379">
                  <c:v>6.9114179586415208E-3</c:v>
                </c:pt>
                <c:pt idx="1380">
                  <c:v>7.2605029359020384E-3</c:v>
                </c:pt>
                <c:pt idx="1381">
                  <c:v>7.2817232545846359E-3</c:v>
                </c:pt>
                <c:pt idx="1382">
                  <c:v>7.7221732698926409E-3</c:v>
                </c:pt>
                <c:pt idx="1383">
                  <c:v>8.3148794483293778E-3</c:v>
                </c:pt>
                <c:pt idx="1384">
                  <c:v>8.1292690517949968E-3</c:v>
                </c:pt>
                <c:pt idx="1385">
                  <c:v>7.8983694298997743E-3</c:v>
                </c:pt>
                <c:pt idx="1386">
                  <c:v>8.1068457591690728E-3</c:v>
                </c:pt>
                <c:pt idx="1387">
                  <c:v>8.1788189961384261E-3</c:v>
                </c:pt>
                <c:pt idx="1388">
                  <c:v>8.3117500573481207E-3</c:v>
                </c:pt>
                <c:pt idx="1389">
                  <c:v>8.7139402953291031E-3</c:v>
                </c:pt>
                <c:pt idx="1390">
                  <c:v>1.3068848964984423E-2</c:v>
                </c:pt>
                <c:pt idx="1391">
                  <c:v>1.2975584740202406E-2</c:v>
                </c:pt>
                <c:pt idx="1392">
                  <c:v>1.2997329613093E-2</c:v>
                </c:pt>
                <c:pt idx="1393">
                  <c:v>1.2901118053360942E-2</c:v>
                </c:pt>
                <c:pt idx="1394">
                  <c:v>1.2774802546238511E-2</c:v>
                </c:pt>
                <c:pt idx="1395">
                  <c:v>1.2827519300193237E-2</c:v>
                </c:pt>
                <c:pt idx="1396">
                  <c:v>1.2728249682575731E-2</c:v>
                </c:pt>
                <c:pt idx="1397">
                  <c:v>1.2756121433642222E-2</c:v>
                </c:pt>
                <c:pt idx="1398">
                  <c:v>1.6282834921031723E-2</c:v>
                </c:pt>
                <c:pt idx="1399">
                  <c:v>1.7706097614026202E-2</c:v>
                </c:pt>
                <c:pt idx="1400">
                  <c:v>1.7711379639313695E-2</c:v>
                </c:pt>
                <c:pt idx="1401">
                  <c:v>1.7384463033257323E-2</c:v>
                </c:pt>
                <c:pt idx="1402">
                  <c:v>1.7188784502231828E-2</c:v>
                </c:pt>
                <c:pt idx="1403">
                  <c:v>1.7070334865715336E-2</c:v>
                </c:pt>
                <c:pt idx="1404">
                  <c:v>1.8144386811784669E-2</c:v>
                </c:pt>
                <c:pt idx="1405">
                  <c:v>1.7498701599541353E-2</c:v>
                </c:pt>
                <c:pt idx="1406">
                  <c:v>1.7498381079209018E-2</c:v>
                </c:pt>
                <c:pt idx="1407">
                  <c:v>1.8327379550609781E-2</c:v>
                </c:pt>
                <c:pt idx="1408">
                  <c:v>1.7994102637477315E-2</c:v>
                </c:pt>
                <c:pt idx="1409">
                  <c:v>1.8074175251784511E-2</c:v>
                </c:pt>
                <c:pt idx="1410">
                  <c:v>1.8076079453150991E-2</c:v>
                </c:pt>
                <c:pt idx="1411">
                  <c:v>1.6481803850671092E-2</c:v>
                </c:pt>
                <c:pt idx="1412">
                  <c:v>1.8165429084205782E-2</c:v>
                </c:pt>
                <c:pt idx="1413">
                  <c:v>1.8200638425918698E-2</c:v>
                </c:pt>
                <c:pt idx="1414">
                  <c:v>1.835700892025275E-2</c:v>
                </c:pt>
                <c:pt idx="1415">
                  <c:v>1.8474754975721007E-2</c:v>
                </c:pt>
                <c:pt idx="1416">
                  <c:v>1.8485975789557109E-2</c:v>
                </c:pt>
                <c:pt idx="1417">
                  <c:v>1.8659185057998948E-2</c:v>
                </c:pt>
                <c:pt idx="1418">
                  <c:v>1.859570137558042E-2</c:v>
                </c:pt>
                <c:pt idx="1419">
                  <c:v>1.5812682107052171E-2</c:v>
                </c:pt>
                <c:pt idx="1420">
                  <c:v>1.4739788075504058E-2</c:v>
                </c:pt>
                <c:pt idx="1421">
                  <c:v>1.4987627273940402E-2</c:v>
                </c:pt>
                <c:pt idx="1422">
                  <c:v>1.4988356552592718E-2</c:v>
                </c:pt>
                <c:pt idx="1423">
                  <c:v>1.4967567210063752E-2</c:v>
                </c:pt>
                <c:pt idx="1424">
                  <c:v>1.5100766605336177E-2</c:v>
                </c:pt>
                <c:pt idx="1425">
                  <c:v>1.3047698666605033E-2</c:v>
                </c:pt>
                <c:pt idx="1426">
                  <c:v>1.3595135246224429E-2</c:v>
                </c:pt>
                <c:pt idx="1427">
                  <c:v>1.3837407273167594E-2</c:v>
                </c:pt>
                <c:pt idx="1428">
                  <c:v>1.1879872901363079E-2</c:v>
                </c:pt>
                <c:pt idx="1429">
                  <c:v>1.2281141706491625E-2</c:v>
                </c:pt>
                <c:pt idx="1430">
                  <c:v>1.4290089052388969E-2</c:v>
                </c:pt>
                <c:pt idx="1431">
                  <c:v>1.4513813624412951E-2</c:v>
                </c:pt>
                <c:pt idx="1432">
                  <c:v>1.4336275053878602E-2</c:v>
                </c:pt>
                <c:pt idx="1433">
                  <c:v>1.2966338320227306E-2</c:v>
                </c:pt>
                <c:pt idx="1434">
                  <c:v>1.2967071439905505E-2</c:v>
                </c:pt>
                <c:pt idx="1435">
                  <c:v>1.2877457067886988E-2</c:v>
                </c:pt>
                <c:pt idx="1436">
                  <c:v>1.2592835218092211E-2</c:v>
                </c:pt>
                <c:pt idx="1437">
                  <c:v>1.2696719111170452E-2</c:v>
                </c:pt>
                <c:pt idx="1438">
                  <c:v>1.3000493494572147E-2</c:v>
                </c:pt>
                <c:pt idx="1439">
                  <c:v>1.4327428697576795E-2</c:v>
                </c:pt>
                <c:pt idx="1440">
                  <c:v>1.4008634675234388E-2</c:v>
                </c:pt>
                <c:pt idx="1441">
                  <c:v>1.4275324114025892E-2</c:v>
                </c:pt>
                <c:pt idx="1442">
                  <c:v>1.4059370645958399E-2</c:v>
                </c:pt>
                <c:pt idx="1443">
                  <c:v>1.4135204866739711E-2</c:v>
                </c:pt>
                <c:pt idx="1444">
                  <c:v>1.4589992606649161E-2</c:v>
                </c:pt>
                <c:pt idx="1445">
                  <c:v>1.4358689816702177E-2</c:v>
                </c:pt>
                <c:pt idx="1446">
                  <c:v>1.4471600050103541E-2</c:v>
                </c:pt>
                <c:pt idx="1447">
                  <c:v>1.4097912036491359E-2</c:v>
                </c:pt>
                <c:pt idx="1448">
                  <c:v>1.3911053301216092E-2</c:v>
                </c:pt>
                <c:pt idx="1449">
                  <c:v>1.3952046270285762E-2</c:v>
                </c:pt>
                <c:pt idx="1450">
                  <c:v>1.3713715956459161E-2</c:v>
                </c:pt>
                <c:pt idx="1451">
                  <c:v>1.013565630562128E-2</c:v>
                </c:pt>
                <c:pt idx="1452">
                  <c:v>9.8291364862349608E-3</c:v>
                </c:pt>
                <c:pt idx="1453">
                  <c:v>9.8249172015660892E-3</c:v>
                </c:pt>
                <c:pt idx="1454">
                  <c:v>9.8714405913077705E-3</c:v>
                </c:pt>
                <c:pt idx="1455">
                  <c:v>9.9380718565506964E-3</c:v>
                </c:pt>
                <c:pt idx="1456">
                  <c:v>9.9637197393518898E-3</c:v>
                </c:pt>
                <c:pt idx="1457">
                  <c:v>9.9973898448468042E-3</c:v>
                </c:pt>
                <c:pt idx="1458">
                  <c:v>1.0702954427787544E-2</c:v>
                </c:pt>
                <c:pt idx="1459">
                  <c:v>1.236032477551169E-2</c:v>
                </c:pt>
                <c:pt idx="1460">
                  <c:v>1.1981725565022576E-2</c:v>
                </c:pt>
                <c:pt idx="1461">
                  <c:v>1.2220088679630899E-2</c:v>
                </c:pt>
                <c:pt idx="1462">
                  <c:v>1.1299726254236524E-2</c:v>
                </c:pt>
                <c:pt idx="1463">
                  <c:v>1.1300788070486964E-2</c:v>
                </c:pt>
                <c:pt idx="1464">
                  <c:v>1.1115628910446707E-2</c:v>
                </c:pt>
                <c:pt idx="1465">
                  <c:v>1.0831089687154098E-2</c:v>
                </c:pt>
                <c:pt idx="1466">
                  <c:v>1.0856969915780364E-2</c:v>
                </c:pt>
                <c:pt idx="1467">
                  <c:v>1.1648645473722673E-2</c:v>
                </c:pt>
                <c:pt idx="1468">
                  <c:v>1.2456243724322486E-2</c:v>
                </c:pt>
                <c:pt idx="1469">
                  <c:v>1.3240049427054991E-2</c:v>
                </c:pt>
                <c:pt idx="1470">
                  <c:v>1.3513820726715673E-2</c:v>
                </c:pt>
                <c:pt idx="1471">
                  <c:v>1.5086683883248067E-2</c:v>
                </c:pt>
                <c:pt idx="1472">
                  <c:v>1.5990057166023496E-2</c:v>
                </c:pt>
                <c:pt idx="1473">
                  <c:v>1.5907328178903026E-2</c:v>
                </c:pt>
                <c:pt idx="1474">
                  <c:v>1.596191190698297E-2</c:v>
                </c:pt>
                <c:pt idx="1475">
                  <c:v>1.5963306738625237E-2</c:v>
                </c:pt>
                <c:pt idx="1476">
                  <c:v>1.7309468607005992E-2</c:v>
                </c:pt>
                <c:pt idx="1477">
                  <c:v>1.8014017757690712E-2</c:v>
                </c:pt>
                <c:pt idx="1478">
                  <c:v>1.7873063221377373E-2</c:v>
                </c:pt>
                <c:pt idx="1479">
                  <c:v>1.7387355677859043E-2</c:v>
                </c:pt>
                <c:pt idx="1480">
                  <c:v>1.6551514329268026E-2</c:v>
                </c:pt>
                <c:pt idx="1481">
                  <c:v>1.604393116604183E-2</c:v>
                </c:pt>
                <c:pt idx="1482">
                  <c:v>1.6596439305903519E-2</c:v>
                </c:pt>
                <c:pt idx="1483">
                  <c:v>1.6740769140660899E-2</c:v>
                </c:pt>
                <c:pt idx="1484">
                  <c:v>1.7595275840180113E-2</c:v>
                </c:pt>
                <c:pt idx="1485">
                  <c:v>1.8627388150774606E-2</c:v>
                </c:pt>
                <c:pt idx="1486">
                  <c:v>1.8738870408956925E-2</c:v>
                </c:pt>
                <c:pt idx="1487">
                  <c:v>1.9171444619187183E-2</c:v>
                </c:pt>
                <c:pt idx="1488">
                  <c:v>1.8408954165157261E-2</c:v>
                </c:pt>
                <c:pt idx="1489">
                  <c:v>1.7518900711219438E-2</c:v>
                </c:pt>
                <c:pt idx="1490">
                  <c:v>1.7380692713434547E-2</c:v>
                </c:pt>
                <c:pt idx="1491">
                  <c:v>1.8012463280162802E-2</c:v>
                </c:pt>
                <c:pt idx="1492">
                  <c:v>1.6199031053010401E-2</c:v>
                </c:pt>
                <c:pt idx="1493">
                  <c:v>1.4313799512103842E-2</c:v>
                </c:pt>
                <c:pt idx="1494">
                  <c:v>1.4421854474414221E-2</c:v>
                </c:pt>
                <c:pt idx="1495">
                  <c:v>1.4433158425023847E-2</c:v>
                </c:pt>
                <c:pt idx="1496">
                  <c:v>1.4439837937232785E-2</c:v>
                </c:pt>
                <c:pt idx="1497">
                  <c:v>1.3989233312942316E-2</c:v>
                </c:pt>
                <c:pt idx="1498">
                  <c:v>1.3790481650376645E-2</c:v>
                </c:pt>
                <c:pt idx="1499">
                  <c:v>1.4089856322979521E-2</c:v>
                </c:pt>
                <c:pt idx="1500">
                  <c:v>1.3097382845506817E-2</c:v>
                </c:pt>
                <c:pt idx="1501">
                  <c:v>1.4339701013083135E-2</c:v>
                </c:pt>
                <c:pt idx="1502">
                  <c:v>1.4342471492859958E-2</c:v>
                </c:pt>
                <c:pt idx="1503">
                  <c:v>1.3949784962868235E-2</c:v>
                </c:pt>
                <c:pt idx="1504">
                  <c:v>1.3979498487000922E-2</c:v>
                </c:pt>
                <c:pt idx="1505">
                  <c:v>1.4063911516447822E-2</c:v>
                </c:pt>
                <c:pt idx="1506">
                  <c:v>1.3161099186616249E-2</c:v>
                </c:pt>
                <c:pt idx="1507">
                  <c:v>1.4570241359107452E-2</c:v>
                </c:pt>
                <c:pt idx="1508">
                  <c:v>1.4408179430574168E-2</c:v>
                </c:pt>
                <c:pt idx="1509">
                  <c:v>1.4332188605421407E-2</c:v>
                </c:pt>
                <c:pt idx="1510">
                  <c:v>1.4713720246552299E-2</c:v>
                </c:pt>
                <c:pt idx="1511">
                  <c:v>1.4612593905203169E-2</c:v>
                </c:pt>
                <c:pt idx="1512">
                  <c:v>1.3818739980907425E-2</c:v>
                </c:pt>
                <c:pt idx="1513">
                  <c:v>1.4267229780801707E-2</c:v>
                </c:pt>
                <c:pt idx="1514">
                  <c:v>1.4285596682680729E-2</c:v>
                </c:pt>
                <c:pt idx="1515">
                  <c:v>1.4274437029328731E-2</c:v>
                </c:pt>
                <c:pt idx="1516">
                  <c:v>1.4537354514952749E-2</c:v>
                </c:pt>
                <c:pt idx="1517">
                  <c:v>1.4601784248476924E-2</c:v>
                </c:pt>
                <c:pt idx="1518">
                  <c:v>1.5813884350975135E-2</c:v>
                </c:pt>
                <c:pt idx="1519">
                  <c:v>1.5626834023427589E-2</c:v>
                </c:pt>
                <c:pt idx="1520">
                  <c:v>1.5877007009075711E-2</c:v>
                </c:pt>
                <c:pt idx="1521">
                  <c:v>1.5832449299971688E-2</c:v>
                </c:pt>
                <c:pt idx="1522">
                  <c:v>1.4588381078054664E-2</c:v>
                </c:pt>
                <c:pt idx="1523">
                  <c:v>1.5500079290950314E-2</c:v>
                </c:pt>
                <c:pt idx="1524">
                  <c:v>1.5528562341847912E-2</c:v>
                </c:pt>
                <c:pt idx="1525">
                  <c:v>1.6665858397893727E-2</c:v>
                </c:pt>
                <c:pt idx="1526">
                  <c:v>1.5907510674499623E-2</c:v>
                </c:pt>
                <c:pt idx="1527">
                  <c:v>1.5823535458532427E-2</c:v>
                </c:pt>
                <c:pt idx="1528">
                  <c:v>1.5045512420404217E-2</c:v>
                </c:pt>
                <c:pt idx="1529">
                  <c:v>1.4574055266709504E-2</c:v>
                </c:pt>
                <c:pt idx="1530">
                  <c:v>1.4632220092546736E-2</c:v>
                </c:pt>
                <c:pt idx="1531">
                  <c:v>1.4166895151436336E-2</c:v>
                </c:pt>
                <c:pt idx="1532">
                  <c:v>1.4198904327772096E-2</c:v>
                </c:pt>
                <c:pt idx="1533">
                  <c:v>1.5307456128323451E-2</c:v>
                </c:pt>
                <c:pt idx="1534">
                  <c:v>1.6708255691661601E-2</c:v>
                </c:pt>
                <c:pt idx="1535">
                  <c:v>1.6729131589429753E-2</c:v>
                </c:pt>
                <c:pt idx="1536">
                  <c:v>1.6890076927198377E-2</c:v>
                </c:pt>
                <c:pt idx="1537">
                  <c:v>1.6678474088294828E-2</c:v>
                </c:pt>
                <c:pt idx="1538">
                  <c:v>1.6882846917956443E-2</c:v>
                </c:pt>
                <c:pt idx="1539">
                  <c:v>1.5381242896623928E-2</c:v>
                </c:pt>
                <c:pt idx="1540">
                  <c:v>1.5435839887422578E-2</c:v>
                </c:pt>
                <c:pt idx="1541">
                  <c:v>1.4875768645456876E-2</c:v>
                </c:pt>
                <c:pt idx="1542">
                  <c:v>1.4914409479805218E-2</c:v>
                </c:pt>
                <c:pt idx="1543">
                  <c:v>1.4742678073475457E-2</c:v>
                </c:pt>
                <c:pt idx="1544">
                  <c:v>1.3867869686481687E-2</c:v>
                </c:pt>
                <c:pt idx="1545">
                  <c:v>1.397179279176315E-2</c:v>
                </c:pt>
                <c:pt idx="1546">
                  <c:v>1.2369515307871125E-2</c:v>
                </c:pt>
                <c:pt idx="1547">
                  <c:v>1.2274590677287997E-2</c:v>
                </c:pt>
                <c:pt idx="1548">
                  <c:v>1.2514981677372361E-2</c:v>
                </c:pt>
                <c:pt idx="1549">
                  <c:v>1.2408570687304606E-2</c:v>
                </c:pt>
                <c:pt idx="1550">
                  <c:v>1.2402428242780443E-2</c:v>
                </c:pt>
                <c:pt idx="1551">
                  <c:v>1.2113702567523175E-2</c:v>
                </c:pt>
                <c:pt idx="1552">
                  <c:v>1.1801850658874154E-2</c:v>
                </c:pt>
                <c:pt idx="1553">
                  <c:v>1.1694231985877041E-2</c:v>
                </c:pt>
                <c:pt idx="1554">
                  <c:v>1.0855672687239552E-2</c:v>
                </c:pt>
                <c:pt idx="1555">
                  <c:v>8.324588762788741E-3</c:v>
                </c:pt>
                <c:pt idx="1556">
                  <c:v>8.5064785817875292E-3</c:v>
                </c:pt>
                <c:pt idx="1557">
                  <c:v>8.0468763215868697E-3</c:v>
                </c:pt>
                <c:pt idx="1558">
                  <c:v>8.0478350824764559E-3</c:v>
                </c:pt>
                <c:pt idx="1559">
                  <c:v>7.6725069909649463E-3</c:v>
                </c:pt>
                <c:pt idx="1560">
                  <c:v>7.6552316804183772E-3</c:v>
                </c:pt>
                <c:pt idx="1561">
                  <c:v>7.5992447607146777E-3</c:v>
                </c:pt>
                <c:pt idx="1562">
                  <c:v>8.3720700929661735E-3</c:v>
                </c:pt>
                <c:pt idx="1563">
                  <c:v>8.5920199297822349E-3</c:v>
                </c:pt>
                <c:pt idx="1564">
                  <c:v>8.6016847166780954E-3</c:v>
                </c:pt>
                <c:pt idx="1565">
                  <c:v>8.5288934701179507E-3</c:v>
                </c:pt>
                <c:pt idx="1566">
                  <c:v>8.1991534394241002E-3</c:v>
                </c:pt>
                <c:pt idx="1567">
                  <c:v>8.4894828542465949E-3</c:v>
                </c:pt>
                <c:pt idx="1568">
                  <c:v>8.2019719117954037E-3</c:v>
                </c:pt>
                <c:pt idx="1569">
                  <c:v>7.9542608447072394E-3</c:v>
                </c:pt>
                <c:pt idx="1570">
                  <c:v>7.3581003090121685E-3</c:v>
                </c:pt>
                <c:pt idx="1571">
                  <c:v>7.6723621976258196E-3</c:v>
                </c:pt>
                <c:pt idx="1572">
                  <c:v>7.7518839052058731E-3</c:v>
                </c:pt>
                <c:pt idx="1573">
                  <c:v>7.6375333723568946E-3</c:v>
                </c:pt>
                <c:pt idx="1574">
                  <c:v>7.4944161356126065E-3</c:v>
                </c:pt>
                <c:pt idx="1575">
                  <c:v>6.7218204144761425E-3</c:v>
                </c:pt>
                <c:pt idx="1576">
                  <c:v>6.7456117304006405E-3</c:v>
                </c:pt>
                <c:pt idx="1577">
                  <c:v>6.6551883048493561E-3</c:v>
                </c:pt>
                <c:pt idx="1578">
                  <c:v>6.6128755573170743E-3</c:v>
                </c:pt>
                <c:pt idx="1579">
                  <c:v>6.7766863777317969E-3</c:v>
                </c:pt>
                <c:pt idx="1580">
                  <c:v>6.90087663342697E-3</c:v>
                </c:pt>
                <c:pt idx="1581">
                  <c:v>6.8839710492751187E-3</c:v>
                </c:pt>
                <c:pt idx="1582">
                  <c:v>7.3603178292125189E-3</c:v>
                </c:pt>
                <c:pt idx="1583">
                  <c:v>8.6095180819495184E-3</c:v>
                </c:pt>
                <c:pt idx="1584">
                  <c:v>8.4418682261860872E-3</c:v>
                </c:pt>
                <c:pt idx="1585">
                  <c:v>8.5709034773136673E-3</c:v>
                </c:pt>
                <c:pt idx="1586">
                  <c:v>8.6424350067401731E-3</c:v>
                </c:pt>
                <c:pt idx="1587">
                  <c:v>8.6524761360445342E-3</c:v>
                </c:pt>
                <c:pt idx="1588">
                  <c:v>8.5413899689369445E-3</c:v>
                </c:pt>
                <c:pt idx="1589">
                  <c:v>8.5654742635693313E-3</c:v>
                </c:pt>
                <c:pt idx="1590">
                  <c:v>8.6224339439313884E-3</c:v>
                </c:pt>
                <c:pt idx="1591">
                  <c:v>8.9310793435862113E-3</c:v>
                </c:pt>
                <c:pt idx="1592">
                  <c:v>8.6548966434666814E-3</c:v>
                </c:pt>
                <c:pt idx="1593">
                  <c:v>8.5868993965562777E-3</c:v>
                </c:pt>
                <c:pt idx="1594">
                  <c:v>8.4847141202962825E-3</c:v>
                </c:pt>
                <c:pt idx="1595">
                  <c:v>7.977608649335298E-3</c:v>
                </c:pt>
                <c:pt idx="1596">
                  <c:v>7.9905875788137872E-3</c:v>
                </c:pt>
                <c:pt idx="1597">
                  <c:v>1.0531572507197202E-2</c:v>
                </c:pt>
                <c:pt idx="1598">
                  <c:v>1.0814226731174629E-2</c:v>
                </c:pt>
                <c:pt idx="1599">
                  <c:v>1.1130893090325207E-2</c:v>
                </c:pt>
                <c:pt idx="1600">
                  <c:v>1.1096506189458415E-2</c:v>
                </c:pt>
                <c:pt idx="1601">
                  <c:v>1.1063948619235516E-2</c:v>
                </c:pt>
                <c:pt idx="1602">
                  <c:v>1.1613194848561626E-2</c:v>
                </c:pt>
                <c:pt idx="1603">
                  <c:v>1.1317857522532225E-2</c:v>
                </c:pt>
                <c:pt idx="1604">
                  <c:v>9.7348750494998786E-3</c:v>
                </c:pt>
                <c:pt idx="1605">
                  <c:v>9.7095834495068631E-3</c:v>
                </c:pt>
                <c:pt idx="1606">
                  <c:v>9.6125335371059183E-3</c:v>
                </c:pt>
                <c:pt idx="1607">
                  <c:v>9.9278880511258494E-3</c:v>
                </c:pt>
                <c:pt idx="1608">
                  <c:v>9.8909828341060321E-3</c:v>
                </c:pt>
                <c:pt idx="1609">
                  <c:v>9.8861669329505797E-3</c:v>
                </c:pt>
                <c:pt idx="1610">
                  <c:v>1.0048022886480103E-2</c:v>
                </c:pt>
                <c:pt idx="1611">
                  <c:v>1.019685048021911E-2</c:v>
                </c:pt>
                <c:pt idx="1612">
                  <c:v>9.7348027509591498E-3</c:v>
                </c:pt>
                <c:pt idx="1613">
                  <c:v>9.734951251500059E-3</c:v>
                </c:pt>
                <c:pt idx="1614">
                  <c:v>9.6993598362832088E-3</c:v>
                </c:pt>
                <c:pt idx="1615">
                  <c:v>9.5920663963088675E-3</c:v>
                </c:pt>
                <c:pt idx="1616">
                  <c:v>9.4610185972921514E-3</c:v>
                </c:pt>
                <c:pt idx="1617">
                  <c:v>9.6762714532882699E-3</c:v>
                </c:pt>
                <c:pt idx="1618">
                  <c:v>7.924563478527144E-3</c:v>
                </c:pt>
                <c:pt idx="1619">
                  <c:v>7.9137531348559362E-3</c:v>
                </c:pt>
                <c:pt idx="1620">
                  <c:v>8.4075587011110363E-3</c:v>
                </c:pt>
                <c:pt idx="1621">
                  <c:v>8.1309501824738898E-3</c:v>
                </c:pt>
                <c:pt idx="1622">
                  <c:v>8.2543217152076381E-3</c:v>
                </c:pt>
                <c:pt idx="1623">
                  <c:v>8.1867189193325293E-3</c:v>
                </c:pt>
                <c:pt idx="1624">
                  <c:v>8.3892558876345197E-3</c:v>
                </c:pt>
                <c:pt idx="1625">
                  <c:v>8.3315420487163928E-3</c:v>
                </c:pt>
                <c:pt idx="1626">
                  <c:v>8.3158523893564033E-3</c:v>
                </c:pt>
                <c:pt idx="1627">
                  <c:v>8.2665322704932234E-3</c:v>
                </c:pt>
                <c:pt idx="1628">
                  <c:v>8.50297692892041E-3</c:v>
                </c:pt>
                <c:pt idx="1629">
                  <c:v>8.6612353260794792E-3</c:v>
                </c:pt>
                <c:pt idx="1630">
                  <c:v>9.5573040781580486E-3</c:v>
                </c:pt>
                <c:pt idx="1631">
                  <c:v>9.7918559953810696E-3</c:v>
                </c:pt>
                <c:pt idx="1632">
                  <c:v>9.4498821847086786E-3</c:v>
                </c:pt>
                <c:pt idx="1633">
                  <c:v>9.6600315746269618E-3</c:v>
                </c:pt>
                <c:pt idx="1634">
                  <c:v>1.0516599886626237E-2</c:v>
                </c:pt>
                <c:pt idx="1635">
                  <c:v>1.0900477219777164E-2</c:v>
                </c:pt>
                <c:pt idx="1636">
                  <c:v>1.0865233170215538E-2</c:v>
                </c:pt>
                <c:pt idx="1637">
                  <c:v>1.082897614885959E-2</c:v>
                </c:pt>
                <c:pt idx="1638">
                  <c:v>1.0442268953185185E-2</c:v>
                </c:pt>
                <c:pt idx="1639">
                  <c:v>1.0691096579830256E-2</c:v>
                </c:pt>
                <c:pt idx="1640">
                  <c:v>1.0825031549311375E-2</c:v>
                </c:pt>
                <c:pt idx="1641">
                  <c:v>9.9011301895455071E-3</c:v>
                </c:pt>
                <c:pt idx="1642">
                  <c:v>1.0134303137930874E-2</c:v>
                </c:pt>
                <c:pt idx="1643">
                  <c:v>1.0664698702905873E-2</c:v>
                </c:pt>
                <c:pt idx="1644">
                  <c:v>1.0313032320763299E-2</c:v>
                </c:pt>
                <c:pt idx="1645">
                  <c:v>1.034210877639088E-2</c:v>
                </c:pt>
                <c:pt idx="1646">
                  <c:v>1.0350743469095171E-2</c:v>
                </c:pt>
                <c:pt idx="1647">
                  <c:v>1.2571522498631554E-2</c:v>
                </c:pt>
                <c:pt idx="1648">
                  <c:v>1.3617903582949661E-2</c:v>
                </c:pt>
                <c:pt idx="1649">
                  <c:v>1.3517830745938058E-2</c:v>
                </c:pt>
                <c:pt idx="1650">
                  <c:v>1.3367971015717513E-2</c:v>
                </c:pt>
                <c:pt idx="1651">
                  <c:v>1.3107902562892505E-2</c:v>
                </c:pt>
                <c:pt idx="1652">
                  <c:v>1.2781794910933826E-2</c:v>
                </c:pt>
                <c:pt idx="1653">
                  <c:v>1.2966502849144999E-2</c:v>
                </c:pt>
                <c:pt idx="1654">
                  <c:v>1.2898402881270992E-2</c:v>
                </c:pt>
                <c:pt idx="1655">
                  <c:v>1.3141905674203397E-2</c:v>
                </c:pt>
                <c:pt idx="1656">
                  <c:v>1.3564212539214266E-2</c:v>
                </c:pt>
                <c:pt idx="1657">
                  <c:v>1.5663033331677789E-2</c:v>
                </c:pt>
                <c:pt idx="1658">
                  <c:v>1.5657466303829505E-2</c:v>
                </c:pt>
                <c:pt idx="1659">
                  <c:v>1.5767909179645795E-2</c:v>
                </c:pt>
                <c:pt idx="1660">
                  <c:v>1.5507768556433548E-2</c:v>
                </c:pt>
                <c:pt idx="1661">
                  <c:v>1.5826830494436131E-2</c:v>
                </c:pt>
                <c:pt idx="1662">
                  <c:v>1.6409738093936654E-2</c:v>
                </c:pt>
                <c:pt idx="1663">
                  <c:v>1.6411958845478185E-2</c:v>
                </c:pt>
                <c:pt idx="1664">
                  <c:v>1.6941115785158178E-2</c:v>
                </c:pt>
                <c:pt idx="1665">
                  <c:v>1.7074415274802749E-2</c:v>
                </c:pt>
                <c:pt idx="1666">
                  <c:v>1.6968080310501888E-2</c:v>
                </c:pt>
                <c:pt idx="1667">
                  <c:v>1.6885654785566688E-2</c:v>
                </c:pt>
                <c:pt idx="1668">
                  <c:v>1.5941575731374603E-2</c:v>
                </c:pt>
                <c:pt idx="1669">
                  <c:v>1.5617264801798978E-2</c:v>
                </c:pt>
                <c:pt idx="1670">
                  <c:v>1.5911754952540911E-2</c:v>
                </c:pt>
                <c:pt idx="1671">
                  <c:v>1.6862125074372881E-2</c:v>
                </c:pt>
                <c:pt idx="1672">
                  <c:v>1.679645481074582E-2</c:v>
                </c:pt>
                <c:pt idx="1673">
                  <c:v>1.6661971822389324E-2</c:v>
                </c:pt>
                <c:pt idx="1674">
                  <c:v>1.6478830743345659E-2</c:v>
                </c:pt>
                <c:pt idx="1675">
                  <c:v>1.6422808752790383E-2</c:v>
                </c:pt>
                <c:pt idx="1676">
                  <c:v>1.5964525546003323E-2</c:v>
                </c:pt>
                <c:pt idx="1677">
                  <c:v>1.5346362254535827E-2</c:v>
                </c:pt>
                <c:pt idx="1678">
                  <c:v>1.3421995179288436E-2</c:v>
                </c:pt>
                <c:pt idx="1679">
                  <c:v>1.3942519501661246E-2</c:v>
                </c:pt>
                <c:pt idx="1680">
                  <c:v>1.3765358769034052E-2</c:v>
                </c:pt>
                <c:pt idx="1681">
                  <c:v>1.3542643091754729E-2</c:v>
                </c:pt>
                <c:pt idx="1682">
                  <c:v>1.3132401926056228E-2</c:v>
                </c:pt>
                <c:pt idx="1683">
                  <c:v>1.2746683811640708E-2</c:v>
                </c:pt>
                <c:pt idx="1684">
                  <c:v>1.3023308108890127E-2</c:v>
                </c:pt>
                <c:pt idx="1685">
                  <c:v>1.1850010015043514E-2</c:v>
                </c:pt>
                <c:pt idx="1686">
                  <c:v>1.1892634913042748E-2</c:v>
                </c:pt>
                <c:pt idx="1687">
                  <c:v>1.1832051644331643E-2</c:v>
                </c:pt>
                <c:pt idx="1688">
                  <c:v>1.2572215766868752E-2</c:v>
                </c:pt>
                <c:pt idx="1689">
                  <c:v>1.2494580365320161E-2</c:v>
                </c:pt>
                <c:pt idx="1690">
                  <c:v>1.2004271168921037E-2</c:v>
                </c:pt>
                <c:pt idx="1691">
                  <c:v>1.1727006092217324E-2</c:v>
                </c:pt>
                <c:pt idx="1692">
                  <c:v>1.1249920726285919E-2</c:v>
                </c:pt>
                <c:pt idx="1693">
                  <c:v>1.1415237328741522E-2</c:v>
                </c:pt>
                <c:pt idx="1694">
                  <c:v>1.2948945560461313E-2</c:v>
                </c:pt>
                <c:pt idx="1695">
                  <c:v>1.3157977427987248E-2</c:v>
                </c:pt>
                <c:pt idx="1696">
                  <c:v>1.3562295165988612E-2</c:v>
                </c:pt>
                <c:pt idx="1697">
                  <c:v>1.3562347353721502E-2</c:v>
                </c:pt>
                <c:pt idx="1698">
                  <c:v>1.3547398011894276E-2</c:v>
                </c:pt>
                <c:pt idx="1699">
                  <c:v>1.3522928810818825E-2</c:v>
                </c:pt>
                <c:pt idx="1700">
                  <c:v>1.2700981948721825E-2</c:v>
                </c:pt>
                <c:pt idx="1701">
                  <c:v>1.2845362878042881E-2</c:v>
                </c:pt>
                <c:pt idx="1702">
                  <c:v>1.3088512429216204E-2</c:v>
                </c:pt>
                <c:pt idx="1703">
                  <c:v>1.3442584475205058E-2</c:v>
                </c:pt>
                <c:pt idx="1704">
                  <c:v>1.3591098082712791E-2</c:v>
                </c:pt>
                <c:pt idx="1705">
                  <c:v>1.3813932707138512E-2</c:v>
                </c:pt>
                <c:pt idx="1706">
                  <c:v>1.3928683399436375E-2</c:v>
                </c:pt>
                <c:pt idx="1707">
                  <c:v>1.3451335485909025E-2</c:v>
                </c:pt>
                <c:pt idx="1708">
                  <c:v>1.3456469990644884E-2</c:v>
                </c:pt>
                <c:pt idx="1709">
                  <c:v>1.2401313691525204E-2</c:v>
                </c:pt>
                <c:pt idx="1710">
                  <c:v>1.2435658576665657E-2</c:v>
                </c:pt>
                <c:pt idx="1711">
                  <c:v>1.2522956997359211E-2</c:v>
                </c:pt>
                <c:pt idx="1712">
                  <c:v>1.2499042572374067E-2</c:v>
                </c:pt>
                <c:pt idx="1713">
                  <c:v>1.1936355345721156E-2</c:v>
                </c:pt>
                <c:pt idx="1714">
                  <c:v>1.1722438873601054E-2</c:v>
                </c:pt>
                <c:pt idx="1715">
                  <c:v>9.2805024516495749E-3</c:v>
                </c:pt>
                <c:pt idx="1716">
                  <c:v>1.0681343820999745E-2</c:v>
                </c:pt>
                <c:pt idx="1717">
                  <c:v>1.0935892627765828E-2</c:v>
                </c:pt>
                <c:pt idx="1718">
                  <c:v>1.0914240415776873E-2</c:v>
                </c:pt>
                <c:pt idx="1719">
                  <c:v>1.0894390354270563E-2</c:v>
                </c:pt>
                <c:pt idx="1720">
                  <c:v>1.1010710634226433E-2</c:v>
                </c:pt>
                <c:pt idx="1721">
                  <c:v>1.1027788372894856E-2</c:v>
                </c:pt>
                <c:pt idx="1722">
                  <c:v>1.062699067290639E-2</c:v>
                </c:pt>
                <c:pt idx="1723">
                  <c:v>1.0476332138625446E-2</c:v>
                </c:pt>
                <c:pt idx="1724">
                  <c:v>1.0249372478284981E-2</c:v>
                </c:pt>
                <c:pt idx="1725">
                  <c:v>1.0078527497279929E-2</c:v>
                </c:pt>
                <c:pt idx="1726">
                  <c:v>1.0597588817339488E-2</c:v>
                </c:pt>
                <c:pt idx="1727">
                  <c:v>1.1042525920664398E-2</c:v>
                </c:pt>
                <c:pt idx="1728">
                  <c:v>1.1309332863433233E-2</c:v>
                </c:pt>
                <c:pt idx="1729">
                  <c:v>1.3031402800364923E-2</c:v>
                </c:pt>
                <c:pt idx="1730">
                  <c:v>1.2803199247624256E-2</c:v>
                </c:pt>
                <c:pt idx="1731">
                  <c:v>1.4082295662682863E-2</c:v>
                </c:pt>
                <c:pt idx="1732">
                  <c:v>1.4578555054343008E-2</c:v>
                </c:pt>
                <c:pt idx="1733">
                  <c:v>1.6082490352441515E-2</c:v>
                </c:pt>
                <c:pt idx="1734">
                  <c:v>1.6658020907606215E-2</c:v>
                </c:pt>
                <c:pt idx="1735">
                  <c:v>1.669832007259963E-2</c:v>
                </c:pt>
                <c:pt idx="1736">
                  <c:v>1.6884266882127338E-2</c:v>
                </c:pt>
                <c:pt idx="1737">
                  <c:v>1.6619051721126953E-2</c:v>
                </c:pt>
                <c:pt idx="1738">
                  <c:v>1.6545127777274377E-2</c:v>
                </c:pt>
                <c:pt idx="1739">
                  <c:v>1.6454383949403892E-2</c:v>
                </c:pt>
                <c:pt idx="1740">
                  <c:v>1.6866685770049288E-2</c:v>
                </c:pt>
                <c:pt idx="1741">
                  <c:v>1.6864899805733392E-2</c:v>
                </c:pt>
                <c:pt idx="1742">
                  <c:v>1.7570211822393312E-2</c:v>
                </c:pt>
                <c:pt idx="1743">
                  <c:v>1.7632878755646678E-2</c:v>
                </c:pt>
                <c:pt idx="1744">
                  <c:v>1.9216624701920419E-2</c:v>
                </c:pt>
                <c:pt idx="1745">
                  <c:v>1.9195738538620971E-2</c:v>
                </c:pt>
                <c:pt idx="1746">
                  <c:v>1.8949508395239956E-2</c:v>
                </c:pt>
                <c:pt idx="1747">
                  <c:v>1.8549815565733697E-2</c:v>
                </c:pt>
                <c:pt idx="1748">
                  <c:v>1.8314996844779097E-2</c:v>
                </c:pt>
                <c:pt idx="1749">
                  <c:v>1.8121107379092536E-2</c:v>
                </c:pt>
                <c:pt idx="1750">
                  <c:v>1.6597418081603536E-2</c:v>
                </c:pt>
                <c:pt idx="1751">
                  <c:v>1.9298161503653353E-2</c:v>
                </c:pt>
                <c:pt idx="1752">
                  <c:v>1.8941143114587958E-2</c:v>
                </c:pt>
                <c:pt idx="1753">
                  <c:v>1.8935919975091038E-2</c:v>
                </c:pt>
                <c:pt idx="1754">
                  <c:v>1.7777284708012955E-2</c:v>
                </c:pt>
                <c:pt idx="1755">
                  <c:v>1.7623129732514956E-2</c:v>
                </c:pt>
                <c:pt idx="1756">
                  <c:v>1.7373761565298629E-2</c:v>
                </c:pt>
                <c:pt idx="1757">
                  <c:v>1.6854157400852183E-2</c:v>
                </c:pt>
                <c:pt idx="1758">
                  <c:v>1.7934822453962433E-2</c:v>
                </c:pt>
                <c:pt idx="1759">
                  <c:v>1.781755779948628E-2</c:v>
                </c:pt>
                <c:pt idx="1760">
                  <c:v>1.7801560624278016E-2</c:v>
                </c:pt>
                <c:pt idx="1761">
                  <c:v>1.75933176628955E-2</c:v>
                </c:pt>
                <c:pt idx="1762">
                  <c:v>1.794349798755104E-2</c:v>
                </c:pt>
                <c:pt idx="1763">
                  <c:v>1.783342543392866E-2</c:v>
                </c:pt>
                <c:pt idx="1764">
                  <c:v>1.7818848222705578E-2</c:v>
                </c:pt>
                <c:pt idx="1765">
                  <c:v>1.6661630123013332E-2</c:v>
                </c:pt>
                <c:pt idx="1766">
                  <c:v>1.6742682282561858E-2</c:v>
                </c:pt>
                <c:pt idx="1767">
                  <c:v>1.716593958511475E-2</c:v>
                </c:pt>
                <c:pt idx="1768">
                  <c:v>1.7108458865822795E-2</c:v>
                </c:pt>
                <c:pt idx="1769">
                  <c:v>1.7226211510599783E-2</c:v>
                </c:pt>
                <c:pt idx="1770">
                  <c:v>1.7227880727533389E-2</c:v>
                </c:pt>
                <c:pt idx="1771">
                  <c:v>1.7270121349949853E-2</c:v>
                </c:pt>
                <c:pt idx="1772">
                  <c:v>1.3195081632132406E-2</c:v>
                </c:pt>
                <c:pt idx="1773">
                  <c:v>1.2097402935167256E-2</c:v>
                </c:pt>
                <c:pt idx="1774">
                  <c:v>1.2113299742051775E-2</c:v>
                </c:pt>
                <c:pt idx="1775">
                  <c:v>1.2018908591128115E-2</c:v>
                </c:pt>
                <c:pt idx="1776">
                  <c:v>1.1859572936212502E-2</c:v>
                </c:pt>
                <c:pt idx="1777">
                  <c:v>1.1866299522660901E-2</c:v>
                </c:pt>
                <c:pt idx="1778">
                  <c:v>1.2580646589483454E-2</c:v>
                </c:pt>
                <c:pt idx="1779">
                  <c:v>1.164936963110696E-2</c:v>
                </c:pt>
                <c:pt idx="1780">
                  <c:v>1.14035645392855E-2</c:v>
                </c:pt>
                <c:pt idx="1781">
                  <c:v>1.1810834112507447E-2</c:v>
                </c:pt>
                <c:pt idx="1782">
                  <c:v>1.221046348978326E-2</c:v>
                </c:pt>
                <c:pt idx="1783">
                  <c:v>1.1278930967428902E-2</c:v>
                </c:pt>
                <c:pt idx="1784">
                  <c:v>1.3913353174029959E-2</c:v>
                </c:pt>
                <c:pt idx="1785">
                  <c:v>1.4184066126295058E-2</c:v>
                </c:pt>
                <c:pt idx="1786">
                  <c:v>1.4655311793786636E-2</c:v>
                </c:pt>
                <c:pt idx="1787">
                  <c:v>1.5174036497866101E-2</c:v>
                </c:pt>
                <c:pt idx="1788">
                  <c:v>1.4201489032410209E-2</c:v>
                </c:pt>
                <c:pt idx="1789">
                  <c:v>1.4565355706452123E-2</c:v>
                </c:pt>
                <c:pt idx="1790">
                  <c:v>1.4133656888211979E-2</c:v>
                </c:pt>
                <c:pt idx="1791">
                  <c:v>1.4113667728874494E-2</c:v>
                </c:pt>
                <c:pt idx="1792">
                  <c:v>1.4555227852502415E-2</c:v>
                </c:pt>
                <c:pt idx="1793">
                  <c:v>1.4423665388653969E-2</c:v>
                </c:pt>
                <c:pt idx="1794">
                  <c:v>1.4124062850844287E-2</c:v>
                </c:pt>
                <c:pt idx="1795">
                  <c:v>1.412340612139432E-2</c:v>
                </c:pt>
                <c:pt idx="1796">
                  <c:v>1.5342532876537366E-2</c:v>
                </c:pt>
                <c:pt idx="1797">
                  <c:v>1.5555785055625632E-2</c:v>
                </c:pt>
                <c:pt idx="1798">
                  <c:v>1.5550345653019151E-2</c:v>
                </c:pt>
                <c:pt idx="1799">
                  <c:v>1.5441731890282672E-2</c:v>
                </c:pt>
                <c:pt idx="1800">
                  <c:v>1.5440079167616942E-2</c:v>
                </c:pt>
                <c:pt idx="1801">
                  <c:v>1.5364168145256075E-2</c:v>
                </c:pt>
                <c:pt idx="1802">
                  <c:v>1.5320880512317997E-2</c:v>
                </c:pt>
                <c:pt idx="1803">
                  <c:v>1.5233237798213901E-2</c:v>
                </c:pt>
                <c:pt idx="1804">
                  <c:v>1.7009327627727375E-2</c:v>
                </c:pt>
                <c:pt idx="1805">
                  <c:v>1.4346296355474495E-2</c:v>
                </c:pt>
                <c:pt idx="1806">
                  <c:v>1.7698622402164528E-2</c:v>
                </c:pt>
                <c:pt idx="1807">
                  <c:v>1.7899269455888146E-2</c:v>
                </c:pt>
                <c:pt idx="1808">
                  <c:v>1.7729345865839113E-2</c:v>
                </c:pt>
                <c:pt idx="1809">
                  <c:v>1.7974541335180026E-2</c:v>
                </c:pt>
                <c:pt idx="1810">
                  <c:v>1.871391052701175E-2</c:v>
                </c:pt>
                <c:pt idx="1811">
                  <c:v>1.9106030983092225E-2</c:v>
                </c:pt>
                <c:pt idx="1812">
                  <c:v>2.028947722582234E-2</c:v>
                </c:pt>
                <c:pt idx="1813">
                  <c:v>2.2196930258154567E-2</c:v>
                </c:pt>
                <c:pt idx="1814">
                  <c:v>2.2153683955085237E-2</c:v>
                </c:pt>
                <c:pt idx="1815">
                  <c:v>2.2121348688022305E-2</c:v>
                </c:pt>
                <c:pt idx="1816">
                  <c:v>2.2487230065592896E-2</c:v>
                </c:pt>
                <c:pt idx="1817">
                  <c:v>2.1953975582873007E-2</c:v>
                </c:pt>
                <c:pt idx="1818">
                  <c:v>2.1446598840787867E-2</c:v>
                </c:pt>
                <c:pt idx="1819">
                  <c:v>2.1673006535151126E-2</c:v>
                </c:pt>
                <c:pt idx="1820">
                  <c:v>2.1630767428696962E-2</c:v>
                </c:pt>
                <c:pt idx="1821">
                  <c:v>2.1604021776627982E-2</c:v>
                </c:pt>
                <c:pt idx="1822">
                  <c:v>2.2022535130792331E-2</c:v>
                </c:pt>
                <c:pt idx="1823">
                  <c:v>2.3721824718484004E-2</c:v>
                </c:pt>
                <c:pt idx="1824">
                  <c:v>2.3708824140244032E-2</c:v>
                </c:pt>
                <c:pt idx="1825">
                  <c:v>2.2702195068986908E-2</c:v>
                </c:pt>
                <c:pt idx="1826">
                  <c:v>2.3144409807214432E-2</c:v>
                </c:pt>
                <c:pt idx="1827">
                  <c:v>1.9938787382926617E-2</c:v>
                </c:pt>
                <c:pt idx="1828">
                  <c:v>1.9688541729103236E-2</c:v>
                </c:pt>
                <c:pt idx="1829">
                  <c:v>2.0898350888786284E-2</c:v>
                </c:pt>
                <c:pt idx="1830">
                  <c:v>2.0663324436028647E-2</c:v>
                </c:pt>
                <c:pt idx="1831">
                  <c:v>1.9762622677864317E-2</c:v>
                </c:pt>
                <c:pt idx="1832">
                  <c:v>1.9664673872251213E-2</c:v>
                </c:pt>
                <c:pt idx="1833">
                  <c:v>1.9372675238957832E-2</c:v>
                </c:pt>
                <c:pt idx="1834">
                  <c:v>1.7262253776059642E-2</c:v>
                </c:pt>
                <c:pt idx="1835">
                  <c:v>1.7430328323529601E-2</c:v>
                </c:pt>
                <c:pt idx="1836">
                  <c:v>1.7328057333510307E-2</c:v>
                </c:pt>
                <c:pt idx="1837">
                  <c:v>1.686364646008193E-2</c:v>
                </c:pt>
                <c:pt idx="1838">
                  <c:v>1.6812999434359762E-2</c:v>
                </c:pt>
                <c:pt idx="1839">
                  <c:v>1.6833362982803732E-2</c:v>
                </c:pt>
                <c:pt idx="1840">
                  <c:v>1.6875609473155771E-2</c:v>
                </c:pt>
                <c:pt idx="1841">
                  <c:v>1.6933701510659545E-2</c:v>
                </c:pt>
                <c:pt idx="1842">
                  <c:v>1.6745374346489882E-2</c:v>
                </c:pt>
                <c:pt idx="1843">
                  <c:v>1.7373491158430752E-2</c:v>
                </c:pt>
                <c:pt idx="1844">
                  <c:v>1.5158004324330463E-2</c:v>
                </c:pt>
                <c:pt idx="1845">
                  <c:v>1.5156436423783589E-2</c:v>
                </c:pt>
                <c:pt idx="1846">
                  <c:v>1.5457430526804082E-2</c:v>
                </c:pt>
                <c:pt idx="1847">
                  <c:v>1.4599832391958698E-2</c:v>
                </c:pt>
                <c:pt idx="1848">
                  <c:v>1.5871670049411792E-2</c:v>
                </c:pt>
                <c:pt idx="1849">
                  <c:v>1.577627315522942E-2</c:v>
                </c:pt>
                <c:pt idx="1850">
                  <c:v>1.5582775035927015E-2</c:v>
                </c:pt>
                <c:pt idx="1851">
                  <c:v>1.5376978311305691E-2</c:v>
                </c:pt>
                <c:pt idx="1852">
                  <c:v>1.4885140561171765E-2</c:v>
                </c:pt>
                <c:pt idx="1853">
                  <c:v>1.4734345901506496E-2</c:v>
                </c:pt>
                <c:pt idx="1854">
                  <c:v>1.5315910962541309E-2</c:v>
                </c:pt>
                <c:pt idx="1855">
                  <c:v>1.5758240125829794E-2</c:v>
                </c:pt>
                <c:pt idx="1856">
                  <c:v>1.6714693218270148E-2</c:v>
                </c:pt>
                <c:pt idx="1857">
                  <c:v>1.6845876662133184E-2</c:v>
                </c:pt>
                <c:pt idx="1858">
                  <c:v>1.6796895836328388E-2</c:v>
                </c:pt>
                <c:pt idx="1859">
                  <c:v>1.6809506733599558E-2</c:v>
                </c:pt>
                <c:pt idx="1860">
                  <c:v>1.6854054976465416E-2</c:v>
                </c:pt>
                <c:pt idx="1861">
                  <c:v>1.6884343690064106E-2</c:v>
                </c:pt>
                <c:pt idx="1862">
                  <c:v>1.6880829121890078E-2</c:v>
                </c:pt>
                <c:pt idx="1863">
                  <c:v>1.6894196020819822E-2</c:v>
                </c:pt>
                <c:pt idx="1864">
                  <c:v>1.5309379669526677E-2</c:v>
                </c:pt>
                <c:pt idx="1865">
                  <c:v>1.5162717505981443E-2</c:v>
                </c:pt>
                <c:pt idx="1866">
                  <c:v>1.5474057787024017E-2</c:v>
                </c:pt>
                <c:pt idx="1867">
                  <c:v>1.4762083627191298E-2</c:v>
                </c:pt>
                <c:pt idx="1868">
                  <c:v>1.4714906414149694E-2</c:v>
                </c:pt>
                <c:pt idx="1869">
                  <c:v>1.3833431906628949E-2</c:v>
                </c:pt>
                <c:pt idx="1870">
                  <c:v>1.3837288162926877E-2</c:v>
                </c:pt>
                <c:pt idx="1871">
                  <c:v>1.3500600790874395E-2</c:v>
                </c:pt>
                <c:pt idx="1872">
                  <c:v>1.412985634839793E-2</c:v>
                </c:pt>
                <c:pt idx="1873">
                  <c:v>1.4071086596836627E-2</c:v>
                </c:pt>
                <c:pt idx="1874">
                  <c:v>1.4236649470480525E-2</c:v>
                </c:pt>
                <c:pt idx="1875">
                  <c:v>1.2590980071425522E-2</c:v>
                </c:pt>
                <c:pt idx="1876">
                  <c:v>1.455837058381243E-2</c:v>
                </c:pt>
                <c:pt idx="1877">
                  <c:v>1.43877502653875E-2</c:v>
                </c:pt>
                <c:pt idx="1878">
                  <c:v>1.440537762412078E-2</c:v>
                </c:pt>
                <c:pt idx="1879">
                  <c:v>1.4372933721485185E-2</c:v>
                </c:pt>
                <c:pt idx="1880">
                  <c:v>1.4387470512447114E-2</c:v>
                </c:pt>
                <c:pt idx="1881">
                  <c:v>1.3948614361929883E-2</c:v>
                </c:pt>
                <c:pt idx="1882">
                  <c:v>1.3589148026259146E-2</c:v>
                </c:pt>
                <c:pt idx="1883">
                  <c:v>1.3723300169897732E-2</c:v>
                </c:pt>
                <c:pt idx="1884">
                  <c:v>1.4773168587860751E-2</c:v>
                </c:pt>
                <c:pt idx="1885">
                  <c:v>1.5082460929857622E-2</c:v>
                </c:pt>
                <c:pt idx="1886">
                  <c:v>1.4460673914240272E-2</c:v>
                </c:pt>
                <c:pt idx="1887">
                  <c:v>1.5941654138457582E-2</c:v>
                </c:pt>
                <c:pt idx="1888">
                  <c:v>1.6114876047490317E-2</c:v>
                </c:pt>
                <c:pt idx="1889">
                  <c:v>1.7294294884006318E-2</c:v>
                </c:pt>
                <c:pt idx="1890">
                  <c:v>1.7413158476906235E-2</c:v>
                </c:pt>
                <c:pt idx="1891">
                  <c:v>1.7605599406269788E-2</c:v>
                </c:pt>
                <c:pt idx="1892">
                  <c:v>1.733227637273593E-2</c:v>
                </c:pt>
                <c:pt idx="1893">
                  <c:v>1.7062072206087672E-2</c:v>
                </c:pt>
                <c:pt idx="1894">
                  <c:v>1.7079342934276136E-2</c:v>
                </c:pt>
                <c:pt idx="1895">
                  <c:v>1.7159168467215821E-2</c:v>
                </c:pt>
                <c:pt idx="1896">
                  <c:v>1.7342000413735795E-2</c:v>
                </c:pt>
                <c:pt idx="1897">
                  <c:v>1.5673821801985972E-2</c:v>
                </c:pt>
                <c:pt idx="1898">
                  <c:v>1.4451535087711281E-2</c:v>
                </c:pt>
                <c:pt idx="1899">
                  <c:v>1.4013698202381726E-2</c:v>
                </c:pt>
                <c:pt idx="1900">
                  <c:v>1.4114069546529908E-2</c:v>
                </c:pt>
                <c:pt idx="1901">
                  <c:v>1.5577800924891173E-2</c:v>
                </c:pt>
                <c:pt idx="1902">
                  <c:v>1.5951700750971277E-2</c:v>
                </c:pt>
                <c:pt idx="1903">
                  <c:v>1.6018041603439347E-2</c:v>
                </c:pt>
                <c:pt idx="1904">
                  <c:v>1.6046601217026311E-2</c:v>
                </c:pt>
                <c:pt idx="1905">
                  <c:v>1.5768035592602012E-2</c:v>
                </c:pt>
                <c:pt idx="1906">
                  <c:v>1.5513231604649047E-2</c:v>
                </c:pt>
                <c:pt idx="1907">
                  <c:v>1.5537799238363232E-2</c:v>
                </c:pt>
                <c:pt idx="1908">
                  <c:v>1.4322232300543178E-2</c:v>
                </c:pt>
                <c:pt idx="1909">
                  <c:v>1.395780784067174E-2</c:v>
                </c:pt>
                <c:pt idx="1910">
                  <c:v>1.1115688548083936E-2</c:v>
                </c:pt>
                <c:pt idx="1911">
                  <c:v>1.140740830554066E-2</c:v>
                </c:pt>
                <c:pt idx="1912">
                  <c:v>1.1599658581474144E-2</c:v>
                </c:pt>
                <c:pt idx="1913">
                  <c:v>1.149495464204342E-2</c:v>
                </c:pt>
                <c:pt idx="1914">
                  <c:v>1.1474445848073209E-2</c:v>
                </c:pt>
                <c:pt idx="1915">
                  <c:v>1.1253672764954849E-2</c:v>
                </c:pt>
                <c:pt idx="1916">
                  <c:v>1.1410671415540393E-2</c:v>
                </c:pt>
                <c:pt idx="1917">
                  <c:v>1.1600444052571299E-2</c:v>
                </c:pt>
                <c:pt idx="1918">
                  <c:v>1.1898296740227087E-2</c:v>
                </c:pt>
                <c:pt idx="1919">
                  <c:v>1.2049053316502988E-2</c:v>
                </c:pt>
                <c:pt idx="1920">
                  <c:v>1.2189447743690383E-2</c:v>
                </c:pt>
                <c:pt idx="1921">
                  <c:v>1.2330323151010989E-2</c:v>
                </c:pt>
                <c:pt idx="1922">
                  <c:v>1.0983323088809435E-2</c:v>
                </c:pt>
                <c:pt idx="1923">
                  <c:v>1.0531049736461337E-2</c:v>
                </c:pt>
                <c:pt idx="1924">
                  <c:v>1.0431085708692084E-2</c:v>
                </c:pt>
                <c:pt idx="1925">
                  <c:v>1.0289605078776744E-2</c:v>
                </c:pt>
                <c:pt idx="1926">
                  <c:v>1.2069252532458883E-2</c:v>
                </c:pt>
                <c:pt idx="1927">
                  <c:v>1.2079228622059473E-2</c:v>
                </c:pt>
                <c:pt idx="1928">
                  <c:v>1.1866117303444765E-2</c:v>
                </c:pt>
                <c:pt idx="1929">
                  <c:v>1.152766643354609E-2</c:v>
                </c:pt>
                <c:pt idx="1930">
                  <c:v>1.1839834659997717E-2</c:v>
                </c:pt>
                <c:pt idx="1931">
                  <c:v>1.1722193442703106E-2</c:v>
                </c:pt>
                <c:pt idx="1932">
                  <c:v>1.2114059934549799E-2</c:v>
                </c:pt>
                <c:pt idx="1933">
                  <c:v>1.1925807650928924E-2</c:v>
                </c:pt>
                <c:pt idx="1934">
                  <c:v>1.1891761859644171E-2</c:v>
                </c:pt>
                <c:pt idx="1935">
                  <c:v>1.3004361236538409E-2</c:v>
                </c:pt>
                <c:pt idx="1936">
                  <c:v>1.2986790078985786E-2</c:v>
                </c:pt>
                <c:pt idx="1937">
                  <c:v>1.2887286831961791E-2</c:v>
                </c:pt>
                <c:pt idx="1938">
                  <c:v>1.261151867133996E-2</c:v>
                </c:pt>
                <c:pt idx="1939">
                  <c:v>1.2356656207471584E-2</c:v>
                </c:pt>
                <c:pt idx="1940">
                  <c:v>1.2732305309220012E-2</c:v>
                </c:pt>
                <c:pt idx="1941">
                  <c:v>1.2674004171136703E-2</c:v>
                </c:pt>
                <c:pt idx="1942">
                  <c:v>1.2364855557405617E-2</c:v>
                </c:pt>
                <c:pt idx="1943">
                  <c:v>1.289403421506149E-2</c:v>
                </c:pt>
                <c:pt idx="1944">
                  <c:v>1.312759590005854E-2</c:v>
                </c:pt>
                <c:pt idx="1945">
                  <c:v>1.3093219283698866E-2</c:v>
                </c:pt>
                <c:pt idx="1946">
                  <c:v>1.4998817632779764E-2</c:v>
                </c:pt>
                <c:pt idx="1947">
                  <c:v>1.2410417594707006E-2</c:v>
                </c:pt>
                <c:pt idx="1948">
                  <c:v>1.2518932803700309E-2</c:v>
                </c:pt>
                <c:pt idx="1949">
                  <c:v>1.2797181294561215E-2</c:v>
                </c:pt>
                <c:pt idx="1950">
                  <c:v>1.3556595869297415E-2</c:v>
                </c:pt>
                <c:pt idx="1951">
                  <c:v>1.3708102398758578E-2</c:v>
                </c:pt>
                <c:pt idx="1952">
                  <c:v>1.3727262269979758E-2</c:v>
                </c:pt>
                <c:pt idx="1953">
                  <c:v>1.3376078277774222E-2</c:v>
                </c:pt>
                <c:pt idx="1954">
                  <c:v>1.3294818639516981E-2</c:v>
                </c:pt>
                <c:pt idx="1955">
                  <c:v>1.3296345897092547E-2</c:v>
                </c:pt>
                <c:pt idx="1956">
                  <c:v>1.2246248445479176E-2</c:v>
                </c:pt>
                <c:pt idx="1957">
                  <c:v>1.2249529740571233E-2</c:v>
                </c:pt>
                <c:pt idx="1958">
                  <c:v>1.251670699947747E-2</c:v>
                </c:pt>
                <c:pt idx="1959">
                  <c:v>1.2487974092077669E-2</c:v>
                </c:pt>
                <c:pt idx="1960">
                  <c:v>1.2532660864664178E-2</c:v>
                </c:pt>
                <c:pt idx="1961">
                  <c:v>1.0950897621733261E-2</c:v>
                </c:pt>
                <c:pt idx="1962">
                  <c:v>1.1083708459463592E-2</c:v>
                </c:pt>
                <c:pt idx="1963">
                  <c:v>1.1352729952534571E-2</c:v>
                </c:pt>
                <c:pt idx="1964">
                  <c:v>1.1159202254625399E-2</c:v>
                </c:pt>
                <c:pt idx="1965">
                  <c:v>1.1100503806187458E-2</c:v>
                </c:pt>
                <c:pt idx="1966">
                  <c:v>1.1730723545381225E-2</c:v>
                </c:pt>
                <c:pt idx="1967">
                  <c:v>1.1855002913900637E-2</c:v>
                </c:pt>
                <c:pt idx="1968">
                  <c:v>1.1959923998976118E-2</c:v>
                </c:pt>
                <c:pt idx="1969">
                  <c:v>1.1681861968188401E-2</c:v>
                </c:pt>
                <c:pt idx="1970">
                  <c:v>1.1393880768213687E-2</c:v>
                </c:pt>
                <c:pt idx="1971">
                  <c:v>1.0625234813212203E-2</c:v>
                </c:pt>
                <c:pt idx="1972">
                  <c:v>1.0472919840039932E-2</c:v>
                </c:pt>
                <c:pt idx="1973">
                  <c:v>1.0482913422847575E-2</c:v>
                </c:pt>
                <c:pt idx="1974">
                  <c:v>1.0496555925261703E-2</c:v>
                </c:pt>
                <c:pt idx="1975">
                  <c:v>1.046639323086308E-2</c:v>
                </c:pt>
                <c:pt idx="1976">
                  <c:v>1.0517837068331337E-2</c:v>
                </c:pt>
                <c:pt idx="1977">
                  <c:v>1.0171733126311963E-2</c:v>
                </c:pt>
                <c:pt idx="1978">
                  <c:v>1.0211208392252603E-2</c:v>
                </c:pt>
                <c:pt idx="1979">
                  <c:v>1.0457364872650383E-2</c:v>
                </c:pt>
                <c:pt idx="1980">
                  <c:v>1.0726120978719503E-2</c:v>
                </c:pt>
                <c:pt idx="1981">
                  <c:v>1.0902978638074786E-2</c:v>
                </c:pt>
                <c:pt idx="1982">
                  <c:v>1.1294224388176961E-2</c:v>
                </c:pt>
                <c:pt idx="1983">
                  <c:v>1.1403551306628181E-2</c:v>
                </c:pt>
                <c:pt idx="1984">
                  <c:v>1.1881694762633748E-2</c:v>
                </c:pt>
                <c:pt idx="1985">
                  <c:v>1.1543995444025009E-2</c:v>
                </c:pt>
                <c:pt idx="1986">
                  <c:v>1.1576894293321042E-2</c:v>
                </c:pt>
                <c:pt idx="1987">
                  <c:v>1.0423319734726629E-2</c:v>
                </c:pt>
                <c:pt idx="1988">
                  <c:v>9.2152696123186835E-3</c:v>
                </c:pt>
                <c:pt idx="1989">
                  <c:v>8.8349057983106195E-3</c:v>
                </c:pt>
                <c:pt idx="1990">
                  <c:v>9.0024553475612189E-3</c:v>
                </c:pt>
                <c:pt idx="1991">
                  <c:v>1.0249339853300905E-2</c:v>
                </c:pt>
                <c:pt idx="1992">
                  <c:v>1.0320690001443434E-2</c:v>
                </c:pt>
                <c:pt idx="1993">
                  <c:v>1.0314885078633715E-2</c:v>
                </c:pt>
                <c:pt idx="1994">
                  <c:v>1.0673970240002146E-2</c:v>
                </c:pt>
                <c:pt idx="1995">
                  <c:v>1.1170502204206054E-2</c:v>
                </c:pt>
                <c:pt idx="1996">
                  <c:v>1.1181637231115248E-2</c:v>
                </c:pt>
                <c:pt idx="1997">
                  <c:v>1.1384458863432865E-2</c:v>
                </c:pt>
                <c:pt idx="1998">
                  <c:v>1.1072016993181602E-2</c:v>
                </c:pt>
                <c:pt idx="1999">
                  <c:v>1.0963553709316766E-2</c:v>
                </c:pt>
                <c:pt idx="2000">
                  <c:v>1.0775505302836713E-2</c:v>
                </c:pt>
                <c:pt idx="2001">
                  <c:v>1.1466003207110187E-2</c:v>
                </c:pt>
                <c:pt idx="2002">
                  <c:v>1.1345073319917687E-2</c:v>
                </c:pt>
                <c:pt idx="2003">
                  <c:v>1.1508980899022104E-2</c:v>
                </c:pt>
                <c:pt idx="2004">
                  <c:v>1.1675306747038492E-2</c:v>
                </c:pt>
                <c:pt idx="2005">
                  <c:v>1.0910184736641137E-2</c:v>
                </c:pt>
                <c:pt idx="2006">
                  <c:v>1.1284415662100067E-2</c:v>
                </c:pt>
                <c:pt idx="2007">
                  <c:v>1.1239120410674142E-2</c:v>
                </c:pt>
                <c:pt idx="2008">
                  <c:v>1.1448367252827203E-2</c:v>
                </c:pt>
                <c:pt idx="2009">
                  <c:v>1.0889994750974586E-2</c:v>
                </c:pt>
                <c:pt idx="2010">
                  <c:v>1.0807771176963668E-2</c:v>
                </c:pt>
                <c:pt idx="2011">
                  <c:v>1.1220334500590116E-2</c:v>
                </c:pt>
                <c:pt idx="2012">
                  <c:v>1.0640340368795667E-2</c:v>
                </c:pt>
                <c:pt idx="2013">
                  <c:v>1.0290844868026627E-2</c:v>
                </c:pt>
                <c:pt idx="2014">
                  <c:v>1.0328691890613183E-2</c:v>
                </c:pt>
                <c:pt idx="2015">
                  <c:v>9.5727749096979065E-3</c:v>
                </c:pt>
                <c:pt idx="2016">
                  <c:v>9.4966639303519351E-3</c:v>
                </c:pt>
                <c:pt idx="2017">
                  <c:v>9.341261919283186E-3</c:v>
                </c:pt>
                <c:pt idx="2018">
                  <c:v>9.320940020495239E-3</c:v>
                </c:pt>
                <c:pt idx="2019">
                  <c:v>9.2223035582192896E-3</c:v>
                </c:pt>
                <c:pt idx="2020">
                  <c:v>9.2409221157312028E-3</c:v>
                </c:pt>
                <c:pt idx="2021">
                  <c:v>9.2853850980819923E-3</c:v>
                </c:pt>
                <c:pt idx="2022">
                  <c:v>9.224016943248127E-3</c:v>
                </c:pt>
                <c:pt idx="2023">
                  <c:v>1.0916386869516371E-2</c:v>
                </c:pt>
                <c:pt idx="2024">
                  <c:v>1.027077613585505E-2</c:v>
                </c:pt>
                <c:pt idx="2025">
                  <c:v>1.044084970799457E-2</c:v>
                </c:pt>
                <c:pt idx="2026">
                  <c:v>1.0471020157649433E-2</c:v>
                </c:pt>
                <c:pt idx="2027">
                  <c:v>1.0317325778206954E-2</c:v>
                </c:pt>
                <c:pt idx="2028">
                  <c:v>1.0578977827552568E-2</c:v>
                </c:pt>
                <c:pt idx="2029">
                  <c:v>1.0741648841373852E-2</c:v>
                </c:pt>
                <c:pt idx="2030">
                  <c:v>1.1619494013397813E-2</c:v>
                </c:pt>
                <c:pt idx="2031">
                  <c:v>1.5193813480468223E-2</c:v>
                </c:pt>
                <c:pt idx="2032">
                  <c:v>1.5036521876859008E-2</c:v>
                </c:pt>
                <c:pt idx="2033">
                  <c:v>1.5388311148368234E-2</c:v>
                </c:pt>
                <c:pt idx="2034">
                  <c:v>1.5369206510941162E-2</c:v>
                </c:pt>
                <c:pt idx="2035">
                  <c:v>1.5167343495928593E-2</c:v>
                </c:pt>
                <c:pt idx="2036">
                  <c:v>1.5117277802052034E-2</c:v>
                </c:pt>
                <c:pt idx="2037">
                  <c:v>1.5022364892138498E-2</c:v>
                </c:pt>
                <c:pt idx="2038">
                  <c:v>1.503757016581162E-2</c:v>
                </c:pt>
                <c:pt idx="2039">
                  <c:v>1.5216265705837171E-2</c:v>
                </c:pt>
                <c:pt idx="2040">
                  <c:v>1.5510092875419993E-2</c:v>
                </c:pt>
                <c:pt idx="2041">
                  <c:v>1.5719456681935202E-2</c:v>
                </c:pt>
                <c:pt idx="2042">
                  <c:v>1.5757289511316802E-2</c:v>
                </c:pt>
                <c:pt idx="2043">
                  <c:v>1.5600709526497633E-2</c:v>
                </c:pt>
                <c:pt idx="2044">
                  <c:v>1.4576995087631621E-2</c:v>
                </c:pt>
                <c:pt idx="2045">
                  <c:v>1.4700889179572211E-2</c:v>
                </c:pt>
                <c:pt idx="2046">
                  <c:v>1.4526125704388411E-2</c:v>
                </c:pt>
                <c:pt idx="2047">
                  <c:v>1.4460517758524078E-2</c:v>
                </c:pt>
                <c:pt idx="2048">
                  <c:v>1.4259048093515012E-2</c:v>
                </c:pt>
                <c:pt idx="2049">
                  <c:v>1.4034055842028778E-2</c:v>
                </c:pt>
                <c:pt idx="2050">
                  <c:v>1.3851392536870526E-2</c:v>
                </c:pt>
                <c:pt idx="2051">
                  <c:v>1.3018599040887521E-2</c:v>
                </c:pt>
                <c:pt idx="2052">
                  <c:v>7.7756892819956704E-3</c:v>
                </c:pt>
                <c:pt idx="2053">
                  <c:v>7.7475031126583698E-3</c:v>
                </c:pt>
                <c:pt idx="2054">
                  <c:v>6.9749971400967503E-3</c:v>
                </c:pt>
                <c:pt idx="2055">
                  <c:v>8.3732862615977476E-3</c:v>
                </c:pt>
                <c:pt idx="2056">
                  <c:v>8.5545435443735163E-3</c:v>
                </c:pt>
                <c:pt idx="2057">
                  <c:v>8.5364472018158895E-3</c:v>
                </c:pt>
                <c:pt idx="2058">
                  <c:v>8.4930355422732379E-3</c:v>
                </c:pt>
                <c:pt idx="2059">
                  <c:v>8.8490210176331782E-3</c:v>
                </c:pt>
                <c:pt idx="2060">
                  <c:v>8.863351191482783E-3</c:v>
                </c:pt>
                <c:pt idx="2061">
                  <c:v>8.5825603205181688E-3</c:v>
                </c:pt>
                <c:pt idx="2062">
                  <c:v>8.3521597756631549E-3</c:v>
                </c:pt>
                <c:pt idx="2063">
                  <c:v>7.8756813851346766E-3</c:v>
                </c:pt>
                <c:pt idx="2064">
                  <c:v>7.9978744311547251E-3</c:v>
                </c:pt>
                <c:pt idx="2065">
                  <c:v>7.8748595460779343E-3</c:v>
                </c:pt>
                <c:pt idx="2066">
                  <c:v>9.0632991734656432E-3</c:v>
                </c:pt>
                <c:pt idx="2067">
                  <c:v>9.080632707551781E-3</c:v>
                </c:pt>
                <c:pt idx="2068">
                  <c:v>9.4722991794479461E-3</c:v>
                </c:pt>
                <c:pt idx="2069">
                  <c:v>9.6798829053856526E-3</c:v>
                </c:pt>
                <c:pt idx="2070">
                  <c:v>1.015861687176352E-2</c:v>
                </c:pt>
                <c:pt idx="2071">
                  <c:v>1.0144924226221548E-2</c:v>
                </c:pt>
                <c:pt idx="2072">
                  <c:v>1.0162336445183376E-2</c:v>
                </c:pt>
                <c:pt idx="2073">
                  <c:v>9.9766359757516472E-3</c:v>
                </c:pt>
                <c:pt idx="2074">
                  <c:v>1.0018312795582551E-2</c:v>
                </c:pt>
                <c:pt idx="2075">
                  <c:v>9.5605401275492274E-3</c:v>
                </c:pt>
                <c:pt idx="2076">
                  <c:v>8.0024129673383938E-3</c:v>
                </c:pt>
                <c:pt idx="2077">
                  <c:v>7.9651114530820237E-3</c:v>
                </c:pt>
                <c:pt idx="2078">
                  <c:v>8.1381422180407965E-3</c:v>
                </c:pt>
                <c:pt idx="2079">
                  <c:v>8.3525819485190198E-3</c:v>
                </c:pt>
                <c:pt idx="2080">
                  <c:v>7.5970587129614445E-3</c:v>
                </c:pt>
                <c:pt idx="2081">
                  <c:v>7.7924961501909173E-3</c:v>
                </c:pt>
                <c:pt idx="2082">
                  <c:v>7.7850549219176035E-3</c:v>
                </c:pt>
                <c:pt idx="2083">
                  <c:v>9.5954383181204167E-3</c:v>
                </c:pt>
                <c:pt idx="2084">
                  <c:v>9.6143118143089054E-3</c:v>
                </c:pt>
                <c:pt idx="2085">
                  <c:v>9.8234001181723256E-3</c:v>
                </c:pt>
                <c:pt idx="2086">
                  <c:v>9.806158019993504E-3</c:v>
                </c:pt>
                <c:pt idx="2087">
                  <c:v>8.7200181753687902E-3</c:v>
                </c:pt>
                <c:pt idx="2088">
                  <c:v>8.8717380377157269E-3</c:v>
                </c:pt>
                <c:pt idx="2089">
                  <c:v>8.9590615470656436E-3</c:v>
                </c:pt>
                <c:pt idx="2090">
                  <c:v>8.7270257932964973E-3</c:v>
                </c:pt>
                <c:pt idx="2091">
                  <c:v>8.3475446670366136E-3</c:v>
                </c:pt>
                <c:pt idx="2092">
                  <c:v>9.1106889316131551E-3</c:v>
                </c:pt>
                <c:pt idx="2093">
                  <c:v>1.307864212103956E-2</c:v>
                </c:pt>
                <c:pt idx="2094">
                  <c:v>1.2922450108775518E-2</c:v>
                </c:pt>
                <c:pt idx="2095">
                  <c:v>1.2878883390159463E-2</c:v>
                </c:pt>
                <c:pt idx="2096">
                  <c:v>1.2926424830697517E-2</c:v>
                </c:pt>
                <c:pt idx="2097">
                  <c:v>1.311283869680328E-2</c:v>
                </c:pt>
                <c:pt idx="2098">
                  <c:v>1.6323190178594554E-2</c:v>
                </c:pt>
                <c:pt idx="2099">
                  <c:v>1.6207748925129065E-2</c:v>
                </c:pt>
                <c:pt idx="2100">
                  <c:v>1.6059185804660966E-2</c:v>
                </c:pt>
                <c:pt idx="2101">
                  <c:v>1.605902147670632E-2</c:v>
                </c:pt>
                <c:pt idx="2102">
                  <c:v>1.6034227847713863E-2</c:v>
                </c:pt>
                <c:pt idx="2103">
                  <c:v>1.6188940762503868E-2</c:v>
                </c:pt>
                <c:pt idx="2104">
                  <c:v>1.5585748613855338E-2</c:v>
                </c:pt>
                <c:pt idx="2105">
                  <c:v>1.572354331963044E-2</c:v>
                </c:pt>
                <c:pt idx="2106">
                  <c:v>1.5718763172189124E-2</c:v>
                </c:pt>
                <c:pt idx="2107">
                  <c:v>1.5714682809956755E-2</c:v>
                </c:pt>
                <c:pt idx="2108">
                  <c:v>1.6053053006158145E-2</c:v>
                </c:pt>
                <c:pt idx="2109">
                  <c:v>1.6049838602268576E-2</c:v>
                </c:pt>
                <c:pt idx="2110">
                  <c:v>1.5708592840220914E-2</c:v>
                </c:pt>
                <c:pt idx="2111">
                  <c:v>1.5705373877556498E-2</c:v>
                </c:pt>
                <c:pt idx="2112">
                  <c:v>1.5593137249484516E-2</c:v>
                </c:pt>
                <c:pt idx="2113">
                  <c:v>1.5250489092447354E-2</c:v>
                </c:pt>
                <c:pt idx="2114">
                  <c:v>1.1839251924012683E-2</c:v>
                </c:pt>
                <c:pt idx="2115">
                  <c:v>1.1889288511563217E-2</c:v>
                </c:pt>
                <c:pt idx="2116">
                  <c:v>1.1697986784565318E-2</c:v>
                </c:pt>
                <c:pt idx="2117">
                  <c:v>1.2106178956248081E-2</c:v>
                </c:pt>
                <c:pt idx="2118">
                  <c:v>1.2307291859470354E-2</c:v>
                </c:pt>
                <c:pt idx="2119">
                  <c:v>8.0602972195583378E-3</c:v>
                </c:pt>
                <c:pt idx="2120">
                  <c:v>8.0421376110753028E-3</c:v>
                </c:pt>
                <c:pt idx="2121">
                  <c:v>8.0270224327862513E-3</c:v>
                </c:pt>
                <c:pt idx="2122">
                  <c:v>8.238302453232163E-3</c:v>
                </c:pt>
                <c:pt idx="2123">
                  <c:v>8.3186504991674143E-3</c:v>
                </c:pt>
                <c:pt idx="2124">
                  <c:v>7.9845272272473407E-3</c:v>
                </c:pt>
                <c:pt idx="2125">
                  <c:v>7.5588825163831613E-3</c:v>
                </c:pt>
                <c:pt idx="2126">
                  <c:v>7.1918018349909907E-3</c:v>
                </c:pt>
                <c:pt idx="2127">
                  <c:v>7.1538585998971891E-3</c:v>
                </c:pt>
                <c:pt idx="2128">
                  <c:v>8.0973523737208376E-3</c:v>
                </c:pt>
                <c:pt idx="2129">
                  <c:v>7.6442783531762686E-3</c:v>
                </c:pt>
                <c:pt idx="2130">
                  <c:v>7.458993720349809E-3</c:v>
                </c:pt>
                <c:pt idx="2131">
                  <c:v>7.4670104484905143E-3</c:v>
                </c:pt>
                <c:pt idx="2132">
                  <c:v>7.4986155956130078E-3</c:v>
                </c:pt>
                <c:pt idx="2133">
                  <c:v>7.4893909530495979E-3</c:v>
                </c:pt>
                <c:pt idx="2134">
                  <c:v>7.5976704273133184E-3</c:v>
                </c:pt>
                <c:pt idx="2135">
                  <c:v>7.6609270426824172E-3</c:v>
                </c:pt>
                <c:pt idx="2136">
                  <c:v>7.642675023771567E-3</c:v>
                </c:pt>
                <c:pt idx="2137">
                  <c:v>7.5643627209990025E-3</c:v>
                </c:pt>
                <c:pt idx="2138">
                  <c:v>6.7717561957253095E-3</c:v>
                </c:pt>
                <c:pt idx="2139">
                  <c:v>6.8541787284301294E-3</c:v>
                </c:pt>
                <c:pt idx="2140">
                  <c:v>6.8467961955405573E-3</c:v>
                </c:pt>
                <c:pt idx="2141">
                  <c:v>6.8701481084959349E-3</c:v>
                </c:pt>
                <c:pt idx="2142">
                  <c:v>7.2186414877919618E-3</c:v>
                </c:pt>
                <c:pt idx="2143">
                  <c:v>7.1664313943441754E-3</c:v>
                </c:pt>
                <c:pt idx="2144">
                  <c:v>6.9926305479987528E-3</c:v>
                </c:pt>
                <c:pt idx="2145">
                  <c:v>8.8273912769661535E-3</c:v>
                </c:pt>
                <c:pt idx="2146">
                  <c:v>8.7643314751339844E-3</c:v>
                </c:pt>
                <c:pt idx="2147">
                  <c:v>8.7886190801614566E-3</c:v>
                </c:pt>
                <c:pt idx="2148">
                  <c:v>8.4825232617622617E-3</c:v>
                </c:pt>
                <c:pt idx="2149">
                  <c:v>7.4712372076941843E-3</c:v>
                </c:pt>
                <c:pt idx="2150">
                  <c:v>7.4918286598216963E-3</c:v>
                </c:pt>
                <c:pt idx="2151">
                  <c:v>7.4863567114988316E-3</c:v>
                </c:pt>
                <c:pt idx="2152">
                  <c:v>7.6404079878397849E-3</c:v>
                </c:pt>
                <c:pt idx="2153">
                  <c:v>7.6380068227196321E-3</c:v>
                </c:pt>
                <c:pt idx="2154">
                  <c:v>8.3101016767874094E-3</c:v>
                </c:pt>
                <c:pt idx="2155">
                  <c:v>7.9706817890690413E-3</c:v>
                </c:pt>
                <c:pt idx="2156">
                  <c:v>7.9669500766399847E-3</c:v>
                </c:pt>
                <c:pt idx="2157">
                  <c:v>7.8623020418471194E-3</c:v>
                </c:pt>
                <c:pt idx="2158">
                  <c:v>7.473986967872907E-3</c:v>
                </c:pt>
                <c:pt idx="2159">
                  <c:v>7.411078466179135E-3</c:v>
                </c:pt>
                <c:pt idx="2160">
                  <c:v>7.3763177164396657E-3</c:v>
                </c:pt>
                <c:pt idx="2161">
                  <c:v>8.3019685546627166E-3</c:v>
                </c:pt>
                <c:pt idx="2162">
                  <c:v>8.4242158004173336E-3</c:v>
                </c:pt>
                <c:pt idx="2163">
                  <c:v>8.4920623960069077E-3</c:v>
                </c:pt>
                <c:pt idx="2164">
                  <c:v>9.1654381873163479E-3</c:v>
                </c:pt>
                <c:pt idx="2165">
                  <c:v>9.0924650338917185E-3</c:v>
                </c:pt>
                <c:pt idx="2166">
                  <c:v>7.9777203127643307E-3</c:v>
                </c:pt>
                <c:pt idx="2167">
                  <c:v>8.0763401102109146E-3</c:v>
                </c:pt>
                <c:pt idx="2168">
                  <c:v>8.3668755559338451E-3</c:v>
                </c:pt>
                <c:pt idx="2169">
                  <c:v>8.4972968065173213E-3</c:v>
                </c:pt>
                <c:pt idx="2170">
                  <c:v>8.2896864994065622E-3</c:v>
                </c:pt>
                <c:pt idx="2171">
                  <c:v>8.0781453220577469E-3</c:v>
                </c:pt>
                <c:pt idx="2172">
                  <c:v>8.0749759952605474E-3</c:v>
                </c:pt>
                <c:pt idx="2173">
                  <c:v>7.7799285051261772E-3</c:v>
                </c:pt>
                <c:pt idx="2174">
                  <c:v>7.7653438252294682E-3</c:v>
                </c:pt>
                <c:pt idx="2175">
                  <c:v>7.3748461872625943E-3</c:v>
                </c:pt>
                <c:pt idx="2176">
                  <c:v>7.4145502612677893E-3</c:v>
                </c:pt>
                <c:pt idx="2177">
                  <c:v>9.5605369558480757E-3</c:v>
                </c:pt>
                <c:pt idx="2178">
                  <c:v>1.1266804615534526E-2</c:v>
                </c:pt>
                <c:pt idx="2179">
                  <c:v>1.1190304792232394E-2</c:v>
                </c:pt>
                <c:pt idx="2180">
                  <c:v>1.1219164217376756E-2</c:v>
                </c:pt>
                <c:pt idx="2181">
                  <c:v>1.1212233459927241E-2</c:v>
                </c:pt>
                <c:pt idx="2182">
                  <c:v>1.0178021104345429E-2</c:v>
                </c:pt>
                <c:pt idx="2183">
                  <c:v>9.9429126781519234E-3</c:v>
                </c:pt>
                <c:pt idx="2184">
                  <c:v>9.927651295048294E-3</c:v>
                </c:pt>
                <c:pt idx="2185">
                  <c:v>9.6851024831484459E-3</c:v>
                </c:pt>
                <c:pt idx="2186">
                  <c:v>1.0080184732713415E-2</c:v>
                </c:pt>
                <c:pt idx="2187">
                  <c:v>1.0055830097624561E-2</c:v>
                </c:pt>
                <c:pt idx="2188">
                  <c:v>9.7682763592624629E-3</c:v>
                </c:pt>
                <c:pt idx="2189">
                  <c:v>9.7201343252386729E-3</c:v>
                </c:pt>
                <c:pt idx="2190">
                  <c:v>9.8768355837874702E-3</c:v>
                </c:pt>
                <c:pt idx="2191">
                  <c:v>1.0324503050825926E-2</c:v>
                </c:pt>
                <c:pt idx="2192">
                  <c:v>1.0363968655880568E-2</c:v>
                </c:pt>
                <c:pt idx="2193">
                  <c:v>1.0519149158842996E-2</c:v>
                </c:pt>
                <c:pt idx="2194">
                  <c:v>1.0258133914913467E-2</c:v>
                </c:pt>
                <c:pt idx="2195">
                  <c:v>1.0202406153694651E-2</c:v>
                </c:pt>
                <c:pt idx="2196">
                  <c:v>1.0828182416968537E-2</c:v>
                </c:pt>
                <c:pt idx="2197">
                  <c:v>1.2544388504635694E-2</c:v>
                </c:pt>
                <c:pt idx="2198">
                  <c:v>1.4701403212398765E-2</c:v>
                </c:pt>
                <c:pt idx="2199">
                  <c:v>1.4034820534291838E-2</c:v>
                </c:pt>
                <c:pt idx="2200">
                  <c:v>1.4300835385164454E-2</c:v>
                </c:pt>
                <c:pt idx="2201">
                  <c:v>1.5052317056782869E-2</c:v>
                </c:pt>
                <c:pt idx="2202">
                  <c:v>1.5005237365856169E-2</c:v>
                </c:pt>
                <c:pt idx="2203">
                  <c:v>1.5557281203296214E-2</c:v>
                </c:pt>
                <c:pt idx="2204">
                  <c:v>1.5499412261480449E-2</c:v>
                </c:pt>
                <c:pt idx="2205">
                  <c:v>1.5156224793298019E-2</c:v>
                </c:pt>
                <c:pt idx="2206">
                  <c:v>1.5210685014379145E-2</c:v>
                </c:pt>
                <c:pt idx="2207">
                  <c:v>1.517820082511097E-2</c:v>
                </c:pt>
                <c:pt idx="2208">
                  <c:v>1.5135841811793022E-2</c:v>
                </c:pt>
                <c:pt idx="2209">
                  <c:v>1.551798326363397E-2</c:v>
                </c:pt>
                <c:pt idx="2210">
                  <c:v>1.6764847353953075E-2</c:v>
                </c:pt>
                <c:pt idx="2211">
                  <c:v>1.6666336688062087E-2</c:v>
                </c:pt>
                <c:pt idx="2212">
                  <c:v>1.6526149687166754E-2</c:v>
                </c:pt>
                <c:pt idx="2213">
                  <c:v>1.6720853663393147E-2</c:v>
                </c:pt>
                <c:pt idx="2214">
                  <c:v>1.6547094803986848E-2</c:v>
                </c:pt>
                <c:pt idx="2215">
                  <c:v>1.6556534466342483E-2</c:v>
                </c:pt>
                <c:pt idx="2216">
                  <c:v>1.658113462857928E-2</c:v>
                </c:pt>
                <c:pt idx="2217">
                  <c:v>1.9423727071851467E-2</c:v>
                </c:pt>
                <c:pt idx="2218">
                  <c:v>1.8462243331628259E-2</c:v>
                </c:pt>
                <c:pt idx="2219">
                  <c:v>1.6164304972227584E-2</c:v>
                </c:pt>
                <c:pt idx="2220">
                  <c:v>1.6171091175604106E-2</c:v>
                </c:pt>
                <c:pt idx="2221">
                  <c:v>1.6070539327614267E-2</c:v>
                </c:pt>
                <c:pt idx="2222">
                  <c:v>1.5528281948407201E-2</c:v>
                </c:pt>
                <c:pt idx="2223">
                  <c:v>1.5785080862484556E-2</c:v>
                </c:pt>
                <c:pt idx="2224">
                  <c:v>1.5165970571275139E-2</c:v>
                </c:pt>
                <c:pt idx="2225">
                  <c:v>1.5423878786206472E-2</c:v>
                </c:pt>
                <c:pt idx="2226">
                  <c:v>1.5877846125855532E-2</c:v>
                </c:pt>
                <c:pt idx="2227">
                  <c:v>1.5867651402841479E-2</c:v>
                </c:pt>
                <c:pt idx="2228">
                  <c:v>1.5852275388466727E-2</c:v>
                </c:pt>
                <c:pt idx="2229">
                  <c:v>1.588158828792393E-2</c:v>
                </c:pt>
                <c:pt idx="2230">
                  <c:v>1.5638765476843744E-2</c:v>
                </c:pt>
                <c:pt idx="2231">
                  <c:v>1.4923885231615837E-2</c:v>
                </c:pt>
                <c:pt idx="2232">
                  <c:v>1.5016065471503951E-2</c:v>
                </c:pt>
                <c:pt idx="2233">
                  <c:v>1.5905231509207887E-2</c:v>
                </c:pt>
                <c:pt idx="2234">
                  <c:v>1.6043710463139873E-2</c:v>
                </c:pt>
                <c:pt idx="2235">
                  <c:v>1.6050896989621852E-2</c:v>
                </c:pt>
                <c:pt idx="2236">
                  <c:v>1.6152434062366685E-2</c:v>
                </c:pt>
                <c:pt idx="2237">
                  <c:v>1.6098692917284906E-2</c:v>
                </c:pt>
                <c:pt idx="2238">
                  <c:v>1.1983849326809537E-2</c:v>
                </c:pt>
                <c:pt idx="2239">
                  <c:v>1.1706768132501438E-2</c:v>
                </c:pt>
                <c:pt idx="2240">
                  <c:v>1.1329015679436116E-2</c:v>
                </c:pt>
                <c:pt idx="2241">
                  <c:v>1.1536286930170961E-2</c:v>
                </c:pt>
                <c:pt idx="2242">
                  <c:v>1.1441947172992234E-2</c:v>
                </c:pt>
                <c:pt idx="2243">
                  <c:v>1.1554434303953025E-2</c:v>
                </c:pt>
                <c:pt idx="2244">
                  <c:v>1.1954900343952614E-2</c:v>
                </c:pt>
                <c:pt idx="2245">
                  <c:v>1.2514411354319525E-2</c:v>
                </c:pt>
                <c:pt idx="2246">
                  <c:v>1.2155739305992968E-2</c:v>
                </c:pt>
                <c:pt idx="2247">
                  <c:v>1.1884953114748929E-2</c:v>
                </c:pt>
                <c:pt idx="2248">
                  <c:v>1.1949603738944039E-2</c:v>
                </c:pt>
                <c:pt idx="2249">
                  <c:v>1.193307557804946E-2</c:v>
                </c:pt>
                <c:pt idx="2250">
                  <c:v>1.1881705789201424E-2</c:v>
                </c:pt>
                <c:pt idx="2251">
                  <c:v>1.1941536104874476E-2</c:v>
                </c:pt>
                <c:pt idx="2252">
                  <c:v>1.1011892205923496E-2</c:v>
                </c:pt>
                <c:pt idx="2253">
                  <c:v>1.1110304211733753E-2</c:v>
                </c:pt>
                <c:pt idx="2254">
                  <c:v>9.4793840687942502E-3</c:v>
                </c:pt>
                <c:pt idx="2255">
                  <c:v>9.370714862275184E-3</c:v>
                </c:pt>
                <c:pt idx="2256">
                  <c:v>9.3784373103072034E-3</c:v>
                </c:pt>
                <c:pt idx="2257">
                  <c:v>9.3641804614564474E-3</c:v>
                </c:pt>
                <c:pt idx="2258">
                  <c:v>9.2974870732349547E-3</c:v>
                </c:pt>
                <c:pt idx="2259">
                  <c:v>9.2819515437318548E-3</c:v>
                </c:pt>
                <c:pt idx="2260">
                  <c:v>1.0103080952331792E-2</c:v>
                </c:pt>
                <c:pt idx="2261">
                  <c:v>1.0054347695293479E-2</c:v>
                </c:pt>
                <c:pt idx="2262">
                  <c:v>1.0146333538923774E-2</c:v>
                </c:pt>
                <c:pt idx="2263">
                  <c:v>1.1745687245681938E-2</c:v>
                </c:pt>
                <c:pt idx="2264">
                  <c:v>1.1680538225365833E-2</c:v>
                </c:pt>
                <c:pt idx="2265">
                  <c:v>1.1470145449165164E-2</c:v>
                </c:pt>
                <c:pt idx="2266">
                  <c:v>1.1323386389252274E-2</c:v>
                </c:pt>
                <c:pt idx="2267">
                  <c:v>1.1330016306477324E-2</c:v>
                </c:pt>
                <c:pt idx="2268">
                  <c:v>1.1205584993729541E-2</c:v>
                </c:pt>
                <c:pt idx="2269">
                  <c:v>1.1085324628977208E-2</c:v>
                </c:pt>
                <c:pt idx="2270">
                  <c:v>1.1221238682079145E-2</c:v>
                </c:pt>
                <c:pt idx="2271">
                  <c:v>1.1227390461565137E-2</c:v>
                </c:pt>
                <c:pt idx="2272">
                  <c:v>1.14740691492068E-2</c:v>
                </c:pt>
                <c:pt idx="2273">
                  <c:v>1.1820747422263663E-2</c:v>
                </c:pt>
                <c:pt idx="2274">
                  <c:v>1.1778724370361036E-2</c:v>
                </c:pt>
                <c:pt idx="2275">
                  <c:v>1.1400973211646452E-2</c:v>
                </c:pt>
                <c:pt idx="2276">
                  <c:v>1.1198126946049231E-2</c:v>
                </c:pt>
                <c:pt idx="2277">
                  <c:v>1.1301714361622195E-2</c:v>
                </c:pt>
                <c:pt idx="2278">
                  <c:v>1.1364487558895303E-2</c:v>
                </c:pt>
                <c:pt idx="2279">
                  <c:v>1.1525359054373647E-2</c:v>
                </c:pt>
                <c:pt idx="2280">
                  <c:v>1.2485967695783834E-2</c:v>
                </c:pt>
                <c:pt idx="2281">
                  <c:v>1.1198900638444727E-2</c:v>
                </c:pt>
                <c:pt idx="2282">
                  <c:v>1.1203431272082839E-2</c:v>
                </c:pt>
                <c:pt idx="2283">
                  <c:v>1.1139112452198839E-2</c:v>
                </c:pt>
                <c:pt idx="2284">
                  <c:v>9.7857905096037905E-3</c:v>
                </c:pt>
                <c:pt idx="2285">
                  <c:v>9.8485094473219504E-3</c:v>
                </c:pt>
                <c:pt idx="2286">
                  <c:v>9.6489127079367309E-3</c:v>
                </c:pt>
                <c:pt idx="2287">
                  <c:v>8.5886776166912947E-3</c:v>
                </c:pt>
                <c:pt idx="2288">
                  <c:v>8.5369638126928434E-3</c:v>
                </c:pt>
                <c:pt idx="2289">
                  <c:v>8.7288085892465346E-3</c:v>
                </c:pt>
                <c:pt idx="2290">
                  <c:v>8.6163937933131374E-3</c:v>
                </c:pt>
                <c:pt idx="2291">
                  <c:v>8.5957093126779426E-3</c:v>
                </c:pt>
                <c:pt idx="2292">
                  <c:v>8.9434848185745413E-3</c:v>
                </c:pt>
                <c:pt idx="2293">
                  <c:v>8.9660117475339387E-3</c:v>
                </c:pt>
                <c:pt idx="2294">
                  <c:v>8.4640814818493938E-3</c:v>
                </c:pt>
                <c:pt idx="2295">
                  <c:v>8.4528144721544591E-3</c:v>
                </c:pt>
                <c:pt idx="2296">
                  <c:v>8.518779082452901E-3</c:v>
                </c:pt>
                <c:pt idx="2297">
                  <c:v>8.6337070122485416E-3</c:v>
                </c:pt>
                <c:pt idx="2298">
                  <c:v>8.4532911737805264E-3</c:v>
                </c:pt>
                <c:pt idx="2299">
                  <c:v>8.4000025260879425E-3</c:v>
                </c:pt>
                <c:pt idx="2300">
                  <c:v>8.8240555112800885E-3</c:v>
                </c:pt>
                <c:pt idx="2301">
                  <c:v>7.0276176258981483E-3</c:v>
                </c:pt>
                <c:pt idx="2302">
                  <c:v>7.024007626727064E-3</c:v>
                </c:pt>
                <c:pt idx="2303">
                  <c:v>6.981234566087232E-3</c:v>
                </c:pt>
                <c:pt idx="2304">
                  <c:v>7.0611541065224281E-3</c:v>
                </c:pt>
                <c:pt idx="2305">
                  <c:v>7.5117930543770559E-3</c:v>
                </c:pt>
                <c:pt idx="2306">
                  <c:v>7.4260621433183847E-3</c:v>
                </c:pt>
                <c:pt idx="2307">
                  <c:v>7.4672626937330646E-3</c:v>
                </c:pt>
                <c:pt idx="2308">
                  <c:v>7.4898903619206514E-3</c:v>
                </c:pt>
                <c:pt idx="2309">
                  <c:v>7.8012541364172634E-3</c:v>
                </c:pt>
                <c:pt idx="2310">
                  <c:v>8.8477389286168561E-3</c:v>
                </c:pt>
                <c:pt idx="2311">
                  <c:v>9.2423796894949492E-3</c:v>
                </c:pt>
                <c:pt idx="2312">
                  <c:v>9.1267629065850918E-3</c:v>
                </c:pt>
                <c:pt idx="2313">
                  <c:v>8.9060111508536838E-3</c:v>
                </c:pt>
                <c:pt idx="2314">
                  <c:v>1.0312650265835079E-2</c:v>
                </c:pt>
                <c:pt idx="2315">
                  <c:v>1.20259048513034E-2</c:v>
                </c:pt>
                <c:pt idx="2316">
                  <c:v>1.3904262019503679E-2</c:v>
                </c:pt>
                <c:pt idx="2317">
                  <c:v>1.4469990327269417E-2</c:v>
                </c:pt>
                <c:pt idx="2318">
                  <c:v>1.4470817125448482E-2</c:v>
                </c:pt>
                <c:pt idx="2319">
                  <c:v>1.4474837223621721E-2</c:v>
                </c:pt>
                <c:pt idx="2320">
                  <c:v>1.4571603841837975E-2</c:v>
                </c:pt>
                <c:pt idx="2321">
                  <c:v>1.4399146170002663E-2</c:v>
                </c:pt>
                <c:pt idx="2322">
                  <c:v>1.4246001935611817E-2</c:v>
                </c:pt>
                <c:pt idx="2323">
                  <c:v>1.4249325037961821E-2</c:v>
                </c:pt>
                <c:pt idx="2324">
                  <c:v>1.42281414024119E-2</c:v>
                </c:pt>
                <c:pt idx="2325">
                  <c:v>1.4237983673394752E-2</c:v>
                </c:pt>
                <c:pt idx="2326">
                  <c:v>1.4052970866286481E-2</c:v>
                </c:pt>
                <c:pt idx="2327">
                  <c:v>1.3994292127892759E-2</c:v>
                </c:pt>
                <c:pt idx="2328">
                  <c:v>1.3992782476584198E-2</c:v>
                </c:pt>
                <c:pt idx="2329">
                  <c:v>1.4478099005831732E-2</c:v>
                </c:pt>
                <c:pt idx="2330">
                  <c:v>1.4175665384698395E-2</c:v>
                </c:pt>
                <c:pt idx="2331">
                  <c:v>1.3297573411187797E-2</c:v>
                </c:pt>
                <c:pt idx="2332">
                  <c:v>1.2654031751625532E-2</c:v>
                </c:pt>
                <c:pt idx="2333">
                  <c:v>1.2716836107114033E-2</c:v>
                </c:pt>
                <c:pt idx="2334">
                  <c:v>1.2407146478050426E-2</c:v>
                </c:pt>
                <c:pt idx="2335">
                  <c:v>1.1914573202045701E-2</c:v>
                </c:pt>
                <c:pt idx="2336">
                  <c:v>1.0848008463004127E-2</c:v>
                </c:pt>
                <c:pt idx="2337">
                  <c:v>8.7151028396651384E-3</c:v>
                </c:pt>
                <c:pt idx="2338">
                  <c:v>7.8553768136621193E-3</c:v>
                </c:pt>
                <c:pt idx="2339">
                  <c:v>7.8320566561799129E-3</c:v>
                </c:pt>
                <c:pt idx="2340">
                  <c:v>1.1927005658158778E-2</c:v>
                </c:pt>
                <c:pt idx="2341">
                  <c:v>1.2029467093275955E-2</c:v>
                </c:pt>
                <c:pt idx="2342">
                  <c:v>1.1596738525504155E-2</c:v>
                </c:pt>
                <c:pt idx="2343">
                  <c:v>1.2126244486257468E-2</c:v>
                </c:pt>
                <c:pt idx="2344">
                  <c:v>1.2265159401856436E-2</c:v>
                </c:pt>
                <c:pt idx="2345">
                  <c:v>1.2397600791162753E-2</c:v>
                </c:pt>
                <c:pt idx="2346">
                  <c:v>1.2394847246405211E-2</c:v>
                </c:pt>
                <c:pt idx="2347">
                  <c:v>1.2310000565362238E-2</c:v>
                </c:pt>
                <c:pt idx="2348">
                  <c:v>1.2421027195681831E-2</c:v>
                </c:pt>
                <c:pt idx="2349">
                  <c:v>1.2861609096852925E-2</c:v>
                </c:pt>
                <c:pt idx="2350">
                  <c:v>1.2699340316425398E-2</c:v>
                </c:pt>
                <c:pt idx="2351">
                  <c:v>1.2746145860432609E-2</c:v>
                </c:pt>
                <c:pt idx="2352">
                  <c:v>1.2364683176455419E-2</c:v>
                </c:pt>
                <c:pt idx="2353">
                  <c:v>1.2395868772064004E-2</c:v>
                </c:pt>
                <c:pt idx="2354">
                  <c:v>1.3839569080206691E-2</c:v>
                </c:pt>
                <c:pt idx="2355">
                  <c:v>1.5729923332162925E-2</c:v>
                </c:pt>
                <c:pt idx="2356">
                  <c:v>1.5750001219399699E-2</c:v>
                </c:pt>
                <c:pt idx="2357">
                  <c:v>1.6022170995122851E-2</c:v>
                </c:pt>
                <c:pt idx="2358">
                  <c:v>1.6650703566100634E-2</c:v>
                </c:pt>
                <c:pt idx="2359">
                  <c:v>1.6717740572695223E-2</c:v>
                </c:pt>
                <c:pt idx="2360">
                  <c:v>1.6717010143689818E-2</c:v>
                </c:pt>
                <c:pt idx="2361">
                  <c:v>1.3516668538068035E-2</c:v>
                </c:pt>
                <c:pt idx="2362">
                  <c:v>1.3910828447783694E-2</c:v>
                </c:pt>
                <c:pt idx="2363">
                  <c:v>1.5155373091447127E-2</c:v>
                </c:pt>
                <c:pt idx="2364">
                  <c:v>1.4539256995847188E-2</c:v>
                </c:pt>
                <c:pt idx="2365">
                  <c:v>1.4581777129222376E-2</c:v>
                </c:pt>
                <c:pt idx="2366">
                  <c:v>1.4530443586244992E-2</c:v>
                </c:pt>
                <c:pt idx="2367">
                  <c:v>1.4512331581942933E-2</c:v>
                </c:pt>
                <c:pt idx="2368">
                  <c:v>1.4740629688851155E-2</c:v>
                </c:pt>
                <c:pt idx="2369">
                  <c:v>1.4979498363703861E-2</c:v>
                </c:pt>
                <c:pt idx="2370">
                  <c:v>1.4183179935280604E-2</c:v>
                </c:pt>
                <c:pt idx="2371">
                  <c:v>1.4527099076112807E-2</c:v>
                </c:pt>
                <c:pt idx="2372">
                  <c:v>1.4522165674835876E-2</c:v>
                </c:pt>
                <c:pt idx="2373">
                  <c:v>1.4531479607884876E-2</c:v>
                </c:pt>
                <c:pt idx="2374">
                  <c:v>1.4476326705040329E-2</c:v>
                </c:pt>
                <c:pt idx="2375">
                  <c:v>1.3202895294629645E-2</c:v>
                </c:pt>
                <c:pt idx="2376">
                  <c:v>1.0759488697758269E-2</c:v>
                </c:pt>
                <c:pt idx="2377">
                  <c:v>1.0759569220977559E-2</c:v>
                </c:pt>
                <c:pt idx="2378">
                  <c:v>1.0949962864492183E-2</c:v>
                </c:pt>
                <c:pt idx="2379">
                  <c:v>9.994938242598209E-3</c:v>
                </c:pt>
                <c:pt idx="2380">
                  <c:v>1.0105366152836881E-2</c:v>
                </c:pt>
                <c:pt idx="2381">
                  <c:v>1.0253242584597987E-2</c:v>
                </c:pt>
                <c:pt idx="2382">
                  <c:v>1.0534900621911486E-2</c:v>
                </c:pt>
                <c:pt idx="2383">
                  <c:v>1.0232676214435977E-2</c:v>
                </c:pt>
                <c:pt idx="2384">
                  <c:v>8.5828686980296658E-3</c:v>
                </c:pt>
                <c:pt idx="2385">
                  <c:v>8.4778691217977827E-3</c:v>
                </c:pt>
                <c:pt idx="2386">
                  <c:v>1.1010850827805532E-2</c:v>
                </c:pt>
                <c:pt idx="2387">
                  <c:v>1.10459104437374E-2</c:v>
                </c:pt>
                <c:pt idx="2388">
                  <c:v>1.1103026827071146E-2</c:v>
                </c:pt>
                <c:pt idx="2389">
                  <c:v>1.0912969199733061E-2</c:v>
                </c:pt>
                <c:pt idx="2390">
                  <c:v>1.0581352636250763E-2</c:v>
                </c:pt>
                <c:pt idx="2391">
                  <c:v>1.0703190164170673E-2</c:v>
                </c:pt>
                <c:pt idx="2392">
                  <c:v>1.0113155673134104E-2</c:v>
                </c:pt>
                <c:pt idx="2393">
                  <c:v>1.0090373295505479E-2</c:v>
                </c:pt>
                <c:pt idx="2394">
                  <c:v>1.0185131248114959E-2</c:v>
                </c:pt>
                <c:pt idx="2395">
                  <c:v>1.0492169341702934E-2</c:v>
                </c:pt>
                <c:pt idx="2396">
                  <c:v>1.1004649583569719E-2</c:v>
                </c:pt>
                <c:pt idx="2397">
                  <c:v>1.0885012535075289E-2</c:v>
                </c:pt>
                <c:pt idx="2398">
                  <c:v>1.0942682911153072E-2</c:v>
                </c:pt>
                <c:pt idx="2399">
                  <c:v>1.0781310014921604E-2</c:v>
                </c:pt>
                <c:pt idx="2400">
                  <c:v>1.0695183078999929E-2</c:v>
                </c:pt>
                <c:pt idx="2401">
                  <c:v>1.0377002142956884E-2</c:v>
                </c:pt>
                <c:pt idx="2402">
                  <c:v>1.0437085244305148E-2</c:v>
                </c:pt>
                <c:pt idx="2403">
                  <c:v>1.0205312401161369E-2</c:v>
                </c:pt>
                <c:pt idx="2404">
                  <c:v>1.0133941008169254E-2</c:v>
                </c:pt>
                <c:pt idx="2405">
                  <c:v>1.0416440556762418E-2</c:v>
                </c:pt>
                <c:pt idx="2406">
                  <c:v>1.0793637242931886E-2</c:v>
                </c:pt>
                <c:pt idx="2407">
                  <c:v>9.0099818825247081E-3</c:v>
                </c:pt>
                <c:pt idx="2408">
                  <c:v>9.4221558204384496E-3</c:v>
                </c:pt>
                <c:pt idx="2409">
                  <c:v>9.428445086817833E-3</c:v>
                </c:pt>
                <c:pt idx="2410">
                  <c:v>1.0819928559701297E-2</c:v>
                </c:pt>
                <c:pt idx="2411">
                  <c:v>1.07470353435622E-2</c:v>
                </c:pt>
                <c:pt idx="2412">
                  <c:v>1.0654805965466465E-2</c:v>
                </c:pt>
                <c:pt idx="2413">
                  <c:v>1.0638808810910198E-2</c:v>
                </c:pt>
                <c:pt idx="2414">
                  <c:v>1.0645407901271968E-2</c:v>
                </c:pt>
                <c:pt idx="2415">
                  <c:v>1.0644269701657133E-2</c:v>
                </c:pt>
                <c:pt idx="2416">
                  <c:v>1.2125454720937472E-2</c:v>
                </c:pt>
                <c:pt idx="2417">
                  <c:v>1.1729309391418025E-2</c:v>
                </c:pt>
                <c:pt idx="2418">
                  <c:v>1.1676003273122364E-2</c:v>
                </c:pt>
                <c:pt idx="2419">
                  <c:v>1.1529819811969242E-2</c:v>
                </c:pt>
                <c:pt idx="2420">
                  <c:v>1.4684336466784234E-2</c:v>
                </c:pt>
                <c:pt idx="2421">
                  <c:v>1.4686653759461276E-2</c:v>
                </c:pt>
                <c:pt idx="2422">
                  <c:v>1.4532846785354894E-2</c:v>
                </c:pt>
                <c:pt idx="2423">
                  <c:v>1.4750527473614281E-2</c:v>
                </c:pt>
                <c:pt idx="2424">
                  <c:v>1.4479678791895545E-2</c:v>
                </c:pt>
                <c:pt idx="2425">
                  <c:v>1.4513631183023555E-2</c:v>
                </c:pt>
                <c:pt idx="2426">
                  <c:v>1.4276326880272847E-2</c:v>
                </c:pt>
                <c:pt idx="2427">
                  <c:v>1.4889280123476713E-2</c:v>
                </c:pt>
                <c:pt idx="2428">
                  <c:v>1.4705677523897828E-2</c:v>
                </c:pt>
                <c:pt idx="2429">
                  <c:v>1.445347557024558E-2</c:v>
                </c:pt>
                <c:pt idx="2430">
                  <c:v>1.5929914607551662E-2</c:v>
                </c:pt>
                <c:pt idx="2431">
                  <c:v>1.5201430446449768E-2</c:v>
                </c:pt>
                <c:pt idx="2432">
                  <c:v>1.5302268392840695E-2</c:v>
                </c:pt>
                <c:pt idx="2433">
                  <c:v>1.5290177958408251E-2</c:v>
                </c:pt>
                <c:pt idx="2434">
                  <c:v>1.6310097790205237E-2</c:v>
                </c:pt>
                <c:pt idx="2435">
                  <c:v>1.6280426135158569E-2</c:v>
                </c:pt>
                <c:pt idx="2436">
                  <c:v>1.619920725286135E-2</c:v>
                </c:pt>
                <c:pt idx="2437">
                  <c:v>1.4388727072805755E-2</c:v>
                </c:pt>
                <c:pt idx="2438">
                  <c:v>1.4369700161065122E-2</c:v>
                </c:pt>
                <c:pt idx="2439">
                  <c:v>1.4713988806694299E-2</c:v>
                </c:pt>
                <c:pt idx="2440">
                  <c:v>1.4756044353417232E-2</c:v>
                </c:pt>
                <c:pt idx="2441">
                  <c:v>1.2382875649285443E-2</c:v>
                </c:pt>
                <c:pt idx="2442">
                  <c:v>1.2211048207044363E-2</c:v>
                </c:pt>
                <c:pt idx="2443">
                  <c:v>1.218821767714137E-2</c:v>
                </c:pt>
                <c:pt idx="2444">
                  <c:v>1.2046358696354485E-2</c:v>
                </c:pt>
                <c:pt idx="2445">
                  <c:v>1.2043115856707561E-2</c:v>
                </c:pt>
                <c:pt idx="2446">
                  <c:v>1.2119440215906333E-2</c:v>
                </c:pt>
                <c:pt idx="2447">
                  <c:v>1.2258056438123751E-2</c:v>
                </c:pt>
                <c:pt idx="2448">
                  <c:v>1.0649310532907392E-2</c:v>
                </c:pt>
                <c:pt idx="2449">
                  <c:v>1.1243766293096811E-2</c:v>
                </c:pt>
                <c:pt idx="2450">
                  <c:v>1.299006403049666E-2</c:v>
                </c:pt>
                <c:pt idx="2451">
                  <c:v>1.091084121053844E-2</c:v>
                </c:pt>
                <c:pt idx="2452">
                  <c:v>1.0857879851753738E-2</c:v>
                </c:pt>
                <c:pt idx="2453">
                  <c:v>1.0582288481868533E-2</c:v>
                </c:pt>
                <c:pt idx="2454">
                  <c:v>1.0585342755835021E-2</c:v>
                </c:pt>
                <c:pt idx="2455">
                  <c:v>9.1624939896642905E-3</c:v>
                </c:pt>
                <c:pt idx="2456">
                  <c:v>9.7352446780430649E-3</c:v>
                </c:pt>
                <c:pt idx="2457">
                  <c:v>9.5152981217639741E-3</c:v>
                </c:pt>
                <c:pt idx="2458">
                  <c:v>1.0694146556829709E-2</c:v>
                </c:pt>
                <c:pt idx="2459">
                  <c:v>1.1126250923541286E-2</c:v>
                </c:pt>
                <c:pt idx="2460">
                  <c:v>1.0170922955973835E-2</c:v>
                </c:pt>
                <c:pt idx="2461">
                  <c:v>1.0245400090498118E-2</c:v>
                </c:pt>
                <c:pt idx="2462">
                  <c:v>1.033681661724206E-2</c:v>
                </c:pt>
                <c:pt idx="2463">
                  <c:v>1.0337523826130778E-2</c:v>
                </c:pt>
                <c:pt idx="2464">
                  <c:v>1.3035293081302923E-2</c:v>
                </c:pt>
                <c:pt idx="2465">
                  <c:v>1.3178732470938221E-2</c:v>
                </c:pt>
                <c:pt idx="2466">
                  <c:v>1.3700680080510138E-2</c:v>
                </c:pt>
                <c:pt idx="2467">
                  <c:v>1.3862538934190934E-2</c:v>
                </c:pt>
                <c:pt idx="2468">
                  <c:v>1.3858947217926555E-2</c:v>
                </c:pt>
                <c:pt idx="2469">
                  <c:v>1.479374890491633E-2</c:v>
                </c:pt>
                <c:pt idx="2470">
                  <c:v>1.4733924290741392E-2</c:v>
                </c:pt>
                <c:pt idx="2471">
                  <c:v>1.3895044096302675E-2</c:v>
                </c:pt>
                <c:pt idx="2472">
                  <c:v>1.4812113411276339E-2</c:v>
                </c:pt>
                <c:pt idx="2473">
                  <c:v>1.5372328195607439E-2</c:v>
                </c:pt>
                <c:pt idx="2474">
                  <c:v>1.5399818787298861E-2</c:v>
                </c:pt>
                <c:pt idx="2475">
                  <c:v>1.7045417385795521E-2</c:v>
                </c:pt>
                <c:pt idx="2476">
                  <c:v>1.6978855667703935E-2</c:v>
                </c:pt>
                <c:pt idx="2477">
                  <c:v>1.7813087273741746E-2</c:v>
                </c:pt>
                <c:pt idx="2478">
                  <c:v>1.7972079672144165E-2</c:v>
                </c:pt>
                <c:pt idx="2479">
                  <c:v>1.7230105606677874E-2</c:v>
                </c:pt>
                <c:pt idx="2480">
                  <c:v>1.7256948714861768E-2</c:v>
                </c:pt>
                <c:pt idx="2481">
                  <c:v>1.7356414559633902E-2</c:v>
                </c:pt>
                <c:pt idx="2482">
                  <c:v>1.7578039895594057E-2</c:v>
                </c:pt>
                <c:pt idx="2483">
                  <c:v>1.7519811351151254E-2</c:v>
                </c:pt>
                <c:pt idx="2484">
                  <c:v>1.7353026511398605E-2</c:v>
                </c:pt>
                <c:pt idx="2485">
                  <c:v>1.5464728185283452E-2</c:v>
                </c:pt>
                <c:pt idx="2486">
                  <c:v>1.5284865109378825E-2</c:v>
                </c:pt>
                <c:pt idx="2487">
                  <c:v>1.492047245237859E-2</c:v>
                </c:pt>
                <c:pt idx="2488">
                  <c:v>1.4803095021062159E-2</c:v>
                </c:pt>
                <c:pt idx="2489">
                  <c:v>1.4898847037971024E-2</c:v>
                </c:pt>
                <c:pt idx="2490">
                  <c:v>1.3775493587997683E-2</c:v>
                </c:pt>
                <c:pt idx="2491">
                  <c:v>1.3775782498569195E-2</c:v>
                </c:pt>
                <c:pt idx="2492">
                  <c:v>1.3743411488480912E-2</c:v>
                </c:pt>
                <c:pt idx="2493">
                  <c:v>1.3077131956954181E-2</c:v>
                </c:pt>
                <c:pt idx="2494">
                  <c:v>1.227826224581624E-2</c:v>
                </c:pt>
                <c:pt idx="2495">
                  <c:v>1.2226404490196937E-2</c:v>
                </c:pt>
                <c:pt idx="2496">
                  <c:v>1.1475366131704207E-2</c:v>
                </c:pt>
                <c:pt idx="2497">
                  <c:v>1.1513226475398644E-2</c:v>
                </c:pt>
                <c:pt idx="2498">
                  <c:v>9.3610957393678931E-3</c:v>
                </c:pt>
                <c:pt idx="2499">
                  <c:v>1.2347530088217011E-2</c:v>
                </c:pt>
                <c:pt idx="2500">
                  <c:v>1.2468964181257826E-2</c:v>
                </c:pt>
                <c:pt idx="2501">
                  <c:v>1.2324232685833983E-2</c:v>
                </c:pt>
                <c:pt idx="2502">
                  <c:v>1.341877788705095E-2</c:v>
                </c:pt>
                <c:pt idx="2503">
                  <c:v>1.2892636657216192E-2</c:v>
                </c:pt>
                <c:pt idx="2504">
                  <c:v>1.2830518070792491E-2</c:v>
                </c:pt>
                <c:pt idx="2505">
                  <c:v>1.2669659658875111E-2</c:v>
                </c:pt>
                <c:pt idx="2506">
                  <c:v>1.2637267946315383E-2</c:v>
                </c:pt>
                <c:pt idx="2507">
                  <c:v>1.3573141391377365E-2</c:v>
                </c:pt>
                <c:pt idx="2508">
                  <c:v>1.3477374774692789E-2</c:v>
                </c:pt>
                <c:pt idx="2509">
                  <c:v>1.3572673974736275E-2</c:v>
                </c:pt>
                <c:pt idx="2510">
                  <c:v>1.4232364284717216E-2</c:v>
                </c:pt>
                <c:pt idx="2511">
                  <c:v>1.4216247518434314E-2</c:v>
                </c:pt>
                <c:pt idx="2512">
                  <c:v>1.4788275810752798E-2</c:v>
                </c:pt>
                <c:pt idx="2513">
                  <c:v>1.4469100332794707E-2</c:v>
                </c:pt>
                <c:pt idx="2514">
                  <c:v>1.4977756997546981E-2</c:v>
                </c:pt>
                <c:pt idx="2515">
                  <c:v>1.5453484115125286E-2</c:v>
                </c:pt>
                <c:pt idx="2516">
                  <c:v>1.5485590002950239E-2</c:v>
                </c:pt>
                <c:pt idx="2517">
                  <c:v>1.4650587702277234E-2</c:v>
                </c:pt>
              </c:numCache>
            </c:numRef>
          </c:val>
          <c:smooth val="0"/>
          <c:extLst>
            <c:ext xmlns:c16="http://schemas.microsoft.com/office/drawing/2014/chart" uri="{C3380CC4-5D6E-409C-BE32-E72D297353CC}">
              <c16:uniqueId val="{00000000-3DC3-EB4D-B486-250D242CA728}"/>
            </c:ext>
          </c:extLst>
        </c:ser>
        <c:ser>
          <c:idx val="1"/>
          <c:order val="1"/>
          <c:tx>
            <c:strRef>
              <c:f>'Volatility Analysis'!$CI$5:$CI$26</c:f>
              <c:strCache>
                <c:ptCount val="22"/>
                <c:pt idx="0">
                  <c:v>NIFTY Bank</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'Volatility Analysis'!$CG$27:$CG$2544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'Volatility Analysis'!$CI$27:$CI$2544</c:f>
              <c:numCache>
                <c:formatCode>0.00%</c:formatCode>
                <c:ptCount val="2518"/>
                <c:pt idx="0">
                  <c:v>1.6363449307695517E-2</c:v>
                </c:pt>
                <c:pt idx="1">
                  <c:v>1.5954219507755964E-2</c:v>
                </c:pt>
                <c:pt idx="2">
                  <c:v>1.668587799799464E-2</c:v>
                </c:pt>
                <c:pt idx="3">
                  <c:v>1.6871242388154895E-2</c:v>
                </c:pt>
                <c:pt idx="4">
                  <c:v>1.5374351913501399E-2</c:v>
                </c:pt>
                <c:pt idx="5">
                  <c:v>1.564541203522243E-2</c:v>
                </c:pt>
                <c:pt idx="6">
                  <c:v>1.5604363831927044E-2</c:v>
                </c:pt>
                <c:pt idx="7">
                  <c:v>1.615887197100329E-2</c:v>
                </c:pt>
                <c:pt idx="8">
                  <c:v>1.6200620123942803E-2</c:v>
                </c:pt>
                <c:pt idx="9">
                  <c:v>1.6279905456131089E-2</c:v>
                </c:pt>
                <c:pt idx="10">
                  <c:v>1.6386425059360065E-2</c:v>
                </c:pt>
                <c:pt idx="11">
                  <c:v>1.4817621636912477E-2</c:v>
                </c:pt>
                <c:pt idx="12">
                  <c:v>1.4865924922480716E-2</c:v>
                </c:pt>
                <c:pt idx="13">
                  <c:v>1.4762494185132763E-2</c:v>
                </c:pt>
                <c:pt idx="14">
                  <c:v>1.4139087289930331E-2</c:v>
                </c:pt>
                <c:pt idx="15">
                  <c:v>1.4155348793275329E-2</c:v>
                </c:pt>
                <c:pt idx="16">
                  <c:v>1.4091274237540096E-2</c:v>
                </c:pt>
                <c:pt idx="17">
                  <c:v>1.3938482135515474E-2</c:v>
                </c:pt>
                <c:pt idx="18">
                  <c:v>1.2529300780629931E-2</c:v>
                </c:pt>
                <c:pt idx="19">
                  <c:v>1.4539814549329372E-2</c:v>
                </c:pt>
                <c:pt idx="20">
                  <c:v>1.6473463502862114E-2</c:v>
                </c:pt>
                <c:pt idx="21">
                  <c:v>1.523203485202825E-2</c:v>
                </c:pt>
                <c:pt idx="22">
                  <c:v>1.5243777968782327E-2</c:v>
                </c:pt>
                <c:pt idx="23">
                  <c:v>1.4663003109121652E-2</c:v>
                </c:pt>
                <c:pt idx="24">
                  <c:v>1.4449705640944666E-2</c:v>
                </c:pt>
                <c:pt idx="25">
                  <c:v>1.5985740345746659E-2</c:v>
                </c:pt>
                <c:pt idx="26">
                  <c:v>1.5699181679425044E-2</c:v>
                </c:pt>
                <c:pt idx="27">
                  <c:v>1.494018468160248E-2</c:v>
                </c:pt>
                <c:pt idx="28">
                  <c:v>1.4440455470516816E-2</c:v>
                </c:pt>
                <c:pt idx="29">
                  <c:v>1.491635238992522E-2</c:v>
                </c:pt>
                <c:pt idx="30">
                  <c:v>1.4755806340380716E-2</c:v>
                </c:pt>
                <c:pt idx="31">
                  <c:v>1.4717659358953795E-2</c:v>
                </c:pt>
                <c:pt idx="32">
                  <c:v>1.4624079431898574E-2</c:v>
                </c:pt>
                <c:pt idx="33">
                  <c:v>1.504814710357834E-2</c:v>
                </c:pt>
                <c:pt idx="34">
                  <c:v>1.5170743882997292E-2</c:v>
                </c:pt>
                <c:pt idx="35">
                  <c:v>1.521803859871149E-2</c:v>
                </c:pt>
                <c:pt idx="36">
                  <c:v>1.5178349646399183E-2</c:v>
                </c:pt>
                <c:pt idx="37">
                  <c:v>1.5178354121990175E-2</c:v>
                </c:pt>
                <c:pt idx="38">
                  <c:v>1.6065056612772109E-2</c:v>
                </c:pt>
                <c:pt idx="39">
                  <c:v>1.6235616661715937E-2</c:v>
                </c:pt>
                <c:pt idx="40">
                  <c:v>1.5347044219259342E-2</c:v>
                </c:pt>
                <c:pt idx="41">
                  <c:v>1.3264829003945371E-2</c:v>
                </c:pt>
                <c:pt idx="42">
                  <c:v>1.3812083289169047E-2</c:v>
                </c:pt>
                <c:pt idx="43">
                  <c:v>1.3822935513817797E-2</c:v>
                </c:pt>
                <c:pt idx="44">
                  <c:v>1.355477046647937E-2</c:v>
                </c:pt>
                <c:pt idx="45">
                  <c:v>1.3426018532044191E-2</c:v>
                </c:pt>
                <c:pt idx="46">
                  <c:v>1.3244516126519962E-2</c:v>
                </c:pt>
                <c:pt idx="47">
                  <c:v>1.3233231145728401E-2</c:v>
                </c:pt>
                <c:pt idx="48">
                  <c:v>1.3233543146161248E-2</c:v>
                </c:pt>
                <c:pt idx="49">
                  <c:v>1.3192195759121986E-2</c:v>
                </c:pt>
                <c:pt idx="50">
                  <c:v>1.2568992744744842E-2</c:v>
                </c:pt>
                <c:pt idx="51">
                  <c:v>1.297573602569526E-2</c:v>
                </c:pt>
                <c:pt idx="52">
                  <c:v>1.2854859948817734E-2</c:v>
                </c:pt>
                <c:pt idx="53">
                  <c:v>1.2763996742478106E-2</c:v>
                </c:pt>
                <c:pt idx="54">
                  <c:v>1.2466269670377372E-2</c:v>
                </c:pt>
                <c:pt idx="55">
                  <c:v>1.2276609825149765E-2</c:v>
                </c:pt>
                <c:pt idx="56">
                  <c:v>1.2473194306558204E-2</c:v>
                </c:pt>
                <c:pt idx="57">
                  <c:v>1.2696019861072419E-2</c:v>
                </c:pt>
                <c:pt idx="58">
                  <c:v>1.4124093590088198E-2</c:v>
                </c:pt>
                <c:pt idx="59">
                  <c:v>1.2806419350469807E-2</c:v>
                </c:pt>
                <c:pt idx="60">
                  <c:v>1.2575005788542979E-2</c:v>
                </c:pt>
                <c:pt idx="61">
                  <c:v>1.2133087735179217E-2</c:v>
                </c:pt>
                <c:pt idx="62">
                  <c:v>1.1973592578137838E-2</c:v>
                </c:pt>
                <c:pt idx="63">
                  <c:v>1.3423772859199297E-2</c:v>
                </c:pt>
                <c:pt idx="64">
                  <c:v>1.4225421048545831E-2</c:v>
                </c:pt>
                <c:pt idx="65">
                  <c:v>1.5375673598270049E-2</c:v>
                </c:pt>
                <c:pt idx="66">
                  <c:v>1.6258181276222295E-2</c:v>
                </c:pt>
                <c:pt idx="67">
                  <c:v>1.6506154624670047E-2</c:v>
                </c:pt>
                <c:pt idx="68">
                  <c:v>1.7729474216739611E-2</c:v>
                </c:pt>
                <c:pt idx="69">
                  <c:v>1.773637796146427E-2</c:v>
                </c:pt>
                <c:pt idx="70">
                  <c:v>1.7760985086620856E-2</c:v>
                </c:pt>
                <c:pt idx="71">
                  <c:v>1.8018409465137129E-2</c:v>
                </c:pt>
                <c:pt idx="72">
                  <c:v>1.7686187963305403E-2</c:v>
                </c:pt>
                <c:pt idx="73">
                  <c:v>1.7537493195452902E-2</c:v>
                </c:pt>
                <c:pt idx="74">
                  <c:v>1.7551279902814569E-2</c:v>
                </c:pt>
                <c:pt idx="75">
                  <c:v>1.7526462887053691E-2</c:v>
                </c:pt>
                <c:pt idx="76">
                  <c:v>1.758421185295659E-2</c:v>
                </c:pt>
                <c:pt idx="77">
                  <c:v>1.7302179050982327E-2</c:v>
                </c:pt>
                <c:pt idx="78">
                  <c:v>1.7133544508821017E-2</c:v>
                </c:pt>
                <c:pt idx="79">
                  <c:v>1.6214786780242858E-2</c:v>
                </c:pt>
                <c:pt idx="80">
                  <c:v>1.6499595644708515E-2</c:v>
                </c:pt>
                <c:pt idx="81">
                  <c:v>1.6564285481227528E-2</c:v>
                </c:pt>
                <c:pt idx="82">
                  <c:v>1.8129339615738652E-2</c:v>
                </c:pt>
                <c:pt idx="83">
                  <c:v>1.8351243683006304E-2</c:v>
                </c:pt>
                <c:pt idx="84">
                  <c:v>1.6554342580934432E-2</c:v>
                </c:pt>
                <c:pt idx="85">
                  <c:v>1.5814457864571071E-2</c:v>
                </c:pt>
                <c:pt idx="86">
                  <c:v>1.4923000226563621E-2</c:v>
                </c:pt>
                <c:pt idx="87">
                  <c:v>1.3963751571587356E-2</c:v>
                </c:pt>
                <c:pt idx="88">
                  <c:v>1.2521456182343474E-2</c:v>
                </c:pt>
                <c:pt idx="89">
                  <c:v>1.1955120898897758E-2</c:v>
                </c:pt>
                <c:pt idx="90">
                  <c:v>1.2368000184315917E-2</c:v>
                </c:pt>
                <c:pt idx="91">
                  <c:v>1.2317584095249041E-2</c:v>
                </c:pt>
                <c:pt idx="92">
                  <c:v>1.2059675125924844E-2</c:v>
                </c:pt>
                <c:pt idx="93">
                  <c:v>1.206171767070972E-2</c:v>
                </c:pt>
                <c:pt idx="94">
                  <c:v>1.2015510869987065E-2</c:v>
                </c:pt>
                <c:pt idx="95">
                  <c:v>1.2227173612400253E-2</c:v>
                </c:pt>
                <c:pt idx="96">
                  <c:v>1.3540832893399354E-2</c:v>
                </c:pt>
                <c:pt idx="97">
                  <c:v>1.3493072514362832E-2</c:v>
                </c:pt>
                <c:pt idx="98">
                  <c:v>1.349795350649834E-2</c:v>
                </c:pt>
                <c:pt idx="99">
                  <c:v>1.3345305330336505E-2</c:v>
                </c:pt>
                <c:pt idx="100">
                  <c:v>1.3381699730994252E-2</c:v>
                </c:pt>
                <c:pt idx="101">
                  <c:v>1.3012137747049009E-2</c:v>
                </c:pt>
                <c:pt idx="102">
                  <c:v>1.3001168437330094E-2</c:v>
                </c:pt>
                <c:pt idx="103">
                  <c:v>1.0952509607864548E-2</c:v>
                </c:pt>
                <c:pt idx="104">
                  <c:v>1.0342764185733256E-2</c:v>
                </c:pt>
                <c:pt idx="105">
                  <c:v>1.0392394892070644E-2</c:v>
                </c:pt>
                <c:pt idx="106">
                  <c:v>1.0011403925937971E-2</c:v>
                </c:pt>
                <c:pt idx="107">
                  <c:v>9.8121311026737323E-3</c:v>
                </c:pt>
                <c:pt idx="108">
                  <c:v>1.0875943107062622E-2</c:v>
                </c:pt>
                <c:pt idx="109">
                  <c:v>1.0642387536283762E-2</c:v>
                </c:pt>
                <c:pt idx="110">
                  <c:v>9.1496307128772908E-3</c:v>
                </c:pt>
                <c:pt idx="111">
                  <c:v>9.0143681533301021E-3</c:v>
                </c:pt>
                <c:pt idx="112">
                  <c:v>9.1211526540414967E-3</c:v>
                </c:pt>
                <c:pt idx="113">
                  <c:v>9.0618785918417221E-3</c:v>
                </c:pt>
                <c:pt idx="114">
                  <c:v>9.6050787822849985E-3</c:v>
                </c:pt>
                <c:pt idx="115">
                  <c:v>9.7026634871961604E-3</c:v>
                </c:pt>
                <c:pt idx="116">
                  <c:v>9.7482596248224408E-3</c:v>
                </c:pt>
                <c:pt idx="117">
                  <c:v>9.1926041290593709E-3</c:v>
                </c:pt>
                <c:pt idx="118">
                  <c:v>9.6533296524246685E-3</c:v>
                </c:pt>
                <c:pt idx="119">
                  <c:v>9.8137709073404245E-3</c:v>
                </c:pt>
                <c:pt idx="120">
                  <c:v>1.0146101531855177E-2</c:v>
                </c:pt>
                <c:pt idx="121">
                  <c:v>1.1250601162603744E-2</c:v>
                </c:pt>
                <c:pt idx="122">
                  <c:v>1.1175713799084162E-2</c:v>
                </c:pt>
                <c:pt idx="123">
                  <c:v>1.1167040895132169E-2</c:v>
                </c:pt>
                <c:pt idx="124">
                  <c:v>1.0699741284188781E-2</c:v>
                </c:pt>
                <c:pt idx="125">
                  <c:v>1.1256467023187252E-2</c:v>
                </c:pt>
                <c:pt idx="126">
                  <c:v>1.1334507747181331E-2</c:v>
                </c:pt>
                <c:pt idx="127">
                  <c:v>1.1302110296919162E-2</c:v>
                </c:pt>
                <c:pt idx="128">
                  <c:v>1.1311245015118107E-2</c:v>
                </c:pt>
                <c:pt idx="129">
                  <c:v>1.0548492395164954E-2</c:v>
                </c:pt>
                <c:pt idx="130">
                  <c:v>1.0711043626096138E-2</c:v>
                </c:pt>
                <c:pt idx="131">
                  <c:v>1.0449277932356229E-2</c:v>
                </c:pt>
                <c:pt idx="132">
                  <c:v>1.0676924071355495E-2</c:v>
                </c:pt>
                <c:pt idx="133">
                  <c:v>1.2412308448840535E-2</c:v>
                </c:pt>
                <c:pt idx="134">
                  <c:v>1.2517392239453015E-2</c:v>
                </c:pt>
                <c:pt idx="135">
                  <c:v>1.364494370124E-2</c:v>
                </c:pt>
                <c:pt idx="136">
                  <c:v>1.3695687461523876E-2</c:v>
                </c:pt>
                <c:pt idx="137">
                  <c:v>1.3687387820525119E-2</c:v>
                </c:pt>
                <c:pt idx="138">
                  <c:v>1.3240241132199293E-2</c:v>
                </c:pt>
                <c:pt idx="139">
                  <c:v>1.3664034656890769E-2</c:v>
                </c:pt>
                <c:pt idx="140">
                  <c:v>1.3817312253356508E-2</c:v>
                </c:pt>
                <c:pt idx="141">
                  <c:v>2.0059473928812306E-2</c:v>
                </c:pt>
                <c:pt idx="142">
                  <c:v>2.0462671745737387E-2</c:v>
                </c:pt>
                <c:pt idx="143">
                  <c:v>2.0611196909577571E-2</c:v>
                </c:pt>
                <c:pt idx="144">
                  <c:v>2.1088712789138597E-2</c:v>
                </c:pt>
                <c:pt idx="145">
                  <c:v>2.0995199906394878E-2</c:v>
                </c:pt>
                <c:pt idx="146">
                  <c:v>2.0550547470238056E-2</c:v>
                </c:pt>
                <c:pt idx="147">
                  <c:v>2.1418680796352316E-2</c:v>
                </c:pt>
                <c:pt idx="148">
                  <c:v>2.14289140813376E-2</c:v>
                </c:pt>
                <c:pt idx="149">
                  <c:v>2.2139052700871378E-2</c:v>
                </c:pt>
                <c:pt idx="150">
                  <c:v>2.2373054296727462E-2</c:v>
                </c:pt>
                <c:pt idx="151">
                  <c:v>2.2562923775465493E-2</c:v>
                </c:pt>
                <c:pt idx="152">
                  <c:v>2.447652421249653E-2</c:v>
                </c:pt>
                <c:pt idx="153">
                  <c:v>2.4946346062090945E-2</c:v>
                </c:pt>
                <c:pt idx="154">
                  <c:v>2.4289768954171984E-2</c:v>
                </c:pt>
                <c:pt idx="155">
                  <c:v>2.4204545958538236E-2</c:v>
                </c:pt>
                <c:pt idx="156">
                  <c:v>2.3481780225873772E-2</c:v>
                </c:pt>
                <c:pt idx="157">
                  <c:v>2.3400361753865295E-2</c:v>
                </c:pt>
                <c:pt idx="158">
                  <c:v>2.3750996805452219E-2</c:v>
                </c:pt>
                <c:pt idx="159">
                  <c:v>2.4681600239077357E-2</c:v>
                </c:pt>
                <c:pt idx="160">
                  <c:v>2.4374671302136181E-2</c:v>
                </c:pt>
                <c:pt idx="161">
                  <c:v>2.5010883935416211E-2</c:v>
                </c:pt>
                <c:pt idx="162">
                  <c:v>2.0016604607205651E-2</c:v>
                </c:pt>
                <c:pt idx="163">
                  <c:v>1.9434082827504643E-2</c:v>
                </c:pt>
                <c:pt idx="164">
                  <c:v>1.9131012425226763E-2</c:v>
                </c:pt>
                <c:pt idx="165">
                  <c:v>1.8883044522138934E-2</c:v>
                </c:pt>
                <c:pt idx="166">
                  <c:v>1.8904248345473221E-2</c:v>
                </c:pt>
                <c:pt idx="167">
                  <c:v>1.8904668464006107E-2</c:v>
                </c:pt>
                <c:pt idx="168">
                  <c:v>1.8103186951289495E-2</c:v>
                </c:pt>
                <c:pt idx="169">
                  <c:v>1.7597273554995223E-2</c:v>
                </c:pt>
                <c:pt idx="170">
                  <c:v>1.7282712873479888E-2</c:v>
                </c:pt>
                <c:pt idx="171">
                  <c:v>1.6204438848079032E-2</c:v>
                </c:pt>
                <c:pt idx="172">
                  <c:v>1.5164566565835412E-2</c:v>
                </c:pt>
                <c:pt idx="173">
                  <c:v>1.3517620008967352E-2</c:v>
                </c:pt>
                <c:pt idx="174">
                  <c:v>1.3189551674246312E-2</c:v>
                </c:pt>
                <c:pt idx="175">
                  <c:v>1.3168486130499162E-2</c:v>
                </c:pt>
                <c:pt idx="176">
                  <c:v>1.3213094439059301E-2</c:v>
                </c:pt>
                <c:pt idx="177">
                  <c:v>1.296589323310585E-2</c:v>
                </c:pt>
                <c:pt idx="178">
                  <c:v>1.270311339392899E-2</c:v>
                </c:pt>
                <c:pt idx="179">
                  <c:v>1.2512608323569041E-2</c:v>
                </c:pt>
                <c:pt idx="180">
                  <c:v>1.1401575112880027E-2</c:v>
                </c:pt>
                <c:pt idx="181">
                  <c:v>1.1598067193215659E-2</c:v>
                </c:pt>
                <c:pt idx="182">
                  <c:v>9.5103703801194244E-3</c:v>
                </c:pt>
                <c:pt idx="183">
                  <c:v>9.183756851698005E-3</c:v>
                </c:pt>
                <c:pt idx="184">
                  <c:v>1.0748289219093024E-2</c:v>
                </c:pt>
                <c:pt idx="185">
                  <c:v>1.0881806121290839E-2</c:v>
                </c:pt>
                <c:pt idx="186">
                  <c:v>1.0784606520959656E-2</c:v>
                </c:pt>
                <c:pt idx="187">
                  <c:v>1.0748859619208869E-2</c:v>
                </c:pt>
                <c:pt idx="188">
                  <c:v>1.0709765933757888E-2</c:v>
                </c:pt>
                <c:pt idx="189">
                  <c:v>8.2859164276865953E-3</c:v>
                </c:pt>
                <c:pt idx="190">
                  <c:v>8.6714929824910393E-3</c:v>
                </c:pt>
                <c:pt idx="191">
                  <c:v>8.7944930053751296E-3</c:v>
                </c:pt>
                <c:pt idx="192">
                  <c:v>8.7002954097054885E-3</c:v>
                </c:pt>
                <c:pt idx="193">
                  <c:v>8.6942790262498886E-3</c:v>
                </c:pt>
                <c:pt idx="194">
                  <c:v>8.6985425243248631E-3</c:v>
                </c:pt>
                <c:pt idx="195">
                  <c:v>8.8631091116560829E-3</c:v>
                </c:pt>
                <c:pt idx="196">
                  <c:v>9.5731854801966408E-3</c:v>
                </c:pt>
                <c:pt idx="197">
                  <c:v>9.3479484599636349E-3</c:v>
                </c:pt>
                <c:pt idx="198">
                  <c:v>9.5102275476704815E-3</c:v>
                </c:pt>
                <c:pt idx="199">
                  <c:v>1.0324001022164738E-2</c:v>
                </c:pt>
                <c:pt idx="200">
                  <c:v>1.0325894236343601E-2</c:v>
                </c:pt>
                <c:pt idx="201">
                  <c:v>1.0280985484623769E-2</c:v>
                </c:pt>
                <c:pt idx="202">
                  <c:v>9.7486022484893648E-3</c:v>
                </c:pt>
                <c:pt idx="203">
                  <c:v>9.767836500988945E-3</c:v>
                </c:pt>
                <c:pt idx="204">
                  <c:v>1.0857394510626098E-2</c:v>
                </c:pt>
                <c:pt idx="205">
                  <c:v>9.4953281410095364E-3</c:v>
                </c:pt>
                <c:pt idx="206">
                  <c:v>9.26049368558725E-3</c:v>
                </c:pt>
                <c:pt idx="207">
                  <c:v>9.3754750206792459E-3</c:v>
                </c:pt>
                <c:pt idx="208">
                  <c:v>9.4654333053069469E-3</c:v>
                </c:pt>
                <c:pt idx="209">
                  <c:v>9.8124602440102307E-3</c:v>
                </c:pt>
                <c:pt idx="210">
                  <c:v>9.7843012607146812E-3</c:v>
                </c:pt>
                <c:pt idx="211">
                  <c:v>9.5448460689990557E-3</c:v>
                </c:pt>
                <c:pt idx="212">
                  <c:v>9.5921546890481695E-3</c:v>
                </c:pt>
                <c:pt idx="213">
                  <c:v>9.5935955774132768E-3</c:v>
                </c:pt>
                <c:pt idx="214">
                  <c:v>1.0498668626329562E-2</c:v>
                </c:pt>
                <c:pt idx="215">
                  <c:v>1.0502469503926982E-2</c:v>
                </c:pt>
                <c:pt idx="216">
                  <c:v>1.0425065584059113E-2</c:v>
                </c:pt>
                <c:pt idx="217">
                  <c:v>1.0152495890605084E-2</c:v>
                </c:pt>
                <c:pt idx="218">
                  <c:v>1.0450054885075128E-2</c:v>
                </c:pt>
                <c:pt idx="219">
                  <c:v>9.776118695842587E-3</c:v>
                </c:pt>
                <c:pt idx="220">
                  <c:v>9.6547661490609914E-3</c:v>
                </c:pt>
                <c:pt idx="221">
                  <c:v>9.691581025819249E-3</c:v>
                </c:pt>
                <c:pt idx="222">
                  <c:v>9.8781645572845172E-3</c:v>
                </c:pt>
                <c:pt idx="223">
                  <c:v>9.8788933508194374E-3</c:v>
                </c:pt>
                <c:pt idx="224">
                  <c:v>1.0119320486527741E-2</c:v>
                </c:pt>
                <c:pt idx="225">
                  <c:v>9.0609494467966175E-3</c:v>
                </c:pt>
                <c:pt idx="226">
                  <c:v>9.0290923799312486E-3</c:v>
                </c:pt>
                <c:pt idx="227">
                  <c:v>9.0353729746764835E-3</c:v>
                </c:pt>
                <c:pt idx="228">
                  <c:v>8.9542920623224172E-3</c:v>
                </c:pt>
                <c:pt idx="229">
                  <c:v>1.0476006479241724E-2</c:v>
                </c:pt>
                <c:pt idx="230">
                  <c:v>1.018113608635807E-2</c:v>
                </c:pt>
                <c:pt idx="231">
                  <c:v>1.0211427920767435E-2</c:v>
                </c:pt>
                <c:pt idx="232">
                  <c:v>1.105339809268195E-2</c:v>
                </c:pt>
                <c:pt idx="233">
                  <c:v>1.1036663004147063E-2</c:v>
                </c:pt>
                <c:pt idx="234">
                  <c:v>1.1071137610505913E-2</c:v>
                </c:pt>
                <c:pt idx="235">
                  <c:v>1.0701487960553537E-2</c:v>
                </c:pt>
                <c:pt idx="236">
                  <c:v>1.0935144424024119E-2</c:v>
                </c:pt>
                <c:pt idx="237">
                  <c:v>1.136824454717063E-2</c:v>
                </c:pt>
                <c:pt idx="238">
                  <c:v>1.2038143864988173E-2</c:v>
                </c:pt>
                <c:pt idx="239">
                  <c:v>1.1728274906556755E-2</c:v>
                </c:pt>
                <c:pt idx="240">
                  <c:v>1.2600595765759214E-2</c:v>
                </c:pt>
                <c:pt idx="241">
                  <c:v>1.249448293903168E-2</c:v>
                </c:pt>
                <c:pt idx="242">
                  <c:v>1.3014618711983422E-2</c:v>
                </c:pt>
                <c:pt idx="243">
                  <c:v>1.4446782847908591E-2</c:v>
                </c:pt>
                <c:pt idx="244">
                  <c:v>1.4553287594203365E-2</c:v>
                </c:pt>
                <c:pt idx="245">
                  <c:v>1.4227926735236976E-2</c:v>
                </c:pt>
                <c:pt idx="246">
                  <c:v>1.4234866699688391E-2</c:v>
                </c:pt>
                <c:pt idx="247">
                  <c:v>1.4550256596512497E-2</c:v>
                </c:pt>
                <c:pt idx="248">
                  <c:v>1.4655717857536095E-2</c:v>
                </c:pt>
                <c:pt idx="249">
                  <c:v>1.4608542135028015E-2</c:v>
                </c:pt>
                <c:pt idx="250">
                  <c:v>1.4062834786947932E-2</c:v>
                </c:pt>
                <c:pt idx="251">
                  <c:v>1.4156713015891819E-2</c:v>
                </c:pt>
                <c:pt idx="252">
                  <c:v>1.5134614216634526E-2</c:v>
                </c:pt>
                <c:pt idx="253">
                  <c:v>1.4589735911621242E-2</c:v>
                </c:pt>
                <c:pt idx="254">
                  <c:v>1.4598008999485379E-2</c:v>
                </c:pt>
                <c:pt idx="255">
                  <c:v>1.4965356702120979E-2</c:v>
                </c:pt>
                <c:pt idx="256">
                  <c:v>1.6496417866325851E-2</c:v>
                </c:pt>
                <c:pt idx="257">
                  <c:v>1.6185757016226047E-2</c:v>
                </c:pt>
                <c:pt idx="258">
                  <c:v>1.8155224574915932E-2</c:v>
                </c:pt>
                <c:pt idx="259">
                  <c:v>1.7804784308322746E-2</c:v>
                </c:pt>
                <c:pt idx="260">
                  <c:v>1.7685796130331582E-2</c:v>
                </c:pt>
                <c:pt idx="261">
                  <c:v>1.7489996975321522E-2</c:v>
                </c:pt>
                <c:pt idx="262">
                  <c:v>1.6983952218143639E-2</c:v>
                </c:pt>
                <c:pt idx="263">
                  <c:v>1.6764956610844862E-2</c:v>
                </c:pt>
                <c:pt idx="264">
                  <c:v>1.6214400644499971E-2</c:v>
                </c:pt>
                <c:pt idx="265">
                  <c:v>1.6241973670273985E-2</c:v>
                </c:pt>
                <c:pt idx="266">
                  <c:v>1.6410052936628033E-2</c:v>
                </c:pt>
                <c:pt idx="267">
                  <c:v>1.7177296763787729E-2</c:v>
                </c:pt>
                <c:pt idx="268">
                  <c:v>1.7268660737417511E-2</c:v>
                </c:pt>
                <c:pt idx="269">
                  <c:v>1.9055385484879235E-2</c:v>
                </c:pt>
                <c:pt idx="270">
                  <c:v>2.165501480399349E-2</c:v>
                </c:pt>
                <c:pt idx="271">
                  <c:v>2.1372460030183237E-2</c:v>
                </c:pt>
                <c:pt idx="272">
                  <c:v>2.1468936294192269E-2</c:v>
                </c:pt>
                <c:pt idx="273">
                  <c:v>2.1270070109049296E-2</c:v>
                </c:pt>
                <c:pt idx="274">
                  <c:v>2.1270852696826201E-2</c:v>
                </c:pt>
                <c:pt idx="275">
                  <c:v>2.1153824427134288E-2</c:v>
                </c:pt>
                <c:pt idx="276">
                  <c:v>2.063883420489767E-2</c:v>
                </c:pt>
                <c:pt idx="277">
                  <c:v>1.8454772030702407E-2</c:v>
                </c:pt>
                <c:pt idx="278">
                  <c:v>1.8359261199580451E-2</c:v>
                </c:pt>
                <c:pt idx="279">
                  <c:v>1.7131641429454662E-2</c:v>
                </c:pt>
                <c:pt idx="280">
                  <c:v>1.6372140922741123E-2</c:v>
                </c:pt>
                <c:pt idx="281">
                  <c:v>1.6399632802943931E-2</c:v>
                </c:pt>
                <c:pt idx="282">
                  <c:v>1.6539619220779754E-2</c:v>
                </c:pt>
                <c:pt idx="283">
                  <c:v>1.6565479340551029E-2</c:v>
                </c:pt>
                <c:pt idx="284">
                  <c:v>1.6655629193741514E-2</c:v>
                </c:pt>
                <c:pt idx="285">
                  <c:v>1.5961487008319029E-2</c:v>
                </c:pt>
                <c:pt idx="286">
                  <c:v>1.5258474520456351E-2</c:v>
                </c:pt>
                <c:pt idx="287">
                  <c:v>1.5103706713140449E-2</c:v>
                </c:pt>
                <c:pt idx="288">
                  <c:v>1.5054477150507154E-2</c:v>
                </c:pt>
                <c:pt idx="289">
                  <c:v>1.5077661313505162E-2</c:v>
                </c:pt>
                <c:pt idx="290">
                  <c:v>1.386657015972384E-2</c:v>
                </c:pt>
                <c:pt idx="291">
                  <c:v>1.2548747466381439E-2</c:v>
                </c:pt>
                <c:pt idx="292">
                  <c:v>1.2576354550442186E-2</c:v>
                </c:pt>
                <c:pt idx="293">
                  <c:v>1.2517872680178097E-2</c:v>
                </c:pt>
                <c:pt idx="294">
                  <c:v>1.2147718503548071E-2</c:v>
                </c:pt>
                <c:pt idx="295">
                  <c:v>1.2470365397843634E-2</c:v>
                </c:pt>
                <c:pt idx="296">
                  <c:v>1.2335140511489314E-2</c:v>
                </c:pt>
                <c:pt idx="297">
                  <c:v>1.3275356621829727E-2</c:v>
                </c:pt>
                <c:pt idx="298">
                  <c:v>1.3327537157657251E-2</c:v>
                </c:pt>
                <c:pt idx="299">
                  <c:v>1.3370146435352006E-2</c:v>
                </c:pt>
                <c:pt idx="300">
                  <c:v>1.3688649744436381E-2</c:v>
                </c:pt>
                <c:pt idx="301">
                  <c:v>1.3645739088119955E-2</c:v>
                </c:pt>
                <c:pt idx="302">
                  <c:v>1.349982454542918E-2</c:v>
                </c:pt>
                <c:pt idx="303">
                  <c:v>1.3617273244454341E-2</c:v>
                </c:pt>
                <c:pt idx="304">
                  <c:v>1.3812977111428206E-2</c:v>
                </c:pt>
                <c:pt idx="305">
                  <c:v>1.4009844577316322E-2</c:v>
                </c:pt>
                <c:pt idx="306">
                  <c:v>1.3215753956396754E-2</c:v>
                </c:pt>
                <c:pt idx="307">
                  <c:v>1.3823254784941919E-2</c:v>
                </c:pt>
                <c:pt idx="308">
                  <c:v>1.2552933393161683E-2</c:v>
                </c:pt>
                <c:pt idx="309">
                  <c:v>1.2668126749025951E-2</c:v>
                </c:pt>
                <c:pt idx="310">
                  <c:v>1.2662863964548049E-2</c:v>
                </c:pt>
                <c:pt idx="311">
                  <c:v>1.2662835564859819E-2</c:v>
                </c:pt>
                <c:pt idx="312">
                  <c:v>1.1527107205715172E-2</c:v>
                </c:pt>
                <c:pt idx="313">
                  <c:v>1.1439145059301948E-2</c:v>
                </c:pt>
                <c:pt idx="314">
                  <c:v>1.1266858010034559E-2</c:v>
                </c:pt>
                <c:pt idx="315">
                  <c:v>1.1348383656379798E-2</c:v>
                </c:pt>
                <c:pt idx="316">
                  <c:v>1.1527214654342543E-2</c:v>
                </c:pt>
                <c:pt idx="317">
                  <c:v>1.1527971594065132E-2</c:v>
                </c:pt>
                <c:pt idx="318">
                  <c:v>1.0309278934978097E-2</c:v>
                </c:pt>
                <c:pt idx="319">
                  <c:v>1.0280394470464379E-2</c:v>
                </c:pt>
                <c:pt idx="320">
                  <c:v>1.0456519463217769E-2</c:v>
                </c:pt>
                <c:pt idx="321">
                  <c:v>9.7710031292409759E-3</c:v>
                </c:pt>
                <c:pt idx="322">
                  <c:v>9.7556946848267601E-3</c:v>
                </c:pt>
                <c:pt idx="323">
                  <c:v>9.7889897995415802E-3</c:v>
                </c:pt>
                <c:pt idx="324">
                  <c:v>1.1459908806366038E-2</c:v>
                </c:pt>
                <c:pt idx="325">
                  <c:v>1.2204782743939305E-2</c:v>
                </c:pt>
                <c:pt idx="326">
                  <c:v>1.2049724472447955E-2</c:v>
                </c:pt>
                <c:pt idx="327">
                  <c:v>1.2042723925180545E-2</c:v>
                </c:pt>
                <c:pt idx="328">
                  <c:v>1.1404558612408508E-2</c:v>
                </c:pt>
                <c:pt idx="329">
                  <c:v>1.1513502365934227E-2</c:v>
                </c:pt>
                <c:pt idx="330">
                  <c:v>1.1333396911899035E-2</c:v>
                </c:pt>
                <c:pt idx="331">
                  <c:v>1.132200200593853E-2</c:v>
                </c:pt>
                <c:pt idx="332">
                  <c:v>1.1346628251355507E-2</c:v>
                </c:pt>
                <c:pt idx="333">
                  <c:v>1.0747992280177679E-2</c:v>
                </c:pt>
                <c:pt idx="334">
                  <c:v>1.076096729463105E-2</c:v>
                </c:pt>
                <c:pt idx="335">
                  <c:v>1.0800442769043593E-2</c:v>
                </c:pt>
                <c:pt idx="336">
                  <c:v>1.0766777441864906E-2</c:v>
                </c:pt>
                <c:pt idx="337">
                  <c:v>1.0833085834953517E-2</c:v>
                </c:pt>
                <c:pt idx="338">
                  <c:v>1.0837207434319356E-2</c:v>
                </c:pt>
                <c:pt idx="339">
                  <c:v>1.1105723715111737E-2</c:v>
                </c:pt>
                <c:pt idx="340">
                  <c:v>1.1665240175894962E-2</c:v>
                </c:pt>
                <c:pt idx="341">
                  <c:v>1.1317927481916214E-2</c:v>
                </c:pt>
                <c:pt idx="342">
                  <c:v>1.116999330678896E-2</c:v>
                </c:pt>
                <c:pt idx="343">
                  <c:v>1.1213144251331719E-2</c:v>
                </c:pt>
                <c:pt idx="344">
                  <c:v>1.1232847335992327E-2</c:v>
                </c:pt>
                <c:pt idx="345">
                  <c:v>9.421764713532229E-3</c:v>
                </c:pt>
                <c:pt idx="346">
                  <c:v>1.0321329985377926E-2</c:v>
                </c:pt>
                <c:pt idx="347">
                  <c:v>1.019932315197279E-2</c:v>
                </c:pt>
                <c:pt idx="348">
                  <c:v>1.0214877870090646E-2</c:v>
                </c:pt>
                <c:pt idx="349">
                  <c:v>1.0263820096834941E-2</c:v>
                </c:pt>
                <c:pt idx="350">
                  <c:v>1.0325043883331553E-2</c:v>
                </c:pt>
                <c:pt idx="351">
                  <c:v>1.0211764422916984E-2</c:v>
                </c:pt>
                <c:pt idx="352">
                  <c:v>1.0206578129443833E-2</c:v>
                </c:pt>
                <c:pt idx="353">
                  <c:v>1.0294554662476302E-2</c:v>
                </c:pt>
                <c:pt idx="354">
                  <c:v>9.7709237838166166E-3</c:v>
                </c:pt>
                <c:pt idx="355">
                  <c:v>9.8137501998406783E-3</c:v>
                </c:pt>
                <c:pt idx="356">
                  <c:v>1.0745189378875798E-2</c:v>
                </c:pt>
                <c:pt idx="357">
                  <c:v>1.1085996192301032E-2</c:v>
                </c:pt>
                <c:pt idx="358">
                  <c:v>1.0580009469690028E-2</c:v>
                </c:pt>
                <c:pt idx="359">
                  <c:v>1.0817282139577665E-2</c:v>
                </c:pt>
                <c:pt idx="360">
                  <c:v>1.0544778734525466E-2</c:v>
                </c:pt>
                <c:pt idx="361">
                  <c:v>9.9081666466992527E-3</c:v>
                </c:pt>
                <c:pt idx="362">
                  <c:v>9.9443537977863105E-3</c:v>
                </c:pt>
                <c:pt idx="363">
                  <c:v>9.9345695126137491E-3</c:v>
                </c:pt>
                <c:pt idx="364">
                  <c:v>1.0589992246344323E-2</c:v>
                </c:pt>
                <c:pt idx="365">
                  <c:v>1.0585111101209924E-2</c:v>
                </c:pt>
                <c:pt idx="366">
                  <c:v>1.0638579940074222E-2</c:v>
                </c:pt>
                <c:pt idx="367">
                  <c:v>8.6625816008716831E-3</c:v>
                </c:pt>
                <c:pt idx="368">
                  <c:v>8.7205474461746098E-3</c:v>
                </c:pt>
                <c:pt idx="369">
                  <c:v>8.7190874025598036E-3</c:v>
                </c:pt>
                <c:pt idx="370">
                  <c:v>8.9711281424610552E-3</c:v>
                </c:pt>
                <c:pt idx="371">
                  <c:v>9.1646899294637232E-3</c:v>
                </c:pt>
                <c:pt idx="372">
                  <c:v>9.2013677328505669E-3</c:v>
                </c:pt>
                <c:pt idx="373">
                  <c:v>9.2889582441559645E-3</c:v>
                </c:pt>
                <c:pt idx="374">
                  <c:v>9.1966782627816036E-3</c:v>
                </c:pt>
                <c:pt idx="375">
                  <c:v>9.9520753492765776E-3</c:v>
                </c:pt>
                <c:pt idx="376">
                  <c:v>9.8641798742313165E-3</c:v>
                </c:pt>
                <c:pt idx="377">
                  <c:v>8.9301343196436494E-3</c:v>
                </c:pt>
                <c:pt idx="378">
                  <c:v>9.0513928088205835E-3</c:v>
                </c:pt>
                <c:pt idx="379">
                  <c:v>9.0325484896769601E-3</c:v>
                </c:pt>
                <c:pt idx="380">
                  <c:v>9.3756691330726602E-3</c:v>
                </c:pt>
                <c:pt idx="381">
                  <c:v>9.3292869684088314E-3</c:v>
                </c:pt>
                <c:pt idx="382">
                  <c:v>9.3289110167646232E-3</c:v>
                </c:pt>
                <c:pt idx="383">
                  <c:v>9.9533352371783193E-3</c:v>
                </c:pt>
                <c:pt idx="384">
                  <c:v>9.9518890028852704E-3</c:v>
                </c:pt>
                <c:pt idx="385">
                  <c:v>9.2950967021047173E-3</c:v>
                </c:pt>
                <c:pt idx="386">
                  <c:v>9.2964942364181583E-3</c:v>
                </c:pt>
                <c:pt idx="387">
                  <c:v>8.6970813963839957E-3</c:v>
                </c:pt>
                <c:pt idx="388">
                  <c:v>8.559322251572592E-3</c:v>
                </c:pt>
                <c:pt idx="389">
                  <c:v>8.5048953652655124E-3</c:v>
                </c:pt>
                <c:pt idx="390">
                  <c:v>8.4886748636277889E-3</c:v>
                </c:pt>
                <c:pt idx="391">
                  <c:v>9.0135408706207721E-3</c:v>
                </c:pt>
                <c:pt idx="392">
                  <c:v>8.863516142346619E-3</c:v>
                </c:pt>
                <c:pt idx="393">
                  <c:v>8.8280818683482126E-3</c:v>
                </c:pt>
                <c:pt idx="394">
                  <c:v>8.6234084807722666E-3</c:v>
                </c:pt>
                <c:pt idx="395">
                  <c:v>1.0011598578667359E-2</c:v>
                </c:pt>
                <c:pt idx="396">
                  <c:v>9.503643025464522E-3</c:v>
                </c:pt>
                <c:pt idx="397">
                  <c:v>9.506919167033525E-3</c:v>
                </c:pt>
                <c:pt idx="398">
                  <c:v>9.8337774036425241E-3</c:v>
                </c:pt>
                <c:pt idx="399">
                  <c:v>1.062158165873869E-2</c:v>
                </c:pt>
                <c:pt idx="400">
                  <c:v>1.0614205964656648E-2</c:v>
                </c:pt>
                <c:pt idx="401">
                  <c:v>1.0193701536289675E-2</c:v>
                </c:pt>
                <c:pt idx="402">
                  <c:v>1.0197592402378084E-2</c:v>
                </c:pt>
                <c:pt idx="403">
                  <c:v>1.0198027981991625E-2</c:v>
                </c:pt>
                <c:pt idx="404">
                  <c:v>9.708929263768486E-3</c:v>
                </c:pt>
                <c:pt idx="405">
                  <c:v>9.7124541408477351E-3</c:v>
                </c:pt>
                <c:pt idx="406">
                  <c:v>1.0033755651061779E-2</c:v>
                </c:pt>
                <c:pt idx="407">
                  <c:v>1.0383821976963145E-2</c:v>
                </c:pt>
                <c:pt idx="408">
                  <c:v>1.1027297607715121E-2</c:v>
                </c:pt>
                <c:pt idx="409">
                  <c:v>1.104581788526089E-2</c:v>
                </c:pt>
                <c:pt idx="410">
                  <c:v>1.103229130287353E-2</c:v>
                </c:pt>
                <c:pt idx="411">
                  <c:v>1.2316511253183142E-2</c:v>
                </c:pt>
                <c:pt idx="412">
                  <c:v>1.1807331381715327E-2</c:v>
                </c:pt>
                <c:pt idx="413">
                  <c:v>1.1971414955017641E-2</c:v>
                </c:pt>
                <c:pt idx="414">
                  <c:v>1.2014884384037592E-2</c:v>
                </c:pt>
                <c:pt idx="415">
                  <c:v>1.204299789638388E-2</c:v>
                </c:pt>
                <c:pt idx="416">
                  <c:v>1.0241079615570943E-2</c:v>
                </c:pt>
                <c:pt idx="417">
                  <c:v>1.0253091392788355E-2</c:v>
                </c:pt>
                <c:pt idx="418">
                  <c:v>1.0236565545066448E-2</c:v>
                </c:pt>
                <c:pt idx="419">
                  <c:v>1.1022738200870909E-2</c:v>
                </c:pt>
                <c:pt idx="420">
                  <c:v>1.0161526738610737E-2</c:v>
                </c:pt>
                <c:pt idx="421">
                  <c:v>1.0058271498138673E-2</c:v>
                </c:pt>
                <c:pt idx="422">
                  <c:v>1.1353056213244655E-2</c:v>
                </c:pt>
                <c:pt idx="423">
                  <c:v>1.1370895513431654E-2</c:v>
                </c:pt>
                <c:pt idx="424">
                  <c:v>1.1739340646680032E-2</c:v>
                </c:pt>
                <c:pt idx="425">
                  <c:v>1.1747621354369867E-2</c:v>
                </c:pt>
                <c:pt idx="426">
                  <c:v>1.1799326864515378E-2</c:v>
                </c:pt>
                <c:pt idx="427">
                  <c:v>1.1353213541162564E-2</c:v>
                </c:pt>
                <c:pt idx="428">
                  <c:v>1.1775975927508234E-2</c:v>
                </c:pt>
                <c:pt idx="429">
                  <c:v>1.1295342983971057E-2</c:v>
                </c:pt>
                <c:pt idx="430">
                  <c:v>1.1274171213938679E-2</c:v>
                </c:pt>
                <c:pt idx="431">
                  <c:v>1.1171962859647463E-2</c:v>
                </c:pt>
                <c:pt idx="432">
                  <c:v>9.8133917178413917E-3</c:v>
                </c:pt>
                <c:pt idx="433">
                  <c:v>1.0122086857434199E-2</c:v>
                </c:pt>
                <c:pt idx="434">
                  <c:v>9.4575414107269697E-3</c:v>
                </c:pt>
                <c:pt idx="435">
                  <c:v>9.4459589112998021E-3</c:v>
                </c:pt>
                <c:pt idx="436">
                  <c:v>1.0057684324017593E-2</c:v>
                </c:pt>
                <c:pt idx="437">
                  <c:v>1.0069039015915535E-2</c:v>
                </c:pt>
                <c:pt idx="438">
                  <c:v>1.0069843073146486E-2</c:v>
                </c:pt>
                <c:pt idx="439">
                  <c:v>1.2572770754774717E-2</c:v>
                </c:pt>
                <c:pt idx="440">
                  <c:v>1.2664472404274431E-2</c:v>
                </c:pt>
                <c:pt idx="441">
                  <c:v>1.3758386229018522E-2</c:v>
                </c:pt>
                <c:pt idx="442">
                  <c:v>1.392654461201418E-2</c:v>
                </c:pt>
                <c:pt idx="443">
                  <c:v>1.29750148386143E-2</c:v>
                </c:pt>
                <c:pt idx="444">
                  <c:v>1.3018335488337246E-2</c:v>
                </c:pt>
                <c:pt idx="445">
                  <c:v>1.3786146086921304E-2</c:v>
                </c:pt>
                <c:pt idx="446">
                  <c:v>1.3858917457458248E-2</c:v>
                </c:pt>
                <c:pt idx="447">
                  <c:v>1.3758831463442834E-2</c:v>
                </c:pt>
                <c:pt idx="448">
                  <c:v>1.3972783997803386E-2</c:v>
                </c:pt>
                <c:pt idx="449">
                  <c:v>1.4098810144244665E-2</c:v>
                </c:pt>
                <c:pt idx="450">
                  <c:v>1.419374044693562E-2</c:v>
                </c:pt>
                <c:pt idx="451">
                  <c:v>1.4147835908312015E-2</c:v>
                </c:pt>
                <c:pt idx="452">
                  <c:v>1.5199239430394671E-2</c:v>
                </c:pt>
                <c:pt idx="453">
                  <c:v>1.5313186738744157E-2</c:v>
                </c:pt>
                <c:pt idx="454">
                  <c:v>1.5256949892040725E-2</c:v>
                </c:pt>
                <c:pt idx="455">
                  <c:v>1.5451614718333583E-2</c:v>
                </c:pt>
                <c:pt idx="456">
                  <c:v>1.5425813655517808E-2</c:v>
                </c:pt>
                <c:pt idx="457">
                  <c:v>1.5013947638801321E-2</c:v>
                </c:pt>
                <c:pt idx="458">
                  <c:v>1.5379885158452932E-2</c:v>
                </c:pt>
                <c:pt idx="459">
                  <c:v>1.5592961293628227E-2</c:v>
                </c:pt>
                <c:pt idx="460">
                  <c:v>1.338299792783804E-2</c:v>
                </c:pt>
                <c:pt idx="461">
                  <c:v>1.2798578626940151E-2</c:v>
                </c:pt>
                <c:pt idx="462">
                  <c:v>1.202238459209461E-2</c:v>
                </c:pt>
                <c:pt idx="463">
                  <c:v>1.1966644952628159E-2</c:v>
                </c:pt>
                <c:pt idx="464">
                  <c:v>1.1984081761430541E-2</c:v>
                </c:pt>
                <c:pt idx="465">
                  <c:v>1.1936384726538499E-2</c:v>
                </c:pt>
                <c:pt idx="466">
                  <c:v>1.0650241831167083E-2</c:v>
                </c:pt>
                <c:pt idx="467">
                  <c:v>1.05563359995215E-2</c:v>
                </c:pt>
                <c:pt idx="468">
                  <c:v>1.0756018477549034E-2</c:v>
                </c:pt>
                <c:pt idx="469">
                  <c:v>1.0287105581691196E-2</c:v>
                </c:pt>
                <c:pt idx="470">
                  <c:v>1.001863506260124E-2</c:v>
                </c:pt>
                <c:pt idx="471">
                  <c:v>1.0300891744521833E-2</c:v>
                </c:pt>
                <c:pt idx="472">
                  <c:v>1.0276264758561507E-2</c:v>
                </c:pt>
                <c:pt idx="473">
                  <c:v>9.1248267088660621E-3</c:v>
                </c:pt>
                <c:pt idx="474">
                  <c:v>9.0942810506528249E-3</c:v>
                </c:pt>
                <c:pt idx="475">
                  <c:v>9.1820506509805583E-3</c:v>
                </c:pt>
                <c:pt idx="476">
                  <c:v>8.981088904020728E-3</c:v>
                </c:pt>
                <c:pt idx="477">
                  <c:v>9.102843090276232E-3</c:v>
                </c:pt>
                <c:pt idx="478">
                  <c:v>9.3522218191337998E-3</c:v>
                </c:pt>
                <c:pt idx="479">
                  <c:v>8.8647578378223194E-3</c:v>
                </c:pt>
                <c:pt idx="480">
                  <c:v>8.5570707119318468E-3</c:v>
                </c:pt>
                <c:pt idx="481">
                  <c:v>7.9653374188672493E-3</c:v>
                </c:pt>
                <c:pt idx="482">
                  <c:v>9.3672538593280071E-3</c:v>
                </c:pt>
                <c:pt idx="483">
                  <c:v>9.2013565416904242E-3</c:v>
                </c:pt>
                <c:pt idx="484">
                  <c:v>9.1929100325729794E-3</c:v>
                </c:pt>
                <c:pt idx="485">
                  <c:v>9.2545525748424454E-3</c:v>
                </c:pt>
                <c:pt idx="486">
                  <c:v>9.2189911022923492E-3</c:v>
                </c:pt>
                <c:pt idx="487">
                  <c:v>8.7865417304253002E-3</c:v>
                </c:pt>
                <c:pt idx="488">
                  <c:v>8.8432432267635946E-3</c:v>
                </c:pt>
                <c:pt idx="489">
                  <c:v>9.2969337536174448E-3</c:v>
                </c:pt>
                <c:pt idx="490">
                  <c:v>9.278906471899594E-3</c:v>
                </c:pt>
                <c:pt idx="491">
                  <c:v>8.7000299829918682E-3</c:v>
                </c:pt>
                <c:pt idx="492">
                  <c:v>9.5581918614112485E-3</c:v>
                </c:pt>
                <c:pt idx="493">
                  <c:v>9.6567500586680552E-3</c:v>
                </c:pt>
                <c:pt idx="494">
                  <c:v>9.8936627008709439E-3</c:v>
                </c:pt>
                <c:pt idx="495">
                  <c:v>9.9813114641078716E-3</c:v>
                </c:pt>
                <c:pt idx="496">
                  <c:v>1.0512374544105349E-2</c:v>
                </c:pt>
                <c:pt idx="497">
                  <c:v>1.0524293140863585E-2</c:v>
                </c:pt>
                <c:pt idx="498">
                  <c:v>1.0082753473371123E-2</c:v>
                </c:pt>
                <c:pt idx="499">
                  <c:v>9.9876729023879122E-3</c:v>
                </c:pt>
                <c:pt idx="500">
                  <c:v>1.011160088375658E-2</c:v>
                </c:pt>
                <c:pt idx="501">
                  <c:v>1.0277587704545418E-2</c:v>
                </c:pt>
                <c:pt idx="502">
                  <c:v>1.0475100852126053E-2</c:v>
                </c:pt>
                <c:pt idx="503">
                  <c:v>9.5823737139385575E-3</c:v>
                </c:pt>
                <c:pt idx="504">
                  <c:v>9.5855132203972911E-3</c:v>
                </c:pt>
                <c:pt idx="505">
                  <c:v>9.605096302951038E-3</c:v>
                </c:pt>
                <c:pt idx="506">
                  <c:v>9.6377368032369397E-3</c:v>
                </c:pt>
                <c:pt idx="507">
                  <c:v>9.5932363580246999E-3</c:v>
                </c:pt>
                <c:pt idx="508">
                  <c:v>9.9551835268545021E-3</c:v>
                </c:pt>
                <c:pt idx="509">
                  <c:v>9.8903360875918431E-3</c:v>
                </c:pt>
                <c:pt idx="510">
                  <c:v>8.853679577806535E-3</c:v>
                </c:pt>
                <c:pt idx="511">
                  <c:v>8.8725908462548575E-3</c:v>
                </c:pt>
                <c:pt idx="512">
                  <c:v>8.8569307791602405E-3</c:v>
                </c:pt>
                <c:pt idx="513">
                  <c:v>8.45974892727459E-3</c:v>
                </c:pt>
                <c:pt idx="514">
                  <c:v>8.2044470377261713E-3</c:v>
                </c:pt>
                <c:pt idx="515">
                  <c:v>8.0817032856697231E-3</c:v>
                </c:pt>
                <c:pt idx="516">
                  <c:v>8.5088049103528504E-3</c:v>
                </c:pt>
                <c:pt idx="517">
                  <c:v>6.6829912299419545E-3</c:v>
                </c:pt>
                <c:pt idx="518">
                  <c:v>6.854708041943827E-3</c:v>
                </c:pt>
                <c:pt idx="519">
                  <c:v>6.7922984838167692E-3</c:v>
                </c:pt>
                <c:pt idx="520">
                  <c:v>6.5744752303082861E-3</c:v>
                </c:pt>
                <c:pt idx="521">
                  <c:v>6.5467680499422766E-3</c:v>
                </c:pt>
                <c:pt idx="522">
                  <c:v>6.4501829190114048E-3</c:v>
                </c:pt>
                <c:pt idx="523">
                  <c:v>7.2849566294300692E-3</c:v>
                </c:pt>
                <c:pt idx="524">
                  <c:v>7.2827269435853268E-3</c:v>
                </c:pt>
                <c:pt idx="525">
                  <c:v>7.2971749420962439E-3</c:v>
                </c:pt>
                <c:pt idx="526">
                  <c:v>7.3971743708542807E-3</c:v>
                </c:pt>
                <c:pt idx="527">
                  <c:v>7.3316365586004583E-3</c:v>
                </c:pt>
                <c:pt idx="528">
                  <c:v>7.4545647750605517E-3</c:v>
                </c:pt>
                <c:pt idx="529">
                  <c:v>7.3184266615831635E-3</c:v>
                </c:pt>
                <c:pt idx="530">
                  <c:v>7.2958764723505447E-3</c:v>
                </c:pt>
                <c:pt idx="531">
                  <c:v>7.4207324030993648E-3</c:v>
                </c:pt>
                <c:pt idx="532">
                  <c:v>7.4652592681983404E-3</c:v>
                </c:pt>
                <c:pt idx="533">
                  <c:v>7.6446224869914058E-3</c:v>
                </c:pt>
                <c:pt idx="534">
                  <c:v>7.1311913278814471E-3</c:v>
                </c:pt>
                <c:pt idx="535">
                  <c:v>7.3720824970506197E-3</c:v>
                </c:pt>
                <c:pt idx="536">
                  <c:v>7.5643646313384326E-3</c:v>
                </c:pt>
                <c:pt idx="537">
                  <c:v>7.0461542297076745E-3</c:v>
                </c:pt>
                <c:pt idx="538">
                  <c:v>6.9556430344053675E-3</c:v>
                </c:pt>
                <c:pt idx="539">
                  <c:v>6.8865532771352793E-3</c:v>
                </c:pt>
                <c:pt idx="540">
                  <c:v>7.2554334993637651E-3</c:v>
                </c:pt>
                <c:pt idx="541">
                  <c:v>7.2722501658112372E-3</c:v>
                </c:pt>
                <c:pt idx="542">
                  <c:v>7.4846944504661176E-3</c:v>
                </c:pt>
                <c:pt idx="543">
                  <c:v>7.5697347046004984E-3</c:v>
                </c:pt>
                <c:pt idx="544">
                  <c:v>6.6285668031612153E-3</c:v>
                </c:pt>
                <c:pt idx="545">
                  <c:v>6.655403862679439E-3</c:v>
                </c:pt>
                <c:pt idx="546">
                  <c:v>6.6140522057273757E-3</c:v>
                </c:pt>
                <c:pt idx="547">
                  <c:v>6.686611412903826E-3</c:v>
                </c:pt>
                <c:pt idx="548">
                  <c:v>6.6852323486640622E-3</c:v>
                </c:pt>
                <c:pt idx="549">
                  <c:v>6.5883286302211106E-3</c:v>
                </c:pt>
                <c:pt idx="550">
                  <c:v>6.5153606640739924E-3</c:v>
                </c:pt>
                <c:pt idx="551">
                  <c:v>6.6428898293260305E-3</c:v>
                </c:pt>
                <c:pt idx="552">
                  <c:v>6.5158627576746451E-3</c:v>
                </c:pt>
                <c:pt idx="553">
                  <c:v>6.3922724653559413E-3</c:v>
                </c:pt>
                <c:pt idx="554">
                  <c:v>6.2853816981944376E-3</c:v>
                </c:pt>
                <c:pt idx="555">
                  <c:v>6.2008293673092929E-3</c:v>
                </c:pt>
                <c:pt idx="556">
                  <c:v>5.9171272466970529E-3</c:v>
                </c:pt>
                <c:pt idx="557">
                  <c:v>6.564215691178904E-3</c:v>
                </c:pt>
                <c:pt idx="558">
                  <c:v>6.7617658731482233E-3</c:v>
                </c:pt>
                <c:pt idx="559">
                  <c:v>6.8242188786048277E-3</c:v>
                </c:pt>
                <c:pt idx="560">
                  <c:v>6.8647502824233002E-3</c:v>
                </c:pt>
                <c:pt idx="561">
                  <c:v>6.3880860956432358E-3</c:v>
                </c:pt>
                <c:pt idx="562">
                  <c:v>6.4285099876001082E-3</c:v>
                </c:pt>
                <c:pt idx="563">
                  <c:v>6.5071749254536878E-3</c:v>
                </c:pt>
                <c:pt idx="564">
                  <c:v>6.4653604423499829E-3</c:v>
                </c:pt>
                <c:pt idx="565">
                  <c:v>6.4717311947932654E-3</c:v>
                </c:pt>
                <c:pt idx="566">
                  <c:v>6.414762968235792E-3</c:v>
                </c:pt>
                <c:pt idx="567">
                  <c:v>7.0222230464662546E-3</c:v>
                </c:pt>
                <c:pt idx="568">
                  <c:v>6.8062266972836582E-3</c:v>
                </c:pt>
                <c:pt idx="569">
                  <c:v>6.9092810104712677E-3</c:v>
                </c:pt>
                <c:pt idx="570">
                  <c:v>7.016690286076193E-3</c:v>
                </c:pt>
                <c:pt idx="571">
                  <c:v>6.5115657934589474E-3</c:v>
                </c:pt>
                <c:pt idx="572">
                  <c:v>8.7513906715817689E-3</c:v>
                </c:pt>
                <c:pt idx="573">
                  <c:v>8.7151133044265239E-3</c:v>
                </c:pt>
                <c:pt idx="574">
                  <c:v>8.978048097821786E-3</c:v>
                </c:pt>
                <c:pt idx="575">
                  <c:v>9.0103449580759484E-3</c:v>
                </c:pt>
                <c:pt idx="576">
                  <c:v>9.0098950373643984E-3</c:v>
                </c:pt>
                <c:pt idx="577">
                  <c:v>9.1107931471921741E-3</c:v>
                </c:pt>
                <c:pt idx="578">
                  <c:v>8.3093825053547968E-3</c:v>
                </c:pt>
                <c:pt idx="579">
                  <c:v>8.1868148761023215E-3</c:v>
                </c:pt>
                <c:pt idx="580">
                  <c:v>8.1268649091244503E-3</c:v>
                </c:pt>
                <c:pt idx="581">
                  <c:v>8.1450931963379537E-3</c:v>
                </c:pt>
                <c:pt idx="582">
                  <c:v>8.1285953537396025E-3</c:v>
                </c:pt>
                <c:pt idx="583">
                  <c:v>8.1884985809224133E-3</c:v>
                </c:pt>
                <c:pt idx="584">
                  <c:v>8.3556139968455432E-3</c:v>
                </c:pt>
                <c:pt idx="585">
                  <c:v>8.2827018164254723E-3</c:v>
                </c:pt>
                <c:pt idx="586">
                  <c:v>8.2482313986244806E-3</c:v>
                </c:pt>
                <c:pt idx="587">
                  <c:v>8.3422499371493177E-3</c:v>
                </c:pt>
                <c:pt idx="588">
                  <c:v>7.9597492433063615E-3</c:v>
                </c:pt>
                <c:pt idx="589">
                  <c:v>8.1697277798630352E-3</c:v>
                </c:pt>
                <c:pt idx="590">
                  <c:v>8.056686190517616E-3</c:v>
                </c:pt>
                <c:pt idx="591">
                  <c:v>7.9773913362125547E-3</c:v>
                </c:pt>
                <c:pt idx="592">
                  <c:v>7.9192103721693156E-3</c:v>
                </c:pt>
                <c:pt idx="593">
                  <c:v>5.4656659633795061E-3</c:v>
                </c:pt>
                <c:pt idx="594">
                  <c:v>6.1023279183657873E-3</c:v>
                </c:pt>
                <c:pt idx="595">
                  <c:v>5.8643130558013127E-3</c:v>
                </c:pt>
                <c:pt idx="596">
                  <c:v>5.7400723433484353E-3</c:v>
                </c:pt>
                <c:pt idx="597">
                  <c:v>5.6158185462784746E-3</c:v>
                </c:pt>
                <c:pt idx="598">
                  <c:v>5.5564372878454428E-3</c:v>
                </c:pt>
                <c:pt idx="599">
                  <c:v>5.5400757892358227E-3</c:v>
                </c:pt>
                <c:pt idx="600">
                  <c:v>5.64707836036031E-3</c:v>
                </c:pt>
                <c:pt idx="601">
                  <c:v>5.7393212383303463E-3</c:v>
                </c:pt>
                <c:pt idx="602">
                  <c:v>5.5533897366534957E-3</c:v>
                </c:pt>
                <c:pt idx="603">
                  <c:v>5.9457043972167712E-3</c:v>
                </c:pt>
                <c:pt idx="604">
                  <c:v>5.8283691036073986E-3</c:v>
                </c:pt>
                <c:pt idx="605">
                  <c:v>5.5276767875109172E-3</c:v>
                </c:pt>
                <c:pt idx="606">
                  <c:v>5.7758375201090286E-3</c:v>
                </c:pt>
                <c:pt idx="607">
                  <c:v>5.7818933700470041E-3</c:v>
                </c:pt>
                <c:pt idx="608">
                  <c:v>5.6633690728339816E-3</c:v>
                </c:pt>
                <c:pt idx="609">
                  <c:v>5.6097932954751201E-3</c:v>
                </c:pt>
                <c:pt idx="610">
                  <c:v>5.3111038808437341E-3</c:v>
                </c:pt>
                <c:pt idx="611">
                  <c:v>5.285983037897706E-3</c:v>
                </c:pt>
                <c:pt idx="612">
                  <c:v>5.2867451327699502E-3</c:v>
                </c:pt>
                <c:pt idx="613">
                  <c:v>5.4287234228725875E-3</c:v>
                </c:pt>
                <c:pt idx="614">
                  <c:v>4.9957540716063752E-3</c:v>
                </c:pt>
                <c:pt idx="615">
                  <c:v>3.5156836614390155E-3</c:v>
                </c:pt>
                <c:pt idx="616">
                  <c:v>3.8214012400620335E-3</c:v>
                </c:pt>
                <c:pt idx="617">
                  <c:v>4.1133814761473301E-3</c:v>
                </c:pt>
                <c:pt idx="618">
                  <c:v>4.4194625344826785E-3</c:v>
                </c:pt>
                <c:pt idx="619">
                  <c:v>4.4619439552238431E-3</c:v>
                </c:pt>
                <c:pt idx="620">
                  <c:v>4.4740483751552996E-3</c:v>
                </c:pt>
                <c:pt idx="621">
                  <c:v>6.0333471070795463E-3</c:v>
                </c:pt>
                <c:pt idx="622">
                  <c:v>6.0638540886878041E-3</c:v>
                </c:pt>
                <c:pt idx="623">
                  <c:v>6.0124298378246132E-3</c:v>
                </c:pt>
                <c:pt idx="624">
                  <c:v>6.6558500194939226E-3</c:v>
                </c:pt>
                <c:pt idx="625">
                  <c:v>6.9760457698569561E-3</c:v>
                </c:pt>
                <c:pt idx="626">
                  <c:v>7.1499993547921633E-3</c:v>
                </c:pt>
                <c:pt idx="627">
                  <c:v>7.314802009894897E-3</c:v>
                </c:pt>
                <c:pt idx="628">
                  <c:v>7.393488112285517E-3</c:v>
                </c:pt>
                <c:pt idx="629">
                  <c:v>7.9009904250129676E-3</c:v>
                </c:pt>
                <c:pt idx="630">
                  <c:v>8.1452381191215364E-3</c:v>
                </c:pt>
                <c:pt idx="631">
                  <c:v>8.2052370597965017E-3</c:v>
                </c:pt>
                <c:pt idx="632">
                  <c:v>8.2697768330833744E-3</c:v>
                </c:pt>
                <c:pt idx="633">
                  <c:v>8.2668385457171107E-3</c:v>
                </c:pt>
                <c:pt idx="634">
                  <c:v>8.7473887029677448E-3</c:v>
                </c:pt>
                <c:pt idx="635">
                  <c:v>8.6980282510973148E-3</c:v>
                </c:pt>
                <c:pt idx="636">
                  <c:v>8.6366165261666152E-3</c:v>
                </c:pt>
                <c:pt idx="637">
                  <c:v>8.5140798832972001E-3</c:v>
                </c:pt>
                <c:pt idx="638">
                  <c:v>8.7020242216008428E-3</c:v>
                </c:pt>
                <c:pt idx="639">
                  <c:v>8.2106607496279811E-3</c:v>
                </c:pt>
                <c:pt idx="640">
                  <c:v>8.310742273973994E-3</c:v>
                </c:pt>
                <c:pt idx="641">
                  <c:v>8.4379478060098208E-3</c:v>
                </c:pt>
                <c:pt idx="642">
                  <c:v>7.9041264339096886E-3</c:v>
                </c:pt>
                <c:pt idx="643">
                  <c:v>7.7513987669221643E-3</c:v>
                </c:pt>
                <c:pt idx="644">
                  <c:v>7.7075154711661121E-3</c:v>
                </c:pt>
                <c:pt idx="645">
                  <c:v>7.3042678820782097E-3</c:v>
                </c:pt>
                <c:pt idx="646">
                  <c:v>7.5248458140913556E-3</c:v>
                </c:pt>
                <c:pt idx="647">
                  <c:v>7.3909571939869117E-3</c:v>
                </c:pt>
                <c:pt idx="648">
                  <c:v>6.9732625107497516E-3</c:v>
                </c:pt>
                <c:pt idx="649">
                  <c:v>6.9308252118354769E-3</c:v>
                </c:pt>
                <c:pt idx="650">
                  <c:v>6.43489726677016E-3</c:v>
                </c:pt>
                <c:pt idx="651">
                  <c:v>6.2780420742817459E-3</c:v>
                </c:pt>
                <c:pt idx="652">
                  <c:v>6.0024125763848812E-3</c:v>
                </c:pt>
                <c:pt idx="653">
                  <c:v>5.8591835373477215E-3</c:v>
                </c:pt>
                <c:pt idx="654">
                  <c:v>6.1572554544273659E-3</c:v>
                </c:pt>
                <c:pt idx="655">
                  <c:v>6.7491022845701252E-3</c:v>
                </c:pt>
                <c:pt idx="656">
                  <c:v>6.9908271907786999E-3</c:v>
                </c:pt>
                <c:pt idx="657">
                  <c:v>6.928175895767206E-3</c:v>
                </c:pt>
                <c:pt idx="658">
                  <c:v>7.4354114726905745E-3</c:v>
                </c:pt>
                <c:pt idx="659">
                  <c:v>7.4775585835787162E-3</c:v>
                </c:pt>
                <c:pt idx="660">
                  <c:v>7.4938878242421965E-3</c:v>
                </c:pt>
                <c:pt idx="661">
                  <c:v>7.4229031271653145E-3</c:v>
                </c:pt>
                <c:pt idx="662">
                  <c:v>7.2255866225320355E-3</c:v>
                </c:pt>
                <c:pt idx="663">
                  <c:v>7.1791197851224179E-3</c:v>
                </c:pt>
                <c:pt idx="664">
                  <c:v>7.2860318679342888E-3</c:v>
                </c:pt>
                <c:pt idx="665">
                  <c:v>7.3057863927843232E-3</c:v>
                </c:pt>
                <c:pt idx="666">
                  <c:v>7.3341062240337377E-3</c:v>
                </c:pt>
                <c:pt idx="667">
                  <c:v>7.0552756141153503E-3</c:v>
                </c:pt>
                <c:pt idx="668">
                  <c:v>7.4053338961107351E-3</c:v>
                </c:pt>
                <c:pt idx="669">
                  <c:v>8.019761225754542E-3</c:v>
                </c:pt>
                <c:pt idx="670">
                  <c:v>7.982815365004314E-3</c:v>
                </c:pt>
                <c:pt idx="671">
                  <c:v>7.9773626145170327E-3</c:v>
                </c:pt>
                <c:pt idx="672">
                  <c:v>8.2161262389418947E-3</c:v>
                </c:pt>
                <c:pt idx="673">
                  <c:v>8.55930185975857E-3</c:v>
                </c:pt>
                <c:pt idx="674">
                  <c:v>8.6308430427942812E-3</c:v>
                </c:pt>
                <c:pt idx="675">
                  <c:v>8.6884424694564383E-3</c:v>
                </c:pt>
                <c:pt idx="676">
                  <c:v>1.0779870540011869E-2</c:v>
                </c:pt>
                <c:pt idx="677">
                  <c:v>1.05607467379208E-2</c:v>
                </c:pt>
                <c:pt idx="678">
                  <c:v>1.0742727858116799E-2</c:v>
                </c:pt>
                <c:pt idx="679">
                  <c:v>1.0023471135312018E-2</c:v>
                </c:pt>
                <c:pt idx="680">
                  <c:v>9.9349746600891076E-3</c:v>
                </c:pt>
                <c:pt idx="681">
                  <c:v>1.059043141584428E-2</c:v>
                </c:pt>
                <c:pt idx="682">
                  <c:v>1.0652917481205632E-2</c:v>
                </c:pt>
                <c:pt idx="683">
                  <c:v>1.0723280014649809E-2</c:v>
                </c:pt>
                <c:pt idx="684">
                  <c:v>1.0744706731963686E-2</c:v>
                </c:pt>
                <c:pt idx="685">
                  <c:v>1.112104715065554E-2</c:v>
                </c:pt>
                <c:pt idx="686">
                  <c:v>1.1218819522115573E-2</c:v>
                </c:pt>
                <c:pt idx="687">
                  <c:v>1.1221887014292378E-2</c:v>
                </c:pt>
                <c:pt idx="688">
                  <c:v>1.096730752465104E-2</c:v>
                </c:pt>
                <c:pt idx="689">
                  <c:v>1.0955932851901024E-2</c:v>
                </c:pt>
                <c:pt idx="690">
                  <c:v>1.0676159986395248E-2</c:v>
                </c:pt>
                <c:pt idx="691">
                  <c:v>1.070767453924181E-2</c:v>
                </c:pt>
                <c:pt idx="692">
                  <c:v>1.0815435053069018E-2</c:v>
                </c:pt>
                <c:pt idx="693">
                  <c:v>1.0427417573513472E-2</c:v>
                </c:pt>
                <c:pt idx="694">
                  <c:v>9.8336384793537082E-3</c:v>
                </c:pt>
                <c:pt idx="695">
                  <c:v>9.8695063584039577E-3</c:v>
                </c:pt>
                <c:pt idx="696">
                  <c:v>9.8740557694031242E-3</c:v>
                </c:pt>
                <c:pt idx="697">
                  <c:v>6.9760812097856362E-3</c:v>
                </c:pt>
                <c:pt idx="698">
                  <c:v>6.9629200664904E-3</c:v>
                </c:pt>
                <c:pt idx="699">
                  <c:v>6.6903108331499532E-3</c:v>
                </c:pt>
                <c:pt idx="700">
                  <c:v>6.6725918080097618E-3</c:v>
                </c:pt>
                <c:pt idx="701">
                  <c:v>6.7183460964909004E-3</c:v>
                </c:pt>
                <c:pt idx="702">
                  <c:v>6.7639503914761652E-3</c:v>
                </c:pt>
                <c:pt idx="703">
                  <c:v>6.8465018783194177E-3</c:v>
                </c:pt>
                <c:pt idx="704">
                  <c:v>6.5648645176161835E-3</c:v>
                </c:pt>
                <c:pt idx="705">
                  <c:v>6.5795613029113803E-3</c:v>
                </c:pt>
                <c:pt idx="706">
                  <c:v>6.6017278564508503E-3</c:v>
                </c:pt>
                <c:pt idx="707">
                  <c:v>6.827628313530499E-3</c:v>
                </c:pt>
                <c:pt idx="708">
                  <c:v>7.1626360468084026E-3</c:v>
                </c:pt>
                <c:pt idx="709">
                  <c:v>6.9615448179460512E-3</c:v>
                </c:pt>
                <c:pt idx="710">
                  <c:v>7.268710686521216E-3</c:v>
                </c:pt>
                <c:pt idx="711">
                  <c:v>7.3181496832576296E-3</c:v>
                </c:pt>
                <c:pt idx="712">
                  <c:v>7.4660884342127544E-3</c:v>
                </c:pt>
                <c:pt idx="713">
                  <c:v>7.5838860193145818E-3</c:v>
                </c:pt>
                <c:pt idx="714">
                  <c:v>7.2917526401356098E-3</c:v>
                </c:pt>
                <c:pt idx="715">
                  <c:v>7.3636961274271499E-3</c:v>
                </c:pt>
                <c:pt idx="716">
                  <c:v>7.4370029436408884E-3</c:v>
                </c:pt>
                <c:pt idx="717">
                  <c:v>7.4397966704424761E-3</c:v>
                </c:pt>
                <c:pt idx="718">
                  <c:v>7.4889005535404927E-3</c:v>
                </c:pt>
                <c:pt idx="719">
                  <c:v>7.4823710397811842E-3</c:v>
                </c:pt>
                <c:pt idx="720">
                  <c:v>7.5483824431929946E-3</c:v>
                </c:pt>
                <c:pt idx="721">
                  <c:v>7.5450727493431048E-3</c:v>
                </c:pt>
                <c:pt idx="722">
                  <c:v>7.5587659760187574E-3</c:v>
                </c:pt>
                <c:pt idx="723">
                  <c:v>6.7061737026997865E-3</c:v>
                </c:pt>
                <c:pt idx="724">
                  <c:v>6.5859881140090644E-3</c:v>
                </c:pt>
                <c:pt idx="725">
                  <c:v>6.4945774836019481E-3</c:v>
                </c:pt>
                <c:pt idx="726">
                  <c:v>6.5870737099198509E-3</c:v>
                </c:pt>
                <c:pt idx="727">
                  <c:v>6.1050162223636609E-3</c:v>
                </c:pt>
                <c:pt idx="728">
                  <c:v>5.9140506215926468E-3</c:v>
                </c:pt>
                <c:pt idx="729">
                  <c:v>5.5127147269938654E-3</c:v>
                </c:pt>
                <c:pt idx="730">
                  <c:v>5.5488984761513354E-3</c:v>
                </c:pt>
                <c:pt idx="731">
                  <c:v>4.897044078438541E-3</c:v>
                </c:pt>
                <c:pt idx="732">
                  <c:v>4.7231373698609991E-3</c:v>
                </c:pt>
                <c:pt idx="733">
                  <c:v>5.1860920868700517E-3</c:v>
                </c:pt>
                <c:pt idx="734">
                  <c:v>4.8628268589333461E-3</c:v>
                </c:pt>
                <c:pt idx="735">
                  <c:v>5.33233307643229E-3</c:v>
                </c:pt>
                <c:pt idx="736">
                  <c:v>5.5773878971069951E-3</c:v>
                </c:pt>
                <c:pt idx="737">
                  <c:v>6.0054221016553142E-3</c:v>
                </c:pt>
                <c:pt idx="738">
                  <c:v>5.9604913549769047E-3</c:v>
                </c:pt>
                <c:pt idx="739">
                  <c:v>6.3629034577206613E-3</c:v>
                </c:pt>
                <c:pt idx="740">
                  <c:v>6.3774571995755796E-3</c:v>
                </c:pt>
                <c:pt idx="741">
                  <c:v>5.9575241065442973E-3</c:v>
                </c:pt>
                <c:pt idx="742">
                  <c:v>5.9076190060862116E-3</c:v>
                </c:pt>
                <c:pt idx="743">
                  <c:v>6.4557736826533979E-3</c:v>
                </c:pt>
                <c:pt idx="744">
                  <c:v>5.8614565398976415E-3</c:v>
                </c:pt>
                <c:pt idx="745">
                  <c:v>6.194797191140097E-3</c:v>
                </c:pt>
                <c:pt idx="746">
                  <c:v>9.2712527120419833E-3</c:v>
                </c:pt>
                <c:pt idx="747">
                  <c:v>9.818191967051023E-3</c:v>
                </c:pt>
                <c:pt idx="748">
                  <c:v>1.0116035058134151E-2</c:v>
                </c:pt>
                <c:pt idx="749">
                  <c:v>1.0178954051832143E-2</c:v>
                </c:pt>
                <c:pt idx="750">
                  <c:v>1.0397457107626112E-2</c:v>
                </c:pt>
                <c:pt idx="751">
                  <c:v>1.1101492515216638E-2</c:v>
                </c:pt>
                <c:pt idx="752">
                  <c:v>1.1291553702346968E-2</c:v>
                </c:pt>
                <c:pt idx="753">
                  <c:v>1.1672650922075388E-2</c:v>
                </c:pt>
                <c:pt idx="754">
                  <c:v>1.1323578913535148E-2</c:v>
                </c:pt>
                <c:pt idx="755">
                  <c:v>1.1487493497017288E-2</c:v>
                </c:pt>
                <c:pt idx="756">
                  <c:v>1.106963522030795E-2</c:v>
                </c:pt>
                <c:pt idx="757">
                  <c:v>1.0787695730936492E-2</c:v>
                </c:pt>
                <c:pt idx="758">
                  <c:v>1.0151954033150135E-2</c:v>
                </c:pt>
                <c:pt idx="759">
                  <c:v>1.0018420528294818E-2</c:v>
                </c:pt>
                <c:pt idx="760">
                  <c:v>1.0103366078776477E-2</c:v>
                </c:pt>
                <c:pt idx="761">
                  <c:v>1.0894983747844669E-2</c:v>
                </c:pt>
                <c:pt idx="762">
                  <c:v>1.1002280927323376E-2</c:v>
                </c:pt>
                <c:pt idx="763">
                  <c:v>1.1032458714003116E-2</c:v>
                </c:pt>
                <c:pt idx="764">
                  <c:v>1.1029142234654081E-2</c:v>
                </c:pt>
                <c:pt idx="765">
                  <c:v>1.0867505400486071E-2</c:v>
                </c:pt>
                <c:pt idx="766">
                  <c:v>1.1097219221303993E-2</c:v>
                </c:pt>
                <c:pt idx="767">
                  <c:v>9.9327466837526319E-3</c:v>
                </c:pt>
                <c:pt idx="768">
                  <c:v>1.0487270545891192E-2</c:v>
                </c:pt>
                <c:pt idx="769">
                  <c:v>1.0378275328695938E-2</c:v>
                </c:pt>
                <c:pt idx="770">
                  <c:v>1.1066860454124099E-2</c:v>
                </c:pt>
                <c:pt idx="771">
                  <c:v>1.0807966187543105E-2</c:v>
                </c:pt>
                <c:pt idx="772">
                  <c:v>1.0292946102972808E-2</c:v>
                </c:pt>
                <c:pt idx="773">
                  <c:v>1.0011893405675713E-2</c:v>
                </c:pt>
                <c:pt idx="774">
                  <c:v>9.9065613687648116E-3</c:v>
                </c:pt>
                <c:pt idx="775">
                  <c:v>1.0003509776966365E-2</c:v>
                </c:pt>
                <c:pt idx="776">
                  <c:v>9.8372272012198607E-3</c:v>
                </c:pt>
                <c:pt idx="777">
                  <c:v>9.8927439441077198E-3</c:v>
                </c:pt>
                <c:pt idx="778">
                  <c:v>9.8312479077403286E-3</c:v>
                </c:pt>
                <c:pt idx="779">
                  <c:v>1.0544816181175112E-2</c:v>
                </c:pt>
                <c:pt idx="780">
                  <c:v>1.2039480415751624E-2</c:v>
                </c:pt>
                <c:pt idx="781">
                  <c:v>1.1723727881320752E-2</c:v>
                </c:pt>
                <c:pt idx="782">
                  <c:v>1.1116013387188773E-2</c:v>
                </c:pt>
                <c:pt idx="783">
                  <c:v>1.096650797946367E-2</c:v>
                </c:pt>
                <c:pt idx="784">
                  <c:v>1.0952029846378922E-2</c:v>
                </c:pt>
                <c:pt idx="785">
                  <c:v>1.1303637120941949E-2</c:v>
                </c:pt>
                <c:pt idx="786">
                  <c:v>1.2786612464623865E-2</c:v>
                </c:pt>
                <c:pt idx="787">
                  <c:v>1.2352412812965544E-2</c:v>
                </c:pt>
                <c:pt idx="788">
                  <c:v>1.2049347408584663E-2</c:v>
                </c:pt>
                <c:pt idx="789">
                  <c:v>1.1746984578425828E-2</c:v>
                </c:pt>
                <c:pt idx="790">
                  <c:v>1.167008301983688E-2</c:v>
                </c:pt>
                <c:pt idx="791">
                  <c:v>1.1269226389097655E-2</c:v>
                </c:pt>
                <c:pt idx="792">
                  <c:v>1.1261642403798663E-2</c:v>
                </c:pt>
                <c:pt idx="793">
                  <c:v>1.1265013581539814E-2</c:v>
                </c:pt>
                <c:pt idx="794">
                  <c:v>1.1239431877046558E-2</c:v>
                </c:pt>
                <c:pt idx="795">
                  <c:v>1.1078653494363034E-2</c:v>
                </c:pt>
                <c:pt idx="796">
                  <c:v>1.0777962343871513E-2</c:v>
                </c:pt>
                <c:pt idx="797">
                  <c:v>1.0907382227748065E-2</c:v>
                </c:pt>
                <c:pt idx="798">
                  <c:v>1.0898567394961624E-2</c:v>
                </c:pt>
                <c:pt idx="799">
                  <c:v>1.0812998930167416E-2</c:v>
                </c:pt>
                <c:pt idx="800">
                  <c:v>9.9939583102497311E-3</c:v>
                </c:pt>
                <c:pt idx="801">
                  <c:v>8.7597789379860146E-3</c:v>
                </c:pt>
                <c:pt idx="802">
                  <c:v>9.1739311563803355E-3</c:v>
                </c:pt>
                <c:pt idx="803">
                  <c:v>8.971206650814325E-3</c:v>
                </c:pt>
                <c:pt idx="804">
                  <c:v>8.9738229612715981E-3</c:v>
                </c:pt>
                <c:pt idx="805">
                  <c:v>8.8994433624534301E-3</c:v>
                </c:pt>
                <c:pt idx="806">
                  <c:v>7.9315049390093154E-3</c:v>
                </c:pt>
                <c:pt idx="807">
                  <c:v>6.046808317518664E-3</c:v>
                </c:pt>
                <c:pt idx="808">
                  <c:v>6.2252985481845982E-3</c:v>
                </c:pt>
                <c:pt idx="809">
                  <c:v>6.0412011144619594E-3</c:v>
                </c:pt>
                <c:pt idx="810">
                  <c:v>6.0227794014930851E-3</c:v>
                </c:pt>
                <c:pt idx="811">
                  <c:v>6.1244263917566728E-3</c:v>
                </c:pt>
                <c:pt idx="812">
                  <c:v>6.1159470386500728E-3</c:v>
                </c:pt>
                <c:pt idx="813">
                  <c:v>6.120838208438944E-3</c:v>
                </c:pt>
                <c:pt idx="814">
                  <c:v>6.7489969876460571E-3</c:v>
                </c:pt>
                <c:pt idx="815">
                  <c:v>6.8625227688978501E-3</c:v>
                </c:pt>
                <c:pt idx="816">
                  <c:v>6.7499294940718425E-3</c:v>
                </c:pt>
                <c:pt idx="817">
                  <c:v>6.8882063181869846E-3</c:v>
                </c:pt>
                <c:pt idx="818">
                  <c:v>6.6118095452358822E-3</c:v>
                </c:pt>
                <c:pt idx="819">
                  <c:v>6.7063751534744464E-3</c:v>
                </c:pt>
                <c:pt idx="820">
                  <c:v>7.1575440741208935E-3</c:v>
                </c:pt>
                <c:pt idx="821">
                  <c:v>6.9002200495147338E-3</c:v>
                </c:pt>
                <c:pt idx="822">
                  <c:v>7.1720093380454363E-3</c:v>
                </c:pt>
                <c:pt idx="823">
                  <c:v>7.4449670726746088E-3</c:v>
                </c:pt>
                <c:pt idx="824">
                  <c:v>7.4003063510858181E-3</c:v>
                </c:pt>
                <c:pt idx="825">
                  <c:v>8.8660650620739963E-3</c:v>
                </c:pt>
                <c:pt idx="826">
                  <c:v>9.2653052745407215E-3</c:v>
                </c:pt>
                <c:pt idx="827">
                  <c:v>1.0093221160134856E-2</c:v>
                </c:pt>
                <c:pt idx="828">
                  <c:v>9.9719233498052739E-3</c:v>
                </c:pt>
                <c:pt idx="829">
                  <c:v>9.8228768246913928E-3</c:v>
                </c:pt>
                <c:pt idx="830">
                  <c:v>9.879661401721189E-3</c:v>
                </c:pt>
                <c:pt idx="831">
                  <c:v>9.8989159931994943E-3</c:v>
                </c:pt>
                <c:pt idx="832">
                  <c:v>9.6207039265041264E-3</c:v>
                </c:pt>
                <c:pt idx="833">
                  <c:v>9.6901114163976433E-3</c:v>
                </c:pt>
                <c:pt idx="834">
                  <c:v>9.6925042750974823E-3</c:v>
                </c:pt>
                <c:pt idx="835">
                  <c:v>9.3752297786756297E-3</c:v>
                </c:pt>
                <c:pt idx="836">
                  <c:v>9.4136699929127862E-3</c:v>
                </c:pt>
                <c:pt idx="837">
                  <c:v>9.226073673495273E-3</c:v>
                </c:pt>
                <c:pt idx="838">
                  <c:v>9.2463921890290207E-3</c:v>
                </c:pt>
                <c:pt idx="839">
                  <c:v>9.5071723722374834E-3</c:v>
                </c:pt>
                <c:pt idx="840">
                  <c:v>9.4765373035892112E-3</c:v>
                </c:pt>
                <c:pt idx="841">
                  <c:v>9.3298224855702834E-3</c:v>
                </c:pt>
                <c:pt idx="842">
                  <c:v>9.2469696987691734E-3</c:v>
                </c:pt>
                <c:pt idx="843">
                  <c:v>8.8057622390739481E-3</c:v>
                </c:pt>
                <c:pt idx="844">
                  <c:v>8.3992392761913608E-3</c:v>
                </c:pt>
                <c:pt idx="845">
                  <c:v>8.4249085933578351E-3</c:v>
                </c:pt>
                <c:pt idx="846">
                  <c:v>6.4404105584256379E-3</c:v>
                </c:pt>
                <c:pt idx="847">
                  <c:v>6.1991002004543119E-3</c:v>
                </c:pt>
                <c:pt idx="848">
                  <c:v>5.0864718484431165E-3</c:v>
                </c:pt>
                <c:pt idx="849">
                  <c:v>5.4404736896619755E-3</c:v>
                </c:pt>
                <c:pt idx="850">
                  <c:v>5.3862113765385878E-3</c:v>
                </c:pt>
                <c:pt idx="851">
                  <c:v>5.2406368022412725E-3</c:v>
                </c:pt>
                <c:pt idx="852">
                  <c:v>5.6233467901751297E-3</c:v>
                </c:pt>
                <c:pt idx="853">
                  <c:v>5.7151032565591524E-3</c:v>
                </c:pt>
                <c:pt idx="854">
                  <c:v>5.6498958905020456E-3</c:v>
                </c:pt>
                <c:pt idx="855">
                  <c:v>5.878339720395199E-3</c:v>
                </c:pt>
                <c:pt idx="856">
                  <c:v>5.8891784565286744E-3</c:v>
                </c:pt>
                <c:pt idx="857">
                  <c:v>6.160731563281719E-3</c:v>
                </c:pt>
                <c:pt idx="858">
                  <c:v>6.6727517012257574E-3</c:v>
                </c:pt>
                <c:pt idx="859">
                  <c:v>6.6390562873792601E-3</c:v>
                </c:pt>
                <c:pt idx="860">
                  <c:v>6.2932780417271194E-3</c:v>
                </c:pt>
                <c:pt idx="861">
                  <c:v>6.287000666407405E-3</c:v>
                </c:pt>
                <c:pt idx="862">
                  <c:v>5.9910364577534011E-3</c:v>
                </c:pt>
                <c:pt idx="863">
                  <c:v>5.8301668124546898E-3</c:v>
                </c:pt>
                <c:pt idx="864">
                  <c:v>5.8339360766981943E-3</c:v>
                </c:pt>
                <c:pt idx="865">
                  <c:v>6.2293106003059725E-3</c:v>
                </c:pt>
                <c:pt idx="866">
                  <c:v>6.2528489704623451E-3</c:v>
                </c:pt>
                <c:pt idx="867">
                  <c:v>6.3505493700813966E-3</c:v>
                </c:pt>
                <c:pt idx="868">
                  <c:v>6.2315268925268227E-3</c:v>
                </c:pt>
                <c:pt idx="869">
                  <c:v>6.4742979341646046E-3</c:v>
                </c:pt>
                <c:pt idx="870">
                  <c:v>6.7450780006513026E-3</c:v>
                </c:pt>
                <c:pt idx="871">
                  <c:v>7.1418795896244008E-3</c:v>
                </c:pt>
                <c:pt idx="872">
                  <c:v>7.2051969098459517E-3</c:v>
                </c:pt>
                <c:pt idx="873">
                  <c:v>7.037237902602275E-3</c:v>
                </c:pt>
                <c:pt idx="874">
                  <c:v>7.0769615628195077E-3</c:v>
                </c:pt>
                <c:pt idx="875">
                  <c:v>7.1444930893101097E-3</c:v>
                </c:pt>
                <c:pt idx="876">
                  <c:v>7.3288732482515197E-3</c:v>
                </c:pt>
                <c:pt idx="877">
                  <c:v>7.8404059946897958E-3</c:v>
                </c:pt>
                <c:pt idx="878">
                  <c:v>7.5401117123957079E-3</c:v>
                </c:pt>
                <c:pt idx="879">
                  <c:v>7.4420144252649286E-3</c:v>
                </c:pt>
                <c:pt idx="880">
                  <c:v>7.5718036637894741E-3</c:v>
                </c:pt>
                <c:pt idx="881">
                  <c:v>7.4862995004796084E-3</c:v>
                </c:pt>
                <c:pt idx="882">
                  <c:v>7.5168570268534752E-3</c:v>
                </c:pt>
                <c:pt idx="883">
                  <c:v>7.831363785482201E-3</c:v>
                </c:pt>
                <c:pt idx="884">
                  <c:v>8.0352629110625809E-3</c:v>
                </c:pt>
                <c:pt idx="885">
                  <c:v>8.590192275128309E-3</c:v>
                </c:pt>
                <c:pt idx="886">
                  <c:v>8.1655897710701253E-3</c:v>
                </c:pt>
                <c:pt idx="887">
                  <c:v>8.0380639113640257E-3</c:v>
                </c:pt>
                <c:pt idx="888">
                  <c:v>7.9738047623720675E-3</c:v>
                </c:pt>
                <c:pt idx="889">
                  <c:v>7.9514651989769161E-3</c:v>
                </c:pt>
                <c:pt idx="890">
                  <c:v>8.0780424036780169E-3</c:v>
                </c:pt>
                <c:pt idx="891">
                  <c:v>8.4479660980464211E-3</c:v>
                </c:pt>
                <c:pt idx="892">
                  <c:v>7.9753247753345507E-3</c:v>
                </c:pt>
                <c:pt idx="893">
                  <c:v>7.826189420151777E-3</c:v>
                </c:pt>
                <c:pt idx="894">
                  <c:v>7.8303125682947089E-3</c:v>
                </c:pt>
                <c:pt idx="895">
                  <c:v>7.9044958065860177E-3</c:v>
                </c:pt>
                <c:pt idx="896">
                  <c:v>8.0000094419562864E-3</c:v>
                </c:pt>
                <c:pt idx="897">
                  <c:v>7.9616583830908836E-3</c:v>
                </c:pt>
                <c:pt idx="898">
                  <c:v>8.2951732763077504E-3</c:v>
                </c:pt>
                <c:pt idx="899">
                  <c:v>8.3800313458021643E-3</c:v>
                </c:pt>
                <c:pt idx="900">
                  <c:v>8.7284272857104939E-3</c:v>
                </c:pt>
                <c:pt idx="901">
                  <c:v>8.2126961702986712E-3</c:v>
                </c:pt>
                <c:pt idx="902">
                  <c:v>9.347589932688409E-3</c:v>
                </c:pt>
                <c:pt idx="903">
                  <c:v>1.0235404808259714E-2</c:v>
                </c:pt>
                <c:pt idx="904">
                  <c:v>1.1124980147061651E-2</c:v>
                </c:pt>
                <c:pt idx="905">
                  <c:v>1.1203022180842829E-2</c:v>
                </c:pt>
                <c:pt idx="906">
                  <c:v>1.0389039995631569E-2</c:v>
                </c:pt>
                <c:pt idx="907">
                  <c:v>1.0490414377522635E-2</c:v>
                </c:pt>
                <c:pt idx="908">
                  <c:v>1.0991336785511601E-2</c:v>
                </c:pt>
                <c:pt idx="909">
                  <c:v>1.1085860102522955E-2</c:v>
                </c:pt>
                <c:pt idx="910">
                  <c:v>1.1092321742842798E-2</c:v>
                </c:pt>
                <c:pt idx="911">
                  <c:v>1.1265937192150953E-2</c:v>
                </c:pt>
                <c:pt idx="912">
                  <c:v>1.1467494733719007E-2</c:v>
                </c:pt>
                <c:pt idx="913">
                  <c:v>1.1450710521415698E-2</c:v>
                </c:pt>
                <c:pt idx="914">
                  <c:v>1.3996175798759093E-2</c:v>
                </c:pt>
                <c:pt idx="915">
                  <c:v>1.4460944844497935E-2</c:v>
                </c:pt>
                <c:pt idx="916">
                  <c:v>1.5757169355888234E-2</c:v>
                </c:pt>
                <c:pt idx="917">
                  <c:v>1.5549166820520287E-2</c:v>
                </c:pt>
                <c:pt idx="918">
                  <c:v>1.5704812089759611E-2</c:v>
                </c:pt>
                <c:pt idx="919">
                  <c:v>1.5578674367178488E-2</c:v>
                </c:pt>
                <c:pt idx="920">
                  <c:v>1.5437964114546246E-2</c:v>
                </c:pt>
                <c:pt idx="921">
                  <c:v>1.523628767325628E-2</c:v>
                </c:pt>
                <c:pt idx="922">
                  <c:v>1.5217754454958621E-2</c:v>
                </c:pt>
                <c:pt idx="923">
                  <c:v>1.4264767054645584E-2</c:v>
                </c:pt>
                <c:pt idx="924">
                  <c:v>1.3386019331644064E-2</c:v>
                </c:pt>
                <c:pt idx="925">
                  <c:v>1.3368595180965471E-2</c:v>
                </c:pt>
                <c:pt idx="926">
                  <c:v>1.4326684721122146E-2</c:v>
                </c:pt>
                <c:pt idx="927">
                  <c:v>1.4099899057683897E-2</c:v>
                </c:pt>
                <c:pt idx="928">
                  <c:v>1.442663622760831E-2</c:v>
                </c:pt>
                <c:pt idx="929">
                  <c:v>1.4339093336418817E-2</c:v>
                </c:pt>
                <c:pt idx="930">
                  <c:v>1.4427733774159578E-2</c:v>
                </c:pt>
                <c:pt idx="931">
                  <c:v>1.4195058720464395E-2</c:v>
                </c:pt>
                <c:pt idx="932">
                  <c:v>1.3760624449659331E-2</c:v>
                </c:pt>
                <c:pt idx="933">
                  <c:v>1.3753053636045062E-2</c:v>
                </c:pt>
                <c:pt idx="934">
                  <c:v>1.3696259550246804E-2</c:v>
                </c:pt>
                <c:pt idx="935">
                  <c:v>1.2052179319006274E-2</c:v>
                </c:pt>
                <c:pt idx="936">
                  <c:v>1.1095357585402607E-2</c:v>
                </c:pt>
                <c:pt idx="937">
                  <c:v>9.8647929731124143E-3</c:v>
                </c:pt>
                <c:pt idx="938">
                  <c:v>9.9969009004860464E-3</c:v>
                </c:pt>
                <c:pt idx="939">
                  <c:v>9.8992510824405158E-3</c:v>
                </c:pt>
                <c:pt idx="940">
                  <c:v>9.1080488973978493E-3</c:v>
                </c:pt>
                <c:pt idx="941">
                  <c:v>9.2345730686664226E-3</c:v>
                </c:pt>
                <c:pt idx="942">
                  <c:v>9.2542203008951184E-3</c:v>
                </c:pt>
                <c:pt idx="943">
                  <c:v>9.537078644115406E-3</c:v>
                </c:pt>
                <c:pt idx="944">
                  <c:v>9.8941885137017668E-3</c:v>
                </c:pt>
                <c:pt idx="945">
                  <c:v>9.4840489821347504E-3</c:v>
                </c:pt>
                <c:pt idx="946">
                  <c:v>8.4547051162460821E-3</c:v>
                </c:pt>
                <c:pt idx="947">
                  <c:v>8.0732290020200607E-3</c:v>
                </c:pt>
                <c:pt idx="948">
                  <c:v>7.9065068269867124E-3</c:v>
                </c:pt>
                <c:pt idx="949">
                  <c:v>7.5992218623925174E-3</c:v>
                </c:pt>
                <c:pt idx="950">
                  <c:v>7.8088143360829807E-3</c:v>
                </c:pt>
                <c:pt idx="951">
                  <c:v>7.5048263173464833E-3</c:v>
                </c:pt>
                <c:pt idx="952">
                  <c:v>8.0741270784809652E-3</c:v>
                </c:pt>
                <c:pt idx="953">
                  <c:v>8.5129136586521124E-3</c:v>
                </c:pt>
                <c:pt idx="954">
                  <c:v>9.5115268997759857E-3</c:v>
                </c:pt>
                <c:pt idx="955">
                  <c:v>9.5172719778156573E-3</c:v>
                </c:pt>
                <c:pt idx="956">
                  <c:v>9.9773887925730508E-3</c:v>
                </c:pt>
                <c:pt idx="957">
                  <c:v>9.9059662590852138E-3</c:v>
                </c:pt>
                <c:pt idx="958">
                  <c:v>9.8608560741744542E-3</c:v>
                </c:pt>
                <c:pt idx="959">
                  <c:v>9.8105195075947078E-3</c:v>
                </c:pt>
                <c:pt idx="960">
                  <c:v>9.8476665000248476E-3</c:v>
                </c:pt>
                <c:pt idx="961">
                  <c:v>9.8671104858677351E-3</c:v>
                </c:pt>
                <c:pt idx="962">
                  <c:v>9.6759454391431229E-3</c:v>
                </c:pt>
                <c:pt idx="963">
                  <c:v>1.031515088436428E-2</c:v>
                </c:pt>
                <c:pt idx="964">
                  <c:v>1.0126165842049326E-2</c:v>
                </c:pt>
                <c:pt idx="965">
                  <c:v>9.9143842133351048E-3</c:v>
                </c:pt>
                <c:pt idx="966">
                  <c:v>9.9677576954769875E-3</c:v>
                </c:pt>
                <c:pt idx="967">
                  <c:v>1.0132351270424361E-2</c:v>
                </c:pt>
                <c:pt idx="968">
                  <c:v>9.3587690542394162E-3</c:v>
                </c:pt>
                <c:pt idx="969">
                  <c:v>9.48878397261123E-3</c:v>
                </c:pt>
                <c:pt idx="970">
                  <c:v>9.685234377995634E-3</c:v>
                </c:pt>
                <c:pt idx="971">
                  <c:v>9.7556141770820861E-3</c:v>
                </c:pt>
                <c:pt idx="972">
                  <c:v>9.7725909686142663E-3</c:v>
                </c:pt>
                <c:pt idx="973">
                  <c:v>9.2923096599477062E-3</c:v>
                </c:pt>
                <c:pt idx="974">
                  <c:v>8.895716105847622E-3</c:v>
                </c:pt>
                <c:pt idx="975">
                  <c:v>7.6837144300525234E-3</c:v>
                </c:pt>
                <c:pt idx="976">
                  <c:v>7.9773352436846388E-3</c:v>
                </c:pt>
                <c:pt idx="977">
                  <c:v>7.1597249286462989E-3</c:v>
                </c:pt>
                <c:pt idx="978">
                  <c:v>7.3167131551150717E-3</c:v>
                </c:pt>
                <c:pt idx="979">
                  <c:v>7.3903121071762189E-3</c:v>
                </c:pt>
                <c:pt idx="980">
                  <c:v>7.2768370085895982E-3</c:v>
                </c:pt>
                <c:pt idx="981">
                  <c:v>7.1883139825840272E-3</c:v>
                </c:pt>
                <c:pt idx="982">
                  <c:v>7.1634945528438335E-3</c:v>
                </c:pt>
                <c:pt idx="983">
                  <c:v>7.1784455186920081E-3</c:v>
                </c:pt>
                <c:pt idx="984">
                  <c:v>6.2957810324842933E-3</c:v>
                </c:pt>
                <c:pt idx="985">
                  <c:v>6.4650435331632108E-3</c:v>
                </c:pt>
                <c:pt idx="986">
                  <c:v>6.1103824551879691E-3</c:v>
                </c:pt>
                <c:pt idx="987">
                  <c:v>6.1757618640782596E-3</c:v>
                </c:pt>
                <c:pt idx="988">
                  <c:v>6.9256312986592317E-3</c:v>
                </c:pt>
                <c:pt idx="989">
                  <c:v>6.9236280123673851E-3</c:v>
                </c:pt>
                <c:pt idx="990">
                  <c:v>6.9910977627111338E-3</c:v>
                </c:pt>
                <c:pt idx="991">
                  <c:v>7.8736246979689162E-3</c:v>
                </c:pt>
                <c:pt idx="992">
                  <c:v>7.8618273789328296E-3</c:v>
                </c:pt>
                <c:pt idx="993">
                  <c:v>7.6655850310276101E-3</c:v>
                </c:pt>
                <c:pt idx="994">
                  <c:v>7.6445413587824008E-3</c:v>
                </c:pt>
                <c:pt idx="995">
                  <c:v>7.5328559853269214E-3</c:v>
                </c:pt>
                <c:pt idx="996">
                  <c:v>7.3163590148562574E-3</c:v>
                </c:pt>
                <c:pt idx="997">
                  <c:v>7.2022480246720618E-3</c:v>
                </c:pt>
                <c:pt idx="998">
                  <c:v>7.1980969150562757E-3</c:v>
                </c:pt>
                <c:pt idx="999">
                  <c:v>7.2226095245321413E-3</c:v>
                </c:pt>
                <c:pt idx="1000">
                  <c:v>7.1432466647380717E-3</c:v>
                </c:pt>
                <c:pt idx="1001">
                  <c:v>7.1471878620518701E-3</c:v>
                </c:pt>
                <c:pt idx="1002">
                  <c:v>7.2258368065150937E-3</c:v>
                </c:pt>
                <c:pt idx="1003">
                  <c:v>7.2725461728316903E-3</c:v>
                </c:pt>
                <c:pt idx="1004">
                  <c:v>7.2338086941277991E-3</c:v>
                </c:pt>
                <c:pt idx="1005">
                  <c:v>7.6624641892296909E-3</c:v>
                </c:pt>
                <c:pt idx="1006">
                  <c:v>7.5193893221171095E-3</c:v>
                </c:pt>
                <c:pt idx="1007">
                  <c:v>7.6479341766811076E-3</c:v>
                </c:pt>
                <c:pt idx="1008">
                  <c:v>7.9569782257471206E-3</c:v>
                </c:pt>
                <c:pt idx="1009">
                  <c:v>7.1661264592873322E-3</c:v>
                </c:pt>
                <c:pt idx="1010">
                  <c:v>7.2570911872444034E-3</c:v>
                </c:pt>
                <c:pt idx="1011">
                  <c:v>6.9542952187288528E-3</c:v>
                </c:pt>
                <c:pt idx="1012">
                  <c:v>6.1094421488632027E-3</c:v>
                </c:pt>
                <c:pt idx="1013">
                  <c:v>7.1845410317659102E-3</c:v>
                </c:pt>
                <c:pt idx="1014">
                  <c:v>7.1662965052991714E-3</c:v>
                </c:pt>
                <c:pt idx="1015">
                  <c:v>7.2092043287713993E-3</c:v>
                </c:pt>
                <c:pt idx="1016">
                  <c:v>7.1552846355206522E-3</c:v>
                </c:pt>
                <c:pt idx="1017">
                  <c:v>7.2968125909466733E-3</c:v>
                </c:pt>
                <c:pt idx="1018">
                  <c:v>8.0082563781814515E-3</c:v>
                </c:pt>
                <c:pt idx="1019">
                  <c:v>8.454988879712402E-3</c:v>
                </c:pt>
                <c:pt idx="1020">
                  <c:v>8.0955657010709538E-3</c:v>
                </c:pt>
                <c:pt idx="1021">
                  <c:v>8.3228822454074324E-3</c:v>
                </c:pt>
                <c:pt idx="1022">
                  <c:v>8.3444607369776123E-3</c:v>
                </c:pt>
                <c:pt idx="1023">
                  <c:v>7.9562079265402888E-3</c:v>
                </c:pt>
                <c:pt idx="1024">
                  <c:v>7.6358790894123776E-3</c:v>
                </c:pt>
                <c:pt idx="1025">
                  <c:v>8.1653764380928973E-3</c:v>
                </c:pt>
                <c:pt idx="1026">
                  <c:v>8.7063315249834763E-3</c:v>
                </c:pt>
                <c:pt idx="1027">
                  <c:v>9.4226804912094318E-3</c:v>
                </c:pt>
                <c:pt idx="1028">
                  <c:v>9.0399918709223349E-3</c:v>
                </c:pt>
                <c:pt idx="1029">
                  <c:v>9.1320081523458951E-3</c:v>
                </c:pt>
                <c:pt idx="1030">
                  <c:v>8.7241543110827807E-3</c:v>
                </c:pt>
                <c:pt idx="1031">
                  <c:v>8.5799139206199256E-3</c:v>
                </c:pt>
                <c:pt idx="1032">
                  <c:v>8.5378523220002063E-3</c:v>
                </c:pt>
                <c:pt idx="1033">
                  <c:v>9.0644881567407184E-3</c:v>
                </c:pt>
                <c:pt idx="1034">
                  <c:v>8.8171639363188344E-3</c:v>
                </c:pt>
                <c:pt idx="1035">
                  <c:v>8.8225846796520565E-3</c:v>
                </c:pt>
                <c:pt idx="1036">
                  <c:v>9.2015119779002546E-3</c:v>
                </c:pt>
                <c:pt idx="1037">
                  <c:v>9.2382582592630425E-3</c:v>
                </c:pt>
                <c:pt idx="1038">
                  <c:v>9.7016683349354076E-3</c:v>
                </c:pt>
                <c:pt idx="1039">
                  <c:v>9.1804564905890607E-3</c:v>
                </c:pt>
                <c:pt idx="1040">
                  <c:v>8.6981984715367895E-3</c:v>
                </c:pt>
                <c:pt idx="1041">
                  <c:v>8.7365368756431739E-3</c:v>
                </c:pt>
                <c:pt idx="1042">
                  <c:v>8.6110731047600829E-3</c:v>
                </c:pt>
                <c:pt idx="1043">
                  <c:v>8.8933730135135353E-3</c:v>
                </c:pt>
                <c:pt idx="1044">
                  <c:v>9.7068660399923252E-3</c:v>
                </c:pt>
                <c:pt idx="1045">
                  <c:v>9.8067847704152375E-3</c:v>
                </c:pt>
                <c:pt idx="1046">
                  <c:v>1.0052558964668555E-2</c:v>
                </c:pt>
                <c:pt idx="1047">
                  <c:v>1.0044281056378298E-2</c:v>
                </c:pt>
                <c:pt idx="1048">
                  <c:v>9.5771343362439573E-3</c:v>
                </c:pt>
                <c:pt idx="1049">
                  <c:v>9.6965706065727658E-3</c:v>
                </c:pt>
                <c:pt idx="1050">
                  <c:v>9.1753873979007212E-3</c:v>
                </c:pt>
                <c:pt idx="1051">
                  <c:v>9.3980213692433853E-3</c:v>
                </c:pt>
                <c:pt idx="1052">
                  <c:v>9.6619971481273995E-3</c:v>
                </c:pt>
                <c:pt idx="1053">
                  <c:v>9.8933865661198755E-3</c:v>
                </c:pt>
                <c:pt idx="1054">
                  <c:v>9.9485171428598616E-3</c:v>
                </c:pt>
                <c:pt idx="1055">
                  <c:v>9.9066591243954037E-3</c:v>
                </c:pt>
                <c:pt idx="1056">
                  <c:v>9.8839607490253615E-3</c:v>
                </c:pt>
                <c:pt idx="1057">
                  <c:v>1.0109864229878598E-2</c:v>
                </c:pt>
                <c:pt idx="1058">
                  <c:v>9.9649807658987091E-3</c:v>
                </c:pt>
                <c:pt idx="1059">
                  <c:v>9.8633607936629199E-3</c:v>
                </c:pt>
                <c:pt idx="1060">
                  <c:v>1.0111756841602626E-2</c:v>
                </c:pt>
                <c:pt idx="1061">
                  <c:v>1.1130158597982352E-2</c:v>
                </c:pt>
                <c:pt idx="1062">
                  <c:v>1.4846650999409058E-2</c:v>
                </c:pt>
                <c:pt idx="1063">
                  <c:v>1.4913073850634126E-2</c:v>
                </c:pt>
                <c:pt idx="1064">
                  <c:v>1.4819579719683538E-2</c:v>
                </c:pt>
                <c:pt idx="1065">
                  <c:v>1.4262174867169903E-2</c:v>
                </c:pt>
                <c:pt idx="1066">
                  <c:v>1.5134362973555141E-2</c:v>
                </c:pt>
                <c:pt idx="1067">
                  <c:v>1.5169701924244314E-2</c:v>
                </c:pt>
                <c:pt idx="1068">
                  <c:v>1.4920119399915282E-2</c:v>
                </c:pt>
                <c:pt idx="1069">
                  <c:v>1.4905685298550183E-2</c:v>
                </c:pt>
                <c:pt idx="1070">
                  <c:v>1.4756593914898792E-2</c:v>
                </c:pt>
                <c:pt idx="1071">
                  <c:v>1.4825477490237354E-2</c:v>
                </c:pt>
                <c:pt idx="1072">
                  <c:v>1.4837364946136945E-2</c:v>
                </c:pt>
                <c:pt idx="1073">
                  <c:v>1.4538529581978833E-2</c:v>
                </c:pt>
                <c:pt idx="1074">
                  <c:v>1.5344084778615244E-2</c:v>
                </c:pt>
                <c:pt idx="1075">
                  <c:v>1.5088558744583733E-2</c:v>
                </c:pt>
                <c:pt idx="1076">
                  <c:v>1.5035070107620131E-2</c:v>
                </c:pt>
                <c:pt idx="1077">
                  <c:v>1.5054576684134109E-2</c:v>
                </c:pt>
                <c:pt idx="1078">
                  <c:v>1.487765776864634E-2</c:v>
                </c:pt>
                <c:pt idx="1079">
                  <c:v>1.4887808862395116E-2</c:v>
                </c:pt>
                <c:pt idx="1080">
                  <c:v>1.5073710685348671E-2</c:v>
                </c:pt>
                <c:pt idx="1081">
                  <c:v>1.5346588055383699E-2</c:v>
                </c:pt>
                <c:pt idx="1082">
                  <c:v>1.4769923585284532E-2</c:v>
                </c:pt>
                <c:pt idx="1083">
                  <c:v>1.1020307465197433E-2</c:v>
                </c:pt>
                <c:pt idx="1084">
                  <c:v>1.0948746541649967E-2</c:v>
                </c:pt>
                <c:pt idx="1085">
                  <c:v>1.0914393196936574E-2</c:v>
                </c:pt>
                <c:pt idx="1086">
                  <c:v>1.0878042101650028E-2</c:v>
                </c:pt>
                <c:pt idx="1087">
                  <c:v>9.2996264712753626E-3</c:v>
                </c:pt>
                <c:pt idx="1088">
                  <c:v>9.0423879253210254E-3</c:v>
                </c:pt>
                <c:pt idx="1089">
                  <c:v>9.0841385713509998E-3</c:v>
                </c:pt>
                <c:pt idx="1090">
                  <c:v>8.9150005301218485E-3</c:v>
                </c:pt>
                <c:pt idx="1091">
                  <c:v>8.9555967402671025E-3</c:v>
                </c:pt>
                <c:pt idx="1092">
                  <c:v>8.9064966414614394E-3</c:v>
                </c:pt>
                <c:pt idx="1093">
                  <c:v>8.7039259502259061E-3</c:v>
                </c:pt>
                <c:pt idx="1094">
                  <c:v>8.7225596392899573E-3</c:v>
                </c:pt>
                <c:pt idx="1095">
                  <c:v>6.9496250812826708E-3</c:v>
                </c:pt>
                <c:pt idx="1096">
                  <c:v>9.2129832870988526E-3</c:v>
                </c:pt>
                <c:pt idx="1097">
                  <c:v>9.2131772621659638E-3</c:v>
                </c:pt>
                <c:pt idx="1098">
                  <c:v>9.0231687198294372E-3</c:v>
                </c:pt>
                <c:pt idx="1099">
                  <c:v>8.9448294934587648E-3</c:v>
                </c:pt>
                <c:pt idx="1100">
                  <c:v>8.9735914112921648E-3</c:v>
                </c:pt>
                <c:pt idx="1101">
                  <c:v>8.6746898355604864E-3</c:v>
                </c:pt>
                <c:pt idx="1102">
                  <c:v>8.3472205179098702E-3</c:v>
                </c:pt>
                <c:pt idx="1103">
                  <c:v>8.4046325621628028E-3</c:v>
                </c:pt>
                <c:pt idx="1104">
                  <c:v>8.7150093884789722E-3</c:v>
                </c:pt>
                <c:pt idx="1105">
                  <c:v>9.3529304137720416E-3</c:v>
                </c:pt>
                <c:pt idx="1106">
                  <c:v>9.8730887835123543E-3</c:v>
                </c:pt>
                <c:pt idx="1107">
                  <c:v>9.8938743670189174E-3</c:v>
                </c:pt>
                <c:pt idx="1108">
                  <c:v>9.6335694853299843E-3</c:v>
                </c:pt>
                <c:pt idx="1109">
                  <c:v>9.2655322507085684E-3</c:v>
                </c:pt>
                <c:pt idx="1110">
                  <c:v>9.5897896958354774E-3</c:v>
                </c:pt>
                <c:pt idx="1111">
                  <c:v>9.5848722386424872E-3</c:v>
                </c:pt>
                <c:pt idx="1112">
                  <c:v>9.704630094886502E-3</c:v>
                </c:pt>
                <c:pt idx="1113">
                  <c:v>9.8211234624705594E-3</c:v>
                </c:pt>
                <c:pt idx="1114">
                  <c:v>1.0130777252572023E-2</c:v>
                </c:pt>
                <c:pt idx="1115">
                  <c:v>9.9807267424754723E-3</c:v>
                </c:pt>
                <c:pt idx="1116">
                  <c:v>1.0388407081001255E-2</c:v>
                </c:pt>
                <c:pt idx="1117">
                  <c:v>9.9909008663645223E-3</c:v>
                </c:pt>
                <c:pt idx="1118">
                  <c:v>1.0087863035614663E-2</c:v>
                </c:pt>
                <c:pt idx="1119">
                  <c:v>1.0927995929807159E-2</c:v>
                </c:pt>
                <c:pt idx="1120">
                  <c:v>1.121700222372355E-2</c:v>
                </c:pt>
                <c:pt idx="1121">
                  <c:v>1.2126187794500698E-2</c:v>
                </c:pt>
                <c:pt idx="1122">
                  <c:v>1.2562631025076751E-2</c:v>
                </c:pt>
                <c:pt idx="1123">
                  <c:v>1.2672627687590941E-2</c:v>
                </c:pt>
                <c:pt idx="1124">
                  <c:v>1.2517403191782288E-2</c:v>
                </c:pt>
                <c:pt idx="1125">
                  <c:v>1.246781988399602E-2</c:v>
                </c:pt>
                <c:pt idx="1126">
                  <c:v>1.1865269063831506E-2</c:v>
                </c:pt>
                <c:pt idx="1127">
                  <c:v>1.2451930066987939E-2</c:v>
                </c:pt>
                <c:pt idx="1128">
                  <c:v>1.2447716541863033E-2</c:v>
                </c:pt>
                <c:pt idx="1129">
                  <c:v>1.5231423274075652E-2</c:v>
                </c:pt>
                <c:pt idx="1130">
                  <c:v>1.529458345934365E-2</c:v>
                </c:pt>
                <c:pt idx="1131">
                  <c:v>1.5221301646800592E-2</c:v>
                </c:pt>
                <c:pt idx="1132">
                  <c:v>1.5587122382353491E-2</c:v>
                </c:pt>
                <c:pt idx="1133">
                  <c:v>1.5331026284816935E-2</c:v>
                </c:pt>
                <c:pt idx="1134">
                  <c:v>1.5870548122163639E-2</c:v>
                </c:pt>
                <c:pt idx="1135">
                  <c:v>1.5822927045039209E-2</c:v>
                </c:pt>
                <c:pt idx="1136">
                  <c:v>1.5848962609298838E-2</c:v>
                </c:pt>
                <c:pt idx="1137">
                  <c:v>1.5601414905575046E-2</c:v>
                </c:pt>
                <c:pt idx="1138">
                  <c:v>1.5440669648035735E-2</c:v>
                </c:pt>
                <c:pt idx="1139">
                  <c:v>1.5405641095787905E-2</c:v>
                </c:pt>
                <c:pt idx="1140">
                  <c:v>1.5049384073856488E-2</c:v>
                </c:pt>
                <c:pt idx="1141">
                  <c:v>1.4998760737115842E-2</c:v>
                </c:pt>
                <c:pt idx="1142">
                  <c:v>1.4081562053209191E-2</c:v>
                </c:pt>
                <c:pt idx="1143">
                  <c:v>1.4983184164510766E-2</c:v>
                </c:pt>
                <c:pt idx="1144">
                  <c:v>1.487458350779312E-2</c:v>
                </c:pt>
                <c:pt idx="1145">
                  <c:v>1.5165180490765937E-2</c:v>
                </c:pt>
                <c:pt idx="1146">
                  <c:v>2.3972603686475913E-2</c:v>
                </c:pt>
                <c:pt idx="1147">
                  <c:v>2.6411000561779176E-2</c:v>
                </c:pt>
                <c:pt idx="1148">
                  <c:v>2.5854345557834342E-2</c:v>
                </c:pt>
                <c:pt idx="1149">
                  <c:v>2.6389277864474509E-2</c:v>
                </c:pt>
                <c:pt idx="1150">
                  <c:v>2.5457877688419606E-2</c:v>
                </c:pt>
                <c:pt idx="1151">
                  <c:v>2.55071072574799E-2</c:v>
                </c:pt>
                <c:pt idx="1152">
                  <c:v>2.6108923251673997E-2</c:v>
                </c:pt>
                <c:pt idx="1153">
                  <c:v>2.5936186709504542E-2</c:v>
                </c:pt>
                <c:pt idx="1154">
                  <c:v>2.6099359345153068E-2</c:v>
                </c:pt>
                <c:pt idx="1155">
                  <c:v>2.6194848399365107E-2</c:v>
                </c:pt>
                <c:pt idx="1156">
                  <c:v>2.610862056176359E-2</c:v>
                </c:pt>
                <c:pt idx="1157">
                  <c:v>2.7112508999389471E-2</c:v>
                </c:pt>
                <c:pt idx="1158">
                  <c:v>2.7817854390721333E-2</c:v>
                </c:pt>
                <c:pt idx="1159">
                  <c:v>2.7761263583584498E-2</c:v>
                </c:pt>
                <c:pt idx="1160">
                  <c:v>2.7705961437536047E-2</c:v>
                </c:pt>
                <c:pt idx="1161">
                  <c:v>2.7833746144219448E-2</c:v>
                </c:pt>
                <c:pt idx="1162">
                  <c:v>2.7768633753807639E-2</c:v>
                </c:pt>
                <c:pt idx="1163">
                  <c:v>2.7851253169135119E-2</c:v>
                </c:pt>
                <c:pt idx="1164">
                  <c:v>2.7090505145388154E-2</c:v>
                </c:pt>
                <c:pt idx="1165">
                  <c:v>2.7119186705321905E-2</c:v>
                </c:pt>
                <c:pt idx="1166">
                  <c:v>2.6763311034073554E-2</c:v>
                </c:pt>
                <c:pt idx="1167">
                  <c:v>2.0082257400804333E-2</c:v>
                </c:pt>
                <c:pt idx="1168">
                  <c:v>1.5990965329179985E-2</c:v>
                </c:pt>
                <c:pt idx="1169">
                  <c:v>1.5840524429052909E-2</c:v>
                </c:pt>
                <c:pt idx="1170">
                  <c:v>1.5467765565063416E-2</c:v>
                </c:pt>
                <c:pt idx="1171">
                  <c:v>1.5179337845387752E-2</c:v>
                </c:pt>
                <c:pt idx="1172">
                  <c:v>1.5156074391293501E-2</c:v>
                </c:pt>
                <c:pt idx="1173">
                  <c:v>1.3991724763470718E-2</c:v>
                </c:pt>
                <c:pt idx="1174">
                  <c:v>1.3573879908199225E-2</c:v>
                </c:pt>
                <c:pt idx="1175">
                  <c:v>1.3305769466355463E-2</c:v>
                </c:pt>
                <c:pt idx="1176">
                  <c:v>1.1922048671183483E-2</c:v>
                </c:pt>
                <c:pt idx="1177">
                  <c:v>1.1930168797761568E-2</c:v>
                </c:pt>
                <c:pt idx="1178">
                  <c:v>9.4269194347790589E-3</c:v>
                </c:pt>
                <c:pt idx="1179">
                  <c:v>6.635231864249835E-3</c:v>
                </c:pt>
                <c:pt idx="1180">
                  <c:v>8.3602242196042301E-3</c:v>
                </c:pt>
                <c:pt idx="1181">
                  <c:v>8.3795426629834115E-3</c:v>
                </c:pt>
                <c:pt idx="1182">
                  <c:v>8.1826557710157743E-3</c:v>
                </c:pt>
                <c:pt idx="1183">
                  <c:v>8.1814100158398816E-3</c:v>
                </c:pt>
                <c:pt idx="1184">
                  <c:v>7.7820805185493912E-3</c:v>
                </c:pt>
                <c:pt idx="1185">
                  <c:v>7.7793615173963049E-3</c:v>
                </c:pt>
                <c:pt idx="1186">
                  <c:v>7.6733888630879064E-3</c:v>
                </c:pt>
                <c:pt idx="1187">
                  <c:v>8.0171054335586578E-3</c:v>
                </c:pt>
                <c:pt idx="1188">
                  <c:v>7.6687236878821138E-3</c:v>
                </c:pt>
                <c:pt idx="1189">
                  <c:v>7.5516793627332102E-3</c:v>
                </c:pt>
                <c:pt idx="1190">
                  <c:v>7.5566344758842639E-3</c:v>
                </c:pt>
                <c:pt idx="1191">
                  <c:v>7.3728725136592739E-3</c:v>
                </c:pt>
                <c:pt idx="1192">
                  <c:v>7.6283353766057865E-3</c:v>
                </c:pt>
                <c:pt idx="1193">
                  <c:v>7.7183102799011699E-3</c:v>
                </c:pt>
                <c:pt idx="1194">
                  <c:v>7.9405423376027722E-3</c:v>
                </c:pt>
                <c:pt idx="1195">
                  <c:v>8.1935204687745636E-3</c:v>
                </c:pt>
                <c:pt idx="1196">
                  <c:v>8.4277890070459851E-3</c:v>
                </c:pt>
                <c:pt idx="1197">
                  <c:v>8.594638506651632E-3</c:v>
                </c:pt>
                <c:pt idx="1198">
                  <c:v>8.6049716845519007E-3</c:v>
                </c:pt>
                <c:pt idx="1199">
                  <c:v>8.6799720184485684E-3</c:v>
                </c:pt>
                <c:pt idx="1200">
                  <c:v>8.314748963535323E-3</c:v>
                </c:pt>
                <c:pt idx="1201">
                  <c:v>7.5841078193480058E-3</c:v>
                </c:pt>
                <c:pt idx="1202">
                  <c:v>7.7770256448266703E-3</c:v>
                </c:pt>
                <c:pt idx="1203">
                  <c:v>7.6608422077775072E-3</c:v>
                </c:pt>
                <c:pt idx="1204">
                  <c:v>7.6872281756818076E-3</c:v>
                </c:pt>
                <c:pt idx="1205">
                  <c:v>7.5683908153610637E-3</c:v>
                </c:pt>
                <c:pt idx="1206">
                  <c:v>7.558461991356619E-3</c:v>
                </c:pt>
                <c:pt idx="1207">
                  <c:v>7.5795246537286266E-3</c:v>
                </c:pt>
                <c:pt idx="1208">
                  <c:v>7.320513914874871E-3</c:v>
                </c:pt>
                <c:pt idx="1209">
                  <c:v>6.7787322557178939E-3</c:v>
                </c:pt>
                <c:pt idx="1210">
                  <c:v>7.0388531606815257E-3</c:v>
                </c:pt>
                <c:pt idx="1211">
                  <c:v>7.4968635462662253E-3</c:v>
                </c:pt>
                <c:pt idx="1212">
                  <c:v>7.3433211174249481E-3</c:v>
                </c:pt>
                <c:pt idx="1213">
                  <c:v>7.3626972999576669E-3</c:v>
                </c:pt>
                <c:pt idx="1214">
                  <c:v>7.3542414130698753E-3</c:v>
                </c:pt>
                <c:pt idx="1215">
                  <c:v>7.41068092221118E-3</c:v>
                </c:pt>
                <c:pt idx="1216">
                  <c:v>7.5185242405332959E-3</c:v>
                </c:pt>
                <c:pt idx="1217">
                  <c:v>9.2879490037912887E-3</c:v>
                </c:pt>
                <c:pt idx="1218">
                  <c:v>9.0124066595648946E-3</c:v>
                </c:pt>
                <c:pt idx="1219">
                  <c:v>9.0125392578292943E-3</c:v>
                </c:pt>
                <c:pt idx="1220">
                  <c:v>1.0198960201855178E-2</c:v>
                </c:pt>
                <c:pt idx="1221">
                  <c:v>1.0195494111884446E-2</c:v>
                </c:pt>
                <c:pt idx="1222">
                  <c:v>9.8405093512441907E-3</c:v>
                </c:pt>
                <c:pt idx="1223">
                  <c:v>9.5908241094860933E-3</c:v>
                </c:pt>
                <c:pt idx="1224">
                  <c:v>9.739081979253E-3</c:v>
                </c:pt>
                <c:pt idx="1225">
                  <c:v>9.66555922379762E-3</c:v>
                </c:pt>
                <c:pt idx="1226">
                  <c:v>9.7755207261855451E-3</c:v>
                </c:pt>
                <c:pt idx="1227">
                  <c:v>1.0319208880108335E-2</c:v>
                </c:pt>
                <c:pt idx="1228">
                  <c:v>1.023483040897598E-2</c:v>
                </c:pt>
                <c:pt idx="1229">
                  <c:v>1.03117226646423E-2</c:v>
                </c:pt>
                <c:pt idx="1230">
                  <c:v>1.0654853516343096E-2</c:v>
                </c:pt>
                <c:pt idx="1231">
                  <c:v>1.0725841338466687E-2</c:v>
                </c:pt>
                <c:pt idx="1232">
                  <c:v>1.0517620184148405E-2</c:v>
                </c:pt>
                <c:pt idx="1233">
                  <c:v>1.0516914875259922E-2</c:v>
                </c:pt>
                <c:pt idx="1234">
                  <c:v>1.0563547578188308E-2</c:v>
                </c:pt>
                <c:pt idx="1235">
                  <c:v>1.0632664659903968E-2</c:v>
                </c:pt>
                <c:pt idx="1236">
                  <c:v>1.0403443160332874E-2</c:v>
                </c:pt>
                <c:pt idx="1237">
                  <c:v>1.222194603006639E-2</c:v>
                </c:pt>
                <c:pt idx="1238">
                  <c:v>1.1249025216457563E-2</c:v>
                </c:pt>
                <c:pt idx="1239">
                  <c:v>1.2329316797148814E-2</c:v>
                </c:pt>
                <c:pt idx="1240">
                  <c:v>1.2573541016926685E-2</c:v>
                </c:pt>
                <c:pt idx="1241">
                  <c:v>1.1642151740562823E-2</c:v>
                </c:pt>
                <c:pt idx="1242">
                  <c:v>1.1647328407887569E-2</c:v>
                </c:pt>
                <c:pt idx="1243">
                  <c:v>1.1635222948991792E-2</c:v>
                </c:pt>
                <c:pt idx="1244">
                  <c:v>1.1806253673420622E-2</c:v>
                </c:pt>
                <c:pt idx="1245">
                  <c:v>1.1805485006242974E-2</c:v>
                </c:pt>
                <c:pt idx="1246">
                  <c:v>1.1924842717809902E-2</c:v>
                </c:pt>
                <c:pt idx="1247">
                  <c:v>1.2098502540890219E-2</c:v>
                </c:pt>
                <c:pt idx="1248">
                  <c:v>1.1640523766935378E-2</c:v>
                </c:pt>
                <c:pt idx="1249">
                  <c:v>1.1634011958049174E-2</c:v>
                </c:pt>
                <c:pt idx="1250">
                  <c:v>1.1682158456285589E-2</c:v>
                </c:pt>
                <c:pt idx="1251">
                  <c:v>1.1500912846151583E-2</c:v>
                </c:pt>
                <c:pt idx="1252">
                  <c:v>1.184806522931723E-2</c:v>
                </c:pt>
                <c:pt idx="1253">
                  <c:v>1.1535715508012816E-2</c:v>
                </c:pt>
                <c:pt idx="1254">
                  <c:v>1.1555216577947943E-2</c:v>
                </c:pt>
                <c:pt idx="1255">
                  <c:v>1.1530829584041637E-2</c:v>
                </c:pt>
                <c:pt idx="1256">
                  <c:v>1.3603476358443027E-2</c:v>
                </c:pt>
                <c:pt idx="1257">
                  <c:v>1.355011377009231E-2</c:v>
                </c:pt>
                <c:pt idx="1258">
                  <c:v>1.200496355911929E-2</c:v>
                </c:pt>
                <c:pt idx="1259">
                  <c:v>1.241173529321722E-2</c:v>
                </c:pt>
                <c:pt idx="1260">
                  <c:v>1.1271588995652927E-2</c:v>
                </c:pt>
                <c:pt idx="1261">
                  <c:v>1.2862040132365474E-2</c:v>
                </c:pt>
                <c:pt idx="1262">
                  <c:v>1.5464670062388051E-2</c:v>
                </c:pt>
                <c:pt idx="1263">
                  <c:v>1.5554297392014914E-2</c:v>
                </c:pt>
                <c:pt idx="1264">
                  <c:v>2.4568277352143692E-2</c:v>
                </c:pt>
                <c:pt idx="1265">
                  <c:v>2.7766006275152764E-2</c:v>
                </c:pt>
                <c:pt idx="1266">
                  <c:v>3.1614423223242226E-2</c:v>
                </c:pt>
                <c:pt idx="1267">
                  <c:v>3.2111524967826592E-2</c:v>
                </c:pt>
                <c:pt idx="1268">
                  <c:v>3.4291481724585467E-2</c:v>
                </c:pt>
                <c:pt idx="1269">
                  <c:v>3.4169072970240265E-2</c:v>
                </c:pt>
                <c:pt idx="1270">
                  <c:v>3.4685629382009878E-2</c:v>
                </c:pt>
                <c:pt idx="1271">
                  <c:v>4.6861221764662807E-2</c:v>
                </c:pt>
                <c:pt idx="1272">
                  <c:v>4.7145397660340455E-2</c:v>
                </c:pt>
                <c:pt idx="1273">
                  <c:v>5.2603168665140976E-2</c:v>
                </c:pt>
                <c:pt idx="1274">
                  <c:v>5.5524363454578458E-2</c:v>
                </c:pt>
                <c:pt idx="1275">
                  <c:v>5.6035006436720214E-2</c:v>
                </c:pt>
                <c:pt idx="1276">
                  <c:v>5.6638888600211983E-2</c:v>
                </c:pt>
                <c:pt idx="1277">
                  <c:v>5.7198629416374644E-2</c:v>
                </c:pt>
                <c:pt idx="1278">
                  <c:v>5.7544585412980527E-2</c:v>
                </c:pt>
                <c:pt idx="1279">
                  <c:v>5.7512871555017955E-2</c:v>
                </c:pt>
                <c:pt idx="1280">
                  <c:v>6.3968821132187992E-2</c:v>
                </c:pt>
                <c:pt idx="1281">
                  <c:v>6.3810288027008374E-2</c:v>
                </c:pt>
                <c:pt idx="1282">
                  <c:v>6.5388782984884763E-2</c:v>
                </c:pt>
                <c:pt idx="1283">
                  <c:v>6.4942069833671151E-2</c:v>
                </c:pt>
                <c:pt idx="1284">
                  <c:v>6.4900151145587767E-2</c:v>
                </c:pt>
                <c:pt idx="1285">
                  <c:v>6.2441148403222776E-2</c:v>
                </c:pt>
                <c:pt idx="1286">
                  <c:v>6.3286934197691311E-2</c:v>
                </c:pt>
                <c:pt idx="1287">
                  <c:v>6.0933165555654825E-2</c:v>
                </c:pt>
                <c:pt idx="1288">
                  <c:v>6.1405828966906578E-2</c:v>
                </c:pt>
                <c:pt idx="1289">
                  <c:v>5.9580526135460402E-2</c:v>
                </c:pt>
                <c:pt idx="1290">
                  <c:v>5.9641098583148651E-2</c:v>
                </c:pt>
                <c:pt idx="1291">
                  <c:v>6.0098322467193904E-2</c:v>
                </c:pt>
                <c:pt idx="1292">
                  <c:v>4.6416961649141011E-2</c:v>
                </c:pt>
                <c:pt idx="1293">
                  <c:v>4.6625011055784406E-2</c:v>
                </c:pt>
                <c:pt idx="1294">
                  <c:v>4.3862355263564148E-2</c:v>
                </c:pt>
                <c:pt idx="1295">
                  <c:v>4.2230238104314907E-2</c:v>
                </c:pt>
                <c:pt idx="1296">
                  <c:v>4.6281697663162355E-2</c:v>
                </c:pt>
                <c:pt idx="1297">
                  <c:v>4.4601880936485171E-2</c:v>
                </c:pt>
                <c:pt idx="1298">
                  <c:v>4.4657158965073857E-2</c:v>
                </c:pt>
                <c:pt idx="1299">
                  <c:v>4.321721091798069E-2</c:v>
                </c:pt>
                <c:pt idx="1300">
                  <c:v>4.1325484570317164E-2</c:v>
                </c:pt>
                <c:pt idx="1301">
                  <c:v>3.490733211751644E-2</c:v>
                </c:pt>
                <c:pt idx="1302">
                  <c:v>3.4895394944741531E-2</c:v>
                </c:pt>
                <c:pt idx="1303">
                  <c:v>3.4224403717553614E-2</c:v>
                </c:pt>
                <c:pt idx="1304">
                  <c:v>3.4494516354627233E-2</c:v>
                </c:pt>
                <c:pt idx="1305">
                  <c:v>3.4252163701102657E-2</c:v>
                </c:pt>
                <c:pt idx="1306">
                  <c:v>3.6931443033877687E-2</c:v>
                </c:pt>
                <c:pt idx="1307">
                  <c:v>3.3261257081833397E-2</c:v>
                </c:pt>
                <c:pt idx="1308">
                  <c:v>3.3804033791843865E-2</c:v>
                </c:pt>
                <c:pt idx="1309">
                  <c:v>3.1956178479538196E-2</c:v>
                </c:pt>
                <c:pt idx="1310">
                  <c:v>3.1992314938259742E-2</c:v>
                </c:pt>
                <c:pt idx="1311">
                  <c:v>3.1218351713877438E-2</c:v>
                </c:pt>
                <c:pt idx="1312">
                  <c:v>3.5030899234229584E-2</c:v>
                </c:pt>
                <c:pt idx="1313">
                  <c:v>3.5004345701526912E-2</c:v>
                </c:pt>
                <c:pt idx="1314">
                  <c:v>3.434311777785163E-2</c:v>
                </c:pt>
                <c:pt idx="1315">
                  <c:v>3.4945440273138589E-2</c:v>
                </c:pt>
                <c:pt idx="1316">
                  <c:v>3.5230714171954752E-2</c:v>
                </c:pt>
                <c:pt idx="1317">
                  <c:v>3.0122646113802318E-2</c:v>
                </c:pt>
                <c:pt idx="1318">
                  <c:v>3.0233676967700032E-2</c:v>
                </c:pt>
                <c:pt idx="1319">
                  <c:v>3.060485018015343E-2</c:v>
                </c:pt>
                <c:pt idx="1320">
                  <c:v>3.0446172640638296E-2</c:v>
                </c:pt>
                <c:pt idx="1321">
                  <c:v>3.089068419650123E-2</c:v>
                </c:pt>
                <c:pt idx="1322">
                  <c:v>3.0511172031047206E-2</c:v>
                </c:pt>
                <c:pt idx="1323">
                  <c:v>3.1278987690018814E-2</c:v>
                </c:pt>
                <c:pt idx="1324">
                  <c:v>3.0154617248431721E-2</c:v>
                </c:pt>
                <c:pt idx="1325">
                  <c:v>3.0562146198846996E-2</c:v>
                </c:pt>
                <c:pt idx="1326">
                  <c:v>3.0573754514563477E-2</c:v>
                </c:pt>
                <c:pt idx="1327">
                  <c:v>2.6030328408858459E-2</c:v>
                </c:pt>
                <c:pt idx="1328">
                  <c:v>2.6689494939947409E-2</c:v>
                </c:pt>
                <c:pt idx="1329">
                  <c:v>2.6650490218843449E-2</c:v>
                </c:pt>
                <c:pt idx="1330">
                  <c:v>2.6487788152557642E-2</c:v>
                </c:pt>
                <c:pt idx="1331">
                  <c:v>2.5371738489229245E-2</c:v>
                </c:pt>
                <c:pt idx="1332">
                  <c:v>2.7630480432352767E-2</c:v>
                </c:pt>
                <c:pt idx="1333">
                  <c:v>2.3624644873220899E-2</c:v>
                </c:pt>
                <c:pt idx="1334">
                  <c:v>2.3281194440895759E-2</c:v>
                </c:pt>
                <c:pt idx="1335">
                  <c:v>2.3564103521404395E-2</c:v>
                </c:pt>
                <c:pt idx="1336">
                  <c:v>2.2602697600702198E-2</c:v>
                </c:pt>
                <c:pt idx="1337">
                  <c:v>2.2594559088992619E-2</c:v>
                </c:pt>
                <c:pt idx="1338">
                  <c:v>2.2291210655242869E-2</c:v>
                </c:pt>
                <c:pt idx="1339">
                  <c:v>2.1375539741557734E-2</c:v>
                </c:pt>
                <c:pt idx="1340">
                  <c:v>2.0604702960563884E-2</c:v>
                </c:pt>
                <c:pt idx="1341">
                  <c:v>2.0902189343687944E-2</c:v>
                </c:pt>
                <c:pt idx="1342">
                  <c:v>2.0140951633123134E-2</c:v>
                </c:pt>
                <c:pt idx="1343">
                  <c:v>2.0026872241032556E-2</c:v>
                </c:pt>
                <c:pt idx="1344">
                  <c:v>1.9659106491422249E-2</c:v>
                </c:pt>
                <c:pt idx="1345">
                  <c:v>2.0045224326469151E-2</c:v>
                </c:pt>
                <c:pt idx="1346">
                  <c:v>1.9636984188455924E-2</c:v>
                </c:pt>
                <c:pt idx="1347">
                  <c:v>1.9339497625565912E-2</c:v>
                </c:pt>
                <c:pt idx="1348">
                  <c:v>1.9369727473534458E-2</c:v>
                </c:pt>
                <c:pt idx="1349">
                  <c:v>1.8053070939471057E-2</c:v>
                </c:pt>
                <c:pt idx="1350">
                  <c:v>1.7968382097139125E-2</c:v>
                </c:pt>
                <c:pt idx="1351">
                  <c:v>1.8118487234450802E-2</c:v>
                </c:pt>
                <c:pt idx="1352">
                  <c:v>1.7335957858956808E-2</c:v>
                </c:pt>
                <c:pt idx="1353">
                  <c:v>1.4889555411797937E-2</c:v>
                </c:pt>
                <c:pt idx="1354">
                  <c:v>1.5639814589659736E-2</c:v>
                </c:pt>
                <c:pt idx="1355">
                  <c:v>1.7743665664259889E-2</c:v>
                </c:pt>
                <c:pt idx="1356">
                  <c:v>1.7694200198246791E-2</c:v>
                </c:pt>
                <c:pt idx="1357">
                  <c:v>1.7705122252780019E-2</c:v>
                </c:pt>
                <c:pt idx="1358">
                  <c:v>1.716682281509747E-2</c:v>
                </c:pt>
                <c:pt idx="1359">
                  <c:v>1.71664734264463E-2</c:v>
                </c:pt>
                <c:pt idx="1360">
                  <c:v>1.8049468706272158E-2</c:v>
                </c:pt>
                <c:pt idx="1361">
                  <c:v>1.8262303317948293E-2</c:v>
                </c:pt>
                <c:pt idx="1362">
                  <c:v>1.7649888776747492E-2</c:v>
                </c:pt>
                <c:pt idx="1363">
                  <c:v>1.7745653793572957E-2</c:v>
                </c:pt>
                <c:pt idx="1364">
                  <c:v>1.7439104619244101E-2</c:v>
                </c:pt>
                <c:pt idx="1365">
                  <c:v>1.6923715762428074E-2</c:v>
                </c:pt>
                <c:pt idx="1366">
                  <c:v>1.6992431722747513E-2</c:v>
                </c:pt>
                <c:pt idx="1367">
                  <c:v>1.5330315645103175E-2</c:v>
                </c:pt>
                <c:pt idx="1368">
                  <c:v>1.5340071464009338E-2</c:v>
                </c:pt>
                <c:pt idx="1369">
                  <c:v>1.6101778903891976E-2</c:v>
                </c:pt>
                <c:pt idx="1370">
                  <c:v>1.5637849539693466E-2</c:v>
                </c:pt>
                <c:pt idx="1371">
                  <c:v>1.5971567101122616E-2</c:v>
                </c:pt>
                <c:pt idx="1372">
                  <c:v>1.5307506210682097E-2</c:v>
                </c:pt>
                <c:pt idx="1373">
                  <c:v>1.5468680006596635E-2</c:v>
                </c:pt>
                <c:pt idx="1374">
                  <c:v>1.5668880899817886E-2</c:v>
                </c:pt>
                <c:pt idx="1375">
                  <c:v>1.6112941200323198E-2</c:v>
                </c:pt>
                <c:pt idx="1376">
                  <c:v>1.3931188522460348E-2</c:v>
                </c:pt>
                <c:pt idx="1377">
                  <c:v>1.4010692255189536E-2</c:v>
                </c:pt>
                <c:pt idx="1378">
                  <c:v>1.4019634423965513E-2</c:v>
                </c:pt>
                <c:pt idx="1379">
                  <c:v>1.5059165398169294E-2</c:v>
                </c:pt>
                <c:pt idx="1380">
                  <c:v>1.7103925128668845E-2</c:v>
                </c:pt>
                <c:pt idx="1381">
                  <c:v>1.559759017966356E-2</c:v>
                </c:pt>
                <c:pt idx="1382">
                  <c:v>1.5279666666776491E-2</c:v>
                </c:pt>
                <c:pt idx="1383">
                  <c:v>1.5845712806356271E-2</c:v>
                </c:pt>
                <c:pt idx="1384">
                  <c:v>1.6854695918124284E-2</c:v>
                </c:pt>
                <c:pt idx="1385">
                  <c:v>1.689609231171121E-2</c:v>
                </c:pt>
                <c:pt idx="1386">
                  <c:v>1.7047381712944811E-2</c:v>
                </c:pt>
                <c:pt idx="1387">
                  <c:v>1.7475616199664687E-2</c:v>
                </c:pt>
                <c:pt idx="1388">
                  <c:v>1.7577461327717828E-2</c:v>
                </c:pt>
                <c:pt idx="1389">
                  <c:v>1.7557952182820868E-2</c:v>
                </c:pt>
                <c:pt idx="1390">
                  <c:v>1.716879070645708E-2</c:v>
                </c:pt>
                <c:pt idx="1391">
                  <c:v>1.7495679551301414E-2</c:v>
                </c:pt>
                <c:pt idx="1392">
                  <c:v>1.6916659649487339E-2</c:v>
                </c:pt>
                <c:pt idx="1393">
                  <c:v>1.7090995001473201E-2</c:v>
                </c:pt>
                <c:pt idx="1394">
                  <c:v>1.7095133092341525E-2</c:v>
                </c:pt>
                <c:pt idx="1395">
                  <c:v>1.8020275099134748E-2</c:v>
                </c:pt>
                <c:pt idx="1396">
                  <c:v>1.7101469752403783E-2</c:v>
                </c:pt>
                <c:pt idx="1397">
                  <c:v>1.6811760507583359E-2</c:v>
                </c:pt>
                <c:pt idx="1398">
                  <c:v>1.7503678130393087E-2</c:v>
                </c:pt>
                <c:pt idx="1399">
                  <c:v>1.8616470576101458E-2</c:v>
                </c:pt>
                <c:pt idx="1400">
                  <c:v>1.7870637381534705E-2</c:v>
                </c:pt>
                <c:pt idx="1401">
                  <c:v>1.6951710371500568E-2</c:v>
                </c:pt>
                <c:pt idx="1402">
                  <c:v>1.6940703078134542E-2</c:v>
                </c:pt>
                <c:pt idx="1403">
                  <c:v>1.9207883792256606E-2</c:v>
                </c:pt>
                <c:pt idx="1404">
                  <c:v>1.9120028207709482E-2</c:v>
                </c:pt>
                <c:pt idx="1405">
                  <c:v>1.922764670961084E-2</c:v>
                </c:pt>
                <c:pt idx="1406">
                  <c:v>1.9246867802746759E-2</c:v>
                </c:pt>
                <c:pt idx="1407">
                  <c:v>1.9242035416560749E-2</c:v>
                </c:pt>
                <c:pt idx="1408">
                  <c:v>1.9415385510188333E-2</c:v>
                </c:pt>
                <c:pt idx="1409">
                  <c:v>1.9469262829022768E-2</c:v>
                </c:pt>
                <c:pt idx="1410">
                  <c:v>1.9643274451083801E-2</c:v>
                </c:pt>
                <c:pt idx="1411">
                  <c:v>1.9358347177011643E-2</c:v>
                </c:pt>
                <c:pt idx="1412">
                  <c:v>2.0759869255820781E-2</c:v>
                </c:pt>
                <c:pt idx="1413">
                  <c:v>2.1141930755109083E-2</c:v>
                </c:pt>
                <c:pt idx="1414">
                  <c:v>2.1809941691186656E-2</c:v>
                </c:pt>
                <c:pt idx="1415">
                  <c:v>2.1463377329466553E-2</c:v>
                </c:pt>
                <c:pt idx="1416">
                  <c:v>1.9954615678534651E-2</c:v>
                </c:pt>
                <c:pt idx="1417">
                  <c:v>1.9777968867254463E-2</c:v>
                </c:pt>
                <c:pt idx="1418">
                  <c:v>1.981166202536935E-2</c:v>
                </c:pt>
                <c:pt idx="1419">
                  <c:v>1.8295699153208049E-2</c:v>
                </c:pt>
                <c:pt idx="1420">
                  <c:v>1.8460047097549944E-2</c:v>
                </c:pt>
                <c:pt idx="1421">
                  <c:v>1.8659315581199203E-2</c:v>
                </c:pt>
                <c:pt idx="1422">
                  <c:v>1.8428587872496616E-2</c:v>
                </c:pt>
                <c:pt idx="1423">
                  <c:v>1.8655886084190429E-2</c:v>
                </c:pt>
                <c:pt idx="1424">
                  <c:v>1.9056372863806695E-2</c:v>
                </c:pt>
                <c:pt idx="1425">
                  <c:v>1.9896381625820542E-2</c:v>
                </c:pt>
                <c:pt idx="1426">
                  <c:v>1.9613546582585035E-2</c:v>
                </c:pt>
                <c:pt idx="1427">
                  <c:v>1.9884694303866985E-2</c:v>
                </c:pt>
                <c:pt idx="1428">
                  <c:v>2.004128065514563E-2</c:v>
                </c:pt>
                <c:pt idx="1429">
                  <c:v>1.9998195645691125E-2</c:v>
                </c:pt>
                <c:pt idx="1430">
                  <c:v>2.0927289126538084E-2</c:v>
                </c:pt>
                <c:pt idx="1431">
                  <c:v>2.0497818421789875E-2</c:v>
                </c:pt>
                <c:pt idx="1432">
                  <c:v>2.1426397611449551E-2</c:v>
                </c:pt>
                <c:pt idx="1433">
                  <c:v>1.9171461659848753E-2</c:v>
                </c:pt>
                <c:pt idx="1434">
                  <c:v>1.9074983869660833E-2</c:v>
                </c:pt>
                <c:pt idx="1435">
                  <c:v>1.8605922005213105E-2</c:v>
                </c:pt>
                <c:pt idx="1436">
                  <c:v>1.8665810213873403E-2</c:v>
                </c:pt>
                <c:pt idx="1437">
                  <c:v>2.0419430374608517E-2</c:v>
                </c:pt>
                <c:pt idx="1438">
                  <c:v>2.0177871421167781E-2</c:v>
                </c:pt>
                <c:pt idx="1439">
                  <c:v>2.0389414045260523E-2</c:v>
                </c:pt>
                <c:pt idx="1440">
                  <c:v>1.9852866533762548E-2</c:v>
                </c:pt>
                <c:pt idx="1441">
                  <c:v>2.0304235625566484E-2</c:v>
                </c:pt>
                <c:pt idx="1442">
                  <c:v>1.9135100751473899E-2</c:v>
                </c:pt>
                <c:pt idx="1443">
                  <c:v>1.8894031883466327E-2</c:v>
                </c:pt>
                <c:pt idx="1444">
                  <c:v>1.8459466151338335E-2</c:v>
                </c:pt>
                <c:pt idx="1445">
                  <c:v>1.7673883417860355E-2</c:v>
                </c:pt>
                <c:pt idx="1446">
                  <c:v>1.6910504547590341E-2</c:v>
                </c:pt>
                <c:pt idx="1447">
                  <c:v>1.7155588846579948E-2</c:v>
                </c:pt>
                <c:pt idx="1448">
                  <c:v>1.687650010784638E-2</c:v>
                </c:pt>
                <c:pt idx="1449">
                  <c:v>1.668986550295308E-2</c:v>
                </c:pt>
                <c:pt idx="1450">
                  <c:v>1.6092992186744638E-2</c:v>
                </c:pt>
                <c:pt idx="1451">
                  <c:v>1.4304542352527821E-2</c:v>
                </c:pt>
                <c:pt idx="1452">
                  <c:v>1.4255207857673279E-2</c:v>
                </c:pt>
                <c:pt idx="1453">
                  <c:v>1.3286434958438032E-2</c:v>
                </c:pt>
                <c:pt idx="1454">
                  <c:v>1.3332556665555497E-2</c:v>
                </c:pt>
                <c:pt idx="1455">
                  <c:v>1.3351716800704841E-2</c:v>
                </c:pt>
                <c:pt idx="1456">
                  <c:v>1.277613888975597E-2</c:v>
                </c:pt>
                <c:pt idx="1457">
                  <c:v>1.2259824663398575E-2</c:v>
                </c:pt>
                <c:pt idx="1458">
                  <c:v>1.3975524073136871E-2</c:v>
                </c:pt>
                <c:pt idx="1459">
                  <c:v>1.3814186598399295E-2</c:v>
                </c:pt>
                <c:pt idx="1460">
                  <c:v>1.379219292546098E-2</c:v>
                </c:pt>
                <c:pt idx="1461">
                  <c:v>1.3268989118830567E-2</c:v>
                </c:pt>
                <c:pt idx="1462">
                  <c:v>1.2857683156798874E-2</c:v>
                </c:pt>
                <c:pt idx="1463">
                  <c:v>1.2946135489225928E-2</c:v>
                </c:pt>
                <c:pt idx="1464">
                  <c:v>1.2967466144690656E-2</c:v>
                </c:pt>
                <c:pt idx="1465">
                  <c:v>1.2955728578294556E-2</c:v>
                </c:pt>
                <c:pt idx="1466">
                  <c:v>1.257309692569997E-2</c:v>
                </c:pt>
                <c:pt idx="1467">
                  <c:v>1.2572312816461892E-2</c:v>
                </c:pt>
                <c:pt idx="1468">
                  <c:v>1.2310092938091806E-2</c:v>
                </c:pt>
                <c:pt idx="1469">
                  <c:v>1.2295209317833573E-2</c:v>
                </c:pt>
                <c:pt idx="1470">
                  <c:v>1.2304987216414175E-2</c:v>
                </c:pt>
                <c:pt idx="1471">
                  <c:v>1.1995199234247725E-2</c:v>
                </c:pt>
                <c:pt idx="1472">
                  <c:v>1.1886045295173593E-2</c:v>
                </c:pt>
                <c:pt idx="1473">
                  <c:v>1.2022890371826753E-2</c:v>
                </c:pt>
                <c:pt idx="1474">
                  <c:v>1.2058324677096997E-2</c:v>
                </c:pt>
                <c:pt idx="1475">
                  <c:v>1.2056458873210532E-2</c:v>
                </c:pt>
                <c:pt idx="1476">
                  <c:v>1.2294042230700006E-2</c:v>
                </c:pt>
                <c:pt idx="1477">
                  <c:v>1.275564091764749E-2</c:v>
                </c:pt>
                <c:pt idx="1478">
                  <c:v>1.3243564708580031E-2</c:v>
                </c:pt>
                <c:pt idx="1479">
                  <c:v>8.6896856611049424E-3</c:v>
                </c:pt>
                <c:pt idx="1480">
                  <c:v>9.3388019004750199E-3</c:v>
                </c:pt>
                <c:pt idx="1481">
                  <c:v>1.2077829531646669E-2</c:v>
                </c:pt>
                <c:pt idx="1482">
                  <c:v>1.1558816928251968E-2</c:v>
                </c:pt>
                <c:pt idx="1483">
                  <c:v>1.284965209296807E-2</c:v>
                </c:pt>
                <c:pt idx="1484">
                  <c:v>1.2403450657133927E-2</c:v>
                </c:pt>
                <c:pt idx="1485">
                  <c:v>1.2533004379914581E-2</c:v>
                </c:pt>
                <c:pt idx="1486">
                  <c:v>2.2135432427593835E-2</c:v>
                </c:pt>
                <c:pt idx="1487">
                  <c:v>2.3223481976565478E-2</c:v>
                </c:pt>
                <c:pt idx="1488">
                  <c:v>2.3283898001045415E-2</c:v>
                </c:pt>
                <c:pt idx="1489">
                  <c:v>2.3296787153817392E-2</c:v>
                </c:pt>
                <c:pt idx="1490">
                  <c:v>2.3296893308118839E-2</c:v>
                </c:pt>
                <c:pt idx="1491">
                  <c:v>2.3308618007480422E-2</c:v>
                </c:pt>
                <c:pt idx="1492">
                  <c:v>2.3320785224649632E-2</c:v>
                </c:pt>
                <c:pt idx="1493">
                  <c:v>2.3434828932285528E-2</c:v>
                </c:pt>
                <c:pt idx="1494">
                  <c:v>2.3445533315787168E-2</c:v>
                </c:pt>
                <c:pt idx="1495">
                  <c:v>2.3465770310320086E-2</c:v>
                </c:pt>
                <c:pt idx="1496">
                  <c:v>2.4177767453883638E-2</c:v>
                </c:pt>
                <c:pt idx="1497">
                  <c:v>2.4096624849662573E-2</c:v>
                </c:pt>
                <c:pt idx="1498">
                  <c:v>2.3807047059266419E-2</c:v>
                </c:pt>
                <c:pt idx="1499">
                  <c:v>2.3892414763473552E-2</c:v>
                </c:pt>
                <c:pt idx="1500">
                  <c:v>2.4577504474395884E-2</c:v>
                </c:pt>
                <c:pt idx="1501">
                  <c:v>2.4776579557960567E-2</c:v>
                </c:pt>
                <c:pt idx="1502">
                  <c:v>2.3448479639676546E-2</c:v>
                </c:pt>
                <c:pt idx="1503">
                  <c:v>2.4429017183794276E-2</c:v>
                </c:pt>
                <c:pt idx="1504">
                  <c:v>2.2959825736173525E-2</c:v>
                </c:pt>
                <c:pt idx="1505">
                  <c:v>2.6100655951254076E-2</c:v>
                </c:pt>
                <c:pt idx="1506">
                  <c:v>2.6149229772341461E-2</c:v>
                </c:pt>
                <c:pt idx="1507">
                  <c:v>1.963601199356178E-2</c:v>
                </c:pt>
                <c:pt idx="1508">
                  <c:v>1.8994851578999938E-2</c:v>
                </c:pt>
                <c:pt idx="1509">
                  <c:v>1.9222697331883309E-2</c:v>
                </c:pt>
                <c:pt idx="1510">
                  <c:v>1.92560167733597E-2</c:v>
                </c:pt>
                <c:pt idx="1511">
                  <c:v>1.9155424787663959E-2</c:v>
                </c:pt>
                <c:pt idx="1512">
                  <c:v>1.9410498040991157E-2</c:v>
                </c:pt>
                <c:pt idx="1513">
                  <c:v>1.9410503632799801E-2</c:v>
                </c:pt>
                <c:pt idx="1514">
                  <c:v>1.9529523120052E-2</c:v>
                </c:pt>
                <c:pt idx="1515">
                  <c:v>1.9620595562703413E-2</c:v>
                </c:pt>
                <c:pt idx="1516">
                  <c:v>1.9583970032265769E-2</c:v>
                </c:pt>
                <c:pt idx="1517">
                  <c:v>1.8125931582257684E-2</c:v>
                </c:pt>
                <c:pt idx="1518">
                  <c:v>1.8186845617901171E-2</c:v>
                </c:pt>
                <c:pt idx="1519">
                  <c:v>1.8410632691435589E-2</c:v>
                </c:pt>
                <c:pt idx="1520">
                  <c:v>1.8591701951379318E-2</c:v>
                </c:pt>
                <c:pt idx="1521">
                  <c:v>1.8736816646353589E-2</c:v>
                </c:pt>
                <c:pt idx="1522">
                  <c:v>1.9222202927919801E-2</c:v>
                </c:pt>
                <c:pt idx="1523">
                  <c:v>1.9266012392237793E-2</c:v>
                </c:pt>
                <c:pt idx="1524">
                  <c:v>1.7131273051514219E-2</c:v>
                </c:pt>
                <c:pt idx="1525">
                  <c:v>1.767584124132876E-2</c:v>
                </c:pt>
                <c:pt idx="1526">
                  <c:v>1.4867568834190114E-2</c:v>
                </c:pt>
                <c:pt idx="1527">
                  <c:v>1.5011919142750919E-2</c:v>
                </c:pt>
                <c:pt idx="1528">
                  <c:v>1.657453792068039E-2</c:v>
                </c:pt>
                <c:pt idx="1529">
                  <c:v>1.5032321712633372E-2</c:v>
                </c:pt>
                <c:pt idx="1530">
                  <c:v>1.5460315811335541E-2</c:v>
                </c:pt>
                <c:pt idx="1531">
                  <c:v>1.5218143147299936E-2</c:v>
                </c:pt>
                <c:pt idx="1532">
                  <c:v>1.5250265586243953E-2</c:v>
                </c:pt>
                <c:pt idx="1533">
                  <c:v>1.7656220034531659E-2</c:v>
                </c:pt>
                <c:pt idx="1534">
                  <c:v>1.9522750538914967E-2</c:v>
                </c:pt>
                <c:pt idx="1535">
                  <c:v>1.9777387541205414E-2</c:v>
                </c:pt>
                <c:pt idx="1536">
                  <c:v>1.9753111358234193E-2</c:v>
                </c:pt>
                <c:pt idx="1537">
                  <c:v>2.0177307716169827E-2</c:v>
                </c:pt>
                <c:pt idx="1538">
                  <c:v>2.0005245806719852E-2</c:v>
                </c:pt>
                <c:pt idx="1539">
                  <c:v>2.0713423339979328E-2</c:v>
                </c:pt>
                <c:pt idx="1540">
                  <c:v>2.0538719913912679E-2</c:v>
                </c:pt>
                <c:pt idx="1541">
                  <c:v>2.0788687920308933E-2</c:v>
                </c:pt>
                <c:pt idx="1542">
                  <c:v>2.066035724442301E-2</c:v>
                </c:pt>
                <c:pt idx="1543">
                  <c:v>2.1006403529933413E-2</c:v>
                </c:pt>
                <c:pt idx="1544">
                  <c:v>2.0897523179960246E-2</c:v>
                </c:pt>
                <c:pt idx="1545">
                  <c:v>2.1720163626322991E-2</c:v>
                </c:pt>
                <c:pt idx="1546">
                  <c:v>2.1432483932761166E-2</c:v>
                </c:pt>
                <c:pt idx="1547">
                  <c:v>2.1180633269718693E-2</c:v>
                </c:pt>
                <c:pt idx="1548">
                  <c:v>2.1150329679000948E-2</c:v>
                </c:pt>
                <c:pt idx="1549">
                  <c:v>1.9708893413451823E-2</c:v>
                </c:pt>
                <c:pt idx="1550">
                  <c:v>1.9666761465305032E-2</c:v>
                </c:pt>
                <c:pt idx="1551">
                  <c:v>1.945500231224254E-2</c:v>
                </c:pt>
                <c:pt idx="1552">
                  <c:v>1.9490809446382769E-2</c:v>
                </c:pt>
                <c:pt idx="1553">
                  <c:v>1.9567816072547404E-2</c:v>
                </c:pt>
                <c:pt idx="1554">
                  <c:v>1.585518033223185E-2</c:v>
                </c:pt>
                <c:pt idx="1555">
                  <c:v>1.6707975997598549E-2</c:v>
                </c:pt>
                <c:pt idx="1556">
                  <c:v>1.6797007062418361E-2</c:v>
                </c:pt>
                <c:pt idx="1557">
                  <c:v>1.686533718336683E-2</c:v>
                </c:pt>
                <c:pt idx="1558">
                  <c:v>1.6028970577516375E-2</c:v>
                </c:pt>
                <c:pt idx="1559">
                  <c:v>1.7657602923566149E-2</c:v>
                </c:pt>
                <c:pt idx="1560">
                  <c:v>1.7296899140439217E-2</c:v>
                </c:pt>
                <c:pt idx="1561">
                  <c:v>1.7465240047302367E-2</c:v>
                </c:pt>
                <c:pt idx="1562">
                  <c:v>1.7220298797143308E-2</c:v>
                </c:pt>
                <c:pt idx="1563">
                  <c:v>1.7153351608857649E-2</c:v>
                </c:pt>
                <c:pt idx="1564">
                  <c:v>1.6025742431395311E-2</c:v>
                </c:pt>
                <c:pt idx="1565">
                  <c:v>1.6130499105602467E-2</c:v>
                </c:pt>
                <c:pt idx="1566">
                  <c:v>1.4707560124715966E-2</c:v>
                </c:pt>
                <c:pt idx="1567">
                  <c:v>1.4405417346622724E-2</c:v>
                </c:pt>
                <c:pt idx="1568">
                  <c:v>1.4230100623245191E-2</c:v>
                </c:pt>
                <c:pt idx="1569">
                  <c:v>1.4347024492183827E-2</c:v>
                </c:pt>
                <c:pt idx="1570">
                  <c:v>1.4338172132755527E-2</c:v>
                </c:pt>
                <c:pt idx="1571">
                  <c:v>1.4653493763244133E-2</c:v>
                </c:pt>
                <c:pt idx="1572">
                  <c:v>1.4822168138588927E-2</c:v>
                </c:pt>
                <c:pt idx="1573">
                  <c:v>1.4692013399874805E-2</c:v>
                </c:pt>
                <c:pt idx="1574">
                  <c:v>1.429427240359179E-2</c:v>
                </c:pt>
                <c:pt idx="1575">
                  <c:v>1.4092080065107636E-2</c:v>
                </c:pt>
                <c:pt idx="1576">
                  <c:v>1.1500121135716043E-2</c:v>
                </c:pt>
                <c:pt idx="1577">
                  <c:v>1.1372441970608226E-2</c:v>
                </c:pt>
                <c:pt idx="1578">
                  <c:v>1.1575449977087451E-2</c:v>
                </c:pt>
                <c:pt idx="1579">
                  <c:v>1.128070811968784E-2</c:v>
                </c:pt>
                <c:pt idx="1580">
                  <c:v>7.8534680703398162E-3</c:v>
                </c:pt>
                <c:pt idx="1581">
                  <c:v>7.5959650185532029E-3</c:v>
                </c:pt>
                <c:pt idx="1582">
                  <c:v>7.4642971783721529E-3</c:v>
                </c:pt>
                <c:pt idx="1583">
                  <c:v>7.6373802813640874E-3</c:v>
                </c:pt>
                <c:pt idx="1584">
                  <c:v>7.9447490138601466E-3</c:v>
                </c:pt>
                <c:pt idx="1585">
                  <c:v>7.9426403486061448E-3</c:v>
                </c:pt>
                <c:pt idx="1586">
                  <c:v>7.8482833897337428E-3</c:v>
                </c:pt>
                <c:pt idx="1587">
                  <c:v>7.8982995237780081E-3</c:v>
                </c:pt>
                <c:pt idx="1588">
                  <c:v>7.8966834167908707E-3</c:v>
                </c:pt>
                <c:pt idx="1589">
                  <c:v>7.7182429077738007E-3</c:v>
                </c:pt>
                <c:pt idx="1590">
                  <c:v>7.9053853385449742E-3</c:v>
                </c:pt>
                <c:pt idx="1591">
                  <c:v>8.1830347959653861E-3</c:v>
                </c:pt>
                <c:pt idx="1592">
                  <c:v>7.8997029814936344E-3</c:v>
                </c:pt>
                <c:pt idx="1593">
                  <c:v>8.3211392907962846E-3</c:v>
                </c:pt>
                <c:pt idx="1594">
                  <c:v>8.1759958243870293E-3</c:v>
                </c:pt>
                <c:pt idx="1595">
                  <c:v>8.195171696564427E-3</c:v>
                </c:pt>
                <c:pt idx="1596">
                  <c:v>8.6517024426312275E-3</c:v>
                </c:pt>
                <c:pt idx="1597">
                  <c:v>8.4814384437191751E-3</c:v>
                </c:pt>
                <c:pt idx="1598">
                  <c:v>8.3979769600711785E-3</c:v>
                </c:pt>
                <c:pt idx="1599">
                  <c:v>8.0002847209303587E-3</c:v>
                </c:pt>
                <c:pt idx="1600">
                  <c:v>9.1457703158349876E-3</c:v>
                </c:pt>
                <c:pt idx="1601">
                  <c:v>9.8832685721955277E-3</c:v>
                </c:pt>
                <c:pt idx="1602">
                  <c:v>1.0013410323838573E-2</c:v>
                </c:pt>
                <c:pt idx="1603">
                  <c:v>1.0191983186484772E-2</c:v>
                </c:pt>
                <c:pt idx="1604">
                  <c:v>1.0095912814706074E-2</c:v>
                </c:pt>
                <c:pt idx="1605">
                  <c:v>9.5107886545085629E-3</c:v>
                </c:pt>
                <c:pt idx="1606">
                  <c:v>9.6265278952979323E-3</c:v>
                </c:pt>
                <c:pt idx="1607">
                  <c:v>9.4823949451627223E-3</c:v>
                </c:pt>
                <c:pt idx="1608">
                  <c:v>9.3911197596827697E-3</c:v>
                </c:pt>
                <c:pt idx="1609">
                  <c:v>9.4113717293284223E-3</c:v>
                </c:pt>
                <c:pt idx="1610">
                  <c:v>9.8908377357561778E-3</c:v>
                </c:pt>
                <c:pt idx="1611">
                  <c:v>1.0830478639958053E-2</c:v>
                </c:pt>
                <c:pt idx="1612">
                  <c:v>1.0701443400100069E-2</c:v>
                </c:pt>
                <c:pt idx="1613">
                  <c:v>1.0641457561467676E-2</c:v>
                </c:pt>
                <c:pt idx="1614">
                  <c:v>1.0212649413143551E-2</c:v>
                </c:pt>
                <c:pt idx="1615">
                  <c:v>1.0097191258966524E-2</c:v>
                </c:pt>
                <c:pt idx="1616">
                  <c:v>1.0217112599008628E-2</c:v>
                </c:pt>
                <c:pt idx="1617">
                  <c:v>9.8279691441898135E-3</c:v>
                </c:pt>
                <c:pt idx="1618">
                  <c:v>9.9151921781963064E-3</c:v>
                </c:pt>
                <c:pt idx="1619">
                  <c:v>9.8343165044768345E-3</c:v>
                </c:pt>
                <c:pt idx="1620">
                  <c:v>9.889310924911061E-3</c:v>
                </c:pt>
                <c:pt idx="1621">
                  <c:v>9.1358630507452163E-3</c:v>
                </c:pt>
                <c:pt idx="1622">
                  <c:v>8.7149328058923319E-3</c:v>
                </c:pt>
                <c:pt idx="1623">
                  <c:v>8.5891694600527552E-3</c:v>
                </c:pt>
                <c:pt idx="1624">
                  <c:v>9.0529458347531986E-3</c:v>
                </c:pt>
                <c:pt idx="1625">
                  <c:v>9.0767220890453915E-3</c:v>
                </c:pt>
                <c:pt idx="1626">
                  <c:v>8.9967107096471117E-3</c:v>
                </c:pt>
                <c:pt idx="1627">
                  <c:v>8.7750089339320558E-3</c:v>
                </c:pt>
                <c:pt idx="1628">
                  <c:v>9.6642733718858408E-3</c:v>
                </c:pt>
                <c:pt idx="1629">
                  <c:v>9.5864716205296754E-3</c:v>
                </c:pt>
                <c:pt idx="1630">
                  <c:v>9.5898149594561399E-3</c:v>
                </c:pt>
                <c:pt idx="1631">
                  <c:v>9.2677117777428368E-3</c:v>
                </c:pt>
                <c:pt idx="1632">
                  <c:v>7.932088066873566E-3</c:v>
                </c:pt>
                <c:pt idx="1633">
                  <c:v>7.9028470004073609E-3</c:v>
                </c:pt>
                <c:pt idx="1634">
                  <c:v>7.9533809788819559E-3</c:v>
                </c:pt>
                <c:pt idx="1635">
                  <c:v>8.0341365051786583E-3</c:v>
                </c:pt>
                <c:pt idx="1636">
                  <c:v>8.0650009772974401E-3</c:v>
                </c:pt>
                <c:pt idx="1637">
                  <c:v>8.0410518516549727E-3</c:v>
                </c:pt>
                <c:pt idx="1638">
                  <c:v>8.0450183894256021E-3</c:v>
                </c:pt>
                <c:pt idx="1639">
                  <c:v>8.0474140574401144E-3</c:v>
                </c:pt>
                <c:pt idx="1640">
                  <c:v>9.2440599852953685E-3</c:v>
                </c:pt>
                <c:pt idx="1641">
                  <c:v>9.0476774362958767E-3</c:v>
                </c:pt>
                <c:pt idx="1642">
                  <c:v>9.7807228223132162E-3</c:v>
                </c:pt>
                <c:pt idx="1643">
                  <c:v>8.9945063998801214E-3</c:v>
                </c:pt>
                <c:pt idx="1644">
                  <c:v>9.296875396937878E-3</c:v>
                </c:pt>
                <c:pt idx="1645">
                  <c:v>9.7994769858478371E-3</c:v>
                </c:pt>
                <c:pt idx="1646">
                  <c:v>9.6998858243079154E-3</c:v>
                </c:pt>
                <c:pt idx="1647">
                  <c:v>9.7747113167173955E-3</c:v>
                </c:pt>
                <c:pt idx="1648">
                  <c:v>9.9642504998524555E-3</c:v>
                </c:pt>
                <c:pt idx="1649">
                  <c:v>9.3022307166795281E-3</c:v>
                </c:pt>
                <c:pt idx="1650">
                  <c:v>9.5669028880065073E-3</c:v>
                </c:pt>
                <c:pt idx="1651">
                  <c:v>9.651144241525347E-3</c:v>
                </c:pt>
                <c:pt idx="1652">
                  <c:v>9.744594845148764E-3</c:v>
                </c:pt>
                <c:pt idx="1653">
                  <c:v>9.7459809707514476E-3</c:v>
                </c:pt>
                <c:pt idx="1654">
                  <c:v>9.7865022359077125E-3</c:v>
                </c:pt>
                <c:pt idx="1655">
                  <c:v>9.7831396794755467E-3</c:v>
                </c:pt>
                <c:pt idx="1656">
                  <c:v>9.6701066745550918E-3</c:v>
                </c:pt>
                <c:pt idx="1657">
                  <c:v>9.9958458530262015E-3</c:v>
                </c:pt>
                <c:pt idx="1658">
                  <c:v>9.8612394378866756E-3</c:v>
                </c:pt>
                <c:pt idx="1659">
                  <c:v>9.8576160567690856E-3</c:v>
                </c:pt>
                <c:pt idx="1660">
                  <c:v>1.0407136554309648E-2</c:v>
                </c:pt>
                <c:pt idx="1661">
                  <c:v>9.561065068950934E-3</c:v>
                </c:pt>
                <c:pt idx="1662">
                  <c:v>9.6489063140169501E-3</c:v>
                </c:pt>
                <c:pt idx="1663">
                  <c:v>8.5552024630481827E-3</c:v>
                </c:pt>
                <c:pt idx="1664">
                  <c:v>8.8250040473336518E-3</c:v>
                </c:pt>
                <c:pt idx="1665">
                  <c:v>8.4662556647477939E-3</c:v>
                </c:pt>
                <c:pt idx="1666">
                  <c:v>8.3774239288919462E-3</c:v>
                </c:pt>
                <c:pt idx="1667">
                  <c:v>8.3847958626514438E-3</c:v>
                </c:pt>
                <c:pt idx="1668">
                  <c:v>8.7625194352141719E-3</c:v>
                </c:pt>
                <c:pt idx="1669">
                  <c:v>1.1751107925101577E-2</c:v>
                </c:pt>
                <c:pt idx="1670">
                  <c:v>1.1937294743483418E-2</c:v>
                </c:pt>
                <c:pt idx="1671">
                  <c:v>1.211476401306656E-2</c:v>
                </c:pt>
                <c:pt idx="1672">
                  <c:v>1.1967227872973865E-2</c:v>
                </c:pt>
                <c:pt idx="1673">
                  <c:v>1.2422464565203692E-2</c:v>
                </c:pt>
                <c:pt idx="1674">
                  <c:v>1.2422968270635888E-2</c:v>
                </c:pt>
                <c:pt idx="1675">
                  <c:v>1.2355298306664982E-2</c:v>
                </c:pt>
                <c:pt idx="1676">
                  <c:v>1.2357000986276572E-2</c:v>
                </c:pt>
                <c:pt idx="1677">
                  <c:v>1.2580144755279046E-2</c:v>
                </c:pt>
                <c:pt idx="1678">
                  <c:v>1.2588762528612969E-2</c:v>
                </c:pt>
                <c:pt idx="1679">
                  <c:v>1.2560706679845582E-2</c:v>
                </c:pt>
                <c:pt idx="1680">
                  <c:v>1.2548170739986245E-2</c:v>
                </c:pt>
                <c:pt idx="1681">
                  <c:v>1.2022265459184047E-2</c:v>
                </c:pt>
                <c:pt idx="1682">
                  <c:v>1.1859769113840847E-2</c:v>
                </c:pt>
                <c:pt idx="1683">
                  <c:v>1.1853474292210266E-2</c:v>
                </c:pt>
                <c:pt idx="1684">
                  <c:v>1.2658216228919354E-2</c:v>
                </c:pt>
                <c:pt idx="1685">
                  <c:v>1.2238096286529963E-2</c:v>
                </c:pt>
                <c:pt idx="1686">
                  <c:v>1.2131272829145417E-2</c:v>
                </c:pt>
                <c:pt idx="1687">
                  <c:v>1.0709419843798482E-2</c:v>
                </c:pt>
                <c:pt idx="1688">
                  <c:v>1.2597333007520811E-2</c:v>
                </c:pt>
                <c:pt idx="1689">
                  <c:v>1.2628896848483421E-2</c:v>
                </c:pt>
                <c:pt idx="1690">
                  <c:v>1.0977195350254059E-2</c:v>
                </c:pt>
                <c:pt idx="1691">
                  <c:v>1.2035526737690413E-2</c:v>
                </c:pt>
                <c:pt idx="1692">
                  <c:v>1.127977871584847E-2</c:v>
                </c:pt>
                <c:pt idx="1693">
                  <c:v>1.1150718146854099E-2</c:v>
                </c:pt>
                <c:pt idx="1694">
                  <c:v>1.1124497248871821E-2</c:v>
                </c:pt>
                <c:pt idx="1695">
                  <c:v>1.2713319153605017E-2</c:v>
                </c:pt>
                <c:pt idx="1696">
                  <c:v>1.35754283269547E-2</c:v>
                </c:pt>
                <c:pt idx="1697">
                  <c:v>1.3587880027893713E-2</c:v>
                </c:pt>
                <c:pt idx="1698">
                  <c:v>1.3534387322309521E-2</c:v>
                </c:pt>
                <c:pt idx="1699">
                  <c:v>1.3372427790132532E-2</c:v>
                </c:pt>
                <c:pt idx="1700">
                  <c:v>1.3293879876743336E-2</c:v>
                </c:pt>
                <c:pt idx="1701">
                  <c:v>1.329034622095298E-2</c:v>
                </c:pt>
                <c:pt idx="1702">
                  <c:v>1.3205408735244688E-2</c:v>
                </c:pt>
                <c:pt idx="1703">
                  <c:v>1.4126364479028397E-2</c:v>
                </c:pt>
                <c:pt idx="1704">
                  <c:v>1.5566258246489851E-2</c:v>
                </c:pt>
                <c:pt idx="1705">
                  <c:v>1.5137731006291802E-2</c:v>
                </c:pt>
                <c:pt idx="1706">
                  <c:v>1.543831044322617E-2</c:v>
                </c:pt>
                <c:pt idx="1707">
                  <c:v>1.5440147151294612E-2</c:v>
                </c:pt>
                <c:pt idx="1708">
                  <c:v>1.5506607676073364E-2</c:v>
                </c:pt>
                <c:pt idx="1709">
                  <c:v>1.3675531455127645E-2</c:v>
                </c:pt>
                <c:pt idx="1710">
                  <c:v>1.371536799041881E-2</c:v>
                </c:pt>
                <c:pt idx="1711">
                  <c:v>1.3644492291866634E-2</c:v>
                </c:pt>
                <c:pt idx="1712">
                  <c:v>1.2898300580188139E-2</c:v>
                </c:pt>
                <c:pt idx="1713">
                  <c:v>1.3185862229116586E-2</c:v>
                </c:pt>
                <c:pt idx="1714">
                  <c:v>1.4383516273683882E-2</c:v>
                </c:pt>
                <c:pt idx="1715">
                  <c:v>1.4248133559590266E-2</c:v>
                </c:pt>
                <c:pt idx="1716">
                  <c:v>1.4132143391370344E-2</c:v>
                </c:pt>
                <c:pt idx="1717">
                  <c:v>1.3667978604688245E-2</c:v>
                </c:pt>
                <c:pt idx="1718">
                  <c:v>1.3666858530856096E-2</c:v>
                </c:pt>
                <c:pt idx="1719">
                  <c:v>1.4062259714523817E-2</c:v>
                </c:pt>
                <c:pt idx="1720">
                  <c:v>1.3982915136464887E-2</c:v>
                </c:pt>
                <c:pt idx="1721">
                  <c:v>1.4014763583533171E-2</c:v>
                </c:pt>
                <c:pt idx="1722">
                  <c:v>1.411064538064417E-2</c:v>
                </c:pt>
                <c:pt idx="1723">
                  <c:v>1.4013672569943221E-2</c:v>
                </c:pt>
                <c:pt idx="1724">
                  <c:v>1.259184018409557E-2</c:v>
                </c:pt>
                <c:pt idx="1725">
                  <c:v>9.4814653654820818E-3</c:v>
                </c:pt>
                <c:pt idx="1726">
                  <c:v>9.7021431739223087E-3</c:v>
                </c:pt>
                <c:pt idx="1727">
                  <c:v>9.7517841948817057E-3</c:v>
                </c:pt>
                <c:pt idx="1728">
                  <c:v>1.0041026049234965E-2</c:v>
                </c:pt>
                <c:pt idx="1729">
                  <c:v>1.0601142345629E-2</c:v>
                </c:pt>
                <c:pt idx="1730">
                  <c:v>1.1275172478382429E-2</c:v>
                </c:pt>
                <c:pt idx="1731">
                  <c:v>1.1305148155678716E-2</c:v>
                </c:pt>
                <c:pt idx="1732">
                  <c:v>1.1461600677097105E-2</c:v>
                </c:pt>
                <c:pt idx="1733">
                  <c:v>1.1472485523654756E-2</c:v>
                </c:pt>
                <c:pt idx="1734">
                  <c:v>1.1552307367376611E-2</c:v>
                </c:pt>
                <c:pt idx="1735">
                  <c:v>1.1101843908328999E-2</c:v>
                </c:pt>
                <c:pt idx="1736">
                  <c:v>1.1241458044678812E-2</c:v>
                </c:pt>
                <c:pt idx="1737">
                  <c:v>1.0346989550013182E-2</c:v>
                </c:pt>
                <c:pt idx="1738">
                  <c:v>1.1318212481588399E-2</c:v>
                </c:pt>
                <c:pt idx="1739">
                  <c:v>1.1236196035059405E-2</c:v>
                </c:pt>
                <c:pt idx="1740">
                  <c:v>1.1180259017750466E-2</c:v>
                </c:pt>
                <c:pt idx="1741">
                  <c:v>1.1385410781206636E-2</c:v>
                </c:pt>
                <c:pt idx="1742">
                  <c:v>1.1638262224076837E-2</c:v>
                </c:pt>
                <c:pt idx="1743">
                  <c:v>1.4725336603152703E-2</c:v>
                </c:pt>
                <c:pt idx="1744">
                  <c:v>1.6690166033515384E-2</c:v>
                </c:pt>
                <c:pt idx="1745">
                  <c:v>1.6713276955269394E-2</c:v>
                </c:pt>
                <c:pt idx="1746">
                  <c:v>1.6882484496527867E-2</c:v>
                </c:pt>
                <c:pt idx="1747">
                  <c:v>1.6868796748005978E-2</c:v>
                </c:pt>
                <c:pt idx="1748">
                  <c:v>1.6844793775836402E-2</c:v>
                </c:pt>
                <c:pt idx="1749">
                  <c:v>1.6868257174988018E-2</c:v>
                </c:pt>
                <c:pt idx="1750">
                  <c:v>1.643606662729798E-2</c:v>
                </c:pt>
                <c:pt idx="1751">
                  <c:v>2.0182380632063786E-2</c:v>
                </c:pt>
                <c:pt idx="1752">
                  <c:v>2.1664884217284974E-2</c:v>
                </c:pt>
                <c:pt idx="1753">
                  <c:v>2.1646570653594505E-2</c:v>
                </c:pt>
                <c:pt idx="1754">
                  <c:v>2.2017066137876299E-2</c:v>
                </c:pt>
                <c:pt idx="1755">
                  <c:v>2.173784030547183E-2</c:v>
                </c:pt>
                <c:pt idx="1756">
                  <c:v>2.102440023912884E-2</c:v>
                </c:pt>
                <c:pt idx="1757">
                  <c:v>2.2646149435142485E-2</c:v>
                </c:pt>
                <c:pt idx="1758">
                  <c:v>2.2932227233541855E-2</c:v>
                </c:pt>
                <c:pt idx="1759">
                  <c:v>2.3445473138035536E-2</c:v>
                </c:pt>
                <c:pt idx="1760">
                  <c:v>2.4035583208126432E-2</c:v>
                </c:pt>
                <c:pt idx="1761">
                  <c:v>2.3664173555166899E-2</c:v>
                </c:pt>
                <c:pt idx="1762">
                  <c:v>2.418188031557636E-2</c:v>
                </c:pt>
                <c:pt idx="1763">
                  <c:v>2.4125761545239106E-2</c:v>
                </c:pt>
                <c:pt idx="1764">
                  <c:v>2.309724825051929E-2</c:v>
                </c:pt>
                <c:pt idx="1765">
                  <c:v>2.2152098792220624E-2</c:v>
                </c:pt>
                <c:pt idx="1766">
                  <c:v>2.2231992425856391E-2</c:v>
                </c:pt>
                <c:pt idx="1767">
                  <c:v>2.226791015197601E-2</c:v>
                </c:pt>
                <c:pt idx="1768">
                  <c:v>2.227464756038261E-2</c:v>
                </c:pt>
                <c:pt idx="1769">
                  <c:v>2.250636480355744E-2</c:v>
                </c:pt>
                <c:pt idx="1770">
                  <c:v>2.2468601018253483E-2</c:v>
                </c:pt>
                <c:pt idx="1771">
                  <c:v>2.2585692389502608E-2</c:v>
                </c:pt>
                <c:pt idx="1772">
                  <c:v>1.8609438396500096E-2</c:v>
                </c:pt>
                <c:pt idx="1773">
                  <c:v>1.7271453281783297E-2</c:v>
                </c:pt>
                <c:pt idx="1774">
                  <c:v>1.7213616157883162E-2</c:v>
                </c:pt>
                <c:pt idx="1775">
                  <c:v>1.6919950954220227E-2</c:v>
                </c:pt>
                <c:pt idx="1776">
                  <c:v>1.8430068982524538E-2</c:v>
                </c:pt>
                <c:pt idx="1777">
                  <c:v>1.839372581201628E-2</c:v>
                </c:pt>
                <c:pt idx="1778">
                  <c:v>1.5031602483207144E-2</c:v>
                </c:pt>
                <c:pt idx="1779">
                  <c:v>1.5136645569067521E-2</c:v>
                </c:pt>
                <c:pt idx="1780">
                  <c:v>1.4804395971123109E-2</c:v>
                </c:pt>
                <c:pt idx="1781">
                  <c:v>1.4557968983833372E-2</c:v>
                </c:pt>
                <c:pt idx="1782">
                  <c:v>1.4550265596129621E-2</c:v>
                </c:pt>
                <c:pt idx="1783">
                  <c:v>1.416751759599259E-2</c:v>
                </c:pt>
                <c:pt idx="1784">
                  <c:v>1.4818450823775522E-2</c:v>
                </c:pt>
                <c:pt idx="1785">
                  <c:v>1.4449031351637899E-2</c:v>
                </c:pt>
                <c:pt idx="1786">
                  <c:v>1.3838657335085724E-2</c:v>
                </c:pt>
                <c:pt idx="1787">
                  <c:v>1.3904993593705964E-2</c:v>
                </c:pt>
                <c:pt idx="1788">
                  <c:v>1.4572461368738162E-2</c:v>
                </c:pt>
                <c:pt idx="1789">
                  <c:v>1.4524906392443545E-2</c:v>
                </c:pt>
                <c:pt idx="1790">
                  <c:v>1.4092078327739623E-2</c:v>
                </c:pt>
                <c:pt idx="1791">
                  <c:v>1.4287853038892054E-2</c:v>
                </c:pt>
                <c:pt idx="1792">
                  <c:v>1.436194884892189E-2</c:v>
                </c:pt>
                <c:pt idx="1793">
                  <c:v>1.4514936215675013E-2</c:v>
                </c:pt>
                <c:pt idx="1794">
                  <c:v>1.4207209473896781E-2</c:v>
                </c:pt>
                <c:pt idx="1795">
                  <c:v>1.5190852968861069E-2</c:v>
                </c:pt>
                <c:pt idx="1796">
                  <c:v>1.4279593153960749E-2</c:v>
                </c:pt>
                <c:pt idx="1797">
                  <c:v>1.08735107827063E-2</c:v>
                </c:pt>
                <c:pt idx="1798">
                  <c:v>1.0697286923859486E-2</c:v>
                </c:pt>
                <c:pt idx="1799">
                  <c:v>1.0845132431389687E-2</c:v>
                </c:pt>
                <c:pt idx="1800">
                  <c:v>1.1065518611751021E-2</c:v>
                </c:pt>
                <c:pt idx="1801">
                  <c:v>1.2617248613791061E-2</c:v>
                </c:pt>
                <c:pt idx="1802">
                  <c:v>1.2691904050810729E-2</c:v>
                </c:pt>
                <c:pt idx="1803">
                  <c:v>1.3302869233722149E-2</c:v>
                </c:pt>
                <c:pt idx="1804">
                  <c:v>1.4480616859590749E-2</c:v>
                </c:pt>
                <c:pt idx="1805">
                  <c:v>1.4038395185339678E-2</c:v>
                </c:pt>
                <c:pt idx="1806">
                  <c:v>1.473294265338212E-2</c:v>
                </c:pt>
                <c:pt idx="1807">
                  <c:v>1.6384159700041666E-2</c:v>
                </c:pt>
                <c:pt idx="1808">
                  <c:v>1.5956405561192391E-2</c:v>
                </c:pt>
                <c:pt idx="1809">
                  <c:v>1.5457136092439891E-2</c:v>
                </c:pt>
                <c:pt idx="1810">
                  <c:v>1.5461607845164609E-2</c:v>
                </c:pt>
                <c:pt idx="1811">
                  <c:v>1.6179741840387191E-2</c:v>
                </c:pt>
                <c:pt idx="1812">
                  <c:v>1.6429357692123794E-2</c:v>
                </c:pt>
                <c:pt idx="1813">
                  <c:v>1.6294101055764513E-2</c:v>
                </c:pt>
                <c:pt idx="1814">
                  <c:v>1.6302227705572051E-2</c:v>
                </c:pt>
                <c:pt idx="1815">
                  <c:v>1.6320386023718603E-2</c:v>
                </c:pt>
                <c:pt idx="1816">
                  <c:v>1.5344651032495308E-2</c:v>
                </c:pt>
                <c:pt idx="1817">
                  <c:v>1.5500382354671813E-2</c:v>
                </c:pt>
                <c:pt idx="1818">
                  <c:v>1.4917104834362455E-2</c:v>
                </c:pt>
                <c:pt idx="1819">
                  <c:v>1.4909270985303948E-2</c:v>
                </c:pt>
                <c:pt idx="1820">
                  <c:v>1.4874362979506667E-2</c:v>
                </c:pt>
                <c:pt idx="1821">
                  <c:v>1.4843324746159462E-2</c:v>
                </c:pt>
                <c:pt idx="1822">
                  <c:v>1.3317402179379991E-2</c:v>
                </c:pt>
                <c:pt idx="1823">
                  <c:v>1.4850643586058575E-2</c:v>
                </c:pt>
                <c:pt idx="1824">
                  <c:v>1.4518296621823258E-2</c:v>
                </c:pt>
                <c:pt idx="1825">
                  <c:v>1.3684314779704474E-2</c:v>
                </c:pt>
                <c:pt idx="1826">
                  <c:v>1.4384785093610897E-2</c:v>
                </c:pt>
                <c:pt idx="1827">
                  <c:v>1.3451277100112619E-2</c:v>
                </c:pt>
                <c:pt idx="1828">
                  <c:v>1.161980720747186E-2</c:v>
                </c:pt>
                <c:pt idx="1829">
                  <c:v>1.2246163387335748E-2</c:v>
                </c:pt>
                <c:pt idx="1830">
                  <c:v>1.2383753101017825E-2</c:v>
                </c:pt>
                <c:pt idx="1831">
                  <c:v>1.2588532924422399E-2</c:v>
                </c:pt>
                <c:pt idx="1832">
                  <c:v>1.2001666248864812E-2</c:v>
                </c:pt>
                <c:pt idx="1833">
                  <c:v>1.151483163213462E-2</c:v>
                </c:pt>
                <c:pt idx="1834">
                  <c:v>1.1362477471017126E-2</c:v>
                </c:pt>
                <c:pt idx="1835">
                  <c:v>1.1413698820896562E-2</c:v>
                </c:pt>
                <c:pt idx="1836">
                  <c:v>1.1442216222011362E-2</c:v>
                </c:pt>
                <c:pt idx="1837">
                  <c:v>1.1512997858198055E-2</c:v>
                </c:pt>
                <c:pt idx="1838">
                  <c:v>1.1835801285197086E-2</c:v>
                </c:pt>
                <c:pt idx="1839">
                  <c:v>1.1825215830312501E-2</c:v>
                </c:pt>
                <c:pt idx="1840">
                  <c:v>1.2270882059257658E-2</c:v>
                </c:pt>
                <c:pt idx="1841">
                  <c:v>1.2896038524018123E-2</c:v>
                </c:pt>
                <c:pt idx="1842">
                  <c:v>1.2930552504804649E-2</c:v>
                </c:pt>
                <c:pt idx="1843">
                  <c:v>1.2459747972099802E-2</c:v>
                </c:pt>
                <c:pt idx="1844">
                  <c:v>1.0329688838391216E-2</c:v>
                </c:pt>
                <c:pt idx="1845">
                  <c:v>1.0554997882786712E-2</c:v>
                </c:pt>
                <c:pt idx="1846">
                  <c:v>1.0670508563048577E-2</c:v>
                </c:pt>
                <c:pt idx="1847">
                  <c:v>9.2180332542820004E-3</c:v>
                </c:pt>
                <c:pt idx="1848">
                  <c:v>9.8996196180633142E-3</c:v>
                </c:pt>
                <c:pt idx="1849">
                  <c:v>9.9132989444515162E-3</c:v>
                </c:pt>
                <c:pt idx="1850">
                  <c:v>9.6012516948707858E-3</c:v>
                </c:pt>
                <c:pt idx="1851">
                  <c:v>9.0314673359580006E-3</c:v>
                </c:pt>
                <c:pt idx="1852">
                  <c:v>9.2630533307743474E-3</c:v>
                </c:pt>
                <c:pt idx="1853">
                  <c:v>9.0427312050319342E-3</c:v>
                </c:pt>
                <c:pt idx="1854">
                  <c:v>9.4627623367428294E-3</c:v>
                </c:pt>
                <c:pt idx="1855">
                  <c:v>9.3587111393810939E-3</c:v>
                </c:pt>
                <c:pt idx="1856">
                  <c:v>9.0016749838333198E-3</c:v>
                </c:pt>
                <c:pt idx="1857">
                  <c:v>9.0172094990926561E-3</c:v>
                </c:pt>
                <c:pt idx="1858">
                  <c:v>9.0799771712050253E-3</c:v>
                </c:pt>
                <c:pt idx="1859">
                  <c:v>8.987286699399329E-3</c:v>
                </c:pt>
                <c:pt idx="1860">
                  <c:v>8.865897718455782E-3</c:v>
                </c:pt>
                <c:pt idx="1861">
                  <c:v>8.943126644283074E-3</c:v>
                </c:pt>
                <c:pt idx="1862">
                  <c:v>8.4506538185674263E-3</c:v>
                </c:pt>
                <c:pt idx="1863">
                  <c:v>8.4962653013347881E-3</c:v>
                </c:pt>
                <c:pt idx="1864">
                  <c:v>8.4108172228626963E-3</c:v>
                </c:pt>
                <c:pt idx="1865">
                  <c:v>8.215423825690793E-3</c:v>
                </c:pt>
                <c:pt idx="1866">
                  <c:v>7.6133558452609962E-3</c:v>
                </c:pt>
                <c:pt idx="1867">
                  <c:v>7.222221987759102E-3</c:v>
                </c:pt>
                <c:pt idx="1868">
                  <c:v>7.1297316275538243E-3</c:v>
                </c:pt>
                <c:pt idx="1869">
                  <c:v>6.4467198043364794E-3</c:v>
                </c:pt>
                <c:pt idx="1870">
                  <c:v>7.985594235316331E-3</c:v>
                </c:pt>
                <c:pt idx="1871">
                  <c:v>9.262832869364631E-3</c:v>
                </c:pt>
                <c:pt idx="1872">
                  <c:v>9.3782883246656609E-3</c:v>
                </c:pt>
                <c:pt idx="1873">
                  <c:v>9.0913977274081608E-3</c:v>
                </c:pt>
                <c:pt idx="1874">
                  <c:v>9.1351544083465002E-3</c:v>
                </c:pt>
                <c:pt idx="1875">
                  <c:v>8.7636816895284818E-3</c:v>
                </c:pt>
                <c:pt idx="1876">
                  <c:v>9.7761115965331984E-3</c:v>
                </c:pt>
                <c:pt idx="1877">
                  <c:v>1.1522900172632055E-2</c:v>
                </c:pt>
                <c:pt idx="1878">
                  <c:v>1.1677426694357064E-2</c:v>
                </c:pt>
                <c:pt idx="1879">
                  <c:v>1.1509970266134697E-2</c:v>
                </c:pt>
                <c:pt idx="1880">
                  <c:v>1.1634440974807198E-2</c:v>
                </c:pt>
                <c:pt idx="1881">
                  <c:v>1.1683116082920797E-2</c:v>
                </c:pt>
                <c:pt idx="1882">
                  <c:v>1.1654688973033227E-2</c:v>
                </c:pt>
                <c:pt idx="1883">
                  <c:v>1.2222506104667828E-2</c:v>
                </c:pt>
                <c:pt idx="1884">
                  <c:v>1.2170360252751908E-2</c:v>
                </c:pt>
                <c:pt idx="1885">
                  <c:v>1.216869808112239E-2</c:v>
                </c:pt>
                <c:pt idx="1886">
                  <c:v>1.1873465909068485E-2</c:v>
                </c:pt>
                <c:pt idx="1887">
                  <c:v>1.2092677516450285E-2</c:v>
                </c:pt>
                <c:pt idx="1888">
                  <c:v>1.2192698988614513E-2</c:v>
                </c:pt>
                <c:pt idx="1889">
                  <c:v>1.2483170389655475E-2</c:v>
                </c:pt>
                <c:pt idx="1890">
                  <c:v>1.2465618315336465E-2</c:v>
                </c:pt>
                <c:pt idx="1891">
                  <c:v>1.1983869666173284E-2</c:v>
                </c:pt>
                <c:pt idx="1892">
                  <c:v>1.1241751723376374E-2</c:v>
                </c:pt>
                <c:pt idx="1893">
                  <c:v>1.1739546920547343E-2</c:v>
                </c:pt>
                <c:pt idx="1894">
                  <c:v>1.3229902359417206E-2</c:v>
                </c:pt>
                <c:pt idx="1895">
                  <c:v>1.4242139388242269E-2</c:v>
                </c:pt>
                <c:pt idx="1896">
                  <c:v>1.4305084524078113E-2</c:v>
                </c:pt>
                <c:pt idx="1897">
                  <c:v>1.4156137047419878E-2</c:v>
                </c:pt>
                <c:pt idx="1898">
                  <c:v>1.1899786585685379E-2</c:v>
                </c:pt>
                <c:pt idx="1899">
                  <c:v>1.3371834762633015E-2</c:v>
                </c:pt>
                <c:pt idx="1900">
                  <c:v>1.3722364705533542E-2</c:v>
                </c:pt>
                <c:pt idx="1901">
                  <c:v>1.5036222168997762E-2</c:v>
                </c:pt>
                <c:pt idx="1902">
                  <c:v>1.5062611882405704E-2</c:v>
                </c:pt>
                <c:pt idx="1903">
                  <c:v>1.5030164300219482E-2</c:v>
                </c:pt>
                <c:pt idx="1904">
                  <c:v>1.436541088955608E-2</c:v>
                </c:pt>
                <c:pt idx="1905">
                  <c:v>1.4401727902335652E-2</c:v>
                </c:pt>
                <c:pt idx="1906">
                  <c:v>1.4605601198627449E-2</c:v>
                </c:pt>
                <c:pt idx="1907">
                  <c:v>1.4641332146744594E-2</c:v>
                </c:pt>
                <c:pt idx="1908">
                  <c:v>1.4919980994230043E-2</c:v>
                </c:pt>
                <c:pt idx="1909">
                  <c:v>1.5412928539722414E-2</c:v>
                </c:pt>
                <c:pt idx="1910">
                  <c:v>1.545628749236316E-2</c:v>
                </c:pt>
                <c:pt idx="1911">
                  <c:v>1.5440706648477116E-2</c:v>
                </c:pt>
                <c:pt idx="1912">
                  <c:v>1.5137923791688325E-2</c:v>
                </c:pt>
                <c:pt idx="1913">
                  <c:v>1.5616244238783319E-2</c:v>
                </c:pt>
                <c:pt idx="1914">
                  <c:v>1.5545199786558822E-2</c:v>
                </c:pt>
                <c:pt idx="1915">
                  <c:v>1.4276851568372334E-2</c:v>
                </c:pt>
                <c:pt idx="1916">
                  <c:v>1.3030972707628924E-2</c:v>
                </c:pt>
                <c:pt idx="1917">
                  <c:v>1.3063065694429034E-2</c:v>
                </c:pt>
                <c:pt idx="1918">
                  <c:v>1.2351126553631278E-2</c:v>
                </c:pt>
                <c:pt idx="1919">
                  <c:v>1.2288375901880512E-2</c:v>
                </c:pt>
                <c:pt idx="1920">
                  <c:v>1.1340283820157723E-2</c:v>
                </c:pt>
                <c:pt idx="1921">
                  <c:v>1.0503722650930017E-2</c:v>
                </c:pt>
                <c:pt idx="1922">
                  <c:v>8.9261283485803609E-3</c:v>
                </c:pt>
                <c:pt idx="1923">
                  <c:v>9.080718337498796E-3</c:v>
                </c:pt>
                <c:pt idx="1924">
                  <c:v>8.9934227364376566E-3</c:v>
                </c:pt>
                <c:pt idx="1925">
                  <c:v>9.0674763497545947E-3</c:v>
                </c:pt>
                <c:pt idx="1926">
                  <c:v>8.8147415767877955E-3</c:v>
                </c:pt>
                <c:pt idx="1927">
                  <c:v>8.7651108208205136E-3</c:v>
                </c:pt>
                <c:pt idx="1928">
                  <c:v>7.9670406807937928E-3</c:v>
                </c:pt>
                <c:pt idx="1929">
                  <c:v>7.3709834594427601E-3</c:v>
                </c:pt>
                <c:pt idx="1930">
                  <c:v>6.9396093939768878E-3</c:v>
                </c:pt>
                <c:pt idx="1931">
                  <c:v>6.7845958008273116E-3</c:v>
                </c:pt>
                <c:pt idx="1932">
                  <c:v>6.855677098317089E-3</c:v>
                </c:pt>
                <c:pt idx="1933">
                  <c:v>6.5327881401203098E-3</c:v>
                </c:pt>
                <c:pt idx="1934">
                  <c:v>5.7285542480373436E-3</c:v>
                </c:pt>
                <c:pt idx="1935">
                  <c:v>5.3793598530993336E-3</c:v>
                </c:pt>
                <c:pt idx="1936">
                  <c:v>5.2647326266526953E-3</c:v>
                </c:pt>
                <c:pt idx="1937">
                  <c:v>5.247369902052778E-3</c:v>
                </c:pt>
                <c:pt idx="1938">
                  <c:v>4.7958521095964983E-3</c:v>
                </c:pt>
                <c:pt idx="1939">
                  <c:v>4.6558877793652347E-3</c:v>
                </c:pt>
                <c:pt idx="1940">
                  <c:v>4.630508020202157E-3</c:v>
                </c:pt>
                <c:pt idx="1941">
                  <c:v>4.6408403315095206E-3</c:v>
                </c:pt>
                <c:pt idx="1942">
                  <c:v>4.6799899717342962E-3</c:v>
                </c:pt>
                <c:pt idx="1943">
                  <c:v>4.8624185742869169E-3</c:v>
                </c:pt>
                <c:pt idx="1944">
                  <c:v>4.5175702663490689E-3</c:v>
                </c:pt>
                <c:pt idx="1945">
                  <c:v>5.0140318538511473E-3</c:v>
                </c:pt>
                <c:pt idx="1946">
                  <c:v>4.8108942289146351E-3</c:v>
                </c:pt>
                <c:pt idx="1947">
                  <c:v>4.1612555535418686E-3</c:v>
                </c:pt>
                <c:pt idx="1948">
                  <c:v>4.1684784362722733E-3</c:v>
                </c:pt>
                <c:pt idx="1949">
                  <c:v>4.0125197832692836E-3</c:v>
                </c:pt>
                <c:pt idx="1950">
                  <c:v>5.0580348999209046E-3</c:v>
                </c:pt>
                <c:pt idx="1951">
                  <c:v>5.2836013171923902E-3</c:v>
                </c:pt>
                <c:pt idx="1952">
                  <c:v>5.3317310274646392E-3</c:v>
                </c:pt>
                <c:pt idx="1953">
                  <c:v>5.3081276158484583E-3</c:v>
                </c:pt>
                <c:pt idx="1954">
                  <c:v>6.6167795702385887E-3</c:v>
                </c:pt>
                <c:pt idx="1955">
                  <c:v>6.546429746250291E-3</c:v>
                </c:pt>
                <c:pt idx="1956">
                  <c:v>7.2391702409291851E-3</c:v>
                </c:pt>
                <c:pt idx="1957">
                  <c:v>9.0135980552479653E-3</c:v>
                </c:pt>
                <c:pt idx="1958">
                  <c:v>9.0976925313240326E-3</c:v>
                </c:pt>
                <c:pt idx="1959">
                  <c:v>9.0961367453053551E-3</c:v>
                </c:pt>
                <c:pt idx="1960">
                  <c:v>9.3191919017334094E-3</c:v>
                </c:pt>
                <c:pt idx="1961">
                  <c:v>9.4152331756142942E-3</c:v>
                </c:pt>
                <c:pt idx="1962">
                  <c:v>9.4501831766633793E-3</c:v>
                </c:pt>
                <c:pt idx="1963">
                  <c:v>9.4454657355489881E-3</c:v>
                </c:pt>
                <c:pt idx="1964">
                  <c:v>9.6941341582862158E-3</c:v>
                </c:pt>
                <c:pt idx="1965">
                  <c:v>9.8498104072828347E-3</c:v>
                </c:pt>
                <c:pt idx="1966">
                  <c:v>9.6455358411634551E-3</c:v>
                </c:pt>
                <c:pt idx="1967">
                  <c:v>9.9236481844450688E-3</c:v>
                </c:pt>
                <c:pt idx="1968">
                  <c:v>1.0247375888120601E-2</c:v>
                </c:pt>
                <c:pt idx="1969">
                  <c:v>1.0238541686766E-2</c:v>
                </c:pt>
                <c:pt idx="1970">
                  <c:v>1.0199062244318531E-2</c:v>
                </c:pt>
                <c:pt idx="1971">
                  <c:v>1.0088529889620815E-2</c:v>
                </c:pt>
                <c:pt idx="1972">
                  <c:v>1.0053230489415503E-2</c:v>
                </c:pt>
                <c:pt idx="1973">
                  <c:v>9.992005452460628E-3</c:v>
                </c:pt>
                <c:pt idx="1974">
                  <c:v>1.0093465244223979E-2</c:v>
                </c:pt>
                <c:pt idx="1975">
                  <c:v>9.4118701583121717E-3</c:v>
                </c:pt>
                <c:pt idx="1976">
                  <c:v>9.3979793432637931E-3</c:v>
                </c:pt>
                <c:pt idx="1977">
                  <c:v>8.5996452814327273E-3</c:v>
                </c:pt>
                <c:pt idx="1978">
                  <c:v>7.0257597725349929E-3</c:v>
                </c:pt>
                <c:pt idx="1979">
                  <c:v>8.8523695213953649E-3</c:v>
                </c:pt>
                <c:pt idx="1980">
                  <c:v>1.0998111609097999E-2</c:v>
                </c:pt>
                <c:pt idx="1981">
                  <c:v>1.065096413871632E-2</c:v>
                </c:pt>
                <c:pt idx="1982">
                  <c:v>1.0837523421133002E-2</c:v>
                </c:pt>
                <c:pt idx="1983">
                  <c:v>1.0695985392146215E-2</c:v>
                </c:pt>
                <c:pt idx="1984">
                  <c:v>1.065068041095406E-2</c:v>
                </c:pt>
                <c:pt idx="1985">
                  <c:v>1.1650974851064587E-2</c:v>
                </c:pt>
                <c:pt idx="1986">
                  <c:v>1.1559694791327745E-2</c:v>
                </c:pt>
                <c:pt idx="1987">
                  <c:v>1.1422515187184018E-2</c:v>
                </c:pt>
                <c:pt idx="1988">
                  <c:v>1.1198946793296695E-2</c:v>
                </c:pt>
                <c:pt idx="1989">
                  <c:v>1.084531496630811E-2</c:v>
                </c:pt>
                <c:pt idx="1990">
                  <c:v>1.0769308530558243E-2</c:v>
                </c:pt>
                <c:pt idx="1991">
                  <c:v>1.083164414216695E-2</c:v>
                </c:pt>
                <c:pt idx="1992">
                  <c:v>1.0911543982053795E-2</c:v>
                </c:pt>
                <c:pt idx="1993">
                  <c:v>1.0886275446218311E-2</c:v>
                </c:pt>
                <c:pt idx="1994">
                  <c:v>1.0883724591143064E-2</c:v>
                </c:pt>
                <c:pt idx="1995">
                  <c:v>1.1066445277953103E-2</c:v>
                </c:pt>
                <c:pt idx="1996">
                  <c:v>1.1236666036520848E-2</c:v>
                </c:pt>
                <c:pt idx="1997">
                  <c:v>1.1156286799492271E-2</c:v>
                </c:pt>
                <c:pt idx="1998">
                  <c:v>1.137222979494853E-2</c:v>
                </c:pt>
                <c:pt idx="1999">
                  <c:v>1.1393180549657449E-2</c:v>
                </c:pt>
                <c:pt idx="2000">
                  <c:v>1.0179978187654103E-2</c:v>
                </c:pt>
                <c:pt idx="2001">
                  <c:v>7.9883505297485835E-3</c:v>
                </c:pt>
                <c:pt idx="2002">
                  <c:v>7.9869503491765536E-3</c:v>
                </c:pt>
                <c:pt idx="2003">
                  <c:v>8.2023823783430004E-3</c:v>
                </c:pt>
                <c:pt idx="2004">
                  <c:v>8.3386339004384025E-3</c:v>
                </c:pt>
                <c:pt idx="2005">
                  <c:v>9.5397925671657051E-3</c:v>
                </c:pt>
                <c:pt idx="2006">
                  <c:v>8.4246628155511469E-3</c:v>
                </c:pt>
                <c:pt idx="2007">
                  <c:v>8.4834595673739382E-3</c:v>
                </c:pt>
                <c:pt idx="2008">
                  <c:v>8.634783630413102E-3</c:v>
                </c:pt>
                <c:pt idx="2009">
                  <c:v>9.5169419407303141E-3</c:v>
                </c:pt>
                <c:pt idx="2010">
                  <c:v>1.0603033810838552E-2</c:v>
                </c:pt>
                <c:pt idx="2011">
                  <c:v>1.059361947345999E-2</c:v>
                </c:pt>
                <c:pt idx="2012">
                  <c:v>1.0655857449514323E-2</c:v>
                </c:pt>
                <c:pt idx="2013">
                  <c:v>1.0390479672482404E-2</c:v>
                </c:pt>
                <c:pt idx="2014">
                  <c:v>1.0839325437052289E-2</c:v>
                </c:pt>
                <c:pt idx="2015">
                  <c:v>1.0866533024708308E-2</c:v>
                </c:pt>
                <c:pt idx="2016">
                  <c:v>1.1187080386360576E-2</c:v>
                </c:pt>
                <c:pt idx="2017">
                  <c:v>1.1020053722790335E-2</c:v>
                </c:pt>
                <c:pt idx="2018">
                  <c:v>1.1185314547468054E-2</c:v>
                </c:pt>
                <c:pt idx="2019">
                  <c:v>1.0668781366477953E-2</c:v>
                </c:pt>
                <c:pt idx="2020">
                  <c:v>1.0673025813501087E-2</c:v>
                </c:pt>
                <c:pt idx="2021">
                  <c:v>1.0701957488625555E-2</c:v>
                </c:pt>
                <c:pt idx="2022">
                  <c:v>1.0642220774980312E-2</c:v>
                </c:pt>
                <c:pt idx="2023">
                  <c:v>1.1335227104551714E-2</c:v>
                </c:pt>
                <c:pt idx="2024">
                  <c:v>1.1147234768149536E-2</c:v>
                </c:pt>
                <c:pt idx="2025">
                  <c:v>1.1038332069136353E-2</c:v>
                </c:pt>
                <c:pt idx="2026">
                  <c:v>9.9865458263704351E-3</c:v>
                </c:pt>
                <c:pt idx="2027">
                  <c:v>1.0021475688358358E-2</c:v>
                </c:pt>
                <c:pt idx="2028">
                  <c:v>1.0377283096692648E-2</c:v>
                </c:pt>
                <c:pt idx="2029">
                  <c:v>1.027926596559545E-2</c:v>
                </c:pt>
                <c:pt idx="2030">
                  <c:v>9.6921339146017731E-3</c:v>
                </c:pt>
                <c:pt idx="2031">
                  <c:v>7.8701020432815939E-3</c:v>
                </c:pt>
                <c:pt idx="2032">
                  <c:v>7.7395631597653664E-3</c:v>
                </c:pt>
                <c:pt idx="2033">
                  <c:v>7.3342038712587579E-3</c:v>
                </c:pt>
                <c:pt idx="2034">
                  <c:v>7.3284143853310137E-3</c:v>
                </c:pt>
                <c:pt idx="2035">
                  <c:v>7.2412825567065931E-3</c:v>
                </c:pt>
                <c:pt idx="2036">
                  <c:v>7.21133433585804E-3</c:v>
                </c:pt>
                <c:pt idx="2037">
                  <c:v>6.8795385481185333E-3</c:v>
                </c:pt>
                <c:pt idx="2038">
                  <c:v>6.8783178543164085E-3</c:v>
                </c:pt>
                <c:pt idx="2039">
                  <c:v>6.2176199163050177E-3</c:v>
                </c:pt>
                <c:pt idx="2040">
                  <c:v>5.8265286350127786E-3</c:v>
                </c:pt>
                <c:pt idx="2041">
                  <c:v>5.7845902695547831E-3</c:v>
                </c:pt>
                <c:pt idx="2042">
                  <c:v>5.9027638425319228E-3</c:v>
                </c:pt>
                <c:pt idx="2043">
                  <c:v>5.9011741970153853E-3</c:v>
                </c:pt>
                <c:pt idx="2044">
                  <c:v>7.7930253420021422E-3</c:v>
                </c:pt>
                <c:pt idx="2045">
                  <c:v>8.2235258316397022E-3</c:v>
                </c:pt>
                <c:pt idx="2046">
                  <c:v>8.2786945226380054E-3</c:v>
                </c:pt>
                <c:pt idx="2047">
                  <c:v>8.2721848265561275E-3</c:v>
                </c:pt>
                <c:pt idx="2048">
                  <c:v>8.0846754881280097E-3</c:v>
                </c:pt>
                <c:pt idx="2049">
                  <c:v>7.8233253422545172E-3</c:v>
                </c:pt>
                <c:pt idx="2050">
                  <c:v>7.8532187872120251E-3</c:v>
                </c:pt>
                <c:pt idx="2051">
                  <c:v>7.5563266583475062E-3</c:v>
                </c:pt>
                <c:pt idx="2052">
                  <c:v>7.6884527937548432E-3</c:v>
                </c:pt>
                <c:pt idx="2053">
                  <c:v>7.6808503283064232E-3</c:v>
                </c:pt>
                <c:pt idx="2054">
                  <c:v>7.646591494507444E-3</c:v>
                </c:pt>
                <c:pt idx="2055">
                  <c:v>7.6926075467468776E-3</c:v>
                </c:pt>
                <c:pt idx="2056">
                  <c:v>7.5932448504320129E-3</c:v>
                </c:pt>
                <c:pt idx="2057">
                  <c:v>7.422372689804735E-3</c:v>
                </c:pt>
                <c:pt idx="2058">
                  <c:v>7.426176894263903E-3</c:v>
                </c:pt>
                <c:pt idx="2059">
                  <c:v>7.5482115118223015E-3</c:v>
                </c:pt>
                <c:pt idx="2060">
                  <c:v>7.6179593609475025E-3</c:v>
                </c:pt>
                <c:pt idx="2061">
                  <c:v>7.5712471986735391E-3</c:v>
                </c:pt>
                <c:pt idx="2062">
                  <c:v>7.7732384657467901E-3</c:v>
                </c:pt>
                <c:pt idx="2063">
                  <c:v>7.9872423503838143E-3</c:v>
                </c:pt>
                <c:pt idx="2064">
                  <c:v>7.8029100048129293E-3</c:v>
                </c:pt>
                <c:pt idx="2065">
                  <c:v>5.6135141509099399E-3</c:v>
                </c:pt>
                <c:pt idx="2066">
                  <c:v>4.7590224211879785E-3</c:v>
                </c:pt>
                <c:pt idx="2067">
                  <c:v>4.7204068325553405E-3</c:v>
                </c:pt>
                <c:pt idx="2068">
                  <c:v>4.9711389355134488E-3</c:v>
                </c:pt>
                <c:pt idx="2069">
                  <c:v>4.9382228527282369E-3</c:v>
                </c:pt>
                <c:pt idx="2070">
                  <c:v>4.6977973398180462E-3</c:v>
                </c:pt>
                <c:pt idx="2071">
                  <c:v>4.5336946619267049E-3</c:v>
                </c:pt>
                <c:pt idx="2072">
                  <c:v>4.4756153308842823E-3</c:v>
                </c:pt>
                <c:pt idx="2073">
                  <c:v>5.1512860430202182E-3</c:v>
                </c:pt>
                <c:pt idx="2074">
                  <c:v>5.7414825077453883E-3</c:v>
                </c:pt>
                <c:pt idx="2075">
                  <c:v>5.8357042626362371E-3</c:v>
                </c:pt>
                <c:pt idx="2076">
                  <c:v>5.8693086691441378E-3</c:v>
                </c:pt>
                <c:pt idx="2077">
                  <c:v>5.8782301255925328E-3</c:v>
                </c:pt>
                <c:pt idx="2078">
                  <c:v>5.7485601685259863E-3</c:v>
                </c:pt>
                <c:pt idx="2079">
                  <c:v>5.7723248272503504E-3</c:v>
                </c:pt>
                <c:pt idx="2080">
                  <c:v>5.495266821077753E-3</c:v>
                </c:pt>
                <c:pt idx="2081">
                  <c:v>5.8442688707961311E-3</c:v>
                </c:pt>
                <c:pt idx="2082">
                  <c:v>5.9060274371978937E-3</c:v>
                </c:pt>
                <c:pt idx="2083">
                  <c:v>6.0397266273171128E-3</c:v>
                </c:pt>
                <c:pt idx="2084">
                  <c:v>5.9947369838262666E-3</c:v>
                </c:pt>
                <c:pt idx="2085">
                  <c:v>5.991781779040856E-3</c:v>
                </c:pt>
                <c:pt idx="2086">
                  <c:v>6.0556225147182195E-3</c:v>
                </c:pt>
                <c:pt idx="2087">
                  <c:v>6.091532734796022E-3</c:v>
                </c:pt>
                <c:pt idx="2088">
                  <c:v>6.4911717786594837E-3</c:v>
                </c:pt>
                <c:pt idx="2089">
                  <c:v>6.3111087640080306E-3</c:v>
                </c:pt>
                <c:pt idx="2090">
                  <c:v>6.3544568260871532E-3</c:v>
                </c:pt>
                <c:pt idx="2091">
                  <c:v>6.3806705115061341E-3</c:v>
                </c:pt>
                <c:pt idx="2092">
                  <c:v>6.3585167998159537E-3</c:v>
                </c:pt>
                <c:pt idx="2093">
                  <c:v>6.3544042389976213E-3</c:v>
                </c:pt>
                <c:pt idx="2094">
                  <c:v>6.2080010746539812E-3</c:v>
                </c:pt>
                <c:pt idx="2095">
                  <c:v>5.8648220080282651E-3</c:v>
                </c:pt>
                <c:pt idx="2096">
                  <c:v>5.588692282228626E-3</c:v>
                </c:pt>
                <c:pt idx="2097">
                  <c:v>5.9342335772187803E-3</c:v>
                </c:pt>
                <c:pt idx="2098">
                  <c:v>6.0337496686481079E-3</c:v>
                </c:pt>
                <c:pt idx="2099">
                  <c:v>6.0447201037774267E-3</c:v>
                </c:pt>
                <c:pt idx="2100">
                  <c:v>6.0217437198298645E-3</c:v>
                </c:pt>
                <c:pt idx="2101">
                  <c:v>6.0249618519589735E-3</c:v>
                </c:pt>
                <c:pt idx="2102">
                  <c:v>6.1495866750900172E-3</c:v>
                </c:pt>
                <c:pt idx="2103">
                  <c:v>6.2563356254726364E-3</c:v>
                </c:pt>
                <c:pt idx="2104">
                  <c:v>6.0058837273392358E-3</c:v>
                </c:pt>
                <c:pt idx="2105">
                  <c:v>5.7178694804458606E-3</c:v>
                </c:pt>
                <c:pt idx="2106">
                  <c:v>6.3948796545437803E-3</c:v>
                </c:pt>
                <c:pt idx="2107">
                  <c:v>6.762897419008514E-3</c:v>
                </c:pt>
                <c:pt idx="2108">
                  <c:v>6.9625562729875553E-3</c:v>
                </c:pt>
                <c:pt idx="2109">
                  <c:v>6.6748467282191758E-3</c:v>
                </c:pt>
                <c:pt idx="2110">
                  <c:v>6.6962503285261229E-3</c:v>
                </c:pt>
                <c:pt idx="2111">
                  <c:v>6.6835178416571606E-3</c:v>
                </c:pt>
                <c:pt idx="2112">
                  <c:v>6.8748533017730382E-3</c:v>
                </c:pt>
                <c:pt idx="2113">
                  <c:v>7.0694142781184237E-3</c:v>
                </c:pt>
                <c:pt idx="2114">
                  <c:v>7.0225508043206229E-3</c:v>
                </c:pt>
                <c:pt idx="2115">
                  <c:v>6.1588959561157995E-3</c:v>
                </c:pt>
                <c:pt idx="2116">
                  <c:v>6.157164180075685E-3</c:v>
                </c:pt>
                <c:pt idx="2117">
                  <c:v>5.9305017654652948E-3</c:v>
                </c:pt>
                <c:pt idx="2118">
                  <c:v>5.2612251891933828E-3</c:v>
                </c:pt>
                <c:pt idx="2119">
                  <c:v>5.2808123211651624E-3</c:v>
                </c:pt>
                <c:pt idx="2120">
                  <c:v>6.0070530949073052E-3</c:v>
                </c:pt>
                <c:pt idx="2121">
                  <c:v>6.0208588523049493E-3</c:v>
                </c:pt>
                <c:pt idx="2122">
                  <c:v>5.926563245022283E-3</c:v>
                </c:pt>
                <c:pt idx="2123">
                  <c:v>5.9733721692893935E-3</c:v>
                </c:pt>
                <c:pt idx="2124">
                  <c:v>5.9273174036667499E-3</c:v>
                </c:pt>
                <c:pt idx="2125">
                  <c:v>5.9013007127260196E-3</c:v>
                </c:pt>
                <c:pt idx="2126">
                  <c:v>5.965594052846245E-3</c:v>
                </c:pt>
                <c:pt idx="2127">
                  <c:v>5.9005567125021271E-3</c:v>
                </c:pt>
                <c:pt idx="2128">
                  <c:v>5.4708383266015561E-3</c:v>
                </c:pt>
                <c:pt idx="2129">
                  <c:v>5.1454580179153076E-3</c:v>
                </c:pt>
                <c:pt idx="2130">
                  <c:v>5.1711176178695726E-3</c:v>
                </c:pt>
                <c:pt idx="2131">
                  <c:v>5.6677564274614355E-3</c:v>
                </c:pt>
                <c:pt idx="2132">
                  <c:v>5.8117071200074876E-3</c:v>
                </c:pt>
                <c:pt idx="2133">
                  <c:v>5.8269218368641497E-3</c:v>
                </c:pt>
                <c:pt idx="2134">
                  <c:v>5.5022734603371792E-3</c:v>
                </c:pt>
                <c:pt idx="2135">
                  <c:v>5.6503346879426767E-3</c:v>
                </c:pt>
                <c:pt idx="2136">
                  <c:v>5.5224855377116909E-3</c:v>
                </c:pt>
                <c:pt idx="2137">
                  <c:v>5.4962646337415157E-3</c:v>
                </c:pt>
                <c:pt idx="2138">
                  <c:v>5.7207204108944247E-3</c:v>
                </c:pt>
                <c:pt idx="2139">
                  <c:v>6.6032998173560899E-3</c:v>
                </c:pt>
                <c:pt idx="2140">
                  <c:v>7.7119031915576708E-3</c:v>
                </c:pt>
                <c:pt idx="2141">
                  <c:v>7.3399074189121061E-3</c:v>
                </c:pt>
                <c:pt idx="2142">
                  <c:v>7.3748963035923237E-3</c:v>
                </c:pt>
                <c:pt idx="2143">
                  <c:v>7.2811877741343362E-3</c:v>
                </c:pt>
                <c:pt idx="2144">
                  <c:v>7.1742941986533242E-3</c:v>
                </c:pt>
                <c:pt idx="2145">
                  <c:v>7.3163040381788074E-3</c:v>
                </c:pt>
                <c:pt idx="2146">
                  <c:v>7.3280051098373331E-3</c:v>
                </c:pt>
                <c:pt idx="2147">
                  <c:v>7.2795699157667008E-3</c:v>
                </c:pt>
                <c:pt idx="2148">
                  <c:v>7.253532192874221E-3</c:v>
                </c:pt>
                <c:pt idx="2149">
                  <c:v>7.3358243366220786E-3</c:v>
                </c:pt>
                <c:pt idx="2150">
                  <c:v>7.3776410074785229E-3</c:v>
                </c:pt>
                <c:pt idx="2151">
                  <c:v>7.7126083642554662E-3</c:v>
                </c:pt>
                <c:pt idx="2152">
                  <c:v>7.7290202056218638E-3</c:v>
                </c:pt>
                <c:pt idx="2153">
                  <c:v>7.6345467108507288E-3</c:v>
                </c:pt>
                <c:pt idx="2154">
                  <c:v>7.3241762775434413E-3</c:v>
                </c:pt>
                <c:pt idx="2155">
                  <c:v>7.4397305893618374E-3</c:v>
                </c:pt>
                <c:pt idx="2156">
                  <c:v>7.0772632968854774E-3</c:v>
                </c:pt>
                <c:pt idx="2157">
                  <c:v>7.1497507029144956E-3</c:v>
                </c:pt>
                <c:pt idx="2158">
                  <c:v>7.3012025761366008E-3</c:v>
                </c:pt>
                <c:pt idx="2159">
                  <c:v>7.2707625955872506E-3</c:v>
                </c:pt>
                <c:pt idx="2160">
                  <c:v>6.8562528202125803E-3</c:v>
                </c:pt>
                <c:pt idx="2161">
                  <c:v>6.4904093397168639E-3</c:v>
                </c:pt>
                <c:pt idx="2162">
                  <c:v>6.6039504802095136E-3</c:v>
                </c:pt>
                <c:pt idx="2163">
                  <c:v>6.8956333865273865E-3</c:v>
                </c:pt>
                <c:pt idx="2164">
                  <c:v>7.589812478142415E-3</c:v>
                </c:pt>
                <c:pt idx="2165">
                  <c:v>7.7856816148975383E-3</c:v>
                </c:pt>
                <c:pt idx="2166">
                  <c:v>7.7370560361257907E-3</c:v>
                </c:pt>
                <c:pt idx="2167">
                  <c:v>7.5253297990402878E-3</c:v>
                </c:pt>
                <c:pt idx="2168">
                  <c:v>7.7802940758257945E-3</c:v>
                </c:pt>
                <c:pt idx="2169">
                  <c:v>7.7452592790867043E-3</c:v>
                </c:pt>
                <c:pt idx="2170">
                  <c:v>7.8025972820607997E-3</c:v>
                </c:pt>
                <c:pt idx="2171">
                  <c:v>7.7882166915809866E-3</c:v>
                </c:pt>
                <c:pt idx="2172">
                  <c:v>7.449394546697778E-3</c:v>
                </c:pt>
                <c:pt idx="2173">
                  <c:v>7.0150385308265766E-3</c:v>
                </c:pt>
                <c:pt idx="2174">
                  <c:v>7.003235715505104E-3</c:v>
                </c:pt>
                <c:pt idx="2175">
                  <c:v>7.0592747653890073E-3</c:v>
                </c:pt>
                <c:pt idx="2176">
                  <c:v>6.9224978825412897E-3</c:v>
                </c:pt>
                <c:pt idx="2177">
                  <c:v>7.1061213464018074E-3</c:v>
                </c:pt>
                <c:pt idx="2178">
                  <c:v>7.0437597918924675E-3</c:v>
                </c:pt>
                <c:pt idx="2179">
                  <c:v>7.1592117635601651E-3</c:v>
                </c:pt>
                <c:pt idx="2180">
                  <c:v>7.1315441594723954E-3</c:v>
                </c:pt>
                <c:pt idx="2181">
                  <c:v>7.151628106185518E-3</c:v>
                </c:pt>
                <c:pt idx="2182">
                  <c:v>6.6308532933380786E-3</c:v>
                </c:pt>
                <c:pt idx="2183">
                  <c:v>6.4070124608236285E-3</c:v>
                </c:pt>
                <c:pt idx="2184">
                  <c:v>5.617031903850862E-3</c:v>
                </c:pt>
                <c:pt idx="2185">
                  <c:v>5.1163411975432612E-3</c:v>
                </c:pt>
                <c:pt idx="2186">
                  <c:v>5.9312006783789131E-3</c:v>
                </c:pt>
                <c:pt idx="2187">
                  <c:v>5.8225219425967348E-3</c:v>
                </c:pt>
                <c:pt idx="2188">
                  <c:v>5.8210660226289332E-3</c:v>
                </c:pt>
                <c:pt idx="2189">
                  <c:v>9.3619226453202208E-3</c:v>
                </c:pt>
                <c:pt idx="2190">
                  <c:v>9.5351150713168242E-3</c:v>
                </c:pt>
                <c:pt idx="2191">
                  <c:v>9.6528787978975121E-3</c:v>
                </c:pt>
                <c:pt idx="2192">
                  <c:v>9.6787196633896771E-3</c:v>
                </c:pt>
                <c:pt idx="2193">
                  <c:v>9.6794451246510257E-3</c:v>
                </c:pt>
                <c:pt idx="2194">
                  <c:v>9.6711604697017218E-3</c:v>
                </c:pt>
                <c:pt idx="2195">
                  <c:v>9.844758798096185E-3</c:v>
                </c:pt>
                <c:pt idx="2196">
                  <c:v>9.8747766509390093E-3</c:v>
                </c:pt>
                <c:pt idx="2197">
                  <c:v>1.0029659505138138E-2</c:v>
                </c:pt>
                <c:pt idx="2198">
                  <c:v>1.0058514186809543E-2</c:v>
                </c:pt>
                <c:pt idx="2199">
                  <c:v>1.0232632874488293E-2</c:v>
                </c:pt>
                <c:pt idx="2200">
                  <c:v>9.5196126479014879E-3</c:v>
                </c:pt>
                <c:pt idx="2201">
                  <c:v>9.9204289323767576E-3</c:v>
                </c:pt>
                <c:pt idx="2202">
                  <c:v>9.9538448406917557E-3</c:v>
                </c:pt>
                <c:pt idx="2203">
                  <c:v>1.0050141796745153E-2</c:v>
                </c:pt>
                <c:pt idx="2204">
                  <c:v>1.0046095894308094E-2</c:v>
                </c:pt>
                <c:pt idx="2205">
                  <c:v>1.0171372325460866E-2</c:v>
                </c:pt>
                <c:pt idx="2206">
                  <c:v>1.01591867721566E-2</c:v>
                </c:pt>
                <c:pt idx="2207">
                  <c:v>1.0037357937401284E-2</c:v>
                </c:pt>
                <c:pt idx="2208">
                  <c:v>1.0018338791395831E-2</c:v>
                </c:pt>
                <c:pt idx="2209">
                  <c:v>1.0412535760628625E-2</c:v>
                </c:pt>
                <c:pt idx="2210">
                  <c:v>7.1821913119748193E-3</c:v>
                </c:pt>
                <c:pt idx="2211">
                  <c:v>7.0237802307359385E-3</c:v>
                </c:pt>
                <c:pt idx="2212">
                  <c:v>6.9471146718466511E-3</c:v>
                </c:pt>
                <c:pt idx="2213">
                  <c:v>7.7829182153856258E-3</c:v>
                </c:pt>
                <c:pt idx="2214">
                  <c:v>7.6115017570466603E-3</c:v>
                </c:pt>
                <c:pt idx="2215">
                  <c:v>7.6276517985552012E-3</c:v>
                </c:pt>
                <c:pt idx="2216">
                  <c:v>7.5582911951409537E-3</c:v>
                </c:pt>
                <c:pt idx="2217">
                  <c:v>7.6463720853492583E-3</c:v>
                </c:pt>
                <c:pt idx="2218">
                  <c:v>7.3402429366037905E-3</c:v>
                </c:pt>
                <c:pt idx="2219">
                  <c:v>7.0994990968798613E-3</c:v>
                </c:pt>
                <c:pt idx="2220">
                  <c:v>1.1712354937413034E-2</c:v>
                </c:pt>
                <c:pt idx="2221">
                  <c:v>1.1772301179101753E-2</c:v>
                </c:pt>
                <c:pt idx="2222">
                  <c:v>1.1674522259784255E-2</c:v>
                </c:pt>
                <c:pt idx="2223">
                  <c:v>1.1653127924708451E-2</c:v>
                </c:pt>
                <c:pt idx="2224">
                  <c:v>1.2472222942777778E-2</c:v>
                </c:pt>
                <c:pt idx="2225">
                  <c:v>1.2393311973403275E-2</c:v>
                </c:pt>
                <c:pt idx="2226">
                  <c:v>1.195571223810241E-2</c:v>
                </c:pt>
                <c:pt idx="2227">
                  <c:v>1.2357848645273405E-2</c:v>
                </c:pt>
                <c:pt idx="2228">
                  <c:v>1.2356858211011642E-2</c:v>
                </c:pt>
                <c:pt idx="2229">
                  <c:v>1.2886263190287118E-2</c:v>
                </c:pt>
                <c:pt idx="2230">
                  <c:v>1.2833700958435531E-2</c:v>
                </c:pt>
                <c:pt idx="2231">
                  <c:v>1.2852268456387301E-2</c:v>
                </c:pt>
                <c:pt idx="2232">
                  <c:v>1.2557594819253106E-2</c:v>
                </c:pt>
                <c:pt idx="2233">
                  <c:v>1.255307571352531E-2</c:v>
                </c:pt>
                <c:pt idx="2234">
                  <c:v>1.22743199864559E-2</c:v>
                </c:pt>
                <c:pt idx="2235">
                  <c:v>1.2754263022729325E-2</c:v>
                </c:pt>
                <c:pt idx="2236">
                  <c:v>1.3195992268310433E-2</c:v>
                </c:pt>
                <c:pt idx="2237">
                  <c:v>1.3555736165321864E-2</c:v>
                </c:pt>
                <c:pt idx="2238">
                  <c:v>1.3912982847343058E-2</c:v>
                </c:pt>
                <c:pt idx="2239">
                  <c:v>1.3893414570692333E-2</c:v>
                </c:pt>
                <c:pt idx="2240">
                  <c:v>1.4028071555930778E-2</c:v>
                </c:pt>
                <c:pt idx="2241">
                  <c:v>1.0445751457402166E-2</c:v>
                </c:pt>
                <c:pt idx="2242">
                  <c:v>1.0297733542019528E-2</c:v>
                </c:pt>
                <c:pt idx="2243">
                  <c:v>1.0572761481903604E-2</c:v>
                </c:pt>
                <c:pt idx="2244">
                  <c:v>1.0490033013689122E-2</c:v>
                </c:pt>
                <c:pt idx="2245">
                  <c:v>9.0270486279584103E-3</c:v>
                </c:pt>
                <c:pt idx="2246">
                  <c:v>9.0758857568776826E-3</c:v>
                </c:pt>
                <c:pt idx="2247">
                  <c:v>9.0843715917350749E-3</c:v>
                </c:pt>
                <c:pt idx="2248">
                  <c:v>8.7292532886226008E-3</c:v>
                </c:pt>
                <c:pt idx="2249">
                  <c:v>9.2827998314449749E-3</c:v>
                </c:pt>
                <c:pt idx="2250">
                  <c:v>8.8078551057194452E-3</c:v>
                </c:pt>
                <c:pt idx="2251">
                  <c:v>1.0356436828655453E-2</c:v>
                </c:pt>
                <c:pt idx="2252">
                  <c:v>1.0271880518277833E-2</c:v>
                </c:pt>
                <c:pt idx="2253">
                  <c:v>1.0225286561329641E-2</c:v>
                </c:pt>
                <c:pt idx="2254">
                  <c:v>1.0170562807575056E-2</c:v>
                </c:pt>
                <c:pt idx="2255">
                  <c:v>1.0256693266761284E-2</c:v>
                </c:pt>
                <c:pt idx="2256">
                  <c:v>9.2853326473170666E-3</c:v>
                </c:pt>
                <c:pt idx="2257">
                  <c:v>9.3841154208163316E-3</c:v>
                </c:pt>
                <c:pt idx="2258">
                  <c:v>8.4371119432805099E-3</c:v>
                </c:pt>
                <c:pt idx="2259">
                  <c:v>8.2327561758077442E-3</c:v>
                </c:pt>
                <c:pt idx="2260">
                  <c:v>8.139362508675696E-3</c:v>
                </c:pt>
                <c:pt idx="2261">
                  <c:v>8.0980101024494336E-3</c:v>
                </c:pt>
                <c:pt idx="2262">
                  <c:v>8.0665184902260351E-3</c:v>
                </c:pt>
                <c:pt idx="2263">
                  <c:v>8.0883175122506614E-3</c:v>
                </c:pt>
                <c:pt idx="2264">
                  <c:v>7.5981859426710987E-3</c:v>
                </c:pt>
                <c:pt idx="2265">
                  <c:v>7.8352346535203905E-3</c:v>
                </c:pt>
                <c:pt idx="2266">
                  <c:v>7.8740024356984198E-3</c:v>
                </c:pt>
                <c:pt idx="2267">
                  <c:v>7.954914210454361E-3</c:v>
                </c:pt>
                <c:pt idx="2268">
                  <c:v>7.9237840022790829E-3</c:v>
                </c:pt>
                <c:pt idx="2269">
                  <c:v>8.0694758403001086E-3</c:v>
                </c:pt>
                <c:pt idx="2270">
                  <c:v>7.6264400367170521E-3</c:v>
                </c:pt>
                <c:pt idx="2271">
                  <c:v>7.6319478960076657E-3</c:v>
                </c:pt>
                <c:pt idx="2272">
                  <c:v>5.3467135805139463E-3</c:v>
                </c:pt>
                <c:pt idx="2273">
                  <c:v>5.6816183016583297E-3</c:v>
                </c:pt>
                <c:pt idx="2274">
                  <c:v>5.937037828901771E-3</c:v>
                </c:pt>
                <c:pt idx="2275">
                  <c:v>5.9288917489600532E-3</c:v>
                </c:pt>
                <c:pt idx="2276">
                  <c:v>5.7274366941435272E-3</c:v>
                </c:pt>
                <c:pt idx="2277">
                  <c:v>5.749431422643044E-3</c:v>
                </c:pt>
                <c:pt idx="2278">
                  <c:v>5.5578847033137075E-3</c:v>
                </c:pt>
                <c:pt idx="2279">
                  <c:v>6.742823859803437E-3</c:v>
                </c:pt>
                <c:pt idx="2280">
                  <c:v>6.7263375010690454E-3</c:v>
                </c:pt>
                <c:pt idx="2281">
                  <c:v>6.9595331047354811E-3</c:v>
                </c:pt>
                <c:pt idx="2282">
                  <c:v>7.2333350801982478E-3</c:v>
                </c:pt>
                <c:pt idx="2283">
                  <c:v>7.3551731021070463E-3</c:v>
                </c:pt>
                <c:pt idx="2284">
                  <c:v>7.2484915348925453E-3</c:v>
                </c:pt>
                <c:pt idx="2285">
                  <c:v>7.2360938406207604E-3</c:v>
                </c:pt>
                <c:pt idx="2286">
                  <c:v>7.1721669535478655E-3</c:v>
                </c:pt>
                <c:pt idx="2287">
                  <c:v>7.3571230448275975E-3</c:v>
                </c:pt>
                <c:pt idx="2288">
                  <c:v>8.8437349154301056E-3</c:v>
                </c:pt>
                <c:pt idx="2289">
                  <c:v>8.8698093059253989E-3</c:v>
                </c:pt>
                <c:pt idx="2290">
                  <c:v>8.8955889811572521E-3</c:v>
                </c:pt>
                <c:pt idx="2291">
                  <c:v>8.9003929459083603E-3</c:v>
                </c:pt>
                <c:pt idx="2292">
                  <c:v>8.8991335036857442E-3</c:v>
                </c:pt>
                <c:pt idx="2293">
                  <c:v>9.3968501852703789E-3</c:v>
                </c:pt>
                <c:pt idx="2294">
                  <c:v>9.2795180334735647E-3</c:v>
                </c:pt>
                <c:pt idx="2295">
                  <c:v>9.3418775516532129E-3</c:v>
                </c:pt>
                <c:pt idx="2296">
                  <c:v>9.3203278932489381E-3</c:v>
                </c:pt>
                <c:pt idx="2297">
                  <c:v>9.4480994380909383E-3</c:v>
                </c:pt>
                <c:pt idx="2298">
                  <c:v>9.3715842769170471E-3</c:v>
                </c:pt>
                <c:pt idx="2299">
                  <c:v>9.2323522146884572E-3</c:v>
                </c:pt>
                <c:pt idx="2300">
                  <c:v>8.6292981187764371E-3</c:v>
                </c:pt>
                <c:pt idx="2301">
                  <c:v>8.5239125123016037E-3</c:v>
                </c:pt>
                <c:pt idx="2302">
                  <c:v>8.2477816083643112E-3</c:v>
                </c:pt>
                <c:pt idx="2303">
                  <c:v>7.9952518650832603E-3</c:v>
                </c:pt>
                <c:pt idx="2304">
                  <c:v>7.9368369827232145E-3</c:v>
                </c:pt>
                <c:pt idx="2305">
                  <c:v>9.141384740265884E-3</c:v>
                </c:pt>
                <c:pt idx="2306">
                  <c:v>9.1337764136098232E-3</c:v>
                </c:pt>
                <c:pt idx="2307">
                  <c:v>9.1333006346480013E-3</c:v>
                </c:pt>
                <c:pt idx="2308">
                  <c:v>9.0386573292350995E-3</c:v>
                </c:pt>
                <c:pt idx="2309">
                  <c:v>7.6278133810939531E-3</c:v>
                </c:pt>
                <c:pt idx="2310">
                  <c:v>7.6937231622462342E-3</c:v>
                </c:pt>
                <c:pt idx="2311">
                  <c:v>7.8082062093457055E-3</c:v>
                </c:pt>
                <c:pt idx="2312">
                  <c:v>1.1737509184165629E-2</c:v>
                </c:pt>
                <c:pt idx="2313">
                  <c:v>2.1323611395954099E-2</c:v>
                </c:pt>
                <c:pt idx="2314">
                  <c:v>2.3485695195087766E-2</c:v>
                </c:pt>
                <c:pt idx="2315">
                  <c:v>2.3450882683279946E-2</c:v>
                </c:pt>
                <c:pt idx="2316">
                  <c:v>2.3341219070415233E-2</c:v>
                </c:pt>
                <c:pt idx="2317">
                  <c:v>2.333405847822571E-2</c:v>
                </c:pt>
                <c:pt idx="2318">
                  <c:v>2.3327140028817538E-2</c:v>
                </c:pt>
                <c:pt idx="2319">
                  <c:v>2.3329871313444259E-2</c:v>
                </c:pt>
                <c:pt idx="2320">
                  <c:v>2.3304014844171928E-2</c:v>
                </c:pt>
                <c:pt idx="2321">
                  <c:v>2.3289489178217312E-2</c:v>
                </c:pt>
                <c:pt idx="2322">
                  <c:v>2.3333163806548783E-2</c:v>
                </c:pt>
                <c:pt idx="2323">
                  <c:v>2.3606062249940166E-2</c:v>
                </c:pt>
                <c:pt idx="2324">
                  <c:v>2.3574244263880322E-2</c:v>
                </c:pt>
                <c:pt idx="2325">
                  <c:v>2.352098210229922E-2</c:v>
                </c:pt>
                <c:pt idx="2326">
                  <c:v>2.3214975262959871E-2</c:v>
                </c:pt>
                <c:pt idx="2327">
                  <c:v>2.3426808471155993E-2</c:v>
                </c:pt>
                <c:pt idx="2328">
                  <c:v>2.3421155760493497E-2</c:v>
                </c:pt>
                <c:pt idx="2329">
                  <c:v>2.3400515923774526E-2</c:v>
                </c:pt>
                <c:pt idx="2330">
                  <c:v>2.3268990941770255E-2</c:v>
                </c:pt>
                <c:pt idx="2331">
                  <c:v>2.3269249721905184E-2</c:v>
                </c:pt>
                <c:pt idx="2332">
                  <c:v>2.3399754193104642E-2</c:v>
                </c:pt>
                <c:pt idx="2333">
                  <c:v>2.2054491492772766E-2</c:v>
                </c:pt>
                <c:pt idx="2334">
                  <c:v>1.1755010914907573E-2</c:v>
                </c:pt>
                <c:pt idx="2335">
                  <c:v>8.0135138933266886E-3</c:v>
                </c:pt>
                <c:pt idx="2336">
                  <c:v>8.1856292507178716E-3</c:v>
                </c:pt>
                <c:pt idx="2337">
                  <c:v>8.0080639772215686E-3</c:v>
                </c:pt>
                <c:pt idx="2338">
                  <c:v>8.2692852258432967E-3</c:v>
                </c:pt>
                <c:pt idx="2339">
                  <c:v>8.2258837378740655E-3</c:v>
                </c:pt>
                <c:pt idx="2340">
                  <c:v>8.2338762787320229E-3</c:v>
                </c:pt>
                <c:pt idx="2341">
                  <c:v>8.2033271499111667E-3</c:v>
                </c:pt>
                <c:pt idx="2342">
                  <c:v>8.2386467195105038E-3</c:v>
                </c:pt>
                <c:pt idx="2343">
                  <c:v>8.1182944419217334E-3</c:v>
                </c:pt>
                <c:pt idx="2344">
                  <c:v>7.339771384043489E-3</c:v>
                </c:pt>
                <c:pt idx="2345">
                  <c:v>7.1789638045593159E-3</c:v>
                </c:pt>
                <c:pt idx="2346">
                  <c:v>7.4896759488502435E-3</c:v>
                </c:pt>
                <c:pt idx="2347">
                  <c:v>7.7417785529558802E-3</c:v>
                </c:pt>
                <c:pt idx="2348">
                  <c:v>6.765009137920077E-3</c:v>
                </c:pt>
                <c:pt idx="2349">
                  <c:v>6.938648426448704E-3</c:v>
                </c:pt>
                <c:pt idx="2350">
                  <c:v>6.9821801822772742E-3</c:v>
                </c:pt>
                <c:pt idx="2351">
                  <c:v>6.7856887545516449E-3</c:v>
                </c:pt>
                <c:pt idx="2352">
                  <c:v>6.6956816494952547E-3</c:v>
                </c:pt>
                <c:pt idx="2353">
                  <c:v>6.5128629493889532E-3</c:v>
                </c:pt>
                <c:pt idx="2354">
                  <c:v>5.0389663547776332E-3</c:v>
                </c:pt>
                <c:pt idx="2355">
                  <c:v>7.074027004891785E-3</c:v>
                </c:pt>
                <c:pt idx="2356">
                  <c:v>7.0225081044034939E-3</c:v>
                </c:pt>
                <c:pt idx="2357">
                  <c:v>7.3454047678964685E-3</c:v>
                </c:pt>
                <c:pt idx="2358">
                  <c:v>7.2927522147594129E-3</c:v>
                </c:pt>
                <c:pt idx="2359">
                  <c:v>7.4365036132844975E-3</c:v>
                </c:pt>
                <c:pt idx="2360">
                  <c:v>7.4428916240042277E-3</c:v>
                </c:pt>
                <c:pt idx="2361">
                  <c:v>7.9655995610710875E-3</c:v>
                </c:pt>
                <c:pt idx="2362">
                  <c:v>7.8608163285438896E-3</c:v>
                </c:pt>
                <c:pt idx="2363">
                  <c:v>8.8270449652805717E-3</c:v>
                </c:pt>
                <c:pt idx="2364">
                  <c:v>8.7226751648956883E-3</c:v>
                </c:pt>
                <c:pt idx="2365">
                  <c:v>8.95072553304508E-3</c:v>
                </c:pt>
                <c:pt idx="2366">
                  <c:v>8.9455253648004496E-3</c:v>
                </c:pt>
                <c:pt idx="2367">
                  <c:v>8.8780291428716893E-3</c:v>
                </c:pt>
                <c:pt idx="2368">
                  <c:v>8.6778147806639873E-3</c:v>
                </c:pt>
                <c:pt idx="2369">
                  <c:v>8.528665334361845E-3</c:v>
                </c:pt>
                <c:pt idx="2370">
                  <c:v>8.3632028633013576E-3</c:v>
                </c:pt>
                <c:pt idx="2371">
                  <c:v>8.3673160723261308E-3</c:v>
                </c:pt>
                <c:pt idx="2372">
                  <c:v>8.3551732615011337E-3</c:v>
                </c:pt>
                <c:pt idx="2373">
                  <c:v>8.4004252285239753E-3</c:v>
                </c:pt>
                <c:pt idx="2374">
                  <c:v>8.4102039375422554E-3</c:v>
                </c:pt>
                <c:pt idx="2375">
                  <c:v>8.4219091788481359E-3</c:v>
                </c:pt>
                <c:pt idx="2376">
                  <c:v>6.4008187045481672E-3</c:v>
                </c:pt>
                <c:pt idx="2377">
                  <c:v>6.1252821775043898E-3</c:v>
                </c:pt>
                <c:pt idx="2378">
                  <c:v>7.2464513824440106E-3</c:v>
                </c:pt>
                <c:pt idx="2379">
                  <c:v>7.5836368752511315E-3</c:v>
                </c:pt>
                <c:pt idx="2380">
                  <c:v>7.4920345273330755E-3</c:v>
                </c:pt>
                <c:pt idx="2381">
                  <c:v>7.5950530311319799E-3</c:v>
                </c:pt>
                <c:pt idx="2382">
                  <c:v>7.3884402025857516E-3</c:v>
                </c:pt>
                <c:pt idx="2383">
                  <c:v>7.3372762167110382E-3</c:v>
                </c:pt>
                <c:pt idx="2384">
                  <c:v>6.6499955552853521E-3</c:v>
                </c:pt>
                <c:pt idx="2385">
                  <c:v>6.5745178425244662E-3</c:v>
                </c:pt>
                <c:pt idx="2386">
                  <c:v>6.7019042788720156E-3</c:v>
                </c:pt>
                <c:pt idx="2387">
                  <c:v>6.6767321359595695E-3</c:v>
                </c:pt>
                <c:pt idx="2388">
                  <c:v>7.1407777878028794E-3</c:v>
                </c:pt>
                <c:pt idx="2389">
                  <c:v>7.1240238187676927E-3</c:v>
                </c:pt>
                <c:pt idx="2390">
                  <c:v>7.2137356337527219E-3</c:v>
                </c:pt>
                <c:pt idx="2391">
                  <c:v>7.2137801581779815E-3</c:v>
                </c:pt>
                <c:pt idx="2392">
                  <c:v>7.1307519713998228E-3</c:v>
                </c:pt>
                <c:pt idx="2393">
                  <c:v>7.6508255361622318E-3</c:v>
                </c:pt>
                <c:pt idx="2394">
                  <c:v>8.6240164591488751E-3</c:v>
                </c:pt>
                <c:pt idx="2395">
                  <c:v>8.6419597693963828E-3</c:v>
                </c:pt>
                <c:pt idx="2396">
                  <c:v>9.8091915337248804E-3</c:v>
                </c:pt>
                <c:pt idx="2397">
                  <c:v>9.869957760797193E-3</c:v>
                </c:pt>
                <c:pt idx="2398">
                  <c:v>1.0713307217897056E-2</c:v>
                </c:pt>
                <c:pt idx="2399">
                  <c:v>1.029349606168055E-2</c:v>
                </c:pt>
                <c:pt idx="2400">
                  <c:v>1.0023267669279743E-2</c:v>
                </c:pt>
                <c:pt idx="2401">
                  <c:v>1.0256653123093042E-2</c:v>
                </c:pt>
                <c:pt idx="2402">
                  <c:v>1.0312954355762963E-2</c:v>
                </c:pt>
                <c:pt idx="2403">
                  <c:v>1.0156568425000836E-2</c:v>
                </c:pt>
                <c:pt idx="2404">
                  <c:v>1.0139033132653292E-2</c:v>
                </c:pt>
                <c:pt idx="2405">
                  <c:v>1.0102897748789429E-2</c:v>
                </c:pt>
                <c:pt idx="2406">
                  <c:v>1.0314042745994012E-2</c:v>
                </c:pt>
                <c:pt idx="2407">
                  <c:v>1.0641511762323468E-2</c:v>
                </c:pt>
                <c:pt idx="2408">
                  <c:v>1.0559131810727944E-2</c:v>
                </c:pt>
                <c:pt idx="2409">
                  <c:v>1.0303321150634778E-2</c:v>
                </c:pt>
                <c:pt idx="2410">
                  <c:v>1.0148932994190479E-2</c:v>
                </c:pt>
                <c:pt idx="2411">
                  <c:v>1.030705849281581E-2</c:v>
                </c:pt>
                <c:pt idx="2412">
                  <c:v>1.0584756518262536E-2</c:v>
                </c:pt>
                <c:pt idx="2413">
                  <c:v>1.0783315568101798E-2</c:v>
                </c:pt>
                <c:pt idx="2414">
                  <c:v>1.1788238068676227E-2</c:v>
                </c:pt>
                <c:pt idx="2415">
                  <c:v>1.1481467568018971E-2</c:v>
                </c:pt>
                <c:pt idx="2416">
                  <c:v>1.1542063522433803E-2</c:v>
                </c:pt>
                <c:pt idx="2417">
                  <c:v>1.0718489173387616E-2</c:v>
                </c:pt>
                <c:pt idx="2418">
                  <c:v>1.0773750552190582E-2</c:v>
                </c:pt>
                <c:pt idx="2419">
                  <c:v>1.0664287344978486E-2</c:v>
                </c:pt>
                <c:pt idx="2420">
                  <c:v>1.0461211128580464E-2</c:v>
                </c:pt>
                <c:pt idx="2421">
                  <c:v>1.0637709458005816E-2</c:v>
                </c:pt>
                <c:pt idx="2422">
                  <c:v>1.0538659248962556E-2</c:v>
                </c:pt>
                <c:pt idx="2423">
                  <c:v>1.0488178142893292E-2</c:v>
                </c:pt>
                <c:pt idx="2424">
                  <c:v>1.0576676605670368E-2</c:v>
                </c:pt>
                <c:pt idx="2425">
                  <c:v>1.1449528454023769E-2</c:v>
                </c:pt>
                <c:pt idx="2426">
                  <c:v>1.1473694534095132E-2</c:v>
                </c:pt>
                <c:pt idx="2427">
                  <c:v>1.1356044054105157E-2</c:v>
                </c:pt>
                <c:pt idx="2428">
                  <c:v>1.0811313914922113E-2</c:v>
                </c:pt>
                <c:pt idx="2429">
                  <c:v>1.0838898024201415E-2</c:v>
                </c:pt>
                <c:pt idx="2430">
                  <c:v>1.1038212404476834E-2</c:v>
                </c:pt>
                <c:pt idx="2431">
                  <c:v>1.1951983674192769E-2</c:v>
                </c:pt>
                <c:pt idx="2432">
                  <c:v>1.1904618980071002E-2</c:v>
                </c:pt>
                <c:pt idx="2433">
                  <c:v>1.1391327557002019E-2</c:v>
                </c:pt>
                <c:pt idx="2434">
                  <c:v>1.1405444652533413E-2</c:v>
                </c:pt>
                <c:pt idx="2435">
                  <c:v>1.0463079884895641E-2</c:v>
                </c:pt>
                <c:pt idx="2436">
                  <c:v>1.0229577584005417E-2</c:v>
                </c:pt>
                <c:pt idx="2437">
                  <c:v>1.0373461719553735E-2</c:v>
                </c:pt>
                <c:pt idx="2438">
                  <c:v>1.0573902325088178E-2</c:v>
                </c:pt>
                <c:pt idx="2439">
                  <c:v>1.0345833200924729E-2</c:v>
                </c:pt>
                <c:pt idx="2440">
                  <c:v>9.5951362672732753E-3</c:v>
                </c:pt>
                <c:pt idx="2441">
                  <c:v>9.6163942842183766E-3</c:v>
                </c:pt>
                <c:pt idx="2442">
                  <c:v>9.4155103195574692E-3</c:v>
                </c:pt>
                <c:pt idx="2443">
                  <c:v>9.2934691546112842E-3</c:v>
                </c:pt>
                <c:pt idx="2444">
                  <c:v>9.2963847704255302E-3</c:v>
                </c:pt>
                <c:pt idx="2445">
                  <c:v>8.6929812205855782E-3</c:v>
                </c:pt>
                <c:pt idx="2446">
                  <c:v>6.9281333773835423E-3</c:v>
                </c:pt>
                <c:pt idx="2447">
                  <c:v>7.8771733411146135E-3</c:v>
                </c:pt>
                <c:pt idx="2448">
                  <c:v>8.5759153753911729E-3</c:v>
                </c:pt>
                <c:pt idx="2449">
                  <c:v>8.9512442041784854E-3</c:v>
                </c:pt>
                <c:pt idx="2450">
                  <c:v>9.5979862068882281E-3</c:v>
                </c:pt>
                <c:pt idx="2451">
                  <c:v>9.3189954931417063E-3</c:v>
                </c:pt>
                <c:pt idx="2452">
                  <c:v>8.0162296438030436E-3</c:v>
                </c:pt>
                <c:pt idx="2453">
                  <c:v>8.0155114283899532E-3</c:v>
                </c:pt>
                <c:pt idx="2454">
                  <c:v>8.0286562206007637E-3</c:v>
                </c:pt>
                <c:pt idx="2455">
                  <c:v>8.0061471660535857E-3</c:v>
                </c:pt>
                <c:pt idx="2456">
                  <c:v>7.9625009656026386E-3</c:v>
                </c:pt>
                <c:pt idx="2457">
                  <c:v>8.0260987218136563E-3</c:v>
                </c:pt>
                <c:pt idx="2458">
                  <c:v>7.9823689235627177E-3</c:v>
                </c:pt>
                <c:pt idx="2459">
                  <c:v>7.8454505674695925E-3</c:v>
                </c:pt>
                <c:pt idx="2460">
                  <c:v>8.6075393881545736E-3</c:v>
                </c:pt>
                <c:pt idx="2461">
                  <c:v>8.8230814742528262E-3</c:v>
                </c:pt>
                <c:pt idx="2462">
                  <c:v>8.8684034822417122E-3</c:v>
                </c:pt>
                <c:pt idx="2463">
                  <c:v>8.7706764480643962E-3</c:v>
                </c:pt>
                <c:pt idx="2464">
                  <c:v>9.1411033169276693E-3</c:v>
                </c:pt>
                <c:pt idx="2465">
                  <c:v>9.3885092986366533E-3</c:v>
                </c:pt>
                <c:pt idx="2466">
                  <c:v>9.9727187968277047E-3</c:v>
                </c:pt>
                <c:pt idx="2467">
                  <c:v>9.9845945497346825E-3</c:v>
                </c:pt>
                <c:pt idx="2468">
                  <c:v>1.0264387017881585E-2</c:v>
                </c:pt>
                <c:pt idx="2469">
                  <c:v>1.0359322928555315E-2</c:v>
                </c:pt>
                <c:pt idx="2470">
                  <c:v>1.1081865885609856E-2</c:v>
                </c:pt>
                <c:pt idx="2471">
                  <c:v>1.1080130630086921E-2</c:v>
                </c:pt>
                <c:pt idx="2472">
                  <c:v>1.0745861948847798E-2</c:v>
                </c:pt>
                <c:pt idx="2473">
                  <c:v>1.0744682354094611E-2</c:v>
                </c:pt>
                <c:pt idx="2474">
                  <c:v>1.0749958268220996E-2</c:v>
                </c:pt>
                <c:pt idx="2475">
                  <c:v>1.0704640707170868E-2</c:v>
                </c:pt>
                <c:pt idx="2476">
                  <c:v>1.148781632672017E-2</c:v>
                </c:pt>
                <c:pt idx="2477">
                  <c:v>1.1621379916695259E-2</c:v>
                </c:pt>
                <c:pt idx="2478">
                  <c:v>1.160037271562076E-2</c:v>
                </c:pt>
                <c:pt idx="2479">
                  <c:v>1.1382361246881073E-2</c:v>
                </c:pt>
                <c:pt idx="2480">
                  <c:v>1.1144087014955919E-2</c:v>
                </c:pt>
                <c:pt idx="2481">
                  <c:v>1.0274843878204855E-2</c:v>
                </c:pt>
                <c:pt idx="2482">
                  <c:v>1.1088291274930119E-2</c:v>
                </c:pt>
                <c:pt idx="2483">
                  <c:v>1.0984131047731537E-2</c:v>
                </c:pt>
                <c:pt idx="2484">
                  <c:v>1.0859799933975924E-2</c:v>
                </c:pt>
                <c:pt idx="2485">
                  <c:v>1.0273898566324022E-2</c:v>
                </c:pt>
                <c:pt idx="2486">
                  <c:v>9.7099935401782928E-3</c:v>
                </c:pt>
                <c:pt idx="2487">
                  <c:v>9.7012095759653402E-3</c:v>
                </c:pt>
                <c:pt idx="2488">
                  <c:v>9.7027416507597924E-3</c:v>
                </c:pt>
                <c:pt idx="2489">
                  <c:v>9.442927331792134E-3</c:v>
                </c:pt>
                <c:pt idx="2490">
                  <c:v>8.8883097619893436E-3</c:v>
                </c:pt>
                <c:pt idx="2491">
                  <c:v>8.1211252846781264E-3</c:v>
                </c:pt>
                <c:pt idx="2492">
                  <c:v>7.333609445425741E-3</c:v>
                </c:pt>
                <c:pt idx="2493">
                  <c:v>7.5934173921515403E-3</c:v>
                </c:pt>
                <c:pt idx="2494">
                  <c:v>7.65249878111199E-3</c:v>
                </c:pt>
                <c:pt idx="2495">
                  <c:v>7.7633606028077043E-3</c:v>
                </c:pt>
                <c:pt idx="2496">
                  <c:v>7.784147385392853E-3</c:v>
                </c:pt>
                <c:pt idx="2497">
                  <c:v>6.8583338133386355E-3</c:v>
                </c:pt>
                <c:pt idx="2498">
                  <c:v>6.7415577038491313E-3</c:v>
                </c:pt>
                <c:pt idx="2499">
                  <c:v>6.9013920985863614E-3</c:v>
                </c:pt>
                <c:pt idx="2500">
                  <c:v>6.7823146143371369E-3</c:v>
                </c:pt>
                <c:pt idx="2501">
                  <c:v>6.8415794715267339E-3</c:v>
                </c:pt>
                <c:pt idx="2502">
                  <c:v>6.8807579404808654E-3</c:v>
                </c:pt>
                <c:pt idx="2503">
                  <c:v>5.2401919410101873E-3</c:v>
                </c:pt>
                <c:pt idx="2504">
                  <c:v>5.1098033602121756E-3</c:v>
                </c:pt>
                <c:pt idx="2505">
                  <c:v>5.1472625233635111E-3</c:v>
                </c:pt>
                <c:pt idx="2506">
                  <c:v>5.2610508740460662E-3</c:v>
                </c:pt>
                <c:pt idx="2507">
                  <c:v>5.4345075884764732E-3</c:v>
                </c:pt>
                <c:pt idx="2508">
                  <c:v>4.9690230565239196E-3</c:v>
                </c:pt>
                <c:pt idx="2509">
                  <c:v>5.1947254321787744E-3</c:v>
                </c:pt>
                <c:pt idx="2510">
                  <c:v>6.9024932751903896E-3</c:v>
                </c:pt>
                <c:pt idx="2511">
                  <c:v>6.9975733659434517E-3</c:v>
                </c:pt>
                <c:pt idx="2512">
                  <c:v>7.1263891646899209E-3</c:v>
                </c:pt>
                <c:pt idx="2513">
                  <c:v>7.3624005706866827E-3</c:v>
                </c:pt>
                <c:pt idx="2514">
                  <c:v>8.4479059420738724E-3</c:v>
                </c:pt>
                <c:pt idx="2515">
                  <c:v>8.3550384371726596E-3</c:v>
                </c:pt>
                <c:pt idx="2516">
                  <c:v>8.3876565819134066E-3</c:v>
                </c:pt>
                <c:pt idx="2517">
                  <c:v>8.1981746660617482E-3</c:v>
                </c:pt>
              </c:numCache>
            </c:numRef>
          </c:val>
          <c:smooth val="0"/>
          <c:extLst>
            <c:ext xmlns:c16="http://schemas.microsoft.com/office/drawing/2014/chart" uri="{C3380CC4-5D6E-409C-BE32-E72D297353CC}">
              <c16:uniqueId val="{00000001-3DC3-EB4D-B486-250D242CA728}"/>
            </c:ext>
          </c:extLst>
        </c:ser>
        <c:ser>
          <c:idx val="2"/>
          <c:order val="2"/>
          <c:tx>
            <c:strRef>
              <c:f>'Volatility Analysis'!$CJ$5:$CJ$26</c:f>
              <c:strCache>
                <c:ptCount val="22"/>
                <c:pt idx="0">
                  <c:v>NIFTY Pharma</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'Volatility Analysis'!$CG$27:$CG$2544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'Volatility Analysis'!$CJ$27:$CJ$2544</c:f>
              <c:numCache>
                <c:formatCode>0.00%</c:formatCode>
                <c:ptCount val="2518"/>
                <c:pt idx="0">
                  <c:v>1.0447384554354603E-2</c:v>
                </c:pt>
                <c:pt idx="1">
                  <c:v>1.0374694105968946E-2</c:v>
                </c:pt>
                <c:pt idx="2">
                  <c:v>1.0715893668503916E-2</c:v>
                </c:pt>
                <c:pt idx="3">
                  <c:v>1.0730086349578914E-2</c:v>
                </c:pt>
                <c:pt idx="4">
                  <c:v>8.9289969045240128E-3</c:v>
                </c:pt>
                <c:pt idx="5">
                  <c:v>9.9583915567927582E-3</c:v>
                </c:pt>
                <c:pt idx="6">
                  <c:v>9.8042121886916436E-3</c:v>
                </c:pt>
                <c:pt idx="7">
                  <c:v>9.1137565764235085E-3</c:v>
                </c:pt>
                <c:pt idx="8">
                  <c:v>9.2717362849965741E-3</c:v>
                </c:pt>
                <c:pt idx="9">
                  <c:v>9.9249172587765905E-3</c:v>
                </c:pt>
                <c:pt idx="10">
                  <c:v>9.9676778801324611E-3</c:v>
                </c:pt>
                <c:pt idx="11">
                  <c:v>1.0366983504621697E-2</c:v>
                </c:pt>
                <c:pt idx="12">
                  <c:v>1.0019413870777026E-2</c:v>
                </c:pt>
                <c:pt idx="13">
                  <c:v>9.7378719961808587E-3</c:v>
                </c:pt>
                <c:pt idx="14">
                  <c:v>9.7330418077256637E-3</c:v>
                </c:pt>
                <c:pt idx="15">
                  <c:v>1.0017648089372328E-2</c:v>
                </c:pt>
                <c:pt idx="16">
                  <c:v>9.3899753769613355E-3</c:v>
                </c:pt>
                <c:pt idx="17">
                  <c:v>9.6404106589250919E-3</c:v>
                </c:pt>
                <c:pt idx="18">
                  <c:v>9.9006289267895044E-3</c:v>
                </c:pt>
                <c:pt idx="19">
                  <c:v>1.0308435797549127E-2</c:v>
                </c:pt>
                <c:pt idx="20">
                  <c:v>1.0823103034280137E-2</c:v>
                </c:pt>
                <c:pt idx="21">
                  <c:v>1.1496955187971095E-2</c:v>
                </c:pt>
                <c:pt idx="22">
                  <c:v>1.1594241676465687E-2</c:v>
                </c:pt>
                <c:pt idx="23">
                  <c:v>1.1517896801853406E-2</c:v>
                </c:pt>
                <c:pt idx="24">
                  <c:v>1.2388686464823636E-2</c:v>
                </c:pt>
                <c:pt idx="25">
                  <c:v>1.2030975596525608E-2</c:v>
                </c:pt>
                <c:pt idx="26">
                  <c:v>1.1118871841322658E-2</c:v>
                </c:pt>
                <c:pt idx="27">
                  <c:v>1.1429008776065936E-2</c:v>
                </c:pt>
                <c:pt idx="28">
                  <c:v>1.1449013149979464E-2</c:v>
                </c:pt>
                <c:pt idx="29">
                  <c:v>1.2165886349874309E-2</c:v>
                </c:pt>
                <c:pt idx="30">
                  <c:v>1.1792129446376884E-2</c:v>
                </c:pt>
                <c:pt idx="31">
                  <c:v>1.1934346393284655E-2</c:v>
                </c:pt>
                <c:pt idx="32">
                  <c:v>1.1577716882799041E-2</c:v>
                </c:pt>
                <c:pt idx="33">
                  <c:v>1.1578047602659578E-2</c:v>
                </c:pt>
                <c:pt idx="34">
                  <c:v>1.2198180829054175E-2</c:v>
                </c:pt>
                <c:pt idx="35">
                  <c:v>1.2210017812239852E-2</c:v>
                </c:pt>
                <c:pt idx="36">
                  <c:v>1.2263333637472163E-2</c:v>
                </c:pt>
                <c:pt idx="37">
                  <c:v>1.2246356703140761E-2</c:v>
                </c:pt>
                <c:pt idx="38">
                  <c:v>1.2844679115604652E-2</c:v>
                </c:pt>
                <c:pt idx="39">
                  <c:v>1.2658365582768885E-2</c:v>
                </c:pt>
                <c:pt idx="40">
                  <c:v>1.257728571125457E-2</c:v>
                </c:pt>
                <c:pt idx="41">
                  <c:v>1.2101344596930356E-2</c:v>
                </c:pt>
                <c:pt idx="42">
                  <c:v>1.234585918320992E-2</c:v>
                </c:pt>
                <c:pt idx="43">
                  <c:v>1.5979088080625061E-2</c:v>
                </c:pt>
                <c:pt idx="44">
                  <c:v>1.5990724538831026E-2</c:v>
                </c:pt>
                <c:pt idx="45">
                  <c:v>1.5363417776977889E-2</c:v>
                </c:pt>
                <c:pt idx="46">
                  <c:v>1.6309689311925026E-2</c:v>
                </c:pt>
                <c:pt idx="47">
                  <c:v>1.6297778295688306E-2</c:v>
                </c:pt>
                <c:pt idx="48">
                  <c:v>1.6260170447903212E-2</c:v>
                </c:pt>
                <c:pt idx="49">
                  <c:v>1.6857756862635451E-2</c:v>
                </c:pt>
                <c:pt idx="50">
                  <c:v>1.7038150601471725E-2</c:v>
                </c:pt>
                <c:pt idx="51">
                  <c:v>1.8773285819838118E-2</c:v>
                </c:pt>
                <c:pt idx="52">
                  <c:v>1.8369884723677281E-2</c:v>
                </c:pt>
                <c:pt idx="53">
                  <c:v>2.0072869272271043E-2</c:v>
                </c:pt>
                <c:pt idx="54">
                  <c:v>2.0239109156212211E-2</c:v>
                </c:pt>
                <c:pt idx="55">
                  <c:v>2.0161836788122754E-2</c:v>
                </c:pt>
                <c:pt idx="56">
                  <c:v>2.0197668208595535E-2</c:v>
                </c:pt>
                <c:pt idx="57">
                  <c:v>2.0284301138802162E-2</c:v>
                </c:pt>
                <c:pt idx="58">
                  <c:v>2.0313267771869471E-2</c:v>
                </c:pt>
                <c:pt idx="59">
                  <c:v>2.0070614525203961E-2</c:v>
                </c:pt>
                <c:pt idx="60">
                  <c:v>2.005404656170881E-2</c:v>
                </c:pt>
                <c:pt idx="61">
                  <c:v>2.0645441719357553E-2</c:v>
                </c:pt>
                <c:pt idx="62">
                  <c:v>2.0501642105839372E-2</c:v>
                </c:pt>
                <c:pt idx="63">
                  <c:v>2.0528240893523939E-2</c:v>
                </c:pt>
                <c:pt idx="64">
                  <c:v>1.6271204835917933E-2</c:v>
                </c:pt>
                <c:pt idx="65">
                  <c:v>1.7249185258561794E-2</c:v>
                </c:pt>
                <c:pt idx="66">
                  <c:v>1.7889983526903384E-2</c:v>
                </c:pt>
                <c:pt idx="67">
                  <c:v>1.7545314625906052E-2</c:v>
                </c:pt>
                <c:pt idx="68">
                  <c:v>1.7583392311237209E-2</c:v>
                </c:pt>
                <c:pt idx="69">
                  <c:v>1.6962371697456895E-2</c:v>
                </c:pt>
                <c:pt idx="70">
                  <c:v>1.6846636704843872E-2</c:v>
                </c:pt>
                <c:pt idx="71">
                  <c:v>1.7100288918035882E-2</c:v>
                </c:pt>
                <c:pt idx="72">
                  <c:v>1.5616932960569882E-2</c:v>
                </c:pt>
                <c:pt idx="73">
                  <c:v>1.5619135168038711E-2</c:v>
                </c:pt>
                <c:pt idx="74">
                  <c:v>1.3243422561944083E-2</c:v>
                </c:pt>
                <c:pt idx="75">
                  <c:v>1.3196135243561761E-2</c:v>
                </c:pt>
                <c:pt idx="76">
                  <c:v>1.2997630750716542E-2</c:v>
                </c:pt>
                <c:pt idx="77">
                  <c:v>1.2939868899226313E-2</c:v>
                </c:pt>
                <c:pt idx="78">
                  <c:v>1.1570032075426387E-2</c:v>
                </c:pt>
                <c:pt idx="79">
                  <c:v>1.216453144909284E-2</c:v>
                </c:pt>
                <c:pt idx="80">
                  <c:v>1.2574560919468472E-2</c:v>
                </c:pt>
                <c:pt idx="81">
                  <c:v>1.4878552772102954E-2</c:v>
                </c:pt>
                <c:pt idx="82">
                  <c:v>1.4258774037363253E-2</c:v>
                </c:pt>
                <c:pt idx="83">
                  <c:v>1.4395083074550645E-2</c:v>
                </c:pt>
                <c:pt idx="84">
                  <c:v>1.3222523751391713E-2</c:v>
                </c:pt>
                <c:pt idx="85">
                  <c:v>1.3047817168849401E-2</c:v>
                </c:pt>
                <c:pt idx="86">
                  <c:v>1.2393151274716787E-2</c:v>
                </c:pt>
                <c:pt idx="87">
                  <c:v>1.1989678950874164E-2</c:v>
                </c:pt>
                <c:pt idx="88">
                  <c:v>1.227413547153282E-2</c:v>
                </c:pt>
                <c:pt idx="89">
                  <c:v>1.2497150278658813E-2</c:v>
                </c:pt>
                <c:pt idx="90">
                  <c:v>1.2550328785564425E-2</c:v>
                </c:pt>
                <c:pt idx="91">
                  <c:v>1.2825397206166735E-2</c:v>
                </c:pt>
                <c:pt idx="92">
                  <c:v>1.2151114135818734E-2</c:v>
                </c:pt>
                <c:pt idx="93">
                  <c:v>1.3017448393899688E-2</c:v>
                </c:pt>
                <c:pt idx="94">
                  <c:v>1.3462156625258265E-2</c:v>
                </c:pt>
                <c:pt idx="95">
                  <c:v>1.3430696539975216E-2</c:v>
                </c:pt>
                <c:pt idx="96">
                  <c:v>1.3223243270699389E-2</c:v>
                </c:pt>
                <c:pt idx="97">
                  <c:v>1.3264041992409896E-2</c:v>
                </c:pt>
                <c:pt idx="98">
                  <c:v>1.3430831786573899E-2</c:v>
                </c:pt>
                <c:pt idx="99">
                  <c:v>1.3435767457480818E-2</c:v>
                </c:pt>
                <c:pt idx="100">
                  <c:v>1.313360718289404E-2</c:v>
                </c:pt>
                <c:pt idx="101">
                  <c:v>1.2720262803124079E-2</c:v>
                </c:pt>
                <c:pt idx="102">
                  <c:v>1.1566935763608462E-2</c:v>
                </c:pt>
                <c:pt idx="103">
                  <c:v>1.1052225821705874E-2</c:v>
                </c:pt>
                <c:pt idx="104">
                  <c:v>1.0656411988625308E-2</c:v>
                </c:pt>
                <c:pt idx="105">
                  <c:v>1.0352806359376996E-2</c:v>
                </c:pt>
                <c:pt idx="106">
                  <c:v>1.0736817850533244E-2</c:v>
                </c:pt>
                <c:pt idx="107">
                  <c:v>1.0240209358287755E-2</c:v>
                </c:pt>
                <c:pt idx="108">
                  <c:v>9.4139951273472227E-3</c:v>
                </c:pt>
                <c:pt idx="109">
                  <c:v>9.383654195512299E-3</c:v>
                </c:pt>
                <c:pt idx="110">
                  <c:v>8.4928450038981602E-3</c:v>
                </c:pt>
                <c:pt idx="111">
                  <c:v>8.6265439830018938E-3</c:v>
                </c:pt>
                <c:pt idx="112">
                  <c:v>8.5480353796979023E-3</c:v>
                </c:pt>
                <c:pt idx="113">
                  <c:v>8.5671204556708701E-3</c:v>
                </c:pt>
                <c:pt idx="114">
                  <c:v>8.2166475057885158E-3</c:v>
                </c:pt>
                <c:pt idx="115">
                  <c:v>8.0081255873709727E-3</c:v>
                </c:pt>
                <c:pt idx="116">
                  <c:v>7.8554735307182575E-3</c:v>
                </c:pt>
                <c:pt idx="117">
                  <c:v>1.8168126753897736E-2</c:v>
                </c:pt>
                <c:pt idx="118">
                  <c:v>1.8258784121600504E-2</c:v>
                </c:pt>
                <c:pt idx="119">
                  <c:v>1.8348054285207704E-2</c:v>
                </c:pt>
                <c:pt idx="120">
                  <c:v>1.8384173551908713E-2</c:v>
                </c:pt>
                <c:pt idx="121">
                  <c:v>1.8638813230806298E-2</c:v>
                </c:pt>
                <c:pt idx="122">
                  <c:v>1.8637286211418462E-2</c:v>
                </c:pt>
                <c:pt idx="123">
                  <c:v>1.7925711756530856E-2</c:v>
                </c:pt>
                <c:pt idx="124">
                  <c:v>1.7991045232784449E-2</c:v>
                </c:pt>
                <c:pt idx="125">
                  <c:v>1.8679939024789771E-2</c:v>
                </c:pt>
                <c:pt idx="126">
                  <c:v>1.8647475959327236E-2</c:v>
                </c:pt>
                <c:pt idx="127">
                  <c:v>1.8303055071570363E-2</c:v>
                </c:pt>
                <c:pt idx="128">
                  <c:v>1.8684051568895858E-2</c:v>
                </c:pt>
                <c:pt idx="129">
                  <c:v>1.8686708626817355E-2</c:v>
                </c:pt>
                <c:pt idx="130">
                  <c:v>1.8729197501933758E-2</c:v>
                </c:pt>
                <c:pt idx="131">
                  <c:v>1.8588475315198222E-2</c:v>
                </c:pt>
                <c:pt idx="132">
                  <c:v>1.8375265410374222E-2</c:v>
                </c:pt>
                <c:pt idx="133">
                  <c:v>1.8463194549889695E-2</c:v>
                </c:pt>
                <c:pt idx="134">
                  <c:v>1.8498968809383707E-2</c:v>
                </c:pt>
                <c:pt idx="135">
                  <c:v>1.8720146828810531E-2</c:v>
                </c:pt>
                <c:pt idx="136">
                  <c:v>1.8695030612416685E-2</c:v>
                </c:pt>
                <c:pt idx="137">
                  <c:v>1.8769822756241533E-2</c:v>
                </c:pt>
                <c:pt idx="138">
                  <c:v>1.1340833073242284E-2</c:v>
                </c:pt>
                <c:pt idx="139">
                  <c:v>1.1330845928222203E-2</c:v>
                </c:pt>
                <c:pt idx="140">
                  <c:v>1.1011177302397451E-2</c:v>
                </c:pt>
                <c:pt idx="141">
                  <c:v>1.7945152530966828E-2</c:v>
                </c:pt>
                <c:pt idx="142">
                  <c:v>1.7647407569014988E-2</c:v>
                </c:pt>
                <c:pt idx="143">
                  <c:v>1.7651621851857577E-2</c:v>
                </c:pt>
                <c:pt idx="144">
                  <c:v>1.8584099092818895E-2</c:v>
                </c:pt>
                <c:pt idx="145">
                  <c:v>1.8647059013202075E-2</c:v>
                </c:pt>
                <c:pt idx="146">
                  <c:v>1.8538891332627275E-2</c:v>
                </c:pt>
                <c:pt idx="147">
                  <c:v>1.8996658808316601E-2</c:v>
                </c:pt>
                <c:pt idx="148">
                  <c:v>1.9275957064150653E-2</c:v>
                </c:pt>
                <c:pt idx="149">
                  <c:v>1.8976628626895177E-2</c:v>
                </c:pt>
                <c:pt idx="150">
                  <c:v>1.9565962415168996E-2</c:v>
                </c:pt>
                <c:pt idx="151">
                  <c:v>2.0136508230149768E-2</c:v>
                </c:pt>
                <c:pt idx="152">
                  <c:v>2.0224258088099557E-2</c:v>
                </c:pt>
                <c:pt idx="153">
                  <c:v>2.0237752065913821E-2</c:v>
                </c:pt>
                <c:pt idx="154">
                  <c:v>2.0070461723367249E-2</c:v>
                </c:pt>
                <c:pt idx="155">
                  <c:v>1.9882670380317113E-2</c:v>
                </c:pt>
                <c:pt idx="156">
                  <c:v>1.9673334287382372E-2</c:v>
                </c:pt>
                <c:pt idx="157">
                  <c:v>1.9671384723226916E-2</c:v>
                </c:pt>
                <c:pt idx="158">
                  <c:v>1.9835201229697175E-2</c:v>
                </c:pt>
                <c:pt idx="159">
                  <c:v>1.8928599860347943E-2</c:v>
                </c:pt>
                <c:pt idx="160">
                  <c:v>1.8743938224607924E-2</c:v>
                </c:pt>
                <c:pt idx="161">
                  <c:v>1.8731531026812232E-2</c:v>
                </c:pt>
                <c:pt idx="162">
                  <c:v>1.3282861929224864E-2</c:v>
                </c:pt>
                <c:pt idx="163">
                  <c:v>1.3222989918295194E-2</c:v>
                </c:pt>
                <c:pt idx="164">
                  <c:v>1.2935524495395173E-2</c:v>
                </c:pt>
                <c:pt idx="165">
                  <c:v>1.1391955368720346E-2</c:v>
                </c:pt>
                <c:pt idx="166">
                  <c:v>1.2034205829450646E-2</c:v>
                </c:pt>
                <c:pt idx="167">
                  <c:v>1.1721671045506903E-2</c:v>
                </c:pt>
                <c:pt idx="168">
                  <c:v>1.1177520343645964E-2</c:v>
                </c:pt>
                <c:pt idx="169">
                  <c:v>1.0902965043703472E-2</c:v>
                </c:pt>
                <c:pt idx="170">
                  <c:v>1.0887675832734464E-2</c:v>
                </c:pt>
                <c:pt idx="171">
                  <c:v>9.6290348205727693E-3</c:v>
                </c:pt>
                <c:pt idx="172">
                  <c:v>7.7276639128083533E-3</c:v>
                </c:pt>
                <c:pt idx="173">
                  <c:v>8.4663418369900541E-3</c:v>
                </c:pt>
                <c:pt idx="174">
                  <c:v>8.4861637484932115E-3</c:v>
                </c:pt>
                <c:pt idx="175">
                  <c:v>8.3543334744604087E-3</c:v>
                </c:pt>
                <c:pt idx="176">
                  <c:v>8.3710233936366198E-3</c:v>
                </c:pt>
                <c:pt idx="177">
                  <c:v>8.0952914156747439E-3</c:v>
                </c:pt>
                <c:pt idx="178">
                  <c:v>8.5334026705340578E-3</c:v>
                </c:pt>
                <c:pt idx="179">
                  <c:v>8.5309018713369787E-3</c:v>
                </c:pt>
                <c:pt idx="180">
                  <c:v>8.8728389681380377E-3</c:v>
                </c:pt>
                <c:pt idx="181">
                  <c:v>8.8228509460062544E-3</c:v>
                </c:pt>
                <c:pt idx="182">
                  <c:v>8.7793354916437544E-3</c:v>
                </c:pt>
                <c:pt idx="183">
                  <c:v>8.7691754378692293E-3</c:v>
                </c:pt>
                <c:pt idx="184">
                  <c:v>8.8134312490107027E-3</c:v>
                </c:pt>
                <c:pt idx="185">
                  <c:v>9.0109860686805963E-3</c:v>
                </c:pt>
                <c:pt idx="186">
                  <c:v>8.7404404246405245E-3</c:v>
                </c:pt>
                <c:pt idx="187">
                  <c:v>8.3869539631849579E-3</c:v>
                </c:pt>
                <c:pt idx="188">
                  <c:v>7.4740825590368567E-3</c:v>
                </c:pt>
                <c:pt idx="189">
                  <c:v>7.7637995162229351E-3</c:v>
                </c:pt>
                <c:pt idx="190">
                  <c:v>8.7195173041287165E-3</c:v>
                </c:pt>
                <c:pt idx="191">
                  <c:v>1.0728901044038005E-2</c:v>
                </c:pt>
                <c:pt idx="192">
                  <c:v>1.1200985294197071E-2</c:v>
                </c:pt>
                <c:pt idx="193">
                  <c:v>1.2356590155380582E-2</c:v>
                </c:pt>
                <c:pt idx="194">
                  <c:v>1.2342056150516438E-2</c:v>
                </c:pt>
                <c:pt idx="195">
                  <c:v>1.2386391971483697E-2</c:v>
                </c:pt>
                <c:pt idx="196">
                  <c:v>1.249389764501042E-2</c:v>
                </c:pt>
                <c:pt idx="197">
                  <c:v>1.2759535228209362E-2</c:v>
                </c:pt>
                <c:pt idx="198">
                  <c:v>1.2638831785048078E-2</c:v>
                </c:pt>
                <c:pt idx="199">
                  <c:v>1.1657374522670679E-2</c:v>
                </c:pt>
                <c:pt idx="200">
                  <c:v>1.1768059455639083E-2</c:v>
                </c:pt>
                <c:pt idx="201">
                  <c:v>1.1862259148871864E-2</c:v>
                </c:pt>
                <c:pt idx="202">
                  <c:v>1.1604046061761752E-2</c:v>
                </c:pt>
                <c:pt idx="203">
                  <c:v>1.1563408350259756E-2</c:v>
                </c:pt>
                <c:pt idx="204">
                  <c:v>1.1622760702047867E-2</c:v>
                </c:pt>
                <c:pt idx="205">
                  <c:v>1.1621694802191896E-2</c:v>
                </c:pt>
                <c:pt idx="206">
                  <c:v>1.2154449582463287E-2</c:v>
                </c:pt>
                <c:pt idx="207">
                  <c:v>1.2204978076350461E-2</c:v>
                </c:pt>
                <c:pt idx="208">
                  <c:v>1.2226764813389714E-2</c:v>
                </c:pt>
                <c:pt idx="209">
                  <c:v>1.2337878967359876E-2</c:v>
                </c:pt>
                <c:pt idx="210">
                  <c:v>1.2732161897028027E-2</c:v>
                </c:pt>
                <c:pt idx="211">
                  <c:v>1.2209304861397877E-2</c:v>
                </c:pt>
                <c:pt idx="212">
                  <c:v>1.1080181869013099E-2</c:v>
                </c:pt>
                <c:pt idx="213">
                  <c:v>1.0463725116337932E-2</c:v>
                </c:pt>
                <c:pt idx="214">
                  <c:v>8.2023378360488366E-3</c:v>
                </c:pt>
                <c:pt idx="215">
                  <c:v>8.4943394436068995E-3</c:v>
                </c:pt>
                <c:pt idx="216">
                  <c:v>8.5918987621775526E-3</c:v>
                </c:pt>
                <c:pt idx="217">
                  <c:v>8.6366849984720259E-3</c:v>
                </c:pt>
                <c:pt idx="218">
                  <c:v>8.8507616194927162E-3</c:v>
                </c:pt>
                <c:pt idx="219">
                  <c:v>8.9453690515058151E-3</c:v>
                </c:pt>
                <c:pt idx="220">
                  <c:v>9.130985964590289E-3</c:v>
                </c:pt>
                <c:pt idx="221">
                  <c:v>9.165073028465932E-3</c:v>
                </c:pt>
                <c:pt idx="222">
                  <c:v>9.9978193805915026E-3</c:v>
                </c:pt>
                <c:pt idx="223">
                  <c:v>9.8680807190908403E-3</c:v>
                </c:pt>
                <c:pt idx="224">
                  <c:v>1.0383048789777074E-2</c:v>
                </c:pt>
                <c:pt idx="225">
                  <c:v>1.0383470783899488E-2</c:v>
                </c:pt>
                <c:pt idx="226">
                  <c:v>1.0269513674776423E-2</c:v>
                </c:pt>
                <c:pt idx="227">
                  <c:v>1.013498812653927E-2</c:v>
                </c:pt>
                <c:pt idx="228">
                  <c:v>9.9511021383070618E-3</c:v>
                </c:pt>
                <c:pt idx="229">
                  <c:v>1.0685196587716366E-2</c:v>
                </c:pt>
                <c:pt idx="230">
                  <c:v>1.063912511053188E-2</c:v>
                </c:pt>
                <c:pt idx="231">
                  <c:v>1.0481803759011041E-2</c:v>
                </c:pt>
                <c:pt idx="232">
                  <c:v>1.0923469345667439E-2</c:v>
                </c:pt>
                <c:pt idx="233">
                  <c:v>9.9403940438872063E-3</c:v>
                </c:pt>
                <c:pt idx="234">
                  <c:v>1.0587422867075022E-2</c:v>
                </c:pt>
                <c:pt idx="235">
                  <c:v>1.0615412796052539E-2</c:v>
                </c:pt>
                <c:pt idx="236">
                  <c:v>1.0402520869477922E-2</c:v>
                </c:pt>
                <c:pt idx="237">
                  <c:v>1.0359215426848445E-2</c:v>
                </c:pt>
                <c:pt idx="238">
                  <c:v>1.0368783518387771E-2</c:v>
                </c:pt>
                <c:pt idx="239">
                  <c:v>1.0289238445923742E-2</c:v>
                </c:pt>
                <c:pt idx="240">
                  <c:v>1.06377250976085E-2</c:v>
                </c:pt>
                <c:pt idx="241">
                  <c:v>1.0605018899019117E-2</c:v>
                </c:pt>
                <c:pt idx="242">
                  <c:v>1.1503415680395621E-2</c:v>
                </c:pt>
                <c:pt idx="243">
                  <c:v>1.2137425065884236E-2</c:v>
                </c:pt>
                <c:pt idx="244">
                  <c:v>1.2390661429216753E-2</c:v>
                </c:pt>
                <c:pt idx="245">
                  <c:v>1.1827998534557045E-2</c:v>
                </c:pt>
                <c:pt idx="246">
                  <c:v>1.2034706397434321E-2</c:v>
                </c:pt>
                <c:pt idx="247">
                  <c:v>1.3678944452306656E-2</c:v>
                </c:pt>
                <c:pt idx="248">
                  <c:v>1.3676632056105104E-2</c:v>
                </c:pt>
                <c:pt idx="249">
                  <c:v>1.4805987973988657E-2</c:v>
                </c:pt>
                <c:pt idx="250">
                  <c:v>1.4252108144879174E-2</c:v>
                </c:pt>
                <c:pt idx="251">
                  <c:v>1.439978991077428E-2</c:v>
                </c:pt>
                <c:pt idx="252">
                  <c:v>1.6914870418937546E-2</c:v>
                </c:pt>
                <c:pt idx="253">
                  <c:v>1.663083417458398E-2</c:v>
                </c:pt>
                <c:pt idx="254">
                  <c:v>1.6653064665067156E-2</c:v>
                </c:pt>
                <c:pt idx="255">
                  <c:v>1.6731596901381537E-2</c:v>
                </c:pt>
                <c:pt idx="256">
                  <c:v>1.7417765809519013E-2</c:v>
                </c:pt>
                <c:pt idx="257">
                  <c:v>1.74176039332435E-2</c:v>
                </c:pt>
                <c:pt idx="258">
                  <c:v>1.7546660803666514E-2</c:v>
                </c:pt>
                <c:pt idx="259">
                  <c:v>1.8112277294605125E-2</c:v>
                </c:pt>
                <c:pt idx="260">
                  <c:v>1.8375386985440226E-2</c:v>
                </c:pt>
                <c:pt idx="261">
                  <c:v>1.8719879408467061E-2</c:v>
                </c:pt>
                <c:pt idx="262">
                  <c:v>1.8626383847960813E-2</c:v>
                </c:pt>
                <c:pt idx="263">
                  <c:v>1.7937059368395805E-2</c:v>
                </c:pt>
                <c:pt idx="264">
                  <c:v>1.7494067477120154E-2</c:v>
                </c:pt>
                <c:pt idx="265">
                  <c:v>1.7948747606155179E-2</c:v>
                </c:pt>
                <c:pt idx="266">
                  <c:v>1.7834331731670195E-2</c:v>
                </c:pt>
                <c:pt idx="267">
                  <c:v>1.7723305561533603E-2</c:v>
                </c:pt>
                <c:pt idx="268">
                  <c:v>1.6481764677750026E-2</c:v>
                </c:pt>
                <c:pt idx="269">
                  <c:v>1.674913476270877E-2</c:v>
                </c:pt>
                <c:pt idx="270">
                  <c:v>1.5717345609735225E-2</c:v>
                </c:pt>
                <c:pt idx="271">
                  <c:v>1.6241325590784398E-2</c:v>
                </c:pt>
                <c:pt idx="272">
                  <c:v>1.600697718079051E-2</c:v>
                </c:pt>
                <c:pt idx="273">
                  <c:v>1.3526153946322981E-2</c:v>
                </c:pt>
                <c:pt idx="274">
                  <c:v>1.3206716763272163E-2</c:v>
                </c:pt>
                <c:pt idx="275">
                  <c:v>1.3170124758830629E-2</c:v>
                </c:pt>
                <c:pt idx="276">
                  <c:v>1.2552957496761623E-2</c:v>
                </c:pt>
                <c:pt idx="277">
                  <c:v>1.1313288333726849E-2</c:v>
                </c:pt>
                <c:pt idx="278">
                  <c:v>1.3793745646039992E-2</c:v>
                </c:pt>
                <c:pt idx="279">
                  <c:v>1.3675505530449572E-2</c:v>
                </c:pt>
                <c:pt idx="280">
                  <c:v>1.3006033308090515E-2</c:v>
                </c:pt>
                <c:pt idx="281">
                  <c:v>1.2629101876117139E-2</c:v>
                </c:pt>
                <c:pt idx="282">
                  <c:v>1.2147828341399452E-2</c:v>
                </c:pt>
                <c:pt idx="283">
                  <c:v>1.2141134512837898E-2</c:v>
                </c:pt>
                <c:pt idx="284">
                  <c:v>1.1751357654265255E-2</c:v>
                </c:pt>
                <c:pt idx="285">
                  <c:v>1.234455434099648E-2</c:v>
                </c:pt>
                <c:pt idx="286">
                  <c:v>1.297219244124681E-2</c:v>
                </c:pt>
                <c:pt idx="287">
                  <c:v>1.4020770973830513E-2</c:v>
                </c:pt>
                <c:pt idx="288">
                  <c:v>1.4136910913593204E-2</c:v>
                </c:pt>
                <c:pt idx="289">
                  <c:v>1.417445910868439E-2</c:v>
                </c:pt>
                <c:pt idx="290">
                  <c:v>1.3955936052818262E-2</c:v>
                </c:pt>
                <c:pt idx="291">
                  <c:v>1.4063528990376679E-2</c:v>
                </c:pt>
                <c:pt idx="292">
                  <c:v>1.3225813117959517E-2</c:v>
                </c:pt>
                <c:pt idx="293">
                  <c:v>1.3343033574401435E-2</c:v>
                </c:pt>
                <c:pt idx="294">
                  <c:v>1.3337990262991954E-2</c:v>
                </c:pt>
                <c:pt idx="295">
                  <c:v>1.3313877618301504E-2</c:v>
                </c:pt>
                <c:pt idx="296">
                  <c:v>1.3548634504511657E-2</c:v>
                </c:pt>
                <c:pt idx="297">
                  <c:v>1.3620433236386511E-2</c:v>
                </c:pt>
                <c:pt idx="298">
                  <c:v>1.3774724634592717E-2</c:v>
                </c:pt>
                <c:pt idx="299">
                  <c:v>1.1699460928137711E-2</c:v>
                </c:pt>
                <c:pt idx="300">
                  <c:v>1.1694293381270211E-2</c:v>
                </c:pt>
                <c:pt idx="301">
                  <c:v>1.1311297072793958E-2</c:v>
                </c:pt>
                <c:pt idx="302">
                  <c:v>1.1163635883167744E-2</c:v>
                </c:pt>
                <c:pt idx="303">
                  <c:v>1.1011301571190834E-2</c:v>
                </c:pt>
                <c:pt idx="304">
                  <c:v>1.1017314955723185E-2</c:v>
                </c:pt>
                <c:pt idx="305">
                  <c:v>1.1161925578697211E-2</c:v>
                </c:pt>
                <c:pt idx="306">
                  <c:v>1.023967345568896E-2</c:v>
                </c:pt>
                <c:pt idx="307">
                  <c:v>7.9794915076262379E-3</c:v>
                </c:pt>
                <c:pt idx="308">
                  <c:v>7.0453970828752164E-3</c:v>
                </c:pt>
                <c:pt idx="309">
                  <c:v>6.9195390068806685E-3</c:v>
                </c:pt>
                <c:pt idx="310">
                  <c:v>6.8041106534553379E-3</c:v>
                </c:pt>
                <c:pt idx="311">
                  <c:v>7.1879878765810428E-3</c:v>
                </c:pt>
                <c:pt idx="312">
                  <c:v>6.8923212366984541E-3</c:v>
                </c:pt>
                <c:pt idx="313">
                  <c:v>7.0173904904637279E-3</c:v>
                </c:pt>
                <c:pt idx="314">
                  <c:v>7.1383649486642126E-3</c:v>
                </c:pt>
                <c:pt idx="315">
                  <c:v>7.2546121969561143E-3</c:v>
                </c:pt>
                <c:pt idx="316">
                  <c:v>7.6142767753694853E-3</c:v>
                </c:pt>
                <c:pt idx="317">
                  <c:v>7.3729879511343008E-3</c:v>
                </c:pt>
                <c:pt idx="318">
                  <c:v>7.1983047171080596E-3</c:v>
                </c:pt>
                <c:pt idx="319">
                  <c:v>6.970388075727231E-3</c:v>
                </c:pt>
                <c:pt idx="320">
                  <c:v>6.9190587132915548E-3</c:v>
                </c:pt>
                <c:pt idx="321">
                  <c:v>7.6023839725962838E-3</c:v>
                </c:pt>
                <c:pt idx="322">
                  <c:v>7.8497867452148266E-3</c:v>
                </c:pt>
                <c:pt idx="323">
                  <c:v>7.8906106994433931E-3</c:v>
                </c:pt>
                <c:pt idx="324">
                  <c:v>7.6221834439198118E-3</c:v>
                </c:pt>
                <c:pt idx="325">
                  <c:v>7.6230668930448182E-3</c:v>
                </c:pt>
                <c:pt idx="326">
                  <c:v>1.0105715441505852E-2</c:v>
                </c:pt>
                <c:pt idx="327">
                  <c:v>9.8566475633515248E-3</c:v>
                </c:pt>
                <c:pt idx="328">
                  <c:v>1.0428740783262039E-2</c:v>
                </c:pt>
                <c:pt idx="329">
                  <c:v>1.0200535892672254E-2</c:v>
                </c:pt>
                <c:pt idx="330">
                  <c:v>1.0201762104395846E-2</c:v>
                </c:pt>
                <c:pt idx="331">
                  <c:v>1.0236438170373929E-2</c:v>
                </c:pt>
                <c:pt idx="332">
                  <c:v>1.0325184581808453E-2</c:v>
                </c:pt>
                <c:pt idx="333">
                  <c:v>1.0328959087710608E-2</c:v>
                </c:pt>
                <c:pt idx="334">
                  <c:v>1.0104368570707831E-2</c:v>
                </c:pt>
                <c:pt idx="335">
                  <c:v>1.0061169546987487E-2</c:v>
                </c:pt>
                <c:pt idx="336">
                  <c:v>9.8465047089215298E-3</c:v>
                </c:pt>
                <c:pt idx="337">
                  <c:v>9.8325067692680897E-3</c:v>
                </c:pt>
                <c:pt idx="338">
                  <c:v>9.9350107376647064E-3</c:v>
                </c:pt>
                <c:pt idx="339">
                  <c:v>9.8625659209637482E-3</c:v>
                </c:pt>
                <c:pt idx="340">
                  <c:v>9.826761569256437E-3</c:v>
                </c:pt>
                <c:pt idx="341">
                  <c:v>9.9789477984783739E-3</c:v>
                </c:pt>
                <c:pt idx="342">
                  <c:v>9.5795769237064701E-3</c:v>
                </c:pt>
                <c:pt idx="343">
                  <c:v>9.4258927378085347E-3</c:v>
                </c:pt>
                <c:pt idx="344">
                  <c:v>9.372587349880817E-3</c:v>
                </c:pt>
                <c:pt idx="345">
                  <c:v>9.5252845063604902E-3</c:v>
                </c:pt>
                <c:pt idx="346">
                  <c:v>9.5514363152222424E-3</c:v>
                </c:pt>
                <c:pt idx="347">
                  <c:v>8.1380291003392766E-3</c:v>
                </c:pt>
                <c:pt idx="348">
                  <c:v>8.2870882730533314E-3</c:v>
                </c:pt>
                <c:pt idx="349">
                  <c:v>7.5449481991909581E-3</c:v>
                </c:pt>
                <c:pt idx="350">
                  <c:v>7.5579648653542391E-3</c:v>
                </c:pt>
                <c:pt idx="351">
                  <c:v>7.6742178828966634E-3</c:v>
                </c:pt>
                <c:pt idx="352">
                  <c:v>7.3682618032306297E-3</c:v>
                </c:pt>
                <c:pt idx="353">
                  <c:v>6.6131724950344584E-3</c:v>
                </c:pt>
                <c:pt idx="354">
                  <c:v>7.0636917599652144E-3</c:v>
                </c:pt>
                <c:pt idx="355">
                  <c:v>6.9494151545657053E-3</c:v>
                </c:pt>
                <c:pt idx="356">
                  <c:v>7.1011191733827816E-3</c:v>
                </c:pt>
                <c:pt idx="357">
                  <c:v>7.3554569657217576E-3</c:v>
                </c:pt>
                <c:pt idx="358">
                  <c:v>7.55400982571733E-3</c:v>
                </c:pt>
                <c:pt idx="359">
                  <c:v>7.7275348818009433E-3</c:v>
                </c:pt>
                <c:pt idx="360">
                  <c:v>7.717722305124337E-3</c:v>
                </c:pt>
                <c:pt idx="361">
                  <c:v>7.797434570717068E-3</c:v>
                </c:pt>
                <c:pt idx="362">
                  <c:v>7.1998455647952391E-3</c:v>
                </c:pt>
                <c:pt idx="363">
                  <c:v>8.3648813226536306E-3</c:v>
                </c:pt>
                <c:pt idx="364">
                  <c:v>8.6048518120634826E-3</c:v>
                </c:pt>
                <c:pt idx="365">
                  <c:v>8.6811051056089154E-3</c:v>
                </c:pt>
                <c:pt idx="366">
                  <c:v>8.6264386518832767E-3</c:v>
                </c:pt>
                <c:pt idx="367">
                  <c:v>9.4610729924013183E-3</c:v>
                </c:pt>
                <c:pt idx="368">
                  <c:v>9.208917006842671E-3</c:v>
                </c:pt>
                <c:pt idx="369">
                  <c:v>9.1717586911740298E-3</c:v>
                </c:pt>
                <c:pt idx="370">
                  <c:v>9.2160352642010872E-3</c:v>
                </c:pt>
                <c:pt idx="371">
                  <c:v>9.2287585024244407E-3</c:v>
                </c:pt>
                <c:pt idx="372">
                  <c:v>9.4395004191663821E-3</c:v>
                </c:pt>
                <c:pt idx="373">
                  <c:v>9.3907052776348518E-3</c:v>
                </c:pt>
                <c:pt idx="374">
                  <c:v>9.3852142866312875E-3</c:v>
                </c:pt>
                <c:pt idx="375">
                  <c:v>8.9962546692575803E-3</c:v>
                </c:pt>
                <c:pt idx="376">
                  <c:v>8.9704625904707316E-3</c:v>
                </c:pt>
                <c:pt idx="377">
                  <c:v>8.5047270361451391E-3</c:v>
                </c:pt>
                <c:pt idx="378">
                  <c:v>9.4698772190414584E-3</c:v>
                </c:pt>
                <c:pt idx="379">
                  <c:v>9.4716774045724549E-3</c:v>
                </c:pt>
                <c:pt idx="380">
                  <c:v>9.4440268861593468E-3</c:v>
                </c:pt>
                <c:pt idx="381">
                  <c:v>9.5216019658512473E-3</c:v>
                </c:pt>
                <c:pt idx="382">
                  <c:v>9.6168041400945432E-3</c:v>
                </c:pt>
                <c:pt idx="383">
                  <c:v>9.5482879957000093E-3</c:v>
                </c:pt>
                <c:pt idx="384">
                  <c:v>7.8103767420954302E-3</c:v>
                </c:pt>
                <c:pt idx="385">
                  <c:v>7.8621861610191478E-3</c:v>
                </c:pt>
                <c:pt idx="386">
                  <c:v>7.912464608614939E-3</c:v>
                </c:pt>
                <c:pt idx="387">
                  <c:v>8.2940791820688958E-3</c:v>
                </c:pt>
                <c:pt idx="388">
                  <c:v>7.7101395996290248E-3</c:v>
                </c:pt>
                <c:pt idx="389">
                  <c:v>7.5939944809941921E-3</c:v>
                </c:pt>
                <c:pt idx="390">
                  <c:v>7.5187597223890339E-3</c:v>
                </c:pt>
                <c:pt idx="391">
                  <c:v>8.1161862261247848E-3</c:v>
                </c:pt>
                <c:pt idx="392">
                  <c:v>8.1875989670818407E-3</c:v>
                </c:pt>
                <c:pt idx="393">
                  <c:v>7.917362526103729E-3</c:v>
                </c:pt>
                <c:pt idx="394">
                  <c:v>8.1227741416098325E-3</c:v>
                </c:pt>
                <c:pt idx="395">
                  <c:v>8.1652167785792405E-3</c:v>
                </c:pt>
                <c:pt idx="396">
                  <c:v>7.9961487413325698E-3</c:v>
                </c:pt>
                <c:pt idx="397">
                  <c:v>9.8405564095874198E-3</c:v>
                </c:pt>
                <c:pt idx="398">
                  <c:v>9.918979118125313E-3</c:v>
                </c:pt>
                <c:pt idx="399">
                  <c:v>9.5690353623368359E-3</c:v>
                </c:pt>
                <c:pt idx="400">
                  <c:v>9.5693992252402233E-3</c:v>
                </c:pt>
                <c:pt idx="401">
                  <c:v>9.6203973366425066E-3</c:v>
                </c:pt>
                <c:pt idx="402">
                  <c:v>9.5862083643901332E-3</c:v>
                </c:pt>
                <c:pt idx="403">
                  <c:v>9.5207024965152272E-3</c:v>
                </c:pt>
                <c:pt idx="404">
                  <c:v>9.474086026253466E-3</c:v>
                </c:pt>
                <c:pt idx="405">
                  <c:v>9.4810315361156059E-3</c:v>
                </c:pt>
                <c:pt idx="406">
                  <c:v>9.361413438786997E-3</c:v>
                </c:pt>
                <c:pt idx="407">
                  <c:v>9.3009288730639735E-3</c:v>
                </c:pt>
                <c:pt idx="408">
                  <c:v>9.2419079014676424E-3</c:v>
                </c:pt>
                <c:pt idx="409">
                  <c:v>9.252155664759492E-3</c:v>
                </c:pt>
                <c:pt idx="410">
                  <c:v>9.0023094686029169E-3</c:v>
                </c:pt>
                <c:pt idx="411">
                  <c:v>1.1254518649851959E-2</c:v>
                </c:pt>
                <c:pt idx="412">
                  <c:v>1.0758296793838362E-2</c:v>
                </c:pt>
                <c:pt idx="413">
                  <c:v>1.1216850385020101E-2</c:v>
                </c:pt>
                <c:pt idx="414">
                  <c:v>1.1214594038723394E-2</c:v>
                </c:pt>
                <c:pt idx="415">
                  <c:v>1.1180129780409019E-2</c:v>
                </c:pt>
                <c:pt idx="416">
                  <c:v>1.1363592104737759E-2</c:v>
                </c:pt>
                <c:pt idx="417">
                  <c:v>1.1353697450351235E-2</c:v>
                </c:pt>
                <c:pt idx="418">
                  <c:v>9.7178956954723714E-3</c:v>
                </c:pt>
                <c:pt idx="419">
                  <c:v>1.0219806949928575E-2</c:v>
                </c:pt>
                <c:pt idx="420">
                  <c:v>9.7078179259045896E-3</c:v>
                </c:pt>
                <c:pt idx="421">
                  <c:v>9.8378393724236745E-3</c:v>
                </c:pt>
                <c:pt idx="422">
                  <c:v>1.0495421502751888E-2</c:v>
                </c:pt>
                <c:pt idx="423">
                  <c:v>1.0572322197198331E-2</c:v>
                </c:pt>
                <c:pt idx="424">
                  <c:v>1.054582291265656E-2</c:v>
                </c:pt>
                <c:pt idx="425">
                  <c:v>1.0554378787022351E-2</c:v>
                </c:pt>
                <c:pt idx="426">
                  <c:v>1.055438312590015E-2</c:v>
                </c:pt>
                <c:pt idx="427">
                  <c:v>1.0501010123322741E-2</c:v>
                </c:pt>
                <c:pt idx="428">
                  <c:v>1.0725961489831933E-2</c:v>
                </c:pt>
                <c:pt idx="429">
                  <c:v>1.0771365905588165E-2</c:v>
                </c:pt>
                <c:pt idx="430">
                  <c:v>1.0692446790920308E-2</c:v>
                </c:pt>
                <c:pt idx="431">
                  <c:v>1.0781978645148772E-2</c:v>
                </c:pt>
                <c:pt idx="432">
                  <c:v>8.7992917902839744E-3</c:v>
                </c:pt>
                <c:pt idx="433">
                  <c:v>1.0118601895580915E-2</c:v>
                </c:pt>
                <c:pt idx="434">
                  <c:v>9.7270173478315076E-3</c:v>
                </c:pt>
                <c:pt idx="435">
                  <c:v>1.3633201823367348E-2</c:v>
                </c:pt>
                <c:pt idx="436">
                  <c:v>1.4642008983319349E-2</c:v>
                </c:pt>
                <c:pt idx="437">
                  <c:v>1.475389552375969E-2</c:v>
                </c:pt>
                <c:pt idx="438">
                  <c:v>1.5562737865357021E-2</c:v>
                </c:pt>
                <c:pt idx="439">
                  <c:v>1.5739453834430463E-2</c:v>
                </c:pt>
                <c:pt idx="440">
                  <c:v>1.5385638194206826E-2</c:v>
                </c:pt>
                <c:pt idx="441">
                  <c:v>1.5559275161112385E-2</c:v>
                </c:pt>
                <c:pt idx="442">
                  <c:v>1.5847259948782725E-2</c:v>
                </c:pt>
                <c:pt idx="443">
                  <c:v>1.526647917863198E-2</c:v>
                </c:pt>
                <c:pt idx="444">
                  <c:v>1.5680537746456634E-2</c:v>
                </c:pt>
                <c:pt idx="445">
                  <c:v>1.5754209677502802E-2</c:v>
                </c:pt>
                <c:pt idx="446">
                  <c:v>1.5832032417065628E-2</c:v>
                </c:pt>
                <c:pt idx="447">
                  <c:v>1.6800818486905893E-2</c:v>
                </c:pt>
                <c:pt idx="448">
                  <c:v>1.6857251710787943E-2</c:v>
                </c:pt>
                <c:pt idx="449">
                  <c:v>1.8235319462007116E-2</c:v>
                </c:pt>
                <c:pt idx="450">
                  <c:v>1.8156570653019583E-2</c:v>
                </c:pt>
                <c:pt idx="451">
                  <c:v>1.8130864795646535E-2</c:v>
                </c:pt>
                <c:pt idx="452">
                  <c:v>1.8070269060404601E-2</c:v>
                </c:pt>
                <c:pt idx="453">
                  <c:v>1.8056605764829262E-2</c:v>
                </c:pt>
                <c:pt idx="454">
                  <c:v>1.748170647514953E-2</c:v>
                </c:pt>
                <c:pt idx="455">
                  <c:v>1.728079192776948E-2</c:v>
                </c:pt>
                <c:pt idx="456">
                  <c:v>1.3614032874734634E-2</c:v>
                </c:pt>
                <c:pt idx="457">
                  <c:v>1.3889253011886897E-2</c:v>
                </c:pt>
                <c:pt idx="458">
                  <c:v>1.3751818312957581E-2</c:v>
                </c:pt>
                <c:pt idx="459">
                  <c:v>1.3169063215716141E-2</c:v>
                </c:pt>
                <c:pt idx="460">
                  <c:v>1.2956168107552202E-2</c:v>
                </c:pt>
                <c:pt idx="461">
                  <c:v>1.2873715195658079E-2</c:v>
                </c:pt>
                <c:pt idx="462">
                  <c:v>1.2604105534244237E-2</c:v>
                </c:pt>
                <c:pt idx="463">
                  <c:v>1.2693564470574004E-2</c:v>
                </c:pt>
                <c:pt idx="464">
                  <c:v>1.267842747750408E-2</c:v>
                </c:pt>
                <c:pt idx="465">
                  <c:v>1.2368933563566244E-2</c:v>
                </c:pt>
                <c:pt idx="466">
                  <c:v>1.24127627986812E-2</c:v>
                </c:pt>
                <c:pt idx="467">
                  <c:v>1.2414089265705301E-2</c:v>
                </c:pt>
                <c:pt idx="468">
                  <c:v>1.1371395092172217E-2</c:v>
                </c:pt>
                <c:pt idx="469">
                  <c:v>1.103967015473366E-2</c:v>
                </c:pt>
                <c:pt idx="470">
                  <c:v>9.4276394631616998E-3</c:v>
                </c:pt>
                <c:pt idx="471">
                  <c:v>1.078880153436034E-2</c:v>
                </c:pt>
                <c:pt idx="472">
                  <c:v>1.1059295533166135E-2</c:v>
                </c:pt>
                <c:pt idx="473">
                  <c:v>1.0996331343300645E-2</c:v>
                </c:pt>
                <c:pt idx="474">
                  <c:v>1.1492372695182331E-2</c:v>
                </c:pt>
                <c:pt idx="475">
                  <c:v>1.1567106069227447E-2</c:v>
                </c:pt>
                <c:pt idx="476">
                  <c:v>1.1510625765639666E-2</c:v>
                </c:pt>
                <c:pt idx="477">
                  <c:v>1.149985075047409E-2</c:v>
                </c:pt>
                <c:pt idx="478">
                  <c:v>1.1378511011799496E-2</c:v>
                </c:pt>
                <c:pt idx="479">
                  <c:v>1.0911075929738159E-2</c:v>
                </c:pt>
                <c:pt idx="480">
                  <c:v>1.1222700482098554E-2</c:v>
                </c:pt>
                <c:pt idx="481">
                  <c:v>1.1320578230756915E-2</c:v>
                </c:pt>
                <c:pt idx="482">
                  <c:v>1.15111706468404E-2</c:v>
                </c:pt>
                <c:pt idx="483">
                  <c:v>1.1465583099991501E-2</c:v>
                </c:pt>
                <c:pt idx="484">
                  <c:v>1.0863940259361727E-2</c:v>
                </c:pt>
                <c:pt idx="485">
                  <c:v>1.0870119058861384E-2</c:v>
                </c:pt>
                <c:pt idx="486">
                  <c:v>1.0735861193690634E-2</c:v>
                </c:pt>
                <c:pt idx="487">
                  <c:v>1.0463986259953444E-2</c:v>
                </c:pt>
                <c:pt idx="488">
                  <c:v>1.0425136055458402E-2</c:v>
                </c:pt>
                <c:pt idx="489">
                  <c:v>1.0153225474560559E-2</c:v>
                </c:pt>
                <c:pt idx="490">
                  <c:v>1.0246743744740364E-2</c:v>
                </c:pt>
                <c:pt idx="491">
                  <c:v>8.5498080795805495E-3</c:v>
                </c:pt>
                <c:pt idx="492">
                  <c:v>7.5716404061191081E-3</c:v>
                </c:pt>
                <c:pt idx="493">
                  <c:v>7.4890460949697379E-3</c:v>
                </c:pt>
                <c:pt idx="494">
                  <c:v>7.4950152954296493E-3</c:v>
                </c:pt>
                <c:pt idx="495">
                  <c:v>7.9641890168541275E-3</c:v>
                </c:pt>
                <c:pt idx="496">
                  <c:v>7.9566477006350941E-3</c:v>
                </c:pt>
                <c:pt idx="497">
                  <c:v>9.2266818389391009E-3</c:v>
                </c:pt>
                <c:pt idx="498">
                  <c:v>9.7242712730955614E-3</c:v>
                </c:pt>
                <c:pt idx="499">
                  <c:v>9.711596011984883E-3</c:v>
                </c:pt>
                <c:pt idx="500">
                  <c:v>1.0011223534513473E-2</c:v>
                </c:pt>
                <c:pt idx="501">
                  <c:v>9.439725010488044E-3</c:v>
                </c:pt>
                <c:pt idx="502">
                  <c:v>9.4766600905789467E-3</c:v>
                </c:pt>
                <c:pt idx="503">
                  <c:v>9.5392772106467176E-3</c:v>
                </c:pt>
                <c:pt idx="504">
                  <c:v>9.4731835295075711E-3</c:v>
                </c:pt>
                <c:pt idx="505">
                  <c:v>9.5733500102174358E-3</c:v>
                </c:pt>
                <c:pt idx="506">
                  <c:v>1.0293450903073735E-2</c:v>
                </c:pt>
                <c:pt idx="507">
                  <c:v>1.196044621628803E-2</c:v>
                </c:pt>
                <c:pt idx="508">
                  <c:v>1.2792380916158376E-2</c:v>
                </c:pt>
                <c:pt idx="509">
                  <c:v>1.2695967341173947E-2</c:v>
                </c:pt>
                <c:pt idx="510">
                  <c:v>1.252724426943661E-2</c:v>
                </c:pt>
                <c:pt idx="511">
                  <c:v>1.2408385337419588E-2</c:v>
                </c:pt>
                <c:pt idx="512">
                  <c:v>1.219251303533349E-2</c:v>
                </c:pt>
                <c:pt idx="513">
                  <c:v>1.2186039730465247E-2</c:v>
                </c:pt>
                <c:pt idx="514">
                  <c:v>1.2175815596866871E-2</c:v>
                </c:pt>
                <c:pt idx="515">
                  <c:v>1.2348125469262086E-2</c:v>
                </c:pt>
                <c:pt idx="516">
                  <c:v>1.2209844401979005E-2</c:v>
                </c:pt>
                <c:pt idx="517">
                  <c:v>1.2182956845351275E-2</c:v>
                </c:pt>
                <c:pt idx="518">
                  <c:v>1.1395585351237055E-2</c:v>
                </c:pt>
                <c:pt idx="519">
                  <c:v>1.1014532513773271E-2</c:v>
                </c:pt>
                <c:pt idx="520">
                  <c:v>1.0507302847558327E-2</c:v>
                </c:pt>
                <c:pt idx="521">
                  <c:v>1.042923600346999E-2</c:v>
                </c:pt>
                <c:pt idx="522">
                  <c:v>1.0438585374564069E-2</c:v>
                </c:pt>
                <c:pt idx="523">
                  <c:v>1.1085481538660888E-2</c:v>
                </c:pt>
                <c:pt idx="524">
                  <c:v>1.0826777705053409E-2</c:v>
                </c:pt>
                <c:pt idx="525">
                  <c:v>1.0820406793555382E-2</c:v>
                </c:pt>
                <c:pt idx="526">
                  <c:v>1.0723193294972771E-2</c:v>
                </c:pt>
                <c:pt idx="527">
                  <c:v>9.7450959277842961E-3</c:v>
                </c:pt>
                <c:pt idx="528">
                  <c:v>9.3400556471188514E-3</c:v>
                </c:pt>
                <c:pt idx="529">
                  <c:v>8.1026429116863499E-3</c:v>
                </c:pt>
                <c:pt idx="530">
                  <c:v>8.2208781300825203E-3</c:v>
                </c:pt>
                <c:pt idx="531">
                  <c:v>8.2263428151011595E-3</c:v>
                </c:pt>
                <c:pt idx="532">
                  <c:v>8.4614624574715844E-3</c:v>
                </c:pt>
                <c:pt idx="533">
                  <c:v>8.5524953866090801E-3</c:v>
                </c:pt>
                <c:pt idx="534">
                  <c:v>8.6886297233110706E-3</c:v>
                </c:pt>
                <c:pt idx="535">
                  <c:v>8.6778937982224941E-3</c:v>
                </c:pt>
                <c:pt idx="536">
                  <c:v>8.2622888369128285E-3</c:v>
                </c:pt>
                <c:pt idx="537">
                  <c:v>7.9219753526965017E-3</c:v>
                </c:pt>
                <c:pt idx="538">
                  <c:v>7.805565302290993E-3</c:v>
                </c:pt>
                <c:pt idx="539">
                  <c:v>7.9321063434413461E-3</c:v>
                </c:pt>
                <c:pt idx="540">
                  <c:v>8.7168472431168199E-3</c:v>
                </c:pt>
                <c:pt idx="541">
                  <c:v>8.7318961523753999E-3</c:v>
                </c:pt>
                <c:pt idx="542">
                  <c:v>8.6496628033418486E-3</c:v>
                </c:pt>
                <c:pt idx="543">
                  <c:v>8.8619674356646087E-3</c:v>
                </c:pt>
                <c:pt idx="544">
                  <c:v>8.1855124839466213E-3</c:v>
                </c:pt>
                <c:pt idx="545">
                  <c:v>8.3167978945425571E-3</c:v>
                </c:pt>
                <c:pt idx="546">
                  <c:v>8.3433434562380296E-3</c:v>
                </c:pt>
                <c:pt idx="547">
                  <c:v>8.3129653949682233E-3</c:v>
                </c:pt>
                <c:pt idx="548">
                  <c:v>8.2365400041303997E-3</c:v>
                </c:pt>
                <c:pt idx="549">
                  <c:v>7.3030899017718755E-3</c:v>
                </c:pt>
                <c:pt idx="550">
                  <c:v>7.2812577581515695E-3</c:v>
                </c:pt>
                <c:pt idx="551">
                  <c:v>7.2869607685907651E-3</c:v>
                </c:pt>
                <c:pt idx="552">
                  <c:v>7.3128750613031049E-3</c:v>
                </c:pt>
                <c:pt idx="553">
                  <c:v>7.2354790601286152E-3</c:v>
                </c:pt>
                <c:pt idx="554">
                  <c:v>7.1135345969649396E-3</c:v>
                </c:pt>
                <c:pt idx="555">
                  <c:v>7.1526332733486625E-3</c:v>
                </c:pt>
                <c:pt idx="556">
                  <c:v>7.1955342626959188E-3</c:v>
                </c:pt>
                <c:pt idx="557">
                  <c:v>7.1863925733140054E-3</c:v>
                </c:pt>
                <c:pt idx="558">
                  <c:v>6.7526055855360598E-3</c:v>
                </c:pt>
                <c:pt idx="559">
                  <c:v>7.0688667879050069E-3</c:v>
                </c:pt>
                <c:pt idx="560">
                  <c:v>6.9968488003788907E-3</c:v>
                </c:pt>
                <c:pt idx="561">
                  <c:v>6.6079280151881059E-3</c:v>
                </c:pt>
                <c:pt idx="562">
                  <c:v>6.7918388885020182E-3</c:v>
                </c:pt>
                <c:pt idx="563">
                  <c:v>6.7956823900999757E-3</c:v>
                </c:pt>
                <c:pt idx="564">
                  <c:v>7.1613310707554743E-3</c:v>
                </c:pt>
                <c:pt idx="565">
                  <c:v>6.8485006642543134E-3</c:v>
                </c:pt>
                <c:pt idx="566">
                  <c:v>6.6849968882571184E-3</c:v>
                </c:pt>
                <c:pt idx="567">
                  <c:v>6.5476336275932271E-3</c:v>
                </c:pt>
                <c:pt idx="568">
                  <c:v>6.5235990499787934E-3</c:v>
                </c:pt>
                <c:pt idx="569">
                  <c:v>7.6903309186754998E-3</c:v>
                </c:pt>
                <c:pt idx="570">
                  <c:v>9.9466793747931305E-3</c:v>
                </c:pt>
                <c:pt idx="571">
                  <c:v>1.0714078000083364E-2</c:v>
                </c:pt>
                <c:pt idx="572">
                  <c:v>1.154962674351339E-2</c:v>
                </c:pt>
                <c:pt idx="573">
                  <c:v>1.1753156075351913E-2</c:v>
                </c:pt>
                <c:pt idx="574">
                  <c:v>1.3220706945005923E-2</c:v>
                </c:pt>
                <c:pt idx="575">
                  <c:v>1.4991464495838616E-2</c:v>
                </c:pt>
                <c:pt idx="576">
                  <c:v>1.5113147946237901E-2</c:v>
                </c:pt>
                <c:pt idx="577">
                  <c:v>1.5407268023692492E-2</c:v>
                </c:pt>
                <c:pt idx="578">
                  <c:v>1.6042335874582109E-2</c:v>
                </c:pt>
                <c:pt idx="579">
                  <c:v>1.6041662769224422E-2</c:v>
                </c:pt>
                <c:pt idx="580">
                  <c:v>1.5809334865842205E-2</c:v>
                </c:pt>
                <c:pt idx="581">
                  <c:v>1.6279262412704443E-2</c:v>
                </c:pt>
                <c:pt idx="582">
                  <c:v>1.6792116417203087E-2</c:v>
                </c:pt>
                <c:pt idx="583">
                  <c:v>1.667726898414125E-2</c:v>
                </c:pt>
                <c:pt idx="584">
                  <c:v>1.6840106271178708E-2</c:v>
                </c:pt>
                <c:pt idx="585">
                  <c:v>1.6488241128632484E-2</c:v>
                </c:pt>
                <c:pt idx="586">
                  <c:v>1.6481592614195295E-2</c:v>
                </c:pt>
                <c:pt idx="587">
                  <c:v>1.6830532313481483E-2</c:v>
                </c:pt>
                <c:pt idx="588">
                  <c:v>1.714056486791753E-2</c:v>
                </c:pt>
                <c:pt idx="589">
                  <c:v>1.7131687176465911E-2</c:v>
                </c:pt>
                <c:pt idx="590">
                  <c:v>1.6722911007852472E-2</c:v>
                </c:pt>
                <c:pt idx="591">
                  <c:v>1.5350163365107189E-2</c:v>
                </c:pt>
                <c:pt idx="592">
                  <c:v>1.4651408756317491E-2</c:v>
                </c:pt>
                <c:pt idx="593">
                  <c:v>1.3339748811781252E-2</c:v>
                </c:pt>
                <c:pt idx="594">
                  <c:v>1.2808696399999101E-2</c:v>
                </c:pt>
                <c:pt idx="595">
                  <c:v>9.8937645774677153E-3</c:v>
                </c:pt>
                <c:pt idx="596">
                  <c:v>8.6129584073832439E-3</c:v>
                </c:pt>
                <c:pt idx="597">
                  <c:v>9.3432257869839157E-3</c:v>
                </c:pt>
                <c:pt idx="598">
                  <c:v>9.2551941944116374E-3</c:v>
                </c:pt>
                <c:pt idx="599">
                  <c:v>9.0954478518325624E-3</c:v>
                </c:pt>
                <c:pt idx="600">
                  <c:v>9.1386607595088359E-3</c:v>
                </c:pt>
                <c:pt idx="601">
                  <c:v>8.9649370988111876E-3</c:v>
                </c:pt>
                <c:pt idx="602">
                  <c:v>8.9233159349183019E-3</c:v>
                </c:pt>
                <c:pt idx="603">
                  <c:v>8.6006301721441338E-3</c:v>
                </c:pt>
                <c:pt idx="604">
                  <c:v>8.8927141296767827E-3</c:v>
                </c:pt>
                <c:pt idx="605">
                  <c:v>8.7655579167081107E-3</c:v>
                </c:pt>
                <c:pt idx="606">
                  <c:v>8.8237913622882785E-3</c:v>
                </c:pt>
                <c:pt idx="607">
                  <c:v>8.9202958522813739E-3</c:v>
                </c:pt>
                <c:pt idx="608">
                  <c:v>8.597058734244184E-3</c:v>
                </c:pt>
                <c:pt idx="609">
                  <c:v>7.4072457611657986E-3</c:v>
                </c:pt>
                <c:pt idx="610">
                  <c:v>8.2817333009057026E-3</c:v>
                </c:pt>
                <c:pt idx="611">
                  <c:v>8.6977890778127936E-3</c:v>
                </c:pt>
                <c:pt idx="612">
                  <c:v>8.9985495686707058E-3</c:v>
                </c:pt>
                <c:pt idx="613">
                  <c:v>9.2628824750863072E-3</c:v>
                </c:pt>
                <c:pt idx="614">
                  <c:v>9.4019539045523976E-3</c:v>
                </c:pt>
                <c:pt idx="615">
                  <c:v>9.5427269826914071E-3</c:v>
                </c:pt>
                <c:pt idx="616">
                  <c:v>1.0356247595791804E-2</c:v>
                </c:pt>
                <c:pt idx="617">
                  <c:v>1.1411635018657303E-2</c:v>
                </c:pt>
                <c:pt idx="618">
                  <c:v>1.1588827996403641E-2</c:v>
                </c:pt>
                <c:pt idx="619">
                  <c:v>1.1633811727282671E-2</c:v>
                </c:pt>
                <c:pt idx="620">
                  <c:v>1.150884026804324E-2</c:v>
                </c:pt>
                <c:pt idx="621">
                  <c:v>1.165624930487192E-2</c:v>
                </c:pt>
                <c:pt idx="622">
                  <c:v>1.1752898846791168E-2</c:v>
                </c:pt>
                <c:pt idx="623">
                  <c:v>1.1259136023505107E-2</c:v>
                </c:pt>
                <c:pt idx="624">
                  <c:v>1.0528147370183009E-2</c:v>
                </c:pt>
                <c:pt idx="625">
                  <c:v>1.3079190968376621E-2</c:v>
                </c:pt>
                <c:pt idx="626">
                  <c:v>1.3944457638994363E-2</c:v>
                </c:pt>
                <c:pt idx="627">
                  <c:v>1.3764399072984853E-2</c:v>
                </c:pt>
                <c:pt idx="628">
                  <c:v>1.5395142719628493E-2</c:v>
                </c:pt>
                <c:pt idx="629">
                  <c:v>1.5735521257169652E-2</c:v>
                </c:pt>
                <c:pt idx="630">
                  <c:v>1.5614220669243426E-2</c:v>
                </c:pt>
                <c:pt idx="631">
                  <c:v>1.4511958889356828E-2</c:v>
                </c:pt>
                <c:pt idx="632">
                  <c:v>1.4653364979681326E-2</c:v>
                </c:pt>
                <c:pt idx="633">
                  <c:v>1.5131911501583752E-2</c:v>
                </c:pt>
                <c:pt idx="634">
                  <c:v>1.5404955609410747E-2</c:v>
                </c:pt>
                <c:pt idx="635">
                  <c:v>1.7719656411530681E-2</c:v>
                </c:pt>
                <c:pt idx="636">
                  <c:v>1.7616743088844384E-2</c:v>
                </c:pt>
                <c:pt idx="637">
                  <c:v>1.7532666457487408E-2</c:v>
                </c:pt>
                <c:pt idx="638">
                  <c:v>1.7257868128188716E-2</c:v>
                </c:pt>
                <c:pt idx="639">
                  <c:v>1.6846759441677052E-2</c:v>
                </c:pt>
                <c:pt idx="640">
                  <c:v>1.7793802275633295E-2</c:v>
                </c:pt>
                <c:pt idx="641">
                  <c:v>1.7767677554145045E-2</c:v>
                </c:pt>
                <c:pt idx="642">
                  <c:v>1.7609392942937643E-2</c:v>
                </c:pt>
                <c:pt idx="643">
                  <c:v>1.7815036446264289E-2</c:v>
                </c:pt>
                <c:pt idx="644">
                  <c:v>1.7886855193716158E-2</c:v>
                </c:pt>
                <c:pt idx="645">
                  <c:v>1.7914012282622269E-2</c:v>
                </c:pt>
                <c:pt idx="646">
                  <c:v>1.568212175876239E-2</c:v>
                </c:pt>
                <c:pt idx="647">
                  <c:v>1.4839576547507427E-2</c:v>
                </c:pt>
                <c:pt idx="648">
                  <c:v>1.5112679975713222E-2</c:v>
                </c:pt>
                <c:pt idx="649">
                  <c:v>1.4995080505870765E-2</c:v>
                </c:pt>
                <c:pt idx="650">
                  <c:v>1.4968120185714711E-2</c:v>
                </c:pt>
                <c:pt idx="651">
                  <c:v>1.4817834290570648E-2</c:v>
                </c:pt>
                <c:pt idx="652">
                  <c:v>1.4157327191163237E-2</c:v>
                </c:pt>
                <c:pt idx="653">
                  <c:v>1.3333091224737045E-2</c:v>
                </c:pt>
                <c:pt idx="654">
                  <c:v>1.4717629701521387E-2</c:v>
                </c:pt>
                <c:pt idx="655">
                  <c:v>1.5532155582784108E-2</c:v>
                </c:pt>
                <c:pt idx="656">
                  <c:v>1.480481382074768E-2</c:v>
                </c:pt>
                <c:pt idx="657">
                  <c:v>1.4745380807004568E-2</c:v>
                </c:pt>
                <c:pt idx="658">
                  <c:v>1.5864606329887062E-2</c:v>
                </c:pt>
                <c:pt idx="659">
                  <c:v>1.5924112118467861E-2</c:v>
                </c:pt>
                <c:pt idx="660">
                  <c:v>1.5891627807491308E-2</c:v>
                </c:pt>
                <c:pt idx="661">
                  <c:v>1.5083294218477039E-2</c:v>
                </c:pt>
                <c:pt idx="662">
                  <c:v>1.5488882010840076E-2</c:v>
                </c:pt>
                <c:pt idx="663">
                  <c:v>1.5441707170259689E-2</c:v>
                </c:pt>
                <c:pt idx="664">
                  <c:v>1.4971817924587393E-2</c:v>
                </c:pt>
                <c:pt idx="665">
                  <c:v>1.4959336505338436E-2</c:v>
                </c:pt>
                <c:pt idx="666">
                  <c:v>1.4555376168701173E-2</c:v>
                </c:pt>
                <c:pt idx="667">
                  <c:v>1.4741038997991862E-2</c:v>
                </c:pt>
                <c:pt idx="668">
                  <c:v>1.4365768771644277E-2</c:v>
                </c:pt>
                <c:pt idx="669">
                  <c:v>1.4109920203355665E-2</c:v>
                </c:pt>
                <c:pt idx="670">
                  <c:v>1.3359209195495284E-2</c:v>
                </c:pt>
                <c:pt idx="671">
                  <c:v>1.3299318595902779E-2</c:v>
                </c:pt>
                <c:pt idx="672">
                  <c:v>1.3653431015157784E-2</c:v>
                </c:pt>
                <c:pt idx="673">
                  <c:v>1.3615888765429709E-2</c:v>
                </c:pt>
                <c:pt idx="674">
                  <c:v>1.3695901440992867E-2</c:v>
                </c:pt>
                <c:pt idx="675">
                  <c:v>1.1615332215362021E-2</c:v>
                </c:pt>
                <c:pt idx="676">
                  <c:v>1.1483401528846363E-2</c:v>
                </c:pt>
                <c:pt idx="677">
                  <c:v>1.0936389662001613E-2</c:v>
                </c:pt>
                <c:pt idx="678">
                  <c:v>1.2010683684018373E-2</c:v>
                </c:pt>
                <c:pt idx="679">
                  <c:v>9.9910932194775467E-3</c:v>
                </c:pt>
                <c:pt idx="680">
                  <c:v>9.961832640174988E-3</c:v>
                </c:pt>
                <c:pt idx="681">
                  <c:v>1.0072328070806848E-2</c:v>
                </c:pt>
                <c:pt idx="682">
                  <c:v>1.1715380586737224E-2</c:v>
                </c:pt>
                <c:pt idx="683">
                  <c:v>1.1733179133075568E-2</c:v>
                </c:pt>
                <c:pt idx="684">
                  <c:v>1.175109923746259E-2</c:v>
                </c:pt>
                <c:pt idx="685">
                  <c:v>1.525968321619332E-2</c:v>
                </c:pt>
                <c:pt idx="686">
                  <c:v>1.5257097641853793E-2</c:v>
                </c:pt>
                <c:pt idx="687">
                  <c:v>1.5305135537174627E-2</c:v>
                </c:pt>
                <c:pt idx="688">
                  <c:v>1.5439633924799528E-2</c:v>
                </c:pt>
                <c:pt idx="689">
                  <c:v>1.5122060678152065E-2</c:v>
                </c:pt>
                <c:pt idx="690">
                  <c:v>1.512206825340656E-2</c:v>
                </c:pt>
                <c:pt idx="691">
                  <c:v>1.5100004523171937E-2</c:v>
                </c:pt>
                <c:pt idx="692">
                  <c:v>1.51416303643119E-2</c:v>
                </c:pt>
                <c:pt idx="693">
                  <c:v>1.5211718788884315E-2</c:v>
                </c:pt>
                <c:pt idx="694">
                  <c:v>1.5210656717225685E-2</c:v>
                </c:pt>
                <c:pt idx="695">
                  <c:v>1.6087769305787515E-2</c:v>
                </c:pt>
                <c:pt idx="696">
                  <c:v>1.6119573055896282E-2</c:v>
                </c:pt>
                <c:pt idx="697">
                  <c:v>1.5795781031721551E-2</c:v>
                </c:pt>
                <c:pt idx="698">
                  <c:v>1.5767151739283673E-2</c:v>
                </c:pt>
                <c:pt idx="699">
                  <c:v>1.4805980780960343E-2</c:v>
                </c:pt>
                <c:pt idx="700">
                  <c:v>1.4560996467550175E-2</c:v>
                </c:pt>
                <c:pt idx="701">
                  <c:v>1.4606575765909685E-2</c:v>
                </c:pt>
                <c:pt idx="702">
                  <c:v>1.4766581667147102E-2</c:v>
                </c:pt>
                <c:pt idx="703">
                  <c:v>1.3065845017438928E-2</c:v>
                </c:pt>
                <c:pt idx="704">
                  <c:v>1.2988724423376622E-2</c:v>
                </c:pt>
                <c:pt idx="705">
                  <c:v>1.2979690127523197E-2</c:v>
                </c:pt>
                <c:pt idx="706">
                  <c:v>9.6962160440609377E-3</c:v>
                </c:pt>
                <c:pt idx="707">
                  <c:v>9.6913861447592235E-3</c:v>
                </c:pt>
                <c:pt idx="708">
                  <c:v>1.042131260958926E-2</c:v>
                </c:pt>
                <c:pt idx="709">
                  <c:v>1.0351591225409773E-2</c:v>
                </c:pt>
                <c:pt idx="710">
                  <c:v>1.0334466877048852E-2</c:v>
                </c:pt>
                <c:pt idx="711">
                  <c:v>1.0660185903789981E-2</c:v>
                </c:pt>
                <c:pt idx="712">
                  <c:v>9.8844986867963718E-3</c:v>
                </c:pt>
                <c:pt idx="713">
                  <c:v>9.8117600327495506E-3</c:v>
                </c:pt>
                <c:pt idx="714">
                  <c:v>1.012664803170267E-2</c:v>
                </c:pt>
                <c:pt idx="715">
                  <c:v>1.0225290664387866E-2</c:v>
                </c:pt>
                <c:pt idx="716">
                  <c:v>8.9817043268426138E-3</c:v>
                </c:pt>
                <c:pt idx="717">
                  <c:v>8.8739278338516667E-3</c:v>
                </c:pt>
                <c:pt idx="718">
                  <c:v>8.868631817546848E-3</c:v>
                </c:pt>
                <c:pt idx="719">
                  <c:v>8.9593963994280511E-3</c:v>
                </c:pt>
                <c:pt idx="720">
                  <c:v>1.0321104366759115E-2</c:v>
                </c:pt>
                <c:pt idx="721">
                  <c:v>1.0335087393047865E-2</c:v>
                </c:pt>
                <c:pt idx="722">
                  <c:v>1.0336917866981819E-2</c:v>
                </c:pt>
                <c:pt idx="723">
                  <c:v>9.8763031702486723E-3</c:v>
                </c:pt>
                <c:pt idx="724">
                  <c:v>9.0794915303231225E-3</c:v>
                </c:pt>
                <c:pt idx="725">
                  <c:v>9.1279678786666471E-3</c:v>
                </c:pt>
                <c:pt idx="726">
                  <c:v>9.3212880069562225E-3</c:v>
                </c:pt>
                <c:pt idx="727">
                  <c:v>8.7229295620509933E-3</c:v>
                </c:pt>
                <c:pt idx="728">
                  <c:v>8.9922408652039418E-3</c:v>
                </c:pt>
                <c:pt idx="729">
                  <c:v>8.9577225022280174E-3</c:v>
                </c:pt>
                <c:pt idx="730">
                  <c:v>8.920786755781257E-3</c:v>
                </c:pt>
                <c:pt idx="731">
                  <c:v>8.6135485985270686E-3</c:v>
                </c:pt>
                <c:pt idx="732">
                  <c:v>7.9465298981475502E-3</c:v>
                </c:pt>
                <c:pt idx="733">
                  <c:v>8.3245573525082255E-3</c:v>
                </c:pt>
                <c:pt idx="734">
                  <c:v>8.4548599345930942E-3</c:v>
                </c:pt>
                <c:pt idx="735">
                  <c:v>8.3430283673547791E-3</c:v>
                </c:pt>
                <c:pt idx="736">
                  <c:v>8.8498970261186704E-3</c:v>
                </c:pt>
                <c:pt idx="737">
                  <c:v>8.8204723919366752E-3</c:v>
                </c:pt>
                <c:pt idx="738">
                  <c:v>8.8075805089169144E-3</c:v>
                </c:pt>
                <c:pt idx="739">
                  <c:v>9.0637853697724188E-3</c:v>
                </c:pt>
                <c:pt idx="740">
                  <c:v>8.9526931454429297E-3</c:v>
                </c:pt>
                <c:pt idx="741">
                  <c:v>7.8144182540696126E-3</c:v>
                </c:pt>
                <c:pt idx="742">
                  <c:v>8.0995723833353541E-3</c:v>
                </c:pt>
                <c:pt idx="743">
                  <c:v>8.1703444644166245E-3</c:v>
                </c:pt>
                <c:pt idx="744">
                  <c:v>9.1079495229405786E-3</c:v>
                </c:pt>
                <c:pt idx="745">
                  <c:v>1.0370578598338551E-2</c:v>
                </c:pt>
                <c:pt idx="746">
                  <c:v>1.061458957824952E-2</c:v>
                </c:pt>
                <c:pt idx="747">
                  <c:v>1.0177429705472521E-2</c:v>
                </c:pt>
                <c:pt idx="748">
                  <c:v>1.0719086449875816E-2</c:v>
                </c:pt>
                <c:pt idx="749">
                  <c:v>1.022511866796141E-2</c:v>
                </c:pt>
                <c:pt idx="750">
                  <c:v>1.3569417144571761E-2</c:v>
                </c:pt>
                <c:pt idx="751">
                  <c:v>1.3575276190767612E-2</c:v>
                </c:pt>
                <c:pt idx="752">
                  <c:v>1.3944306303475261E-2</c:v>
                </c:pt>
                <c:pt idx="753">
                  <c:v>1.4043107678867706E-2</c:v>
                </c:pt>
                <c:pt idx="754">
                  <c:v>1.3984565813630348E-2</c:v>
                </c:pt>
                <c:pt idx="755">
                  <c:v>1.3980973791494464E-2</c:v>
                </c:pt>
                <c:pt idx="756">
                  <c:v>1.3898287892051959E-2</c:v>
                </c:pt>
                <c:pt idx="757">
                  <c:v>1.3768625688367085E-2</c:v>
                </c:pt>
                <c:pt idx="758">
                  <c:v>1.4196689570779309E-2</c:v>
                </c:pt>
                <c:pt idx="759">
                  <c:v>1.4203157520984231E-2</c:v>
                </c:pt>
                <c:pt idx="760">
                  <c:v>1.533090372998931E-2</c:v>
                </c:pt>
                <c:pt idx="761">
                  <c:v>1.5181465564354842E-2</c:v>
                </c:pt>
                <c:pt idx="762">
                  <c:v>1.5117621635984308E-2</c:v>
                </c:pt>
                <c:pt idx="763">
                  <c:v>1.5043663408791002E-2</c:v>
                </c:pt>
                <c:pt idx="764">
                  <c:v>1.503376205896704E-2</c:v>
                </c:pt>
                <c:pt idx="765">
                  <c:v>1.4642429735641302E-2</c:v>
                </c:pt>
                <c:pt idx="766">
                  <c:v>1.3980470907724155E-2</c:v>
                </c:pt>
                <c:pt idx="767">
                  <c:v>1.4095402077199067E-2</c:v>
                </c:pt>
                <c:pt idx="768">
                  <c:v>1.4046792916687761E-2</c:v>
                </c:pt>
                <c:pt idx="769">
                  <c:v>1.3408436545222318E-2</c:v>
                </c:pt>
                <c:pt idx="770">
                  <c:v>1.3513200869248504E-2</c:v>
                </c:pt>
                <c:pt idx="771">
                  <c:v>1.0897952043190566E-2</c:v>
                </c:pt>
                <c:pt idx="772">
                  <c:v>1.0898282774728466E-2</c:v>
                </c:pt>
                <c:pt idx="773">
                  <c:v>1.0308228268825865E-2</c:v>
                </c:pt>
                <c:pt idx="774">
                  <c:v>1.0492247790520501E-2</c:v>
                </c:pt>
                <c:pt idx="775">
                  <c:v>1.0490830237638388E-2</c:v>
                </c:pt>
                <c:pt idx="776">
                  <c:v>1.078249242635562E-2</c:v>
                </c:pt>
                <c:pt idx="777">
                  <c:v>1.0361342264474519E-2</c:v>
                </c:pt>
                <c:pt idx="778">
                  <c:v>1.0376925076257718E-2</c:v>
                </c:pt>
                <c:pt idx="779">
                  <c:v>1.019780266099392E-2</c:v>
                </c:pt>
                <c:pt idx="780">
                  <c:v>1.0398295619035634E-2</c:v>
                </c:pt>
                <c:pt idx="781">
                  <c:v>8.390727500203185E-3</c:v>
                </c:pt>
                <c:pt idx="782">
                  <c:v>8.5580042437248018E-3</c:v>
                </c:pt>
                <c:pt idx="783">
                  <c:v>1.1502475462462587E-2</c:v>
                </c:pt>
                <c:pt idx="784">
                  <c:v>1.1547686365579771E-2</c:v>
                </c:pt>
                <c:pt idx="785">
                  <c:v>1.1713671886542628E-2</c:v>
                </c:pt>
                <c:pt idx="786">
                  <c:v>1.1927847479398785E-2</c:v>
                </c:pt>
                <c:pt idx="787">
                  <c:v>1.2051038152207805E-2</c:v>
                </c:pt>
                <c:pt idx="788">
                  <c:v>1.1559876988784919E-2</c:v>
                </c:pt>
                <c:pt idx="789">
                  <c:v>1.1541695553497204E-2</c:v>
                </c:pt>
                <c:pt idx="790">
                  <c:v>1.1381962515347958E-2</c:v>
                </c:pt>
                <c:pt idx="791">
                  <c:v>1.1411704829960012E-2</c:v>
                </c:pt>
                <c:pt idx="792">
                  <c:v>1.1112083546193785E-2</c:v>
                </c:pt>
                <c:pt idx="793">
                  <c:v>1.1606022725183711E-2</c:v>
                </c:pt>
                <c:pt idx="794">
                  <c:v>1.1624897877700668E-2</c:v>
                </c:pt>
                <c:pt idx="795">
                  <c:v>1.1167359464919452E-2</c:v>
                </c:pt>
                <c:pt idx="796">
                  <c:v>1.1117070973951945E-2</c:v>
                </c:pt>
                <c:pt idx="797">
                  <c:v>1.1048669520394787E-2</c:v>
                </c:pt>
                <c:pt idx="798">
                  <c:v>1.1273475676288457E-2</c:v>
                </c:pt>
                <c:pt idx="799">
                  <c:v>1.1109786191732635E-2</c:v>
                </c:pt>
                <c:pt idx="800">
                  <c:v>1.0501489822758446E-2</c:v>
                </c:pt>
                <c:pt idx="801">
                  <c:v>1.0482380529044967E-2</c:v>
                </c:pt>
                <c:pt idx="802">
                  <c:v>1.0561167422965586E-2</c:v>
                </c:pt>
                <c:pt idx="803">
                  <c:v>1.0098173085173216E-2</c:v>
                </c:pt>
                <c:pt idx="804">
                  <c:v>8.4172074346363906E-3</c:v>
                </c:pt>
                <c:pt idx="805">
                  <c:v>8.3886882811668381E-3</c:v>
                </c:pt>
                <c:pt idx="806">
                  <c:v>8.8866855173825605E-3</c:v>
                </c:pt>
                <c:pt idx="807">
                  <c:v>8.7559596210439322E-3</c:v>
                </c:pt>
                <c:pt idx="808">
                  <c:v>8.2673288471787881E-3</c:v>
                </c:pt>
                <c:pt idx="809">
                  <c:v>8.3152744520914573E-3</c:v>
                </c:pt>
                <c:pt idx="810">
                  <c:v>9.206813331461736E-3</c:v>
                </c:pt>
                <c:pt idx="811">
                  <c:v>9.3902600732726233E-3</c:v>
                </c:pt>
                <c:pt idx="812">
                  <c:v>9.2779459951899384E-3</c:v>
                </c:pt>
                <c:pt idx="813">
                  <c:v>9.2432183982705061E-3</c:v>
                </c:pt>
                <c:pt idx="814">
                  <c:v>8.3519824765942666E-3</c:v>
                </c:pt>
                <c:pt idx="815">
                  <c:v>8.364816730311482E-3</c:v>
                </c:pt>
                <c:pt idx="816">
                  <c:v>9.4787133736563955E-3</c:v>
                </c:pt>
                <c:pt idx="817">
                  <c:v>1.0712772484368305E-2</c:v>
                </c:pt>
                <c:pt idx="818">
                  <c:v>1.1702267405392465E-2</c:v>
                </c:pt>
                <c:pt idx="819">
                  <c:v>1.0900243811966265E-2</c:v>
                </c:pt>
                <c:pt idx="820">
                  <c:v>1.1770867278760856E-2</c:v>
                </c:pt>
                <c:pt idx="821">
                  <c:v>1.2162334740695125E-2</c:v>
                </c:pt>
                <c:pt idx="822">
                  <c:v>1.3559704123518555E-2</c:v>
                </c:pt>
                <c:pt idx="823">
                  <c:v>1.3367507118800109E-2</c:v>
                </c:pt>
                <c:pt idx="824">
                  <c:v>1.3206204238925266E-2</c:v>
                </c:pt>
                <c:pt idx="825">
                  <c:v>1.3238309671347976E-2</c:v>
                </c:pt>
                <c:pt idx="826">
                  <c:v>1.3216945442776679E-2</c:v>
                </c:pt>
                <c:pt idx="827">
                  <c:v>1.2914184709985319E-2</c:v>
                </c:pt>
                <c:pt idx="828">
                  <c:v>1.3011828973920277E-2</c:v>
                </c:pt>
                <c:pt idx="829">
                  <c:v>1.358607656525616E-2</c:v>
                </c:pt>
                <c:pt idx="830">
                  <c:v>1.3613553339581117E-2</c:v>
                </c:pt>
                <c:pt idx="831">
                  <c:v>1.6295957976444172E-2</c:v>
                </c:pt>
                <c:pt idx="832">
                  <c:v>1.6082919814487479E-2</c:v>
                </c:pt>
                <c:pt idx="833">
                  <c:v>1.6955294244401464E-2</c:v>
                </c:pt>
                <c:pt idx="834">
                  <c:v>1.6863309569551396E-2</c:v>
                </c:pt>
                <c:pt idx="835">
                  <c:v>1.7158546398748829E-2</c:v>
                </c:pt>
                <c:pt idx="836">
                  <c:v>1.7591176690569175E-2</c:v>
                </c:pt>
                <c:pt idx="837">
                  <c:v>1.6450261634522578E-2</c:v>
                </c:pt>
                <c:pt idx="838">
                  <c:v>1.4846495614837618E-2</c:v>
                </c:pt>
                <c:pt idx="839">
                  <c:v>1.468565827382951E-2</c:v>
                </c:pt>
                <c:pt idx="840">
                  <c:v>1.4876507129039479E-2</c:v>
                </c:pt>
                <c:pt idx="841">
                  <c:v>1.4898839541939889E-2</c:v>
                </c:pt>
                <c:pt idx="842">
                  <c:v>1.5175405890768252E-2</c:v>
                </c:pt>
                <c:pt idx="843">
                  <c:v>1.4680756439130921E-2</c:v>
                </c:pt>
                <c:pt idx="844">
                  <c:v>1.431860555065655E-2</c:v>
                </c:pt>
                <c:pt idx="845">
                  <c:v>1.4413403652423664E-2</c:v>
                </c:pt>
                <c:pt idx="846">
                  <c:v>1.3907361851434777E-2</c:v>
                </c:pt>
                <c:pt idx="847">
                  <c:v>1.4003144065075173E-2</c:v>
                </c:pt>
                <c:pt idx="848">
                  <c:v>1.4337997110772183E-2</c:v>
                </c:pt>
                <c:pt idx="849">
                  <c:v>1.380437027264288E-2</c:v>
                </c:pt>
                <c:pt idx="850">
                  <c:v>1.43888189053502E-2</c:v>
                </c:pt>
                <c:pt idx="851">
                  <c:v>1.4736750919003288E-2</c:v>
                </c:pt>
                <c:pt idx="852">
                  <c:v>1.2166086131620332E-2</c:v>
                </c:pt>
                <c:pt idx="853">
                  <c:v>1.2262494796954871E-2</c:v>
                </c:pt>
                <c:pt idx="854">
                  <c:v>1.1253132272103174E-2</c:v>
                </c:pt>
                <c:pt idx="855">
                  <c:v>1.1141448419567677E-2</c:v>
                </c:pt>
                <c:pt idx="856">
                  <c:v>1.0667331556470691E-2</c:v>
                </c:pt>
                <c:pt idx="857">
                  <c:v>1.288807276969685E-2</c:v>
                </c:pt>
                <c:pt idx="858">
                  <c:v>1.3504486235121283E-2</c:v>
                </c:pt>
                <c:pt idx="859">
                  <c:v>1.3468913206800702E-2</c:v>
                </c:pt>
                <c:pt idx="860">
                  <c:v>1.370445589230629E-2</c:v>
                </c:pt>
                <c:pt idx="861">
                  <c:v>1.422372080165446E-2</c:v>
                </c:pt>
                <c:pt idx="862">
                  <c:v>1.3622896487110923E-2</c:v>
                </c:pt>
                <c:pt idx="863">
                  <c:v>1.3913085127687987E-2</c:v>
                </c:pt>
                <c:pt idx="864">
                  <c:v>1.4000038518883869E-2</c:v>
                </c:pt>
                <c:pt idx="865">
                  <c:v>1.401460799505966E-2</c:v>
                </c:pt>
                <c:pt idx="866">
                  <c:v>1.3841650876923364E-2</c:v>
                </c:pt>
                <c:pt idx="867">
                  <c:v>1.3965803186027045E-2</c:v>
                </c:pt>
                <c:pt idx="868">
                  <c:v>1.4018233869901418E-2</c:v>
                </c:pt>
                <c:pt idx="869">
                  <c:v>1.3547880714682567E-2</c:v>
                </c:pt>
                <c:pt idx="870">
                  <c:v>1.3749838200640624E-2</c:v>
                </c:pt>
                <c:pt idx="871">
                  <c:v>1.3485855088923563E-2</c:v>
                </c:pt>
                <c:pt idx="872">
                  <c:v>1.3509622845449071E-2</c:v>
                </c:pt>
                <c:pt idx="873">
                  <c:v>1.3283936306970761E-2</c:v>
                </c:pt>
                <c:pt idx="874">
                  <c:v>1.3353645590772019E-2</c:v>
                </c:pt>
                <c:pt idx="875">
                  <c:v>1.3376565530354373E-2</c:v>
                </c:pt>
                <c:pt idx="876">
                  <c:v>1.3634650262938412E-2</c:v>
                </c:pt>
                <c:pt idx="877">
                  <c:v>1.3554549533540754E-2</c:v>
                </c:pt>
                <c:pt idx="878">
                  <c:v>1.1659631795536831E-2</c:v>
                </c:pt>
                <c:pt idx="879">
                  <c:v>1.1486951004678477E-2</c:v>
                </c:pt>
                <c:pt idx="880">
                  <c:v>1.1422579618418716E-2</c:v>
                </c:pt>
                <c:pt idx="881">
                  <c:v>1.0585747278295305E-2</c:v>
                </c:pt>
                <c:pt idx="882">
                  <c:v>1.0527210984467034E-2</c:v>
                </c:pt>
                <c:pt idx="883">
                  <c:v>1.0644478079941828E-2</c:v>
                </c:pt>
                <c:pt idx="884">
                  <c:v>1.0643294233185283E-2</c:v>
                </c:pt>
                <c:pt idx="885">
                  <c:v>1.0168098624057785E-2</c:v>
                </c:pt>
                <c:pt idx="886">
                  <c:v>1.038837401901266E-2</c:v>
                </c:pt>
                <c:pt idx="887">
                  <c:v>1.0591438892804237E-2</c:v>
                </c:pt>
                <c:pt idx="888">
                  <c:v>1.0652507031149231E-2</c:v>
                </c:pt>
                <c:pt idx="889">
                  <c:v>1.1655117003133044E-2</c:v>
                </c:pt>
                <c:pt idx="890">
                  <c:v>1.168510794187331E-2</c:v>
                </c:pt>
                <c:pt idx="891">
                  <c:v>1.2315298243971411E-2</c:v>
                </c:pt>
                <c:pt idx="892">
                  <c:v>1.2345525987704716E-2</c:v>
                </c:pt>
                <c:pt idx="893">
                  <c:v>1.2915488671452015E-2</c:v>
                </c:pt>
                <c:pt idx="894">
                  <c:v>1.272601597336036E-2</c:v>
                </c:pt>
                <c:pt idx="895">
                  <c:v>1.3704582347481412E-2</c:v>
                </c:pt>
                <c:pt idx="896">
                  <c:v>1.4285194701400016E-2</c:v>
                </c:pt>
                <c:pt idx="897">
                  <c:v>1.3772794807385193E-2</c:v>
                </c:pt>
                <c:pt idx="898">
                  <c:v>1.4373234807870835E-2</c:v>
                </c:pt>
                <c:pt idx="899">
                  <c:v>1.3889016026144719E-2</c:v>
                </c:pt>
                <c:pt idx="900">
                  <c:v>1.3913361299823613E-2</c:v>
                </c:pt>
                <c:pt idx="901">
                  <c:v>1.388312293093287E-2</c:v>
                </c:pt>
                <c:pt idx="902">
                  <c:v>1.4664778126867456E-2</c:v>
                </c:pt>
                <c:pt idx="903">
                  <c:v>1.5489758286892795E-2</c:v>
                </c:pt>
                <c:pt idx="904">
                  <c:v>1.6201678064435433E-2</c:v>
                </c:pt>
                <c:pt idx="905">
                  <c:v>1.6207508494471431E-2</c:v>
                </c:pt>
                <c:pt idx="906">
                  <c:v>1.6790519382171274E-2</c:v>
                </c:pt>
                <c:pt idx="907">
                  <c:v>1.6970435843247391E-2</c:v>
                </c:pt>
                <c:pt idx="908">
                  <c:v>1.7002104096764711E-2</c:v>
                </c:pt>
                <c:pt idx="909">
                  <c:v>1.6908941865138138E-2</c:v>
                </c:pt>
                <c:pt idx="910">
                  <c:v>1.7022866179501737E-2</c:v>
                </c:pt>
                <c:pt idx="911">
                  <c:v>1.7059736171613975E-2</c:v>
                </c:pt>
                <c:pt idx="912">
                  <c:v>1.6869086723584722E-2</c:v>
                </c:pt>
                <c:pt idx="913">
                  <c:v>1.7062527402704423E-2</c:v>
                </c:pt>
                <c:pt idx="914">
                  <c:v>1.6101093370628101E-2</c:v>
                </c:pt>
                <c:pt idx="915">
                  <c:v>1.6790181055961032E-2</c:v>
                </c:pt>
                <c:pt idx="916">
                  <c:v>1.6552411835092311E-2</c:v>
                </c:pt>
                <c:pt idx="917">
                  <c:v>1.7574316673481017E-2</c:v>
                </c:pt>
                <c:pt idx="918">
                  <c:v>1.7431195601829742E-2</c:v>
                </c:pt>
                <c:pt idx="919">
                  <c:v>1.6433841509662022E-2</c:v>
                </c:pt>
                <c:pt idx="920">
                  <c:v>1.6286971720221526E-2</c:v>
                </c:pt>
                <c:pt idx="921">
                  <c:v>1.630515410791112E-2</c:v>
                </c:pt>
                <c:pt idx="922">
                  <c:v>1.7178222034338362E-2</c:v>
                </c:pt>
                <c:pt idx="923">
                  <c:v>1.6855316313878602E-2</c:v>
                </c:pt>
                <c:pt idx="924">
                  <c:v>1.6599910719225518E-2</c:v>
                </c:pt>
                <c:pt idx="925">
                  <c:v>1.5206488082471808E-2</c:v>
                </c:pt>
                <c:pt idx="926">
                  <c:v>1.9667988629073839E-2</c:v>
                </c:pt>
                <c:pt idx="927">
                  <c:v>1.9338679948285403E-2</c:v>
                </c:pt>
                <c:pt idx="928">
                  <c:v>2.0000006200215231E-2</c:v>
                </c:pt>
                <c:pt idx="929">
                  <c:v>2.016730886709342E-2</c:v>
                </c:pt>
                <c:pt idx="930">
                  <c:v>2.0140671004824608E-2</c:v>
                </c:pt>
                <c:pt idx="931">
                  <c:v>1.8997416421746845E-2</c:v>
                </c:pt>
                <c:pt idx="932">
                  <c:v>1.8909319607228324E-2</c:v>
                </c:pt>
                <c:pt idx="933">
                  <c:v>1.8918935783898482E-2</c:v>
                </c:pt>
                <c:pt idx="934">
                  <c:v>1.8954263426225665E-2</c:v>
                </c:pt>
                <c:pt idx="935">
                  <c:v>1.8789055708563079E-2</c:v>
                </c:pt>
                <c:pt idx="936">
                  <c:v>1.7942593473164847E-2</c:v>
                </c:pt>
                <c:pt idx="937">
                  <c:v>1.8523406183917221E-2</c:v>
                </c:pt>
                <c:pt idx="938">
                  <c:v>1.7431632952538287E-2</c:v>
                </c:pt>
                <c:pt idx="939">
                  <c:v>1.7507270873231187E-2</c:v>
                </c:pt>
                <c:pt idx="940">
                  <c:v>1.7472100774842399E-2</c:v>
                </c:pt>
                <c:pt idx="941">
                  <c:v>1.7901498080285756E-2</c:v>
                </c:pt>
                <c:pt idx="942">
                  <c:v>1.837511789623892E-2</c:v>
                </c:pt>
                <c:pt idx="943">
                  <c:v>1.7334560722632172E-2</c:v>
                </c:pt>
                <c:pt idx="944">
                  <c:v>1.7550132230786351E-2</c:v>
                </c:pt>
                <c:pt idx="945">
                  <c:v>1.7207541843886266E-2</c:v>
                </c:pt>
                <c:pt idx="946">
                  <c:v>1.7226224051475753E-2</c:v>
                </c:pt>
                <c:pt idx="947">
                  <c:v>1.2573126788150131E-2</c:v>
                </c:pt>
                <c:pt idx="948">
                  <c:v>1.348986056187847E-2</c:v>
                </c:pt>
                <c:pt idx="949">
                  <c:v>1.3131011574986265E-2</c:v>
                </c:pt>
                <c:pt idx="950">
                  <c:v>1.2884412411779069E-2</c:v>
                </c:pt>
                <c:pt idx="951">
                  <c:v>1.3992977105382182E-2</c:v>
                </c:pt>
                <c:pt idx="952">
                  <c:v>1.4136058549675982E-2</c:v>
                </c:pt>
                <c:pt idx="953">
                  <c:v>1.4137733487625023E-2</c:v>
                </c:pt>
                <c:pt idx="954">
                  <c:v>1.4254649035643923E-2</c:v>
                </c:pt>
                <c:pt idx="955">
                  <c:v>1.5079425059148031E-2</c:v>
                </c:pt>
                <c:pt idx="956">
                  <c:v>1.5221590988763856E-2</c:v>
                </c:pt>
                <c:pt idx="957">
                  <c:v>1.5066906958109836E-2</c:v>
                </c:pt>
                <c:pt idx="958">
                  <c:v>1.4527453853018665E-2</c:v>
                </c:pt>
                <c:pt idx="959">
                  <c:v>1.4612658061256854E-2</c:v>
                </c:pt>
                <c:pt idx="960">
                  <c:v>1.4572110129212617E-2</c:v>
                </c:pt>
                <c:pt idx="961">
                  <c:v>1.4273770934037649E-2</c:v>
                </c:pt>
                <c:pt idx="962">
                  <c:v>1.3829288378405294E-2</c:v>
                </c:pt>
                <c:pt idx="963">
                  <c:v>1.3211922675471489E-2</c:v>
                </c:pt>
                <c:pt idx="964">
                  <c:v>1.3180251132311553E-2</c:v>
                </c:pt>
                <c:pt idx="965">
                  <c:v>1.298372068375923E-2</c:v>
                </c:pt>
                <c:pt idx="966">
                  <c:v>1.2748640979072972E-2</c:v>
                </c:pt>
                <c:pt idx="967">
                  <c:v>1.3392158705548905E-2</c:v>
                </c:pt>
                <c:pt idx="968">
                  <c:v>1.3322541724405938E-2</c:v>
                </c:pt>
                <c:pt idx="969">
                  <c:v>1.2408746924546833E-2</c:v>
                </c:pt>
                <c:pt idx="970">
                  <c:v>1.1372061050029693E-2</c:v>
                </c:pt>
                <c:pt idx="971">
                  <c:v>1.166380928896555E-2</c:v>
                </c:pt>
                <c:pt idx="972">
                  <c:v>1.0170786811835107E-2</c:v>
                </c:pt>
                <c:pt idx="973">
                  <c:v>9.7556370364964284E-3</c:v>
                </c:pt>
                <c:pt idx="974">
                  <c:v>1.0274378161982619E-2</c:v>
                </c:pt>
                <c:pt idx="975">
                  <c:v>9.429546892313961E-3</c:v>
                </c:pt>
                <c:pt idx="976">
                  <c:v>7.8826837699516403E-3</c:v>
                </c:pt>
                <c:pt idx="977">
                  <c:v>7.8499780369550506E-3</c:v>
                </c:pt>
                <c:pt idx="978">
                  <c:v>7.9163230448947713E-3</c:v>
                </c:pt>
                <c:pt idx="979">
                  <c:v>7.7255109699004747E-3</c:v>
                </c:pt>
                <c:pt idx="980">
                  <c:v>7.6906223933459793E-3</c:v>
                </c:pt>
                <c:pt idx="981">
                  <c:v>8.2212894774933605E-3</c:v>
                </c:pt>
                <c:pt idx="982">
                  <c:v>1.0177626408257355E-2</c:v>
                </c:pt>
                <c:pt idx="983">
                  <c:v>1.0220115734751702E-2</c:v>
                </c:pt>
                <c:pt idx="984">
                  <c:v>1.0798044362039561E-2</c:v>
                </c:pt>
                <c:pt idx="985">
                  <c:v>1.0762288352202354E-2</c:v>
                </c:pt>
                <c:pt idx="986">
                  <c:v>1.0793068818318425E-2</c:v>
                </c:pt>
                <c:pt idx="987">
                  <c:v>1.0771871017341726E-2</c:v>
                </c:pt>
                <c:pt idx="988">
                  <c:v>1.1623266236946586E-2</c:v>
                </c:pt>
                <c:pt idx="989">
                  <c:v>1.18001545106101E-2</c:v>
                </c:pt>
                <c:pt idx="990">
                  <c:v>1.1798320599363964E-2</c:v>
                </c:pt>
                <c:pt idx="991">
                  <c:v>1.2001602418457895E-2</c:v>
                </c:pt>
                <c:pt idx="992">
                  <c:v>1.2102334308963712E-2</c:v>
                </c:pt>
                <c:pt idx="993">
                  <c:v>1.2692163836814693E-2</c:v>
                </c:pt>
                <c:pt idx="994">
                  <c:v>1.2610416600646398E-2</c:v>
                </c:pt>
                <c:pt idx="995">
                  <c:v>1.244947825162479E-2</c:v>
                </c:pt>
                <c:pt idx="996">
                  <c:v>1.2930733860733897E-2</c:v>
                </c:pt>
                <c:pt idx="997">
                  <c:v>1.3056739451769177E-2</c:v>
                </c:pt>
                <c:pt idx="998">
                  <c:v>1.3536487017804882E-2</c:v>
                </c:pt>
                <c:pt idx="999">
                  <c:v>1.3592936963285084E-2</c:v>
                </c:pt>
                <c:pt idx="1000">
                  <c:v>1.3519566362673135E-2</c:v>
                </c:pt>
                <c:pt idx="1001">
                  <c:v>1.3675922870050046E-2</c:v>
                </c:pt>
                <c:pt idx="1002">
                  <c:v>1.497707260937327E-2</c:v>
                </c:pt>
                <c:pt idx="1003">
                  <c:v>1.3893801656003901E-2</c:v>
                </c:pt>
                <c:pt idx="1004">
                  <c:v>1.3836176874607163E-2</c:v>
                </c:pt>
                <c:pt idx="1005">
                  <c:v>1.3253723621374766E-2</c:v>
                </c:pt>
                <c:pt idx="1006">
                  <c:v>1.3466406867059768E-2</c:v>
                </c:pt>
                <c:pt idx="1007">
                  <c:v>1.3555726549739461E-2</c:v>
                </c:pt>
                <c:pt idx="1008">
                  <c:v>1.360961480512096E-2</c:v>
                </c:pt>
                <c:pt idx="1009">
                  <c:v>1.2321489867897169E-2</c:v>
                </c:pt>
                <c:pt idx="1010">
                  <c:v>1.2143383630810033E-2</c:v>
                </c:pt>
                <c:pt idx="1011">
                  <c:v>1.2124341014560875E-2</c:v>
                </c:pt>
                <c:pt idx="1012">
                  <c:v>1.2104926281629458E-2</c:v>
                </c:pt>
                <c:pt idx="1013">
                  <c:v>1.1741017829140209E-2</c:v>
                </c:pt>
                <c:pt idx="1014">
                  <c:v>1.1185377626784508E-2</c:v>
                </c:pt>
                <c:pt idx="1015">
                  <c:v>1.1571439550113E-2</c:v>
                </c:pt>
                <c:pt idx="1016">
                  <c:v>1.1333751452269747E-2</c:v>
                </c:pt>
                <c:pt idx="1017">
                  <c:v>1.1199918245944912E-2</c:v>
                </c:pt>
                <c:pt idx="1018">
                  <c:v>1.134186686002857E-2</c:v>
                </c:pt>
                <c:pt idx="1019">
                  <c:v>1.1548420121142971E-2</c:v>
                </c:pt>
                <c:pt idx="1020">
                  <c:v>1.1600187076843035E-2</c:v>
                </c:pt>
                <c:pt idx="1021">
                  <c:v>1.1429691623292691E-2</c:v>
                </c:pt>
                <c:pt idx="1022">
                  <c:v>1.1339734890437218E-2</c:v>
                </c:pt>
                <c:pt idx="1023">
                  <c:v>8.5207176885810851E-3</c:v>
                </c:pt>
                <c:pt idx="1024">
                  <c:v>8.1283058317726132E-3</c:v>
                </c:pt>
                <c:pt idx="1025">
                  <c:v>8.3595840248069427E-3</c:v>
                </c:pt>
                <c:pt idx="1026">
                  <c:v>8.4570976616614845E-3</c:v>
                </c:pt>
                <c:pt idx="1027">
                  <c:v>8.3146101106984869E-3</c:v>
                </c:pt>
                <c:pt idx="1028">
                  <c:v>8.7232611801263179E-3</c:v>
                </c:pt>
                <c:pt idx="1029">
                  <c:v>8.7335380029835621E-3</c:v>
                </c:pt>
                <c:pt idx="1030">
                  <c:v>9.2445982729610389E-3</c:v>
                </c:pt>
                <c:pt idx="1031">
                  <c:v>9.2393881924900147E-3</c:v>
                </c:pt>
                <c:pt idx="1032">
                  <c:v>9.5506894005268211E-3</c:v>
                </c:pt>
                <c:pt idx="1033">
                  <c:v>9.8970651273087608E-3</c:v>
                </c:pt>
                <c:pt idx="1034">
                  <c:v>9.8935699314658034E-3</c:v>
                </c:pt>
                <c:pt idx="1035">
                  <c:v>9.6274528479781876E-3</c:v>
                </c:pt>
                <c:pt idx="1036">
                  <c:v>9.2319211668495469E-3</c:v>
                </c:pt>
                <c:pt idx="1037">
                  <c:v>9.3743184455021659E-3</c:v>
                </c:pt>
                <c:pt idx="1038">
                  <c:v>9.0104142339614071E-3</c:v>
                </c:pt>
                <c:pt idx="1039">
                  <c:v>8.6169822216537288E-3</c:v>
                </c:pt>
                <c:pt idx="1040">
                  <c:v>7.3901952378690617E-3</c:v>
                </c:pt>
                <c:pt idx="1041">
                  <c:v>7.1989656392453206E-3</c:v>
                </c:pt>
                <c:pt idx="1042">
                  <c:v>7.1742525504720689E-3</c:v>
                </c:pt>
                <c:pt idx="1043">
                  <c:v>7.1579267304995127E-3</c:v>
                </c:pt>
                <c:pt idx="1044">
                  <c:v>7.7591319839092803E-3</c:v>
                </c:pt>
                <c:pt idx="1045">
                  <c:v>8.109284176786755E-3</c:v>
                </c:pt>
                <c:pt idx="1046">
                  <c:v>8.0383696775935803E-3</c:v>
                </c:pt>
                <c:pt idx="1047">
                  <c:v>8.0039490609884606E-3</c:v>
                </c:pt>
                <c:pt idx="1048">
                  <c:v>7.856363163276054E-3</c:v>
                </c:pt>
                <c:pt idx="1049">
                  <c:v>7.5996581457951733E-3</c:v>
                </c:pt>
                <c:pt idx="1050">
                  <c:v>8.050558606868161E-3</c:v>
                </c:pt>
                <c:pt idx="1051">
                  <c:v>7.4019355054262791E-3</c:v>
                </c:pt>
                <c:pt idx="1052">
                  <c:v>7.3736296498305804E-3</c:v>
                </c:pt>
                <c:pt idx="1053">
                  <c:v>7.2258303502610649E-3</c:v>
                </c:pt>
                <c:pt idx="1054">
                  <c:v>7.5237333358971871E-3</c:v>
                </c:pt>
                <c:pt idx="1055">
                  <c:v>7.1777822037624207E-3</c:v>
                </c:pt>
                <c:pt idx="1056">
                  <c:v>7.170985773832024E-3</c:v>
                </c:pt>
                <c:pt idx="1057">
                  <c:v>1.1651581913016134E-2</c:v>
                </c:pt>
                <c:pt idx="1058">
                  <c:v>1.2027028161882537E-2</c:v>
                </c:pt>
                <c:pt idx="1059">
                  <c:v>1.1820754753985599E-2</c:v>
                </c:pt>
                <c:pt idx="1060">
                  <c:v>1.1817295472854096E-2</c:v>
                </c:pt>
                <c:pt idx="1061">
                  <c:v>1.1889981909968959E-2</c:v>
                </c:pt>
                <c:pt idx="1062">
                  <c:v>1.2140841767416805E-2</c:v>
                </c:pt>
                <c:pt idx="1063">
                  <c:v>1.2108339776065872E-2</c:v>
                </c:pt>
                <c:pt idx="1064">
                  <c:v>1.2190385391242928E-2</c:v>
                </c:pt>
                <c:pt idx="1065">
                  <c:v>1.204738728336629E-2</c:v>
                </c:pt>
                <c:pt idx="1066">
                  <c:v>1.2175312135636914E-2</c:v>
                </c:pt>
                <c:pt idx="1067">
                  <c:v>1.1936592596978993E-2</c:v>
                </c:pt>
                <c:pt idx="1068">
                  <c:v>1.1942615608653643E-2</c:v>
                </c:pt>
                <c:pt idx="1069">
                  <c:v>1.1844458659936068E-2</c:v>
                </c:pt>
                <c:pt idx="1070">
                  <c:v>1.1871749017822198E-2</c:v>
                </c:pt>
                <c:pt idx="1071">
                  <c:v>1.1773998625757495E-2</c:v>
                </c:pt>
                <c:pt idx="1072">
                  <c:v>1.2135721697221836E-2</c:v>
                </c:pt>
                <c:pt idx="1073">
                  <c:v>1.2277734292305499E-2</c:v>
                </c:pt>
                <c:pt idx="1074">
                  <c:v>1.2665302397956235E-2</c:v>
                </c:pt>
                <c:pt idx="1075">
                  <c:v>1.2523640540713876E-2</c:v>
                </c:pt>
                <c:pt idx="1076">
                  <c:v>1.282473316362772E-2</c:v>
                </c:pt>
                <c:pt idx="1077">
                  <c:v>1.2848276915043495E-2</c:v>
                </c:pt>
                <c:pt idx="1078">
                  <c:v>9.1163759478862499E-3</c:v>
                </c:pt>
                <c:pt idx="1079">
                  <c:v>8.20746062197069E-3</c:v>
                </c:pt>
                <c:pt idx="1080">
                  <c:v>8.1259673856130671E-3</c:v>
                </c:pt>
                <c:pt idx="1081">
                  <c:v>8.4393292726249371E-3</c:v>
                </c:pt>
                <c:pt idx="1082">
                  <c:v>8.0730391810725239E-3</c:v>
                </c:pt>
                <c:pt idx="1083">
                  <c:v>8.2140393468352925E-3</c:v>
                </c:pt>
                <c:pt idx="1084">
                  <c:v>1.118550503206712E-2</c:v>
                </c:pt>
                <c:pt idx="1085">
                  <c:v>1.1413900361635029E-2</c:v>
                </c:pt>
                <c:pt idx="1086">
                  <c:v>1.1416993315846542E-2</c:v>
                </c:pt>
                <c:pt idx="1087">
                  <c:v>1.0993745910494835E-2</c:v>
                </c:pt>
                <c:pt idx="1088">
                  <c:v>1.1827773277423664E-2</c:v>
                </c:pt>
                <c:pt idx="1089">
                  <c:v>1.183971335859374E-2</c:v>
                </c:pt>
                <c:pt idx="1090">
                  <c:v>1.1837753230005549E-2</c:v>
                </c:pt>
                <c:pt idx="1091">
                  <c:v>1.2370018392507556E-2</c:v>
                </c:pt>
                <c:pt idx="1092">
                  <c:v>1.2487026676612027E-2</c:v>
                </c:pt>
                <c:pt idx="1093">
                  <c:v>1.2204711588187653E-2</c:v>
                </c:pt>
                <c:pt idx="1094">
                  <c:v>1.2027910506150307E-2</c:v>
                </c:pt>
                <c:pt idx="1095">
                  <c:v>1.1827501472477589E-2</c:v>
                </c:pt>
                <c:pt idx="1096">
                  <c:v>1.2011417718756948E-2</c:v>
                </c:pt>
                <c:pt idx="1097">
                  <c:v>1.3434753106977108E-2</c:v>
                </c:pt>
                <c:pt idx="1098">
                  <c:v>1.3434995495434325E-2</c:v>
                </c:pt>
                <c:pt idx="1099">
                  <c:v>1.3673392646796498E-2</c:v>
                </c:pt>
                <c:pt idx="1100">
                  <c:v>1.368407334028628E-2</c:v>
                </c:pt>
                <c:pt idx="1101">
                  <c:v>1.3743944125355335E-2</c:v>
                </c:pt>
                <c:pt idx="1102">
                  <c:v>1.3617584729292065E-2</c:v>
                </c:pt>
                <c:pt idx="1103">
                  <c:v>1.348051461936401E-2</c:v>
                </c:pt>
                <c:pt idx="1104">
                  <c:v>1.3286054733947372E-2</c:v>
                </c:pt>
                <c:pt idx="1105">
                  <c:v>1.272183223073212E-2</c:v>
                </c:pt>
                <c:pt idx="1106">
                  <c:v>1.2425291601222519E-2</c:v>
                </c:pt>
                <c:pt idx="1107">
                  <c:v>1.2549243975824364E-2</c:v>
                </c:pt>
                <c:pt idx="1108">
                  <c:v>1.3141566498054456E-2</c:v>
                </c:pt>
                <c:pt idx="1109">
                  <c:v>1.3469105020352232E-2</c:v>
                </c:pt>
                <c:pt idx="1110">
                  <c:v>1.3655910509533355E-2</c:v>
                </c:pt>
                <c:pt idx="1111">
                  <c:v>1.4175642019496375E-2</c:v>
                </c:pt>
                <c:pt idx="1112">
                  <c:v>1.4434499761256225E-2</c:v>
                </c:pt>
                <c:pt idx="1113">
                  <c:v>1.4705369097259106E-2</c:v>
                </c:pt>
                <c:pt idx="1114">
                  <c:v>1.4978870111616976E-2</c:v>
                </c:pt>
                <c:pt idx="1115">
                  <c:v>1.494445481407833E-2</c:v>
                </c:pt>
                <c:pt idx="1116">
                  <c:v>1.4685647399723428E-2</c:v>
                </c:pt>
                <c:pt idx="1117">
                  <c:v>1.4273397726982993E-2</c:v>
                </c:pt>
                <c:pt idx="1118">
                  <c:v>1.3037586133983575E-2</c:v>
                </c:pt>
                <c:pt idx="1119">
                  <c:v>1.3277617987549378E-2</c:v>
                </c:pt>
                <c:pt idx="1120">
                  <c:v>1.2986855133525248E-2</c:v>
                </c:pt>
                <c:pt idx="1121">
                  <c:v>1.3042994698163807E-2</c:v>
                </c:pt>
                <c:pt idx="1122">
                  <c:v>1.2971492971767157E-2</c:v>
                </c:pt>
                <c:pt idx="1123">
                  <c:v>1.2410069710997019E-2</c:v>
                </c:pt>
                <c:pt idx="1124">
                  <c:v>1.264925573409297E-2</c:v>
                </c:pt>
                <c:pt idx="1125">
                  <c:v>1.2491159079971313E-2</c:v>
                </c:pt>
                <c:pt idx="1126">
                  <c:v>1.1780097736014962E-2</c:v>
                </c:pt>
                <c:pt idx="1127">
                  <c:v>1.1452635217317327E-2</c:v>
                </c:pt>
                <c:pt idx="1128">
                  <c:v>1.1978162434195957E-2</c:v>
                </c:pt>
                <c:pt idx="1129">
                  <c:v>1.1482415559053806E-2</c:v>
                </c:pt>
                <c:pt idx="1130">
                  <c:v>1.0265785068332691E-2</c:v>
                </c:pt>
                <c:pt idx="1131">
                  <c:v>1.0008049426723854E-2</c:v>
                </c:pt>
                <c:pt idx="1132">
                  <c:v>1.0836102489468653E-2</c:v>
                </c:pt>
                <c:pt idx="1133">
                  <c:v>1.0789125549592868E-2</c:v>
                </c:pt>
                <c:pt idx="1134">
                  <c:v>1.0736232808698586E-2</c:v>
                </c:pt>
                <c:pt idx="1135">
                  <c:v>1.0281073370629884E-2</c:v>
                </c:pt>
                <c:pt idx="1136">
                  <c:v>1.0621203038997483E-2</c:v>
                </c:pt>
                <c:pt idx="1137">
                  <c:v>1.0432308230299231E-2</c:v>
                </c:pt>
                <c:pt idx="1138">
                  <c:v>1.0432692982950149E-2</c:v>
                </c:pt>
                <c:pt idx="1139">
                  <c:v>1.033572578638354E-2</c:v>
                </c:pt>
                <c:pt idx="1140">
                  <c:v>1.0108422777743268E-2</c:v>
                </c:pt>
                <c:pt idx="1141">
                  <c:v>1.0235965521133124E-2</c:v>
                </c:pt>
                <c:pt idx="1142">
                  <c:v>1.0015672269206747E-2</c:v>
                </c:pt>
                <c:pt idx="1143">
                  <c:v>1.0280844210556053E-2</c:v>
                </c:pt>
                <c:pt idx="1144">
                  <c:v>1.0094941246976963E-2</c:v>
                </c:pt>
                <c:pt idx="1145">
                  <c:v>1.0657439382136404E-2</c:v>
                </c:pt>
                <c:pt idx="1146">
                  <c:v>1.1798453257006188E-2</c:v>
                </c:pt>
                <c:pt idx="1147">
                  <c:v>1.2174028725766594E-2</c:v>
                </c:pt>
                <c:pt idx="1148">
                  <c:v>1.2184628990081952E-2</c:v>
                </c:pt>
                <c:pt idx="1149">
                  <c:v>1.2196166230777024E-2</c:v>
                </c:pt>
                <c:pt idx="1150">
                  <c:v>1.228292213055285E-2</c:v>
                </c:pt>
                <c:pt idx="1151">
                  <c:v>1.3101788064096084E-2</c:v>
                </c:pt>
                <c:pt idx="1152">
                  <c:v>1.3593038554029015E-2</c:v>
                </c:pt>
                <c:pt idx="1153">
                  <c:v>1.261145027727128E-2</c:v>
                </c:pt>
                <c:pt idx="1154">
                  <c:v>1.1494736077715574E-2</c:v>
                </c:pt>
                <c:pt idx="1155">
                  <c:v>1.1402930271935939E-2</c:v>
                </c:pt>
                <c:pt idx="1156">
                  <c:v>1.3123388366755605E-2</c:v>
                </c:pt>
                <c:pt idx="1157">
                  <c:v>1.3059589504600509E-2</c:v>
                </c:pt>
                <c:pt idx="1158">
                  <c:v>1.3066585216043151E-2</c:v>
                </c:pt>
                <c:pt idx="1159">
                  <c:v>1.3221561085121005E-2</c:v>
                </c:pt>
                <c:pt idx="1160">
                  <c:v>1.3649842457633855E-2</c:v>
                </c:pt>
                <c:pt idx="1161">
                  <c:v>1.3842453264411407E-2</c:v>
                </c:pt>
                <c:pt idx="1162">
                  <c:v>1.4020851738247195E-2</c:v>
                </c:pt>
                <c:pt idx="1163">
                  <c:v>1.4124971479604299E-2</c:v>
                </c:pt>
                <c:pt idx="1164">
                  <c:v>1.4031673696583426E-2</c:v>
                </c:pt>
                <c:pt idx="1165">
                  <c:v>1.4698518083147512E-2</c:v>
                </c:pt>
                <c:pt idx="1166">
                  <c:v>1.4318260231187719E-2</c:v>
                </c:pt>
                <c:pt idx="1167">
                  <c:v>1.3263327317474765E-2</c:v>
                </c:pt>
                <c:pt idx="1168">
                  <c:v>1.2855097592147589E-2</c:v>
                </c:pt>
                <c:pt idx="1169">
                  <c:v>1.2883220380615682E-2</c:v>
                </c:pt>
                <c:pt idx="1170">
                  <c:v>1.2628183254260504E-2</c:v>
                </c:pt>
                <c:pt idx="1171">
                  <c:v>1.2481611328417186E-2</c:v>
                </c:pt>
                <c:pt idx="1172">
                  <c:v>1.1658313338776873E-2</c:v>
                </c:pt>
                <c:pt idx="1173">
                  <c:v>1.0788436897720266E-2</c:v>
                </c:pt>
                <c:pt idx="1174">
                  <c:v>1.0351431488297702E-2</c:v>
                </c:pt>
                <c:pt idx="1175">
                  <c:v>1.0776401590236045E-2</c:v>
                </c:pt>
                <c:pt idx="1176">
                  <c:v>1.0475020858633935E-2</c:v>
                </c:pt>
                <c:pt idx="1177">
                  <c:v>6.1931685410067921E-3</c:v>
                </c:pt>
                <c:pt idx="1178">
                  <c:v>8.4386651764321585E-3</c:v>
                </c:pt>
                <c:pt idx="1179">
                  <c:v>8.4456864367985999E-3</c:v>
                </c:pt>
                <c:pt idx="1180">
                  <c:v>9.4304175848992627E-3</c:v>
                </c:pt>
                <c:pt idx="1181">
                  <c:v>9.5145172913116815E-3</c:v>
                </c:pt>
                <c:pt idx="1182">
                  <c:v>1.0012015711945505E-2</c:v>
                </c:pt>
                <c:pt idx="1183">
                  <c:v>1.0208135662644717E-2</c:v>
                </c:pt>
                <c:pt idx="1184">
                  <c:v>1.0142806012153338E-2</c:v>
                </c:pt>
                <c:pt idx="1185">
                  <c:v>1.2056687434988677E-2</c:v>
                </c:pt>
                <c:pt idx="1186">
                  <c:v>1.1657796420803694E-2</c:v>
                </c:pt>
                <c:pt idx="1187">
                  <c:v>1.1667916727663766E-2</c:v>
                </c:pt>
                <c:pt idx="1188">
                  <c:v>1.2074623155014209E-2</c:v>
                </c:pt>
                <c:pt idx="1189">
                  <c:v>1.2167712442882984E-2</c:v>
                </c:pt>
                <c:pt idx="1190">
                  <c:v>1.2213882364237141E-2</c:v>
                </c:pt>
                <c:pt idx="1191">
                  <c:v>1.2197620264374086E-2</c:v>
                </c:pt>
                <c:pt idx="1192">
                  <c:v>1.2499762719046787E-2</c:v>
                </c:pt>
                <c:pt idx="1193">
                  <c:v>1.2612378953149301E-2</c:v>
                </c:pt>
                <c:pt idx="1194">
                  <c:v>1.2746590903594897E-2</c:v>
                </c:pt>
                <c:pt idx="1195">
                  <c:v>1.289082028312471E-2</c:v>
                </c:pt>
                <c:pt idx="1196">
                  <c:v>1.2790481517077458E-2</c:v>
                </c:pt>
                <c:pt idx="1197">
                  <c:v>1.3034752900327382E-2</c:v>
                </c:pt>
                <c:pt idx="1198">
                  <c:v>1.2989717941333355E-2</c:v>
                </c:pt>
                <c:pt idx="1199">
                  <c:v>1.1952943476394948E-2</c:v>
                </c:pt>
                <c:pt idx="1200">
                  <c:v>1.1960454056018404E-2</c:v>
                </c:pt>
                <c:pt idx="1201">
                  <c:v>1.1419780188587705E-2</c:v>
                </c:pt>
                <c:pt idx="1202">
                  <c:v>1.1136050345328059E-2</c:v>
                </c:pt>
                <c:pt idx="1203">
                  <c:v>1.0696308238110403E-2</c:v>
                </c:pt>
                <c:pt idx="1204">
                  <c:v>1.0470083941618816E-2</c:v>
                </c:pt>
                <c:pt idx="1205">
                  <c:v>1.0688614890129844E-2</c:v>
                </c:pt>
                <c:pt idx="1206">
                  <c:v>7.9728525948054262E-3</c:v>
                </c:pt>
                <c:pt idx="1207">
                  <c:v>7.9297678178828976E-3</c:v>
                </c:pt>
                <c:pt idx="1208">
                  <c:v>7.9300443751666085E-3</c:v>
                </c:pt>
                <c:pt idx="1209">
                  <c:v>6.8279341427208593E-3</c:v>
                </c:pt>
                <c:pt idx="1210">
                  <c:v>7.0531452729925091E-3</c:v>
                </c:pt>
                <c:pt idx="1211">
                  <c:v>7.0846075581767545E-3</c:v>
                </c:pt>
                <c:pt idx="1212">
                  <c:v>7.046458930332615E-3</c:v>
                </c:pt>
                <c:pt idx="1213">
                  <c:v>6.8127431394974713E-3</c:v>
                </c:pt>
                <c:pt idx="1214">
                  <c:v>6.6501569144063657E-3</c:v>
                </c:pt>
                <c:pt idx="1215">
                  <c:v>6.255115919353022E-3</c:v>
                </c:pt>
                <c:pt idx="1216">
                  <c:v>6.0979092929710193E-3</c:v>
                </c:pt>
                <c:pt idx="1217">
                  <c:v>6.7207212606770509E-3</c:v>
                </c:pt>
                <c:pt idx="1218">
                  <c:v>6.3315856393903738E-3</c:v>
                </c:pt>
                <c:pt idx="1219">
                  <c:v>6.4449523924397503E-3</c:v>
                </c:pt>
                <c:pt idx="1220">
                  <c:v>6.4815173000706047E-3</c:v>
                </c:pt>
                <c:pt idx="1221">
                  <c:v>6.4754249909789756E-3</c:v>
                </c:pt>
                <c:pt idx="1222">
                  <c:v>6.1471355376716925E-3</c:v>
                </c:pt>
                <c:pt idx="1223">
                  <c:v>6.2263961713179081E-3</c:v>
                </c:pt>
                <c:pt idx="1224">
                  <c:v>6.3068553100158473E-3</c:v>
                </c:pt>
                <c:pt idx="1225">
                  <c:v>6.2817126195830455E-3</c:v>
                </c:pt>
                <c:pt idx="1226">
                  <c:v>6.8661256438299579E-3</c:v>
                </c:pt>
                <c:pt idx="1227">
                  <c:v>7.2077719883849086E-3</c:v>
                </c:pt>
                <c:pt idx="1228">
                  <c:v>7.1485742292642755E-3</c:v>
                </c:pt>
                <c:pt idx="1229">
                  <c:v>7.1852561025216085E-3</c:v>
                </c:pt>
                <c:pt idx="1230">
                  <c:v>7.232841518065013E-3</c:v>
                </c:pt>
                <c:pt idx="1231">
                  <c:v>6.822013850293491E-3</c:v>
                </c:pt>
                <c:pt idx="1232">
                  <c:v>7.2391061946937329E-3</c:v>
                </c:pt>
                <c:pt idx="1233">
                  <c:v>7.2472530311265305E-3</c:v>
                </c:pt>
                <c:pt idx="1234">
                  <c:v>7.0872928119234914E-3</c:v>
                </c:pt>
                <c:pt idx="1235">
                  <c:v>8.6969746140665924E-3</c:v>
                </c:pt>
                <c:pt idx="1236">
                  <c:v>9.1554863025221454E-3</c:v>
                </c:pt>
                <c:pt idx="1237">
                  <c:v>9.6436192007754041E-3</c:v>
                </c:pt>
                <c:pt idx="1238">
                  <c:v>9.1191636031844586E-3</c:v>
                </c:pt>
                <c:pt idx="1239">
                  <c:v>9.991808689059932E-3</c:v>
                </c:pt>
                <c:pt idx="1240">
                  <c:v>9.9102867211598149E-3</c:v>
                </c:pt>
                <c:pt idx="1241">
                  <c:v>1.0211319363000154E-2</c:v>
                </c:pt>
                <c:pt idx="1242">
                  <c:v>1.0574370641198606E-2</c:v>
                </c:pt>
                <c:pt idx="1243">
                  <c:v>1.0857790127499841E-2</c:v>
                </c:pt>
                <c:pt idx="1244">
                  <c:v>1.0924836982046741E-2</c:v>
                </c:pt>
                <c:pt idx="1245">
                  <c:v>1.1014907279931298E-2</c:v>
                </c:pt>
                <c:pt idx="1246">
                  <c:v>1.1120605847320764E-2</c:v>
                </c:pt>
                <c:pt idx="1247">
                  <c:v>1.0457748380675758E-2</c:v>
                </c:pt>
                <c:pt idx="1248">
                  <c:v>1.0803157038899195E-2</c:v>
                </c:pt>
                <c:pt idx="1249">
                  <c:v>1.0801591341422612E-2</c:v>
                </c:pt>
                <c:pt idx="1250">
                  <c:v>1.1839976797347331E-2</c:v>
                </c:pt>
                <c:pt idx="1251">
                  <c:v>1.1804997468656892E-2</c:v>
                </c:pt>
                <c:pt idx="1252">
                  <c:v>1.352118449763149E-2</c:v>
                </c:pt>
                <c:pt idx="1253">
                  <c:v>1.3751742267157292E-2</c:v>
                </c:pt>
                <c:pt idx="1254">
                  <c:v>1.3893443778371766E-2</c:v>
                </c:pt>
                <c:pt idx="1255">
                  <c:v>1.4029581107024122E-2</c:v>
                </c:pt>
                <c:pt idx="1256">
                  <c:v>1.5660867124320625E-2</c:v>
                </c:pt>
                <c:pt idx="1257">
                  <c:v>1.5556964752959989E-2</c:v>
                </c:pt>
                <c:pt idx="1258">
                  <c:v>1.9343585669606492E-2</c:v>
                </c:pt>
                <c:pt idx="1259">
                  <c:v>1.9843761804587735E-2</c:v>
                </c:pt>
                <c:pt idx="1260">
                  <c:v>1.9450515097044607E-2</c:v>
                </c:pt>
                <c:pt idx="1261">
                  <c:v>1.9761015752086178E-2</c:v>
                </c:pt>
                <c:pt idx="1262">
                  <c:v>2.0712198134910563E-2</c:v>
                </c:pt>
                <c:pt idx="1263">
                  <c:v>2.0586891184561546E-2</c:v>
                </c:pt>
                <c:pt idx="1264">
                  <c:v>2.7749301340138147E-2</c:v>
                </c:pt>
                <c:pt idx="1265">
                  <c:v>3.0069152316257987E-2</c:v>
                </c:pt>
                <c:pt idx="1266">
                  <c:v>3.1106173197744509E-2</c:v>
                </c:pt>
                <c:pt idx="1267">
                  <c:v>3.0981878600684461E-2</c:v>
                </c:pt>
                <c:pt idx="1268">
                  <c:v>3.1657816648511937E-2</c:v>
                </c:pt>
                <c:pt idx="1269">
                  <c:v>3.1636523424533616E-2</c:v>
                </c:pt>
                <c:pt idx="1270">
                  <c:v>3.3732316874692643E-2</c:v>
                </c:pt>
                <c:pt idx="1271">
                  <c:v>3.6060326390368859E-2</c:v>
                </c:pt>
                <c:pt idx="1272">
                  <c:v>3.7037602949758573E-2</c:v>
                </c:pt>
                <c:pt idx="1273">
                  <c:v>3.7093881471737533E-2</c:v>
                </c:pt>
                <c:pt idx="1274">
                  <c:v>3.7214932206060557E-2</c:v>
                </c:pt>
                <c:pt idx="1275">
                  <c:v>3.7287200614715181E-2</c:v>
                </c:pt>
                <c:pt idx="1276">
                  <c:v>3.7412723402005993E-2</c:v>
                </c:pt>
                <c:pt idx="1277">
                  <c:v>3.7896378440492172E-2</c:v>
                </c:pt>
                <c:pt idx="1278">
                  <c:v>3.8117599115596375E-2</c:v>
                </c:pt>
                <c:pt idx="1279">
                  <c:v>3.7877639534518011E-2</c:v>
                </c:pt>
                <c:pt idx="1280">
                  <c:v>4.423758557198626E-2</c:v>
                </c:pt>
                <c:pt idx="1281">
                  <c:v>4.4851881260954025E-2</c:v>
                </c:pt>
                <c:pt idx="1282">
                  <c:v>4.5622401922828425E-2</c:v>
                </c:pt>
                <c:pt idx="1283">
                  <c:v>4.4999916484610596E-2</c:v>
                </c:pt>
                <c:pt idx="1284">
                  <c:v>4.4674198502186076E-2</c:v>
                </c:pt>
                <c:pt idx="1285">
                  <c:v>3.8580253889327717E-2</c:v>
                </c:pt>
                <c:pt idx="1286">
                  <c:v>3.802964921555841E-2</c:v>
                </c:pt>
                <c:pt idx="1287">
                  <c:v>3.6100132988333505E-2</c:v>
                </c:pt>
                <c:pt idx="1288">
                  <c:v>3.6095688253053426E-2</c:v>
                </c:pt>
                <c:pt idx="1289">
                  <c:v>3.4138064879182931E-2</c:v>
                </c:pt>
                <c:pt idx="1290">
                  <c:v>3.3880873866599784E-2</c:v>
                </c:pt>
                <c:pt idx="1291">
                  <c:v>3.3293471300377991E-2</c:v>
                </c:pt>
                <c:pt idx="1292">
                  <c:v>2.619367956398452E-2</c:v>
                </c:pt>
                <c:pt idx="1293">
                  <c:v>2.7661239955823681E-2</c:v>
                </c:pt>
                <c:pt idx="1294">
                  <c:v>2.7904819541911728E-2</c:v>
                </c:pt>
                <c:pt idx="1295">
                  <c:v>2.8332897641872024E-2</c:v>
                </c:pt>
                <c:pt idx="1296">
                  <c:v>2.836343615943274E-2</c:v>
                </c:pt>
                <c:pt idx="1297">
                  <c:v>2.9383396771776017E-2</c:v>
                </c:pt>
                <c:pt idx="1298">
                  <c:v>2.8797106386093063E-2</c:v>
                </c:pt>
                <c:pt idx="1299">
                  <c:v>2.8204826475299868E-2</c:v>
                </c:pt>
                <c:pt idx="1300">
                  <c:v>2.7153082951551961E-2</c:v>
                </c:pt>
                <c:pt idx="1301">
                  <c:v>1.7303492996380211E-2</c:v>
                </c:pt>
                <c:pt idx="1302">
                  <c:v>1.6204731586040765E-2</c:v>
                </c:pt>
                <c:pt idx="1303">
                  <c:v>1.3434138826608946E-2</c:v>
                </c:pt>
                <c:pt idx="1304">
                  <c:v>1.2073505127689035E-2</c:v>
                </c:pt>
                <c:pt idx="1305">
                  <c:v>1.224407500264121E-2</c:v>
                </c:pt>
                <c:pt idx="1306">
                  <c:v>1.1577206738927369E-2</c:v>
                </c:pt>
                <c:pt idx="1307">
                  <c:v>1.1541142280337568E-2</c:v>
                </c:pt>
                <c:pt idx="1308">
                  <c:v>1.4636841575921669E-2</c:v>
                </c:pt>
                <c:pt idx="1309">
                  <c:v>1.3657783493235012E-2</c:v>
                </c:pt>
                <c:pt idx="1310">
                  <c:v>1.3753942666420226E-2</c:v>
                </c:pt>
                <c:pt idx="1311">
                  <c:v>1.4061873257738985E-2</c:v>
                </c:pt>
                <c:pt idx="1312">
                  <c:v>1.3738291000696427E-2</c:v>
                </c:pt>
                <c:pt idx="1313">
                  <c:v>1.3584636592318747E-2</c:v>
                </c:pt>
                <c:pt idx="1314">
                  <c:v>1.4389919567806067E-2</c:v>
                </c:pt>
                <c:pt idx="1315">
                  <c:v>1.4384926155122527E-2</c:v>
                </c:pt>
                <c:pt idx="1316">
                  <c:v>1.4256710663612593E-2</c:v>
                </c:pt>
                <c:pt idx="1317">
                  <c:v>1.425358721829199E-2</c:v>
                </c:pt>
                <c:pt idx="1318">
                  <c:v>1.3888335048813464E-2</c:v>
                </c:pt>
                <c:pt idx="1319">
                  <c:v>1.3917781943852384E-2</c:v>
                </c:pt>
                <c:pt idx="1320">
                  <c:v>1.4223217021657027E-2</c:v>
                </c:pt>
                <c:pt idx="1321">
                  <c:v>1.4058215873964745E-2</c:v>
                </c:pt>
                <c:pt idx="1322">
                  <c:v>1.3949462657614568E-2</c:v>
                </c:pt>
                <c:pt idx="1323">
                  <c:v>1.4859077920994328E-2</c:v>
                </c:pt>
                <c:pt idx="1324">
                  <c:v>1.4498512253019792E-2</c:v>
                </c:pt>
                <c:pt idx="1325">
                  <c:v>1.4516635414760604E-2</c:v>
                </c:pt>
                <c:pt idx="1326">
                  <c:v>1.4421266519107931E-2</c:v>
                </c:pt>
                <c:pt idx="1327">
                  <c:v>1.4387876240960558E-2</c:v>
                </c:pt>
                <c:pt idx="1328">
                  <c:v>1.4375597667473211E-2</c:v>
                </c:pt>
                <c:pt idx="1329">
                  <c:v>1.1707336259956038E-2</c:v>
                </c:pt>
                <c:pt idx="1330">
                  <c:v>1.23915700367286E-2</c:v>
                </c:pt>
                <c:pt idx="1331">
                  <c:v>1.2559898651349639E-2</c:v>
                </c:pt>
                <c:pt idx="1332">
                  <c:v>1.3549267481722761E-2</c:v>
                </c:pt>
                <c:pt idx="1333">
                  <c:v>1.3536333788515676E-2</c:v>
                </c:pt>
                <c:pt idx="1334">
                  <c:v>1.3661291806300222E-2</c:v>
                </c:pt>
                <c:pt idx="1335">
                  <c:v>1.1975339765174611E-2</c:v>
                </c:pt>
                <c:pt idx="1336">
                  <c:v>1.2507124242104159E-2</c:v>
                </c:pt>
                <c:pt idx="1337">
                  <c:v>1.2728528213154608E-2</c:v>
                </c:pt>
                <c:pt idx="1338">
                  <c:v>1.2779275679223144E-2</c:v>
                </c:pt>
                <c:pt idx="1339">
                  <c:v>1.1832224990053212E-2</c:v>
                </c:pt>
                <c:pt idx="1340">
                  <c:v>1.1896398874897334E-2</c:v>
                </c:pt>
                <c:pt idx="1341">
                  <c:v>1.1508778879436857E-2</c:v>
                </c:pt>
                <c:pt idx="1342">
                  <c:v>1.0839545733886201E-2</c:v>
                </c:pt>
                <c:pt idx="1343">
                  <c:v>1.0862613774086503E-2</c:v>
                </c:pt>
                <c:pt idx="1344">
                  <c:v>9.9486846567085931E-3</c:v>
                </c:pt>
                <c:pt idx="1345">
                  <c:v>9.9209959184171585E-3</c:v>
                </c:pt>
                <c:pt idx="1346">
                  <c:v>9.9624300419006041E-3</c:v>
                </c:pt>
                <c:pt idx="1347">
                  <c:v>9.8731732001984904E-3</c:v>
                </c:pt>
                <c:pt idx="1348">
                  <c:v>1.040825784894861E-2</c:v>
                </c:pt>
                <c:pt idx="1349">
                  <c:v>1.0495947890454164E-2</c:v>
                </c:pt>
                <c:pt idx="1350">
                  <c:v>1.1233868327594529E-2</c:v>
                </c:pt>
                <c:pt idx="1351">
                  <c:v>1.0760220445052655E-2</c:v>
                </c:pt>
                <c:pt idx="1352">
                  <c:v>1.027922831082974E-2</c:v>
                </c:pt>
                <c:pt idx="1353">
                  <c:v>9.2998967890026082E-3</c:v>
                </c:pt>
                <c:pt idx="1354">
                  <c:v>9.3551135367693928E-3</c:v>
                </c:pt>
                <c:pt idx="1355">
                  <c:v>1.0038509391743595E-2</c:v>
                </c:pt>
                <c:pt idx="1356">
                  <c:v>1.0149940086497007E-2</c:v>
                </c:pt>
                <c:pt idx="1357">
                  <c:v>1.1605928919605452E-2</c:v>
                </c:pt>
                <c:pt idx="1358">
                  <c:v>1.2834363845348041E-2</c:v>
                </c:pt>
                <c:pt idx="1359">
                  <c:v>1.4551883244762849E-2</c:v>
                </c:pt>
                <c:pt idx="1360">
                  <c:v>1.4622652413817275E-2</c:v>
                </c:pt>
                <c:pt idx="1361">
                  <c:v>1.4576621801315413E-2</c:v>
                </c:pt>
                <c:pt idx="1362">
                  <c:v>1.4656723811661108E-2</c:v>
                </c:pt>
                <c:pt idx="1363">
                  <c:v>1.4715732351230264E-2</c:v>
                </c:pt>
                <c:pt idx="1364">
                  <c:v>1.497202420333971E-2</c:v>
                </c:pt>
                <c:pt idx="1365">
                  <c:v>1.8221818625102623E-2</c:v>
                </c:pt>
                <c:pt idx="1366">
                  <c:v>1.885014680215754E-2</c:v>
                </c:pt>
                <c:pt idx="1367">
                  <c:v>1.9500195481877057E-2</c:v>
                </c:pt>
                <c:pt idx="1368">
                  <c:v>1.9817970922706488E-2</c:v>
                </c:pt>
                <c:pt idx="1369">
                  <c:v>1.9752602235331467E-2</c:v>
                </c:pt>
                <c:pt idx="1370">
                  <c:v>1.9846040903252912E-2</c:v>
                </c:pt>
                <c:pt idx="1371">
                  <c:v>1.9316565667135115E-2</c:v>
                </c:pt>
                <c:pt idx="1372">
                  <c:v>1.8884171999373672E-2</c:v>
                </c:pt>
                <c:pt idx="1373">
                  <c:v>1.8908825150695915E-2</c:v>
                </c:pt>
                <c:pt idx="1374">
                  <c:v>1.8814409733145052E-2</c:v>
                </c:pt>
                <c:pt idx="1375">
                  <c:v>1.8672967414145716E-2</c:v>
                </c:pt>
                <c:pt idx="1376">
                  <c:v>1.8138531070833155E-2</c:v>
                </c:pt>
                <c:pt idx="1377">
                  <c:v>1.8219794900361182E-2</c:v>
                </c:pt>
                <c:pt idx="1378">
                  <c:v>1.7337351183668848E-2</c:v>
                </c:pt>
                <c:pt idx="1379">
                  <c:v>1.6282506863065864E-2</c:v>
                </c:pt>
                <c:pt idx="1380">
                  <c:v>1.8055971326585502E-2</c:v>
                </c:pt>
                <c:pt idx="1381">
                  <c:v>1.8765790304197567E-2</c:v>
                </c:pt>
                <c:pt idx="1382">
                  <c:v>1.8447883205387195E-2</c:v>
                </c:pt>
                <c:pt idx="1383">
                  <c:v>1.8505387350578634E-2</c:v>
                </c:pt>
                <c:pt idx="1384">
                  <c:v>1.8872020576744607E-2</c:v>
                </c:pt>
                <c:pt idx="1385">
                  <c:v>1.8825543948557653E-2</c:v>
                </c:pt>
                <c:pt idx="1386">
                  <c:v>1.4507025427595915E-2</c:v>
                </c:pt>
                <c:pt idx="1387">
                  <c:v>1.5071682360448133E-2</c:v>
                </c:pt>
                <c:pt idx="1388">
                  <c:v>1.4745999899152745E-2</c:v>
                </c:pt>
                <c:pt idx="1389">
                  <c:v>1.4617533297630199E-2</c:v>
                </c:pt>
                <c:pt idx="1390">
                  <c:v>1.4277372087833348E-2</c:v>
                </c:pt>
                <c:pt idx="1391">
                  <c:v>1.4973548884892687E-2</c:v>
                </c:pt>
                <c:pt idx="1392">
                  <c:v>1.5674059275609567E-2</c:v>
                </c:pt>
                <c:pt idx="1393">
                  <c:v>1.5658911282312643E-2</c:v>
                </c:pt>
                <c:pt idx="1394">
                  <c:v>1.8946054018585384E-2</c:v>
                </c:pt>
                <c:pt idx="1395">
                  <c:v>2.1372884596439028E-2</c:v>
                </c:pt>
                <c:pt idx="1396">
                  <c:v>2.1378299215192145E-2</c:v>
                </c:pt>
                <c:pt idx="1397">
                  <c:v>2.1661234431645651E-2</c:v>
                </c:pt>
                <c:pt idx="1398">
                  <c:v>2.2697554738569117E-2</c:v>
                </c:pt>
                <c:pt idx="1399">
                  <c:v>2.3189523779408781E-2</c:v>
                </c:pt>
                <c:pt idx="1400">
                  <c:v>2.3481465237557727E-2</c:v>
                </c:pt>
                <c:pt idx="1401">
                  <c:v>2.0914893978761586E-2</c:v>
                </c:pt>
                <c:pt idx="1402">
                  <c:v>2.0390682363993419E-2</c:v>
                </c:pt>
                <c:pt idx="1403">
                  <c:v>2.0379839946393748E-2</c:v>
                </c:pt>
                <c:pt idx="1404">
                  <c:v>2.0585555451044155E-2</c:v>
                </c:pt>
                <c:pt idx="1405">
                  <c:v>1.9967157941713689E-2</c:v>
                </c:pt>
                <c:pt idx="1406">
                  <c:v>2.0094385399844723E-2</c:v>
                </c:pt>
                <c:pt idx="1407">
                  <c:v>2.0164675984396373E-2</c:v>
                </c:pt>
                <c:pt idx="1408">
                  <c:v>2.0265724085215396E-2</c:v>
                </c:pt>
                <c:pt idx="1409">
                  <c:v>2.0291293520250293E-2</c:v>
                </c:pt>
                <c:pt idx="1410">
                  <c:v>2.0826175476028812E-2</c:v>
                </c:pt>
                <c:pt idx="1411">
                  <c:v>2.0817316946945833E-2</c:v>
                </c:pt>
                <c:pt idx="1412">
                  <c:v>2.094998925680544E-2</c:v>
                </c:pt>
                <c:pt idx="1413">
                  <c:v>2.071791214266484E-2</c:v>
                </c:pt>
                <c:pt idx="1414">
                  <c:v>2.1043514773359345E-2</c:v>
                </c:pt>
                <c:pt idx="1415">
                  <c:v>1.7670000027369567E-2</c:v>
                </c:pt>
                <c:pt idx="1416">
                  <c:v>1.5138606578483874E-2</c:v>
                </c:pt>
                <c:pt idx="1417">
                  <c:v>1.5146536163888133E-2</c:v>
                </c:pt>
                <c:pt idx="1418">
                  <c:v>1.4776098100773301E-2</c:v>
                </c:pt>
                <c:pt idx="1419">
                  <c:v>1.3577624456759679E-2</c:v>
                </c:pt>
                <c:pt idx="1420">
                  <c:v>1.3036374381841027E-2</c:v>
                </c:pt>
                <c:pt idx="1421">
                  <c:v>1.2826231118328741E-2</c:v>
                </c:pt>
                <c:pt idx="1422">
                  <c:v>1.2859079736991236E-2</c:v>
                </c:pt>
                <c:pt idx="1423">
                  <c:v>1.2776719288509366E-2</c:v>
                </c:pt>
                <c:pt idx="1424">
                  <c:v>1.271841885806264E-2</c:v>
                </c:pt>
                <c:pt idx="1425">
                  <c:v>1.2688421346382768E-2</c:v>
                </c:pt>
                <c:pt idx="1426">
                  <c:v>1.3764100544443702E-2</c:v>
                </c:pt>
                <c:pt idx="1427">
                  <c:v>1.384346182354643E-2</c:v>
                </c:pt>
                <c:pt idx="1428">
                  <c:v>1.2601921585201055E-2</c:v>
                </c:pt>
                <c:pt idx="1429">
                  <c:v>1.2405767011440432E-2</c:v>
                </c:pt>
                <c:pt idx="1430">
                  <c:v>1.5147831477839135E-2</c:v>
                </c:pt>
                <c:pt idx="1431">
                  <c:v>1.7093658030743242E-2</c:v>
                </c:pt>
                <c:pt idx="1432">
                  <c:v>1.7068956712194262E-2</c:v>
                </c:pt>
                <c:pt idx="1433">
                  <c:v>1.6754095741065345E-2</c:v>
                </c:pt>
                <c:pt idx="1434">
                  <c:v>1.6417007531609601E-2</c:v>
                </c:pt>
                <c:pt idx="1435">
                  <c:v>1.5986592802832281E-2</c:v>
                </c:pt>
                <c:pt idx="1436">
                  <c:v>1.6052813350500898E-2</c:v>
                </c:pt>
                <c:pt idx="1437">
                  <c:v>1.6076265111926526E-2</c:v>
                </c:pt>
                <c:pt idx="1438">
                  <c:v>1.5980105903922948E-2</c:v>
                </c:pt>
                <c:pt idx="1439">
                  <c:v>1.6435258049170412E-2</c:v>
                </c:pt>
                <c:pt idx="1440">
                  <c:v>1.6191755304473941E-2</c:v>
                </c:pt>
                <c:pt idx="1441">
                  <c:v>1.6636520250471742E-2</c:v>
                </c:pt>
                <c:pt idx="1442">
                  <c:v>1.6422052696258085E-2</c:v>
                </c:pt>
                <c:pt idx="1443">
                  <c:v>1.6233536643372942E-2</c:v>
                </c:pt>
                <c:pt idx="1444">
                  <c:v>1.654491573345734E-2</c:v>
                </c:pt>
                <c:pt idx="1445">
                  <c:v>1.6401131392413924E-2</c:v>
                </c:pt>
                <c:pt idx="1446">
                  <c:v>1.6202433061457591E-2</c:v>
                </c:pt>
                <c:pt idx="1447">
                  <c:v>1.578683480541403E-2</c:v>
                </c:pt>
                <c:pt idx="1448">
                  <c:v>1.6017121402555252E-2</c:v>
                </c:pt>
                <c:pt idx="1449">
                  <c:v>1.6209848772541707E-2</c:v>
                </c:pt>
                <c:pt idx="1450">
                  <c:v>1.6207789814674082E-2</c:v>
                </c:pt>
                <c:pt idx="1451">
                  <c:v>1.2284906328037087E-2</c:v>
                </c:pt>
                <c:pt idx="1452">
                  <c:v>1.0286988652384253E-2</c:v>
                </c:pt>
                <c:pt idx="1453">
                  <c:v>1.0329637838628565E-2</c:v>
                </c:pt>
                <c:pt idx="1454">
                  <c:v>1.0255524832369087E-2</c:v>
                </c:pt>
                <c:pt idx="1455">
                  <c:v>1.0295647897123929E-2</c:v>
                </c:pt>
                <c:pt idx="1456">
                  <c:v>1.0236335783703776E-2</c:v>
                </c:pt>
                <c:pt idx="1457">
                  <c:v>1.013411704684534E-2</c:v>
                </c:pt>
                <c:pt idx="1458">
                  <c:v>1.3659739560394565E-2</c:v>
                </c:pt>
                <c:pt idx="1459">
                  <c:v>1.4197642727387796E-2</c:v>
                </c:pt>
                <c:pt idx="1460">
                  <c:v>1.4098755980289174E-2</c:v>
                </c:pt>
                <c:pt idx="1461">
                  <c:v>1.4098004452158284E-2</c:v>
                </c:pt>
                <c:pt idx="1462">
                  <c:v>1.3026084016357593E-2</c:v>
                </c:pt>
                <c:pt idx="1463">
                  <c:v>1.2934004942916457E-2</c:v>
                </c:pt>
                <c:pt idx="1464">
                  <c:v>1.2992484548985246E-2</c:v>
                </c:pt>
                <c:pt idx="1465">
                  <c:v>1.2648012918450994E-2</c:v>
                </c:pt>
                <c:pt idx="1466">
                  <c:v>1.2667996173424914E-2</c:v>
                </c:pt>
                <c:pt idx="1467">
                  <c:v>1.2711553702005945E-2</c:v>
                </c:pt>
                <c:pt idx="1468">
                  <c:v>1.2572659453936669E-2</c:v>
                </c:pt>
                <c:pt idx="1469">
                  <c:v>1.2272531903064132E-2</c:v>
                </c:pt>
                <c:pt idx="1470">
                  <c:v>1.1950594515408598E-2</c:v>
                </c:pt>
                <c:pt idx="1471">
                  <c:v>1.231559540339993E-2</c:v>
                </c:pt>
                <c:pt idx="1472">
                  <c:v>1.2393454206662385E-2</c:v>
                </c:pt>
                <c:pt idx="1473">
                  <c:v>1.2723699119446796E-2</c:v>
                </c:pt>
                <c:pt idx="1474">
                  <c:v>1.2970192498221428E-2</c:v>
                </c:pt>
                <c:pt idx="1475">
                  <c:v>1.2982116231822563E-2</c:v>
                </c:pt>
                <c:pt idx="1476">
                  <c:v>1.3570486846615043E-2</c:v>
                </c:pt>
                <c:pt idx="1477">
                  <c:v>1.5001262645352044E-2</c:v>
                </c:pt>
                <c:pt idx="1478">
                  <c:v>1.5196316418047737E-2</c:v>
                </c:pt>
                <c:pt idx="1479">
                  <c:v>1.238714880148256E-2</c:v>
                </c:pt>
                <c:pt idx="1480">
                  <c:v>1.2016881807926741E-2</c:v>
                </c:pt>
                <c:pt idx="1481">
                  <c:v>1.1777894543018804E-2</c:v>
                </c:pt>
                <c:pt idx="1482">
                  <c:v>1.209178745611598E-2</c:v>
                </c:pt>
                <c:pt idx="1483">
                  <c:v>1.2850191176324653E-2</c:v>
                </c:pt>
                <c:pt idx="1484">
                  <c:v>1.2931190469389316E-2</c:v>
                </c:pt>
                <c:pt idx="1485">
                  <c:v>1.3428733784698605E-2</c:v>
                </c:pt>
                <c:pt idx="1486">
                  <c:v>1.3260407676813113E-2</c:v>
                </c:pt>
                <c:pt idx="1487">
                  <c:v>1.4150243143929058E-2</c:v>
                </c:pt>
                <c:pt idx="1488">
                  <c:v>1.5358954238853067E-2</c:v>
                </c:pt>
                <c:pt idx="1489">
                  <c:v>1.5373207914193778E-2</c:v>
                </c:pt>
                <c:pt idx="1490">
                  <c:v>1.5856713415980404E-2</c:v>
                </c:pt>
                <c:pt idx="1491">
                  <c:v>1.5837027555873427E-2</c:v>
                </c:pt>
                <c:pt idx="1492">
                  <c:v>1.5579485630097785E-2</c:v>
                </c:pt>
                <c:pt idx="1493">
                  <c:v>1.546481417280403E-2</c:v>
                </c:pt>
                <c:pt idx="1494">
                  <c:v>1.5280838820833644E-2</c:v>
                </c:pt>
                <c:pt idx="1495">
                  <c:v>1.5337866167830476E-2</c:v>
                </c:pt>
                <c:pt idx="1496">
                  <c:v>1.5186268334452876E-2</c:v>
                </c:pt>
                <c:pt idx="1497">
                  <c:v>1.4851481661961277E-2</c:v>
                </c:pt>
                <c:pt idx="1498">
                  <c:v>1.4047185678152671E-2</c:v>
                </c:pt>
                <c:pt idx="1499">
                  <c:v>1.353116842656729E-2</c:v>
                </c:pt>
                <c:pt idx="1500">
                  <c:v>1.3781705165047438E-2</c:v>
                </c:pt>
                <c:pt idx="1501">
                  <c:v>1.4485497113615138E-2</c:v>
                </c:pt>
                <c:pt idx="1502">
                  <c:v>1.4317095802751969E-2</c:v>
                </c:pt>
                <c:pt idx="1503">
                  <c:v>1.3658773832517689E-2</c:v>
                </c:pt>
                <c:pt idx="1504">
                  <c:v>1.3240730744161985E-2</c:v>
                </c:pt>
                <c:pt idx="1505">
                  <c:v>1.3644289953082646E-2</c:v>
                </c:pt>
                <c:pt idx="1506">
                  <c:v>1.3500898520346895E-2</c:v>
                </c:pt>
                <c:pt idx="1507">
                  <c:v>1.3768943147374655E-2</c:v>
                </c:pt>
                <c:pt idx="1508">
                  <c:v>1.3127100109560573E-2</c:v>
                </c:pt>
                <c:pt idx="1509">
                  <c:v>1.1484585825609638E-2</c:v>
                </c:pt>
                <c:pt idx="1510">
                  <c:v>1.1717843460531214E-2</c:v>
                </c:pt>
                <c:pt idx="1511">
                  <c:v>1.1013525236226004E-2</c:v>
                </c:pt>
                <c:pt idx="1512">
                  <c:v>1.1044809041376958E-2</c:v>
                </c:pt>
                <c:pt idx="1513">
                  <c:v>1.1495552396303626E-2</c:v>
                </c:pt>
                <c:pt idx="1514">
                  <c:v>1.144677198411609E-2</c:v>
                </c:pt>
                <c:pt idx="1515">
                  <c:v>1.1614915915305014E-2</c:v>
                </c:pt>
                <c:pt idx="1516">
                  <c:v>1.1486848762400531E-2</c:v>
                </c:pt>
                <c:pt idx="1517">
                  <c:v>1.1998251735913415E-2</c:v>
                </c:pt>
                <c:pt idx="1518">
                  <c:v>1.2559691612059068E-2</c:v>
                </c:pt>
                <c:pt idx="1519">
                  <c:v>1.28338691059169E-2</c:v>
                </c:pt>
                <c:pt idx="1520">
                  <c:v>1.3492161206098176E-2</c:v>
                </c:pt>
                <c:pt idx="1521">
                  <c:v>1.3332502664037533E-2</c:v>
                </c:pt>
                <c:pt idx="1522">
                  <c:v>1.2161163524959039E-2</c:v>
                </c:pt>
                <c:pt idx="1523">
                  <c:v>1.2284271457356893E-2</c:v>
                </c:pt>
                <c:pt idx="1524">
                  <c:v>1.2361312420068304E-2</c:v>
                </c:pt>
                <c:pt idx="1525">
                  <c:v>1.3643472381435172E-2</c:v>
                </c:pt>
                <c:pt idx="1526">
                  <c:v>1.3040444045958605E-2</c:v>
                </c:pt>
                <c:pt idx="1527">
                  <c:v>1.2838593049814613E-2</c:v>
                </c:pt>
                <c:pt idx="1528">
                  <c:v>1.2553228858198921E-2</c:v>
                </c:pt>
                <c:pt idx="1529">
                  <c:v>1.2949447946980098E-2</c:v>
                </c:pt>
                <c:pt idx="1530">
                  <c:v>1.296912898567967E-2</c:v>
                </c:pt>
                <c:pt idx="1531">
                  <c:v>1.2577152862875083E-2</c:v>
                </c:pt>
                <c:pt idx="1532">
                  <c:v>1.4055356606489896E-2</c:v>
                </c:pt>
                <c:pt idx="1533">
                  <c:v>1.3865532225221732E-2</c:v>
                </c:pt>
                <c:pt idx="1534">
                  <c:v>1.3977267852230324E-2</c:v>
                </c:pt>
                <c:pt idx="1535">
                  <c:v>1.3908716955301629E-2</c:v>
                </c:pt>
                <c:pt idx="1536">
                  <c:v>1.3799813870978287E-2</c:v>
                </c:pt>
                <c:pt idx="1537">
                  <c:v>1.3758239706135985E-2</c:v>
                </c:pt>
                <c:pt idx="1538">
                  <c:v>1.2744169353953118E-2</c:v>
                </c:pt>
                <c:pt idx="1539">
                  <c:v>1.1089174342843733E-2</c:v>
                </c:pt>
                <c:pt idx="1540">
                  <c:v>1.1278351515456923E-2</c:v>
                </c:pt>
                <c:pt idx="1541">
                  <c:v>1.152345640628813E-2</c:v>
                </c:pt>
                <c:pt idx="1542">
                  <c:v>1.1529579596293658E-2</c:v>
                </c:pt>
                <c:pt idx="1543">
                  <c:v>1.1643428158272434E-2</c:v>
                </c:pt>
                <c:pt idx="1544">
                  <c:v>1.1237572998918751E-2</c:v>
                </c:pt>
                <c:pt idx="1545">
                  <c:v>1.1344551821016478E-2</c:v>
                </c:pt>
                <c:pt idx="1546">
                  <c:v>1.0265914049029507E-2</c:v>
                </c:pt>
                <c:pt idx="1547">
                  <c:v>1.1629558017455332E-2</c:v>
                </c:pt>
                <c:pt idx="1548">
                  <c:v>1.4208603280062598E-2</c:v>
                </c:pt>
                <c:pt idx="1549">
                  <c:v>1.4168883548137756E-2</c:v>
                </c:pt>
                <c:pt idx="1550">
                  <c:v>1.3922909806032887E-2</c:v>
                </c:pt>
                <c:pt idx="1551">
                  <c:v>1.4842554939998667E-2</c:v>
                </c:pt>
                <c:pt idx="1552">
                  <c:v>1.4955245331105432E-2</c:v>
                </c:pt>
                <c:pt idx="1553">
                  <c:v>1.3835043533897832E-2</c:v>
                </c:pt>
                <c:pt idx="1554">
                  <c:v>1.4244775731092717E-2</c:v>
                </c:pt>
                <c:pt idx="1555">
                  <c:v>1.3870886904748938E-2</c:v>
                </c:pt>
                <c:pt idx="1556">
                  <c:v>1.372172506408415E-2</c:v>
                </c:pt>
                <c:pt idx="1557">
                  <c:v>1.3402625413346032E-2</c:v>
                </c:pt>
                <c:pt idx="1558">
                  <c:v>1.3445478602262266E-2</c:v>
                </c:pt>
                <c:pt idx="1559">
                  <c:v>1.3237534800861631E-2</c:v>
                </c:pt>
                <c:pt idx="1560">
                  <c:v>1.3175289997441846E-2</c:v>
                </c:pt>
                <c:pt idx="1561">
                  <c:v>1.3086020173456735E-2</c:v>
                </c:pt>
                <c:pt idx="1562">
                  <c:v>1.2820642465347939E-2</c:v>
                </c:pt>
                <c:pt idx="1563">
                  <c:v>1.2839246476922025E-2</c:v>
                </c:pt>
                <c:pt idx="1564">
                  <c:v>1.3171751340105982E-2</c:v>
                </c:pt>
                <c:pt idx="1565">
                  <c:v>1.3235229569106898E-2</c:v>
                </c:pt>
                <c:pt idx="1566">
                  <c:v>1.3036167130683833E-2</c:v>
                </c:pt>
                <c:pt idx="1567">
                  <c:v>1.3073538844693703E-2</c:v>
                </c:pt>
                <c:pt idx="1568">
                  <c:v>1.2087887705469763E-2</c:v>
                </c:pt>
                <c:pt idx="1569">
                  <c:v>8.3888805777661488E-3</c:v>
                </c:pt>
                <c:pt idx="1570">
                  <c:v>8.3886675000786233E-3</c:v>
                </c:pt>
                <c:pt idx="1571">
                  <c:v>8.5382674908281303E-3</c:v>
                </c:pt>
                <c:pt idx="1572">
                  <c:v>6.1230924506706207E-3</c:v>
                </c:pt>
                <c:pt idx="1573">
                  <c:v>6.7234484074448668E-3</c:v>
                </c:pt>
                <c:pt idx="1574">
                  <c:v>7.0381264904053609E-3</c:v>
                </c:pt>
                <c:pt idx="1575">
                  <c:v>6.2857912781951325E-3</c:v>
                </c:pt>
                <c:pt idx="1576">
                  <c:v>6.6623236500461657E-3</c:v>
                </c:pt>
                <c:pt idx="1577">
                  <c:v>6.9142126749681268E-3</c:v>
                </c:pt>
                <c:pt idx="1578">
                  <c:v>6.8227074477348664E-3</c:v>
                </c:pt>
                <c:pt idx="1579">
                  <c:v>6.8552299432719684E-3</c:v>
                </c:pt>
                <c:pt idx="1580">
                  <c:v>6.8914503288949117E-3</c:v>
                </c:pt>
                <c:pt idx="1581">
                  <c:v>6.8671460974750855E-3</c:v>
                </c:pt>
                <c:pt idx="1582">
                  <c:v>6.9188156836457937E-3</c:v>
                </c:pt>
                <c:pt idx="1583">
                  <c:v>6.9232791608457691E-3</c:v>
                </c:pt>
                <c:pt idx="1584">
                  <c:v>7.1181917957037037E-3</c:v>
                </c:pt>
                <c:pt idx="1585">
                  <c:v>7.1076101549290161E-3</c:v>
                </c:pt>
                <c:pt idx="1586">
                  <c:v>6.9931631809212408E-3</c:v>
                </c:pt>
                <c:pt idx="1587">
                  <c:v>7.0129302714116585E-3</c:v>
                </c:pt>
                <c:pt idx="1588">
                  <c:v>7.1458712886950954E-3</c:v>
                </c:pt>
                <c:pt idx="1589">
                  <c:v>7.1759656490034259E-3</c:v>
                </c:pt>
                <c:pt idx="1590">
                  <c:v>7.1648319633168369E-3</c:v>
                </c:pt>
                <c:pt idx="1591">
                  <c:v>7.4402044829077604E-3</c:v>
                </c:pt>
                <c:pt idx="1592">
                  <c:v>7.2619798105138479E-3</c:v>
                </c:pt>
                <c:pt idx="1593">
                  <c:v>7.7546804303291828E-3</c:v>
                </c:pt>
                <c:pt idx="1594">
                  <c:v>7.272658281045387E-3</c:v>
                </c:pt>
                <c:pt idx="1595">
                  <c:v>6.8829901177219982E-3</c:v>
                </c:pt>
                <c:pt idx="1596">
                  <c:v>7.019474087278656E-3</c:v>
                </c:pt>
                <c:pt idx="1597">
                  <c:v>6.7473179020852226E-3</c:v>
                </c:pt>
                <c:pt idx="1598">
                  <c:v>6.5389116638493875E-3</c:v>
                </c:pt>
                <c:pt idx="1599">
                  <c:v>6.493534397036778E-3</c:v>
                </c:pt>
                <c:pt idx="1600">
                  <c:v>6.3712481502262719E-3</c:v>
                </c:pt>
                <c:pt idx="1601">
                  <c:v>7.1599894271234749E-3</c:v>
                </c:pt>
                <c:pt idx="1602">
                  <c:v>7.2509805648448312E-3</c:v>
                </c:pt>
                <c:pt idx="1603">
                  <c:v>7.067736121892136E-3</c:v>
                </c:pt>
                <c:pt idx="1604">
                  <c:v>6.9611023805847159E-3</c:v>
                </c:pt>
                <c:pt idx="1605">
                  <c:v>1.2039656598581937E-2</c:v>
                </c:pt>
                <c:pt idx="1606">
                  <c:v>1.1699262594024533E-2</c:v>
                </c:pt>
                <c:pt idx="1607">
                  <c:v>1.160640710716797E-2</c:v>
                </c:pt>
                <c:pt idx="1608">
                  <c:v>1.4211312177379355E-2</c:v>
                </c:pt>
                <c:pt idx="1609">
                  <c:v>1.4085449538315168E-2</c:v>
                </c:pt>
                <c:pt idx="1610">
                  <c:v>1.4265642261813006E-2</c:v>
                </c:pt>
                <c:pt idx="1611">
                  <c:v>1.4293970408555597E-2</c:v>
                </c:pt>
                <c:pt idx="1612">
                  <c:v>1.4160041595584715E-2</c:v>
                </c:pt>
                <c:pt idx="1613">
                  <c:v>1.4186960107472366E-2</c:v>
                </c:pt>
                <c:pt idx="1614">
                  <c:v>1.38692085851223E-2</c:v>
                </c:pt>
                <c:pt idx="1615">
                  <c:v>1.3827307064212662E-2</c:v>
                </c:pt>
                <c:pt idx="1616">
                  <c:v>1.4216871937137837E-2</c:v>
                </c:pt>
                <c:pt idx="1617">
                  <c:v>1.4330809089499325E-2</c:v>
                </c:pt>
                <c:pt idx="1618">
                  <c:v>1.4335272154335804E-2</c:v>
                </c:pt>
                <c:pt idx="1619">
                  <c:v>1.4367159242757206E-2</c:v>
                </c:pt>
                <c:pt idx="1620">
                  <c:v>1.414625883620238E-2</c:v>
                </c:pt>
                <c:pt idx="1621">
                  <c:v>1.4142779511333465E-2</c:v>
                </c:pt>
                <c:pt idx="1622">
                  <c:v>1.4885501483421909E-2</c:v>
                </c:pt>
                <c:pt idx="1623">
                  <c:v>1.4745400609034742E-2</c:v>
                </c:pt>
                <c:pt idx="1624">
                  <c:v>1.5113040398720525E-2</c:v>
                </c:pt>
                <c:pt idx="1625">
                  <c:v>1.5050066065455924E-2</c:v>
                </c:pt>
                <c:pt idx="1626">
                  <c:v>1.1868610240223851E-2</c:v>
                </c:pt>
                <c:pt idx="1627">
                  <c:v>1.2263106171432748E-2</c:v>
                </c:pt>
                <c:pt idx="1628">
                  <c:v>1.2956364883275472E-2</c:v>
                </c:pt>
                <c:pt idx="1629">
                  <c:v>1.0343984463014218E-2</c:v>
                </c:pt>
                <c:pt idx="1630">
                  <c:v>1.0314112208056909E-2</c:v>
                </c:pt>
                <c:pt idx="1631">
                  <c:v>1.0189097308342965E-2</c:v>
                </c:pt>
                <c:pt idx="1632">
                  <c:v>1.0176901248118594E-2</c:v>
                </c:pt>
                <c:pt idx="1633">
                  <c:v>1.0175683939447819E-2</c:v>
                </c:pt>
                <c:pt idx="1634">
                  <c:v>1.0230992081306099E-2</c:v>
                </c:pt>
                <c:pt idx="1635">
                  <c:v>1.023646604755234E-2</c:v>
                </c:pt>
                <c:pt idx="1636">
                  <c:v>1.0232168426309437E-2</c:v>
                </c:pt>
                <c:pt idx="1637">
                  <c:v>9.7340496908161853E-3</c:v>
                </c:pt>
                <c:pt idx="1638">
                  <c:v>9.3828499040019483E-3</c:v>
                </c:pt>
                <c:pt idx="1639">
                  <c:v>9.2897767693507997E-3</c:v>
                </c:pt>
                <c:pt idx="1640">
                  <c:v>9.1381466629578221E-3</c:v>
                </c:pt>
                <c:pt idx="1641">
                  <c:v>9.4125508348117271E-3</c:v>
                </c:pt>
                <c:pt idx="1642">
                  <c:v>1.0283246254306943E-2</c:v>
                </c:pt>
                <c:pt idx="1643">
                  <c:v>8.7880624372210798E-3</c:v>
                </c:pt>
                <c:pt idx="1644">
                  <c:v>8.7740617837153839E-3</c:v>
                </c:pt>
                <c:pt idx="1645">
                  <c:v>8.4371919994261236E-3</c:v>
                </c:pt>
                <c:pt idx="1646">
                  <c:v>8.5542634169227753E-3</c:v>
                </c:pt>
                <c:pt idx="1647">
                  <c:v>8.7594336805225347E-3</c:v>
                </c:pt>
                <c:pt idx="1648">
                  <c:v>8.2844095358730885E-3</c:v>
                </c:pt>
                <c:pt idx="1649">
                  <c:v>7.946591612850511E-3</c:v>
                </c:pt>
                <c:pt idx="1650">
                  <c:v>7.7844710471597946E-3</c:v>
                </c:pt>
                <c:pt idx="1651">
                  <c:v>7.9545216037343359E-3</c:v>
                </c:pt>
                <c:pt idx="1652">
                  <c:v>8.3579301274142089E-3</c:v>
                </c:pt>
                <c:pt idx="1653">
                  <c:v>8.4637387415967356E-3</c:v>
                </c:pt>
                <c:pt idx="1654">
                  <c:v>9.4855409785172314E-3</c:v>
                </c:pt>
                <c:pt idx="1655">
                  <c:v>9.4795357928145144E-3</c:v>
                </c:pt>
                <c:pt idx="1656">
                  <c:v>9.4911456512728181E-3</c:v>
                </c:pt>
                <c:pt idx="1657">
                  <c:v>9.5778924746794999E-3</c:v>
                </c:pt>
                <c:pt idx="1658">
                  <c:v>9.5632698899300751E-3</c:v>
                </c:pt>
                <c:pt idx="1659">
                  <c:v>9.5744738481598375E-3</c:v>
                </c:pt>
                <c:pt idx="1660">
                  <c:v>9.5384254093798179E-3</c:v>
                </c:pt>
                <c:pt idx="1661">
                  <c:v>9.7702369608025051E-3</c:v>
                </c:pt>
                <c:pt idx="1662">
                  <c:v>1.009517081674584E-2</c:v>
                </c:pt>
                <c:pt idx="1663">
                  <c:v>9.8003218729625589E-3</c:v>
                </c:pt>
                <c:pt idx="1664">
                  <c:v>9.367424606683869E-3</c:v>
                </c:pt>
                <c:pt idx="1665">
                  <c:v>9.8771955676084013E-3</c:v>
                </c:pt>
                <c:pt idx="1666">
                  <c:v>9.8265486249270659E-3</c:v>
                </c:pt>
                <c:pt idx="1667">
                  <c:v>9.7847361216033199E-3</c:v>
                </c:pt>
                <c:pt idx="1668">
                  <c:v>9.820288832608522E-3</c:v>
                </c:pt>
                <c:pt idx="1669">
                  <c:v>1.0930121171931871E-2</c:v>
                </c:pt>
                <c:pt idx="1670">
                  <c:v>1.0348307795022509E-2</c:v>
                </c:pt>
                <c:pt idx="1671">
                  <c:v>1.071931301086248E-2</c:v>
                </c:pt>
                <c:pt idx="1672">
                  <c:v>1.0496604773321488E-2</c:v>
                </c:pt>
                <c:pt idx="1673">
                  <c:v>9.7703010736567373E-3</c:v>
                </c:pt>
                <c:pt idx="1674">
                  <c:v>9.886392241972259E-3</c:v>
                </c:pt>
                <c:pt idx="1675">
                  <c:v>9.2351460303182545E-3</c:v>
                </c:pt>
                <c:pt idx="1676">
                  <c:v>9.0569055318515806E-3</c:v>
                </c:pt>
                <c:pt idx="1677">
                  <c:v>9.1081434557932182E-3</c:v>
                </c:pt>
                <c:pt idx="1678">
                  <c:v>9.2234551855823951E-3</c:v>
                </c:pt>
                <c:pt idx="1679">
                  <c:v>9.3172904240195892E-3</c:v>
                </c:pt>
                <c:pt idx="1680">
                  <c:v>9.9780693603354724E-3</c:v>
                </c:pt>
                <c:pt idx="1681">
                  <c:v>1.0130926648460048E-2</c:v>
                </c:pt>
                <c:pt idx="1682">
                  <c:v>1.0280286271162512E-2</c:v>
                </c:pt>
                <c:pt idx="1683">
                  <c:v>1.0081347744170233E-2</c:v>
                </c:pt>
                <c:pt idx="1684">
                  <c:v>1.027806111087614E-2</c:v>
                </c:pt>
                <c:pt idx="1685">
                  <c:v>1.1307541282757821E-2</c:v>
                </c:pt>
                <c:pt idx="1686">
                  <c:v>1.0934410216140835E-2</c:v>
                </c:pt>
                <c:pt idx="1687">
                  <c:v>1.1331759367900736E-2</c:v>
                </c:pt>
                <c:pt idx="1688">
                  <c:v>1.2000209041663542E-2</c:v>
                </c:pt>
                <c:pt idx="1689">
                  <c:v>1.1996760030850897E-2</c:v>
                </c:pt>
                <c:pt idx="1690">
                  <c:v>1.1014573828696987E-2</c:v>
                </c:pt>
                <c:pt idx="1691">
                  <c:v>1.1388003476851687E-2</c:v>
                </c:pt>
                <c:pt idx="1692">
                  <c:v>1.1191747754799119E-2</c:v>
                </c:pt>
                <c:pt idx="1693">
                  <c:v>1.1277433508990386E-2</c:v>
                </c:pt>
                <c:pt idx="1694">
                  <c:v>1.1811593669042724E-2</c:v>
                </c:pt>
                <c:pt idx="1695">
                  <c:v>1.1782317689072869E-2</c:v>
                </c:pt>
                <c:pt idx="1696">
                  <c:v>1.2327680769958842E-2</c:v>
                </c:pt>
                <c:pt idx="1697">
                  <c:v>1.2317738191128901E-2</c:v>
                </c:pt>
                <c:pt idx="1698">
                  <c:v>1.2290999005912424E-2</c:v>
                </c:pt>
                <c:pt idx="1699">
                  <c:v>1.1960112526454845E-2</c:v>
                </c:pt>
                <c:pt idx="1700">
                  <c:v>1.2180163529519738E-2</c:v>
                </c:pt>
                <c:pt idx="1701">
                  <c:v>1.1699689852007951E-2</c:v>
                </c:pt>
                <c:pt idx="1702">
                  <c:v>1.1549042001909204E-2</c:v>
                </c:pt>
                <c:pt idx="1703">
                  <c:v>1.1517429531804058E-2</c:v>
                </c:pt>
                <c:pt idx="1704">
                  <c:v>1.1346130105655557E-2</c:v>
                </c:pt>
                <c:pt idx="1705">
                  <c:v>1.082590755874897E-2</c:v>
                </c:pt>
                <c:pt idx="1706">
                  <c:v>1.0954200502584133E-2</c:v>
                </c:pt>
                <c:pt idx="1707">
                  <c:v>1.0952011725893102E-2</c:v>
                </c:pt>
                <c:pt idx="1708">
                  <c:v>1.0957264322353824E-2</c:v>
                </c:pt>
                <c:pt idx="1709">
                  <c:v>1.0897755176905112E-2</c:v>
                </c:pt>
                <c:pt idx="1710">
                  <c:v>1.0805015805512077E-2</c:v>
                </c:pt>
                <c:pt idx="1711">
                  <c:v>1.1383540992850532E-2</c:v>
                </c:pt>
                <c:pt idx="1712">
                  <c:v>1.0653022286664968E-2</c:v>
                </c:pt>
                <c:pt idx="1713">
                  <c:v>1.0597848288154023E-2</c:v>
                </c:pt>
                <c:pt idx="1714">
                  <c:v>1.0442153157168279E-2</c:v>
                </c:pt>
                <c:pt idx="1715">
                  <c:v>9.5893197362020861E-3</c:v>
                </c:pt>
                <c:pt idx="1716">
                  <c:v>9.6756611750713362E-3</c:v>
                </c:pt>
                <c:pt idx="1717">
                  <c:v>9.4310663764566472E-3</c:v>
                </c:pt>
                <c:pt idx="1718">
                  <c:v>9.5102060257188682E-3</c:v>
                </c:pt>
                <c:pt idx="1719">
                  <c:v>9.507596325579102E-3</c:v>
                </c:pt>
                <c:pt idx="1720">
                  <c:v>9.5002953308477821E-3</c:v>
                </c:pt>
                <c:pt idx="1721">
                  <c:v>9.2836449358469231E-3</c:v>
                </c:pt>
                <c:pt idx="1722">
                  <c:v>9.7225281502466201E-3</c:v>
                </c:pt>
                <c:pt idx="1723">
                  <c:v>9.5968026976567325E-3</c:v>
                </c:pt>
                <c:pt idx="1724">
                  <c:v>9.28982285367079E-3</c:v>
                </c:pt>
                <c:pt idx="1725">
                  <c:v>9.7208061327779555E-3</c:v>
                </c:pt>
                <c:pt idx="1726">
                  <c:v>9.6534224209266582E-3</c:v>
                </c:pt>
                <c:pt idx="1727">
                  <c:v>9.4506193816815583E-3</c:v>
                </c:pt>
                <c:pt idx="1728">
                  <c:v>9.8619283338023563E-3</c:v>
                </c:pt>
                <c:pt idx="1729">
                  <c:v>1.0337719284997519E-2</c:v>
                </c:pt>
                <c:pt idx="1730">
                  <c:v>9.7234524186318675E-3</c:v>
                </c:pt>
                <c:pt idx="1731">
                  <c:v>9.9944385678536994E-3</c:v>
                </c:pt>
                <c:pt idx="1732">
                  <c:v>9.4014998373385845E-3</c:v>
                </c:pt>
                <c:pt idx="1733">
                  <c:v>1.0133076947950443E-2</c:v>
                </c:pt>
                <c:pt idx="1734">
                  <c:v>1.1445080704890523E-2</c:v>
                </c:pt>
                <c:pt idx="1735">
                  <c:v>1.1876576074885658E-2</c:v>
                </c:pt>
                <c:pt idx="1736">
                  <c:v>1.1783761925765565E-2</c:v>
                </c:pt>
                <c:pt idx="1737">
                  <c:v>1.1782745359765935E-2</c:v>
                </c:pt>
                <c:pt idx="1738">
                  <c:v>1.2093217401018245E-2</c:v>
                </c:pt>
                <c:pt idx="1739">
                  <c:v>1.216342169008524E-2</c:v>
                </c:pt>
                <c:pt idx="1740">
                  <c:v>1.2384575120611249E-2</c:v>
                </c:pt>
                <c:pt idx="1741">
                  <c:v>1.2416249017452351E-2</c:v>
                </c:pt>
                <c:pt idx="1742">
                  <c:v>1.2504068681313728E-2</c:v>
                </c:pt>
                <c:pt idx="1743">
                  <c:v>1.2478115002935563E-2</c:v>
                </c:pt>
                <c:pt idx="1744">
                  <c:v>1.2659268841400792E-2</c:v>
                </c:pt>
                <c:pt idx="1745">
                  <c:v>1.2691282563391651E-2</c:v>
                </c:pt>
                <c:pt idx="1746">
                  <c:v>1.2545962689733049E-2</c:v>
                </c:pt>
                <c:pt idx="1747">
                  <c:v>1.265021286006764E-2</c:v>
                </c:pt>
                <c:pt idx="1748">
                  <c:v>1.2482583346388782E-2</c:v>
                </c:pt>
                <c:pt idx="1749">
                  <c:v>1.2095637395737812E-2</c:v>
                </c:pt>
                <c:pt idx="1750">
                  <c:v>1.1419949768372217E-2</c:v>
                </c:pt>
                <c:pt idx="1751">
                  <c:v>1.3801859429067575E-2</c:v>
                </c:pt>
                <c:pt idx="1752">
                  <c:v>1.5126423565583254E-2</c:v>
                </c:pt>
                <c:pt idx="1753">
                  <c:v>1.4953020939577939E-2</c:v>
                </c:pt>
                <c:pt idx="1754">
                  <c:v>1.5034698000226389E-2</c:v>
                </c:pt>
                <c:pt idx="1755">
                  <c:v>1.3968766551475938E-2</c:v>
                </c:pt>
                <c:pt idx="1756">
                  <c:v>1.3523550188159665E-2</c:v>
                </c:pt>
                <c:pt idx="1757">
                  <c:v>1.3517715342369289E-2</c:v>
                </c:pt>
                <c:pt idx="1758">
                  <c:v>1.4797540266156961E-2</c:v>
                </c:pt>
                <c:pt idx="1759">
                  <c:v>1.5094176292089451E-2</c:v>
                </c:pt>
                <c:pt idx="1760">
                  <c:v>1.5047931460583098E-2</c:v>
                </c:pt>
                <c:pt idx="1761">
                  <c:v>1.5927259949618747E-2</c:v>
                </c:pt>
                <c:pt idx="1762">
                  <c:v>1.59176276329486E-2</c:v>
                </c:pt>
                <c:pt idx="1763">
                  <c:v>1.5848467268495304E-2</c:v>
                </c:pt>
                <c:pt idx="1764">
                  <c:v>1.5290658646132504E-2</c:v>
                </c:pt>
                <c:pt idx="1765">
                  <c:v>1.5445985988994234E-2</c:v>
                </c:pt>
                <c:pt idx="1766">
                  <c:v>1.5414347299878542E-2</c:v>
                </c:pt>
                <c:pt idx="1767">
                  <c:v>1.5324116862351732E-2</c:v>
                </c:pt>
                <c:pt idx="1768">
                  <c:v>1.5183555185769058E-2</c:v>
                </c:pt>
                <c:pt idx="1769">
                  <c:v>1.4930425971114472E-2</c:v>
                </c:pt>
                <c:pt idx="1770">
                  <c:v>1.502006484266725E-2</c:v>
                </c:pt>
                <c:pt idx="1771">
                  <c:v>1.5071927474124542E-2</c:v>
                </c:pt>
                <c:pt idx="1772">
                  <c:v>1.2398124293652814E-2</c:v>
                </c:pt>
                <c:pt idx="1773">
                  <c:v>1.0766648173607441E-2</c:v>
                </c:pt>
                <c:pt idx="1774">
                  <c:v>1.1243554880605447E-2</c:v>
                </c:pt>
                <c:pt idx="1775">
                  <c:v>1.0212926737608208E-2</c:v>
                </c:pt>
                <c:pt idx="1776">
                  <c:v>1.0412800053957743E-2</c:v>
                </c:pt>
                <c:pt idx="1777">
                  <c:v>1.0287250659912234E-2</c:v>
                </c:pt>
                <c:pt idx="1778">
                  <c:v>1.0264739056193571E-2</c:v>
                </c:pt>
                <c:pt idx="1779">
                  <c:v>9.2641259584068658E-3</c:v>
                </c:pt>
                <c:pt idx="1780">
                  <c:v>8.761846634210424E-3</c:v>
                </c:pt>
                <c:pt idx="1781">
                  <c:v>8.7789122423091431E-3</c:v>
                </c:pt>
                <c:pt idx="1782">
                  <c:v>7.4336771776365726E-3</c:v>
                </c:pt>
                <c:pt idx="1783">
                  <c:v>7.3544439239716696E-3</c:v>
                </c:pt>
                <c:pt idx="1784">
                  <c:v>7.4040219381978079E-3</c:v>
                </c:pt>
                <c:pt idx="1785">
                  <c:v>8.1154618043692214E-3</c:v>
                </c:pt>
                <c:pt idx="1786">
                  <c:v>7.9363472342610878E-3</c:v>
                </c:pt>
                <c:pt idx="1787">
                  <c:v>8.3118174926203672E-3</c:v>
                </c:pt>
                <c:pt idx="1788">
                  <c:v>9.285472724628669E-3</c:v>
                </c:pt>
                <c:pt idx="1789">
                  <c:v>1.023599172059915E-2</c:v>
                </c:pt>
                <c:pt idx="1790">
                  <c:v>1.0216362584209307E-2</c:v>
                </c:pt>
                <c:pt idx="1791">
                  <c:v>1.0146265491936817E-2</c:v>
                </c:pt>
                <c:pt idx="1792">
                  <c:v>1.0355095671744228E-2</c:v>
                </c:pt>
                <c:pt idx="1793">
                  <c:v>9.7137131323261419E-3</c:v>
                </c:pt>
                <c:pt idx="1794">
                  <c:v>9.7133680985594661E-3</c:v>
                </c:pt>
                <c:pt idx="1795">
                  <c:v>1.0939573915942502E-2</c:v>
                </c:pt>
                <c:pt idx="1796">
                  <c:v>1.1012093904238504E-2</c:v>
                </c:pt>
                <c:pt idx="1797">
                  <c:v>1.0570431416930226E-2</c:v>
                </c:pt>
                <c:pt idx="1798">
                  <c:v>1.0513296366324285E-2</c:v>
                </c:pt>
                <c:pt idx="1799">
                  <c:v>1.0791304319735876E-2</c:v>
                </c:pt>
                <c:pt idx="1800">
                  <c:v>1.0629453723797854E-2</c:v>
                </c:pt>
                <c:pt idx="1801">
                  <c:v>1.0610700727163993E-2</c:v>
                </c:pt>
                <c:pt idx="1802">
                  <c:v>1.1573291273225888E-2</c:v>
                </c:pt>
                <c:pt idx="1803">
                  <c:v>1.1572165231548821E-2</c:v>
                </c:pt>
                <c:pt idx="1804">
                  <c:v>1.1961015545669676E-2</c:v>
                </c:pt>
                <c:pt idx="1805">
                  <c:v>1.2357292953500928E-2</c:v>
                </c:pt>
                <c:pt idx="1806">
                  <c:v>1.2806521468223149E-2</c:v>
                </c:pt>
                <c:pt idx="1807">
                  <c:v>1.5290995705256509E-2</c:v>
                </c:pt>
                <c:pt idx="1808">
                  <c:v>1.514642592501473E-2</c:v>
                </c:pt>
                <c:pt idx="1809">
                  <c:v>1.5017188800175486E-2</c:v>
                </c:pt>
                <c:pt idx="1810">
                  <c:v>1.4645040526991783E-2</c:v>
                </c:pt>
                <c:pt idx="1811">
                  <c:v>1.4334923715683665E-2</c:v>
                </c:pt>
                <c:pt idx="1812">
                  <c:v>1.4550723825912557E-2</c:v>
                </c:pt>
                <c:pt idx="1813">
                  <c:v>1.4324434808205017E-2</c:v>
                </c:pt>
                <c:pt idx="1814">
                  <c:v>1.4329003860129018E-2</c:v>
                </c:pt>
                <c:pt idx="1815">
                  <c:v>1.4465804757311823E-2</c:v>
                </c:pt>
                <c:pt idx="1816">
                  <c:v>1.3605414451293173E-2</c:v>
                </c:pt>
                <c:pt idx="1817">
                  <c:v>1.3584923844155923E-2</c:v>
                </c:pt>
                <c:pt idx="1818">
                  <c:v>1.3291032933250738E-2</c:v>
                </c:pt>
                <c:pt idx="1819">
                  <c:v>1.3441716592740311E-2</c:v>
                </c:pt>
                <c:pt idx="1820">
                  <c:v>1.3144788093007342E-2</c:v>
                </c:pt>
                <c:pt idx="1821">
                  <c:v>1.3434396000860374E-2</c:v>
                </c:pt>
                <c:pt idx="1822">
                  <c:v>1.3252474998610974E-2</c:v>
                </c:pt>
                <c:pt idx="1823">
                  <c:v>1.3270247539401798E-2</c:v>
                </c:pt>
                <c:pt idx="1824">
                  <c:v>1.3295792211449517E-2</c:v>
                </c:pt>
                <c:pt idx="1825">
                  <c:v>1.3048083492512205E-2</c:v>
                </c:pt>
                <c:pt idx="1826">
                  <c:v>1.3070959783089897E-2</c:v>
                </c:pt>
                <c:pt idx="1827">
                  <c:v>1.3069517124363236E-2</c:v>
                </c:pt>
                <c:pt idx="1828">
                  <c:v>9.5327321223384089E-3</c:v>
                </c:pt>
                <c:pt idx="1829">
                  <c:v>1.082591637370043E-2</c:v>
                </c:pt>
                <c:pt idx="1830">
                  <c:v>1.071194470821801E-2</c:v>
                </c:pt>
                <c:pt idx="1831">
                  <c:v>1.1243379591466604E-2</c:v>
                </c:pt>
                <c:pt idx="1832">
                  <c:v>1.1300752532319725E-2</c:v>
                </c:pt>
                <c:pt idx="1833">
                  <c:v>1.1113016233847379E-2</c:v>
                </c:pt>
                <c:pt idx="1834">
                  <c:v>1.1108713973396127E-2</c:v>
                </c:pt>
                <c:pt idx="1835">
                  <c:v>1.1081608840902851E-2</c:v>
                </c:pt>
                <c:pt idx="1836">
                  <c:v>1.0799579857363491E-2</c:v>
                </c:pt>
                <c:pt idx="1837">
                  <c:v>1.0929173782287551E-2</c:v>
                </c:pt>
                <c:pt idx="1838">
                  <c:v>1.0870413211891278E-2</c:v>
                </c:pt>
                <c:pt idx="1839">
                  <c:v>1.0879085607789237E-2</c:v>
                </c:pt>
                <c:pt idx="1840">
                  <c:v>1.077767125255834E-2</c:v>
                </c:pt>
                <c:pt idx="1841">
                  <c:v>1.0805304713094783E-2</c:v>
                </c:pt>
                <c:pt idx="1842">
                  <c:v>1.0526433395262613E-2</c:v>
                </c:pt>
                <c:pt idx="1843">
                  <c:v>1.0677541623796093E-2</c:v>
                </c:pt>
                <c:pt idx="1844">
                  <c:v>1.0030940860969166E-2</c:v>
                </c:pt>
                <c:pt idx="1845">
                  <c:v>1.0408993204930784E-2</c:v>
                </c:pt>
                <c:pt idx="1846">
                  <c:v>1.0490693015778855E-2</c:v>
                </c:pt>
                <c:pt idx="1847">
                  <c:v>9.6846434267227922E-3</c:v>
                </c:pt>
                <c:pt idx="1848">
                  <c:v>7.995517632769452E-3</c:v>
                </c:pt>
                <c:pt idx="1849">
                  <c:v>8.1026986027176329E-3</c:v>
                </c:pt>
                <c:pt idx="1850">
                  <c:v>6.993130939264707E-3</c:v>
                </c:pt>
                <c:pt idx="1851">
                  <c:v>6.2573221647795746E-3</c:v>
                </c:pt>
                <c:pt idx="1852">
                  <c:v>5.6061605657295628E-3</c:v>
                </c:pt>
                <c:pt idx="1853">
                  <c:v>6.1640461925941293E-3</c:v>
                </c:pt>
                <c:pt idx="1854">
                  <c:v>6.7521099451573795E-3</c:v>
                </c:pt>
                <c:pt idx="1855">
                  <c:v>8.3729056675657387E-3</c:v>
                </c:pt>
                <c:pt idx="1856">
                  <c:v>8.3631461761068879E-3</c:v>
                </c:pt>
                <c:pt idx="1857">
                  <c:v>8.3942014047914942E-3</c:v>
                </c:pt>
                <c:pt idx="1858">
                  <c:v>8.3058667693370666E-3</c:v>
                </c:pt>
                <c:pt idx="1859">
                  <c:v>8.2156857001889315E-3</c:v>
                </c:pt>
                <c:pt idx="1860">
                  <c:v>8.4936172543275731E-3</c:v>
                </c:pt>
                <c:pt idx="1861">
                  <c:v>9.6787521213163343E-3</c:v>
                </c:pt>
                <c:pt idx="1862">
                  <c:v>9.7437955923460069E-3</c:v>
                </c:pt>
                <c:pt idx="1863">
                  <c:v>9.7332594027588395E-3</c:v>
                </c:pt>
                <c:pt idx="1864">
                  <c:v>9.586431732808624E-3</c:v>
                </c:pt>
                <c:pt idx="1865">
                  <c:v>9.2966521403624915E-3</c:v>
                </c:pt>
                <c:pt idx="1866">
                  <c:v>9.3544248389238315E-3</c:v>
                </c:pt>
                <c:pt idx="1867">
                  <c:v>9.2808641954351435E-3</c:v>
                </c:pt>
                <c:pt idx="1868">
                  <c:v>9.2992776949422755E-3</c:v>
                </c:pt>
                <c:pt idx="1869">
                  <c:v>9.3329980350917146E-3</c:v>
                </c:pt>
                <c:pt idx="1870">
                  <c:v>9.6361985072206408E-3</c:v>
                </c:pt>
                <c:pt idx="1871">
                  <c:v>1.0311795072753632E-2</c:v>
                </c:pt>
                <c:pt idx="1872">
                  <c:v>1.0403986887151282E-2</c:v>
                </c:pt>
                <c:pt idx="1873">
                  <c:v>1.0410111702728762E-2</c:v>
                </c:pt>
                <c:pt idx="1874">
                  <c:v>1.0187495280629129E-2</c:v>
                </c:pt>
                <c:pt idx="1875">
                  <c:v>9.8063643784140637E-3</c:v>
                </c:pt>
                <c:pt idx="1876">
                  <c:v>8.3891450716629627E-3</c:v>
                </c:pt>
                <c:pt idx="1877">
                  <c:v>8.8096855505668866E-3</c:v>
                </c:pt>
                <c:pt idx="1878">
                  <c:v>8.9025988745809175E-3</c:v>
                </c:pt>
                <c:pt idx="1879">
                  <c:v>8.9281616489024027E-3</c:v>
                </c:pt>
                <c:pt idx="1880">
                  <c:v>9.0055290567550156E-3</c:v>
                </c:pt>
                <c:pt idx="1881">
                  <c:v>8.8886171993790685E-3</c:v>
                </c:pt>
                <c:pt idx="1882">
                  <c:v>7.2776190194284744E-3</c:v>
                </c:pt>
                <c:pt idx="1883">
                  <c:v>7.259982392627996E-3</c:v>
                </c:pt>
                <c:pt idx="1884">
                  <c:v>7.2594262894405178E-3</c:v>
                </c:pt>
                <c:pt idx="1885">
                  <c:v>7.2790353953843482E-3</c:v>
                </c:pt>
                <c:pt idx="1886">
                  <c:v>7.1999085096151709E-3</c:v>
                </c:pt>
                <c:pt idx="1887">
                  <c:v>6.851915113660575E-3</c:v>
                </c:pt>
                <c:pt idx="1888">
                  <c:v>7.1952632700670446E-3</c:v>
                </c:pt>
                <c:pt idx="1889">
                  <c:v>7.5664811916598199E-3</c:v>
                </c:pt>
                <c:pt idx="1890">
                  <c:v>7.6167795133554143E-3</c:v>
                </c:pt>
                <c:pt idx="1891">
                  <c:v>1.0226552310335084E-2</c:v>
                </c:pt>
                <c:pt idx="1892">
                  <c:v>1.002872430249502E-2</c:v>
                </c:pt>
                <c:pt idx="1893">
                  <c:v>9.9069409088514224E-3</c:v>
                </c:pt>
                <c:pt idx="1894">
                  <c:v>9.8846799407373773E-3</c:v>
                </c:pt>
                <c:pt idx="1895">
                  <c:v>1.0123432894696626E-2</c:v>
                </c:pt>
                <c:pt idx="1896">
                  <c:v>1.0363671288330168E-2</c:v>
                </c:pt>
                <c:pt idx="1897">
                  <c:v>1.0498754228697236E-2</c:v>
                </c:pt>
                <c:pt idx="1898">
                  <c:v>1.0558836093656199E-2</c:v>
                </c:pt>
                <c:pt idx="1899">
                  <c:v>1.0281443739697362E-2</c:v>
                </c:pt>
                <c:pt idx="1900">
                  <c:v>1.0410463352692086E-2</c:v>
                </c:pt>
                <c:pt idx="1901">
                  <c:v>1.0492530449149768E-2</c:v>
                </c:pt>
                <c:pt idx="1902">
                  <c:v>1.0572624154245643E-2</c:v>
                </c:pt>
                <c:pt idx="1903">
                  <c:v>1.057666458451029E-2</c:v>
                </c:pt>
                <c:pt idx="1904">
                  <c:v>1.0782372180509292E-2</c:v>
                </c:pt>
                <c:pt idx="1905">
                  <c:v>1.1387901161608165E-2</c:v>
                </c:pt>
                <c:pt idx="1906">
                  <c:v>1.138339360846893E-2</c:v>
                </c:pt>
                <c:pt idx="1907">
                  <c:v>1.1381682372985379E-2</c:v>
                </c:pt>
                <c:pt idx="1908">
                  <c:v>1.1379860264826128E-2</c:v>
                </c:pt>
                <c:pt idx="1909">
                  <c:v>1.0923599307716364E-2</c:v>
                </c:pt>
                <c:pt idx="1910">
                  <c:v>1.0328643139625811E-2</c:v>
                </c:pt>
                <c:pt idx="1911">
                  <c:v>1.0332846422901833E-2</c:v>
                </c:pt>
                <c:pt idx="1912">
                  <c:v>8.0927188175506631E-3</c:v>
                </c:pt>
                <c:pt idx="1913">
                  <c:v>7.6539310980912306E-3</c:v>
                </c:pt>
                <c:pt idx="1914">
                  <c:v>7.7176917486269951E-3</c:v>
                </c:pt>
                <c:pt idx="1915">
                  <c:v>7.7197812504765902E-3</c:v>
                </c:pt>
                <c:pt idx="1916">
                  <c:v>7.2907355085260637E-3</c:v>
                </c:pt>
                <c:pt idx="1917">
                  <c:v>7.9283729503479543E-3</c:v>
                </c:pt>
                <c:pt idx="1918">
                  <c:v>8.1481183977170357E-3</c:v>
                </c:pt>
                <c:pt idx="1919">
                  <c:v>8.8508183113113151E-3</c:v>
                </c:pt>
                <c:pt idx="1920">
                  <c:v>8.7880858894909108E-3</c:v>
                </c:pt>
                <c:pt idx="1921">
                  <c:v>8.5376158936598997E-3</c:v>
                </c:pt>
                <c:pt idx="1922">
                  <c:v>8.7428858960051578E-3</c:v>
                </c:pt>
                <c:pt idx="1923">
                  <c:v>9.3052158413329342E-3</c:v>
                </c:pt>
                <c:pt idx="1924">
                  <c:v>9.604885917009455E-3</c:v>
                </c:pt>
                <c:pt idx="1925">
                  <c:v>9.5762778354773013E-3</c:v>
                </c:pt>
                <c:pt idx="1926">
                  <c:v>8.9161211968512063E-3</c:v>
                </c:pt>
                <c:pt idx="1927">
                  <c:v>8.9163708229512487E-3</c:v>
                </c:pt>
                <c:pt idx="1928">
                  <c:v>8.9113074711819566E-3</c:v>
                </c:pt>
                <c:pt idx="1929">
                  <c:v>8.8409301931290114E-3</c:v>
                </c:pt>
                <c:pt idx="1930">
                  <c:v>8.8681843813894906E-3</c:v>
                </c:pt>
                <c:pt idx="1931">
                  <c:v>8.9687924190918165E-3</c:v>
                </c:pt>
                <c:pt idx="1932">
                  <c:v>9.0182448012116802E-3</c:v>
                </c:pt>
                <c:pt idx="1933">
                  <c:v>8.964247040131261E-3</c:v>
                </c:pt>
                <c:pt idx="1934">
                  <c:v>8.8346009257323794E-3</c:v>
                </c:pt>
                <c:pt idx="1935">
                  <c:v>8.7093219449905484E-3</c:v>
                </c:pt>
                <c:pt idx="1936">
                  <c:v>8.7837280199836772E-3</c:v>
                </c:pt>
                <c:pt idx="1937">
                  <c:v>8.5437960204419513E-3</c:v>
                </c:pt>
                <c:pt idx="1938">
                  <c:v>8.1861674142294158E-3</c:v>
                </c:pt>
                <c:pt idx="1939">
                  <c:v>7.7488880708808027E-3</c:v>
                </c:pt>
                <c:pt idx="1940">
                  <c:v>6.00220748482512E-3</c:v>
                </c:pt>
                <c:pt idx="1941">
                  <c:v>5.8399288033822447E-3</c:v>
                </c:pt>
                <c:pt idx="1942">
                  <c:v>5.8268164246760715E-3</c:v>
                </c:pt>
                <c:pt idx="1943">
                  <c:v>5.6609849067037442E-3</c:v>
                </c:pt>
                <c:pt idx="1944">
                  <c:v>5.0125114413768013E-3</c:v>
                </c:pt>
                <c:pt idx="1945">
                  <c:v>4.9717494981908663E-3</c:v>
                </c:pt>
                <c:pt idx="1946">
                  <c:v>4.8760754652964E-3</c:v>
                </c:pt>
                <c:pt idx="1947">
                  <c:v>4.819026187250653E-3</c:v>
                </c:pt>
                <c:pt idx="1948">
                  <c:v>4.8934360660460091E-3</c:v>
                </c:pt>
                <c:pt idx="1949">
                  <c:v>5.1455378034186731E-3</c:v>
                </c:pt>
                <c:pt idx="1950">
                  <c:v>5.2226853774895504E-3</c:v>
                </c:pt>
                <c:pt idx="1951">
                  <c:v>5.9551491286214814E-3</c:v>
                </c:pt>
                <c:pt idx="1952">
                  <c:v>5.8286163879182409E-3</c:v>
                </c:pt>
                <c:pt idx="1953">
                  <c:v>5.7517086274859793E-3</c:v>
                </c:pt>
                <c:pt idx="1954">
                  <c:v>7.8418422705493328E-3</c:v>
                </c:pt>
                <c:pt idx="1955">
                  <c:v>7.8317694012302441E-3</c:v>
                </c:pt>
                <c:pt idx="1956">
                  <c:v>8.0438373011111584E-3</c:v>
                </c:pt>
                <c:pt idx="1957">
                  <c:v>8.0784007503123777E-3</c:v>
                </c:pt>
                <c:pt idx="1958">
                  <c:v>8.0686475575013853E-3</c:v>
                </c:pt>
                <c:pt idx="1959">
                  <c:v>7.8933499700401862E-3</c:v>
                </c:pt>
                <c:pt idx="1960">
                  <c:v>7.7953536151958071E-3</c:v>
                </c:pt>
                <c:pt idx="1961">
                  <c:v>7.7986957066788903E-3</c:v>
                </c:pt>
                <c:pt idx="1962">
                  <c:v>7.8070415919943015E-3</c:v>
                </c:pt>
                <c:pt idx="1963">
                  <c:v>8.0556389582584504E-3</c:v>
                </c:pt>
                <c:pt idx="1964">
                  <c:v>7.9384936481352343E-3</c:v>
                </c:pt>
                <c:pt idx="1965">
                  <c:v>8.2184134896133559E-3</c:v>
                </c:pt>
                <c:pt idx="1966">
                  <c:v>8.0377417464865455E-3</c:v>
                </c:pt>
                <c:pt idx="1967">
                  <c:v>8.2578066690324678E-3</c:v>
                </c:pt>
                <c:pt idx="1968">
                  <c:v>8.2527159696058807E-3</c:v>
                </c:pt>
                <c:pt idx="1969">
                  <c:v>8.3452565041748812E-3</c:v>
                </c:pt>
                <c:pt idx="1970">
                  <c:v>8.1848715861998593E-3</c:v>
                </c:pt>
                <c:pt idx="1971">
                  <c:v>8.1205415988693866E-3</c:v>
                </c:pt>
                <c:pt idx="1972">
                  <c:v>7.5092016800609269E-3</c:v>
                </c:pt>
                <c:pt idx="1973">
                  <c:v>7.510545467326264E-3</c:v>
                </c:pt>
                <c:pt idx="1974">
                  <c:v>7.6339542238551888E-3</c:v>
                </c:pt>
                <c:pt idx="1975">
                  <c:v>5.4381654205092273E-3</c:v>
                </c:pt>
                <c:pt idx="1976">
                  <c:v>5.6145820654272278E-3</c:v>
                </c:pt>
                <c:pt idx="1977">
                  <c:v>5.7491003553751877E-3</c:v>
                </c:pt>
                <c:pt idx="1978">
                  <c:v>5.8556497078198029E-3</c:v>
                </c:pt>
                <c:pt idx="1979">
                  <c:v>6.3874100275826979E-3</c:v>
                </c:pt>
                <c:pt idx="1980">
                  <c:v>6.4417989138621659E-3</c:v>
                </c:pt>
                <c:pt idx="1981">
                  <c:v>6.4433722441206345E-3</c:v>
                </c:pt>
                <c:pt idx="1982">
                  <c:v>6.745805745533847E-3</c:v>
                </c:pt>
                <c:pt idx="1983">
                  <c:v>6.7161082455707436E-3</c:v>
                </c:pt>
                <c:pt idx="1984">
                  <c:v>6.4965525012891925E-3</c:v>
                </c:pt>
                <c:pt idx="1985">
                  <c:v>6.7644820820330657E-3</c:v>
                </c:pt>
                <c:pt idx="1986">
                  <c:v>6.2146996677572772E-3</c:v>
                </c:pt>
                <c:pt idx="1987">
                  <c:v>6.0927680075291936E-3</c:v>
                </c:pt>
                <c:pt idx="1988">
                  <c:v>6.5530800713779775E-3</c:v>
                </c:pt>
                <c:pt idx="1989">
                  <c:v>6.5760228367272352E-3</c:v>
                </c:pt>
                <c:pt idx="1990">
                  <c:v>6.5253987873365891E-3</c:v>
                </c:pt>
                <c:pt idx="1991">
                  <c:v>6.5670750718163405E-3</c:v>
                </c:pt>
                <c:pt idx="1992">
                  <c:v>6.5602166957282413E-3</c:v>
                </c:pt>
                <c:pt idx="1993">
                  <c:v>6.5590137845521236E-3</c:v>
                </c:pt>
                <c:pt idx="1994">
                  <c:v>6.7159446361387777E-3</c:v>
                </c:pt>
                <c:pt idx="1995">
                  <c:v>6.8125419008060722E-3</c:v>
                </c:pt>
                <c:pt idx="1996">
                  <c:v>6.9338242163625658E-3</c:v>
                </c:pt>
                <c:pt idx="1997">
                  <c:v>6.8465865161547509E-3</c:v>
                </c:pt>
                <c:pt idx="1998">
                  <c:v>6.3548709513854456E-3</c:v>
                </c:pt>
                <c:pt idx="1999">
                  <c:v>6.1488198672579675E-3</c:v>
                </c:pt>
                <c:pt idx="2000">
                  <c:v>5.7987119824370994E-3</c:v>
                </c:pt>
                <c:pt idx="2001">
                  <c:v>5.7000834198976122E-3</c:v>
                </c:pt>
                <c:pt idx="2002">
                  <c:v>6.1582069586722894E-3</c:v>
                </c:pt>
                <c:pt idx="2003">
                  <c:v>6.0074939279732781E-3</c:v>
                </c:pt>
                <c:pt idx="2004">
                  <c:v>6.0085354741779042E-3</c:v>
                </c:pt>
                <c:pt idx="2005">
                  <c:v>6.0595949396205573E-3</c:v>
                </c:pt>
                <c:pt idx="2006">
                  <c:v>5.8491129242737964E-3</c:v>
                </c:pt>
                <c:pt idx="2007">
                  <c:v>5.8722615468939808E-3</c:v>
                </c:pt>
                <c:pt idx="2008">
                  <c:v>5.8842804685450469E-3</c:v>
                </c:pt>
                <c:pt idx="2009">
                  <c:v>4.6921975377828846E-3</c:v>
                </c:pt>
                <c:pt idx="2010">
                  <c:v>4.7925918579207827E-3</c:v>
                </c:pt>
                <c:pt idx="2011">
                  <c:v>4.7137566311707974E-3</c:v>
                </c:pt>
                <c:pt idx="2012">
                  <c:v>4.8670627704301981E-3</c:v>
                </c:pt>
                <c:pt idx="2013">
                  <c:v>5.5174794929117076E-3</c:v>
                </c:pt>
                <c:pt idx="2014">
                  <c:v>5.5701577111951627E-3</c:v>
                </c:pt>
                <c:pt idx="2015">
                  <c:v>5.3269769454262405E-3</c:v>
                </c:pt>
                <c:pt idx="2016">
                  <c:v>4.888896228510721E-3</c:v>
                </c:pt>
                <c:pt idx="2017">
                  <c:v>5.3877237465595369E-3</c:v>
                </c:pt>
                <c:pt idx="2018">
                  <c:v>5.4208287989869946E-3</c:v>
                </c:pt>
                <c:pt idx="2019">
                  <c:v>5.419205071393254E-3</c:v>
                </c:pt>
                <c:pt idx="2020">
                  <c:v>5.9876405560935781E-3</c:v>
                </c:pt>
                <c:pt idx="2021">
                  <c:v>5.9569351033572143E-3</c:v>
                </c:pt>
                <c:pt idx="2022">
                  <c:v>5.8601258470283336E-3</c:v>
                </c:pt>
                <c:pt idx="2023">
                  <c:v>5.1516756664846189E-3</c:v>
                </c:pt>
                <c:pt idx="2024">
                  <c:v>5.1968428121038981E-3</c:v>
                </c:pt>
                <c:pt idx="2025">
                  <c:v>5.4806581117796283E-3</c:v>
                </c:pt>
                <c:pt idx="2026">
                  <c:v>5.6301946041522732E-3</c:v>
                </c:pt>
                <c:pt idx="2027">
                  <c:v>5.6299123598887325E-3</c:v>
                </c:pt>
                <c:pt idx="2028">
                  <c:v>5.4281092286163814E-3</c:v>
                </c:pt>
                <c:pt idx="2029">
                  <c:v>6.7764666237839933E-3</c:v>
                </c:pt>
                <c:pt idx="2030">
                  <c:v>7.1230074903043932E-3</c:v>
                </c:pt>
                <c:pt idx="2031">
                  <c:v>7.0264270298718975E-3</c:v>
                </c:pt>
                <c:pt idx="2032">
                  <c:v>7.5456276760883035E-3</c:v>
                </c:pt>
                <c:pt idx="2033">
                  <c:v>7.5645850927270374E-3</c:v>
                </c:pt>
                <c:pt idx="2034">
                  <c:v>8.1249402325286671E-3</c:v>
                </c:pt>
                <c:pt idx="2035">
                  <c:v>7.8851795477398404E-3</c:v>
                </c:pt>
                <c:pt idx="2036">
                  <c:v>8.1740850092398842E-3</c:v>
                </c:pt>
                <c:pt idx="2037">
                  <c:v>8.1006611289030552E-3</c:v>
                </c:pt>
                <c:pt idx="2038">
                  <c:v>7.9594351174368978E-3</c:v>
                </c:pt>
                <c:pt idx="2039">
                  <c:v>7.9716183580301678E-3</c:v>
                </c:pt>
                <c:pt idx="2040">
                  <c:v>7.9432098402399173E-3</c:v>
                </c:pt>
                <c:pt idx="2041">
                  <c:v>7.8310605328601977E-3</c:v>
                </c:pt>
                <c:pt idx="2042">
                  <c:v>7.8198404362477079E-3</c:v>
                </c:pt>
                <c:pt idx="2043">
                  <c:v>7.8118149913077809E-3</c:v>
                </c:pt>
                <c:pt idx="2044">
                  <c:v>7.8914670537560509E-3</c:v>
                </c:pt>
                <c:pt idx="2045">
                  <c:v>7.892796927688359E-3</c:v>
                </c:pt>
                <c:pt idx="2046">
                  <c:v>7.7384450460448104E-3</c:v>
                </c:pt>
                <c:pt idx="2047">
                  <c:v>7.6444418139492328E-3</c:v>
                </c:pt>
                <c:pt idx="2048">
                  <c:v>8.2542819139949913E-3</c:v>
                </c:pt>
                <c:pt idx="2049">
                  <c:v>8.3790096132109991E-3</c:v>
                </c:pt>
                <c:pt idx="2050">
                  <c:v>6.7714269968750856E-3</c:v>
                </c:pt>
                <c:pt idx="2051">
                  <c:v>6.5894837341908489E-3</c:v>
                </c:pt>
                <c:pt idx="2052">
                  <c:v>6.5280404107303227E-3</c:v>
                </c:pt>
                <c:pt idx="2053">
                  <c:v>5.9284755464410269E-3</c:v>
                </c:pt>
                <c:pt idx="2054">
                  <c:v>6.1490718762168403E-3</c:v>
                </c:pt>
                <c:pt idx="2055">
                  <c:v>6.2856149870321922E-3</c:v>
                </c:pt>
                <c:pt idx="2056">
                  <c:v>6.3282307804662539E-3</c:v>
                </c:pt>
                <c:pt idx="2057">
                  <c:v>6.5907139360009007E-3</c:v>
                </c:pt>
                <c:pt idx="2058">
                  <c:v>6.5962014189635456E-3</c:v>
                </c:pt>
                <c:pt idx="2059">
                  <c:v>7.0741076388566547E-3</c:v>
                </c:pt>
                <c:pt idx="2060">
                  <c:v>7.0101015553033696E-3</c:v>
                </c:pt>
                <c:pt idx="2061">
                  <c:v>6.8258010770767021E-3</c:v>
                </c:pt>
                <c:pt idx="2062">
                  <c:v>6.9277007547481496E-3</c:v>
                </c:pt>
                <c:pt idx="2063">
                  <c:v>7.275985898024806E-3</c:v>
                </c:pt>
                <c:pt idx="2064">
                  <c:v>7.3281780125186999E-3</c:v>
                </c:pt>
                <c:pt idx="2065">
                  <c:v>7.2588879643486455E-3</c:v>
                </c:pt>
                <c:pt idx="2066">
                  <c:v>7.3051417441464869E-3</c:v>
                </c:pt>
                <c:pt idx="2067">
                  <c:v>7.2805316701520925E-3</c:v>
                </c:pt>
                <c:pt idx="2068">
                  <c:v>7.702769935455849E-3</c:v>
                </c:pt>
                <c:pt idx="2069">
                  <c:v>7.1666391345596697E-3</c:v>
                </c:pt>
                <c:pt idx="2070">
                  <c:v>7.0090806406018051E-3</c:v>
                </c:pt>
                <c:pt idx="2071">
                  <c:v>7.2861481914699121E-3</c:v>
                </c:pt>
                <c:pt idx="2072">
                  <c:v>7.2502674903986396E-3</c:v>
                </c:pt>
                <c:pt idx="2073">
                  <c:v>7.5537625329103533E-3</c:v>
                </c:pt>
                <c:pt idx="2074">
                  <c:v>6.6835053673208033E-3</c:v>
                </c:pt>
                <c:pt idx="2075">
                  <c:v>5.9737406914481131E-3</c:v>
                </c:pt>
                <c:pt idx="2076">
                  <c:v>5.9787708913455655E-3</c:v>
                </c:pt>
                <c:pt idx="2077">
                  <c:v>5.9969050928210949E-3</c:v>
                </c:pt>
                <c:pt idx="2078">
                  <c:v>6.1368951996411628E-3</c:v>
                </c:pt>
                <c:pt idx="2079">
                  <c:v>6.1338728577369495E-3</c:v>
                </c:pt>
                <c:pt idx="2080">
                  <c:v>6.4418497587614906E-3</c:v>
                </c:pt>
                <c:pt idx="2081">
                  <c:v>6.4368541968900699E-3</c:v>
                </c:pt>
                <c:pt idx="2082">
                  <c:v>6.8233800101611102E-3</c:v>
                </c:pt>
                <c:pt idx="2083">
                  <c:v>6.9755777844911892E-3</c:v>
                </c:pt>
                <c:pt idx="2084">
                  <c:v>7.5320348912981949E-3</c:v>
                </c:pt>
                <c:pt idx="2085">
                  <c:v>7.4881339391443076E-3</c:v>
                </c:pt>
                <c:pt idx="2086">
                  <c:v>7.5450482044132914E-3</c:v>
                </c:pt>
                <c:pt idx="2087">
                  <c:v>7.5729248816501825E-3</c:v>
                </c:pt>
                <c:pt idx="2088">
                  <c:v>7.9108784487867054E-3</c:v>
                </c:pt>
                <c:pt idx="2089">
                  <c:v>7.403506768547531E-3</c:v>
                </c:pt>
                <c:pt idx="2090">
                  <c:v>7.393654798591877E-3</c:v>
                </c:pt>
                <c:pt idx="2091">
                  <c:v>7.336507444416141E-3</c:v>
                </c:pt>
                <c:pt idx="2092">
                  <c:v>7.3693156929015916E-3</c:v>
                </c:pt>
                <c:pt idx="2093">
                  <c:v>7.3062492912226232E-3</c:v>
                </c:pt>
                <c:pt idx="2094">
                  <c:v>6.9623345917347139E-3</c:v>
                </c:pt>
                <c:pt idx="2095">
                  <c:v>7.034808415974184E-3</c:v>
                </c:pt>
                <c:pt idx="2096">
                  <c:v>7.0536816216002904E-3</c:v>
                </c:pt>
                <c:pt idx="2097">
                  <c:v>7.4033354041147447E-3</c:v>
                </c:pt>
                <c:pt idx="2098">
                  <c:v>7.4714362052222981E-3</c:v>
                </c:pt>
                <c:pt idx="2099">
                  <c:v>7.1339980316219498E-3</c:v>
                </c:pt>
                <c:pt idx="2100">
                  <c:v>7.1105326237400233E-3</c:v>
                </c:pt>
                <c:pt idx="2101">
                  <c:v>6.6660362694974289E-3</c:v>
                </c:pt>
                <c:pt idx="2102">
                  <c:v>8.8513079170850755E-3</c:v>
                </c:pt>
                <c:pt idx="2103">
                  <c:v>8.5869517608576171E-3</c:v>
                </c:pt>
                <c:pt idx="2104">
                  <c:v>8.4858568499929423E-3</c:v>
                </c:pt>
                <c:pt idx="2105">
                  <c:v>7.7885817791785899E-3</c:v>
                </c:pt>
                <c:pt idx="2106">
                  <c:v>8.0077025604702694E-3</c:v>
                </c:pt>
                <c:pt idx="2107">
                  <c:v>8.099680726881095E-3</c:v>
                </c:pt>
                <c:pt idx="2108">
                  <c:v>8.1506837403136304E-3</c:v>
                </c:pt>
                <c:pt idx="2109">
                  <c:v>8.0146577495636105E-3</c:v>
                </c:pt>
                <c:pt idx="2110">
                  <c:v>7.8591515732087686E-3</c:v>
                </c:pt>
                <c:pt idx="2111">
                  <c:v>7.8028070109378983E-3</c:v>
                </c:pt>
                <c:pt idx="2112">
                  <c:v>8.3061135737552885E-3</c:v>
                </c:pt>
                <c:pt idx="2113">
                  <c:v>9.1482970704913798E-3</c:v>
                </c:pt>
                <c:pt idx="2114">
                  <c:v>9.3187483056277123E-3</c:v>
                </c:pt>
                <c:pt idx="2115">
                  <c:v>9.2967987543509673E-3</c:v>
                </c:pt>
                <c:pt idx="2116">
                  <c:v>9.2975378057993732E-3</c:v>
                </c:pt>
                <c:pt idx="2117">
                  <c:v>9.5482574559241605E-3</c:v>
                </c:pt>
                <c:pt idx="2118">
                  <c:v>9.2249560505172513E-3</c:v>
                </c:pt>
                <c:pt idx="2119">
                  <c:v>9.2321602363870277E-3</c:v>
                </c:pt>
                <c:pt idx="2120">
                  <c:v>9.2860398485619961E-3</c:v>
                </c:pt>
                <c:pt idx="2121">
                  <c:v>9.4875193024861783E-3</c:v>
                </c:pt>
                <c:pt idx="2122">
                  <c:v>9.893607699059245E-3</c:v>
                </c:pt>
                <c:pt idx="2123">
                  <c:v>7.6349301276854003E-3</c:v>
                </c:pt>
                <c:pt idx="2124">
                  <c:v>7.6558130342533389E-3</c:v>
                </c:pt>
                <c:pt idx="2125">
                  <c:v>7.6487037486168315E-3</c:v>
                </c:pt>
                <c:pt idx="2126">
                  <c:v>7.6665026925057545E-3</c:v>
                </c:pt>
                <c:pt idx="2127">
                  <c:v>7.7221300143936519E-3</c:v>
                </c:pt>
                <c:pt idx="2128">
                  <c:v>7.3901013471232273E-3</c:v>
                </c:pt>
                <c:pt idx="2129">
                  <c:v>7.5014942729546156E-3</c:v>
                </c:pt>
                <c:pt idx="2130">
                  <c:v>6.9264202972991106E-3</c:v>
                </c:pt>
                <c:pt idx="2131">
                  <c:v>6.7724464195402997E-3</c:v>
                </c:pt>
                <c:pt idx="2132">
                  <c:v>6.5131893481302104E-3</c:v>
                </c:pt>
                <c:pt idx="2133">
                  <c:v>6.454937093063203E-3</c:v>
                </c:pt>
                <c:pt idx="2134">
                  <c:v>5.6557076830838259E-3</c:v>
                </c:pt>
                <c:pt idx="2135">
                  <c:v>5.8579973945964408E-3</c:v>
                </c:pt>
                <c:pt idx="2136">
                  <c:v>5.7382167334032227E-3</c:v>
                </c:pt>
                <c:pt idx="2137">
                  <c:v>5.8307875255333977E-3</c:v>
                </c:pt>
                <c:pt idx="2138">
                  <c:v>5.8033521618872288E-3</c:v>
                </c:pt>
                <c:pt idx="2139">
                  <c:v>5.7998794507074028E-3</c:v>
                </c:pt>
                <c:pt idx="2140">
                  <c:v>6.2081077746617202E-3</c:v>
                </c:pt>
                <c:pt idx="2141">
                  <c:v>7.0756903997753143E-3</c:v>
                </c:pt>
                <c:pt idx="2142">
                  <c:v>7.0062021658335158E-3</c:v>
                </c:pt>
                <c:pt idx="2143">
                  <c:v>6.5985852551080698E-3</c:v>
                </c:pt>
                <c:pt idx="2144">
                  <c:v>6.8185720657127523E-3</c:v>
                </c:pt>
                <c:pt idx="2145">
                  <c:v>7.0788324974219753E-3</c:v>
                </c:pt>
                <c:pt idx="2146">
                  <c:v>9.1969646187137159E-3</c:v>
                </c:pt>
                <c:pt idx="2147">
                  <c:v>9.4431132333244114E-3</c:v>
                </c:pt>
                <c:pt idx="2148">
                  <c:v>9.8892268720915926E-3</c:v>
                </c:pt>
                <c:pt idx="2149">
                  <c:v>9.8963202005615467E-3</c:v>
                </c:pt>
                <c:pt idx="2150">
                  <c:v>9.7141730696594548E-3</c:v>
                </c:pt>
                <c:pt idx="2151">
                  <c:v>9.4826752677191241E-3</c:v>
                </c:pt>
                <c:pt idx="2152">
                  <c:v>9.4675888834456143E-3</c:v>
                </c:pt>
                <c:pt idx="2153">
                  <c:v>9.5060080266858894E-3</c:v>
                </c:pt>
                <c:pt idx="2154">
                  <c:v>9.4624940480238628E-3</c:v>
                </c:pt>
                <c:pt idx="2155">
                  <c:v>9.4889789038656667E-3</c:v>
                </c:pt>
                <c:pt idx="2156">
                  <c:v>9.3458924309887947E-3</c:v>
                </c:pt>
                <c:pt idx="2157">
                  <c:v>9.3557777875572182E-3</c:v>
                </c:pt>
                <c:pt idx="2158">
                  <c:v>9.428356411661799E-3</c:v>
                </c:pt>
                <c:pt idx="2159">
                  <c:v>9.4011586165620338E-3</c:v>
                </c:pt>
                <c:pt idx="2160">
                  <c:v>9.6549742109833404E-3</c:v>
                </c:pt>
                <c:pt idx="2161">
                  <c:v>9.8144496538136693E-3</c:v>
                </c:pt>
                <c:pt idx="2162">
                  <c:v>9.3745225156631352E-3</c:v>
                </c:pt>
                <c:pt idx="2163">
                  <c:v>9.5850472639859886E-3</c:v>
                </c:pt>
                <c:pt idx="2164">
                  <c:v>9.7094593237178201E-3</c:v>
                </c:pt>
                <c:pt idx="2165">
                  <c:v>9.3071422922176468E-3</c:v>
                </c:pt>
                <c:pt idx="2166">
                  <c:v>9.2091045077172199E-3</c:v>
                </c:pt>
                <c:pt idx="2167">
                  <c:v>6.8089956294110623E-3</c:v>
                </c:pt>
                <c:pt idx="2168">
                  <c:v>6.8727693050880286E-3</c:v>
                </c:pt>
                <c:pt idx="2169">
                  <c:v>6.2948494708360081E-3</c:v>
                </c:pt>
                <c:pt idx="2170">
                  <c:v>6.9002448803862967E-3</c:v>
                </c:pt>
                <c:pt idx="2171">
                  <c:v>7.3231464460389922E-3</c:v>
                </c:pt>
                <c:pt idx="2172">
                  <c:v>7.9359983889686833E-3</c:v>
                </c:pt>
                <c:pt idx="2173">
                  <c:v>7.9404718619485379E-3</c:v>
                </c:pt>
                <c:pt idx="2174">
                  <c:v>7.9030709285852815E-3</c:v>
                </c:pt>
                <c:pt idx="2175">
                  <c:v>7.9128820273252666E-3</c:v>
                </c:pt>
                <c:pt idx="2176">
                  <c:v>7.9836846939810874E-3</c:v>
                </c:pt>
                <c:pt idx="2177">
                  <c:v>7.8851964456338342E-3</c:v>
                </c:pt>
                <c:pt idx="2178">
                  <c:v>8.0479130416089423E-3</c:v>
                </c:pt>
                <c:pt idx="2179">
                  <c:v>8.1371959911923294E-3</c:v>
                </c:pt>
                <c:pt idx="2180">
                  <c:v>8.0551371158863669E-3</c:v>
                </c:pt>
                <c:pt idx="2181">
                  <c:v>7.7223331077491434E-3</c:v>
                </c:pt>
                <c:pt idx="2182">
                  <c:v>6.8720501147531065E-3</c:v>
                </c:pt>
                <c:pt idx="2183">
                  <c:v>7.7169847568535465E-3</c:v>
                </c:pt>
                <c:pt idx="2184">
                  <c:v>7.1526095276489687E-3</c:v>
                </c:pt>
                <c:pt idx="2185">
                  <c:v>7.3174269718967932E-3</c:v>
                </c:pt>
                <c:pt idx="2186">
                  <c:v>7.3251834573048276E-3</c:v>
                </c:pt>
                <c:pt idx="2187">
                  <c:v>7.3778429484163254E-3</c:v>
                </c:pt>
                <c:pt idx="2188">
                  <c:v>7.4176632381328621E-3</c:v>
                </c:pt>
                <c:pt idx="2189">
                  <c:v>7.5330106877091367E-3</c:v>
                </c:pt>
                <c:pt idx="2190">
                  <c:v>7.5868942558381842E-3</c:v>
                </c:pt>
                <c:pt idx="2191">
                  <c:v>7.5040230591376395E-3</c:v>
                </c:pt>
                <c:pt idx="2192">
                  <c:v>7.2332544560552315E-3</c:v>
                </c:pt>
                <c:pt idx="2193">
                  <c:v>7.107765389158604E-3</c:v>
                </c:pt>
                <c:pt idx="2194">
                  <c:v>7.4008320616098331E-3</c:v>
                </c:pt>
                <c:pt idx="2195">
                  <c:v>7.5334816495306973E-3</c:v>
                </c:pt>
                <c:pt idx="2196">
                  <c:v>7.8289791962924023E-3</c:v>
                </c:pt>
                <c:pt idx="2197">
                  <c:v>7.7129024635390576E-3</c:v>
                </c:pt>
                <c:pt idx="2198">
                  <c:v>7.7117997299945536E-3</c:v>
                </c:pt>
                <c:pt idx="2199">
                  <c:v>7.7446971614468976E-3</c:v>
                </c:pt>
                <c:pt idx="2200">
                  <c:v>7.5507475077009828E-3</c:v>
                </c:pt>
                <c:pt idx="2201">
                  <c:v>8.5354466705529781E-3</c:v>
                </c:pt>
                <c:pt idx="2202">
                  <c:v>8.3959786063453196E-3</c:v>
                </c:pt>
                <c:pt idx="2203">
                  <c:v>8.533632174398384E-3</c:v>
                </c:pt>
                <c:pt idx="2204">
                  <c:v>7.8479424354001362E-3</c:v>
                </c:pt>
                <c:pt idx="2205">
                  <c:v>7.7509012143253293E-3</c:v>
                </c:pt>
                <c:pt idx="2206">
                  <c:v>7.9507668192901199E-3</c:v>
                </c:pt>
                <c:pt idx="2207">
                  <c:v>7.9826531211575763E-3</c:v>
                </c:pt>
                <c:pt idx="2208">
                  <c:v>7.3985350877020795E-3</c:v>
                </c:pt>
                <c:pt idx="2209">
                  <c:v>8.9147773971128292E-3</c:v>
                </c:pt>
                <c:pt idx="2210">
                  <c:v>8.8728845570689406E-3</c:v>
                </c:pt>
                <c:pt idx="2211">
                  <c:v>8.8484079821575055E-3</c:v>
                </c:pt>
                <c:pt idx="2212">
                  <c:v>8.8264847595329928E-3</c:v>
                </c:pt>
                <c:pt idx="2213">
                  <c:v>9.1910070700244664E-3</c:v>
                </c:pt>
                <c:pt idx="2214">
                  <c:v>8.9450156724783757E-3</c:v>
                </c:pt>
                <c:pt idx="2215">
                  <c:v>8.5819355743817129E-3</c:v>
                </c:pt>
                <c:pt idx="2216">
                  <c:v>8.4364275302799222E-3</c:v>
                </c:pt>
                <c:pt idx="2217">
                  <c:v>8.3684311858699661E-3</c:v>
                </c:pt>
                <c:pt idx="2218">
                  <c:v>8.4615468004034713E-3</c:v>
                </c:pt>
                <c:pt idx="2219">
                  <c:v>9.092206919560258E-3</c:v>
                </c:pt>
                <c:pt idx="2220">
                  <c:v>9.3928460645228574E-3</c:v>
                </c:pt>
                <c:pt idx="2221">
                  <c:v>9.5499849620841598E-3</c:v>
                </c:pt>
                <c:pt idx="2222">
                  <c:v>8.4798096383828288E-3</c:v>
                </c:pt>
                <c:pt idx="2223">
                  <c:v>8.8537691300548792E-3</c:v>
                </c:pt>
                <c:pt idx="2224">
                  <c:v>9.2391204787450418E-3</c:v>
                </c:pt>
                <c:pt idx="2225">
                  <c:v>9.4100615096437811E-3</c:v>
                </c:pt>
                <c:pt idx="2226">
                  <c:v>1.0045141277934705E-2</c:v>
                </c:pt>
                <c:pt idx="2227">
                  <c:v>9.815221301747612E-3</c:v>
                </c:pt>
                <c:pt idx="2228">
                  <c:v>1.006824687000474E-2</c:v>
                </c:pt>
                <c:pt idx="2229">
                  <c:v>1.1449482485767356E-2</c:v>
                </c:pt>
                <c:pt idx="2230">
                  <c:v>1.0450149157937242E-2</c:v>
                </c:pt>
                <c:pt idx="2231">
                  <c:v>1.0483251603019222E-2</c:v>
                </c:pt>
                <c:pt idx="2232">
                  <c:v>1.1064280061978703E-2</c:v>
                </c:pt>
                <c:pt idx="2233">
                  <c:v>1.1128241213826209E-2</c:v>
                </c:pt>
                <c:pt idx="2234">
                  <c:v>1.0757797204018038E-2</c:v>
                </c:pt>
                <c:pt idx="2235">
                  <c:v>1.0771865299118154E-2</c:v>
                </c:pt>
                <c:pt idx="2236">
                  <c:v>1.0781145987611557E-2</c:v>
                </c:pt>
                <c:pt idx="2237">
                  <c:v>1.073272875554079E-2</c:v>
                </c:pt>
                <c:pt idx="2238">
                  <c:v>1.0663300488993974E-2</c:v>
                </c:pt>
                <c:pt idx="2239">
                  <c:v>1.0914966181052156E-2</c:v>
                </c:pt>
                <c:pt idx="2240">
                  <c:v>1.0457338880747123E-2</c:v>
                </c:pt>
                <c:pt idx="2241">
                  <c:v>1.0380124611756759E-2</c:v>
                </c:pt>
                <c:pt idx="2242">
                  <c:v>1.0344064270400645E-2</c:v>
                </c:pt>
                <c:pt idx="2243">
                  <c:v>1.0450471598950394E-2</c:v>
                </c:pt>
                <c:pt idx="2244">
                  <c:v>1.0200868465149055E-2</c:v>
                </c:pt>
                <c:pt idx="2245">
                  <c:v>9.821866438525631E-3</c:v>
                </c:pt>
                <c:pt idx="2246">
                  <c:v>9.5495222981478427E-3</c:v>
                </c:pt>
                <c:pt idx="2247">
                  <c:v>8.9983991820260407E-3</c:v>
                </c:pt>
                <c:pt idx="2248">
                  <c:v>9.0029352869577702E-3</c:v>
                </c:pt>
                <c:pt idx="2249">
                  <c:v>8.8546246737044604E-3</c:v>
                </c:pt>
                <c:pt idx="2250">
                  <c:v>7.1298952819077643E-3</c:v>
                </c:pt>
                <c:pt idx="2251">
                  <c:v>7.4088655652186572E-3</c:v>
                </c:pt>
                <c:pt idx="2252">
                  <c:v>7.3385729103517174E-3</c:v>
                </c:pt>
                <c:pt idx="2253">
                  <c:v>6.4384587782423371E-3</c:v>
                </c:pt>
                <c:pt idx="2254">
                  <c:v>6.116605901716878E-3</c:v>
                </c:pt>
                <c:pt idx="2255">
                  <c:v>6.1865716993745531E-3</c:v>
                </c:pt>
                <c:pt idx="2256">
                  <c:v>6.1278716069285777E-3</c:v>
                </c:pt>
                <c:pt idx="2257">
                  <c:v>6.0800127350200354E-3</c:v>
                </c:pt>
                <c:pt idx="2258">
                  <c:v>6.8073257303901298E-3</c:v>
                </c:pt>
                <c:pt idx="2259">
                  <c:v>7.768538804954558E-3</c:v>
                </c:pt>
                <c:pt idx="2260">
                  <c:v>8.0907214970007101E-3</c:v>
                </c:pt>
                <c:pt idx="2261">
                  <c:v>8.3917265415324373E-3</c:v>
                </c:pt>
                <c:pt idx="2262">
                  <c:v>7.6537578752638863E-3</c:v>
                </c:pt>
                <c:pt idx="2263">
                  <c:v>8.6998652039121244E-3</c:v>
                </c:pt>
                <c:pt idx="2264">
                  <c:v>8.7001249469150516E-3</c:v>
                </c:pt>
                <c:pt idx="2265">
                  <c:v>9.1678741079053265E-3</c:v>
                </c:pt>
                <c:pt idx="2266">
                  <c:v>9.5957603797900675E-3</c:v>
                </c:pt>
                <c:pt idx="2267">
                  <c:v>9.5402105791808391E-3</c:v>
                </c:pt>
                <c:pt idx="2268">
                  <c:v>9.4983923264552583E-3</c:v>
                </c:pt>
                <c:pt idx="2269">
                  <c:v>9.8054018217940894E-3</c:v>
                </c:pt>
                <c:pt idx="2270">
                  <c:v>9.9904543600613065E-3</c:v>
                </c:pt>
                <c:pt idx="2271">
                  <c:v>9.9816445078099551E-3</c:v>
                </c:pt>
                <c:pt idx="2272">
                  <c:v>9.7316368884860192E-3</c:v>
                </c:pt>
                <c:pt idx="2273">
                  <c:v>9.7089867269431508E-3</c:v>
                </c:pt>
                <c:pt idx="2274">
                  <c:v>9.6993951511583007E-3</c:v>
                </c:pt>
                <c:pt idx="2275">
                  <c:v>9.6988439974591452E-3</c:v>
                </c:pt>
                <c:pt idx="2276">
                  <c:v>9.6174416770332741E-3</c:v>
                </c:pt>
                <c:pt idx="2277">
                  <c:v>9.6268240746886589E-3</c:v>
                </c:pt>
                <c:pt idx="2278">
                  <c:v>1.031608720801965E-2</c:v>
                </c:pt>
                <c:pt idx="2279">
                  <c:v>1.0141712473096264E-2</c:v>
                </c:pt>
                <c:pt idx="2280">
                  <c:v>9.4802353680534541E-3</c:v>
                </c:pt>
                <c:pt idx="2281">
                  <c:v>9.1293341127236527E-3</c:v>
                </c:pt>
                <c:pt idx="2282">
                  <c:v>9.0143078281038885E-3</c:v>
                </c:pt>
                <c:pt idx="2283">
                  <c:v>9.4227679155914502E-3</c:v>
                </c:pt>
                <c:pt idx="2284">
                  <c:v>8.3632464796432309E-3</c:v>
                </c:pt>
                <c:pt idx="2285">
                  <c:v>8.455406269161107E-3</c:v>
                </c:pt>
                <c:pt idx="2286">
                  <c:v>8.7359999138598363E-3</c:v>
                </c:pt>
                <c:pt idx="2287">
                  <c:v>8.4122669406463714E-3</c:v>
                </c:pt>
                <c:pt idx="2288">
                  <c:v>8.4767528876580761E-3</c:v>
                </c:pt>
                <c:pt idx="2289">
                  <c:v>8.607715081180663E-3</c:v>
                </c:pt>
                <c:pt idx="2290">
                  <c:v>8.3785283036555448E-3</c:v>
                </c:pt>
                <c:pt idx="2291">
                  <c:v>8.0065250988956092E-3</c:v>
                </c:pt>
                <c:pt idx="2292">
                  <c:v>8.0449147809508528E-3</c:v>
                </c:pt>
                <c:pt idx="2293">
                  <c:v>9.0170967182850587E-3</c:v>
                </c:pt>
                <c:pt idx="2294">
                  <c:v>9.0178773192382908E-3</c:v>
                </c:pt>
                <c:pt idx="2295">
                  <c:v>1.0116679414715916E-2</c:v>
                </c:pt>
                <c:pt idx="2296">
                  <c:v>1.0358122338281562E-2</c:v>
                </c:pt>
                <c:pt idx="2297">
                  <c:v>1.1170510985057653E-2</c:v>
                </c:pt>
                <c:pt idx="2298">
                  <c:v>1.1180850987336649E-2</c:v>
                </c:pt>
                <c:pt idx="2299">
                  <c:v>1.0517385112227193E-2</c:v>
                </c:pt>
                <c:pt idx="2300">
                  <c:v>1.0352828541209263E-2</c:v>
                </c:pt>
                <c:pt idx="2301">
                  <c:v>1.0333234631253728E-2</c:v>
                </c:pt>
                <c:pt idx="2302">
                  <c:v>1.0151697071066784E-2</c:v>
                </c:pt>
                <c:pt idx="2303">
                  <c:v>1.0005942615079717E-2</c:v>
                </c:pt>
                <c:pt idx="2304">
                  <c:v>9.7361707753663377E-3</c:v>
                </c:pt>
                <c:pt idx="2305">
                  <c:v>9.5252744073751425E-3</c:v>
                </c:pt>
                <c:pt idx="2306">
                  <c:v>9.5786609736912623E-3</c:v>
                </c:pt>
                <c:pt idx="2307">
                  <c:v>9.0025310782945091E-3</c:v>
                </c:pt>
                <c:pt idx="2308">
                  <c:v>8.9811598534147649E-3</c:v>
                </c:pt>
                <c:pt idx="2309">
                  <c:v>8.9841921651367153E-3</c:v>
                </c:pt>
                <c:pt idx="2310">
                  <c:v>9.7641319996767569E-3</c:v>
                </c:pt>
                <c:pt idx="2311">
                  <c:v>9.7804134553049309E-3</c:v>
                </c:pt>
                <c:pt idx="2312">
                  <c:v>9.8243572484660036E-3</c:v>
                </c:pt>
                <c:pt idx="2313">
                  <c:v>1.0178150683496943E-2</c:v>
                </c:pt>
                <c:pt idx="2314">
                  <c:v>1.2392623989111314E-2</c:v>
                </c:pt>
                <c:pt idx="2315">
                  <c:v>1.2417898717844858E-2</c:v>
                </c:pt>
                <c:pt idx="2316">
                  <c:v>1.1763790908297196E-2</c:v>
                </c:pt>
                <c:pt idx="2317">
                  <c:v>1.1783760127146908E-2</c:v>
                </c:pt>
                <c:pt idx="2318">
                  <c:v>1.1378302707813787E-2</c:v>
                </c:pt>
                <c:pt idx="2319">
                  <c:v>1.1293999692495874E-2</c:v>
                </c:pt>
                <c:pt idx="2320">
                  <c:v>1.130833131642278E-2</c:v>
                </c:pt>
                <c:pt idx="2321">
                  <c:v>1.1282371714257822E-2</c:v>
                </c:pt>
                <c:pt idx="2322">
                  <c:v>1.1333965004125084E-2</c:v>
                </c:pt>
                <c:pt idx="2323">
                  <c:v>1.1543398023117775E-2</c:v>
                </c:pt>
                <c:pt idx="2324">
                  <c:v>1.1593556191252343E-2</c:v>
                </c:pt>
                <c:pt idx="2325">
                  <c:v>1.1542570945245766E-2</c:v>
                </c:pt>
                <c:pt idx="2326">
                  <c:v>1.1468715561763139E-2</c:v>
                </c:pt>
                <c:pt idx="2327">
                  <c:v>1.139066658068095E-2</c:v>
                </c:pt>
                <c:pt idx="2328">
                  <c:v>1.1386151015043249E-2</c:v>
                </c:pt>
                <c:pt idx="2329">
                  <c:v>1.1356285185743224E-2</c:v>
                </c:pt>
                <c:pt idx="2330">
                  <c:v>1.1536963978218993E-2</c:v>
                </c:pt>
                <c:pt idx="2331">
                  <c:v>1.0666609537698964E-2</c:v>
                </c:pt>
                <c:pt idx="2332">
                  <c:v>1.0356208148135194E-2</c:v>
                </c:pt>
                <c:pt idx="2333">
                  <c:v>1.0391142123645052E-2</c:v>
                </c:pt>
                <c:pt idx="2334">
                  <c:v>9.9471322214341948E-3</c:v>
                </c:pt>
                <c:pt idx="2335">
                  <c:v>6.9908607631852492E-3</c:v>
                </c:pt>
                <c:pt idx="2336">
                  <c:v>7.1782679764281323E-3</c:v>
                </c:pt>
                <c:pt idx="2337">
                  <c:v>6.9520688837428762E-3</c:v>
                </c:pt>
                <c:pt idx="2338">
                  <c:v>6.7470222173780011E-3</c:v>
                </c:pt>
                <c:pt idx="2339">
                  <c:v>6.8390214844252168E-3</c:v>
                </c:pt>
                <c:pt idx="2340">
                  <c:v>6.8478821203371556E-3</c:v>
                </c:pt>
                <c:pt idx="2341">
                  <c:v>7.110943274179448E-3</c:v>
                </c:pt>
                <c:pt idx="2342">
                  <c:v>7.2356644153506811E-3</c:v>
                </c:pt>
                <c:pt idx="2343">
                  <c:v>7.1399316530069536E-3</c:v>
                </c:pt>
                <c:pt idx="2344">
                  <c:v>7.8678527579785756E-3</c:v>
                </c:pt>
                <c:pt idx="2345">
                  <c:v>7.9161723931386093E-3</c:v>
                </c:pt>
                <c:pt idx="2346">
                  <c:v>7.8984879805404501E-3</c:v>
                </c:pt>
                <c:pt idx="2347">
                  <c:v>7.9172920220907037E-3</c:v>
                </c:pt>
                <c:pt idx="2348">
                  <c:v>7.9996609045381237E-3</c:v>
                </c:pt>
                <c:pt idx="2349">
                  <c:v>9.0542871458332615E-3</c:v>
                </c:pt>
                <c:pt idx="2350">
                  <c:v>8.9442254899174903E-3</c:v>
                </c:pt>
                <c:pt idx="2351">
                  <c:v>9.1524885852415361E-3</c:v>
                </c:pt>
                <c:pt idx="2352">
                  <c:v>9.2417825810838447E-3</c:v>
                </c:pt>
                <c:pt idx="2353">
                  <c:v>9.2579298471188193E-3</c:v>
                </c:pt>
                <c:pt idx="2354">
                  <c:v>9.248977276638445E-3</c:v>
                </c:pt>
                <c:pt idx="2355">
                  <c:v>9.8812112631081039E-3</c:v>
                </c:pt>
                <c:pt idx="2356">
                  <c:v>9.6607483395911246E-3</c:v>
                </c:pt>
                <c:pt idx="2357">
                  <c:v>1.0316631987947904E-2</c:v>
                </c:pt>
                <c:pt idx="2358">
                  <c:v>9.9538516714273041E-3</c:v>
                </c:pt>
                <c:pt idx="2359">
                  <c:v>9.9554856171849265E-3</c:v>
                </c:pt>
                <c:pt idx="2360">
                  <c:v>9.7616685097335777E-3</c:v>
                </c:pt>
                <c:pt idx="2361">
                  <c:v>9.7833294585845856E-3</c:v>
                </c:pt>
                <c:pt idx="2362">
                  <c:v>9.9314521732820592E-3</c:v>
                </c:pt>
                <c:pt idx="2363">
                  <c:v>9.8252193685193934E-3</c:v>
                </c:pt>
                <c:pt idx="2364">
                  <c:v>9.8214457456644085E-3</c:v>
                </c:pt>
                <c:pt idx="2365">
                  <c:v>8.7176972126003678E-3</c:v>
                </c:pt>
                <c:pt idx="2366">
                  <c:v>8.6709358549617466E-3</c:v>
                </c:pt>
                <c:pt idx="2367">
                  <c:v>8.7542474142493758E-3</c:v>
                </c:pt>
                <c:pt idx="2368">
                  <c:v>8.7778461124167571E-3</c:v>
                </c:pt>
                <c:pt idx="2369">
                  <c:v>8.6878155078264768E-3</c:v>
                </c:pt>
                <c:pt idx="2370">
                  <c:v>7.425921930080133E-3</c:v>
                </c:pt>
                <c:pt idx="2371">
                  <c:v>7.6807914976250551E-3</c:v>
                </c:pt>
                <c:pt idx="2372">
                  <c:v>7.6063408632998358E-3</c:v>
                </c:pt>
                <c:pt idx="2373">
                  <c:v>7.854498545854547E-3</c:v>
                </c:pt>
                <c:pt idx="2374">
                  <c:v>8.3407648244854075E-3</c:v>
                </c:pt>
                <c:pt idx="2375">
                  <c:v>8.3245232492130238E-3</c:v>
                </c:pt>
                <c:pt idx="2376">
                  <c:v>7.4132434371595914E-3</c:v>
                </c:pt>
                <c:pt idx="2377">
                  <c:v>7.420684853076228E-3</c:v>
                </c:pt>
                <c:pt idx="2378">
                  <c:v>6.2896014851979267E-3</c:v>
                </c:pt>
                <c:pt idx="2379">
                  <c:v>6.3295996411489291E-3</c:v>
                </c:pt>
                <c:pt idx="2380">
                  <c:v>6.6021141846315827E-3</c:v>
                </c:pt>
                <c:pt idx="2381">
                  <c:v>6.6342012546618699E-3</c:v>
                </c:pt>
                <c:pt idx="2382">
                  <c:v>6.7643379230520129E-3</c:v>
                </c:pt>
                <c:pt idx="2383">
                  <c:v>6.3212072173199638E-3</c:v>
                </c:pt>
                <c:pt idx="2384">
                  <c:v>6.3577956105564052E-3</c:v>
                </c:pt>
                <c:pt idx="2385">
                  <c:v>6.4286889149393301E-3</c:v>
                </c:pt>
                <c:pt idx="2386">
                  <c:v>7.435205807707135E-3</c:v>
                </c:pt>
                <c:pt idx="2387">
                  <c:v>7.308767607814879E-3</c:v>
                </c:pt>
                <c:pt idx="2388">
                  <c:v>7.3106564089440128E-3</c:v>
                </c:pt>
                <c:pt idx="2389">
                  <c:v>7.3657590978438436E-3</c:v>
                </c:pt>
                <c:pt idx="2390">
                  <c:v>7.3692588007767141E-3</c:v>
                </c:pt>
                <c:pt idx="2391">
                  <c:v>7.2315146536441862E-3</c:v>
                </c:pt>
                <c:pt idx="2392">
                  <c:v>6.8332171318813426E-3</c:v>
                </c:pt>
                <c:pt idx="2393">
                  <c:v>7.1149288508782996E-3</c:v>
                </c:pt>
                <c:pt idx="2394">
                  <c:v>6.8255210170226274E-3</c:v>
                </c:pt>
                <c:pt idx="2395">
                  <c:v>6.4240972641131863E-3</c:v>
                </c:pt>
                <c:pt idx="2396">
                  <c:v>6.5418096958904321E-3</c:v>
                </c:pt>
                <c:pt idx="2397">
                  <c:v>6.3897125809868009E-3</c:v>
                </c:pt>
                <c:pt idx="2398">
                  <c:v>6.4760074816962139E-3</c:v>
                </c:pt>
                <c:pt idx="2399">
                  <c:v>7.1311580216494802E-3</c:v>
                </c:pt>
                <c:pt idx="2400">
                  <c:v>8.3186828045104071E-3</c:v>
                </c:pt>
                <c:pt idx="2401">
                  <c:v>9.2935999635389271E-3</c:v>
                </c:pt>
                <c:pt idx="2402">
                  <c:v>9.6279480497057542E-3</c:v>
                </c:pt>
                <c:pt idx="2403">
                  <c:v>9.4774211866370511E-3</c:v>
                </c:pt>
                <c:pt idx="2404">
                  <c:v>9.5594231013926573E-3</c:v>
                </c:pt>
                <c:pt idx="2405">
                  <c:v>9.5986107997640246E-3</c:v>
                </c:pt>
                <c:pt idx="2406">
                  <c:v>9.7896460265615853E-3</c:v>
                </c:pt>
                <c:pt idx="2407">
                  <c:v>9.1956393814824899E-3</c:v>
                </c:pt>
                <c:pt idx="2408">
                  <c:v>9.4364040370819857E-3</c:v>
                </c:pt>
                <c:pt idx="2409">
                  <c:v>9.8343948090923172E-3</c:v>
                </c:pt>
                <c:pt idx="2410">
                  <c:v>1.0275596092053255E-2</c:v>
                </c:pt>
                <c:pt idx="2411">
                  <c:v>1.032252091381515E-2</c:v>
                </c:pt>
                <c:pt idx="2412">
                  <c:v>1.0290680219025695E-2</c:v>
                </c:pt>
                <c:pt idx="2413">
                  <c:v>1.072616426075792E-2</c:v>
                </c:pt>
                <c:pt idx="2414">
                  <c:v>1.0569271353456516E-2</c:v>
                </c:pt>
                <c:pt idx="2415">
                  <c:v>1.0565537636714643E-2</c:v>
                </c:pt>
                <c:pt idx="2416">
                  <c:v>1.1263400543441465E-2</c:v>
                </c:pt>
                <c:pt idx="2417">
                  <c:v>1.1261604821743017E-2</c:v>
                </c:pt>
                <c:pt idx="2418">
                  <c:v>1.1340415586183088E-2</c:v>
                </c:pt>
                <c:pt idx="2419">
                  <c:v>1.1306081171567148E-2</c:v>
                </c:pt>
                <c:pt idx="2420">
                  <c:v>1.1128572389980522E-2</c:v>
                </c:pt>
                <c:pt idx="2421">
                  <c:v>1.0563810651293431E-2</c:v>
                </c:pt>
                <c:pt idx="2422">
                  <c:v>9.7773568128562919E-3</c:v>
                </c:pt>
                <c:pt idx="2423">
                  <c:v>9.3908515898533645E-3</c:v>
                </c:pt>
                <c:pt idx="2424">
                  <c:v>9.3507887890311673E-3</c:v>
                </c:pt>
                <c:pt idx="2425">
                  <c:v>9.7240240414913724E-3</c:v>
                </c:pt>
                <c:pt idx="2426">
                  <c:v>9.7263379445551145E-3</c:v>
                </c:pt>
                <c:pt idx="2427">
                  <c:v>9.7400449439154716E-3</c:v>
                </c:pt>
                <c:pt idx="2428">
                  <c:v>1.0070672251378339E-2</c:v>
                </c:pt>
                <c:pt idx="2429">
                  <c:v>9.9594321049498082E-3</c:v>
                </c:pt>
                <c:pt idx="2430">
                  <c:v>1.0082454940800021E-2</c:v>
                </c:pt>
                <c:pt idx="2431">
                  <c:v>9.8621795469015002E-3</c:v>
                </c:pt>
                <c:pt idx="2432">
                  <c:v>9.9851995207281899E-3</c:v>
                </c:pt>
                <c:pt idx="2433">
                  <c:v>1.0033297110916158E-2</c:v>
                </c:pt>
                <c:pt idx="2434">
                  <c:v>9.5145136170325002E-3</c:v>
                </c:pt>
                <c:pt idx="2435">
                  <c:v>1.0831594489448221E-2</c:v>
                </c:pt>
                <c:pt idx="2436">
                  <c:v>1.0827939932960233E-2</c:v>
                </c:pt>
                <c:pt idx="2437">
                  <c:v>1.0196935935292386E-2</c:v>
                </c:pt>
                <c:pt idx="2438">
                  <c:v>1.0161597956723355E-2</c:v>
                </c:pt>
                <c:pt idx="2439">
                  <c:v>1.0058748983507353E-2</c:v>
                </c:pt>
                <c:pt idx="2440">
                  <c:v>1.0055962180003259E-2</c:v>
                </c:pt>
                <c:pt idx="2441">
                  <c:v>9.7329696183703612E-3</c:v>
                </c:pt>
                <c:pt idx="2442">
                  <c:v>9.0236574050681206E-3</c:v>
                </c:pt>
                <c:pt idx="2443">
                  <c:v>9.0226103363939807E-3</c:v>
                </c:pt>
                <c:pt idx="2444">
                  <c:v>8.8474078759299725E-3</c:v>
                </c:pt>
                <c:pt idx="2445">
                  <c:v>8.6675716955045921E-3</c:v>
                </c:pt>
                <c:pt idx="2446">
                  <c:v>7.9456247489179017E-3</c:v>
                </c:pt>
                <c:pt idx="2447">
                  <c:v>8.1590735542506378E-3</c:v>
                </c:pt>
                <c:pt idx="2448">
                  <c:v>8.0885842303301814E-3</c:v>
                </c:pt>
                <c:pt idx="2449">
                  <c:v>8.5722335250952141E-3</c:v>
                </c:pt>
                <c:pt idx="2450">
                  <c:v>8.8589891789361622E-3</c:v>
                </c:pt>
                <c:pt idx="2451">
                  <c:v>8.6502686836483142E-3</c:v>
                </c:pt>
                <c:pt idx="2452">
                  <c:v>8.4372317843948094E-3</c:v>
                </c:pt>
                <c:pt idx="2453">
                  <c:v>8.169769521604137E-3</c:v>
                </c:pt>
                <c:pt idx="2454">
                  <c:v>8.3308324695362743E-3</c:v>
                </c:pt>
                <c:pt idx="2455">
                  <c:v>8.3198900236497886E-3</c:v>
                </c:pt>
                <c:pt idx="2456">
                  <c:v>6.9882580222430683E-3</c:v>
                </c:pt>
                <c:pt idx="2457">
                  <c:v>6.8033260536997471E-3</c:v>
                </c:pt>
                <c:pt idx="2458">
                  <c:v>6.7933723997578559E-3</c:v>
                </c:pt>
                <c:pt idx="2459">
                  <c:v>7.4824668154473157E-3</c:v>
                </c:pt>
                <c:pt idx="2460">
                  <c:v>7.792103117855052E-3</c:v>
                </c:pt>
                <c:pt idx="2461">
                  <c:v>7.8554329810175873E-3</c:v>
                </c:pt>
                <c:pt idx="2462">
                  <c:v>8.0698022151226619E-3</c:v>
                </c:pt>
                <c:pt idx="2463">
                  <c:v>8.232181187283168E-3</c:v>
                </c:pt>
                <c:pt idx="2464">
                  <c:v>9.5941332890069064E-3</c:v>
                </c:pt>
                <c:pt idx="2465">
                  <c:v>1.0671060388692788E-2</c:v>
                </c:pt>
                <c:pt idx="2466">
                  <c:v>1.1098529174495299E-2</c:v>
                </c:pt>
                <c:pt idx="2467">
                  <c:v>1.1283943507063203E-2</c:v>
                </c:pt>
                <c:pt idx="2468">
                  <c:v>1.1164824435394006E-2</c:v>
                </c:pt>
                <c:pt idx="2469">
                  <c:v>1.0999726457363034E-2</c:v>
                </c:pt>
                <c:pt idx="2470">
                  <c:v>1.0336349214086996E-2</c:v>
                </c:pt>
                <c:pt idx="2471">
                  <c:v>1.0566994478801453E-2</c:v>
                </c:pt>
                <c:pt idx="2472">
                  <c:v>1.0679023091006315E-2</c:v>
                </c:pt>
                <c:pt idx="2473">
                  <c:v>1.1175909932890192E-2</c:v>
                </c:pt>
                <c:pt idx="2474">
                  <c:v>1.190926533339551E-2</c:v>
                </c:pt>
                <c:pt idx="2475">
                  <c:v>1.2568768920615233E-2</c:v>
                </c:pt>
                <c:pt idx="2476">
                  <c:v>1.2854835031987174E-2</c:v>
                </c:pt>
                <c:pt idx="2477">
                  <c:v>1.3536451551482656E-2</c:v>
                </c:pt>
                <c:pt idx="2478">
                  <c:v>1.3957973393371986E-2</c:v>
                </c:pt>
                <c:pt idx="2479">
                  <c:v>1.3882727582358683E-2</c:v>
                </c:pt>
                <c:pt idx="2480">
                  <c:v>1.3764572971467751E-2</c:v>
                </c:pt>
                <c:pt idx="2481">
                  <c:v>1.3775957043105382E-2</c:v>
                </c:pt>
                <c:pt idx="2482">
                  <c:v>1.4361228722710204E-2</c:v>
                </c:pt>
                <c:pt idx="2483">
                  <c:v>1.4421084931197044E-2</c:v>
                </c:pt>
                <c:pt idx="2484">
                  <c:v>1.4514058857447498E-2</c:v>
                </c:pt>
                <c:pt idx="2485">
                  <c:v>1.3828086903432103E-2</c:v>
                </c:pt>
                <c:pt idx="2486">
                  <c:v>1.3636300631748588E-2</c:v>
                </c:pt>
                <c:pt idx="2487">
                  <c:v>1.3819636229434676E-2</c:v>
                </c:pt>
                <c:pt idx="2488">
                  <c:v>1.3705539124451244E-2</c:v>
                </c:pt>
                <c:pt idx="2489">
                  <c:v>1.4097315029790201E-2</c:v>
                </c:pt>
                <c:pt idx="2490">
                  <c:v>1.5202748470976904E-2</c:v>
                </c:pt>
                <c:pt idx="2491">
                  <c:v>1.5475872532659847E-2</c:v>
                </c:pt>
                <c:pt idx="2492">
                  <c:v>1.5279333326950266E-2</c:v>
                </c:pt>
                <c:pt idx="2493">
                  <c:v>1.5179209416373653E-2</c:v>
                </c:pt>
                <c:pt idx="2494">
                  <c:v>1.4701187805521432E-2</c:v>
                </c:pt>
                <c:pt idx="2495">
                  <c:v>1.4595963568210685E-2</c:v>
                </c:pt>
                <c:pt idx="2496">
                  <c:v>1.3595685157385778E-2</c:v>
                </c:pt>
                <c:pt idx="2497">
                  <c:v>1.275582713989303E-2</c:v>
                </c:pt>
                <c:pt idx="2498">
                  <c:v>1.2002203424583814E-2</c:v>
                </c:pt>
                <c:pt idx="2499">
                  <c:v>1.20885424831458E-2</c:v>
                </c:pt>
                <c:pt idx="2500">
                  <c:v>1.2146351633422146E-2</c:v>
                </c:pt>
                <c:pt idx="2501">
                  <c:v>1.2143005997936471E-2</c:v>
                </c:pt>
                <c:pt idx="2502">
                  <c:v>1.2794082149625191E-2</c:v>
                </c:pt>
                <c:pt idx="2503">
                  <c:v>1.2593324466768498E-2</c:v>
                </c:pt>
                <c:pt idx="2504">
                  <c:v>1.2423024858634602E-2</c:v>
                </c:pt>
                <c:pt idx="2505">
                  <c:v>1.2231740507011632E-2</c:v>
                </c:pt>
                <c:pt idx="2506">
                  <c:v>1.2250800059113599E-2</c:v>
                </c:pt>
                <c:pt idx="2507">
                  <c:v>1.1889581935876008E-2</c:v>
                </c:pt>
                <c:pt idx="2508">
                  <c:v>1.1274881501574421E-2</c:v>
                </c:pt>
                <c:pt idx="2509">
                  <c:v>1.1868769174144747E-2</c:v>
                </c:pt>
                <c:pt idx="2510">
                  <c:v>1.2053869596475817E-2</c:v>
                </c:pt>
                <c:pt idx="2511">
                  <c:v>1.0258604513028183E-2</c:v>
                </c:pt>
                <c:pt idx="2512">
                  <c:v>1.0083089137029806E-2</c:v>
                </c:pt>
                <c:pt idx="2513">
                  <c:v>1.0359869562047109E-2</c:v>
                </c:pt>
                <c:pt idx="2514">
                  <c:v>1.0222149040116037E-2</c:v>
                </c:pt>
                <c:pt idx="2515">
                  <c:v>1.0564826877580783E-2</c:v>
                </c:pt>
                <c:pt idx="2516">
                  <c:v>9.7199650007335596E-3</c:v>
                </c:pt>
                <c:pt idx="2517">
                  <c:v>9.8075452416473401E-3</c:v>
                </c:pt>
              </c:numCache>
            </c:numRef>
          </c:val>
          <c:smooth val="0"/>
          <c:extLst>
            <c:ext xmlns:c16="http://schemas.microsoft.com/office/drawing/2014/chart" uri="{C3380CC4-5D6E-409C-BE32-E72D297353CC}">
              <c16:uniqueId val="{00000002-3DC3-EB4D-B486-250D242CA728}"/>
            </c:ext>
          </c:extLst>
        </c:ser>
        <c:ser>
          <c:idx val="3"/>
          <c:order val="3"/>
          <c:tx>
            <c:strRef>
              <c:f>'Volatility Analysis'!$CK$5:$CK$26</c:f>
              <c:strCache>
                <c:ptCount val="22"/>
                <c:pt idx="0">
                  <c:v>NIFTY FMCG</c:v>
                </c:pt>
              </c:strCache>
            </c:strRef>
          </c:tx>
          <c:spPr>
            <a:ln w="12700" cap="rnd">
              <a:solidFill>
                <a:srgbClr val="002060"/>
              </a:solidFill>
              <a:round/>
            </a:ln>
            <a:effectLst>
              <a:outerShdw blurRad="50800" dist="38100" dir="2700000" algn="tl" rotWithShape="0">
                <a:prstClr val="black">
                  <a:alpha val="40000"/>
                </a:prstClr>
              </a:outerShdw>
            </a:effectLst>
          </c:spPr>
          <c:marker>
            <c:symbol val="none"/>
          </c:marker>
          <c:cat>
            <c:numRef>
              <c:f>'Volatility Analysis'!$CG$27:$CG$2544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'Volatility Analysis'!$CK$27:$CK$2544</c:f>
              <c:numCache>
                <c:formatCode>0.00%</c:formatCode>
                <c:ptCount val="2518"/>
                <c:pt idx="0">
                  <c:v>1.0873935929077691E-2</c:v>
                </c:pt>
                <c:pt idx="1">
                  <c:v>1.1312907033627176E-2</c:v>
                </c:pt>
                <c:pt idx="2">
                  <c:v>1.1448924640714311E-2</c:v>
                </c:pt>
                <c:pt idx="3">
                  <c:v>1.1502601049183181E-2</c:v>
                </c:pt>
                <c:pt idx="4">
                  <c:v>1.0759570212041637E-2</c:v>
                </c:pt>
                <c:pt idx="5">
                  <c:v>1.0799049283329266E-2</c:v>
                </c:pt>
                <c:pt idx="6">
                  <c:v>1.0685218350514667E-2</c:v>
                </c:pt>
                <c:pt idx="7">
                  <c:v>1.0691952643490583E-2</c:v>
                </c:pt>
                <c:pt idx="8">
                  <c:v>1.0586452568375667E-2</c:v>
                </c:pt>
                <c:pt idx="9">
                  <c:v>1.0591114182507303E-2</c:v>
                </c:pt>
                <c:pt idx="10">
                  <c:v>1.1016769997413443E-2</c:v>
                </c:pt>
                <c:pt idx="11">
                  <c:v>1.1193304984791241E-2</c:v>
                </c:pt>
                <c:pt idx="12">
                  <c:v>1.1161848020010089E-2</c:v>
                </c:pt>
                <c:pt idx="13">
                  <c:v>1.1030576000107926E-2</c:v>
                </c:pt>
                <c:pt idx="14">
                  <c:v>1.0569337179387208E-2</c:v>
                </c:pt>
                <c:pt idx="15">
                  <c:v>9.8041128049046571E-3</c:v>
                </c:pt>
                <c:pt idx="16">
                  <c:v>1.0129189141390974E-2</c:v>
                </c:pt>
                <c:pt idx="17">
                  <c:v>1.0130251396609048E-2</c:v>
                </c:pt>
                <c:pt idx="18">
                  <c:v>1.0361295534710055E-2</c:v>
                </c:pt>
                <c:pt idx="19">
                  <c:v>1.0378700157228188E-2</c:v>
                </c:pt>
                <c:pt idx="20">
                  <c:v>1.4155820638232664E-2</c:v>
                </c:pt>
                <c:pt idx="21">
                  <c:v>1.4853376801477351E-2</c:v>
                </c:pt>
                <c:pt idx="22">
                  <c:v>1.4488508939626041E-2</c:v>
                </c:pt>
                <c:pt idx="23">
                  <c:v>1.4325358472451383E-2</c:v>
                </c:pt>
                <c:pt idx="24">
                  <c:v>1.4600044228141283E-2</c:v>
                </c:pt>
                <c:pt idx="25">
                  <c:v>1.4617868981846289E-2</c:v>
                </c:pt>
                <c:pt idx="26">
                  <c:v>1.4483315158260459E-2</c:v>
                </c:pt>
                <c:pt idx="27">
                  <c:v>1.4192703615672819E-2</c:v>
                </c:pt>
                <c:pt idx="28">
                  <c:v>1.4611444672581426E-2</c:v>
                </c:pt>
                <c:pt idx="29">
                  <c:v>1.5137165042635027E-2</c:v>
                </c:pt>
                <c:pt idx="30">
                  <c:v>1.5306723571587688E-2</c:v>
                </c:pt>
                <c:pt idx="31">
                  <c:v>1.5029339830506264E-2</c:v>
                </c:pt>
                <c:pt idx="32">
                  <c:v>1.433736483898578E-2</c:v>
                </c:pt>
                <c:pt idx="33">
                  <c:v>1.4106126544528865E-2</c:v>
                </c:pt>
                <c:pt idx="34">
                  <c:v>1.4561406053243051E-2</c:v>
                </c:pt>
                <c:pt idx="35">
                  <c:v>1.4353049612725176E-2</c:v>
                </c:pt>
                <c:pt idx="36">
                  <c:v>1.4282928372048765E-2</c:v>
                </c:pt>
                <c:pt idx="37">
                  <c:v>1.3637946184899288E-2</c:v>
                </c:pt>
                <c:pt idx="38">
                  <c:v>1.3627709235299918E-2</c:v>
                </c:pt>
                <c:pt idx="39">
                  <c:v>1.3614963505649664E-2</c:v>
                </c:pt>
                <c:pt idx="40">
                  <c:v>1.46138381262087E-2</c:v>
                </c:pt>
                <c:pt idx="41">
                  <c:v>1.1626348242042317E-2</c:v>
                </c:pt>
                <c:pt idx="42">
                  <c:v>1.1302819366261855E-2</c:v>
                </c:pt>
                <c:pt idx="43">
                  <c:v>1.246691884824718E-2</c:v>
                </c:pt>
                <c:pt idx="44">
                  <c:v>1.2527598676958853E-2</c:v>
                </c:pt>
                <c:pt idx="45">
                  <c:v>1.2698174173982425E-2</c:v>
                </c:pt>
                <c:pt idx="46">
                  <c:v>1.2620179186082672E-2</c:v>
                </c:pt>
                <c:pt idx="47">
                  <c:v>1.2578790058269174E-2</c:v>
                </c:pt>
                <c:pt idx="48">
                  <c:v>1.2775559455732549E-2</c:v>
                </c:pt>
                <c:pt idx="49">
                  <c:v>1.2352372442504211E-2</c:v>
                </c:pt>
                <c:pt idx="50">
                  <c:v>1.1559920816140351E-2</c:v>
                </c:pt>
                <c:pt idx="51">
                  <c:v>1.1180360580215638E-2</c:v>
                </c:pt>
                <c:pt idx="52">
                  <c:v>1.2685080603471939E-2</c:v>
                </c:pt>
                <c:pt idx="53">
                  <c:v>1.2842233239557275E-2</c:v>
                </c:pt>
                <c:pt idx="54">
                  <c:v>1.2804110995956568E-2</c:v>
                </c:pt>
                <c:pt idx="55">
                  <c:v>1.1834632204513499E-2</c:v>
                </c:pt>
                <c:pt idx="56">
                  <c:v>1.1843708450844351E-2</c:v>
                </c:pt>
                <c:pt idx="57">
                  <c:v>1.2536404221737393E-2</c:v>
                </c:pt>
                <c:pt idx="58">
                  <c:v>1.2730031123607691E-2</c:v>
                </c:pt>
                <c:pt idx="59">
                  <c:v>1.2892423693038609E-2</c:v>
                </c:pt>
                <c:pt idx="60">
                  <c:v>1.2970305351271371E-2</c:v>
                </c:pt>
                <c:pt idx="61">
                  <c:v>1.3088662787973186E-2</c:v>
                </c:pt>
                <c:pt idx="62">
                  <c:v>1.3099667953061564E-2</c:v>
                </c:pt>
                <c:pt idx="63">
                  <c:v>1.3730480938106767E-2</c:v>
                </c:pt>
                <c:pt idx="64">
                  <c:v>1.2588925293160988E-2</c:v>
                </c:pt>
                <c:pt idx="65">
                  <c:v>1.3086773660797045E-2</c:v>
                </c:pt>
                <c:pt idx="66">
                  <c:v>1.2440700515586768E-2</c:v>
                </c:pt>
                <c:pt idx="67">
                  <c:v>1.2476021941023655E-2</c:v>
                </c:pt>
                <c:pt idx="68">
                  <c:v>1.2773116548132742E-2</c:v>
                </c:pt>
                <c:pt idx="69">
                  <c:v>1.2383683838527317E-2</c:v>
                </c:pt>
                <c:pt idx="70">
                  <c:v>1.260165525106958E-2</c:v>
                </c:pt>
                <c:pt idx="71">
                  <c:v>1.3137226115424377E-2</c:v>
                </c:pt>
                <c:pt idx="72">
                  <c:v>1.3132204436127851E-2</c:v>
                </c:pt>
                <c:pt idx="73">
                  <c:v>1.1655789304636477E-2</c:v>
                </c:pt>
                <c:pt idx="74">
                  <c:v>1.1522465748836547E-2</c:v>
                </c:pt>
                <c:pt idx="75">
                  <c:v>1.150900878687317E-2</c:v>
                </c:pt>
                <c:pt idx="76">
                  <c:v>1.2237465353520997E-2</c:v>
                </c:pt>
                <c:pt idx="77">
                  <c:v>1.2179370518795384E-2</c:v>
                </c:pt>
                <c:pt idx="78">
                  <c:v>1.1749256937379545E-2</c:v>
                </c:pt>
                <c:pt idx="79">
                  <c:v>1.1620522491636314E-2</c:v>
                </c:pt>
                <c:pt idx="80">
                  <c:v>1.1367024916997806E-2</c:v>
                </c:pt>
                <c:pt idx="81">
                  <c:v>1.135031160676964E-2</c:v>
                </c:pt>
                <c:pt idx="82">
                  <c:v>1.2953792250074049E-2</c:v>
                </c:pt>
                <c:pt idx="83">
                  <c:v>1.4373919114775032E-2</c:v>
                </c:pt>
                <c:pt idx="84">
                  <c:v>1.3491644981418489E-2</c:v>
                </c:pt>
                <c:pt idx="85">
                  <c:v>1.3683614335452812E-2</c:v>
                </c:pt>
                <c:pt idx="86">
                  <c:v>1.3241821636542627E-2</c:v>
                </c:pt>
                <c:pt idx="87">
                  <c:v>1.3264060473948687E-2</c:v>
                </c:pt>
                <c:pt idx="88">
                  <c:v>1.3156081034569332E-2</c:v>
                </c:pt>
                <c:pt idx="89">
                  <c:v>1.294757045692306E-2</c:v>
                </c:pt>
                <c:pt idx="90">
                  <c:v>1.2941926180830463E-2</c:v>
                </c:pt>
                <c:pt idx="91">
                  <c:v>1.2844899045286932E-2</c:v>
                </c:pt>
                <c:pt idx="92">
                  <c:v>1.2259680014285734E-2</c:v>
                </c:pt>
                <c:pt idx="93">
                  <c:v>1.2920955920948681E-2</c:v>
                </c:pt>
                <c:pt idx="94">
                  <c:v>1.2919856151879476E-2</c:v>
                </c:pt>
                <c:pt idx="95">
                  <c:v>1.2945912095073314E-2</c:v>
                </c:pt>
                <c:pt idx="96">
                  <c:v>1.3442309879733522E-2</c:v>
                </c:pt>
                <c:pt idx="97">
                  <c:v>1.2775716932648075E-2</c:v>
                </c:pt>
                <c:pt idx="98">
                  <c:v>1.2787193112677822E-2</c:v>
                </c:pt>
                <c:pt idx="99">
                  <c:v>1.2766752353275424E-2</c:v>
                </c:pt>
                <c:pt idx="100">
                  <c:v>1.2764285563456211E-2</c:v>
                </c:pt>
                <c:pt idx="101">
                  <c:v>1.2445790446192819E-2</c:v>
                </c:pt>
                <c:pt idx="102">
                  <c:v>1.2888081185398373E-2</c:v>
                </c:pt>
                <c:pt idx="103">
                  <c:v>1.0510258809437392E-2</c:v>
                </c:pt>
                <c:pt idx="104">
                  <c:v>7.8994849243334379E-3</c:v>
                </c:pt>
                <c:pt idx="105">
                  <c:v>7.8040467950895179E-3</c:v>
                </c:pt>
                <c:pt idx="106">
                  <c:v>7.6814511487269021E-3</c:v>
                </c:pt>
                <c:pt idx="107">
                  <c:v>7.2153534925925586E-3</c:v>
                </c:pt>
                <c:pt idx="108">
                  <c:v>7.5960439899669949E-3</c:v>
                </c:pt>
                <c:pt idx="109">
                  <c:v>7.8853321395396699E-3</c:v>
                </c:pt>
                <c:pt idx="110">
                  <c:v>7.7020982386214734E-3</c:v>
                </c:pt>
                <c:pt idx="111">
                  <c:v>7.9736937554075182E-3</c:v>
                </c:pt>
                <c:pt idx="112">
                  <c:v>7.966662767270297E-3</c:v>
                </c:pt>
                <c:pt idx="113">
                  <c:v>7.9526314068068364E-3</c:v>
                </c:pt>
                <c:pt idx="114">
                  <c:v>7.5897631687725405E-3</c:v>
                </c:pt>
                <c:pt idx="115">
                  <c:v>7.5938555393317893E-3</c:v>
                </c:pt>
                <c:pt idx="116">
                  <c:v>7.7037155194257653E-3</c:v>
                </c:pt>
                <c:pt idx="117">
                  <c:v>8.3422631183419308E-3</c:v>
                </c:pt>
                <c:pt idx="118">
                  <c:v>8.4621204267080301E-3</c:v>
                </c:pt>
                <c:pt idx="119">
                  <c:v>8.4392157835163316E-3</c:v>
                </c:pt>
                <c:pt idx="120">
                  <c:v>8.3528307313162162E-3</c:v>
                </c:pt>
                <c:pt idx="121">
                  <c:v>8.5198973395261956E-3</c:v>
                </c:pt>
                <c:pt idx="122">
                  <c:v>8.5109308368366172E-3</c:v>
                </c:pt>
                <c:pt idx="123">
                  <c:v>7.5265145695247813E-3</c:v>
                </c:pt>
                <c:pt idx="124">
                  <c:v>9.7730374467383859E-3</c:v>
                </c:pt>
                <c:pt idx="125">
                  <c:v>1.0471351165244435E-2</c:v>
                </c:pt>
                <c:pt idx="126">
                  <c:v>1.0452158053727555E-2</c:v>
                </c:pt>
                <c:pt idx="127">
                  <c:v>1.0449760781628285E-2</c:v>
                </c:pt>
                <c:pt idx="128">
                  <c:v>1.0592494659276313E-2</c:v>
                </c:pt>
                <c:pt idx="129">
                  <c:v>1.04734236296345E-2</c:v>
                </c:pt>
                <c:pt idx="130">
                  <c:v>1.0325914767435006E-2</c:v>
                </c:pt>
                <c:pt idx="131">
                  <c:v>1.0250683397505581E-2</c:v>
                </c:pt>
                <c:pt idx="132">
                  <c:v>1.0123626664466191E-2</c:v>
                </c:pt>
                <c:pt idx="133">
                  <c:v>1.0804916043585888E-2</c:v>
                </c:pt>
                <c:pt idx="134">
                  <c:v>1.0805769719840095E-2</c:v>
                </c:pt>
                <c:pt idx="135">
                  <c:v>1.0620890230590187E-2</c:v>
                </c:pt>
                <c:pt idx="136">
                  <c:v>1.0515619792270271E-2</c:v>
                </c:pt>
                <c:pt idx="137">
                  <c:v>1.0503486981375602E-2</c:v>
                </c:pt>
                <c:pt idx="138">
                  <c:v>9.7168419282530477E-3</c:v>
                </c:pt>
                <c:pt idx="139">
                  <c:v>1.0123318958309176E-2</c:v>
                </c:pt>
                <c:pt idx="140">
                  <c:v>1.0116034988908366E-2</c:v>
                </c:pt>
                <c:pt idx="141">
                  <c:v>1.4484936508664227E-2</c:v>
                </c:pt>
                <c:pt idx="142">
                  <c:v>1.4502325372497364E-2</c:v>
                </c:pt>
                <c:pt idx="143">
                  <c:v>1.4619856126774595E-2</c:v>
                </c:pt>
                <c:pt idx="144">
                  <c:v>1.5244898162119384E-2</c:v>
                </c:pt>
                <c:pt idx="145">
                  <c:v>1.3864684914474162E-2</c:v>
                </c:pt>
                <c:pt idx="146">
                  <c:v>1.3159694870632649E-2</c:v>
                </c:pt>
                <c:pt idx="147">
                  <c:v>1.3525630272707822E-2</c:v>
                </c:pt>
                <c:pt idx="148">
                  <c:v>1.3623582840901574E-2</c:v>
                </c:pt>
                <c:pt idx="149">
                  <c:v>1.3409154327437479E-2</c:v>
                </c:pt>
                <c:pt idx="150">
                  <c:v>1.3501535391005794E-2</c:v>
                </c:pt>
                <c:pt idx="151">
                  <c:v>1.3799653415306687E-2</c:v>
                </c:pt>
                <c:pt idx="152">
                  <c:v>1.3854213402560997E-2</c:v>
                </c:pt>
                <c:pt idx="153">
                  <c:v>1.4032920842340382E-2</c:v>
                </c:pt>
                <c:pt idx="154">
                  <c:v>1.3724235186362892E-2</c:v>
                </c:pt>
                <c:pt idx="155">
                  <c:v>1.3828684980256828E-2</c:v>
                </c:pt>
                <c:pt idx="156">
                  <c:v>1.3844039165324548E-2</c:v>
                </c:pt>
                <c:pt idx="157">
                  <c:v>1.4067345453458304E-2</c:v>
                </c:pt>
                <c:pt idx="158">
                  <c:v>1.4090150289420162E-2</c:v>
                </c:pt>
                <c:pt idx="159">
                  <c:v>1.4246396639325384E-2</c:v>
                </c:pt>
                <c:pt idx="160">
                  <c:v>1.3717317927070045E-2</c:v>
                </c:pt>
                <c:pt idx="161">
                  <c:v>1.3702965843520184E-2</c:v>
                </c:pt>
                <c:pt idx="162">
                  <c:v>9.6146306419388084E-3</c:v>
                </c:pt>
                <c:pt idx="163">
                  <c:v>9.887130101806323E-3</c:v>
                </c:pt>
                <c:pt idx="164">
                  <c:v>9.7243835040348985E-3</c:v>
                </c:pt>
                <c:pt idx="165">
                  <c:v>8.4499255734346128E-3</c:v>
                </c:pt>
                <c:pt idx="166">
                  <c:v>1.0169682900226337E-2</c:v>
                </c:pt>
                <c:pt idx="167">
                  <c:v>1.0165633108708175E-2</c:v>
                </c:pt>
                <c:pt idx="168">
                  <c:v>9.4876398354362974E-3</c:v>
                </c:pt>
                <c:pt idx="169">
                  <c:v>1.0910619850271402E-2</c:v>
                </c:pt>
                <c:pt idx="170">
                  <c:v>1.0914298271551319E-2</c:v>
                </c:pt>
                <c:pt idx="171">
                  <c:v>1.1031068331587086E-2</c:v>
                </c:pt>
                <c:pt idx="172">
                  <c:v>1.0235478066680577E-2</c:v>
                </c:pt>
                <c:pt idx="173">
                  <c:v>1.0175789151760584E-2</c:v>
                </c:pt>
                <c:pt idx="174">
                  <c:v>1.0138829195314466E-2</c:v>
                </c:pt>
                <c:pt idx="175">
                  <c:v>1.0165324194209555E-2</c:v>
                </c:pt>
                <c:pt idx="176">
                  <c:v>1.017537055911946E-2</c:v>
                </c:pt>
                <c:pt idx="177">
                  <c:v>1.0206568712008503E-2</c:v>
                </c:pt>
                <c:pt idx="178">
                  <c:v>1.0197884768663746E-2</c:v>
                </c:pt>
                <c:pt idx="179">
                  <c:v>1.0283167620162171E-2</c:v>
                </c:pt>
                <c:pt idx="180">
                  <c:v>9.8235109950820989E-3</c:v>
                </c:pt>
                <c:pt idx="181">
                  <c:v>9.8736405896711898E-3</c:v>
                </c:pt>
                <c:pt idx="182">
                  <c:v>9.5017128950859696E-3</c:v>
                </c:pt>
                <c:pt idx="183">
                  <c:v>9.5184815491778929E-3</c:v>
                </c:pt>
                <c:pt idx="184">
                  <c:v>9.3600704795695003E-3</c:v>
                </c:pt>
                <c:pt idx="185">
                  <c:v>9.7619926449730599E-3</c:v>
                </c:pt>
                <c:pt idx="186">
                  <c:v>1.1556966968675563E-2</c:v>
                </c:pt>
                <c:pt idx="187">
                  <c:v>1.0308766557163857E-2</c:v>
                </c:pt>
                <c:pt idx="188">
                  <c:v>1.0303933884327016E-2</c:v>
                </c:pt>
                <c:pt idx="189">
                  <c:v>1.0202022985312554E-2</c:v>
                </c:pt>
                <c:pt idx="190">
                  <c:v>8.3837959309829204E-3</c:v>
                </c:pt>
                <c:pt idx="191">
                  <c:v>8.3442127992351487E-3</c:v>
                </c:pt>
                <c:pt idx="192">
                  <c:v>8.3074645379554949E-3</c:v>
                </c:pt>
                <c:pt idx="193">
                  <c:v>8.7949042790821247E-3</c:v>
                </c:pt>
                <c:pt idx="194">
                  <c:v>8.6171409807679102E-3</c:v>
                </c:pt>
                <c:pt idx="195">
                  <c:v>9.2460347382783692E-3</c:v>
                </c:pt>
                <c:pt idx="196">
                  <c:v>9.3260943673157889E-3</c:v>
                </c:pt>
                <c:pt idx="197">
                  <c:v>1.0721035433988673E-2</c:v>
                </c:pt>
                <c:pt idx="198">
                  <c:v>1.0733307216361291E-2</c:v>
                </c:pt>
                <c:pt idx="199">
                  <c:v>1.0831036080569307E-2</c:v>
                </c:pt>
                <c:pt idx="200">
                  <c:v>1.0997286905806515E-2</c:v>
                </c:pt>
                <c:pt idx="201">
                  <c:v>1.1396509389163064E-2</c:v>
                </c:pt>
                <c:pt idx="202">
                  <c:v>1.0868794707284333E-2</c:v>
                </c:pt>
                <c:pt idx="203">
                  <c:v>1.113895805399983E-2</c:v>
                </c:pt>
                <c:pt idx="204">
                  <c:v>1.1157310372397105E-2</c:v>
                </c:pt>
                <c:pt idx="205">
                  <c:v>1.1244859634318522E-2</c:v>
                </c:pt>
                <c:pt idx="206">
                  <c:v>1.1490691527026914E-2</c:v>
                </c:pt>
                <c:pt idx="207">
                  <c:v>9.9646679342140828E-3</c:v>
                </c:pt>
                <c:pt idx="208">
                  <c:v>1.0572284714629546E-2</c:v>
                </c:pt>
                <c:pt idx="209">
                  <c:v>1.0951239151866512E-2</c:v>
                </c:pt>
                <c:pt idx="210">
                  <c:v>1.2433399595608919E-2</c:v>
                </c:pt>
                <c:pt idx="211">
                  <c:v>1.2433171307433953E-2</c:v>
                </c:pt>
                <c:pt idx="212">
                  <c:v>1.2419829445236771E-2</c:v>
                </c:pt>
                <c:pt idx="213">
                  <c:v>1.2264725583571232E-2</c:v>
                </c:pt>
                <c:pt idx="214">
                  <c:v>1.1972993466741581E-2</c:v>
                </c:pt>
                <c:pt idx="215">
                  <c:v>1.202292629683663E-2</c:v>
                </c:pt>
                <c:pt idx="216">
                  <c:v>1.1876441298352615E-2</c:v>
                </c:pt>
                <c:pt idx="217">
                  <c:v>1.1947704642715088E-2</c:v>
                </c:pt>
                <c:pt idx="218">
                  <c:v>1.0730912331081104E-2</c:v>
                </c:pt>
                <c:pt idx="219">
                  <c:v>1.0785989396875353E-2</c:v>
                </c:pt>
                <c:pt idx="220">
                  <c:v>1.1122604885512472E-2</c:v>
                </c:pt>
                <c:pt idx="221">
                  <c:v>1.1210061580136819E-2</c:v>
                </c:pt>
                <c:pt idx="222">
                  <c:v>1.0876112129668058E-2</c:v>
                </c:pt>
                <c:pt idx="223">
                  <c:v>1.091039591644931E-2</c:v>
                </c:pt>
                <c:pt idx="224">
                  <c:v>1.0735006109684472E-2</c:v>
                </c:pt>
                <c:pt idx="225">
                  <c:v>1.0750229738137227E-2</c:v>
                </c:pt>
                <c:pt idx="226">
                  <c:v>1.0637918943227602E-2</c:v>
                </c:pt>
                <c:pt idx="227">
                  <c:v>1.0243651021604057E-2</c:v>
                </c:pt>
                <c:pt idx="228">
                  <c:v>1.0154578461182942E-2</c:v>
                </c:pt>
                <c:pt idx="229">
                  <c:v>9.6554858217978504E-3</c:v>
                </c:pt>
                <c:pt idx="230">
                  <c:v>9.2561124638977626E-3</c:v>
                </c:pt>
                <c:pt idx="231">
                  <c:v>7.9666630021389961E-3</c:v>
                </c:pt>
                <c:pt idx="232">
                  <c:v>9.319870696978521E-3</c:v>
                </c:pt>
                <c:pt idx="233">
                  <c:v>9.3719085283611517E-3</c:v>
                </c:pt>
                <c:pt idx="234">
                  <c:v>9.1328395894121686E-3</c:v>
                </c:pt>
                <c:pt idx="235">
                  <c:v>9.1357954098762271E-3</c:v>
                </c:pt>
                <c:pt idx="236">
                  <c:v>9.1366519167580939E-3</c:v>
                </c:pt>
                <c:pt idx="237">
                  <c:v>8.6560059641459033E-3</c:v>
                </c:pt>
                <c:pt idx="238">
                  <c:v>9.2829690720754362E-3</c:v>
                </c:pt>
                <c:pt idx="239">
                  <c:v>9.0553316740366614E-3</c:v>
                </c:pt>
                <c:pt idx="240">
                  <c:v>9.044648967407129E-3</c:v>
                </c:pt>
                <c:pt idx="241">
                  <c:v>8.4632750963762882E-3</c:v>
                </c:pt>
                <c:pt idx="242">
                  <c:v>8.6972217984005191E-3</c:v>
                </c:pt>
                <c:pt idx="243">
                  <c:v>8.7306494218348674E-3</c:v>
                </c:pt>
                <c:pt idx="244">
                  <c:v>8.6291814404573283E-3</c:v>
                </c:pt>
                <c:pt idx="245">
                  <c:v>8.4828420969739887E-3</c:v>
                </c:pt>
                <c:pt idx="246">
                  <c:v>9.6066121870518571E-3</c:v>
                </c:pt>
                <c:pt idx="247">
                  <c:v>1.0137444130447452E-2</c:v>
                </c:pt>
                <c:pt idx="248">
                  <c:v>1.0214069596943456E-2</c:v>
                </c:pt>
                <c:pt idx="249">
                  <c:v>1.0219426398988865E-2</c:v>
                </c:pt>
                <c:pt idx="250">
                  <c:v>1.0221571407700088E-2</c:v>
                </c:pt>
                <c:pt idx="251">
                  <c:v>1.0298919032825376E-2</c:v>
                </c:pt>
                <c:pt idx="252">
                  <c:v>9.9090741848990322E-3</c:v>
                </c:pt>
                <c:pt idx="253">
                  <c:v>9.2312691101943834E-3</c:v>
                </c:pt>
                <c:pt idx="254">
                  <c:v>9.3541556561058271E-3</c:v>
                </c:pt>
                <c:pt idx="255">
                  <c:v>9.6317729224276519E-3</c:v>
                </c:pt>
                <c:pt idx="256">
                  <c:v>1.1474106445598903E-2</c:v>
                </c:pt>
                <c:pt idx="257">
                  <c:v>1.152924496050935E-2</c:v>
                </c:pt>
                <c:pt idx="258">
                  <c:v>1.1828318107963861E-2</c:v>
                </c:pt>
                <c:pt idx="259">
                  <c:v>1.2059351613521037E-2</c:v>
                </c:pt>
                <c:pt idx="260">
                  <c:v>1.2333618546355774E-2</c:v>
                </c:pt>
                <c:pt idx="261">
                  <c:v>1.2862932852179048E-2</c:v>
                </c:pt>
                <c:pt idx="262">
                  <c:v>1.2470277501728213E-2</c:v>
                </c:pt>
                <c:pt idx="263">
                  <c:v>1.2016708751221513E-2</c:v>
                </c:pt>
                <c:pt idx="264">
                  <c:v>1.2600268186242639E-2</c:v>
                </c:pt>
                <c:pt idx="265">
                  <c:v>1.2866704949987907E-2</c:v>
                </c:pt>
                <c:pt idx="266">
                  <c:v>1.2859989646180603E-2</c:v>
                </c:pt>
                <c:pt idx="267">
                  <c:v>1.2538270197689546E-2</c:v>
                </c:pt>
                <c:pt idx="268">
                  <c:v>1.2158310116064162E-2</c:v>
                </c:pt>
                <c:pt idx="269">
                  <c:v>1.7122956860486947E-2</c:v>
                </c:pt>
                <c:pt idx="270">
                  <c:v>1.7103019497023721E-2</c:v>
                </c:pt>
                <c:pt idx="271">
                  <c:v>1.7115233862576358E-2</c:v>
                </c:pt>
                <c:pt idx="272">
                  <c:v>1.7111138151555499E-2</c:v>
                </c:pt>
                <c:pt idx="273">
                  <c:v>1.6981586183146012E-2</c:v>
                </c:pt>
                <c:pt idx="274">
                  <c:v>1.6681978536500781E-2</c:v>
                </c:pt>
                <c:pt idx="275">
                  <c:v>1.6688824836132817E-2</c:v>
                </c:pt>
                <c:pt idx="276">
                  <c:v>1.6766525845336732E-2</c:v>
                </c:pt>
                <c:pt idx="277">
                  <c:v>1.518634873186217E-2</c:v>
                </c:pt>
                <c:pt idx="278">
                  <c:v>1.6036502846756787E-2</c:v>
                </c:pt>
                <c:pt idx="279">
                  <c:v>1.6050431220480523E-2</c:v>
                </c:pt>
                <c:pt idx="280">
                  <c:v>1.5160928590335396E-2</c:v>
                </c:pt>
                <c:pt idx="281">
                  <c:v>1.5101744509808642E-2</c:v>
                </c:pt>
                <c:pt idx="282">
                  <c:v>1.5276368924710496E-2</c:v>
                </c:pt>
                <c:pt idx="283">
                  <c:v>1.584483406531265E-2</c:v>
                </c:pt>
                <c:pt idx="284">
                  <c:v>1.5843282204718888E-2</c:v>
                </c:pt>
                <c:pt idx="285">
                  <c:v>1.5385035180207743E-2</c:v>
                </c:pt>
                <c:pt idx="286">
                  <c:v>1.507494123274261E-2</c:v>
                </c:pt>
                <c:pt idx="287">
                  <c:v>1.5307166225406003E-2</c:v>
                </c:pt>
                <c:pt idx="288">
                  <c:v>1.5208724628175716E-2</c:v>
                </c:pt>
                <c:pt idx="289">
                  <c:v>1.5290225800135069E-2</c:v>
                </c:pt>
                <c:pt idx="290">
                  <c:v>1.0360942392223743E-2</c:v>
                </c:pt>
                <c:pt idx="291">
                  <c:v>1.0786484965716653E-2</c:v>
                </c:pt>
                <c:pt idx="292">
                  <c:v>1.0753867394578431E-2</c:v>
                </c:pt>
                <c:pt idx="293">
                  <c:v>1.1212979505070454E-2</c:v>
                </c:pt>
                <c:pt idx="294">
                  <c:v>1.1211470146818218E-2</c:v>
                </c:pt>
                <c:pt idx="295">
                  <c:v>1.1405299804467176E-2</c:v>
                </c:pt>
                <c:pt idx="296">
                  <c:v>1.1178761905995885E-2</c:v>
                </c:pt>
                <c:pt idx="297">
                  <c:v>1.1722444714114481E-2</c:v>
                </c:pt>
                <c:pt idx="298">
                  <c:v>1.175959072768379E-2</c:v>
                </c:pt>
                <c:pt idx="299">
                  <c:v>1.0626680490611874E-2</c:v>
                </c:pt>
                <c:pt idx="300">
                  <c:v>1.0750778334981151E-2</c:v>
                </c:pt>
                <c:pt idx="301">
                  <c:v>1.0997851917275004E-2</c:v>
                </c:pt>
                <c:pt idx="302">
                  <c:v>1.1121617492776303E-2</c:v>
                </c:pt>
                <c:pt idx="303">
                  <c:v>1.0470355689023656E-2</c:v>
                </c:pt>
                <c:pt idx="304">
                  <c:v>1.0143908576015406E-2</c:v>
                </c:pt>
                <c:pt idx="305">
                  <c:v>1.1504293531309717E-2</c:v>
                </c:pt>
                <c:pt idx="306">
                  <c:v>1.1350683867456659E-2</c:v>
                </c:pt>
                <c:pt idx="307">
                  <c:v>1.1292057199215827E-2</c:v>
                </c:pt>
                <c:pt idx="308">
                  <c:v>1.1088507334648952E-2</c:v>
                </c:pt>
                <c:pt idx="309">
                  <c:v>1.1209187167928427E-2</c:v>
                </c:pt>
                <c:pt idx="310">
                  <c:v>1.1071901212165114E-2</c:v>
                </c:pt>
                <c:pt idx="311">
                  <c:v>1.1068743302281329E-2</c:v>
                </c:pt>
                <c:pt idx="312">
                  <c:v>1.1039628984544294E-2</c:v>
                </c:pt>
                <c:pt idx="313">
                  <c:v>1.107180974260504E-2</c:v>
                </c:pt>
                <c:pt idx="314">
                  <c:v>1.0670514854027199E-2</c:v>
                </c:pt>
                <c:pt idx="315">
                  <c:v>1.0654132719566146E-2</c:v>
                </c:pt>
                <c:pt idx="316">
                  <c:v>1.0474390391261797E-2</c:v>
                </c:pt>
                <c:pt idx="317">
                  <c:v>1.0995043180187106E-2</c:v>
                </c:pt>
                <c:pt idx="318">
                  <c:v>9.8399390282759795E-3</c:v>
                </c:pt>
                <c:pt idx="319">
                  <c:v>9.53906054205109E-3</c:v>
                </c:pt>
                <c:pt idx="320">
                  <c:v>1.0229056409236379E-2</c:v>
                </c:pt>
                <c:pt idx="321">
                  <c:v>1.0174036080041011E-2</c:v>
                </c:pt>
                <c:pt idx="322">
                  <c:v>1.1306042800702118E-2</c:v>
                </c:pt>
                <c:pt idx="323">
                  <c:v>1.1124210546778689E-2</c:v>
                </c:pt>
                <c:pt idx="324">
                  <c:v>1.1789841833046504E-2</c:v>
                </c:pt>
                <c:pt idx="325">
                  <c:v>1.1836939335117215E-2</c:v>
                </c:pt>
                <c:pt idx="326">
                  <c:v>1.0339360499925237E-2</c:v>
                </c:pt>
                <c:pt idx="327">
                  <c:v>1.0475626003626217E-2</c:v>
                </c:pt>
                <c:pt idx="328">
                  <c:v>1.1050700563797387E-2</c:v>
                </c:pt>
                <c:pt idx="329">
                  <c:v>1.1035862896611051E-2</c:v>
                </c:pt>
                <c:pt idx="330">
                  <c:v>1.0655194535615416E-2</c:v>
                </c:pt>
                <c:pt idx="331">
                  <c:v>1.0631059452912183E-2</c:v>
                </c:pt>
                <c:pt idx="332">
                  <c:v>1.0678952915806245E-2</c:v>
                </c:pt>
                <c:pt idx="333">
                  <c:v>1.0862512027428446E-2</c:v>
                </c:pt>
                <c:pt idx="334">
                  <c:v>1.0879457933261184E-2</c:v>
                </c:pt>
                <c:pt idx="335">
                  <c:v>1.1735560197024361E-2</c:v>
                </c:pt>
                <c:pt idx="336">
                  <c:v>1.1891496685991423E-2</c:v>
                </c:pt>
                <c:pt idx="337">
                  <c:v>1.1857121293809825E-2</c:v>
                </c:pt>
                <c:pt idx="338">
                  <c:v>1.1461614008314025E-2</c:v>
                </c:pt>
                <c:pt idx="339">
                  <c:v>1.1634833324850153E-2</c:v>
                </c:pt>
                <c:pt idx="340">
                  <c:v>1.1715021428061445E-2</c:v>
                </c:pt>
                <c:pt idx="341">
                  <c:v>1.0866224562200495E-2</c:v>
                </c:pt>
                <c:pt idx="342">
                  <c:v>1.0916280804983759E-2</c:v>
                </c:pt>
                <c:pt idx="343">
                  <c:v>9.8232250077122073E-3</c:v>
                </c:pt>
                <c:pt idx="344">
                  <c:v>9.9617568327087947E-3</c:v>
                </c:pt>
                <c:pt idx="345">
                  <c:v>9.1527124045963481E-3</c:v>
                </c:pt>
                <c:pt idx="346">
                  <c:v>9.169104191637599E-3</c:v>
                </c:pt>
                <c:pt idx="347">
                  <c:v>9.4405760906936999E-3</c:v>
                </c:pt>
                <c:pt idx="348">
                  <c:v>1.0352053378925663E-2</c:v>
                </c:pt>
                <c:pt idx="349">
                  <c:v>9.7845588496668617E-3</c:v>
                </c:pt>
                <c:pt idx="350">
                  <c:v>9.2808647670885661E-3</c:v>
                </c:pt>
                <c:pt idx="351">
                  <c:v>1.0046727591749408E-2</c:v>
                </c:pt>
                <c:pt idx="352">
                  <c:v>1.0724429081043504E-2</c:v>
                </c:pt>
                <c:pt idx="353">
                  <c:v>1.0711852894674204E-2</c:v>
                </c:pt>
                <c:pt idx="354">
                  <c:v>1.0434293431047032E-2</c:v>
                </c:pt>
                <c:pt idx="355">
                  <c:v>1.0482740127876852E-2</c:v>
                </c:pt>
                <c:pt idx="356">
                  <c:v>9.586312758362598E-3</c:v>
                </c:pt>
                <c:pt idx="357">
                  <c:v>9.4834228403792385E-3</c:v>
                </c:pt>
                <c:pt idx="358">
                  <c:v>9.4903938405164045E-3</c:v>
                </c:pt>
                <c:pt idx="359">
                  <c:v>9.4930325468188109E-3</c:v>
                </c:pt>
                <c:pt idx="360">
                  <c:v>9.2997365800420728E-3</c:v>
                </c:pt>
                <c:pt idx="361">
                  <c:v>9.2498892047028439E-3</c:v>
                </c:pt>
                <c:pt idx="362">
                  <c:v>9.3283297763411665E-3</c:v>
                </c:pt>
                <c:pt idx="363">
                  <c:v>9.3260213866793781E-3</c:v>
                </c:pt>
                <c:pt idx="364">
                  <c:v>9.3042942713206771E-3</c:v>
                </c:pt>
                <c:pt idx="365">
                  <c:v>9.1424766089700342E-3</c:v>
                </c:pt>
                <c:pt idx="366">
                  <c:v>9.0657433357331698E-3</c:v>
                </c:pt>
                <c:pt idx="367">
                  <c:v>8.4720950651168709E-3</c:v>
                </c:pt>
                <c:pt idx="368">
                  <c:v>8.5669443282513306E-3</c:v>
                </c:pt>
                <c:pt idx="369">
                  <c:v>8.2578118641027359E-3</c:v>
                </c:pt>
                <c:pt idx="370">
                  <c:v>8.2882200055318846E-3</c:v>
                </c:pt>
                <c:pt idx="371">
                  <c:v>8.1810994639865409E-3</c:v>
                </c:pt>
                <c:pt idx="372">
                  <c:v>8.5787315577028535E-3</c:v>
                </c:pt>
                <c:pt idx="373">
                  <c:v>9.6793563136831334E-3</c:v>
                </c:pt>
                <c:pt idx="374">
                  <c:v>9.6822626033554356E-3</c:v>
                </c:pt>
                <c:pt idx="375">
                  <c:v>9.4564198656549754E-3</c:v>
                </c:pt>
                <c:pt idx="376">
                  <c:v>9.4255449661798819E-3</c:v>
                </c:pt>
                <c:pt idx="377">
                  <c:v>9.3724317298993845E-3</c:v>
                </c:pt>
                <c:pt idx="378">
                  <c:v>9.5173131023658548E-3</c:v>
                </c:pt>
                <c:pt idx="379">
                  <c:v>1.034328283789725E-2</c:v>
                </c:pt>
                <c:pt idx="380">
                  <c:v>1.0420343764164494E-2</c:v>
                </c:pt>
                <c:pt idx="381">
                  <c:v>1.0421998186394747E-2</c:v>
                </c:pt>
                <c:pt idx="382">
                  <c:v>1.0417950590172122E-2</c:v>
                </c:pt>
                <c:pt idx="383">
                  <c:v>1.034740141032672E-2</c:v>
                </c:pt>
                <c:pt idx="384">
                  <c:v>1.0305377731840005E-2</c:v>
                </c:pt>
                <c:pt idx="385">
                  <c:v>1.0393112274107098E-2</c:v>
                </c:pt>
                <c:pt idx="386">
                  <c:v>1.0636368244136834E-2</c:v>
                </c:pt>
                <c:pt idx="387">
                  <c:v>1.0552118212815785E-2</c:v>
                </c:pt>
                <c:pt idx="388">
                  <c:v>1.0547389768072773E-2</c:v>
                </c:pt>
                <c:pt idx="389">
                  <c:v>1.0415250929097935E-2</c:v>
                </c:pt>
                <c:pt idx="390">
                  <c:v>9.690454745011335E-3</c:v>
                </c:pt>
                <c:pt idx="391">
                  <c:v>1.0282232171449622E-2</c:v>
                </c:pt>
                <c:pt idx="392">
                  <c:v>1.0229166201235988E-2</c:v>
                </c:pt>
                <c:pt idx="393">
                  <c:v>9.0089518352363101E-3</c:v>
                </c:pt>
                <c:pt idx="394">
                  <c:v>7.0234398859266777E-3</c:v>
                </c:pt>
                <c:pt idx="395">
                  <c:v>7.1463801823968692E-3</c:v>
                </c:pt>
                <c:pt idx="396">
                  <c:v>7.1363910825790666E-3</c:v>
                </c:pt>
                <c:pt idx="397">
                  <c:v>7.2519220779384361E-3</c:v>
                </c:pt>
                <c:pt idx="398">
                  <c:v>8.5420046915906673E-3</c:v>
                </c:pt>
                <c:pt idx="399">
                  <c:v>9.3378118578486095E-3</c:v>
                </c:pt>
                <c:pt idx="400">
                  <c:v>8.4355103747779329E-3</c:v>
                </c:pt>
                <c:pt idx="401">
                  <c:v>8.5122916328246208E-3</c:v>
                </c:pt>
                <c:pt idx="402">
                  <c:v>8.7950428800308584E-3</c:v>
                </c:pt>
                <c:pt idx="403">
                  <c:v>8.8352718203515441E-3</c:v>
                </c:pt>
                <c:pt idx="404">
                  <c:v>8.993013302368574E-3</c:v>
                </c:pt>
                <c:pt idx="405">
                  <c:v>9.1136076825649986E-3</c:v>
                </c:pt>
                <c:pt idx="406">
                  <c:v>9.0052153453707862E-3</c:v>
                </c:pt>
                <c:pt idx="407">
                  <c:v>8.7880331222214784E-3</c:v>
                </c:pt>
                <c:pt idx="408">
                  <c:v>9.4149382097816568E-3</c:v>
                </c:pt>
                <c:pt idx="409">
                  <c:v>9.3725576906174626E-3</c:v>
                </c:pt>
                <c:pt idx="410">
                  <c:v>9.3735740027619599E-3</c:v>
                </c:pt>
                <c:pt idx="411">
                  <c:v>9.6702626107883407E-3</c:v>
                </c:pt>
                <c:pt idx="412">
                  <c:v>8.877931891359955E-3</c:v>
                </c:pt>
                <c:pt idx="413">
                  <c:v>9.1323524249619387E-3</c:v>
                </c:pt>
                <c:pt idx="414">
                  <c:v>9.0125603239254327E-3</c:v>
                </c:pt>
                <c:pt idx="415">
                  <c:v>8.9633989325664173E-3</c:v>
                </c:pt>
                <c:pt idx="416">
                  <c:v>8.6513629105637157E-3</c:v>
                </c:pt>
                <c:pt idx="417">
                  <c:v>8.6062138576843677E-3</c:v>
                </c:pt>
                <c:pt idx="418">
                  <c:v>8.3264811222769491E-3</c:v>
                </c:pt>
                <c:pt idx="419">
                  <c:v>7.4745216224344144E-3</c:v>
                </c:pt>
                <c:pt idx="420">
                  <c:v>6.5771020341884104E-3</c:v>
                </c:pt>
                <c:pt idx="421">
                  <c:v>6.5395897426795968E-3</c:v>
                </c:pt>
                <c:pt idx="422">
                  <c:v>7.2170671504189297E-3</c:v>
                </c:pt>
                <c:pt idx="423">
                  <c:v>7.1197797209890468E-3</c:v>
                </c:pt>
                <c:pt idx="424">
                  <c:v>7.1213815132264895E-3</c:v>
                </c:pt>
                <c:pt idx="425">
                  <c:v>7.234988273014391E-3</c:v>
                </c:pt>
                <c:pt idx="426">
                  <c:v>7.1914623342862515E-3</c:v>
                </c:pt>
                <c:pt idx="427">
                  <c:v>7.2680983199250098E-3</c:v>
                </c:pt>
                <c:pt idx="428">
                  <c:v>7.2582688833697073E-3</c:v>
                </c:pt>
                <c:pt idx="429">
                  <c:v>6.7705160367421474E-3</c:v>
                </c:pt>
                <c:pt idx="430">
                  <c:v>6.86829775628006E-3</c:v>
                </c:pt>
                <c:pt idx="431">
                  <c:v>6.882133619620665E-3</c:v>
                </c:pt>
                <c:pt idx="432">
                  <c:v>6.51151834390549E-3</c:v>
                </c:pt>
                <c:pt idx="433">
                  <c:v>6.6360988852657574E-3</c:v>
                </c:pt>
                <c:pt idx="434">
                  <c:v>6.3437022033029028E-3</c:v>
                </c:pt>
                <c:pt idx="435">
                  <c:v>7.663491080512873E-3</c:v>
                </c:pt>
                <c:pt idx="436">
                  <c:v>8.0957601013284322E-3</c:v>
                </c:pt>
                <c:pt idx="437">
                  <c:v>8.0488364071986587E-3</c:v>
                </c:pt>
                <c:pt idx="438">
                  <c:v>9.4723640376938797E-3</c:v>
                </c:pt>
                <c:pt idx="439">
                  <c:v>9.5981324525896E-3</c:v>
                </c:pt>
                <c:pt idx="440">
                  <c:v>1.1973049350157788E-2</c:v>
                </c:pt>
                <c:pt idx="441">
                  <c:v>1.3027607345887947E-2</c:v>
                </c:pt>
                <c:pt idx="442">
                  <c:v>1.3093058849307771E-2</c:v>
                </c:pt>
                <c:pt idx="443">
                  <c:v>1.2443411877600702E-2</c:v>
                </c:pt>
                <c:pt idx="444">
                  <c:v>1.2305453490444346E-2</c:v>
                </c:pt>
                <c:pt idx="445">
                  <c:v>1.2468880492994451E-2</c:v>
                </c:pt>
                <c:pt idx="446">
                  <c:v>1.2772887147456105E-2</c:v>
                </c:pt>
                <c:pt idx="447">
                  <c:v>1.279360413370551E-2</c:v>
                </c:pt>
                <c:pt idx="448">
                  <c:v>1.2760245342877155E-2</c:v>
                </c:pt>
                <c:pt idx="449">
                  <c:v>1.340815157730889E-2</c:v>
                </c:pt>
                <c:pt idx="450">
                  <c:v>1.3757859279903627E-2</c:v>
                </c:pt>
                <c:pt idx="451">
                  <c:v>1.3687929733986859E-2</c:v>
                </c:pt>
                <c:pt idx="452">
                  <c:v>1.3921532606700631E-2</c:v>
                </c:pt>
                <c:pt idx="453">
                  <c:v>1.3951654028272479E-2</c:v>
                </c:pt>
                <c:pt idx="454">
                  <c:v>1.4350318998067414E-2</c:v>
                </c:pt>
                <c:pt idx="455">
                  <c:v>1.4789037057616833E-2</c:v>
                </c:pt>
                <c:pt idx="456">
                  <c:v>1.4102428268162256E-2</c:v>
                </c:pt>
                <c:pt idx="457">
                  <c:v>1.3710276230865558E-2</c:v>
                </c:pt>
                <c:pt idx="458">
                  <c:v>1.4551770775448667E-2</c:v>
                </c:pt>
                <c:pt idx="459">
                  <c:v>1.3961853723259266E-2</c:v>
                </c:pt>
                <c:pt idx="460">
                  <c:v>1.409237402727923E-2</c:v>
                </c:pt>
                <c:pt idx="461">
                  <c:v>1.2301374345667335E-2</c:v>
                </c:pt>
                <c:pt idx="462">
                  <c:v>1.1166010273846639E-2</c:v>
                </c:pt>
                <c:pt idx="463">
                  <c:v>1.1157351076075539E-2</c:v>
                </c:pt>
                <c:pt idx="464">
                  <c:v>1.1277212235967735E-2</c:v>
                </c:pt>
                <c:pt idx="465">
                  <c:v>1.107888121910887E-2</c:v>
                </c:pt>
                <c:pt idx="466">
                  <c:v>1.0696025084119312E-2</c:v>
                </c:pt>
                <c:pt idx="467">
                  <c:v>1.0708871544719336E-2</c:v>
                </c:pt>
                <c:pt idx="468">
                  <c:v>1.0710935521090799E-2</c:v>
                </c:pt>
                <c:pt idx="469">
                  <c:v>1.0764233838681277E-2</c:v>
                </c:pt>
                <c:pt idx="470">
                  <c:v>1.0145197772859729E-2</c:v>
                </c:pt>
                <c:pt idx="471">
                  <c:v>1.1451568457585819E-2</c:v>
                </c:pt>
                <c:pt idx="472">
                  <c:v>1.1481685186093183E-2</c:v>
                </c:pt>
                <c:pt idx="473">
                  <c:v>1.1385286553459755E-2</c:v>
                </c:pt>
                <c:pt idx="474">
                  <c:v>1.1992555011410472E-2</c:v>
                </c:pt>
                <c:pt idx="475">
                  <c:v>1.1222463556866796E-2</c:v>
                </c:pt>
                <c:pt idx="476">
                  <c:v>1.0888322385995018E-2</c:v>
                </c:pt>
                <c:pt idx="477">
                  <c:v>1.0652766854756112E-2</c:v>
                </c:pt>
                <c:pt idx="478">
                  <c:v>1.048657451883938E-2</c:v>
                </c:pt>
                <c:pt idx="479">
                  <c:v>1.0090708132078147E-2</c:v>
                </c:pt>
                <c:pt idx="480">
                  <c:v>1.009750836069361E-2</c:v>
                </c:pt>
                <c:pt idx="481">
                  <c:v>9.5516493135655474E-3</c:v>
                </c:pt>
                <c:pt idx="482">
                  <c:v>9.4351108728267779E-3</c:v>
                </c:pt>
                <c:pt idx="483">
                  <c:v>9.4953439702349964E-3</c:v>
                </c:pt>
                <c:pt idx="484">
                  <c:v>9.4284901252474646E-3</c:v>
                </c:pt>
                <c:pt idx="485">
                  <c:v>9.1931177013970487E-3</c:v>
                </c:pt>
                <c:pt idx="486">
                  <c:v>9.3309663915086306E-3</c:v>
                </c:pt>
                <c:pt idx="487">
                  <c:v>9.3307632595667211E-3</c:v>
                </c:pt>
                <c:pt idx="488">
                  <c:v>8.6841408348797208E-3</c:v>
                </c:pt>
                <c:pt idx="489">
                  <c:v>8.5752681533076691E-3</c:v>
                </c:pt>
                <c:pt idx="490">
                  <c:v>8.1898407660002184E-3</c:v>
                </c:pt>
                <c:pt idx="491">
                  <c:v>8.1905401034293845E-3</c:v>
                </c:pt>
                <c:pt idx="492">
                  <c:v>6.8554581867214959E-3</c:v>
                </c:pt>
                <c:pt idx="493">
                  <c:v>8.4804511628533991E-3</c:v>
                </c:pt>
                <c:pt idx="494">
                  <c:v>8.5034131931468575E-3</c:v>
                </c:pt>
                <c:pt idx="495">
                  <c:v>7.8612090079315348E-3</c:v>
                </c:pt>
                <c:pt idx="496">
                  <c:v>9.8671761035163223E-3</c:v>
                </c:pt>
                <c:pt idx="497">
                  <c:v>9.8972233022820884E-3</c:v>
                </c:pt>
                <c:pt idx="498">
                  <c:v>9.992458120253846E-3</c:v>
                </c:pt>
                <c:pt idx="499">
                  <c:v>1.0117534215166863E-2</c:v>
                </c:pt>
                <c:pt idx="500">
                  <c:v>9.7046122036948419E-3</c:v>
                </c:pt>
                <c:pt idx="501">
                  <c:v>9.9073312632262187E-3</c:v>
                </c:pt>
                <c:pt idx="502">
                  <c:v>9.863274424723718E-3</c:v>
                </c:pt>
                <c:pt idx="503">
                  <c:v>1.0146316617340992E-2</c:v>
                </c:pt>
                <c:pt idx="504">
                  <c:v>9.8013288460394293E-3</c:v>
                </c:pt>
                <c:pt idx="505">
                  <c:v>9.7065538124542737E-3</c:v>
                </c:pt>
                <c:pt idx="506">
                  <c:v>9.6474650795428923E-3</c:v>
                </c:pt>
                <c:pt idx="507">
                  <c:v>1.0069205192598447E-2</c:v>
                </c:pt>
                <c:pt idx="508">
                  <c:v>1.0061466404975667E-2</c:v>
                </c:pt>
                <c:pt idx="509">
                  <c:v>1.0051771852123888E-2</c:v>
                </c:pt>
                <c:pt idx="510">
                  <c:v>1.0050617007941742E-2</c:v>
                </c:pt>
                <c:pt idx="511">
                  <c:v>9.8530808660606418E-3</c:v>
                </c:pt>
                <c:pt idx="512">
                  <c:v>9.8544851582797275E-3</c:v>
                </c:pt>
                <c:pt idx="513">
                  <c:v>9.438593112921688E-3</c:v>
                </c:pt>
                <c:pt idx="514">
                  <c:v>8.462390032785953E-3</c:v>
                </c:pt>
                <c:pt idx="515">
                  <c:v>8.8962773303430352E-3</c:v>
                </c:pt>
                <c:pt idx="516">
                  <c:v>9.2853812093222909E-3</c:v>
                </c:pt>
                <c:pt idx="517">
                  <c:v>6.5872509376616152E-3</c:v>
                </c:pt>
                <c:pt idx="518">
                  <c:v>6.3647070318788405E-3</c:v>
                </c:pt>
                <c:pt idx="519">
                  <c:v>6.3550290679517474E-3</c:v>
                </c:pt>
                <c:pt idx="520">
                  <c:v>5.7336771846884611E-3</c:v>
                </c:pt>
                <c:pt idx="521">
                  <c:v>5.7558629453732645E-3</c:v>
                </c:pt>
                <c:pt idx="522">
                  <c:v>5.6957950940495546E-3</c:v>
                </c:pt>
                <c:pt idx="523">
                  <c:v>6.9453450982625807E-3</c:v>
                </c:pt>
                <c:pt idx="524">
                  <c:v>6.7732544131828198E-3</c:v>
                </c:pt>
                <c:pt idx="525">
                  <c:v>6.8155485973516909E-3</c:v>
                </c:pt>
                <c:pt idx="526">
                  <c:v>8.6872423566116477E-3</c:v>
                </c:pt>
                <c:pt idx="527">
                  <c:v>8.6852682562411319E-3</c:v>
                </c:pt>
                <c:pt idx="528">
                  <c:v>8.3019499702853845E-3</c:v>
                </c:pt>
                <c:pt idx="529">
                  <c:v>9.3810096798878743E-3</c:v>
                </c:pt>
                <c:pt idx="530">
                  <c:v>9.4175874111842792E-3</c:v>
                </c:pt>
                <c:pt idx="531">
                  <c:v>9.4371046924755005E-3</c:v>
                </c:pt>
                <c:pt idx="532">
                  <c:v>9.4277576295200734E-3</c:v>
                </c:pt>
                <c:pt idx="533">
                  <c:v>9.4227533932422294E-3</c:v>
                </c:pt>
                <c:pt idx="534">
                  <c:v>9.5029397170165279E-3</c:v>
                </c:pt>
                <c:pt idx="535">
                  <c:v>9.4168163516546045E-3</c:v>
                </c:pt>
                <c:pt idx="536">
                  <c:v>9.2148011851577831E-3</c:v>
                </c:pt>
                <c:pt idx="537">
                  <c:v>8.7885530855726542E-3</c:v>
                </c:pt>
                <c:pt idx="538">
                  <c:v>8.64124334726365E-3</c:v>
                </c:pt>
                <c:pt idx="539">
                  <c:v>9.0522379244127385E-3</c:v>
                </c:pt>
                <c:pt idx="540">
                  <c:v>9.1685019816217309E-3</c:v>
                </c:pt>
                <c:pt idx="541">
                  <c:v>9.1431617669309028E-3</c:v>
                </c:pt>
                <c:pt idx="542">
                  <c:v>9.6866595218207067E-3</c:v>
                </c:pt>
                <c:pt idx="543">
                  <c:v>9.632525686463788E-3</c:v>
                </c:pt>
                <c:pt idx="544">
                  <c:v>9.1886719638842925E-3</c:v>
                </c:pt>
                <c:pt idx="545">
                  <c:v>9.2218477291471628E-3</c:v>
                </c:pt>
                <c:pt idx="546">
                  <c:v>9.2394238878579261E-3</c:v>
                </c:pt>
                <c:pt idx="547">
                  <c:v>7.3299872723169169E-3</c:v>
                </c:pt>
                <c:pt idx="548">
                  <c:v>7.4043000550632412E-3</c:v>
                </c:pt>
                <c:pt idx="549">
                  <c:v>7.205842671634574E-3</c:v>
                </c:pt>
                <c:pt idx="550">
                  <c:v>6.3179670949119601E-3</c:v>
                </c:pt>
                <c:pt idx="551">
                  <c:v>7.4162100627368412E-3</c:v>
                </c:pt>
                <c:pt idx="552">
                  <c:v>8.7828718442123678E-3</c:v>
                </c:pt>
                <c:pt idx="553">
                  <c:v>9.1267548980982632E-3</c:v>
                </c:pt>
                <c:pt idx="554">
                  <c:v>9.8995398613445449E-3</c:v>
                </c:pt>
                <c:pt idx="555">
                  <c:v>9.7437693522249864E-3</c:v>
                </c:pt>
                <c:pt idx="556">
                  <c:v>9.7689653689979859E-3</c:v>
                </c:pt>
                <c:pt idx="557">
                  <c:v>9.9784670182984838E-3</c:v>
                </c:pt>
                <c:pt idx="558">
                  <c:v>1.0416676815759843E-2</c:v>
                </c:pt>
                <c:pt idx="559">
                  <c:v>1.0551992771126558E-2</c:v>
                </c:pt>
                <c:pt idx="560">
                  <c:v>1.0341052123997347E-2</c:v>
                </c:pt>
                <c:pt idx="561">
                  <c:v>1.0953406655755133E-2</c:v>
                </c:pt>
                <c:pt idx="562">
                  <c:v>1.0957909148281177E-2</c:v>
                </c:pt>
                <c:pt idx="563">
                  <c:v>1.0426414149009949E-2</c:v>
                </c:pt>
                <c:pt idx="564">
                  <c:v>1.0499950900155828E-2</c:v>
                </c:pt>
                <c:pt idx="565">
                  <c:v>1.0534250890241284E-2</c:v>
                </c:pt>
                <c:pt idx="566">
                  <c:v>1.0585361052327614E-2</c:v>
                </c:pt>
                <c:pt idx="567">
                  <c:v>1.1272940741393228E-2</c:v>
                </c:pt>
                <c:pt idx="568">
                  <c:v>1.2041121521851005E-2</c:v>
                </c:pt>
                <c:pt idx="569">
                  <c:v>1.4147844145039428E-2</c:v>
                </c:pt>
                <c:pt idx="570">
                  <c:v>1.4037423938670314E-2</c:v>
                </c:pt>
                <c:pt idx="571">
                  <c:v>1.4063486853983514E-2</c:v>
                </c:pt>
                <c:pt idx="572">
                  <c:v>1.3656263910560918E-2</c:v>
                </c:pt>
                <c:pt idx="573">
                  <c:v>1.3345320411401351E-2</c:v>
                </c:pt>
                <c:pt idx="574">
                  <c:v>1.3418187311806426E-2</c:v>
                </c:pt>
                <c:pt idx="575">
                  <c:v>1.2842929778182736E-2</c:v>
                </c:pt>
                <c:pt idx="576">
                  <c:v>1.2848527621578605E-2</c:v>
                </c:pt>
                <c:pt idx="577">
                  <c:v>1.2866773049242008E-2</c:v>
                </c:pt>
                <c:pt idx="578">
                  <c:v>1.2818579392702393E-2</c:v>
                </c:pt>
                <c:pt idx="579">
                  <c:v>1.2166180561907179E-2</c:v>
                </c:pt>
                <c:pt idx="580">
                  <c:v>1.2567781488867039E-2</c:v>
                </c:pt>
                <c:pt idx="581">
                  <c:v>1.2566825108757774E-2</c:v>
                </c:pt>
                <c:pt idx="582">
                  <c:v>1.2296163048410158E-2</c:v>
                </c:pt>
                <c:pt idx="583">
                  <c:v>1.2646708401120527E-2</c:v>
                </c:pt>
                <c:pt idx="584">
                  <c:v>1.2659436079610061E-2</c:v>
                </c:pt>
                <c:pt idx="585">
                  <c:v>1.2645494784062E-2</c:v>
                </c:pt>
                <c:pt idx="586">
                  <c:v>1.2767914914896421E-2</c:v>
                </c:pt>
                <c:pt idx="587">
                  <c:v>1.2681870161921155E-2</c:v>
                </c:pt>
                <c:pt idx="588">
                  <c:v>1.1879235244100391E-2</c:v>
                </c:pt>
                <c:pt idx="589">
                  <c:v>1.1315249302477215E-2</c:v>
                </c:pt>
                <c:pt idx="590">
                  <c:v>8.5548955797024422E-3</c:v>
                </c:pt>
                <c:pt idx="591">
                  <c:v>8.2946890905639791E-3</c:v>
                </c:pt>
                <c:pt idx="592">
                  <c:v>8.3420861543155415E-3</c:v>
                </c:pt>
                <c:pt idx="593">
                  <c:v>8.3695539678743693E-3</c:v>
                </c:pt>
                <c:pt idx="594">
                  <c:v>7.5353749118614354E-3</c:v>
                </c:pt>
                <c:pt idx="595">
                  <c:v>6.8333208525308007E-3</c:v>
                </c:pt>
                <c:pt idx="596">
                  <c:v>6.7923972294697465E-3</c:v>
                </c:pt>
                <c:pt idx="597">
                  <c:v>8.3948109978383683E-3</c:v>
                </c:pt>
                <c:pt idx="598">
                  <c:v>1.1464960481649956E-2</c:v>
                </c:pt>
                <c:pt idx="599">
                  <c:v>1.1641590489434132E-2</c:v>
                </c:pt>
                <c:pt idx="600">
                  <c:v>1.1816078479928395E-2</c:v>
                </c:pt>
                <c:pt idx="601">
                  <c:v>1.1327060851992435E-2</c:v>
                </c:pt>
                <c:pt idx="602">
                  <c:v>1.1389905450274157E-2</c:v>
                </c:pt>
                <c:pt idx="603">
                  <c:v>1.1361824203159924E-2</c:v>
                </c:pt>
                <c:pt idx="604">
                  <c:v>1.1153335908307409E-2</c:v>
                </c:pt>
                <c:pt idx="605">
                  <c:v>1.1081142735343273E-2</c:v>
                </c:pt>
                <c:pt idx="606">
                  <c:v>1.1562098623943097E-2</c:v>
                </c:pt>
                <c:pt idx="607">
                  <c:v>1.1351977210986451E-2</c:v>
                </c:pt>
                <c:pt idx="608">
                  <c:v>1.2214013490399868E-2</c:v>
                </c:pt>
                <c:pt idx="609">
                  <c:v>1.9573099173469739E-2</c:v>
                </c:pt>
                <c:pt idx="610">
                  <c:v>1.975757695961463E-2</c:v>
                </c:pt>
                <c:pt idx="611">
                  <c:v>1.9790105367384608E-2</c:v>
                </c:pt>
                <c:pt idx="612">
                  <c:v>1.9708470268470748E-2</c:v>
                </c:pt>
                <c:pt idx="613">
                  <c:v>1.9818434387108071E-2</c:v>
                </c:pt>
                <c:pt idx="614">
                  <c:v>1.9837891392764387E-2</c:v>
                </c:pt>
                <c:pt idx="615">
                  <c:v>1.9895370355735843E-2</c:v>
                </c:pt>
                <c:pt idx="616">
                  <c:v>1.9847237194656624E-2</c:v>
                </c:pt>
                <c:pt idx="617">
                  <c:v>1.9806674597883347E-2</c:v>
                </c:pt>
                <c:pt idx="618">
                  <c:v>1.9198024762716859E-2</c:v>
                </c:pt>
                <c:pt idx="619">
                  <c:v>1.686314342957863E-2</c:v>
                </c:pt>
                <c:pt idx="620">
                  <c:v>1.6881561260935766E-2</c:v>
                </c:pt>
                <c:pt idx="621">
                  <c:v>1.6862915072683123E-2</c:v>
                </c:pt>
                <c:pt idx="622">
                  <c:v>1.6707475182247012E-2</c:v>
                </c:pt>
                <c:pt idx="623">
                  <c:v>1.675311191476242E-2</c:v>
                </c:pt>
                <c:pt idx="624">
                  <c:v>1.6835061109643314E-2</c:v>
                </c:pt>
                <c:pt idx="625">
                  <c:v>1.6860778121810773E-2</c:v>
                </c:pt>
                <c:pt idx="626">
                  <c:v>1.6800380908087168E-2</c:v>
                </c:pt>
                <c:pt idx="627">
                  <c:v>1.6017421670121944E-2</c:v>
                </c:pt>
                <c:pt idx="628">
                  <c:v>1.6196284574165668E-2</c:v>
                </c:pt>
                <c:pt idx="629">
                  <c:v>1.7239746246565803E-2</c:v>
                </c:pt>
                <c:pt idx="630">
                  <c:v>9.0184766690588683E-3</c:v>
                </c:pt>
                <c:pt idx="631">
                  <c:v>8.6105026243505633E-3</c:v>
                </c:pt>
                <c:pt idx="632">
                  <c:v>8.5747909365896987E-3</c:v>
                </c:pt>
                <c:pt idx="633">
                  <c:v>8.5684941152904242E-3</c:v>
                </c:pt>
                <c:pt idx="634">
                  <c:v>8.2856111341412051E-3</c:v>
                </c:pt>
                <c:pt idx="635">
                  <c:v>8.2519468083674385E-3</c:v>
                </c:pt>
                <c:pt idx="636">
                  <c:v>8.318136767434656E-3</c:v>
                </c:pt>
                <c:pt idx="637">
                  <c:v>8.4710736951711264E-3</c:v>
                </c:pt>
                <c:pt idx="638">
                  <c:v>8.7101981811378709E-3</c:v>
                </c:pt>
                <c:pt idx="639">
                  <c:v>8.3856563606166442E-3</c:v>
                </c:pt>
                <c:pt idx="640">
                  <c:v>8.4006402104148409E-3</c:v>
                </c:pt>
                <c:pt idx="641">
                  <c:v>8.2024192027963187E-3</c:v>
                </c:pt>
                <c:pt idx="642">
                  <c:v>8.1931233879211068E-3</c:v>
                </c:pt>
                <c:pt idx="643">
                  <c:v>8.7282407252561745E-3</c:v>
                </c:pt>
                <c:pt idx="644">
                  <c:v>8.8161025588349221E-3</c:v>
                </c:pt>
                <c:pt idx="645">
                  <c:v>8.4707855592124539E-3</c:v>
                </c:pt>
                <c:pt idx="646">
                  <c:v>8.3265900253203743E-3</c:v>
                </c:pt>
                <c:pt idx="647">
                  <c:v>8.6822058254563839E-3</c:v>
                </c:pt>
                <c:pt idx="648">
                  <c:v>8.8472475635130738E-3</c:v>
                </c:pt>
                <c:pt idx="649">
                  <c:v>8.801771139867829E-3</c:v>
                </c:pt>
                <c:pt idx="650">
                  <c:v>7.0020448750540403E-3</c:v>
                </c:pt>
                <c:pt idx="651">
                  <c:v>7.0261781055908461E-3</c:v>
                </c:pt>
                <c:pt idx="652">
                  <c:v>6.815423931527116E-3</c:v>
                </c:pt>
                <c:pt idx="653">
                  <c:v>6.7469146202961943E-3</c:v>
                </c:pt>
                <c:pt idx="654">
                  <c:v>6.9876368712621746E-3</c:v>
                </c:pt>
                <c:pt idx="655">
                  <c:v>7.3457451576384846E-3</c:v>
                </c:pt>
                <c:pt idx="656">
                  <c:v>7.5935612624993005E-3</c:v>
                </c:pt>
                <c:pt idx="657">
                  <c:v>7.3245531784963992E-3</c:v>
                </c:pt>
                <c:pt idx="658">
                  <c:v>7.5506253149874173E-3</c:v>
                </c:pt>
                <c:pt idx="659">
                  <c:v>7.4147060297074033E-3</c:v>
                </c:pt>
                <c:pt idx="660">
                  <c:v>7.5187068790565055E-3</c:v>
                </c:pt>
                <c:pt idx="661">
                  <c:v>7.9987383090833249E-3</c:v>
                </c:pt>
                <c:pt idx="662">
                  <c:v>8.7300478343220449E-3</c:v>
                </c:pt>
                <c:pt idx="663">
                  <c:v>8.7108126779151789E-3</c:v>
                </c:pt>
                <c:pt idx="664">
                  <c:v>8.3645031586802934E-3</c:v>
                </c:pt>
                <c:pt idx="665">
                  <c:v>8.3790669108214748E-3</c:v>
                </c:pt>
                <c:pt idx="666">
                  <c:v>8.3561293264912719E-3</c:v>
                </c:pt>
                <c:pt idx="667">
                  <c:v>8.2451752157377527E-3</c:v>
                </c:pt>
                <c:pt idx="668">
                  <c:v>8.0095194411214255E-3</c:v>
                </c:pt>
                <c:pt idx="669">
                  <c:v>7.6758412161012325E-3</c:v>
                </c:pt>
                <c:pt idx="670">
                  <c:v>7.8323164403800681E-3</c:v>
                </c:pt>
                <c:pt idx="671">
                  <c:v>7.7561769981300405E-3</c:v>
                </c:pt>
                <c:pt idx="672">
                  <c:v>7.750321158179428E-3</c:v>
                </c:pt>
                <c:pt idx="673">
                  <c:v>7.7817773890447159E-3</c:v>
                </c:pt>
                <c:pt idx="674">
                  <c:v>7.8802241962083967E-3</c:v>
                </c:pt>
                <c:pt idx="675">
                  <c:v>7.7193881367745732E-3</c:v>
                </c:pt>
                <c:pt idx="676">
                  <c:v>7.3977781436046731E-3</c:v>
                </c:pt>
                <c:pt idx="677">
                  <c:v>7.0144151029894455E-3</c:v>
                </c:pt>
                <c:pt idx="678">
                  <c:v>6.9842818900386124E-3</c:v>
                </c:pt>
                <c:pt idx="679">
                  <c:v>6.475457862553686E-3</c:v>
                </c:pt>
                <c:pt idx="680">
                  <c:v>6.3818437894210701E-3</c:v>
                </c:pt>
                <c:pt idx="681">
                  <c:v>6.4478756910950489E-3</c:v>
                </c:pt>
                <c:pt idx="682">
                  <c:v>6.7760742091814638E-3</c:v>
                </c:pt>
                <c:pt idx="683">
                  <c:v>6.1791570575043505E-3</c:v>
                </c:pt>
                <c:pt idx="684">
                  <c:v>6.0686792718540857E-3</c:v>
                </c:pt>
                <c:pt idx="685">
                  <c:v>6.0772791786538466E-3</c:v>
                </c:pt>
                <c:pt idx="686">
                  <c:v>5.9799687776310737E-3</c:v>
                </c:pt>
                <c:pt idx="687">
                  <c:v>5.9172132727966006E-3</c:v>
                </c:pt>
                <c:pt idx="688">
                  <c:v>6.0716618005145755E-3</c:v>
                </c:pt>
                <c:pt idx="689">
                  <c:v>6.0961823764191193E-3</c:v>
                </c:pt>
                <c:pt idx="690">
                  <c:v>6.1362833208312038E-3</c:v>
                </c:pt>
                <c:pt idx="691">
                  <c:v>6.4957186594159578E-3</c:v>
                </c:pt>
                <c:pt idx="692">
                  <c:v>6.9483233362135069E-3</c:v>
                </c:pt>
                <c:pt idx="693">
                  <c:v>7.1540085052871349E-3</c:v>
                </c:pt>
                <c:pt idx="694">
                  <c:v>7.1368416067755583E-3</c:v>
                </c:pt>
                <c:pt idx="695">
                  <c:v>7.1185202168362787E-3</c:v>
                </c:pt>
                <c:pt idx="696">
                  <c:v>7.1256029834517185E-3</c:v>
                </c:pt>
                <c:pt idx="697">
                  <c:v>7.0445844476891631E-3</c:v>
                </c:pt>
                <c:pt idx="698">
                  <c:v>7.2035046786162234E-3</c:v>
                </c:pt>
                <c:pt idx="699">
                  <c:v>7.0966722501709361E-3</c:v>
                </c:pt>
                <c:pt idx="700">
                  <c:v>6.9114008750474189E-3</c:v>
                </c:pt>
                <c:pt idx="701">
                  <c:v>6.9069484202265085E-3</c:v>
                </c:pt>
                <c:pt idx="702">
                  <c:v>6.1350624727825745E-3</c:v>
                </c:pt>
                <c:pt idx="703">
                  <c:v>5.8810832251453326E-3</c:v>
                </c:pt>
                <c:pt idx="704">
                  <c:v>5.9339419679423069E-3</c:v>
                </c:pt>
                <c:pt idx="705">
                  <c:v>5.9483833167492837E-3</c:v>
                </c:pt>
                <c:pt idx="706">
                  <c:v>5.958386119306552E-3</c:v>
                </c:pt>
                <c:pt idx="707">
                  <c:v>6.2764361010992416E-3</c:v>
                </c:pt>
                <c:pt idx="708">
                  <c:v>8.0855878896336029E-3</c:v>
                </c:pt>
                <c:pt idx="709">
                  <c:v>8.1682630599099748E-3</c:v>
                </c:pt>
                <c:pt idx="710">
                  <c:v>8.4374060863913643E-3</c:v>
                </c:pt>
                <c:pt idx="711">
                  <c:v>8.5930343519309369E-3</c:v>
                </c:pt>
                <c:pt idx="712">
                  <c:v>8.1906336966209026E-3</c:v>
                </c:pt>
                <c:pt idx="713">
                  <c:v>7.9487180585613125E-3</c:v>
                </c:pt>
                <c:pt idx="714">
                  <c:v>7.8147863769162419E-3</c:v>
                </c:pt>
                <c:pt idx="715">
                  <c:v>7.9773490041848173E-3</c:v>
                </c:pt>
                <c:pt idx="716">
                  <c:v>7.7939304254422944E-3</c:v>
                </c:pt>
                <c:pt idx="717">
                  <c:v>7.8354422163208915E-3</c:v>
                </c:pt>
                <c:pt idx="718">
                  <c:v>7.8215557761110235E-3</c:v>
                </c:pt>
                <c:pt idx="719">
                  <c:v>7.722227554007503E-3</c:v>
                </c:pt>
                <c:pt idx="720">
                  <c:v>7.7446153368966129E-3</c:v>
                </c:pt>
                <c:pt idx="721">
                  <c:v>7.7597231146861049E-3</c:v>
                </c:pt>
                <c:pt idx="722">
                  <c:v>7.9383796643733903E-3</c:v>
                </c:pt>
                <c:pt idx="723">
                  <c:v>7.9512141762033989E-3</c:v>
                </c:pt>
                <c:pt idx="724">
                  <c:v>7.9414938840913409E-3</c:v>
                </c:pt>
                <c:pt idx="725">
                  <c:v>7.9527922796940095E-3</c:v>
                </c:pt>
                <c:pt idx="726">
                  <c:v>7.8982068043963079E-3</c:v>
                </c:pt>
                <c:pt idx="727">
                  <c:v>7.946068069118668E-3</c:v>
                </c:pt>
                <c:pt idx="728">
                  <c:v>7.9025248010300055E-3</c:v>
                </c:pt>
                <c:pt idx="729">
                  <c:v>6.2594608798619313E-3</c:v>
                </c:pt>
                <c:pt idx="730">
                  <c:v>6.0063378643345202E-3</c:v>
                </c:pt>
                <c:pt idx="731">
                  <c:v>5.0627405591119811E-3</c:v>
                </c:pt>
                <c:pt idx="732">
                  <c:v>4.8123534444363238E-3</c:v>
                </c:pt>
                <c:pt idx="733">
                  <c:v>4.5936080529773785E-3</c:v>
                </c:pt>
                <c:pt idx="734">
                  <c:v>5.321569468704615E-3</c:v>
                </c:pt>
                <c:pt idx="735">
                  <c:v>5.4566249672664685E-3</c:v>
                </c:pt>
                <c:pt idx="736">
                  <c:v>5.6291495258429265E-3</c:v>
                </c:pt>
                <c:pt idx="737">
                  <c:v>5.7350011632641522E-3</c:v>
                </c:pt>
                <c:pt idx="738">
                  <c:v>5.683808177344902E-3</c:v>
                </c:pt>
                <c:pt idx="739">
                  <c:v>5.7470594011009048E-3</c:v>
                </c:pt>
                <c:pt idx="740">
                  <c:v>5.7688957775706862E-3</c:v>
                </c:pt>
                <c:pt idx="741">
                  <c:v>5.9350502282688351E-3</c:v>
                </c:pt>
                <c:pt idx="742">
                  <c:v>6.1409225265947557E-3</c:v>
                </c:pt>
                <c:pt idx="743">
                  <c:v>5.9472464849583016E-3</c:v>
                </c:pt>
                <c:pt idx="744">
                  <c:v>6.6358081892440449E-3</c:v>
                </c:pt>
                <c:pt idx="745">
                  <c:v>6.6506417580597397E-3</c:v>
                </c:pt>
                <c:pt idx="746">
                  <c:v>6.8232294971648146E-3</c:v>
                </c:pt>
                <c:pt idx="747">
                  <c:v>6.8228221615997562E-3</c:v>
                </c:pt>
                <c:pt idx="748">
                  <c:v>7.8696178864582043E-3</c:v>
                </c:pt>
                <c:pt idx="749">
                  <c:v>7.6787067306961689E-3</c:v>
                </c:pt>
                <c:pt idx="750">
                  <c:v>7.605340060334728E-3</c:v>
                </c:pt>
                <c:pt idx="751">
                  <c:v>7.6492869504673107E-3</c:v>
                </c:pt>
                <c:pt idx="752">
                  <c:v>7.67663191118314E-3</c:v>
                </c:pt>
                <c:pt idx="753">
                  <c:v>7.7017558689964696E-3</c:v>
                </c:pt>
                <c:pt idx="754">
                  <c:v>7.7577955639868863E-3</c:v>
                </c:pt>
                <c:pt idx="755">
                  <c:v>7.4723780946751514E-3</c:v>
                </c:pt>
                <c:pt idx="756">
                  <c:v>7.4344963619015353E-3</c:v>
                </c:pt>
                <c:pt idx="757">
                  <c:v>6.879251764084094E-3</c:v>
                </c:pt>
                <c:pt idx="758">
                  <c:v>7.0064773119393282E-3</c:v>
                </c:pt>
                <c:pt idx="759">
                  <c:v>6.9328815219044182E-3</c:v>
                </c:pt>
                <c:pt idx="760">
                  <c:v>7.0775884498333226E-3</c:v>
                </c:pt>
                <c:pt idx="761">
                  <c:v>6.9259378073177353E-3</c:v>
                </c:pt>
                <c:pt idx="762">
                  <c:v>6.9511444085855302E-3</c:v>
                </c:pt>
                <c:pt idx="763">
                  <c:v>7.0348070415697768E-3</c:v>
                </c:pt>
                <c:pt idx="764">
                  <c:v>7.0381935444707297E-3</c:v>
                </c:pt>
                <c:pt idx="765">
                  <c:v>6.9052004397408273E-3</c:v>
                </c:pt>
                <c:pt idx="766">
                  <c:v>6.7593185488635009E-3</c:v>
                </c:pt>
                <c:pt idx="767">
                  <c:v>6.9841858532900189E-3</c:v>
                </c:pt>
                <c:pt idx="768">
                  <c:v>6.9767068581906167E-3</c:v>
                </c:pt>
                <c:pt idx="769">
                  <c:v>5.8668688381628056E-3</c:v>
                </c:pt>
                <c:pt idx="770">
                  <c:v>8.3679569522510881E-3</c:v>
                </c:pt>
                <c:pt idx="771">
                  <c:v>8.3673868429278101E-3</c:v>
                </c:pt>
                <c:pt idx="772">
                  <c:v>8.3589326784540632E-3</c:v>
                </c:pt>
                <c:pt idx="773">
                  <c:v>8.3702775128217562E-3</c:v>
                </c:pt>
                <c:pt idx="774">
                  <c:v>8.7121681002560198E-3</c:v>
                </c:pt>
                <c:pt idx="775">
                  <c:v>8.6832473212585665E-3</c:v>
                </c:pt>
                <c:pt idx="776">
                  <c:v>8.7233179122481134E-3</c:v>
                </c:pt>
                <c:pt idx="777">
                  <c:v>8.6289858630091334E-3</c:v>
                </c:pt>
                <c:pt idx="778">
                  <c:v>8.6298709893729963E-3</c:v>
                </c:pt>
                <c:pt idx="779">
                  <c:v>8.4371728470139917E-3</c:v>
                </c:pt>
                <c:pt idx="780">
                  <c:v>8.7451470293471653E-3</c:v>
                </c:pt>
                <c:pt idx="781">
                  <c:v>8.6283588578560198E-3</c:v>
                </c:pt>
                <c:pt idx="782">
                  <c:v>8.7253664999909098E-3</c:v>
                </c:pt>
                <c:pt idx="783">
                  <c:v>9.3065453438785535E-3</c:v>
                </c:pt>
                <c:pt idx="784">
                  <c:v>9.1395964559947019E-3</c:v>
                </c:pt>
                <c:pt idx="785">
                  <c:v>9.1510418038175216E-3</c:v>
                </c:pt>
                <c:pt idx="786">
                  <c:v>8.8802434500802815E-3</c:v>
                </c:pt>
                <c:pt idx="787">
                  <c:v>8.5188758913769969E-3</c:v>
                </c:pt>
                <c:pt idx="788">
                  <c:v>8.7133070743247547E-3</c:v>
                </c:pt>
                <c:pt idx="789">
                  <c:v>8.6177835872079441E-3</c:v>
                </c:pt>
                <c:pt idx="790">
                  <c:v>8.6171011978900501E-3</c:v>
                </c:pt>
                <c:pt idx="791">
                  <c:v>6.6992880745951246E-3</c:v>
                </c:pt>
                <c:pt idx="792">
                  <c:v>6.6989891259199852E-3</c:v>
                </c:pt>
                <c:pt idx="793">
                  <c:v>6.9351386007494697E-3</c:v>
                </c:pt>
                <c:pt idx="794">
                  <c:v>6.9802678667007043E-3</c:v>
                </c:pt>
                <c:pt idx="795">
                  <c:v>6.9159956129399526E-3</c:v>
                </c:pt>
                <c:pt idx="796">
                  <c:v>6.6815732099568701E-3</c:v>
                </c:pt>
                <c:pt idx="797">
                  <c:v>6.8156650820962051E-3</c:v>
                </c:pt>
                <c:pt idx="798">
                  <c:v>6.9688283630523797E-3</c:v>
                </c:pt>
                <c:pt idx="799">
                  <c:v>6.8593626189744827E-3</c:v>
                </c:pt>
                <c:pt idx="800">
                  <c:v>6.7251105049164856E-3</c:v>
                </c:pt>
                <c:pt idx="801">
                  <c:v>6.8172671711268697E-3</c:v>
                </c:pt>
                <c:pt idx="802">
                  <c:v>6.8129263921099898E-3</c:v>
                </c:pt>
                <c:pt idx="803">
                  <c:v>6.6058737930651742E-3</c:v>
                </c:pt>
                <c:pt idx="804">
                  <c:v>6.2463874005821065E-3</c:v>
                </c:pt>
                <c:pt idx="805">
                  <c:v>7.0727603853545417E-3</c:v>
                </c:pt>
                <c:pt idx="806">
                  <c:v>7.6449721273391417E-3</c:v>
                </c:pt>
                <c:pt idx="807">
                  <c:v>7.9597724890525905E-3</c:v>
                </c:pt>
                <c:pt idx="808">
                  <c:v>8.0085386016106111E-3</c:v>
                </c:pt>
                <c:pt idx="809">
                  <c:v>7.9248852774145145E-3</c:v>
                </c:pt>
                <c:pt idx="810">
                  <c:v>8.1790916518408342E-3</c:v>
                </c:pt>
                <c:pt idx="811">
                  <c:v>8.308530168501577E-3</c:v>
                </c:pt>
                <c:pt idx="812">
                  <c:v>8.2145785574437892E-3</c:v>
                </c:pt>
                <c:pt idx="813">
                  <c:v>8.2389269147881885E-3</c:v>
                </c:pt>
                <c:pt idx="814">
                  <c:v>8.7619970815180567E-3</c:v>
                </c:pt>
                <c:pt idx="815">
                  <c:v>9.2264163690752108E-3</c:v>
                </c:pt>
                <c:pt idx="816">
                  <c:v>8.8613937894138437E-3</c:v>
                </c:pt>
                <c:pt idx="817">
                  <c:v>8.9585565953469778E-3</c:v>
                </c:pt>
                <c:pt idx="818">
                  <c:v>8.9696930570183214E-3</c:v>
                </c:pt>
                <c:pt idx="819">
                  <c:v>9.0625280184417536E-3</c:v>
                </c:pt>
                <c:pt idx="820">
                  <c:v>9.0719831515236344E-3</c:v>
                </c:pt>
                <c:pt idx="821">
                  <c:v>9.0601792961536188E-3</c:v>
                </c:pt>
                <c:pt idx="822">
                  <c:v>8.8301878858847594E-3</c:v>
                </c:pt>
                <c:pt idx="823">
                  <c:v>8.8484165987359406E-3</c:v>
                </c:pt>
                <c:pt idx="824">
                  <c:v>8.4584212174666443E-3</c:v>
                </c:pt>
                <c:pt idx="825">
                  <c:v>8.5399798417283602E-3</c:v>
                </c:pt>
                <c:pt idx="826">
                  <c:v>8.2896376453115827E-3</c:v>
                </c:pt>
                <c:pt idx="827">
                  <c:v>8.1007049666096658E-3</c:v>
                </c:pt>
                <c:pt idx="828">
                  <c:v>7.4345457166216551E-3</c:v>
                </c:pt>
                <c:pt idx="829">
                  <c:v>7.7079217321580984E-3</c:v>
                </c:pt>
                <c:pt idx="830">
                  <c:v>7.8851893646788521E-3</c:v>
                </c:pt>
                <c:pt idx="831">
                  <c:v>7.7972031712057856E-3</c:v>
                </c:pt>
                <c:pt idx="832">
                  <c:v>7.6123260004186026E-3</c:v>
                </c:pt>
                <c:pt idx="833">
                  <c:v>7.8049168068533197E-3</c:v>
                </c:pt>
                <c:pt idx="834">
                  <c:v>7.8692704629547989E-3</c:v>
                </c:pt>
                <c:pt idx="835">
                  <c:v>6.8240282020178263E-3</c:v>
                </c:pt>
                <c:pt idx="836">
                  <c:v>6.2324568569774412E-3</c:v>
                </c:pt>
                <c:pt idx="837">
                  <c:v>5.6071928283610755E-3</c:v>
                </c:pt>
                <c:pt idx="838">
                  <c:v>5.4576013388165957E-3</c:v>
                </c:pt>
                <c:pt idx="839">
                  <c:v>5.5174468794799746E-3</c:v>
                </c:pt>
                <c:pt idx="840">
                  <c:v>5.5406698101429699E-3</c:v>
                </c:pt>
                <c:pt idx="841">
                  <c:v>5.9856983836002178E-3</c:v>
                </c:pt>
                <c:pt idx="842">
                  <c:v>6.0344127120344256E-3</c:v>
                </c:pt>
                <c:pt idx="843">
                  <c:v>6.2849364750618376E-3</c:v>
                </c:pt>
                <c:pt idx="844">
                  <c:v>6.3816539218306493E-3</c:v>
                </c:pt>
                <c:pt idx="845">
                  <c:v>6.5738619658909977E-3</c:v>
                </c:pt>
                <c:pt idx="846">
                  <c:v>7.7992448930550911E-3</c:v>
                </c:pt>
                <c:pt idx="847">
                  <c:v>7.7750160229134255E-3</c:v>
                </c:pt>
                <c:pt idx="848">
                  <c:v>7.6796258136358694E-3</c:v>
                </c:pt>
                <c:pt idx="849">
                  <c:v>7.6932550346716427E-3</c:v>
                </c:pt>
                <c:pt idx="850">
                  <c:v>7.7453552312054539E-3</c:v>
                </c:pt>
                <c:pt idx="851">
                  <c:v>7.5595122588892833E-3</c:v>
                </c:pt>
                <c:pt idx="852">
                  <c:v>7.5945511062881482E-3</c:v>
                </c:pt>
                <c:pt idx="853">
                  <c:v>7.610984735687225E-3</c:v>
                </c:pt>
                <c:pt idx="854">
                  <c:v>7.4340992077648223E-3</c:v>
                </c:pt>
                <c:pt idx="855">
                  <c:v>7.3223501792674065E-3</c:v>
                </c:pt>
                <c:pt idx="856">
                  <c:v>7.7465332224423943E-3</c:v>
                </c:pt>
                <c:pt idx="857">
                  <c:v>7.6961506473487602E-3</c:v>
                </c:pt>
                <c:pt idx="858">
                  <c:v>8.0612196304434489E-3</c:v>
                </c:pt>
                <c:pt idx="859">
                  <c:v>8.3614344166308609E-3</c:v>
                </c:pt>
                <c:pt idx="860">
                  <c:v>8.4043996174522091E-3</c:v>
                </c:pt>
                <c:pt idx="861">
                  <c:v>8.2135363240585773E-3</c:v>
                </c:pt>
                <c:pt idx="862">
                  <c:v>9.4529910167908543E-3</c:v>
                </c:pt>
                <c:pt idx="863">
                  <c:v>9.3244248768823475E-3</c:v>
                </c:pt>
                <c:pt idx="864">
                  <c:v>9.1935723482924423E-3</c:v>
                </c:pt>
                <c:pt idx="865">
                  <c:v>9.0207366625556749E-3</c:v>
                </c:pt>
                <c:pt idx="866">
                  <c:v>9.8583711369775954E-3</c:v>
                </c:pt>
                <c:pt idx="867">
                  <c:v>9.1799343301259655E-3</c:v>
                </c:pt>
                <c:pt idx="868">
                  <c:v>8.9273770059130463E-3</c:v>
                </c:pt>
                <c:pt idx="869">
                  <c:v>8.9073480738919263E-3</c:v>
                </c:pt>
                <c:pt idx="870">
                  <c:v>9.0221691122269985E-3</c:v>
                </c:pt>
                <c:pt idx="871">
                  <c:v>9.0738003322258995E-3</c:v>
                </c:pt>
                <c:pt idx="872">
                  <c:v>9.2562568648901153E-3</c:v>
                </c:pt>
                <c:pt idx="873">
                  <c:v>9.2508022286168484E-3</c:v>
                </c:pt>
                <c:pt idx="874">
                  <c:v>9.2616368073768669E-3</c:v>
                </c:pt>
                <c:pt idx="875">
                  <c:v>9.2611659824336241E-3</c:v>
                </c:pt>
                <c:pt idx="876">
                  <c:v>9.2524304719516903E-3</c:v>
                </c:pt>
                <c:pt idx="877">
                  <c:v>8.8162476165514064E-3</c:v>
                </c:pt>
                <c:pt idx="878">
                  <c:v>8.8029218842287388E-3</c:v>
                </c:pt>
                <c:pt idx="879">
                  <c:v>8.2867371080875465E-3</c:v>
                </c:pt>
                <c:pt idx="880">
                  <c:v>8.3296848306094982E-3</c:v>
                </c:pt>
                <c:pt idx="881">
                  <c:v>8.356551438515018E-3</c:v>
                </c:pt>
                <c:pt idx="882">
                  <c:v>8.4873863193786897E-3</c:v>
                </c:pt>
                <c:pt idx="883">
                  <c:v>7.2594809899490945E-3</c:v>
                </c:pt>
                <c:pt idx="884">
                  <c:v>7.5937563912960799E-3</c:v>
                </c:pt>
                <c:pt idx="885">
                  <c:v>7.5074688550123784E-3</c:v>
                </c:pt>
                <c:pt idx="886">
                  <c:v>7.6742841419015903E-3</c:v>
                </c:pt>
                <c:pt idx="887">
                  <c:v>6.2500324695296686E-3</c:v>
                </c:pt>
                <c:pt idx="888">
                  <c:v>6.6369718901941235E-3</c:v>
                </c:pt>
                <c:pt idx="889">
                  <c:v>6.614678145643673E-3</c:v>
                </c:pt>
                <c:pt idx="890">
                  <c:v>8.8540510770175086E-3</c:v>
                </c:pt>
                <c:pt idx="891">
                  <c:v>1.006246709146242E-2</c:v>
                </c:pt>
                <c:pt idx="892">
                  <c:v>9.9487835482393906E-3</c:v>
                </c:pt>
                <c:pt idx="893">
                  <c:v>9.8498667788466023E-3</c:v>
                </c:pt>
                <c:pt idx="894">
                  <c:v>9.9264499402916158E-3</c:v>
                </c:pt>
                <c:pt idx="895">
                  <c:v>1.0573151972847498E-2</c:v>
                </c:pt>
                <c:pt idx="896">
                  <c:v>1.1709575889750119E-2</c:v>
                </c:pt>
                <c:pt idx="897">
                  <c:v>1.3108493570209115E-2</c:v>
                </c:pt>
                <c:pt idx="898">
                  <c:v>1.3174322930488E-2</c:v>
                </c:pt>
                <c:pt idx="899">
                  <c:v>1.3322938297378467E-2</c:v>
                </c:pt>
                <c:pt idx="900">
                  <c:v>1.360142047619857E-2</c:v>
                </c:pt>
                <c:pt idx="901">
                  <c:v>1.2995893571762767E-2</c:v>
                </c:pt>
                <c:pt idx="902">
                  <c:v>1.2964620705710877E-2</c:v>
                </c:pt>
                <c:pt idx="903">
                  <c:v>1.3590116814116631E-2</c:v>
                </c:pt>
                <c:pt idx="904">
                  <c:v>1.3777621169884968E-2</c:v>
                </c:pt>
                <c:pt idx="905">
                  <c:v>1.3974600254034707E-2</c:v>
                </c:pt>
                <c:pt idx="906">
                  <c:v>1.377931495468028E-2</c:v>
                </c:pt>
                <c:pt idx="907">
                  <c:v>1.3880480036045523E-2</c:v>
                </c:pt>
                <c:pt idx="908">
                  <c:v>1.4035050249849251E-2</c:v>
                </c:pt>
                <c:pt idx="909">
                  <c:v>1.3679548993256905E-2</c:v>
                </c:pt>
                <c:pt idx="910">
                  <c:v>1.45623835654954E-2</c:v>
                </c:pt>
                <c:pt idx="911">
                  <c:v>1.4694193363474791E-2</c:v>
                </c:pt>
                <c:pt idx="912">
                  <c:v>1.4331613444333093E-2</c:v>
                </c:pt>
                <c:pt idx="913">
                  <c:v>1.4653595885055524E-2</c:v>
                </c:pt>
                <c:pt idx="914">
                  <c:v>1.5441718900615218E-2</c:v>
                </c:pt>
                <c:pt idx="915">
                  <c:v>1.5201045991914791E-2</c:v>
                </c:pt>
                <c:pt idx="916">
                  <c:v>1.6748676686580866E-2</c:v>
                </c:pt>
                <c:pt idx="917">
                  <c:v>1.6241211380719281E-2</c:v>
                </c:pt>
                <c:pt idx="918">
                  <c:v>1.5079485627421282E-2</c:v>
                </c:pt>
                <c:pt idx="919">
                  <c:v>1.5057655463753311E-2</c:v>
                </c:pt>
                <c:pt idx="920">
                  <c:v>1.5066471800309995E-2</c:v>
                </c:pt>
                <c:pt idx="921">
                  <c:v>1.4747557208272252E-2</c:v>
                </c:pt>
                <c:pt idx="922">
                  <c:v>1.4683540384692535E-2</c:v>
                </c:pt>
                <c:pt idx="923">
                  <c:v>1.4798169499072863E-2</c:v>
                </c:pt>
                <c:pt idx="924">
                  <c:v>1.4208329737914414E-2</c:v>
                </c:pt>
                <c:pt idx="925">
                  <c:v>1.4020227201316834E-2</c:v>
                </c:pt>
                <c:pt idx="926">
                  <c:v>1.4005709289157713E-2</c:v>
                </c:pt>
                <c:pt idx="927">
                  <c:v>1.4014953402124952E-2</c:v>
                </c:pt>
                <c:pt idx="928">
                  <c:v>1.4211024301760022E-2</c:v>
                </c:pt>
                <c:pt idx="929">
                  <c:v>1.4141698482927395E-2</c:v>
                </c:pt>
                <c:pt idx="930">
                  <c:v>1.4480247036934259E-2</c:v>
                </c:pt>
                <c:pt idx="931">
                  <c:v>1.2964799384657987E-2</c:v>
                </c:pt>
                <c:pt idx="932">
                  <c:v>1.162293883871366E-2</c:v>
                </c:pt>
                <c:pt idx="933">
                  <c:v>1.1587755223216714E-2</c:v>
                </c:pt>
                <c:pt idx="934">
                  <c:v>1.0463837080123871E-2</c:v>
                </c:pt>
                <c:pt idx="935">
                  <c:v>1.0166168159681774E-2</c:v>
                </c:pt>
                <c:pt idx="936">
                  <c:v>1.0023430415450828E-2</c:v>
                </c:pt>
                <c:pt idx="937">
                  <c:v>8.2500912660521727E-3</c:v>
                </c:pt>
                <c:pt idx="938">
                  <c:v>8.1918224258996138E-3</c:v>
                </c:pt>
                <c:pt idx="939">
                  <c:v>8.1583166855536352E-3</c:v>
                </c:pt>
                <c:pt idx="940">
                  <c:v>8.8543529015975321E-3</c:v>
                </c:pt>
                <c:pt idx="941">
                  <c:v>8.9954626419002301E-3</c:v>
                </c:pt>
                <c:pt idx="942">
                  <c:v>8.9828401033397488E-3</c:v>
                </c:pt>
                <c:pt idx="943">
                  <c:v>8.6710910110651164E-3</c:v>
                </c:pt>
                <c:pt idx="944">
                  <c:v>9.9276739472511644E-3</c:v>
                </c:pt>
                <c:pt idx="945">
                  <c:v>9.7006591776102446E-3</c:v>
                </c:pt>
                <c:pt idx="946">
                  <c:v>9.245746736873511E-3</c:v>
                </c:pt>
                <c:pt idx="947">
                  <c:v>9.4834651490738608E-3</c:v>
                </c:pt>
                <c:pt idx="948">
                  <c:v>9.4778688096998093E-3</c:v>
                </c:pt>
                <c:pt idx="949">
                  <c:v>9.4078672010755246E-3</c:v>
                </c:pt>
                <c:pt idx="950">
                  <c:v>9.3970106028373832E-3</c:v>
                </c:pt>
                <c:pt idx="951">
                  <c:v>9.0653015337624245E-3</c:v>
                </c:pt>
                <c:pt idx="952">
                  <c:v>9.7106021533774813E-3</c:v>
                </c:pt>
                <c:pt idx="953">
                  <c:v>9.5279537031355728E-3</c:v>
                </c:pt>
                <c:pt idx="954">
                  <c:v>1.0159880195135468E-2</c:v>
                </c:pt>
                <c:pt idx="955">
                  <c:v>1.0446803883383184E-2</c:v>
                </c:pt>
                <c:pt idx="956">
                  <c:v>1.0843434114125675E-2</c:v>
                </c:pt>
                <c:pt idx="957">
                  <c:v>1.0799731085288226E-2</c:v>
                </c:pt>
                <c:pt idx="958">
                  <c:v>1.0690567390272651E-2</c:v>
                </c:pt>
                <c:pt idx="959">
                  <c:v>1.0746297048994619E-2</c:v>
                </c:pt>
                <c:pt idx="960">
                  <c:v>1.076655455731941E-2</c:v>
                </c:pt>
                <c:pt idx="961">
                  <c:v>1.0504355284755315E-2</c:v>
                </c:pt>
                <c:pt idx="962">
                  <c:v>1.0447722199009093E-2</c:v>
                </c:pt>
                <c:pt idx="963">
                  <c:v>1.1351230125715686E-2</c:v>
                </c:pt>
                <c:pt idx="964">
                  <c:v>1.1463584282611681E-2</c:v>
                </c:pt>
                <c:pt idx="965">
                  <c:v>1.0250391626143397E-2</c:v>
                </c:pt>
                <c:pt idx="966">
                  <c:v>1.0606265499338236E-2</c:v>
                </c:pt>
                <c:pt idx="967">
                  <c:v>1.0467272383033754E-2</c:v>
                </c:pt>
                <c:pt idx="968">
                  <c:v>1.0069417501011481E-2</c:v>
                </c:pt>
                <c:pt idx="969">
                  <c:v>1.0118496190934828E-2</c:v>
                </c:pt>
                <c:pt idx="970">
                  <c:v>1.0104553669964102E-2</c:v>
                </c:pt>
                <c:pt idx="971">
                  <c:v>1.0000483217788193E-2</c:v>
                </c:pt>
                <c:pt idx="972">
                  <c:v>9.8630598289847111E-3</c:v>
                </c:pt>
                <c:pt idx="973">
                  <c:v>9.2210425017832959E-3</c:v>
                </c:pt>
                <c:pt idx="974">
                  <c:v>9.1562948991036393E-3</c:v>
                </c:pt>
                <c:pt idx="975">
                  <c:v>8.5255985518814647E-3</c:v>
                </c:pt>
                <c:pt idx="976">
                  <c:v>8.2339803371021484E-3</c:v>
                </c:pt>
                <c:pt idx="977">
                  <c:v>7.4583539308860393E-3</c:v>
                </c:pt>
                <c:pt idx="978">
                  <c:v>7.3560302932103036E-3</c:v>
                </c:pt>
                <c:pt idx="979">
                  <c:v>7.600490417110339E-3</c:v>
                </c:pt>
                <c:pt idx="980">
                  <c:v>7.6160055231905503E-3</c:v>
                </c:pt>
                <c:pt idx="981">
                  <c:v>7.6199476499665469E-3</c:v>
                </c:pt>
                <c:pt idx="982">
                  <c:v>7.190346379840242E-3</c:v>
                </c:pt>
                <c:pt idx="983">
                  <c:v>7.048363310774363E-3</c:v>
                </c:pt>
                <c:pt idx="984">
                  <c:v>5.7477021416549104E-3</c:v>
                </c:pt>
                <c:pt idx="985">
                  <c:v>6.6490251424744674E-3</c:v>
                </c:pt>
                <c:pt idx="986">
                  <c:v>6.6490211425982342E-3</c:v>
                </c:pt>
                <c:pt idx="987">
                  <c:v>6.0166054807881935E-3</c:v>
                </c:pt>
                <c:pt idx="988">
                  <c:v>6.3608881653083168E-3</c:v>
                </c:pt>
                <c:pt idx="989">
                  <c:v>6.6003829708699089E-3</c:v>
                </c:pt>
                <c:pt idx="990">
                  <c:v>6.8507460301993131E-3</c:v>
                </c:pt>
                <c:pt idx="991">
                  <c:v>7.2867458678638371E-3</c:v>
                </c:pt>
                <c:pt idx="992">
                  <c:v>7.9025700829812896E-3</c:v>
                </c:pt>
                <c:pt idx="993">
                  <c:v>8.0239616350024252E-3</c:v>
                </c:pt>
                <c:pt idx="994">
                  <c:v>8.1707569040213972E-3</c:v>
                </c:pt>
                <c:pt idx="995">
                  <c:v>8.4488772019287641E-3</c:v>
                </c:pt>
                <c:pt idx="996">
                  <c:v>8.3265166970500903E-3</c:v>
                </c:pt>
                <c:pt idx="997">
                  <c:v>9.0255127589911107E-3</c:v>
                </c:pt>
                <c:pt idx="998">
                  <c:v>8.8668392096918156E-3</c:v>
                </c:pt>
                <c:pt idx="999">
                  <c:v>8.9414149606558812E-3</c:v>
                </c:pt>
                <c:pt idx="1000">
                  <c:v>8.5493415188421275E-3</c:v>
                </c:pt>
                <c:pt idx="1001">
                  <c:v>8.4952110307311753E-3</c:v>
                </c:pt>
                <c:pt idx="1002">
                  <c:v>8.5151980411645855E-3</c:v>
                </c:pt>
                <c:pt idx="1003">
                  <c:v>8.7228090930287563E-3</c:v>
                </c:pt>
                <c:pt idx="1004">
                  <c:v>8.7662058241605636E-3</c:v>
                </c:pt>
                <c:pt idx="1005">
                  <c:v>8.7811529279275494E-3</c:v>
                </c:pt>
                <c:pt idx="1006">
                  <c:v>8.202177696924013E-3</c:v>
                </c:pt>
                <c:pt idx="1007">
                  <c:v>8.2234183647693464E-3</c:v>
                </c:pt>
                <c:pt idx="1008">
                  <c:v>8.2582249028900975E-3</c:v>
                </c:pt>
                <c:pt idx="1009">
                  <c:v>7.8408419753325052E-3</c:v>
                </c:pt>
                <c:pt idx="1010">
                  <c:v>7.6862989497780742E-3</c:v>
                </c:pt>
                <c:pt idx="1011">
                  <c:v>7.4460830659393139E-3</c:v>
                </c:pt>
                <c:pt idx="1012">
                  <c:v>7.1494229778159826E-3</c:v>
                </c:pt>
                <c:pt idx="1013">
                  <c:v>6.6031756379426078E-3</c:v>
                </c:pt>
                <c:pt idx="1014">
                  <c:v>6.5087581535797946E-3</c:v>
                </c:pt>
                <c:pt idx="1015">
                  <c:v>6.4186504397335505E-3</c:v>
                </c:pt>
                <c:pt idx="1016">
                  <c:v>6.1039644438522422E-3</c:v>
                </c:pt>
                <c:pt idx="1017">
                  <c:v>6.2873271758067707E-3</c:v>
                </c:pt>
                <c:pt idx="1018">
                  <c:v>5.2367116775572896E-3</c:v>
                </c:pt>
                <c:pt idx="1019">
                  <c:v>5.2277954315822928E-3</c:v>
                </c:pt>
                <c:pt idx="1020">
                  <c:v>4.8980232906018764E-3</c:v>
                </c:pt>
                <c:pt idx="1021">
                  <c:v>6.2802644551527235E-3</c:v>
                </c:pt>
                <c:pt idx="1022">
                  <c:v>6.4350452204383016E-3</c:v>
                </c:pt>
                <c:pt idx="1023">
                  <c:v>6.47816581811497E-3</c:v>
                </c:pt>
                <c:pt idx="1024">
                  <c:v>5.8848339966196999E-3</c:v>
                </c:pt>
                <c:pt idx="1025">
                  <c:v>6.0017819426826874E-3</c:v>
                </c:pt>
                <c:pt idx="1026">
                  <c:v>6.4746011986379316E-3</c:v>
                </c:pt>
                <c:pt idx="1027">
                  <c:v>6.4499508954397071E-3</c:v>
                </c:pt>
                <c:pt idx="1028">
                  <c:v>6.4872151884695145E-3</c:v>
                </c:pt>
                <c:pt idx="1029">
                  <c:v>6.8886289523056527E-3</c:v>
                </c:pt>
                <c:pt idx="1030">
                  <c:v>6.8304485861368312E-3</c:v>
                </c:pt>
                <c:pt idx="1031">
                  <c:v>6.8850078701471716E-3</c:v>
                </c:pt>
                <c:pt idx="1032">
                  <c:v>6.9833143200596056E-3</c:v>
                </c:pt>
                <c:pt idx="1033">
                  <c:v>6.9354334467426572E-3</c:v>
                </c:pt>
                <c:pt idx="1034">
                  <c:v>6.8238293647323216E-3</c:v>
                </c:pt>
                <c:pt idx="1035">
                  <c:v>6.8962422017584523E-3</c:v>
                </c:pt>
                <c:pt idx="1036">
                  <c:v>6.7621753918035554E-3</c:v>
                </c:pt>
                <c:pt idx="1037">
                  <c:v>6.9444969262015144E-3</c:v>
                </c:pt>
                <c:pt idx="1038">
                  <c:v>6.5373197783628956E-3</c:v>
                </c:pt>
                <c:pt idx="1039">
                  <c:v>6.422131757125785E-3</c:v>
                </c:pt>
                <c:pt idx="1040">
                  <c:v>7.0344177997758725E-3</c:v>
                </c:pt>
                <c:pt idx="1041">
                  <c:v>7.0342599924632541E-3</c:v>
                </c:pt>
                <c:pt idx="1042">
                  <c:v>5.971911563723579E-3</c:v>
                </c:pt>
                <c:pt idx="1043">
                  <c:v>6.0021667093816435E-3</c:v>
                </c:pt>
                <c:pt idx="1044">
                  <c:v>5.8102856297181484E-3</c:v>
                </c:pt>
                <c:pt idx="1045">
                  <c:v>5.7421844610991398E-3</c:v>
                </c:pt>
                <c:pt idx="1046">
                  <c:v>5.7487944421975735E-3</c:v>
                </c:pt>
                <c:pt idx="1047">
                  <c:v>5.6904359699184847E-3</c:v>
                </c:pt>
                <c:pt idx="1048">
                  <c:v>5.699837056402958E-3</c:v>
                </c:pt>
                <c:pt idx="1049">
                  <c:v>5.7370237352242564E-3</c:v>
                </c:pt>
                <c:pt idx="1050">
                  <c:v>5.454681464491155E-3</c:v>
                </c:pt>
                <c:pt idx="1051">
                  <c:v>5.9207215583453815E-3</c:v>
                </c:pt>
                <c:pt idx="1052">
                  <c:v>5.9776480754274771E-3</c:v>
                </c:pt>
                <c:pt idx="1053">
                  <c:v>5.9379055955310536E-3</c:v>
                </c:pt>
                <c:pt idx="1054">
                  <c:v>5.9982040432310507E-3</c:v>
                </c:pt>
                <c:pt idx="1055">
                  <c:v>6.0363787144707822E-3</c:v>
                </c:pt>
                <c:pt idx="1056">
                  <c:v>6.0256343370431679E-3</c:v>
                </c:pt>
                <c:pt idx="1057">
                  <c:v>6.3587663378539827E-3</c:v>
                </c:pt>
                <c:pt idx="1058">
                  <c:v>6.2836308581705113E-3</c:v>
                </c:pt>
                <c:pt idx="1059">
                  <c:v>6.2836137168020478E-3</c:v>
                </c:pt>
                <c:pt idx="1060">
                  <c:v>6.1424672923888844E-3</c:v>
                </c:pt>
                <c:pt idx="1061">
                  <c:v>7.9126867925919352E-3</c:v>
                </c:pt>
                <c:pt idx="1062">
                  <c:v>9.0822062565696533E-3</c:v>
                </c:pt>
                <c:pt idx="1063">
                  <c:v>8.9648843610357094E-3</c:v>
                </c:pt>
                <c:pt idx="1064">
                  <c:v>9.1089575891712786E-3</c:v>
                </c:pt>
                <c:pt idx="1065">
                  <c:v>9.7955838763599552E-3</c:v>
                </c:pt>
                <c:pt idx="1066">
                  <c:v>9.9725618946912183E-3</c:v>
                </c:pt>
                <c:pt idx="1067">
                  <c:v>9.9780806903390067E-3</c:v>
                </c:pt>
                <c:pt idx="1068">
                  <c:v>9.8221054964365874E-3</c:v>
                </c:pt>
                <c:pt idx="1069">
                  <c:v>9.806172900870623E-3</c:v>
                </c:pt>
                <c:pt idx="1070">
                  <c:v>9.785404834062655E-3</c:v>
                </c:pt>
                <c:pt idx="1071">
                  <c:v>9.6893485560909046E-3</c:v>
                </c:pt>
                <c:pt idx="1072">
                  <c:v>9.8523449457031797E-3</c:v>
                </c:pt>
                <c:pt idx="1073">
                  <c:v>9.7669287555927631E-3</c:v>
                </c:pt>
                <c:pt idx="1074">
                  <c:v>9.8404295332441254E-3</c:v>
                </c:pt>
                <c:pt idx="1075">
                  <c:v>9.7732811867441548E-3</c:v>
                </c:pt>
                <c:pt idx="1076">
                  <c:v>1.0116609304547915E-2</c:v>
                </c:pt>
                <c:pt idx="1077">
                  <c:v>1.0067809324119832E-2</c:v>
                </c:pt>
                <c:pt idx="1078">
                  <c:v>9.7030172038987221E-3</c:v>
                </c:pt>
                <c:pt idx="1079">
                  <c:v>9.6822539651519445E-3</c:v>
                </c:pt>
                <c:pt idx="1080">
                  <c:v>1.0174979114089185E-2</c:v>
                </c:pt>
                <c:pt idx="1081">
                  <c:v>1.040846030685507E-2</c:v>
                </c:pt>
                <c:pt idx="1082">
                  <c:v>8.8358446833915055E-3</c:v>
                </c:pt>
                <c:pt idx="1083">
                  <c:v>7.5482002566957087E-3</c:v>
                </c:pt>
                <c:pt idx="1084">
                  <c:v>7.5885194195340977E-3</c:v>
                </c:pt>
                <c:pt idx="1085">
                  <c:v>7.5005378039403221E-3</c:v>
                </c:pt>
                <c:pt idx="1086">
                  <c:v>6.5520502196122939E-3</c:v>
                </c:pt>
                <c:pt idx="1087">
                  <c:v>6.3094989648552792E-3</c:v>
                </c:pt>
                <c:pt idx="1088">
                  <c:v>6.1909369985674347E-3</c:v>
                </c:pt>
                <c:pt idx="1089">
                  <c:v>6.1910755559365996E-3</c:v>
                </c:pt>
                <c:pt idx="1090">
                  <c:v>6.219327624069391E-3</c:v>
                </c:pt>
                <c:pt idx="1091">
                  <c:v>6.2444052473305863E-3</c:v>
                </c:pt>
                <c:pt idx="1092">
                  <c:v>6.2266434342790689E-3</c:v>
                </c:pt>
                <c:pt idx="1093">
                  <c:v>5.343519228315074E-3</c:v>
                </c:pt>
                <c:pt idx="1094">
                  <c:v>5.3706258505258524E-3</c:v>
                </c:pt>
                <c:pt idx="1095">
                  <c:v>5.326859434798911E-3</c:v>
                </c:pt>
                <c:pt idx="1096">
                  <c:v>5.9665271959782268E-3</c:v>
                </c:pt>
                <c:pt idx="1097">
                  <c:v>5.380059143751191E-3</c:v>
                </c:pt>
                <c:pt idx="1098">
                  <c:v>5.4525066619703598E-3</c:v>
                </c:pt>
                <c:pt idx="1099">
                  <c:v>5.5747225417849926E-3</c:v>
                </c:pt>
                <c:pt idx="1100">
                  <c:v>5.5713718216147982E-3</c:v>
                </c:pt>
                <c:pt idx="1101">
                  <c:v>5.0671033427785736E-3</c:v>
                </c:pt>
                <c:pt idx="1102">
                  <c:v>5.3402668742765615E-3</c:v>
                </c:pt>
                <c:pt idx="1103">
                  <c:v>5.6129194198789737E-3</c:v>
                </c:pt>
                <c:pt idx="1104">
                  <c:v>5.6316013169529101E-3</c:v>
                </c:pt>
                <c:pt idx="1105">
                  <c:v>6.8042245620173625E-3</c:v>
                </c:pt>
                <c:pt idx="1106">
                  <c:v>6.987215840873212E-3</c:v>
                </c:pt>
                <c:pt idx="1107">
                  <c:v>7.3566367491756197E-3</c:v>
                </c:pt>
                <c:pt idx="1108">
                  <c:v>7.3095917085167226E-3</c:v>
                </c:pt>
                <c:pt idx="1109">
                  <c:v>7.3106369345470939E-3</c:v>
                </c:pt>
                <c:pt idx="1110">
                  <c:v>7.4386208213336677E-3</c:v>
                </c:pt>
                <c:pt idx="1111">
                  <c:v>7.4982507234742854E-3</c:v>
                </c:pt>
                <c:pt idx="1112">
                  <c:v>7.4962866900770758E-3</c:v>
                </c:pt>
                <c:pt idx="1113">
                  <c:v>7.6344242394510839E-3</c:v>
                </c:pt>
                <c:pt idx="1114">
                  <c:v>7.6069850841801985E-3</c:v>
                </c:pt>
                <c:pt idx="1115">
                  <c:v>7.5621179103732656E-3</c:v>
                </c:pt>
                <c:pt idx="1116">
                  <c:v>7.536861043717146E-3</c:v>
                </c:pt>
                <c:pt idx="1117">
                  <c:v>7.1733114481449863E-3</c:v>
                </c:pt>
                <c:pt idx="1118">
                  <c:v>6.9329033902713168E-3</c:v>
                </c:pt>
                <c:pt idx="1119">
                  <c:v>7.2926615169495298E-3</c:v>
                </c:pt>
                <c:pt idx="1120">
                  <c:v>7.3311446144432189E-3</c:v>
                </c:pt>
                <c:pt idx="1121">
                  <c:v>8.4910426449154378E-3</c:v>
                </c:pt>
                <c:pt idx="1122">
                  <c:v>8.4671728419705074E-3</c:v>
                </c:pt>
                <c:pt idx="1123">
                  <c:v>8.1569582202762371E-3</c:v>
                </c:pt>
                <c:pt idx="1124">
                  <c:v>7.8822081470335172E-3</c:v>
                </c:pt>
                <c:pt idx="1125">
                  <c:v>7.9442537377123357E-3</c:v>
                </c:pt>
                <c:pt idx="1126">
                  <c:v>7.2614012045239358E-3</c:v>
                </c:pt>
                <c:pt idx="1127">
                  <c:v>6.9096430418930975E-3</c:v>
                </c:pt>
                <c:pt idx="1128">
                  <c:v>6.563956992210661E-3</c:v>
                </c:pt>
                <c:pt idx="1129">
                  <c:v>7.5571463061399223E-3</c:v>
                </c:pt>
                <c:pt idx="1130">
                  <c:v>7.7607228109513298E-3</c:v>
                </c:pt>
                <c:pt idx="1131">
                  <c:v>7.695027041777729E-3</c:v>
                </c:pt>
                <c:pt idx="1132">
                  <c:v>7.6128822097475349E-3</c:v>
                </c:pt>
                <c:pt idx="1133">
                  <c:v>8.5045895426627688E-3</c:v>
                </c:pt>
                <c:pt idx="1134">
                  <c:v>9.1768010989297585E-3</c:v>
                </c:pt>
                <c:pt idx="1135">
                  <c:v>9.1253962998670678E-3</c:v>
                </c:pt>
                <c:pt idx="1136">
                  <c:v>9.1248811600359806E-3</c:v>
                </c:pt>
                <c:pt idx="1137">
                  <c:v>9.0642791221538146E-3</c:v>
                </c:pt>
                <c:pt idx="1138">
                  <c:v>9.1779424126213691E-3</c:v>
                </c:pt>
                <c:pt idx="1139">
                  <c:v>9.1987096656909167E-3</c:v>
                </c:pt>
                <c:pt idx="1140">
                  <c:v>8.932774430585615E-3</c:v>
                </c:pt>
                <c:pt idx="1141">
                  <c:v>8.8075157501174336E-3</c:v>
                </c:pt>
                <c:pt idx="1142">
                  <c:v>7.8296442833199736E-3</c:v>
                </c:pt>
                <c:pt idx="1143">
                  <c:v>7.8007564628929963E-3</c:v>
                </c:pt>
                <c:pt idx="1144">
                  <c:v>7.8153153776652825E-3</c:v>
                </c:pt>
                <c:pt idx="1145">
                  <c:v>7.9163842225991755E-3</c:v>
                </c:pt>
                <c:pt idx="1146">
                  <c:v>1.2419475224204599E-2</c:v>
                </c:pt>
                <c:pt idx="1147">
                  <c:v>1.5019414175575209E-2</c:v>
                </c:pt>
                <c:pt idx="1148">
                  <c:v>1.4986252326884381E-2</c:v>
                </c:pt>
                <c:pt idx="1149">
                  <c:v>1.5310936567179851E-2</c:v>
                </c:pt>
                <c:pt idx="1150">
                  <c:v>1.5081627870094287E-2</c:v>
                </c:pt>
                <c:pt idx="1151">
                  <c:v>1.5077429762338066E-2</c:v>
                </c:pt>
                <c:pt idx="1152">
                  <c:v>1.4983820769976884E-2</c:v>
                </c:pt>
                <c:pt idx="1153">
                  <c:v>1.5266241805724872E-2</c:v>
                </c:pt>
                <c:pt idx="1154">
                  <c:v>1.4930541742735618E-2</c:v>
                </c:pt>
                <c:pt idx="1155">
                  <c:v>1.4824951928174901E-2</c:v>
                </c:pt>
                <c:pt idx="1156">
                  <c:v>1.4861975701117483E-2</c:v>
                </c:pt>
                <c:pt idx="1157">
                  <c:v>1.4846944550797842E-2</c:v>
                </c:pt>
                <c:pt idx="1158">
                  <c:v>1.4883575683559644E-2</c:v>
                </c:pt>
                <c:pt idx="1159">
                  <c:v>1.4920643478806806E-2</c:v>
                </c:pt>
                <c:pt idx="1160">
                  <c:v>1.4877765903915412E-2</c:v>
                </c:pt>
                <c:pt idx="1161">
                  <c:v>1.4809864271545665E-2</c:v>
                </c:pt>
                <c:pt idx="1162">
                  <c:v>1.4830499927864583E-2</c:v>
                </c:pt>
                <c:pt idx="1163">
                  <c:v>1.4994129623475946E-2</c:v>
                </c:pt>
                <c:pt idx="1164">
                  <c:v>1.4912591064911518E-2</c:v>
                </c:pt>
                <c:pt idx="1165">
                  <c:v>1.4906340711031037E-2</c:v>
                </c:pt>
                <c:pt idx="1166">
                  <c:v>1.4706782095790783E-2</c:v>
                </c:pt>
                <c:pt idx="1167">
                  <c:v>1.1857498255681461E-2</c:v>
                </c:pt>
                <c:pt idx="1168">
                  <c:v>7.5477433608974595E-3</c:v>
                </c:pt>
                <c:pt idx="1169">
                  <c:v>7.4901060784375723E-3</c:v>
                </c:pt>
                <c:pt idx="1170">
                  <c:v>6.8848123522579222E-3</c:v>
                </c:pt>
                <c:pt idx="1171">
                  <c:v>7.1269036943681285E-3</c:v>
                </c:pt>
                <c:pt idx="1172">
                  <c:v>7.1139394954788659E-3</c:v>
                </c:pt>
                <c:pt idx="1173">
                  <c:v>7.1205361052767537E-3</c:v>
                </c:pt>
                <c:pt idx="1174">
                  <c:v>6.7655166103577063E-3</c:v>
                </c:pt>
                <c:pt idx="1175">
                  <c:v>6.7431475765298106E-3</c:v>
                </c:pt>
                <c:pt idx="1176">
                  <c:v>5.45155202155538E-3</c:v>
                </c:pt>
                <c:pt idx="1177">
                  <c:v>5.2311923408791009E-3</c:v>
                </c:pt>
                <c:pt idx="1178">
                  <c:v>7.0456507269681442E-3</c:v>
                </c:pt>
                <c:pt idx="1179">
                  <c:v>7.070379109187154E-3</c:v>
                </c:pt>
                <c:pt idx="1180">
                  <c:v>7.2029483783928464E-3</c:v>
                </c:pt>
                <c:pt idx="1181">
                  <c:v>7.2713719657735553E-3</c:v>
                </c:pt>
                <c:pt idx="1182">
                  <c:v>7.0318301172405074E-3</c:v>
                </c:pt>
                <c:pt idx="1183">
                  <c:v>7.0956074301647184E-3</c:v>
                </c:pt>
                <c:pt idx="1184">
                  <c:v>6.5069626239392456E-3</c:v>
                </c:pt>
                <c:pt idx="1185">
                  <c:v>6.4411730248992499E-3</c:v>
                </c:pt>
                <c:pt idx="1186">
                  <c:v>6.4205565170412258E-3</c:v>
                </c:pt>
                <c:pt idx="1187">
                  <c:v>6.1059698608336762E-3</c:v>
                </c:pt>
                <c:pt idx="1188">
                  <c:v>6.4822718583785579E-3</c:v>
                </c:pt>
                <c:pt idx="1189">
                  <c:v>6.4771439493425571E-3</c:v>
                </c:pt>
                <c:pt idx="1190">
                  <c:v>6.5287234588350699E-3</c:v>
                </c:pt>
                <c:pt idx="1191">
                  <c:v>6.4478894889249553E-3</c:v>
                </c:pt>
                <c:pt idx="1192">
                  <c:v>6.1516327482864785E-3</c:v>
                </c:pt>
                <c:pt idx="1193">
                  <c:v>6.105322188790994E-3</c:v>
                </c:pt>
                <c:pt idx="1194">
                  <c:v>6.0176994692840947E-3</c:v>
                </c:pt>
                <c:pt idx="1195">
                  <c:v>6.0151265685320946E-3</c:v>
                </c:pt>
                <c:pt idx="1196">
                  <c:v>5.9987574133576168E-3</c:v>
                </c:pt>
                <c:pt idx="1197">
                  <c:v>6.0876685642240972E-3</c:v>
                </c:pt>
                <c:pt idx="1198">
                  <c:v>5.8783994465320052E-3</c:v>
                </c:pt>
                <c:pt idx="1199">
                  <c:v>5.0961552437918415E-3</c:v>
                </c:pt>
                <c:pt idx="1200">
                  <c:v>5.1659192050074274E-3</c:v>
                </c:pt>
                <c:pt idx="1201">
                  <c:v>5.2679696724971543E-3</c:v>
                </c:pt>
                <c:pt idx="1202">
                  <c:v>5.5572369203321058E-3</c:v>
                </c:pt>
                <c:pt idx="1203">
                  <c:v>6.0268197653585631E-3</c:v>
                </c:pt>
                <c:pt idx="1204">
                  <c:v>6.1704003016843064E-3</c:v>
                </c:pt>
                <c:pt idx="1205">
                  <c:v>6.16998832658237E-3</c:v>
                </c:pt>
                <c:pt idx="1206">
                  <c:v>6.1473081310457842E-3</c:v>
                </c:pt>
                <c:pt idx="1207">
                  <c:v>6.0296219964491339E-3</c:v>
                </c:pt>
                <c:pt idx="1208">
                  <c:v>6.0718594974152208E-3</c:v>
                </c:pt>
                <c:pt idx="1209">
                  <c:v>5.6376466783792439E-3</c:v>
                </c:pt>
                <c:pt idx="1210">
                  <c:v>5.6761898892030132E-3</c:v>
                </c:pt>
                <c:pt idx="1211">
                  <c:v>5.5435484263386351E-3</c:v>
                </c:pt>
                <c:pt idx="1212">
                  <c:v>5.5864833254967803E-3</c:v>
                </c:pt>
                <c:pt idx="1213">
                  <c:v>5.3290218109181805E-3</c:v>
                </c:pt>
                <c:pt idx="1214">
                  <c:v>5.4287155260166987E-3</c:v>
                </c:pt>
                <c:pt idx="1215">
                  <c:v>5.2744045152603126E-3</c:v>
                </c:pt>
                <c:pt idx="1216">
                  <c:v>5.3525366256992031E-3</c:v>
                </c:pt>
                <c:pt idx="1217">
                  <c:v>5.6473300049122467E-3</c:v>
                </c:pt>
                <c:pt idx="1218">
                  <c:v>5.4725172272728651E-3</c:v>
                </c:pt>
                <c:pt idx="1219">
                  <c:v>5.4014156999282721E-3</c:v>
                </c:pt>
                <c:pt idx="1220">
                  <c:v>5.2255404459674052E-3</c:v>
                </c:pt>
                <c:pt idx="1221">
                  <c:v>5.5111793331185273E-3</c:v>
                </c:pt>
                <c:pt idx="1222">
                  <c:v>5.9539594904491917E-3</c:v>
                </c:pt>
                <c:pt idx="1223">
                  <c:v>6.5169912011033481E-3</c:v>
                </c:pt>
                <c:pt idx="1224">
                  <c:v>5.7131643973327645E-3</c:v>
                </c:pt>
                <c:pt idx="1225">
                  <c:v>5.687701923255105E-3</c:v>
                </c:pt>
                <c:pt idx="1226">
                  <c:v>5.6744597834242115E-3</c:v>
                </c:pt>
                <c:pt idx="1227">
                  <c:v>5.6647881042757248E-3</c:v>
                </c:pt>
                <c:pt idx="1228">
                  <c:v>6.0968743128391881E-3</c:v>
                </c:pt>
                <c:pt idx="1229">
                  <c:v>5.9570148046422834E-3</c:v>
                </c:pt>
                <c:pt idx="1230">
                  <c:v>5.9392240814875987E-3</c:v>
                </c:pt>
                <c:pt idx="1231">
                  <c:v>5.9228677483830735E-3</c:v>
                </c:pt>
                <c:pt idx="1232">
                  <c:v>6.5205956905057339E-3</c:v>
                </c:pt>
                <c:pt idx="1233">
                  <c:v>6.6242685393446835E-3</c:v>
                </c:pt>
                <c:pt idx="1234">
                  <c:v>6.9905194413073524E-3</c:v>
                </c:pt>
                <c:pt idx="1235">
                  <c:v>7.9608301009315742E-3</c:v>
                </c:pt>
                <c:pt idx="1236">
                  <c:v>8.080010573312266E-3</c:v>
                </c:pt>
                <c:pt idx="1237">
                  <c:v>9.0720169624520057E-3</c:v>
                </c:pt>
                <c:pt idx="1238">
                  <c:v>8.8890317018337234E-3</c:v>
                </c:pt>
                <c:pt idx="1239">
                  <c:v>9.1074051025593159E-3</c:v>
                </c:pt>
                <c:pt idx="1240">
                  <c:v>9.1657306776449111E-3</c:v>
                </c:pt>
                <c:pt idx="1241">
                  <c:v>9.2178487345833879E-3</c:v>
                </c:pt>
                <c:pt idx="1242">
                  <c:v>9.0771243662111246E-3</c:v>
                </c:pt>
                <c:pt idx="1243">
                  <c:v>8.9811506207453408E-3</c:v>
                </c:pt>
                <c:pt idx="1244">
                  <c:v>8.3827283412933884E-3</c:v>
                </c:pt>
                <c:pt idx="1245">
                  <c:v>9.4150335870518739E-3</c:v>
                </c:pt>
                <c:pt idx="1246">
                  <c:v>9.3919135052770129E-3</c:v>
                </c:pt>
                <c:pt idx="1247">
                  <c:v>9.7536506220772447E-3</c:v>
                </c:pt>
                <c:pt idx="1248">
                  <c:v>9.775102588918597E-3</c:v>
                </c:pt>
                <c:pt idx="1249">
                  <c:v>9.6428401848138463E-3</c:v>
                </c:pt>
                <c:pt idx="1250">
                  <c:v>1.0316399108308512E-2</c:v>
                </c:pt>
                <c:pt idx="1251">
                  <c:v>1.0375654787987942E-2</c:v>
                </c:pt>
                <c:pt idx="1252">
                  <c:v>1.0668293264197978E-2</c:v>
                </c:pt>
                <c:pt idx="1253">
                  <c:v>1.0509253471933419E-2</c:v>
                </c:pt>
                <c:pt idx="1254">
                  <c:v>1.0563421703358793E-2</c:v>
                </c:pt>
                <c:pt idx="1255">
                  <c:v>1.0048921971064537E-2</c:v>
                </c:pt>
                <c:pt idx="1256">
                  <c:v>1.0596126092095716E-2</c:v>
                </c:pt>
                <c:pt idx="1257">
                  <c:v>1.0605133667376409E-2</c:v>
                </c:pt>
                <c:pt idx="1258">
                  <c:v>1.021056509442945E-2</c:v>
                </c:pt>
                <c:pt idx="1259">
                  <c:v>1.0043544287031197E-2</c:v>
                </c:pt>
                <c:pt idx="1260">
                  <c:v>1.0065000344726323E-2</c:v>
                </c:pt>
                <c:pt idx="1261">
                  <c:v>1.0631413328688446E-2</c:v>
                </c:pt>
                <c:pt idx="1262">
                  <c:v>1.2182100519390329E-2</c:v>
                </c:pt>
                <c:pt idx="1263">
                  <c:v>1.2143914260773259E-2</c:v>
                </c:pt>
                <c:pt idx="1264">
                  <c:v>1.8970709946188515E-2</c:v>
                </c:pt>
                <c:pt idx="1265">
                  <c:v>1.91410612350086E-2</c:v>
                </c:pt>
                <c:pt idx="1266">
                  <c:v>2.1129725411028304E-2</c:v>
                </c:pt>
                <c:pt idx="1267">
                  <c:v>2.1398246781649179E-2</c:v>
                </c:pt>
                <c:pt idx="1268">
                  <c:v>2.1821970631623895E-2</c:v>
                </c:pt>
                <c:pt idx="1269">
                  <c:v>2.1790585651287376E-2</c:v>
                </c:pt>
                <c:pt idx="1270">
                  <c:v>2.977702708090519E-2</c:v>
                </c:pt>
                <c:pt idx="1271">
                  <c:v>3.6259492925662308E-2</c:v>
                </c:pt>
                <c:pt idx="1272">
                  <c:v>3.7569901106813866E-2</c:v>
                </c:pt>
                <c:pt idx="1273">
                  <c:v>3.8243660189438207E-2</c:v>
                </c:pt>
                <c:pt idx="1274">
                  <c:v>4.0290991423329869E-2</c:v>
                </c:pt>
                <c:pt idx="1275">
                  <c:v>4.0341089762614107E-2</c:v>
                </c:pt>
                <c:pt idx="1276">
                  <c:v>4.0372414740507095E-2</c:v>
                </c:pt>
                <c:pt idx="1277">
                  <c:v>4.2493556681149562E-2</c:v>
                </c:pt>
                <c:pt idx="1278">
                  <c:v>4.3087144357681642E-2</c:v>
                </c:pt>
                <c:pt idx="1279">
                  <c:v>4.305419662151691E-2</c:v>
                </c:pt>
                <c:pt idx="1280">
                  <c:v>4.7056063237849763E-2</c:v>
                </c:pt>
                <c:pt idx="1281">
                  <c:v>4.7004063811619319E-2</c:v>
                </c:pt>
                <c:pt idx="1282">
                  <c:v>4.6783979344237843E-2</c:v>
                </c:pt>
                <c:pt idx="1283">
                  <c:v>4.6389618478209778E-2</c:v>
                </c:pt>
                <c:pt idx="1284">
                  <c:v>4.7180629235089498E-2</c:v>
                </c:pt>
                <c:pt idx="1285">
                  <c:v>4.4053734372496323E-2</c:v>
                </c:pt>
                <c:pt idx="1286">
                  <c:v>4.4215259291534817E-2</c:v>
                </c:pt>
                <c:pt idx="1287">
                  <c:v>4.2273400923401004E-2</c:v>
                </c:pt>
                <c:pt idx="1288">
                  <c:v>4.2352193850796603E-2</c:v>
                </c:pt>
                <c:pt idx="1289">
                  <c:v>4.1633862339668481E-2</c:v>
                </c:pt>
                <c:pt idx="1290">
                  <c:v>4.1753417166420975E-2</c:v>
                </c:pt>
                <c:pt idx="1291">
                  <c:v>3.8412795391455694E-2</c:v>
                </c:pt>
                <c:pt idx="1292">
                  <c:v>2.8715429138136395E-2</c:v>
                </c:pt>
                <c:pt idx="1293">
                  <c:v>2.862126124493063E-2</c:v>
                </c:pt>
                <c:pt idx="1294">
                  <c:v>2.8590241949941999E-2</c:v>
                </c:pt>
                <c:pt idx="1295">
                  <c:v>2.6996230160363444E-2</c:v>
                </c:pt>
                <c:pt idx="1296">
                  <c:v>2.8577199029044126E-2</c:v>
                </c:pt>
                <c:pt idx="1297">
                  <c:v>2.8921642300072388E-2</c:v>
                </c:pt>
                <c:pt idx="1298">
                  <c:v>2.6367229358386809E-2</c:v>
                </c:pt>
                <c:pt idx="1299">
                  <c:v>2.53813240509142E-2</c:v>
                </c:pt>
                <c:pt idx="1300">
                  <c:v>2.5688879322318687E-2</c:v>
                </c:pt>
                <c:pt idx="1301">
                  <c:v>1.7399427465032015E-2</c:v>
                </c:pt>
                <c:pt idx="1302">
                  <c:v>1.7492524935719851E-2</c:v>
                </c:pt>
                <c:pt idx="1303">
                  <c:v>1.7415587844478657E-2</c:v>
                </c:pt>
                <c:pt idx="1304">
                  <c:v>1.7347259100076756E-2</c:v>
                </c:pt>
                <c:pt idx="1305">
                  <c:v>1.419577117255127E-2</c:v>
                </c:pt>
                <c:pt idx="1306">
                  <c:v>1.4240608039326407E-2</c:v>
                </c:pt>
                <c:pt idx="1307">
                  <c:v>1.4414072525176682E-2</c:v>
                </c:pt>
                <c:pt idx="1308">
                  <c:v>1.4409029252791248E-2</c:v>
                </c:pt>
                <c:pt idx="1309">
                  <c:v>1.5316737034882712E-2</c:v>
                </c:pt>
                <c:pt idx="1310">
                  <c:v>1.4149936423233726E-2</c:v>
                </c:pt>
                <c:pt idx="1311">
                  <c:v>1.4226481456762396E-2</c:v>
                </c:pt>
                <c:pt idx="1312">
                  <c:v>1.4226090551454679E-2</c:v>
                </c:pt>
                <c:pt idx="1313">
                  <c:v>1.3951920611511709E-2</c:v>
                </c:pt>
                <c:pt idx="1314">
                  <c:v>1.530407919013756E-2</c:v>
                </c:pt>
                <c:pt idx="1315">
                  <c:v>1.5366360364674052E-2</c:v>
                </c:pt>
                <c:pt idx="1316">
                  <c:v>1.5482856880626157E-2</c:v>
                </c:pt>
                <c:pt idx="1317">
                  <c:v>1.2722943339316773E-2</c:v>
                </c:pt>
                <c:pt idx="1318">
                  <c:v>1.1873242932679768E-2</c:v>
                </c:pt>
                <c:pt idx="1319">
                  <c:v>1.0787165383227638E-2</c:v>
                </c:pt>
                <c:pt idx="1320">
                  <c:v>9.9863785147031835E-3</c:v>
                </c:pt>
                <c:pt idx="1321">
                  <c:v>9.5290274101225755E-3</c:v>
                </c:pt>
                <c:pt idx="1322">
                  <c:v>9.4308403471291512E-3</c:v>
                </c:pt>
                <c:pt idx="1323">
                  <c:v>1.0260931633907398E-2</c:v>
                </c:pt>
                <c:pt idx="1324">
                  <c:v>1.0110531569280124E-2</c:v>
                </c:pt>
                <c:pt idx="1325">
                  <c:v>1.092742457623406E-2</c:v>
                </c:pt>
                <c:pt idx="1326">
                  <c:v>1.1041550049683128E-2</c:v>
                </c:pt>
                <c:pt idx="1327">
                  <c:v>1.0815635260943895E-2</c:v>
                </c:pt>
                <c:pt idx="1328">
                  <c:v>1.0817665311170678E-2</c:v>
                </c:pt>
                <c:pt idx="1329">
                  <c:v>1.0486077532286269E-2</c:v>
                </c:pt>
                <c:pt idx="1330">
                  <c:v>9.5362758748323215E-3</c:v>
                </c:pt>
                <c:pt idx="1331">
                  <c:v>1.0009842511974261E-2</c:v>
                </c:pt>
                <c:pt idx="1332">
                  <c:v>9.7866905632660074E-3</c:v>
                </c:pt>
                <c:pt idx="1333">
                  <c:v>1.0623308321606725E-2</c:v>
                </c:pt>
                <c:pt idx="1334">
                  <c:v>1.1040011932431395E-2</c:v>
                </c:pt>
                <c:pt idx="1335">
                  <c:v>9.1694429172514361E-3</c:v>
                </c:pt>
                <c:pt idx="1336">
                  <c:v>8.9875377602363516E-3</c:v>
                </c:pt>
                <c:pt idx="1337">
                  <c:v>8.8522091557696261E-3</c:v>
                </c:pt>
                <c:pt idx="1338">
                  <c:v>8.8047129089545099E-3</c:v>
                </c:pt>
                <c:pt idx="1339">
                  <c:v>8.8852210560454361E-3</c:v>
                </c:pt>
                <c:pt idx="1340">
                  <c:v>8.8469471566863175E-3</c:v>
                </c:pt>
                <c:pt idx="1341">
                  <c:v>8.9198651775446534E-3</c:v>
                </c:pt>
                <c:pt idx="1342">
                  <c:v>9.0360464340767648E-3</c:v>
                </c:pt>
                <c:pt idx="1343">
                  <c:v>9.0927759380320626E-3</c:v>
                </c:pt>
                <c:pt idx="1344">
                  <c:v>8.3534015136329954E-3</c:v>
                </c:pt>
                <c:pt idx="1345">
                  <c:v>8.6277267080911973E-3</c:v>
                </c:pt>
                <c:pt idx="1346">
                  <c:v>8.049107892167796E-3</c:v>
                </c:pt>
                <c:pt idx="1347">
                  <c:v>7.8594773171653341E-3</c:v>
                </c:pt>
                <c:pt idx="1348">
                  <c:v>7.6072782264374741E-3</c:v>
                </c:pt>
                <c:pt idx="1349">
                  <c:v>7.621236019992963E-3</c:v>
                </c:pt>
                <c:pt idx="1350">
                  <c:v>7.6092890425656333E-3</c:v>
                </c:pt>
                <c:pt idx="1351">
                  <c:v>8.0868698873328166E-3</c:v>
                </c:pt>
                <c:pt idx="1352">
                  <c:v>7.8519581088685748E-3</c:v>
                </c:pt>
                <c:pt idx="1353">
                  <c:v>7.8442016821936786E-3</c:v>
                </c:pt>
                <c:pt idx="1354">
                  <c:v>6.6443858181201793E-3</c:v>
                </c:pt>
                <c:pt idx="1355">
                  <c:v>6.1941121359342126E-3</c:v>
                </c:pt>
                <c:pt idx="1356">
                  <c:v>6.0728936893503704E-3</c:v>
                </c:pt>
                <c:pt idx="1357">
                  <c:v>6.0624007523966449E-3</c:v>
                </c:pt>
                <c:pt idx="1358">
                  <c:v>6.3216276363853297E-3</c:v>
                </c:pt>
                <c:pt idx="1359">
                  <c:v>6.4017623714886056E-3</c:v>
                </c:pt>
                <c:pt idx="1360">
                  <c:v>6.3131941336280681E-3</c:v>
                </c:pt>
                <c:pt idx="1361">
                  <c:v>6.3353784290481885E-3</c:v>
                </c:pt>
                <c:pt idx="1362">
                  <c:v>6.2590833196010777E-3</c:v>
                </c:pt>
                <c:pt idx="1363">
                  <c:v>6.6885614178549815E-3</c:v>
                </c:pt>
                <c:pt idx="1364">
                  <c:v>6.7281077043924616E-3</c:v>
                </c:pt>
                <c:pt idx="1365">
                  <c:v>6.7109890937767681E-3</c:v>
                </c:pt>
                <c:pt idx="1366">
                  <c:v>6.2288567522574556E-3</c:v>
                </c:pt>
                <c:pt idx="1367">
                  <c:v>5.9236925961483472E-3</c:v>
                </c:pt>
                <c:pt idx="1368">
                  <c:v>5.7820446633033021E-3</c:v>
                </c:pt>
                <c:pt idx="1369">
                  <c:v>6.5769894018692697E-3</c:v>
                </c:pt>
                <c:pt idx="1370">
                  <c:v>6.6838928198319093E-3</c:v>
                </c:pt>
                <c:pt idx="1371">
                  <c:v>6.7660396255995962E-3</c:v>
                </c:pt>
                <c:pt idx="1372">
                  <c:v>6.5810570963232536E-3</c:v>
                </c:pt>
                <c:pt idx="1373">
                  <c:v>6.446875801280374E-3</c:v>
                </c:pt>
                <c:pt idx="1374">
                  <c:v>6.5228638294970156E-3</c:v>
                </c:pt>
                <c:pt idx="1375">
                  <c:v>6.4748748957320452E-3</c:v>
                </c:pt>
                <c:pt idx="1376">
                  <c:v>6.4378759075753638E-3</c:v>
                </c:pt>
                <c:pt idx="1377">
                  <c:v>6.4462911413011642E-3</c:v>
                </c:pt>
                <c:pt idx="1378">
                  <c:v>6.4972969414797618E-3</c:v>
                </c:pt>
                <c:pt idx="1379">
                  <c:v>6.2157829766387911E-3</c:v>
                </c:pt>
                <c:pt idx="1380">
                  <c:v>7.7336792140994997E-3</c:v>
                </c:pt>
                <c:pt idx="1381">
                  <c:v>8.2102131821653948E-3</c:v>
                </c:pt>
                <c:pt idx="1382">
                  <c:v>8.1779393070328787E-3</c:v>
                </c:pt>
                <c:pt idx="1383">
                  <c:v>8.3154721317216847E-3</c:v>
                </c:pt>
                <c:pt idx="1384">
                  <c:v>8.4821776742695695E-3</c:v>
                </c:pt>
                <c:pt idx="1385">
                  <c:v>8.4499665212348554E-3</c:v>
                </c:pt>
                <c:pt idx="1386">
                  <c:v>8.4474866510728993E-3</c:v>
                </c:pt>
                <c:pt idx="1387">
                  <c:v>8.4000619236403139E-3</c:v>
                </c:pt>
                <c:pt idx="1388">
                  <c:v>8.4940467944079282E-3</c:v>
                </c:pt>
                <c:pt idx="1389">
                  <c:v>8.6419397848100168E-3</c:v>
                </c:pt>
                <c:pt idx="1390">
                  <c:v>8.2688676885163386E-3</c:v>
                </c:pt>
                <c:pt idx="1391">
                  <c:v>7.9090684205653881E-3</c:v>
                </c:pt>
                <c:pt idx="1392">
                  <c:v>7.8439556533839681E-3</c:v>
                </c:pt>
                <c:pt idx="1393">
                  <c:v>7.8834484539784949E-3</c:v>
                </c:pt>
                <c:pt idx="1394">
                  <c:v>7.9238634828979575E-3</c:v>
                </c:pt>
                <c:pt idx="1395">
                  <c:v>9.9363910185251633E-3</c:v>
                </c:pt>
                <c:pt idx="1396">
                  <c:v>9.932448658887422E-3</c:v>
                </c:pt>
                <c:pt idx="1397">
                  <c:v>9.9551194489800147E-3</c:v>
                </c:pt>
                <c:pt idx="1398">
                  <c:v>1.0036021353438897E-2</c:v>
                </c:pt>
                <c:pt idx="1399">
                  <c:v>1.1315983709689659E-2</c:v>
                </c:pt>
                <c:pt idx="1400">
                  <c:v>1.157241604816624E-2</c:v>
                </c:pt>
                <c:pt idx="1401">
                  <c:v>1.1148520263003345E-2</c:v>
                </c:pt>
                <c:pt idx="1402">
                  <c:v>1.1214676301809957E-2</c:v>
                </c:pt>
                <c:pt idx="1403">
                  <c:v>1.1282261965792567E-2</c:v>
                </c:pt>
                <c:pt idx="1404">
                  <c:v>1.1152678168712441E-2</c:v>
                </c:pt>
                <c:pt idx="1405">
                  <c:v>1.0697637034744854E-2</c:v>
                </c:pt>
                <c:pt idx="1406">
                  <c:v>1.0645131070836962E-2</c:v>
                </c:pt>
                <c:pt idx="1407">
                  <c:v>1.0589717522380641E-2</c:v>
                </c:pt>
                <c:pt idx="1408">
                  <c:v>1.0616646930813033E-2</c:v>
                </c:pt>
                <c:pt idx="1409">
                  <c:v>1.0583069725917835E-2</c:v>
                </c:pt>
                <c:pt idx="1410">
                  <c:v>1.0452811478133379E-2</c:v>
                </c:pt>
                <c:pt idx="1411">
                  <c:v>1.0396627988780485E-2</c:v>
                </c:pt>
                <c:pt idx="1412">
                  <c:v>1.0593440358211484E-2</c:v>
                </c:pt>
                <c:pt idx="1413">
                  <c:v>1.0530063460887272E-2</c:v>
                </c:pt>
                <c:pt idx="1414">
                  <c:v>1.0982590017154271E-2</c:v>
                </c:pt>
                <c:pt idx="1415">
                  <c:v>1.0931473765738791E-2</c:v>
                </c:pt>
                <c:pt idx="1416">
                  <c:v>8.8788808910659663E-3</c:v>
                </c:pt>
                <c:pt idx="1417">
                  <c:v>8.6865623260839568E-3</c:v>
                </c:pt>
                <c:pt idx="1418">
                  <c:v>8.6927492036254581E-3</c:v>
                </c:pt>
                <c:pt idx="1419">
                  <c:v>8.3770421563601864E-3</c:v>
                </c:pt>
                <c:pt idx="1420">
                  <c:v>7.6767637710458752E-3</c:v>
                </c:pt>
                <c:pt idx="1421">
                  <c:v>7.6573135701539716E-3</c:v>
                </c:pt>
                <c:pt idx="1422">
                  <c:v>7.1832840440263545E-3</c:v>
                </c:pt>
                <c:pt idx="1423">
                  <c:v>6.7014309511343644E-3</c:v>
                </c:pt>
                <c:pt idx="1424">
                  <c:v>6.5529533104311697E-3</c:v>
                </c:pt>
                <c:pt idx="1425">
                  <c:v>6.5363793443233746E-3</c:v>
                </c:pt>
                <c:pt idx="1426">
                  <c:v>6.5842748361562339E-3</c:v>
                </c:pt>
                <c:pt idx="1427">
                  <c:v>7.84192327010972E-3</c:v>
                </c:pt>
                <c:pt idx="1428">
                  <c:v>7.8411564955196428E-3</c:v>
                </c:pt>
                <c:pt idx="1429">
                  <c:v>7.9543967481184065E-3</c:v>
                </c:pt>
                <c:pt idx="1430">
                  <c:v>7.9350548727874348E-3</c:v>
                </c:pt>
                <c:pt idx="1431">
                  <c:v>8.2097864123226987E-3</c:v>
                </c:pt>
                <c:pt idx="1432">
                  <c:v>8.5717383049942943E-3</c:v>
                </c:pt>
                <c:pt idx="1433">
                  <c:v>8.1068515850039567E-3</c:v>
                </c:pt>
                <c:pt idx="1434">
                  <c:v>8.1047547544274255E-3</c:v>
                </c:pt>
                <c:pt idx="1435">
                  <c:v>7.7131121372638941E-3</c:v>
                </c:pt>
                <c:pt idx="1436">
                  <c:v>8.1261663034198194E-3</c:v>
                </c:pt>
                <c:pt idx="1437">
                  <c:v>7.7442242329077062E-3</c:v>
                </c:pt>
                <c:pt idx="1438">
                  <c:v>8.017463185709027E-3</c:v>
                </c:pt>
                <c:pt idx="1439">
                  <c:v>8.0188100714864794E-3</c:v>
                </c:pt>
                <c:pt idx="1440">
                  <c:v>8.0747003809456281E-3</c:v>
                </c:pt>
                <c:pt idx="1441">
                  <c:v>8.4150414290891182E-3</c:v>
                </c:pt>
                <c:pt idx="1442">
                  <c:v>8.2464128416339967E-3</c:v>
                </c:pt>
                <c:pt idx="1443">
                  <c:v>7.7781743376371193E-3</c:v>
                </c:pt>
                <c:pt idx="1444">
                  <c:v>7.404113253302552E-3</c:v>
                </c:pt>
                <c:pt idx="1445">
                  <c:v>7.3691328721322644E-3</c:v>
                </c:pt>
                <c:pt idx="1446">
                  <c:v>7.3697770280806082E-3</c:v>
                </c:pt>
                <c:pt idx="1447">
                  <c:v>7.7010564996683852E-3</c:v>
                </c:pt>
                <c:pt idx="1448">
                  <c:v>7.4015760642560449E-3</c:v>
                </c:pt>
                <c:pt idx="1449">
                  <c:v>7.3866321863994815E-3</c:v>
                </c:pt>
                <c:pt idx="1450">
                  <c:v>7.328609298469786E-3</c:v>
                </c:pt>
                <c:pt idx="1451">
                  <c:v>8.9714243814441666E-3</c:v>
                </c:pt>
                <c:pt idx="1452">
                  <c:v>8.9035678960090788E-3</c:v>
                </c:pt>
                <c:pt idx="1453">
                  <c:v>8.7642090948914057E-3</c:v>
                </c:pt>
                <c:pt idx="1454">
                  <c:v>9.5119031402723705E-3</c:v>
                </c:pt>
                <c:pt idx="1455">
                  <c:v>9.5034396272948331E-3</c:v>
                </c:pt>
                <c:pt idx="1456">
                  <c:v>9.7141994877030964E-3</c:v>
                </c:pt>
                <c:pt idx="1457">
                  <c:v>9.1112280785616302E-3</c:v>
                </c:pt>
                <c:pt idx="1458">
                  <c:v>1.1557572071342833E-2</c:v>
                </c:pt>
                <c:pt idx="1459">
                  <c:v>1.1397565002230225E-2</c:v>
                </c:pt>
                <c:pt idx="1460">
                  <c:v>1.1940142121940171E-2</c:v>
                </c:pt>
                <c:pt idx="1461">
                  <c:v>1.1891622009719969E-2</c:v>
                </c:pt>
                <c:pt idx="1462">
                  <c:v>1.1349354210143313E-2</c:v>
                </c:pt>
                <c:pt idx="1463">
                  <c:v>1.1338854578403669E-2</c:v>
                </c:pt>
                <c:pt idx="1464">
                  <c:v>1.1316541694221652E-2</c:v>
                </c:pt>
                <c:pt idx="1465">
                  <c:v>1.1409302950062246E-2</c:v>
                </c:pt>
                <c:pt idx="1466">
                  <c:v>1.1423829714671624E-2</c:v>
                </c:pt>
                <c:pt idx="1467">
                  <c:v>1.1437967467727976E-2</c:v>
                </c:pt>
                <c:pt idx="1468">
                  <c:v>1.1202503458209501E-2</c:v>
                </c:pt>
                <c:pt idx="1469">
                  <c:v>1.1269110323391321E-2</c:v>
                </c:pt>
                <c:pt idx="1470">
                  <c:v>1.1499526915045284E-2</c:v>
                </c:pt>
                <c:pt idx="1471">
                  <c:v>1.1467570340544679E-2</c:v>
                </c:pt>
                <c:pt idx="1472">
                  <c:v>1.0061630084179774E-2</c:v>
                </c:pt>
                <c:pt idx="1473">
                  <c:v>9.9732791097944095E-3</c:v>
                </c:pt>
                <c:pt idx="1474">
                  <c:v>1.0000352515095255E-2</c:v>
                </c:pt>
                <c:pt idx="1475">
                  <c:v>9.6432244460558352E-3</c:v>
                </c:pt>
                <c:pt idx="1476">
                  <c:v>9.7366311730390422E-3</c:v>
                </c:pt>
                <c:pt idx="1477">
                  <c:v>9.692360274589298E-3</c:v>
                </c:pt>
                <c:pt idx="1478">
                  <c:v>9.7203309874507038E-3</c:v>
                </c:pt>
                <c:pt idx="1479">
                  <c:v>7.202373339908353E-3</c:v>
                </c:pt>
                <c:pt idx="1480">
                  <c:v>7.2490147589895715E-3</c:v>
                </c:pt>
                <c:pt idx="1481">
                  <c:v>6.0744848554740005E-3</c:v>
                </c:pt>
                <c:pt idx="1482">
                  <c:v>6.2491899948980472E-3</c:v>
                </c:pt>
                <c:pt idx="1483">
                  <c:v>6.2694702441572396E-3</c:v>
                </c:pt>
                <c:pt idx="1484">
                  <c:v>7.5511620246998369E-3</c:v>
                </c:pt>
                <c:pt idx="1485">
                  <c:v>8.0793862212000765E-3</c:v>
                </c:pt>
                <c:pt idx="1486">
                  <c:v>9.0359638715120424E-3</c:v>
                </c:pt>
                <c:pt idx="1487">
                  <c:v>8.9085363012841277E-3</c:v>
                </c:pt>
                <c:pt idx="1488">
                  <c:v>8.7408082473869071E-3</c:v>
                </c:pt>
                <c:pt idx="1489">
                  <c:v>1.0374503543858726E-2</c:v>
                </c:pt>
                <c:pt idx="1490">
                  <c:v>1.0090920534727269E-2</c:v>
                </c:pt>
                <c:pt idx="1491">
                  <c:v>9.9751496908099153E-3</c:v>
                </c:pt>
                <c:pt idx="1492">
                  <c:v>9.9699413914248122E-3</c:v>
                </c:pt>
                <c:pt idx="1493">
                  <c:v>9.596310019636187E-3</c:v>
                </c:pt>
                <c:pt idx="1494">
                  <c:v>9.7070823888599396E-3</c:v>
                </c:pt>
                <c:pt idx="1495">
                  <c:v>1.0233918564200771E-2</c:v>
                </c:pt>
                <c:pt idx="1496">
                  <c:v>1.0052295898564377E-2</c:v>
                </c:pt>
                <c:pt idx="1497">
                  <c:v>1.004063823353059E-2</c:v>
                </c:pt>
                <c:pt idx="1498">
                  <c:v>1.0083701593231569E-2</c:v>
                </c:pt>
                <c:pt idx="1499">
                  <c:v>1.0011015678958938E-2</c:v>
                </c:pt>
                <c:pt idx="1500">
                  <c:v>1.0011931976403722E-2</c:v>
                </c:pt>
                <c:pt idx="1501">
                  <c:v>1.0326597833922493E-2</c:v>
                </c:pt>
                <c:pt idx="1502">
                  <c:v>1.0417726696710537E-2</c:v>
                </c:pt>
                <c:pt idx="1503">
                  <c:v>1.0375152777834436E-2</c:v>
                </c:pt>
                <c:pt idx="1504">
                  <c:v>1.0326252307743431E-2</c:v>
                </c:pt>
                <c:pt idx="1505">
                  <c:v>1.0151355787401043E-2</c:v>
                </c:pt>
                <c:pt idx="1506">
                  <c:v>1.0022048048877153E-2</c:v>
                </c:pt>
                <c:pt idx="1507">
                  <c:v>9.7512831257037785E-3</c:v>
                </c:pt>
                <c:pt idx="1508">
                  <c:v>9.8545391050847194E-3</c:v>
                </c:pt>
                <c:pt idx="1509">
                  <c:v>9.8513628293371933E-3</c:v>
                </c:pt>
                <c:pt idx="1510">
                  <c:v>8.0509451043288029E-3</c:v>
                </c:pt>
                <c:pt idx="1511">
                  <c:v>7.9814694252934252E-3</c:v>
                </c:pt>
                <c:pt idx="1512">
                  <c:v>7.9604085230123092E-3</c:v>
                </c:pt>
                <c:pt idx="1513">
                  <c:v>8.0378287664343399E-3</c:v>
                </c:pt>
                <c:pt idx="1514">
                  <c:v>8.2679501276783501E-3</c:v>
                </c:pt>
                <c:pt idx="1515">
                  <c:v>7.9779378294281798E-3</c:v>
                </c:pt>
                <c:pt idx="1516">
                  <c:v>7.6708605826764902E-3</c:v>
                </c:pt>
                <c:pt idx="1517">
                  <c:v>7.7063901145071594E-3</c:v>
                </c:pt>
                <c:pt idx="1518">
                  <c:v>7.5959923900116065E-3</c:v>
                </c:pt>
                <c:pt idx="1519">
                  <c:v>9.2279000977790685E-3</c:v>
                </c:pt>
                <c:pt idx="1520">
                  <c:v>9.7984441508897086E-3</c:v>
                </c:pt>
                <c:pt idx="1521">
                  <c:v>9.8576582252342532E-3</c:v>
                </c:pt>
                <c:pt idx="1522">
                  <c:v>9.9170746106456015E-3</c:v>
                </c:pt>
                <c:pt idx="1523">
                  <c:v>1.1226941844025238E-2</c:v>
                </c:pt>
                <c:pt idx="1524">
                  <c:v>1.1886596693783807E-2</c:v>
                </c:pt>
                <c:pt idx="1525">
                  <c:v>1.2724403757020268E-2</c:v>
                </c:pt>
                <c:pt idx="1526">
                  <c:v>1.2032862260042373E-2</c:v>
                </c:pt>
                <c:pt idx="1527">
                  <c:v>1.1962171448770981E-2</c:v>
                </c:pt>
                <c:pt idx="1528">
                  <c:v>1.2400494854705943E-2</c:v>
                </c:pt>
                <c:pt idx="1529">
                  <c:v>1.2474851920298796E-2</c:v>
                </c:pt>
                <c:pt idx="1530">
                  <c:v>1.2503433079906737E-2</c:v>
                </c:pt>
                <c:pt idx="1531">
                  <c:v>1.2468207463998066E-2</c:v>
                </c:pt>
                <c:pt idx="1532">
                  <c:v>1.2399635016942826E-2</c:v>
                </c:pt>
                <c:pt idx="1533">
                  <c:v>1.3341492007397327E-2</c:v>
                </c:pt>
                <c:pt idx="1534">
                  <c:v>1.3329329434498226E-2</c:v>
                </c:pt>
                <c:pt idx="1535">
                  <c:v>1.307954377367542E-2</c:v>
                </c:pt>
                <c:pt idx="1536">
                  <c:v>1.3084052794151157E-2</c:v>
                </c:pt>
                <c:pt idx="1537">
                  <c:v>1.3260932748903749E-2</c:v>
                </c:pt>
                <c:pt idx="1538">
                  <c:v>1.3308313617884747E-2</c:v>
                </c:pt>
                <c:pt idx="1539">
                  <c:v>1.3453459318609518E-2</c:v>
                </c:pt>
                <c:pt idx="1540">
                  <c:v>1.2547003159044508E-2</c:v>
                </c:pt>
                <c:pt idx="1541">
                  <c:v>1.195527521198516E-2</c:v>
                </c:pt>
                <c:pt idx="1542">
                  <c:v>1.198755670598995E-2</c:v>
                </c:pt>
                <c:pt idx="1543">
                  <c:v>1.1603243271045815E-2</c:v>
                </c:pt>
                <c:pt idx="1544">
                  <c:v>1.0389348377247766E-2</c:v>
                </c:pt>
                <c:pt idx="1545">
                  <c:v>9.958111277557637E-3</c:v>
                </c:pt>
                <c:pt idx="1546">
                  <c:v>8.9101629834904637E-3</c:v>
                </c:pt>
                <c:pt idx="1547">
                  <c:v>8.5862240147729554E-3</c:v>
                </c:pt>
                <c:pt idx="1548">
                  <c:v>8.6244113430494311E-3</c:v>
                </c:pt>
                <c:pt idx="1549">
                  <c:v>7.9822196576070318E-3</c:v>
                </c:pt>
                <c:pt idx="1550">
                  <c:v>7.7065071990936457E-3</c:v>
                </c:pt>
                <c:pt idx="1551">
                  <c:v>7.5791933444750437E-3</c:v>
                </c:pt>
                <c:pt idx="1552">
                  <c:v>7.4929428956970016E-3</c:v>
                </c:pt>
                <c:pt idx="1553">
                  <c:v>7.2130223469759266E-3</c:v>
                </c:pt>
                <c:pt idx="1554">
                  <c:v>7.6163293540285797E-3</c:v>
                </c:pt>
                <c:pt idx="1555">
                  <c:v>7.5544540695546758E-3</c:v>
                </c:pt>
                <c:pt idx="1556">
                  <c:v>7.5559770258175748E-3</c:v>
                </c:pt>
                <c:pt idx="1557">
                  <c:v>7.4513412374139672E-3</c:v>
                </c:pt>
                <c:pt idx="1558">
                  <c:v>7.322791611761123E-3</c:v>
                </c:pt>
                <c:pt idx="1559">
                  <c:v>7.2904362746150945E-3</c:v>
                </c:pt>
                <c:pt idx="1560">
                  <c:v>7.1227827880859492E-3</c:v>
                </c:pt>
                <c:pt idx="1561">
                  <c:v>6.8184666158039725E-3</c:v>
                </c:pt>
                <c:pt idx="1562">
                  <c:v>6.791825299417212E-3</c:v>
                </c:pt>
                <c:pt idx="1563">
                  <c:v>6.7650903156818327E-3</c:v>
                </c:pt>
                <c:pt idx="1564">
                  <c:v>6.748266980433063E-3</c:v>
                </c:pt>
                <c:pt idx="1565">
                  <c:v>6.9370078022098144E-3</c:v>
                </c:pt>
                <c:pt idx="1566">
                  <c:v>6.2809745727558479E-3</c:v>
                </c:pt>
                <c:pt idx="1567">
                  <c:v>6.1440607275204812E-3</c:v>
                </c:pt>
                <c:pt idx="1568">
                  <c:v>6.0263894427207525E-3</c:v>
                </c:pt>
                <c:pt idx="1569">
                  <c:v>6.1506945453138392E-3</c:v>
                </c:pt>
                <c:pt idx="1570">
                  <c:v>6.2220195027219045E-3</c:v>
                </c:pt>
                <c:pt idx="1571">
                  <c:v>6.3848258227712324E-3</c:v>
                </c:pt>
                <c:pt idx="1572">
                  <c:v>6.4585126595687247E-3</c:v>
                </c:pt>
                <c:pt idx="1573">
                  <c:v>6.4029437694813791E-3</c:v>
                </c:pt>
                <c:pt idx="1574">
                  <c:v>6.411731235121931E-3</c:v>
                </c:pt>
                <c:pt idx="1575">
                  <c:v>4.6968193432465801E-3</c:v>
                </c:pt>
                <c:pt idx="1576">
                  <c:v>4.8814640050815908E-3</c:v>
                </c:pt>
                <c:pt idx="1577">
                  <c:v>4.9032259141300223E-3</c:v>
                </c:pt>
                <c:pt idx="1578">
                  <c:v>4.8782353348516914E-3</c:v>
                </c:pt>
                <c:pt idx="1579">
                  <c:v>4.3911732568246561E-3</c:v>
                </c:pt>
                <c:pt idx="1580">
                  <c:v>4.3050198454711343E-3</c:v>
                </c:pt>
                <c:pt idx="1581">
                  <c:v>4.2300844381121172E-3</c:v>
                </c:pt>
                <c:pt idx="1582">
                  <c:v>4.2972542496391127E-3</c:v>
                </c:pt>
                <c:pt idx="1583">
                  <c:v>4.2934891863324019E-3</c:v>
                </c:pt>
                <c:pt idx="1584">
                  <c:v>4.6571754467708412E-3</c:v>
                </c:pt>
                <c:pt idx="1585">
                  <c:v>4.6552835181407704E-3</c:v>
                </c:pt>
                <c:pt idx="1586">
                  <c:v>4.3075672833870196E-3</c:v>
                </c:pt>
                <c:pt idx="1587">
                  <c:v>4.4488878257864864E-3</c:v>
                </c:pt>
                <c:pt idx="1588">
                  <c:v>4.2400740304313457E-3</c:v>
                </c:pt>
                <c:pt idx="1589">
                  <c:v>4.1413995812949727E-3</c:v>
                </c:pt>
                <c:pt idx="1590">
                  <c:v>4.0492166759141419E-3</c:v>
                </c:pt>
                <c:pt idx="1591">
                  <c:v>4.0672213227484506E-3</c:v>
                </c:pt>
                <c:pt idx="1592">
                  <c:v>3.8678921576209275E-3</c:v>
                </c:pt>
                <c:pt idx="1593">
                  <c:v>4.2244170055678208E-3</c:v>
                </c:pt>
                <c:pt idx="1594">
                  <c:v>4.1613287525675167E-3</c:v>
                </c:pt>
                <c:pt idx="1595">
                  <c:v>4.1108067428476938E-3</c:v>
                </c:pt>
                <c:pt idx="1596">
                  <c:v>4.1478937029524937E-3</c:v>
                </c:pt>
                <c:pt idx="1597">
                  <c:v>3.8611210745238922E-3</c:v>
                </c:pt>
                <c:pt idx="1598">
                  <c:v>3.702134375562929E-3</c:v>
                </c:pt>
                <c:pt idx="1599">
                  <c:v>3.7130891998544292E-3</c:v>
                </c:pt>
                <c:pt idx="1600">
                  <c:v>3.6840347185927618E-3</c:v>
                </c:pt>
                <c:pt idx="1601">
                  <c:v>3.652190701341949E-3</c:v>
                </c:pt>
                <c:pt idx="1602">
                  <c:v>3.6312799635946102E-3</c:v>
                </c:pt>
                <c:pt idx="1603">
                  <c:v>3.9720460588837962E-3</c:v>
                </c:pt>
                <c:pt idx="1604">
                  <c:v>4.0001891397845029E-3</c:v>
                </c:pt>
                <c:pt idx="1605">
                  <c:v>3.7887629765456735E-3</c:v>
                </c:pt>
                <c:pt idx="1606">
                  <c:v>3.7849019500525685E-3</c:v>
                </c:pt>
                <c:pt idx="1607">
                  <c:v>4.2820896141820579E-3</c:v>
                </c:pt>
                <c:pt idx="1608">
                  <c:v>4.221863123418255E-3</c:v>
                </c:pt>
                <c:pt idx="1609">
                  <c:v>4.2305352571819247E-3</c:v>
                </c:pt>
                <c:pt idx="1610">
                  <c:v>5.6704591240322238E-3</c:v>
                </c:pt>
                <c:pt idx="1611">
                  <c:v>6.0016283904633849E-3</c:v>
                </c:pt>
                <c:pt idx="1612">
                  <c:v>6.0462997924524402E-3</c:v>
                </c:pt>
                <c:pt idx="1613">
                  <c:v>5.9368609968173053E-3</c:v>
                </c:pt>
                <c:pt idx="1614">
                  <c:v>5.6716201265409067E-3</c:v>
                </c:pt>
                <c:pt idx="1615">
                  <c:v>5.7713262884579184E-3</c:v>
                </c:pt>
                <c:pt idx="1616">
                  <c:v>5.8212618684879104E-3</c:v>
                </c:pt>
                <c:pt idx="1617">
                  <c:v>5.8193908685437975E-3</c:v>
                </c:pt>
                <c:pt idx="1618">
                  <c:v>6.073135819610183E-3</c:v>
                </c:pt>
                <c:pt idx="1619">
                  <c:v>6.0731858881915351E-3</c:v>
                </c:pt>
                <c:pt idx="1620">
                  <c:v>6.7193985842828735E-3</c:v>
                </c:pt>
                <c:pt idx="1621">
                  <c:v>6.7617650055479921E-3</c:v>
                </c:pt>
                <c:pt idx="1622">
                  <c:v>8.1261543281116212E-3</c:v>
                </c:pt>
                <c:pt idx="1623">
                  <c:v>8.2135746126548812E-3</c:v>
                </c:pt>
                <c:pt idx="1624">
                  <c:v>8.373058766257345E-3</c:v>
                </c:pt>
                <c:pt idx="1625">
                  <c:v>8.3496032084130738E-3</c:v>
                </c:pt>
                <c:pt idx="1626">
                  <c:v>8.2616657712351934E-3</c:v>
                </c:pt>
                <c:pt idx="1627">
                  <c:v>8.2349034085797725E-3</c:v>
                </c:pt>
                <c:pt idx="1628">
                  <c:v>7.7152954567392355E-3</c:v>
                </c:pt>
                <c:pt idx="1629">
                  <c:v>7.791008119277327E-3</c:v>
                </c:pt>
                <c:pt idx="1630">
                  <c:v>7.7978235600340614E-3</c:v>
                </c:pt>
                <c:pt idx="1631">
                  <c:v>7.7287069481250543E-3</c:v>
                </c:pt>
                <c:pt idx="1632">
                  <c:v>7.2188220357681382E-3</c:v>
                </c:pt>
                <c:pt idx="1633">
                  <c:v>7.332103248896325E-3</c:v>
                </c:pt>
                <c:pt idx="1634">
                  <c:v>7.2430718459428108E-3</c:v>
                </c:pt>
                <c:pt idx="1635">
                  <c:v>7.2821672592026073E-3</c:v>
                </c:pt>
                <c:pt idx="1636">
                  <c:v>7.0346828969821557E-3</c:v>
                </c:pt>
                <c:pt idx="1637">
                  <c:v>6.876648601214762E-3</c:v>
                </c:pt>
                <c:pt idx="1638">
                  <c:v>7.0895564045920147E-3</c:v>
                </c:pt>
                <c:pt idx="1639">
                  <c:v>7.0850741964477298E-3</c:v>
                </c:pt>
                <c:pt idx="1640">
                  <c:v>7.2784757347417982E-3</c:v>
                </c:pt>
                <c:pt idx="1641">
                  <c:v>7.2765059651440662E-3</c:v>
                </c:pt>
                <c:pt idx="1642">
                  <c:v>7.3338518561782045E-3</c:v>
                </c:pt>
                <c:pt idx="1643">
                  <c:v>6.207375073635381E-3</c:v>
                </c:pt>
                <c:pt idx="1644">
                  <c:v>6.2046724593943165E-3</c:v>
                </c:pt>
                <c:pt idx="1645">
                  <c:v>5.7799618030813082E-3</c:v>
                </c:pt>
                <c:pt idx="1646">
                  <c:v>6.6234332847096662E-3</c:v>
                </c:pt>
                <c:pt idx="1647">
                  <c:v>7.1032789134573594E-3</c:v>
                </c:pt>
                <c:pt idx="1648">
                  <c:v>7.1338279969202041E-3</c:v>
                </c:pt>
                <c:pt idx="1649">
                  <c:v>7.1591766917934521E-3</c:v>
                </c:pt>
                <c:pt idx="1650">
                  <c:v>6.9339114955258513E-3</c:v>
                </c:pt>
                <c:pt idx="1651">
                  <c:v>6.9311234414830055E-3</c:v>
                </c:pt>
                <c:pt idx="1652">
                  <c:v>5.9536918685162811E-3</c:v>
                </c:pt>
                <c:pt idx="1653">
                  <c:v>5.9393409329603119E-3</c:v>
                </c:pt>
                <c:pt idx="1654">
                  <c:v>6.108292744444326E-3</c:v>
                </c:pt>
                <c:pt idx="1655">
                  <c:v>6.0797646962339278E-3</c:v>
                </c:pt>
                <c:pt idx="1656">
                  <c:v>6.2070836309204326E-3</c:v>
                </c:pt>
                <c:pt idx="1657">
                  <c:v>6.2275291437461633E-3</c:v>
                </c:pt>
                <c:pt idx="1658">
                  <c:v>6.7962811879133259E-3</c:v>
                </c:pt>
                <c:pt idx="1659">
                  <c:v>6.9710099768574389E-3</c:v>
                </c:pt>
                <c:pt idx="1660">
                  <c:v>7.0467323975188199E-3</c:v>
                </c:pt>
                <c:pt idx="1661">
                  <c:v>6.6057422516474897E-3</c:v>
                </c:pt>
                <c:pt idx="1662">
                  <c:v>9.6622405858635459E-3</c:v>
                </c:pt>
                <c:pt idx="1663">
                  <c:v>9.7811840468615668E-3</c:v>
                </c:pt>
                <c:pt idx="1664">
                  <c:v>9.4440849818195616E-3</c:v>
                </c:pt>
                <c:pt idx="1665">
                  <c:v>9.6723729805667114E-3</c:v>
                </c:pt>
                <c:pt idx="1666">
                  <c:v>9.7343832718154444E-3</c:v>
                </c:pt>
                <c:pt idx="1667">
                  <c:v>9.9322005358898052E-3</c:v>
                </c:pt>
                <c:pt idx="1668">
                  <c:v>9.8950161970155111E-3</c:v>
                </c:pt>
                <c:pt idx="1669">
                  <c:v>1.0549642298942364E-2</c:v>
                </c:pt>
                <c:pt idx="1670">
                  <c:v>1.0559735425248419E-2</c:v>
                </c:pt>
                <c:pt idx="1671">
                  <c:v>1.1005239312545179E-2</c:v>
                </c:pt>
                <c:pt idx="1672">
                  <c:v>1.1002458465137662E-2</c:v>
                </c:pt>
                <c:pt idx="1673">
                  <c:v>1.1014204390076781E-2</c:v>
                </c:pt>
                <c:pt idx="1674">
                  <c:v>1.1282707166972019E-2</c:v>
                </c:pt>
                <c:pt idx="1675">
                  <c:v>1.1524308247649892E-2</c:v>
                </c:pt>
                <c:pt idx="1676">
                  <c:v>1.1515890691936188E-2</c:v>
                </c:pt>
                <c:pt idx="1677">
                  <c:v>1.1472872633581243E-2</c:v>
                </c:pt>
                <c:pt idx="1678">
                  <c:v>1.1402936337185983E-2</c:v>
                </c:pt>
                <c:pt idx="1679">
                  <c:v>1.1255402317810744E-2</c:v>
                </c:pt>
                <c:pt idx="1680">
                  <c:v>1.1306651845371569E-2</c:v>
                </c:pt>
                <c:pt idx="1681">
                  <c:v>1.1205693564213762E-2</c:v>
                </c:pt>
                <c:pt idx="1682">
                  <c:v>1.1101950334689994E-2</c:v>
                </c:pt>
                <c:pt idx="1683">
                  <c:v>8.9125386289308009E-3</c:v>
                </c:pt>
                <c:pt idx="1684">
                  <c:v>8.8995315087502282E-3</c:v>
                </c:pt>
                <c:pt idx="1685">
                  <c:v>8.8741277558523676E-3</c:v>
                </c:pt>
                <c:pt idx="1686">
                  <c:v>8.7423095810194758E-3</c:v>
                </c:pt>
                <c:pt idx="1687">
                  <c:v>8.5105206207156218E-3</c:v>
                </c:pt>
                <c:pt idx="1688">
                  <c:v>9.1376244759924733E-3</c:v>
                </c:pt>
                <c:pt idx="1689">
                  <c:v>9.1206717437315298E-3</c:v>
                </c:pt>
                <c:pt idx="1690">
                  <c:v>8.274529075690356E-3</c:v>
                </c:pt>
                <c:pt idx="1691">
                  <c:v>8.2939838069448994E-3</c:v>
                </c:pt>
                <c:pt idx="1692">
                  <c:v>8.2980663282475383E-3</c:v>
                </c:pt>
                <c:pt idx="1693">
                  <c:v>8.5528296303976747E-3</c:v>
                </c:pt>
                <c:pt idx="1694">
                  <c:v>9.2449106713566112E-3</c:v>
                </c:pt>
                <c:pt idx="1695">
                  <c:v>9.2901473259353017E-3</c:v>
                </c:pt>
                <c:pt idx="1696">
                  <c:v>9.5082399772336117E-3</c:v>
                </c:pt>
                <c:pt idx="1697">
                  <c:v>1.0125354645779374E-2</c:v>
                </c:pt>
                <c:pt idx="1698">
                  <c:v>1.0125838810006907E-2</c:v>
                </c:pt>
                <c:pt idx="1699">
                  <c:v>1.01238105434584E-2</c:v>
                </c:pt>
                <c:pt idx="1700">
                  <c:v>9.8646255009267811E-3</c:v>
                </c:pt>
                <c:pt idx="1701">
                  <c:v>9.5759352381980505E-3</c:v>
                </c:pt>
                <c:pt idx="1702">
                  <c:v>9.5407062367003359E-3</c:v>
                </c:pt>
                <c:pt idx="1703">
                  <c:v>1.0424361969170787E-2</c:v>
                </c:pt>
                <c:pt idx="1704">
                  <c:v>1.0520516911878537E-2</c:v>
                </c:pt>
                <c:pt idx="1705">
                  <c:v>1.0507634201597347E-2</c:v>
                </c:pt>
                <c:pt idx="1706">
                  <c:v>1.0479087556393891E-2</c:v>
                </c:pt>
                <c:pt idx="1707">
                  <c:v>1.0888203659983647E-2</c:v>
                </c:pt>
                <c:pt idx="1708">
                  <c:v>1.0858042465253069E-2</c:v>
                </c:pt>
                <c:pt idx="1709">
                  <c:v>1.0137283771508616E-2</c:v>
                </c:pt>
                <c:pt idx="1710">
                  <c:v>1.0223740931399236E-2</c:v>
                </c:pt>
                <c:pt idx="1711">
                  <c:v>1.0241459599122892E-2</c:v>
                </c:pt>
                <c:pt idx="1712">
                  <c:v>1.0235304717080423E-2</c:v>
                </c:pt>
                <c:pt idx="1713">
                  <c:v>1.0361208673454865E-2</c:v>
                </c:pt>
                <c:pt idx="1714">
                  <c:v>1.010182334867369E-2</c:v>
                </c:pt>
                <c:pt idx="1715">
                  <c:v>9.2416244885911193E-3</c:v>
                </c:pt>
                <c:pt idx="1716">
                  <c:v>9.0537772641152495E-3</c:v>
                </c:pt>
                <c:pt idx="1717">
                  <c:v>8.7965186176768122E-3</c:v>
                </c:pt>
                <c:pt idx="1718">
                  <c:v>8.3031777292408675E-3</c:v>
                </c:pt>
                <c:pt idx="1719">
                  <c:v>8.3392499191637954E-3</c:v>
                </c:pt>
                <c:pt idx="1720">
                  <c:v>8.1007704146889084E-3</c:v>
                </c:pt>
                <c:pt idx="1721">
                  <c:v>8.0599300290241302E-3</c:v>
                </c:pt>
                <c:pt idx="1722">
                  <c:v>7.9398175101603463E-3</c:v>
                </c:pt>
                <c:pt idx="1723">
                  <c:v>8.0376083675919984E-3</c:v>
                </c:pt>
                <c:pt idx="1724">
                  <c:v>6.2121519154625512E-3</c:v>
                </c:pt>
                <c:pt idx="1725">
                  <c:v>6.5315074408737461E-3</c:v>
                </c:pt>
                <c:pt idx="1726">
                  <c:v>6.9530073348807253E-3</c:v>
                </c:pt>
                <c:pt idx="1727">
                  <c:v>7.4062530962698226E-3</c:v>
                </c:pt>
                <c:pt idx="1728">
                  <c:v>6.8208543221942612E-3</c:v>
                </c:pt>
                <c:pt idx="1729">
                  <c:v>8.5295073650825011E-3</c:v>
                </c:pt>
                <c:pt idx="1730">
                  <c:v>9.02628259934171E-3</c:v>
                </c:pt>
                <c:pt idx="1731">
                  <c:v>9.1171525716241628E-3</c:v>
                </c:pt>
                <c:pt idx="1732">
                  <c:v>9.2532463515201703E-3</c:v>
                </c:pt>
                <c:pt idx="1733">
                  <c:v>9.4388351823024245E-3</c:v>
                </c:pt>
                <c:pt idx="1734">
                  <c:v>9.9754123401746813E-3</c:v>
                </c:pt>
                <c:pt idx="1735">
                  <c:v>1.0267586614083444E-2</c:v>
                </c:pt>
                <c:pt idx="1736">
                  <c:v>1.0217948470172244E-2</c:v>
                </c:pt>
                <c:pt idx="1737">
                  <c:v>1.019622858333928E-2</c:v>
                </c:pt>
                <c:pt idx="1738">
                  <c:v>1.0945171767370296E-2</c:v>
                </c:pt>
                <c:pt idx="1739">
                  <c:v>1.081504639226024E-2</c:v>
                </c:pt>
                <c:pt idx="1740">
                  <c:v>1.0799873497991505E-2</c:v>
                </c:pt>
                <c:pt idx="1741">
                  <c:v>1.0839264558198756E-2</c:v>
                </c:pt>
                <c:pt idx="1742">
                  <c:v>1.0894008710130378E-2</c:v>
                </c:pt>
                <c:pt idx="1743">
                  <c:v>1.2218550032111475E-2</c:v>
                </c:pt>
                <c:pt idx="1744">
                  <c:v>1.3318144153901484E-2</c:v>
                </c:pt>
                <c:pt idx="1745">
                  <c:v>1.3252998467446306E-2</c:v>
                </c:pt>
                <c:pt idx="1746">
                  <c:v>1.3049615884855419E-2</c:v>
                </c:pt>
                <c:pt idx="1747">
                  <c:v>1.287159076744583E-2</c:v>
                </c:pt>
                <c:pt idx="1748">
                  <c:v>1.2754089685997722E-2</c:v>
                </c:pt>
                <c:pt idx="1749">
                  <c:v>1.2840913030575734E-2</c:v>
                </c:pt>
                <c:pt idx="1750">
                  <c:v>1.1761888752666589E-2</c:v>
                </c:pt>
                <c:pt idx="1751">
                  <c:v>1.3478329618047329E-2</c:v>
                </c:pt>
                <c:pt idx="1752">
                  <c:v>1.3857247569235759E-2</c:v>
                </c:pt>
                <c:pt idx="1753">
                  <c:v>1.3861208093520937E-2</c:v>
                </c:pt>
                <c:pt idx="1754">
                  <c:v>1.373924186720395E-2</c:v>
                </c:pt>
                <c:pt idx="1755">
                  <c:v>1.2966446968508787E-2</c:v>
                </c:pt>
                <c:pt idx="1756">
                  <c:v>1.2706810566231286E-2</c:v>
                </c:pt>
                <c:pt idx="1757">
                  <c:v>1.375702771828642E-2</c:v>
                </c:pt>
                <c:pt idx="1758">
                  <c:v>1.4107575858716312E-2</c:v>
                </c:pt>
                <c:pt idx="1759">
                  <c:v>1.421541251758268E-2</c:v>
                </c:pt>
                <c:pt idx="1760">
                  <c:v>1.5955114098539305E-2</c:v>
                </c:pt>
                <c:pt idx="1761">
                  <c:v>1.5954899804564958E-2</c:v>
                </c:pt>
                <c:pt idx="1762">
                  <c:v>1.5915031410967093E-2</c:v>
                </c:pt>
                <c:pt idx="1763">
                  <c:v>1.585497681956034E-2</c:v>
                </c:pt>
                <c:pt idx="1764">
                  <c:v>1.5146245959786276E-2</c:v>
                </c:pt>
                <c:pt idx="1765">
                  <c:v>1.469915159675473E-2</c:v>
                </c:pt>
                <c:pt idx="1766">
                  <c:v>1.5201850831377825E-2</c:v>
                </c:pt>
                <c:pt idx="1767">
                  <c:v>1.5254716015955306E-2</c:v>
                </c:pt>
                <c:pt idx="1768">
                  <c:v>1.5258327844552458E-2</c:v>
                </c:pt>
                <c:pt idx="1769">
                  <c:v>1.5165700347571032E-2</c:v>
                </c:pt>
                <c:pt idx="1770">
                  <c:v>1.5134901954860716E-2</c:v>
                </c:pt>
                <c:pt idx="1771">
                  <c:v>1.5158132211298591E-2</c:v>
                </c:pt>
                <c:pt idx="1772">
                  <c:v>1.313331384531897E-2</c:v>
                </c:pt>
                <c:pt idx="1773">
                  <c:v>1.274928496677136E-2</c:v>
                </c:pt>
                <c:pt idx="1774">
                  <c:v>1.2929610517486062E-2</c:v>
                </c:pt>
                <c:pt idx="1775">
                  <c:v>1.3066908009637224E-2</c:v>
                </c:pt>
                <c:pt idx="1776">
                  <c:v>1.3001195262071868E-2</c:v>
                </c:pt>
                <c:pt idx="1777">
                  <c:v>1.2738367617311629E-2</c:v>
                </c:pt>
                <c:pt idx="1778">
                  <c:v>1.0527652614739565E-2</c:v>
                </c:pt>
                <c:pt idx="1779">
                  <c:v>1.0539941291405012E-2</c:v>
                </c:pt>
                <c:pt idx="1780">
                  <c:v>1.0890847818691155E-2</c:v>
                </c:pt>
                <c:pt idx="1781">
                  <c:v>9.3345382444538459E-3</c:v>
                </c:pt>
                <c:pt idx="1782">
                  <c:v>9.6663717586958197E-3</c:v>
                </c:pt>
                <c:pt idx="1783">
                  <c:v>9.6607612140837493E-3</c:v>
                </c:pt>
                <c:pt idx="1784">
                  <c:v>9.6687884042269117E-3</c:v>
                </c:pt>
                <c:pt idx="1785">
                  <c:v>1.1383904882447856E-2</c:v>
                </c:pt>
                <c:pt idx="1786">
                  <c:v>1.1205940456199543E-2</c:v>
                </c:pt>
                <c:pt idx="1787">
                  <c:v>1.0439740630222414E-2</c:v>
                </c:pt>
                <c:pt idx="1788">
                  <c:v>1.0387477541387781E-2</c:v>
                </c:pt>
                <c:pt idx="1789">
                  <c:v>1.1108707430844108E-2</c:v>
                </c:pt>
                <c:pt idx="1790">
                  <c:v>1.1696863120839446E-2</c:v>
                </c:pt>
                <c:pt idx="1791">
                  <c:v>1.1633237165948334E-2</c:v>
                </c:pt>
                <c:pt idx="1792">
                  <c:v>1.2360585633121529E-2</c:v>
                </c:pt>
                <c:pt idx="1793">
                  <c:v>1.2535890895920348E-2</c:v>
                </c:pt>
                <c:pt idx="1794">
                  <c:v>1.2522684234321471E-2</c:v>
                </c:pt>
                <c:pt idx="1795">
                  <c:v>1.3114502408756322E-2</c:v>
                </c:pt>
                <c:pt idx="1796">
                  <c:v>1.3006872269666937E-2</c:v>
                </c:pt>
                <c:pt idx="1797">
                  <c:v>1.2735736173747099E-2</c:v>
                </c:pt>
                <c:pt idx="1798">
                  <c:v>1.2802852013244716E-2</c:v>
                </c:pt>
                <c:pt idx="1799">
                  <c:v>1.286792469477817E-2</c:v>
                </c:pt>
                <c:pt idx="1800">
                  <c:v>1.2936099629075227E-2</c:v>
                </c:pt>
                <c:pt idx="1801">
                  <c:v>1.2164770419382706E-2</c:v>
                </c:pt>
                <c:pt idx="1802">
                  <c:v>1.2998931165322912E-2</c:v>
                </c:pt>
                <c:pt idx="1803">
                  <c:v>1.2925906123199219E-2</c:v>
                </c:pt>
                <c:pt idx="1804">
                  <c:v>1.3695171166093893E-2</c:v>
                </c:pt>
                <c:pt idx="1805">
                  <c:v>1.392768903792229E-2</c:v>
                </c:pt>
                <c:pt idx="1806">
                  <c:v>1.2494874948168672E-2</c:v>
                </c:pt>
                <c:pt idx="1807">
                  <c:v>1.3139942789456273E-2</c:v>
                </c:pt>
                <c:pt idx="1808">
                  <c:v>1.3063367228034535E-2</c:v>
                </c:pt>
                <c:pt idx="1809">
                  <c:v>1.3327297992626698E-2</c:v>
                </c:pt>
                <c:pt idx="1810">
                  <c:v>1.2801752375564572E-2</c:v>
                </c:pt>
                <c:pt idx="1811">
                  <c:v>1.2147616298944565E-2</c:v>
                </c:pt>
                <c:pt idx="1812">
                  <c:v>1.2262106315854011E-2</c:v>
                </c:pt>
                <c:pt idx="1813">
                  <c:v>1.1470744657071418E-2</c:v>
                </c:pt>
                <c:pt idx="1814">
                  <c:v>1.137007787232178E-2</c:v>
                </c:pt>
                <c:pt idx="1815">
                  <c:v>1.1492893990908736E-2</c:v>
                </c:pt>
                <c:pt idx="1816">
                  <c:v>1.0764586388820914E-2</c:v>
                </c:pt>
                <c:pt idx="1817">
                  <c:v>1.0768472919871205E-2</c:v>
                </c:pt>
                <c:pt idx="1818">
                  <c:v>1.0728814850568489E-2</c:v>
                </c:pt>
                <c:pt idx="1819">
                  <c:v>1.0784719009398159E-2</c:v>
                </c:pt>
                <c:pt idx="1820">
                  <c:v>1.1042135783067394E-2</c:v>
                </c:pt>
                <c:pt idx="1821">
                  <c:v>1.0949651423130357E-2</c:v>
                </c:pt>
                <c:pt idx="1822">
                  <c:v>1.0547701647843011E-2</c:v>
                </c:pt>
                <c:pt idx="1823">
                  <c:v>1.0070514581535728E-2</c:v>
                </c:pt>
                <c:pt idx="1824">
                  <c:v>1.0049867066028839E-2</c:v>
                </c:pt>
                <c:pt idx="1825">
                  <c:v>8.9493992332900524E-3</c:v>
                </c:pt>
                <c:pt idx="1826">
                  <c:v>8.4575082751596319E-3</c:v>
                </c:pt>
                <c:pt idx="1827">
                  <c:v>8.576631341301811E-3</c:v>
                </c:pt>
                <c:pt idx="1828">
                  <c:v>8.1376772313836426E-3</c:v>
                </c:pt>
                <c:pt idx="1829">
                  <c:v>8.6120719026040477E-3</c:v>
                </c:pt>
                <c:pt idx="1830">
                  <c:v>8.410251423357204E-3</c:v>
                </c:pt>
                <c:pt idx="1831">
                  <c:v>8.7329406446470144E-3</c:v>
                </c:pt>
                <c:pt idx="1832">
                  <c:v>9.1805142041174962E-3</c:v>
                </c:pt>
                <c:pt idx="1833">
                  <c:v>9.0855047832871638E-3</c:v>
                </c:pt>
                <c:pt idx="1834">
                  <c:v>8.8228890001193494E-3</c:v>
                </c:pt>
                <c:pt idx="1835">
                  <c:v>9.1766737269551868E-3</c:v>
                </c:pt>
                <c:pt idx="1836">
                  <c:v>9.0744950104862544E-3</c:v>
                </c:pt>
                <c:pt idx="1837">
                  <c:v>1.1076438594131391E-2</c:v>
                </c:pt>
                <c:pt idx="1838">
                  <c:v>1.2359633738156742E-2</c:v>
                </c:pt>
                <c:pt idx="1839">
                  <c:v>1.2368669590331463E-2</c:v>
                </c:pt>
                <c:pt idx="1840">
                  <c:v>1.2811986449783562E-2</c:v>
                </c:pt>
                <c:pt idx="1841">
                  <c:v>1.2439178604551807E-2</c:v>
                </c:pt>
                <c:pt idx="1842">
                  <c:v>1.2440265124948087E-2</c:v>
                </c:pt>
                <c:pt idx="1843">
                  <c:v>1.2400136726603403E-2</c:v>
                </c:pt>
                <c:pt idx="1844">
                  <c:v>1.252162503027889E-2</c:v>
                </c:pt>
                <c:pt idx="1845">
                  <c:v>1.2474069575414167E-2</c:v>
                </c:pt>
                <c:pt idx="1846">
                  <c:v>1.2372959718123262E-2</c:v>
                </c:pt>
                <c:pt idx="1847">
                  <c:v>1.2285984981762744E-2</c:v>
                </c:pt>
                <c:pt idx="1848">
                  <c:v>1.1863332938615032E-2</c:v>
                </c:pt>
                <c:pt idx="1849">
                  <c:v>1.1627541693898916E-2</c:v>
                </c:pt>
                <c:pt idx="1850">
                  <c:v>1.1638089260984598E-2</c:v>
                </c:pt>
                <c:pt idx="1851">
                  <c:v>1.1113348589361092E-2</c:v>
                </c:pt>
                <c:pt idx="1852">
                  <c:v>1.109375411399484E-2</c:v>
                </c:pt>
                <c:pt idx="1853">
                  <c:v>1.1167185391824701E-2</c:v>
                </c:pt>
                <c:pt idx="1854">
                  <c:v>1.1912641606024258E-2</c:v>
                </c:pt>
                <c:pt idx="1855">
                  <c:v>1.1899392120583446E-2</c:v>
                </c:pt>
                <c:pt idx="1856">
                  <c:v>1.1214346504243125E-2</c:v>
                </c:pt>
                <c:pt idx="1857">
                  <c:v>1.1126041285654153E-2</c:v>
                </c:pt>
                <c:pt idx="1858">
                  <c:v>9.9097964689702344E-3</c:v>
                </c:pt>
                <c:pt idx="1859">
                  <c:v>8.5462128152002572E-3</c:v>
                </c:pt>
                <c:pt idx="1860">
                  <c:v>8.6362887590354948E-3</c:v>
                </c:pt>
                <c:pt idx="1861">
                  <c:v>6.8634050969702924E-3</c:v>
                </c:pt>
                <c:pt idx="1862">
                  <c:v>6.824791488719552E-3</c:v>
                </c:pt>
                <c:pt idx="1863">
                  <c:v>6.8013669191832752E-3</c:v>
                </c:pt>
                <c:pt idx="1864">
                  <c:v>6.9243875375706049E-3</c:v>
                </c:pt>
                <c:pt idx="1865">
                  <c:v>6.6275003595361445E-3</c:v>
                </c:pt>
                <c:pt idx="1866">
                  <c:v>6.442302249485163E-3</c:v>
                </c:pt>
                <c:pt idx="1867">
                  <c:v>6.766908979547636E-3</c:v>
                </c:pt>
                <c:pt idx="1868">
                  <c:v>6.2644547203763844E-3</c:v>
                </c:pt>
                <c:pt idx="1869">
                  <c:v>6.2754664683125445E-3</c:v>
                </c:pt>
                <c:pt idx="1870">
                  <c:v>7.1351707417277362E-3</c:v>
                </c:pt>
                <c:pt idx="1871">
                  <c:v>6.8046353787048104E-3</c:v>
                </c:pt>
                <c:pt idx="1872">
                  <c:v>6.6212931986956349E-3</c:v>
                </c:pt>
                <c:pt idx="1873">
                  <c:v>6.545561543930805E-3</c:v>
                </c:pt>
                <c:pt idx="1874">
                  <c:v>6.5816463450556117E-3</c:v>
                </c:pt>
                <c:pt idx="1875">
                  <c:v>5.7262958416491793E-3</c:v>
                </c:pt>
                <c:pt idx="1876">
                  <c:v>5.6671999559803933E-3</c:v>
                </c:pt>
                <c:pt idx="1877">
                  <c:v>7.0585259150049429E-3</c:v>
                </c:pt>
                <c:pt idx="1878">
                  <c:v>7.2836577662287695E-3</c:v>
                </c:pt>
                <c:pt idx="1879">
                  <c:v>7.3078887469148314E-3</c:v>
                </c:pt>
                <c:pt idx="1880">
                  <c:v>7.217086339825424E-3</c:v>
                </c:pt>
                <c:pt idx="1881">
                  <c:v>7.2607704554476706E-3</c:v>
                </c:pt>
                <c:pt idx="1882">
                  <c:v>7.2124143667017943E-3</c:v>
                </c:pt>
                <c:pt idx="1883">
                  <c:v>7.2366553103400972E-3</c:v>
                </c:pt>
                <c:pt idx="1884">
                  <c:v>7.236729143088017E-3</c:v>
                </c:pt>
                <c:pt idx="1885">
                  <c:v>7.1606648485343051E-3</c:v>
                </c:pt>
                <c:pt idx="1886">
                  <c:v>6.9566936805975704E-3</c:v>
                </c:pt>
                <c:pt idx="1887">
                  <c:v>6.9792777163512638E-3</c:v>
                </c:pt>
                <c:pt idx="1888">
                  <c:v>6.6676901005747313E-3</c:v>
                </c:pt>
                <c:pt idx="1889">
                  <c:v>7.8686194839752196E-3</c:v>
                </c:pt>
                <c:pt idx="1890">
                  <c:v>8.1246542836392668E-3</c:v>
                </c:pt>
                <c:pt idx="1891">
                  <c:v>7.6561186742590305E-3</c:v>
                </c:pt>
                <c:pt idx="1892">
                  <c:v>7.9728981010818208E-3</c:v>
                </c:pt>
                <c:pt idx="1893">
                  <c:v>8.3388639336667309E-3</c:v>
                </c:pt>
                <c:pt idx="1894">
                  <c:v>8.4915988902478819E-3</c:v>
                </c:pt>
                <c:pt idx="1895">
                  <c:v>9.7451754106755491E-3</c:v>
                </c:pt>
                <c:pt idx="1896">
                  <c:v>9.7865519008226171E-3</c:v>
                </c:pt>
                <c:pt idx="1897">
                  <c:v>9.9007060401964352E-3</c:v>
                </c:pt>
                <c:pt idx="1898">
                  <c:v>9.0383984126371705E-3</c:v>
                </c:pt>
                <c:pt idx="1899">
                  <c:v>8.8502976270210636E-3</c:v>
                </c:pt>
                <c:pt idx="1900">
                  <c:v>1.0024719186769455E-2</c:v>
                </c:pt>
                <c:pt idx="1901">
                  <c:v>1.082766629553408E-2</c:v>
                </c:pt>
                <c:pt idx="1902">
                  <c:v>1.0805247897596666E-2</c:v>
                </c:pt>
                <c:pt idx="1903">
                  <c:v>1.091002854493581E-2</c:v>
                </c:pt>
                <c:pt idx="1904">
                  <c:v>1.1146049578820309E-2</c:v>
                </c:pt>
                <c:pt idx="1905">
                  <c:v>1.1749974685224786E-2</c:v>
                </c:pt>
                <c:pt idx="1906">
                  <c:v>1.2257157802666972E-2</c:v>
                </c:pt>
                <c:pt idx="1907">
                  <c:v>1.2124383068662998E-2</c:v>
                </c:pt>
                <c:pt idx="1908">
                  <c:v>1.215469589341767E-2</c:v>
                </c:pt>
                <c:pt idx="1909">
                  <c:v>1.2150042359396282E-2</c:v>
                </c:pt>
                <c:pt idx="1910">
                  <c:v>1.1705483920190201E-2</c:v>
                </c:pt>
                <c:pt idx="1911">
                  <c:v>1.1506271112225724E-2</c:v>
                </c:pt>
                <c:pt idx="1912">
                  <c:v>1.1555172194315672E-2</c:v>
                </c:pt>
                <c:pt idx="1913">
                  <c:v>1.1255510343529309E-2</c:v>
                </c:pt>
                <c:pt idx="1914">
                  <c:v>1.0840284731691453E-2</c:v>
                </c:pt>
                <c:pt idx="1915">
                  <c:v>1.1003323893144184E-2</c:v>
                </c:pt>
                <c:pt idx="1916">
                  <c:v>1.0126866466419443E-2</c:v>
                </c:pt>
                <c:pt idx="1917">
                  <c:v>1.0022722992399914E-2</c:v>
                </c:pt>
                <c:pt idx="1918">
                  <c:v>1.0095272463782218E-2</c:v>
                </c:pt>
                <c:pt idx="1919">
                  <c:v>9.9941199747556608E-3</c:v>
                </c:pt>
                <c:pt idx="1920">
                  <c:v>9.9943468703017346E-3</c:v>
                </c:pt>
                <c:pt idx="1921">
                  <c:v>8.7557715758538567E-3</c:v>
                </c:pt>
                <c:pt idx="1922">
                  <c:v>7.8516081475203756E-3</c:v>
                </c:pt>
                <c:pt idx="1923">
                  <c:v>7.8306247257778714E-3</c:v>
                </c:pt>
                <c:pt idx="1924">
                  <c:v>7.6663263227365842E-3</c:v>
                </c:pt>
                <c:pt idx="1925">
                  <c:v>7.3063516266689294E-3</c:v>
                </c:pt>
                <c:pt idx="1926">
                  <c:v>5.9212084906322716E-3</c:v>
                </c:pt>
                <c:pt idx="1927">
                  <c:v>6.1121772679683731E-3</c:v>
                </c:pt>
                <c:pt idx="1928">
                  <c:v>6.0297991480465262E-3</c:v>
                </c:pt>
                <c:pt idx="1929">
                  <c:v>6.0200187384196087E-3</c:v>
                </c:pt>
                <c:pt idx="1930">
                  <c:v>6.0415060969179384E-3</c:v>
                </c:pt>
                <c:pt idx="1931">
                  <c:v>5.4509888108300779E-3</c:v>
                </c:pt>
                <c:pt idx="1932">
                  <c:v>5.4139704365868306E-3</c:v>
                </c:pt>
                <c:pt idx="1933">
                  <c:v>5.1751899611160567E-3</c:v>
                </c:pt>
                <c:pt idx="1934">
                  <c:v>5.175995563595685E-3</c:v>
                </c:pt>
                <c:pt idx="1935">
                  <c:v>5.5500814331710625E-3</c:v>
                </c:pt>
                <c:pt idx="1936">
                  <c:v>5.0784883801500589E-3</c:v>
                </c:pt>
                <c:pt idx="1937">
                  <c:v>5.033833398517526E-3</c:v>
                </c:pt>
                <c:pt idx="1938">
                  <c:v>6.4294742392336287E-3</c:v>
                </c:pt>
                <c:pt idx="1939">
                  <c:v>6.5583505611653149E-3</c:v>
                </c:pt>
                <c:pt idx="1940">
                  <c:v>6.5505665443821044E-3</c:v>
                </c:pt>
                <c:pt idx="1941">
                  <c:v>6.658725813229952E-3</c:v>
                </c:pt>
                <c:pt idx="1942">
                  <c:v>6.6409909447201505E-3</c:v>
                </c:pt>
                <c:pt idx="1943">
                  <c:v>6.5979841227805473E-3</c:v>
                </c:pt>
                <c:pt idx="1944">
                  <c:v>6.8319612140011346E-3</c:v>
                </c:pt>
                <c:pt idx="1945">
                  <c:v>6.8230193316234375E-3</c:v>
                </c:pt>
                <c:pt idx="1946">
                  <c:v>6.850671483878322E-3</c:v>
                </c:pt>
                <c:pt idx="1947">
                  <c:v>6.8135856493345701E-3</c:v>
                </c:pt>
                <c:pt idx="1948">
                  <c:v>5.9084827923368399E-3</c:v>
                </c:pt>
                <c:pt idx="1949">
                  <c:v>6.0612343444092377E-3</c:v>
                </c:pt>
                <c:pt idx="1950">
                  <c:v>6.5078517328720888E-3</c:v>
                </c:pt>
                <c:pt idx="1951">
                  <c:v>6.6351555333495618E-3</c:v>
                </c:pt>
                <c:pt idx="1952">
                  <c:v>7.1442478496207655E-3</c:v>
                </c:pt>
                <c:pt idx="1953">
                  <c:v>7.2957927067356749E-3</c:v>
                </c:pt>
                <c:pt idx="1954">
                  <c:v>7.6465280586780135E-3</c:v>
                </c:pt>
                <c:pt idx="1955">
                  <c:v>7.7508337954832578E-3</c:v>
                </c:pt>
                <c:pt idx="1956">
                  <c:v>8.5248850916230402E-3</c:v>
                </c:pt>
                <c:pt idx="1957">
                  <c:v>8.7367625689450928E-3</c:v>
                </c:pt>
                <c:pt idx="1958">
                  <c:v>8.7763855960894151E-3</c:v>
                </c:pt>
                <c:pt idx="1959">
                  <c:v>7.7104256653192284E-3</c:v>
                </c:pt>
                <c:pt idx="1960">
                  <c:v>7.3160494449358831E-3</c:v>
                </c:pt>
                <c:pt idx="1961">
                  <c:v>7.4341888717788874E-3</c:v>
                </c:pt>
                <c:pt idx="1962">
                  <c:v>7.3980562648565153E-3</c:v>
                </c:pt>
                <c:pt idx="1963">
                  <c:v>7.4241005553626156E-3</c:v>
                </c:pt>
                <c:pt idx="1964">
                  <c:v>7.4476876983828044E-3</c:v>
                </c:pt>
                <c:pt idx="1965">
                  <c:v>7.9825892892848704E-3</c:v>
                </c:pt>
                <c:pt idx="1966">
                  <c:v>7.9742624362041069E-3</c:v>
                </c:pt>
                <c:pt idx="1967">
                  <c:v>7.9784457312552064E-3</c:v>
                </c:pt>
                <c:pt idx="1968">
                  <c:v>7.9717038801735956E-3</c:v>
                </c:pt>
                <c:pt idx="1969">
                  <c:v>8.2440683814405964E-3</c:v>
                </c:pt>
                <c:pt idx="1970">
                  <c:v>8.2363300759311225E-3</c:v>
                </c:pt>
                <c:pt idx="1971">
                  <c:v>8.0965860539867068E-3</c:v>
                </c:pt>
                <c:pt idx="1972">
                  <c:v>8.083010715710947E-3</c:v>
                </c:pt>
                <c:pt idx="1973">
                  <c:v>7.847219419705927E-3</c:v>
                </c:pt>
                <c:pt idx="1974">
                  <c:v>7.8536143268269736E-3</c:v>
                </c:pt>
                <c:pt idx="1975">
                  <c:v>7.8360743989331922E-3</c:v>
                </c:pt>
                <c:pt idx="1976">
                  <c:v>8.0301569837659438E-3</c:v>
                </c:pt>
                <c:pt idx="1977">
                  <c:v>7.4086587821919235E-3</c:v>
                </c:pt>
                <c:pt idx="1978">
                  <c:v>7.0788511850449166E-3</c:v>
                </c:pt>
                <c:pt idx="1979">
                  <c:v>7.0293564611676757E-3</c:v>
                </c:pt>
                <c:pt idx="1980">
                  <c:v>7.1066724379246068E-3</c:v>
                </c:pt>
                <c:pt idx="1981">
                  <c:v>7.2148354992935875E-3</c:v>
                </c:pt>
                <c:pt idx="1982">
                  <c:v>7.1130522371643011E-3</c:v>
                </c:pt>
                <c:pt idx="1983">
                  <c:v>7.5039539638847418E-3</c:v>
                </c:pt>
                <c:pt idx="1984">
                  <c:v>8.7983306052167604E-3</c:v>
                </c:pt>
                <c:pt idx="1985">
                  <c:v>8.573887519499817E-3</c:v>
                </c:pt>
                <c:pt idx="1986">
                  <c:v>8.0798413788169335E-3</c:v>
                </c:pt>
                <c:pt idx="1987">
                  <c:v>8.6038616181544573E-3</c:v>
                </c:pt>
                <c:pt idx="1988">
                  <c:v>8.4467262491008145E-3</c:v>
                </c:pt>
                <c:pt idx="1989">
                  <c:v>8.4074317577190142E-3</c:v>
                </c:pt>
                <c:pt idx="1990">
                  <c:v>8.0115200738721595E-3</c:v>
                </c:pt>
                <c:pt idx="1991">
                  <c:v>7.9330761984478752E-3</c:v>
                </c:pt>
                <c:pt idx="1992">
                  <c:v>8.1365445988910642E-3</c:v>
                </c:pt>
                <c:pt idx="1993">
                  <c:v>8.2411483792803521E-3</c:v>
                </c:pt>
                <c:pt idx="1994">
                  <c:v>7.9262363275181477E-3</c:v>
                </c:pt>
                <c:pt idx="1995">
                  <c:v>7.9582001710058331E-3</c:v>
                </c:pt>
                <c:pt idx="1996">
                  <c:v>7.6977456593347341E-3</c:v>
                </c:pt>
                <c:pt idx="1997">
                  <c:v>7.2832973887704136E-3</c:v>
                </c:pt>
                <c:pt idx="1998">
                  <c:v>7.1987637584852672E-3</c:v>
                </c:pt>
                <c:pt idx="1999">
                  <c:v>7.2046239260617796E-3</c:v>
                </c:pt>
                <c:pt idx="2000">
                  <c:v>7.2651210695578016E-3</c:v>
                </c:pt>
                <c:pt idx="2001">
                  <c:v>7.4483382514460008E-3</c:v>
                </c:pt>
                <c:pt idx="2002">
                  <c:v>7.325904603861946E-3</c:v>
                </c:pt>
                <c:pt idx="2003">
                  <c:v>7.2663562851331366E-3</c:v>
                </c:pt>
                <c:pt idx="2004">
                  <c:v>6.9434011627678956E-3</c:v>
                </c:pt>
                <c:pt idx="2005">
                  <c:v>5.503740412859514E-3</c:v>
                </c:pt>
                <c:pt idx="2006">
                  <c:v>5.5506999197248719E-3</c:v>
                </c:pt>
                <c:pt idx="2007">
                  <c:v>5.4641364219426896E-3</c:v>
                </c:pt>
                <c:pt idx="2008">
                  <c:v>5.3236705382036223E-3</c:v>
                </c:pt>
                <c:pt idx="2009">
                  <c:v>5.34189396729743E-3</c:v>
                </c:pt>
                <c:pt idx="2010">
                  <c:v>5.6091415673825045E-3</c:v>
                </c:pt>
                <c:pt idx="2011">
                  <c:v>5.6539884078826144E-3</c:v>
                </c:pt>
                <c:pt idx="2012">
                  <c:v>5.7407650737974448E-3</c:v>
                </c:pt>
                <c:pt idx="2013">
                  <c:v>5.8540764076346072E-3</c:v>
                </c:pt>
                <c:pt idx="2014">
                  <c:v>5.8287332659832797E-3</c:v>
                </c:pt>
                <c:pt idx="2015">
                  <c:v>6.1426461553339461E-3</c:v>
                </c:pt>
                <c:pt idx="2016">
                  <c:v>6.2632378581020396E-3</c:v>
                </c:pt>
                <c:pt idx="2017">
                  <c:v>6.3436928224519578E-3</c:v>
                </c:pt>
                <c:pt idx="2018">
                  <c:v>6.3932270644301101E-3</c:v>
                </c:pt>
                <c:pt idx="2019">
                  <c:v>6.4349816655504925E-3</c:v>
                </c:pt>
                <c:pt idx="2020">
                  <c:v>6.4411252887447415E-3</c:v>
                </c:pt>
                <c:pt idx="2021">
                  <c:v>6.4346193639883515E-3</c:v>
                </c:pt>
                <c:pt idx="2022">
                  <c:v>6.4935776207694154E-3</c:v>
                </c:pt>
                <c:pt idx="2023">
                  <c:v>6.8295135059929088E-3</c:v>
                </c:pt>
                <c:pt idx="2024">
                  <c:v>6.8913350768874341E-3</c:v>
                </c:pt>
                <c:pt idx="2025">
                  <c:v>7.2965697361573149E-3</c:v>
                </c:pt>
                <c:pt idx="2026">
                  <c:v>6.9694857210677412E-3</c:v>
                </c:pt>
                <c:pt idx="2027">
                  <c:v>7.0319026348890819E-3</c:v>
                </c:pt>
                <c:pt idx="2028">
                  <c:v>7.185004995636405E-3</c:v>
                </c:pt>
                <c:pt idx="2029">
                  <c:v>6.8265855106810656E-3</c:v>
                </c:pt>
                <c:pt idx="2030">
                  <c:v>6.8302476242028112E-3</c:v>
                </c:pt>
                <c:pt idx="2031">
                  <c:v>6.7714127924865981E-3</c:v>
                </c:pt>
                <c:pt idx="2032">
                  <c:v>6.6776113666176425E-3</c:v>
                </c:pt>
                <c:pt idx="2033">
                  <c:v>6.5343806387425252E-3</c:v>
                </c:pt>
                <c:pt idx="2034">
                  <c:v>6.277370454078517E-3</c:v>
                </c:pt>
                <c:pt idx="2035">
                  <c:v>6.4200971922402381E-3</c:v>
                </c:pt>
                <c:pt idx="2036">
                  <c:v>6.3393171463213471E-3</c:v>
                </c:pt>
                <c:pt idx="2037">
                  <c:v>6.0374546235753088E-3</c:v>
                </c:pt>
                <c:pt idx="2038">
                  <c:v>6.1159980420573317E-3</c:v>
                </c:pt>
                <c:pt idx="2039">
                  <c:v>6.1428548875150958E-3</c:v>
                </c:pt>
                <c:pt idx="2040">
                  <c:v>6.1418807133553979E-3</c:v>
                </c:pt>
                <c:pt idx="2041">
                  <c:v>6.2093619156613931E-3</c:v>
                </c:pt>
                <c:pt idx="2042">
                  <c:v>6.1545049127678941E-3</c:v>
                </c:pt>
                <c:pt idx="2043">
                  <c:v>6.1075960816651086E-3</c:v>
                </c:pt>
                <c:pt idx="2044">
                  <c:v>5.8314840071154068E-3</c:v>
                </c:pt>
                <c:pt idx="2045">
                  <c:v>5.7610920707567605E-3</c:v>
                </c:pt>
                <c:pt idx="2046">
                  <c:v>5.3577275008855861E-3</c:v>
                </c:pt>
                <c:pt idx="2047">
                  <c:v>5.1264505294972519E-3</c:v>
                </c:pt>
                <c:pt idx="2048">
                  <c:v>4.8905499015055622E-3</c:v>
                </c:pt>
                <c:pt idx="2049">
                  <c:v>4.7671834411975554E-3</c:v>
                </c:pt>
                <c:pt idx="2050">
                  <c:v>4.9091940380908746E-3</c:v>
                </c:pt>
                <c:pt idx="2051">
                  <c:v>5.0452207550353142E-3</c:v>
                </c:pt>
                <c:pt idx="2052">
                  <c:v>4.8004379211934352E-3</c:v>
                </c:pt>
                <c:pt idx="2053">
                  <c:v>5.5282899964199227E-3</c:v>
                </c:pt>
                <c:pt idx="2054">
                  <c:v>5.453387801811334E-3</c:v>
                </c:pt>
                <c:pt idx="2055">
                  <c:v>5.2787656766636179E-3</c:v>
                </c:pt>
                <c:pt idx="2056">
                  <c:v>5.0946156742349719E-3</c:v>
                </c:pt>
                <c:pt idx="2057">
                  <c:v>5.064738163595049E-3</c:v>
                </c:pt>
                <c:pt idx="2058">
                  <c:v>5.1289470330387627E-3</c:v>
                </c:pt>
                <c:pt idx="2059">
                  <c:v>5.7009598249729418E-3</c:v>
                </c:pt>
                <c:pt idx="2060">
                  <c:v>5.6545582184052319E-3</c:v>
                </c:pt>
                <c:pt idx="2061">
                  <c:v>5.5025758184031647E-3</c:v>
                </c:pt>
                <c:pt idx="2062">
                  <c:v>5.4153259055857751E-3</c:v>
                </c:pt>
                <c:pt idx="2063">
                  <c:v>5.3785345914025718E-3</c:v>
                </c:pt>
                <c:pt idx="2064">
                  <c:v>5.3283543206773046E-3</c:v>
                </c:pt>
                <c:pt idx="2065">
                  <c:v>5.5814228765670038E-3</c:v>
                </c:pt>
                <c:pt idx="2066">
                  <c:v>5.5212375946839046E-3</c:v>
                </c:pt>
                <c:pt idx="2067">
                  <c:v>5.6643896029775079E-3</c:v>
                </c:pt>
                <c:pt idx="2068">
                  <c:v>6.2133641391231469E-3</c:v>
                </c:pt>
                <c:pt idx="2069">
                  <c:v>6.6799415352915056E-3</c:v>
                </c:pt>
                <c:pt idx="2070">
                  <c:v>6.6799435701171191E-3</c:v>
                </c:pt>
                <c:pt idx="2071">
                  <c:v>6.8735602416681637E-3</c:v>
                </c:pt>
                <c:pt idx="2072">
                  <c:v>6.8672878617134303E-3</c:v>
                </c:pt>
                <c:pt idx="2073">
                  <c:v>6.8886276611510684E-3</c:v>
                </c:pt>
                <c:pt idx="2074">
                  <c:v>6.2303365506374249E-3</c:v>
                </c:pt>
                <c:pt idx="2075">
                  <c:v>6.5175965143551831E-3</c:v>
                </c:pt>
                <c:pt idx="2076">
                  <c:v>6.5353186101049631E-3</c:v>
                </c:pt>
                <c:pt idx="2077">
                  <c:v>6.7246281785687152E-3</c:v>
                </c:pt>
                <c:pt idx="2078">
                  <c:v>7.0409042040576264E-3</c:v>
                </c:pt>
                <c:pt idx="2079">
                  <c:v>7.1562970864198988E-3</c:v>
                </c:pt>
                <c:pt idx="2080">
                  <c:v>6.6184297146551279E-3</c:v>
                </c:pt>
                <c:pt idx="2081">
                  <c:v>6.5790108921373177E-3</c:v>
                </c:pt>
                <c:pt idx="2082">
                  <c:v>6.5704955483850691E-3</c:v>
                </c:pt>
                <c:pt idx="2083">
                  <c:v>6.6517862905941605E-3</c:v>
                </c:pt>
                <c:pt idx="2084">
                  <c:v>6.9398227060982944E-3</c:v>
                </c:pt>
                <c:pt idx="2085">
                  <c:v>6.877304255649472E-3</c:v>
                </c:pt>
                <c:pt idx="2086">
                  <c:v>7.6426214972132849E-3</c:v>
                </c:pt>
                <c:pt idx="2087">
                  <c:v>7.6390403184083298E-3</c:v>
                </c:pt>
                <c:pt idx="2088">
                  <c:v>8.2943539564170107E-3</c:v>
                </c:pt>
                <c:pt idx="2089">
                  <c:v>8.2154239027312642E-3</c:v>
                </c:pt>
                <c:pt idx="2090">
                  <c:v>8.1844321751560218E-3</c:v>
                </c:pt>
                <c:pt idx="2091">
                  <c:v>8.184229156572664E-3</c:v>
                </c:pt>
                <c:pt idx="2092">
                  <c:v>7.8787897470989597E-3</c:v>
                </c:pt>
                <c:pt idx="2093">
                  <c:v>7.9497599261862603E-3</c:v>
                </c:pt>
                <c:pt idx="2094">
                  <c:v>7.9045422974353512E-3</c:v>
                </c:pt>
                <c:pt idx="2095">
                  <c:v>7.8102466989893342E-3</c:v>
                </c:pt>
                <c:pt idx="2096">
                  <c:v>7.6639329062733602E-3</c:v>
                </c:pt>
                <c:pt idx="2097">
                  <c:v>8.1115212587267553E-3</c:v>
                </c:pt>
                <c:pt idx="2098">
                  <c:v>8.4142096880320261E-3</c:v>
                </c:pt>
                <c:pt idx="2099">
                  <c:v>9.187959928377407E-3</c:v>
                </c:pt>
                <c:pt idx="2100">
                  <c:v>9.3322287190264908E-3</c:v>
                </c:pt>
                <c:pt idx="2101">
                  <c:v>9.479691383033402E-3</c:v>
                </c:pt>
                <c:pt idx="2102">
                  <c:v>9.6363708270528533E-3</c:v>
                </c:pt>
                <c:pt idx="2103">
                  <c:v>9.7386105480273145E-3</c:v>
                </c:pt>
                <c:pt idx="2104">
                  <c:v>9.7949402255960681E-3</c:v>
                </c:pt>
                <c:pt idx="2105">
                  <c:v>9.5375573841149884E-3</c:v>
                </c:pt>
                <c:pt idx="2106">
                  <c:v>9.5436916188619304E-3</c:v>
                </c:pt>
                <c:pt idx="2107">
                  <c:v>8.6011974526905288E-3</c:v>
                </c:pt>
                <c:pt idx="2108">
                  <c:v>8.6009823628105803E-3</c:v>
                </c:pt>
                <c:pt idx="2109">
                  <c:v>8.0028971032109E-3</c:v>
                </c:pt>
                <c:pt idx="2110">
                  <c:v>7.8623581019478077E-3</c:v>
                </c:pt>
                <c:pt idx="2111">
                  <c:v>7.4295254198785462E-3</c:v>
                </c:pt>
                <c:pt idx="2112">
                  <c:v>7.6157393281074109E-3</c:v>
                </c:pt>
                <c:pt idx="2113">
                  <c:v>7.6930345341468974E-3</c:v>
                </c:pt>
                <c:pt idx="2114">
                  <c:v>7.5310979476438927E-3</c:v>
                </c:pt>
                <c:pt idx="2115">
                  <c:v>7.624493837752302E-3</c:v>
                </c:pt>
                <c:pt idx="2116">
                  <c:v>7.7944403942949011E-3</c:v>
                </c:pt>
                <c:pt idx="2117">
                  <c:v>7.7608609863623924E-3</c:v>
                </c:pt>
                <c:pt idx="2118">
                  <c:v>7.1992981246153118E-3</c:v>
                </c:pt>
                <c:pt idx="2119">
                  <c:v>7.2083691577208191E-3</c:v>
                </c:pt>
                <c:pt idx="2120">
                  <c:v>6.294164184694479E-3</c:v>
                </c:pt>
                <c:pt idx="2121">
                  <c:v>6.0732178449258434E-3</c:v>
                </c:pt>
                <c:pt idx="2122">
                  <c:v>5.9200730918954475E-3</c:v>
                </c:pt>
                <c:pt idx="2123">
                  <c:v>5.7818657373598396E-3</c:v>
                </c:pt>
                <c:pt idx="2124">
                  <c:v>5.338051322344199E-3</c:v>
                </c:pt>
                <c:pt idx="2125">
                  <c:v>5.4524060479105392E-3</c:v>
                </c:pt>
                <c:pt idx="2126">
                  <c:v>5.6651279999468587E-3</c:v>
                </c:pt>
                <c:pt idx="2127">
                  <c:v>5.7286099778653043E-3</c:v>
                </c:pt>
                <c:pt idx="2128">
                  <c:v>5.6220797557830961E-3</c:v>
                </c:pt>
                <c:pt idx="2129">
                  <c:v>5.8982556698726363E-3</c:v>
                </c:pt>
                <c:pt idx="2130">
                  <c:v>6.3250402294324094E-3</c:v>
                </c:pt>
                <c:pt idx="2131">
                  <c:v>6.3581949432492185E-3</c:v>
                </c:pt>
                <c:pt idx="2132">
                  <c:v>6.2381032368486172E-3</c:v>
                </c:pt>
                <c:pt idx="2133">
                  <c:v>6.211895680081108E-3</c:v>
                </c:pt>
                <c:pt idx="2134">
                  <c:v>6.0209010504450166E-3</c:v>
                </c:pt>
                <c:pt idx="2135">
                  <c:v>5.9681336155079307E-3</c:v>
                </c:pt>
                <c:pt idx="2136">
                  <c:v>5.9291912704839186E-3</c:v>
                </c:pt>
                <c:pt idx="2137">
                  <c:v>5.6696658785782804E-3</c:v>
                </c:pt>
                <c:pt idx="2138">
                  <c:v>5.7791860629703281E-3</c:v>
                </c:pt>
                <c:pt idx="2139">
                  <c:v>5.7580032677169947E-3</c:v>
                </c:pt>
                <c:pt idx="2140">
                  <c:v>5.6548088803112613E-3</c:v>
                </c:pt>
                <c:pt idx="2141">
                  <c:v>5.5670852581062667E-3</c:v>
                </c:pt>
                <c:pt idx="2142">
                  <c:v>5.5262825402213368E-3</c:v>
                </c:pt>
                <c:pt idx="2143">
                  <c:v>5.1666820633021922E-3</c:v>
                </c:pt>
                <c:pt idx="2144">
                  <c:v>5.3863558077234756E-3</c:v>
                </c:pt>
                <c:pt idx="2145">
                  <c:v>6.8952320633389862E-3</c:v>
                </c:pt>
                <c:pt idx="2146">
                  <c:v>6.8818612649102599E-3</c:v>
                </c:pt>
                <c:pt idx="2147">
                  <c:v>6.7429381333763312E-3</c:v>
                </c:pt>
                <c:pt idx="2148">
                  <c:v>6.7315263208702928E-3</c:v>
                </c:pt>
                <c:pt idx="2149">
                  <c:v>6.7279768240263707E-3</c:v>
                </c:pt>
                <c:pt idx="2150">
                  <c:v>6.5811934807115781E-3</c:v>
                </c:pt>
                <c:pt idx="2151">
                  <c:v>6.1759012495873795E-3</c:v>
                </c:pt>
                <c:pt idx="2152">
                  <c:v>6.2676774789967278E-3</c:v>
                </c:pt>
                <c:pt idx="2153">
                  <c:v>6.5378091891722077E-3</c:v>
                </c:pt>
                <c:pt idx="2154">
                  <c:v>6.2612819659454925E-3</c:v>
                </c:pt>
                <c:pt idx="2155">
                  <c:v>6.2389151877115523E-3</c:v>
                </c:pt>
                <c:pt idx="2156">
                  <c:v>6.2356280185736062E-3</c:v>
                </c:pt>
                <c:pt idx="2157">
                  <c:v>6.3091818363554767E-3</c:v>
                </c:pt>
                <c:pt idx="2158">
                  <c:v>6.2886039509742545E-3</c:v>
                </c:pt>
                <c:pt idx="2159">
                  <c:v>6.1741560663572358E-3</c:v>
                </c:pt>
                <c:pt idx="2160">
                  <c:v>6.7482181256927655E-3</c:v>
                </c:pt>
                <c:pt idx="2161">
                  <c:v>6.8795993026934798E-3</c:v>
                </c:pt>
                <c:pt idx="2162">
                  <c:v>6.9260166977401071E-3</c:v>
                </c:pt>
                <c:pt idx="2163">
                  <c:v>7.0075146146999293E-3</c:v>
                </c:pt>
                <c:pt idx="2164">
                  <c:v>7.2043409995625456E-3</c:v>
                </c:pt>
                <c:pt idx="2165">
                  <c:v>6.9746047736748079E-3</c:v>
                </c:pt>
                <c:pt idx="2166">
                  <c:v>5.6230010724805466E-3</c:v>
                </c:pt>
                <c:pt idx="2167">
                  <c:v>5.5278208887849381E-3</c:v>
                </c:pt>
                <c:pt idx="2168">
                  <c:v>5.8334851394442706E-3</c:v>
                </c:pt>
                <c:pt idx="2169">
                  <c:v>5.9563327077891068E-3</c:v>
                </c:pt>
                <c:pt idx="2170">
                  <c:v>5.9793249021482904E-3</c:v>
                </c:pt>
                <c:pt idx="2171">
                  <c:v>5.9379195626938722E-3</c:v>
                </c:pt>
                <c:pt idx="2172">
                  <c:v>6.0460567680704919E-3</c:v>
                </c:pt>
                <c:pt idx="2173">
                  <c:v>6.3003673148231132E-3</c:v>
                </c:pt>
                <c:pt idx="2174">
                  <c:v>6.007210959877515E-3</c:v>
                </c:pt>
                <c:pt idx="2175">
                  <c:v>6.0412370714908927E-3</c:v>
                </c:pt>
                <c:pt idx="2176">
                  <c:v>6.0704946920014987E-3</c:v>
                </c:pt>
                <c:pt idx="2177">
                  <c:v>6.2576400702218666E-3</c:v>
                </c:pt>
                <c:pt idx="2178">
                  <c:v>6.1567510198206566E-3</c:v>
                </c:pt>
                <c:pt idx="2179">
                  <c:v>6.3809448085982295E-3</c:v>
                </c:pt>
                <c:pt idx="2180">
                  <c:v>6.4399279770551319E-3</c:v>
                </c:pt>
                <c:pt idx="2181">
                  <c:v>5.7021745519806365E-3</c:v>
                </c:pt>
                <c:pt idx="2182">
                  <c:v>5.4184321619844293E-3</c:v>
                </c:pt>
                <c:pt idx="2183">
                  <c:v>5.2930681677737183E-3</c:v>
                </c:pt>
                <c:pt idx="2184">
                  <c:v>5.2482553650912023E-3</c:v>
                </c:pt>
                <c:pt idx="2185">
                  <c:v>5.0052836752776326E-3</c:v>
                </c:pt>
                <c:pt idx="2186">
                  <c:v>4.9127284699274614E-3</c:v>
                </c:pt>
                <c:pt idx="2187">
                  <c:v>4.9913966985897706E-3</c:v>
                </c:pt>
                <c:pt idx="2188">
                  <c:v>5.7305214356670213E-3</c:v>
                </c:pt>
                <c:pt idx="2189">
                  <c:v>5.5900767603601952E-3</c:v>
                </c:pt>
                <c:pt idx="2190">
                  <c:v>5.6157109979285309E-3</c:v>
                </c:pt>
                <c:pt idx="2191">
                  <c:v>5.8897534719257183E-3</c:v>
                </c:pt>
                <c:pt idx="2192">
                  <c:v>6.3821314512686337E-3</c:v>
                </c:pt>
                <c:pt idx="2193">
                  <c:v>6.7870786884304483E-3</c:v>
                </c:pt>
                <c:pt idx="2194">
                  <c:v>6.465675366490389E-3</c:v>
                </c:pt>
                <c:pt idx="2195">
                  <c:v>6.5367968616782861E-3</c:v>
                </c:pt>
                <c:pt idx="2196">
                  <c:v>6.6325065697908549E-3</c:v>
                </c:pt>
                <c:pt idx="2197">
                  <c:v>6.4784578917279493E-3</c:v>
                </c:pt>
                <c:pt idx="2198">
                  <c:v>6.4820222964418559E-3</c:v>
                </c:pt>
                <c:pt idx="2199">
                  <c:v>6.5310722218651016E-3</c:v>
                </c:pt>
                <c:pt idx="2200">
                  <c:v>6.9220711979401574E-3</c:v>
                </c:pt>
                <c:pt idx="2201">
                  <c:v>6.896874122437854E-3</c:v>
                </c:pt>
                <c:pt idx="2202">
                  <c:v>6.8622321281346099E-3</c:v>
                </c:pt>
                <c:pt idx="2203">
                  <c:v>6.8849929192187397E-3</c:v>
                </c:pt>
                <c:pt idx="2204">
                  <c:v>6.9644247553056239E-3</c:v>
                </c:pt>
                <c:pt idx="2205">
                  <c:v>6.7909077441465947E-3</c:v>
                </c:pt>
                <c:pt idx="2206">
                  <c:v>7.0922465038644128E-3</c:v>
                </c:pt>
                <c:pt idx="2207">
                  <c:v>7.1740302879623706E-3</c:v>
                </c:pt>
                <c:pt idx="2208">
                  <c:v>7.1726917013420297E-3</c:v>
                </c:pt>
                <c:pt idx="2209">
                  <c:v>6.6924677198180989E-3</c:v>
                </c:pt>
                <c:pt idx="2210">
                  <c:v>6.6454392689417278E-3</c:v>
                </c:pt>
                <c:pt idx="2211">
                  <c:v>6.6693015081074553E-3</c:v>
                </c:pt>
                <c:pt idx="2212">
                  <c:v>6.5089692947318525E-3</c:v>
                </c:pt>
                <c:pt idx="2213">
                  <c:v>7.4295218993039444E-3</c:v>
                </c:pt>
                <c:pt idx="2214">
                  <c:v>6.9650146426992994E-3</c:v>
                </c:pt>
                <c:pt idx="2215">
                  <c:v>7.0478489724695968E-3</c:v>
                </c:pt>
                <c:pt idx="2216">
                  <c:v>7.0334685489202029E-3</c:v>
                </c:pt>
                <c:pt idx="2217">
                  <c:v>6.967509894345145E-3</c:v>
                </c:pt>
                <c:pt idx="2218">
                  <c:v>6.9696688484759458E-3</c:v>
                </c:pt>
                <c:pt idx="2219">
                  <c:v>6.867253467738115E-3</c:v>
                </c:pt>
                <c:pt idx="2220">
                  <c:v>7.1885653837310695E-3</c:v>
                </c:pt>
                <c:pt idx="2221">
                  <c:v>6.7964741866808117E-3</c:v>
                </c:pt>
                <c:pt idx="2222">
                  <c:v>7.1423118630906269E-3</c:v>
                </c:pt>
                <c:pt idx="2223">
                  <c:v>7.7087641530968407E-3</c:v>
                </c:pt>
                <c:pt idx="2224">
                  <c:v>8.6607889361317181E-3</c:v>
                </c:pt>
                <c:pt idx="2225">
                  <c:v>9.241774909976146E-3</c:v>
                </c:pt>
                <c:pt idx="2226">
                  <c:v>9.5328073170376903E-3</c:v>
                </c:pt>
                <c:pt idx="2227">
                  <c:v>8.9816086919555383E-3</c:v>
                </c:pt>
                <c:pt idx="2228">
                  <c:v>8.9056683161992129E-3</c:v>
                </c:pt>
                <c:pt idx="2229">
                  <c:v>9.0966745879853678E-3</c:v>
                </c:pt>
                <c:pt idx="2230">
                  <c:v>9.1486836929848513E-3</c:v>
                </c:pt>
                <c:pt idx="2231">
                  <c:v>9.1402513688010525E-3</c:v>
                </c:pt>
                <c:pt idx="2232">
                  <c:v>8.9071209592669846E-3</c:v>
                </c:pt>
                <c:pt idx="2233">
                  <c:v>8.8992542756622019E-3</c:v>
                </c:pt>
                <c:pt idx="2234">
                  <c:v>8.304868734155136E-3</c:v>
                </c:pt>
                <c:pt idx="2235">
                  <c:v>9.2806382413368384E-3</c:v>
                </c:pt>
                <c:pt idx="2236">
                  <c:v>9.3832718428676163E-3</c:v>
                </c:pt>
                <c:pt idx="2237">
                  <c:v>9.5673830170401718E-3</c:v>
                </c:pt>
                <c:pt idx="2238">
                  <c:v>9.5040951633006583E-3</c:v>
                </c:pt>
                <c:pt idx="2239">
                  <c:v>9.6906418651205445E-3</c:v>
                </c:pt>
                <c:pt idx="2240">
                  <c:v>9.7656927982460156E-3</c:v>
                </c:pt>
                <c:pt idx="2241">
                  <c:v>9.7722664927392573E-3</c:v>
                </c:pt>
                <c:pt idx="2242">
                  <c:v>9.9928798537542076E-3</c:v>
                </c:pt>
                <c:pt idx="2243">
                  <c:v>9.4704138612017891E-3</c:v>
                </c:pt>
                <c:pt idx="2244">
                  <c:v>9.2304708236905075E-3</c:v>
                </c:pt>
                <c:pt idx="2245">
                  <c:v>8.7800255642051361E-3</c:v>
                </c:pt>
                <c:pt idx="2246">
                  <c:v>7.9200460212505049E-3</c:v>
                </c:pt>
                <c:pt idx="2247">
                  <c:v>7.5638721975378725E-3</c:v>
                </c:pt>
                <c:pt idx="2248">
                  <c:v>7.5634545752313329E-3</c:v>
                </c:pt>
                <c:pt idx="2249">
                  <c:v>7.4822045212554599E-3</c:v>
                </c:pt>
                <c:pt idx="2250">
                  <c:v>7.213759608192304E-3</c:v>
                </c:pt>
                <c:pt idx="2251">
                  <c:v>7.2495534302036138E-3</c:v>
                </c:pt>
                <c:pt idx="2252">
                  <c:v>7.335887139872755E-3</c:v>
                </c:pt>
                <c:pt idx="2253">
                  <c:v>7.2155755036570823E-3</c:v>
                </c:pt>
                <c:pt idx="2254">
                  <c:v>7.5429832883764291E-3</c:v>
                </c:pt>
                <c:pt idx="2255">
                  <c:v>7.5784984095376333E-3</c:v>
                </c:pt>
                <c:pt idx="2256">
                  <c:v>6.4159539831157401E-3</c:v>
                </c:pt>
                <c:pt idx="2257">
                  <c:v>6.5180701741606407E-3</c:v>
                </c:pt>
                <c:pt idx="2258">
                  <c:v>6.3422624068991658E-3</c:v>
                </c:pt>
                <c:pt idx="2259">
                  <c:v>6.3209781116857133E-3</c:v>
                </c:pt>
                <c:pt idx="2260">
                  <c:v>6.4067521043272239E-3</c:v>
                </c:pt>
                <c:pt idx="2261">
                  <c:v>5.9926990364338514E-3</c:v>
                </c:pt>
                <c:pt idx="2262">
                  <c:v>6.061041428276316E-3</c:v>
                </c:pt>
                <c:pt idx="2263">
                  <c:v>7.4837557758413772E-3</c:v>
                </c:pt>
                <c:pt idx="2264">
                  <c:v>7.5911517533765191E-3</c:v>
                </c:pt>
                <c:pt idx="2265">
                  <c:v>7.7543142471858378E-3</c:v>
                </c:pt>
                <c:pt idx="2266">
                  <c:v>7.6572583121072785E-3</c:v>
                </c:pt>
                <c:pt idx="2267">
                  <c:v>7.6581933761174026E-3</c:v>
                </c:pt>
                <c:pt idx="2268">
                  <c:v>7.6722107809506154E-3</c:v>
                </c:pt>
                <c:pt idx="2269">
                  <c:v>7.8800934202668746E-3</c:v>
                </c:pt>
                <c:pt idx="2270">
                  <c:v>7.6356965186395349E-3</c:v>
                </c:pt>
                <c:pt idx="2271">
                  <c:v>7.6430887054633441E-3</c:v>
                </c:pt>
                <c:pt idx="2272">
                  <c:v>7.6481075536033172E-3</c:v>
                </c:pt>
                <c:pt idx="2273">
                  <c:v>7.6158605662542053E-3</c:v>
                </c:pt>
                <c:pt idx="2274">
                  <c:v>7.6770246560596564E-3</c:v>
                </c:pt>
                <c:pt idx="2275">
                  <c:v>7.3092750358742841E-3</c:v>
                </c:pt>
                <c:pt idx="2276">
                  <c:v>7.3848972667886611E-3</c:v>
                </c:pt>
                <c:pt idx="2277">
                  <c:v>7.5763775176702474E-3</c:v>
                </c:pt>
                <c:pt idx="2278">
                  <c:v>7.8411045963511297E-3</c:v>
                </c:pt>
                <c:pt idx="2279">
                  <c:v>7.9218572546865765E-3</c:v>
                </c:pt>
                <c:pt idx="2280">
                  <c:v>7.985311724289245E-3</c:v>
                </c:pt>
                <c:pt idx="2281">
                  <c:v>8.0148677623413985E-3</c:v>
                </c:pt>
                <c:pt idx="2282">
                  <c:v>8.1006236554794376E-3</c:v>
                </c:pt>
                <c:pt idx="2283">
                  <c:v>8.3006751110562289E-3</c:v>
                </c:pt>
                <c:pt idx="2284">
                  <c:v>6.8757610325230045E-3</c:v>
                </c:pt>
                <c:pt idx="2285">
                  <c:v>6.823021548202266E-3</c:v>
                </c:pt>
                <c:pt idx="2286">
                  <c:v>6.8293844781279279E-3</c:v>
                </c:pt>
                <c:pt idx="2287">
                  <c:v>6.6198452374526973E-3</c:v>
                </c:pt>
                <c:pt idx="2288">
                  <c:v>6.6019981990931278E-3</c:v>
                </c:pt>
                <c:pt idx="2289">
                  <c:v>6.5807747973661177E-3</c:v>
                </c:pt>
                <c:pt idx="2290">
                  <c:v>6.4549609259944955E-3</c:v>
                </c:pt>
                <c:pt idx="2291">
                  <c:v>6.5205279800793457E-3</c:v>
                </c:pt>
                <c:pt idx="2292">
                  <c:v>6.6455835925590869E-3</c:v>
                </c:pt>
                <c:pt idx="2293">
                  <c:v>7.8115869417354862E-3</c:v>
                </c:pt>
                <c:pt idx="2294">
                  <c:v>7.7075576499055247E-3</c:v>
                </c:pt>
                <c:pt idx="2295">
                  <c:v>9.6224787317390967E-3</c:v>
                </c:pt>
                <c:pt idx="2296">
                  <c:v>9.931838704302455E-3</c:v>
                </c:pt>
                <c:pt idx="2297">
                  <c:v>9.7852579423781585E-3</c:v>
                </c:pt>
                <c:pt idx="2298">
                  <c:v>9.5631253766890537E-3</c:v>
                </c:pt>
                <c:pt idx="2299">
                  <c:v>9.4614736221059967E-3</c:v>
                </c:pt>
                <c:pt idx="2300">
                  <c:v>9.2627474187060976E-3</c:v>
                </c:pt>
                <c:pt idx="2301">
                  <c:v>9.2433636596776225E-3</c:v>
                </c:pt>
                <c:pt idx="2302">
                  <c:v>8.8043018469111944E-3</c:v>
                </c:pt>
                <c:pt idx="2303">
                  <c:v>8.9049172404493306E-3</c:v>
                </c:pt>
                <c:pt idx="2304">
                  <c:v>9.2130829048676643E-3</c:v>
                </c:pt>
                <c:pt idx="2305">
                  <c:v>9.1259899701285913E-3</c:v>
                </c:pt>
                <c:pt idx="2306">
                  <c:v>9.3727947926107672E-3</c:v>
                </c:pt>
                <c:pt idx="2307">
                  <c:v>9.3456694185523326E-3</c:v>
                </c:pt>
                <c:pt idx="2308">
                  <c:v>9.3455216166572781E-3</c:v>
                </c:pt>
                <c:pt idx="2309">
                  <c:v>9.445444321206321E-3</c:v>
                </c:pt>
                <c:pt idx="2310">
                  <c:v>9.8701635248915256E-3</c:v>
                </c:pt>
                <c:pt idx="2311">
                  <c:v>9.8378608354491911E-3</c:v>
                </c:pt>
                <c:pt idx="2312">
                  <c:v>1.0051151291228589E-2</c:v>
                </c:pt>
                <c:pt idx="2313">
                  <c:v>1.0143793460075701E-2</c:v>
                </c:pt>
                <c:pt idx="2314">
                  <c:v>1.3199790289024019E-2</c:v>
                </c:pt>
                <c:pt idx="2315">
                  <c:v>1.3226570244854479E-2</c:v>
                </c:pt>
                <c:pt idx="2316">
                  <c:v>1.1931714567359863E-2</c:v>
                </c:pt>
                <c:pt idx="2317">
                  <c:v>1.1757001188259815E-2</c:v>
                </c:pt>
                <c:pt idx="2318">
                  <c:v>1.1822728332337898E-2</c:v>
                </c:pt>
                <c:pt idx="2319">
                  <c:v>1.182177283761666E-2</c:v>
                </c:pt>
                <c:pt idx="2320">
                  <c:v>1.1716815915632011E-2</c:v>
                </c:pt>
                <c:pt idx="2321">
                  <c:v>1.1640339995585294E-2</c:v>
                </c:pt>
                <c:pt idx="2322">
                  <c:v>1.1657727076812034E-2</c:v>
                </c:pt>
                <c:pt idx="2323">
                  <c:v>1.1896605813521633E-2</c:v>
                </c:pt>
                <c:pt idx="2324">
                  <c:v>1.182525044063024E-2</c:v>
                </c:pt>
                <c:pt idx="2325">
                  <c:v>1.179748979750395E-2</c:v>
                </c:pt>
                <c:pt idx="2326">
                  <c:v>1.1885073338946383E-2</c:v>
                </c:pt>
                <c:pt idx="2327">
                  <c:v>1.1748123526380409E-2</c:v>
                </c:pt>
                <c:pt idx="2328">
                  <c:v>1.1727189784765925E-2</c:v>
                </c:pt>
                <c:pt idx="2329">
                  <c:v>1.1738138451117677E-2</c:v>
                </c:pt>
                <c:pt idx="2330">
                  <c:v>1.1639094018398117E-2</c:v>
                </c:pt>
                <c:pt idx="2331">
                  <c:v>1.1221619057726005E-2</c:v>
                </c:pt>
                <c:pt idx="2332">
                  <c:v>1.141477609301079E-2</c:v>
                </c:pt>
                <c:pt idx="2333">
                  <c:v>1.1378771607454811E-2</c:v>
                </c:pt>
                <c:pt idx="2334">
                  <c:v>1.1288451494596386E-2</c:v>
                </c:pt>
                <c:pt idx="2335">
                  <c:v>6.4734627923020115E-3</c:v>
                </c:pt>
                <c:pt idx="2336">
                  <c:v>7.3104294380325523E-3</c:v>
                </c:pt>
                <c:pt idx="2337">
                  <c:v>7.2888047535122676E-3</c:v>
                </c:pt>
                <c:pt idx="2338">
                  <c:v>7.29864535214623E-3</c:v>
                </c:pt>
                <c:pt idx="2339">
                  <c:v>7.2305622720868698E-3</c:v>
                </c:pt>
                <c:pt idx="2340">
                  <c:v>7.0825379993924055E-3</c:v>
                </c:pt>
                <c:pt idx="2341">
                  <c:v>6.8576788136091782E-3</c:v>
                </c:pt>
                <c:pt idx="2342">
                  <c:v>7.0300224650121481E-3</c:v>
                </c:pt>
                <c:pt idx="2343">
                  <c:v>7.1220435737224478E-3</c:v>
                </c:pt>
                <c:pt idx="2344">
                  <c:v>6.6671126941065945E-3</c:v>
                </c:pt>
                <c:pt idx="2345">
                  <c:v>6.8078947988476097E-3</c:v>
                </c:pt>
                <c:pt idx="2346">
                  <c:v>7.6197141371033813E-3</c:v>
                </c:pt>
                <c:pt idx="2347">
                  <c:v>7.9418982164255764E-3</c:v>
                </c:pt>
                <c:pt idx="2348">
                  <c:v>7.8649395514753893E-3</c:v>
                </c:pt>
                <c:pt idx="2349">
                  <c:v>7.9275774670451559E-3</c:v>
                </c:pt>
                <c:pt idx="2350">
                  <c:v>8.1376731886498854E-3</c:v>
                </c:pt>
                <c:pt idx="2351">
                  <c:v>8.823922595675002E-3</c:v>
                </c:pt>
                <c:pt idx="2352">
                  <c:v>8.799158166287761E-3</c:v>
                </c:pt>
                <c:pt idx="2353">
                  <c:v>8.3499724905772947E-3</c:v>
                </c:pt>
                <c:pt idx="2354">
                  <c:v>8.6334350070699957E-3</c:v>
                </c:pt>
                <c:pt idx="2355">
                  <c:v>8.6723339761076972E-3</c:v>
                </c:pt>
                <c:pt idx="2356">
                  <c:v>8.5338613690961861E-3</c:v>
                </c:pt>
                <c:pt idx="2357">
                  <c:v>8.2346820712725158E-3</c:v>
                </c:pt>
                <c:pt idx="2358">
                  <c:v>8.234093352478173E-3</c:v>
                </c:pt>
                <c:pt idx="2359">
                  <c:v>8.2336397967258286E-3</c:v>
                </c:pt>
                <c:pt idx="2360">
                  <c:v>8.5209144210532557E-3</c:v>
                </c:pt>
                <c:pt idx="2361">
                  <c:v>8.5660122069198541E-3</c:v>
                </c:pt>
                <c:pt idx="2362">
                  <c:v>8.5595767302084225E-3</c:v>
                </c:pt>
                <c:pt idx="2363">
                  <c:v>8.8917554134230869E-3</c:v>
                </c:pt>
                <c:pt idx="2364">
                  <c:v>8.6879448179056334E-3</c:v>
                </c:pt>
                <c:pt idx="2365">
                  <c:v>8.6742868794028091E-3</c:v>
                </c:pt>
                <c:pt idx="2366">
                  <c:v>9.0419091347042815E-3</c:v>
                </c:pt>
                <c:pt idx="2367">
                  <c:v>7.1015410297655315E-3</c:v>
                </c:pt>
                <c:pt idx="2368">
                  <c:v>6.9832620355491631E-3</c:v>
                </c:pt>
                <c:pt idx="2369">
                  <c:v>7.0014877318019617E-3</c:v>
                </c:pt>
                <c:pt idx="2370">
                  <c:v>7.1814380817188982E-3</c:v>
                </c:pt>
                <c:pt idx="2371">
                  <c:v>7.2044696115799237E-3</c:v>
                </c:pt>
                <c:pt idx="2372">
                  <c:v>6.8684479697355858E-3</c:v>
                </c:pt>
                <c:pt idx="2373">
                  <c:v>6.8510536404983542E-3</c:v>
                </c:pt>
                <c:pt idx="2374">
                  <c:v>7.0418200291008023E-3</c:v>
                </c:pt>
                <c:pt idx="2375">
                  <c:v>6.8310558834237855E-3</c:v>
                </c:pt>
                <c:pt idx="2376">
                  <c:v>6.7744155941449492E-3</c:v>
                </c:pt>
                <c:pt idx="2377">
                  <c:v>6.7920054972005241E-3</c:v>
                </c:pt>
                <c:pt idx="2378">
                  <c:v>6.7079342407806051E-3</c:v>
                </c:pt>
                <c:pt idx="2379">
                  <c:v>7.8545325453720453E-3</c:v>
                </c:pt>
                <c:pt idx="2380">
                  <c:v>7.8545326623571075E-3</c:v>
                </c:pt>
                <c:pt idx="2381">
                  <c:v>7.5328891341859524E-3</c:v>
                </c:pt>
                <c:pt idx="2382">
                  <c:v>7.6875722513334464E-3</c:v>
                </c:pt>
                <c:pt idx="2383">
                  <c:v>7.8803086563077104E-3</c:v>
                </c:pt>
                <c:pt idx="2384">
                  <c:v>7.6712210532053097E-3</c:v>
                </c:pt>
                <c:pt idx="2385">
                  <c:v>7.6718098719082053E-3</c:v>
                </c:pt>
                <c:pt idx="2386">
                  <c:v>7.6665076527515858E-3</c:v>
                </c:pt>
                <c:pt idx="2387">
                  <c:v>7.2312546523295596E-3</c:v>
                </c:pt>
                <c:pt idx="2388">
                  <c:v>7.6573256248760619E-3</c:v>
                </c:pt>
                <c:pt idx="2389">
                  <c:v>7.6947458245906764E-3</c:v>
                </c:pt>
                <c:pt idx="2390">
                  <c:v>7.9725562037792682E-3</c:v>
                </c:pt>
                <c:pt idx="2391">
                  <c:v>7.5926386789894251E-3</c:v>
                </c:pt>
                <c:pt idx="2392">
                  <c:v>7.6364928659821522E-3</c:v>
                </c:pt>
                <c:pt idx="2393">
                  <c:v>7.7188233338884105E-3</c:v>
                </c:pt>
                <c:pt idx="2394">
                  <c:v>7.8167775849299001E-3</c:v>
                </c:pt>
                <c:pt idx="2395">
                  <c:v>7.7008132296650638E-3</c:v>
                </c:pt>
                <c:pt idx="2396">
                  <c:v>8.4631190855822113E-3</c:v>
                </c:pt>
                <c:pt idx="2397">
                  <c:v>9.3023299667727207E-3</c:v>
                </c:pt>
                <c:pt idx="2398">
                  <c:v>9.3745053686675999E-3</c:v>
                </c:pt>
                <c:pt idx="2399">
                  <c:v>9.263280697459025E-3</c:v>
                </c:pt>
                <c:pt idx="2400">
                  <c:v>8.6421414772299698E-3</c:v>
                </c:pt>
                <c:pt idx="2401">
                  <c:v>8.6272455453066665E-3</c:v>
                </c:pt>
                <c:pt idx="2402">
                  <c:v>8.5768922632361178E-3</c:v>
                </c:pt>
                <c:pt idx="2403">
                  <c:v>8.160682747886127E-3</c:v>
                </c:pt>
                <c:pt idx="2404">
                  <c:v>8.193308775470573E-3</c:v>
                </c:pt>
                <c:pt idx="2405">
                  <c:v>8.1151012943784934E-3</c:v>
                </c:pt>
                <c:pt idx="2406">
                  <c:v>8.6885887483356995E-3</c:v>
                </c:pt>
                <c:pt idx="2407">
                  <c:v>8.7001773606287629E-3</c:v>
                </c:pt>
                <c:pt idx="2408">
                  <c:v>8.7364184884583373E-3</c:v>
                </c:pt>
                <c:pt idx="2409">
                  <c:v>7.7851608447023343E-3</c:v>
                </c:pt>
                <c:pt idx="2410">
                  <c:v>7.5039709402375705E-3</c:v>
                </c:pt>
                <c:pt idx="2411">
                  <c:v>9.1005736851972711E-3</c:v>
                </c:pt>
                <c:pt idx="2412">
                  <c:v>9.6262717942173243E-3</c:v>
                </c:pt>
                <c:pt idx="2413">
                  <c:v>9.3652229939297227E-3</c:v>
                </c:pt>
                <c:pt idx="2414">
                  <c:v>9.4135083168345561E-3</c:v>
                </c:pt>
                <c:pt idx="2415">
                  <c:v>9.9122616946702297E-3</c:v>
                </c:pt>
                <c:pt idx="2416">
                  <c:v>9.9349233660960025E-3</c:v>
                </c:pt>
                <c:pt idx="2417">
                  <c:v>9.8245567592356829E-3</c:v>
                </c:pt>
                <c:pt idx="2418">
                  <c:v>9.5010099527268847E-3</c:v>
                </c:pt>
                <c:pt idx="2419">
                  <c:v>9.4901587395576099E-3</c:v>
                </c:pt>
                <c:pt idx="2420">
                  <c:v>9.4455933695085023E-3</c:v>
                </c:pt>
                <c:pt idx="2421">
                  <c:v>9.1496431339921566E-3</c:v>
                </c:pt>
                <c:pt idx="2422">
                  <c:v>9.2467093002610752E-3</c:v>
                </c:pt>
                <c:pt idx="2423">
                  <c:v>9.3025954817638149E-3</c:v>
                </c:pt>
                <c:pt idx="2424">
                  <c:v>9.5218062127159844E-3</c:v>
                </c:pt>
                <c:pt idx="2425">
                  <c:v>9.3397171435352245E-3</c:v>
                </c:pt>
                <c:pt idx="2426">
                  <c:v>9.6148426700172398E-3</c:v>
                </c:pt>
                <c:pt idx="2427">
                  <c:v>9.7787317086329532E-3</c:v>
                </c:pt>
                <c:pt idx="2428">
                  <c:v>9.8393471862161103E-3</c:v>
                </c:pt>
                <c:pt idx="2429">
                  <c:v>9.824782136055487E-3</c:v>
                </c:pt>
                <c:pt idx="2430">
                  <c:v>1.1380930716198714E-2</c:v>
                </c:pt>
                <c:pt idx="2431">
                  <c:v>1.153806676615304E-2</c:v>
                </c:pt>
                <c:pt idx="2432">
                  <c:v>1.0064207410774137E-2</c:v>
                </c:pt>
                <c:pt idx="2433">
                  <c:v>9.8841854007592107E-3</c:v>
                </c:pt>
                <c:pt idx="2434">
                  <c:v>9.8215198048777989E-3</c:v>
                </c:pt>
                <c:pt idx="2435">
                  <c:v>9.8902752734500426E-3</c:v>
                </c:pt>
                <c:pt idx="2436">
                  <c:v>9.6136835911852948E-3</c:v>
                </c:pt>
                <c:pt idx="2437">
                  <c:v>9.4713382196743266E-3</c:v>
                </c:pt>
                <c:pt idx="2438">
                  <c:v>9.4849009548460539E-3</c:v>
                </c:pt>
                <c:pt idx="2439">
                  <c:v>9.3392167163628276E-3</c:v>
                </c:pt>
                <c:pt idx="2440">
                  <c:v>9.3468227398226956E-3</c:v>
                </c:pt>
                <c:pt idx="2441">
                  <c:v>1.040381885584362E-2</c:v>
                </c:pt>
                <c:pt idx="2442">
                  <c:v>1.0260382015128812E-2</c:v>
                </c:pt>
                <c:pt idx="2443">
                  <c:v>1.0286870969521309E-2</c:v>
                </c:pt>
                <c:pt idx="2444">
                  <c:v>1.037353736979002E-2</c:v>
                </c:pt>
                <c:pt idx="2445">
                  <c:v>1.0227851930665489E-2</c:v>
                </c:pt>
                <c:pt idx="2446">
                  <c:v>1.02008546371237E-2</c:v>
                </c:pt>
                <c:pt idx="2447">
                  <c:v>9.6340123235428097E-3</c:v>
                </c:pt>
                <c:pt idx="2448">
                  <c:v>9.4155237237380143E-3</c:v>
                </c:pt>
                <c:pt idx="2449">
                  <c:v>9.4922250111981587E-3</c:v>
                </c:pt>
                <c:pt idx="2450">
                  <c:v>9.3629701233337199E-3</c:v>
                </c:pt>
                <c:pt idx="2451">
                  <c:v>8.1315624824485101E-3</c:v>
                </c:pt>
                <c:pt idx="2452">
                  <c:v>8.0615919420016918E-3</c:v>
                </c:pt>
                <c:pt idx="2453">
                  <c:v>7.7993082771092674E-3</c:v>
                </c:pt>
                <c:pt idx="2454">
                  <c:v>7.7998839325421846E-3</c:v>
                </c:pt>
                <c:pt idx="2455">
                  <c:v>7.7913394669102791E-3</c:v>
                </c:pt>
                <c:pt idx="2456">
                  <c:v>7.7644682114592174E-3</c:v>
                </c:pt>
                <c:pt idx="2457">
                  <c:v>7.8335500273440488E-3</c:v>
                </c:pt>
                <c:pt idx="2458">
                  <c:v>8.2280322908893384E-3</c:v>
                </c:pt>
                <c:pt idx="2459">
                  <c:v>8.0708384974826422E-3</c:v>
                </c:pt>
                <c:pt idx="2460">
                  <c:v>9.018882074172006E-3</c:v>
                </c:pt>
                <c:pt idx="2461">
                  <c:v>8.9929360900002312E-3</c:v>
                </c:pt>
                <c:pt idx="2462">
                  <c:v>7.5893373697621704E-3</c:v>
                </c:pt>
                <c:pt idx="2463">
                  <c:v>7.8293811520175234E-3</c:v>
                </c:pt>
                <c:pt idx="2464">
                  <c:v>7.9503085287072582E-3</c:v>
                </c:pt>
                <c:pt idx="2465">
                  <c:v>8.0458767386852956E-3</c:v>
                </c:pt>
                <c:pt idx="2466">
                  <c:v>8.0813665338768329E-3</c:v>
                </c:pt>
                <c:pt idx="2467">
                  <c:v>8.0689123757758281E-3</c:v>
                </c:pt>
                <c:pt idx="2468">
                  <c:v>8.1051037283116547E-3</c:v>
                </c:pt>
                <c:pt idx="2469">
                  <c:v>8.4635201112303795E-3</c:v>
                </c:pt>
                <c:pt idx="2470">
                  <c:v>8.388984579153845E-3</c:v>
                </c:pt>
                <c:pt idx="2471">
                  <c:v>8.1102511733014346E-3</c:v>
                </c:pt>
                <c:pt idx="2472">
                  <c:v>7.8089445603673566E-3</c:v>
                </c:pt>
                <c:pt idx="2473">
                  <c:v>7.7439802822422158E-3</c:v>
                </c:pt>
                <c:pt idx="2474">
                  <c:v>7.8139629780514981E-3</c:v>
                </c:pt>
                <c:pt idx="2475">
                  <c:v>7.9267949761563736E-3</c:v>
                </c:pt>
                <c:pt idx="2476">
                  <c:v>7.9076867211394682E-3</c:v>
                </c:pt>
                <c:pt idx="2477">
                  <c:v>7.8946183633521044E-3</c:v>
                </c:pt>
                <c:pt idx="2478">
                  <c:v>8.0369086806085146E-3</c:v>
                </c:pt>
                <c:pt idx="2479">
                  <c:v>8.9273033954491866E-3</c:v>
                </c:pt>
                <c:pt idx="2480">
                  <c:v>1.1175426886867483E-2</c:v>
                </c:pt>
                <c:pt idx="2481">
                  <c:v>1.0979469536998739E-2</c:v>
                </c:pt>
                <c:pt idx="2482">
                  <c:v>1.1000863257224984E-2</c:v>
                </c:pt>
                <c:pt idx="2483">
                  <c:v>1.150020544721283E-2</c:v>
                </c:pt>
                <c:pt idx="2484">
                  <c:v>1.144213128524422E-2</c:v>
                </c:pt>
                <c:pt idx="2485">
                  <c:v>1.1675328638341177E-2</c:v>
                </c:pt>
                <c:pt idx="2486">
                  <c:v>1.1447264600846444E-2</c:v>
                </c:pt>
                <c:pt idx="2487">
                  <c:v>1.1797143446764642E-2</c:v>
                </c:pt>
                <c:pt idx="2488">
                  <c:v>1.1797622337289562E-2</c:v>
                </c:pt>
                <c:pt idx="2489">
                  <c:v>1.1848277386797071E-2</c:v>
                </c:pt>
                <c:pt idx="2490">
                  <c:v>1.1539516646203903E-2</c:v>
                </c:pt>
                <c:pt idx="2491">
                  <c:v>1.1540190303712807E-2</c:v>
                </c:pt>
                <c:pt idx="2492">
                  <c:v>1.1623533783523593E-2</c:v>
                </c:pt>
                <c:pt idx="2493">
                  <c:v>1.1612932973131592E-2</c:v>
                </c:pt>
                <c:pt idx="2494">
                  <c:v>1.1542237594641114E-2</c:v>
                </c:pt>
                <c:pt idx="2495">
                  <c:v>1.1394195296038405E-2</c:v>
                </c:pt>
                <c:pt idx="2496">
                  <c:v>1.1455346894051329E-2</c:v>
                </c:pt>
                <c:pt idx="2497">
                  <c:v>1.1529669479658163E-2</c:v>
                </c:pt>
                <c:pt idx="2498">
                  <c:v>1.1570442892611868E-2</c:v>
                </c:pt>
                <c:pt idx="2499">
                  <c:v>1.2412649450885599E-2</c:v>
                </c:pt>
                <c:pt idx="2500">
                  <c:v>1.116871113310519E-2</c:v>
                </c:pt>
                <c:pt idx="2501">
                  <c:v>7.7297533621144719E-3</c:v>
                </c:pt>
                <c:pt idx="2502">
                  <c:v>8.729636954751303E-3</c:v>
                </c:pt>
                <c:pt idx="2503">
                  <c:v>9.4973344570807184E-3</c:v>
                </c:pt>
                <c:pt idx="2504">
                  <c:v>9.2067563925984797E-3</c:v>
                </c:pt>
                <c:pt idx="2505">
                  <c:v>9.2017366313195785E-3</c:v>
                </c:pt>
                <c:pt idx="2506">
                  <c:v>8.9377172361598117E-3</c:v>
                </c:pt>
                <c:pt idx="2507">
                  <c:v>8.9479832100089265E-3</c:v>
                </c:pt>
                <c:pt idx="2508">
                  <c:v>8.0753073282839663E-3</c:v>
                </c:pt>
                <c:pt idx="2509">
                  <c:v>8.0741631867959421E-3</c:v>
                </c:pt>
                <c:pt idx="2510">
                  <c:v>8.5968165510108847E-3</c:v>
                </c:pt>
                <c:pt idx="2511">
                  <c:v>8.6442181834156182E-3</c:v>
                </c:pt>
                <c:pt idx="2512">
                  <c:v>9.1165574230462482E-3</c:v>
                </c:pt>
                <c:pt idx="2513">
                  <c:v>8.9051535266246439E-3</c:v>
                </c:pt>
                <c:pt idx="2514">
                  <c:v>8.9255714906528259E-3</c:v>
                </c:pt>
                <c:pt idx="2515">
                  <c:v>8.9416627764692027E-3</c:v>
                </c:pt>
                <c:pt idx="2516">
                  <c:v>8.8949395259129774E-3</c:v>
                </c:pt>
                <c:pt idx="2517">
                  <c:v>8.9323140376982597E-3</c:v>
                </c:pt>
              </c:numCache>
            </c:numRef>
          </c:val>
          <c:smooth val="0"/>
          <c:extLst>
            <c:ext xmlns:c16="http://schemas.microsoft.com/office/drawing/2014/chart" uri="{C3380CC4-5D6E-409C-BE32-E72D297353CC}">
              <c16:uniqueId val="{00000003-3DC3-EB4D-B486-250D242CA728}"/>
            </c:ext>
          </c:extLst>
        </c:ser>
        <c:ser>
          <c:idx val="4"/>
          <c:order val="4"/>
          <c:tx>
            <c:strRef>
              <c:f>'Volatility Analysis'!$CL$5:$CL$26</c:f>
              <c:strCache>
                <c:ptCount val="22"/>
                <c:pt idx="0">
                  <c:v>NIFTY Infra</c:v>
                </c:pt>
              </c:strCache>
            </c:strRef>
          </c:tx>
          <c:spPr>
            <a:ln w="12700" cap="rnd">
              <a:solidFill>
                <a:schemeClr val="dk1">
                  <a:tint val="30000"/>
                </a:schemeClr>
              </a:solidFill>
              <a:round/>
            </a:ln>
            <a:effectLst>
              <a:outerShdw blurRad="50800" dist="38100" dir="2700000" algn="tl" rotWithShape="0">
                <a:prstClr val="black">
                  <a:alpha val="40000"/>
                </a:prstClr>
              </a:outerShdw>
            </a:effectLst>
          </c:spPr>
          <c:marker>
            <c:symbol val="none"/>
          </c:marker>
          <c:cat>
            <c:numRef>
              <c:f>'Volatility Analysis'!$CG$27:$CG$2544</c:f>
              <c:numCache>
                <c:formatCode>d\-mmm\-yy</c:formatCode>
                <c:ptCount val="2518"/>
                <c:pt idx="0">
                  <c:v>42037</c:v>
                </c:pt>
                <c:pt idx="1">
                  <c:v>42038</c:v>
                </c:pt>
                <c:pt idx="2">
                  <c:v>42039</c:v>
                </c:pt>
                <c:pt idx="3">
                  <c:v>42040</c:v>
                </c:pt>
                <c:pt idx="4">
                  <c:v>42041</c:v>
                </c:pt>
                <c:pt idx="5">
                  <c:v>42044</c:v>
                </c:pt>
                <c:pt idx="6">
                  <c:v>42045</c:v>
                </c:pt>
                <c:pt idx="7">
                  <c:v>42046</c:v>
                </c:pt>
                <c:pt idx="8">
                  <c:v>42047</c:v>
                </c:pt>
                <c:pt idx="9">
                  <c:v>42048</c:v>
                </c:pt>
                <c:pt idx="10">
                  <c:v>42051</c:v>
                </c:pt>
                <c:pt idx="11">
                  <c:v>42053</c:v>
                </c:pt>
                <c:pt idx="12">
                  <c:v>42054</c:v>
                </c:pt>
                <c:pt idx="13">
                  <c:v>42055</c:v>
                </c:pt>
                <c:pt idx="14">
                  <c:v>42058</c:v>
                </c:pt>
                <c:pt idx="15">
                  <c:v>42059</c:v>
                </c:pt>
                <c:pt idx="16">
                  <c:v>42060</c:v>
                </c:pt>
                <c:pt idx="17">
                  <c:v>42061</c:v>
                </c:pt>
                <c:pt idx="18">
                  <c:v>42062</c:v>
                </c:pt>
                <c:pt idx="19">
                  <c:v>42063</c:v>
                </c:pt>
                <c:pt idx="20">
                  <c:v>42065</c:v>
                </c:pt>
                <c:pt idx="21">
                  <c:v>42066</c:v>
                </c:pt>
                <c:pt idx="22">
                  <c:v>42067</c:v>
                </c:pt>
                <c:pt idx="23">
                  <c:v>42068</c:v>
                </c:pt>
                <c:pt idx="24">
                  <c:v>42072</c:v>
                </c:pt>
                <c:pt idx="25">
                  <c:v>42073</c:v>
                </c:pt>
                <c:pt idx="26">
                  <c:v>42074</c:v>
                </c:pt>
                <c:pt idx="27">
                  <c:v>42075</c:v>
                </c:pt>
                <c:pt idx="28">
                  <c:v>42076</c:v>
                </c:pt>
                <c:pt idx="29">
                  <c:v>42079</c:v>
                </c:pt>
                <c:pt idx="30">
                  <c:v>42080</c:v>
                </c:pt>
                <c:pt idx="31">
                  <c:v>42081</c:v>
                </c:pt>
                <c:pt idx="32">
                  <c:v>42082</c:v>
                </c:pt>
                <c:pt idx="33">
                  <c:v>42083</c:v>
                </c:pt>
                <c:pt idx="34">
                  <c:v>42086</c:v>
                </c:pt>
                <c:pt idx="35">
                  <c:v>42087</c:v>
                </c:pt>
                <c:pt idx="36">
                  <c:v>42088</c:v>
                </c:pt>
                <c:pt idx="37">
                  <c:v>42089</c:v>
                </c:pt>
                <c:pt idx="38">
                  <c:v>42090</c:v>
                </c:pt>
                <c:pt idx="39">
                  <c:v>42093</c:v>
                </c:pt>
                <c:pt idx="40">
                  <c:v>42094</c:v>
                </c:pt>
                <c:pt idx="41">
                  <c:v>42095</c:v>
                </c:pt>
                <c:pt idx="42">
                  <c:v>42100</c:v>
                </c:pt>
                <c:pt idx="43">
                  <c:v>42101</c:v>
                </c:pt>
                <c:pt idx="44">
                  <c:v>42102</c:v>
                </c:pt>
                <c:pt idx="45">
                  <c:v>42103</c:v>
                </c:pt>
                <c:pt idx="46">
                  <c:v>42104</c:v>
                </c:pt>
                <c:pt idx="47">
                  <c:v>42107</c:v>
                </c:pt>
                <c:pt idx="48">
                  <c:v>42109</c:v>
                </c:pt>
                <c:pt idx="49">
                  <c:v>42110</c:v>
                </c:pt>
                <c:pt idx="50">
                  <c:v>42111</c:v>
                </c:pt>
                <c:pt idx="51">
                  <c:v>42114</c:v>
                </c:pt>
                <c:pt idx="52">
                  <c:v>42115</c:v>
                </c:pt>
                <c:pt idx="53">
                  <c:v>42116</c:v>
                </c:pt>
                <c:pt idx="54">
                  <c:v>42117</c:v>
                </c:pt>
                <c:pt idx="55">
                  <c:v>42118</c:v>
                </c:pt>
                <c:pt idx="56">
                  <c:v>42121</c:v>
                </c:pt>
                <c:pt idx="57">
                  <c:v>42122</c:v>
                </c:pt>
                <c:pt idx="58">
                  <c:v>42123</c:v>
                </c:pt>
                <c:pt idx="59">
                  <c:v>42124</c:v>
                </c:pt>
                <c:pt idx="60">
                  <c:v>42128</c:v>
                </c:pt>
                <c:pt idx="61">
                  <c:v>42129</c:v>
                </c:pt>
                <c:pt idx="62">
                  <c:v>42130</c:v>
                </c:pt>
                <c:pt idx="63">
                  <c:v>42131</c:v>
                </c:pt>
                <c:pt idx="64">
                  <c:v>42132</c:v>
                </c:pt>
                <c:pt idx="65">
                  <c:v>42135</c:v>
                </c:pt>
                <c:pt idx="66">
                  <c:v>42136</c:v>
                </c:pt>
                <c:pt idx="67">
                  <c:v>42137</c:v>
                </c:pt>
                <c:pt idx="68">
                  <c:v>42138</c:v>
                </c:pt>
                <c:pt idx="69">
                  <c:v>42139</c:v>
                </c:pt>
                <c:pt idx="70">
                  <c:v>42142</c:v>
                </c:pt>
                <c:pt idx="71">
                  <c:v>42143</c:v>
                </c:pt>
                <c:pt idx="72">
                  <c:v>42144</c:v>
                </c:pt>
                <c:pt idx="73">
                  <c:v>42145</c:v>
                </c:pt>
                <c:pt idx="74">
                  <c:v>42146</c:v>
                </c:pt>
                <c:pt idx="75">
                  <c:v>42149</c:v>
                </c:pt>
                <c:pt idx="76">
                  <c:v>42150</c:v>
                </c:pt>
                <c:pt idx="77">
                  <c:v>42151</c:v>
                </c:pt>
                <c:pt idx="78">
                  <c:v>42152</c:v>
                </c:pt>
                <c:pt idx="79">
                  <c:v>42153</c:v>
                </c:pt>
                <c:pt idx="80">
                  <c:v>42156</c:v>
                </c:pt>
                <c:pt idx="81">
                  <c:v>42157</c:v>
                </c:pt>
                <c:pt idx="82">
                  <c:v>42158</c:v>
                </c:pt>
                <c:pt idx="83">
                  <c:v>42159</c:v>
                </c:pt>
                <c:pt idx="84">
                  <c:v>42160</c:v>
                </c:pt>
                <c:pt idx="85">
                  <c:v>42163</c:v>
                </c:pt>
                <c:pt idx="86">
                  <c:v>42164</c:v>
                </c:pt>
                <c:pt idx="87">
                  <c:v>42165</c:v>
                </c:pt>
                <c:pt idx="88">
                  <c:v>42166</c:v>
                </c:pt>
                <c:pt idx="89">
                  <c:v>42167</c:v>
                </c:pt>
                <c:pt idx="90">
                  <c:v>42170</c:v>
                </c:pt>
                <c:pt idx="91">
                  <c:v>42171</c:v>
                </c:pt>
                <c:pt idx="92">
                  <c:v>42172</c:v>
                </c:pt>
                <c:pt idx="93">
                  <c:v>42173</c:v>
                </c:pt>
                <c:pt idx="94">
                  <c:v>42174</c:v>
                </c:pt>
                <c:pt idx="95">
                  <c:v>42177</c:v>
                </c:pt>
                <c:pt idx="96">
                  <c:v>42178</c:v>
                </c:pt>
                <c:pt idx="97">
                  <c:v>42179</c:v>
                </c:pt>
                <c:pt idx="98">
                  <c:v>42180</c:v>
                </c:pt>
                <c:pt idx="99">
                  <c:v>42181</c:v>
                </c:pt>
                <c:pt idx="100">
                  <c:v>42184</c:v>
                </c:pt>
                <c:pt idx="101">
                  <c:v>42185</c:v>
                </c:pt>
                <c:pt idx="102">
                  <c:v>42186</c:v>
                </c:pt>
                <c:pt idx="103">
                  <c:v>42187</c:v>
                </c:pt>
                <c:pt idx="104">
                  <c:v>42188</c:v>
                </c:pt>
                <c:pt idx="105">
                  <c:v>42191</c:v>
                </c:pt>
                <c:pt idx="106">
                  <c:v>42192</c:v>
                </c:pt>
                <c:pt idx="107">
                  <c:v>42193</c:v>
                </c:pt>
                <c:pt idx="108">
                  <c:v>42194</c:v>
                </c:pt>
                <c:pt idx="109">
                  <c:v>42195</c:v>
                </c:pt>
                <c:pt idx="110">
                  <c:v>42198</c:v>
                </c:pt>
                <c:pt idx="111">
                  <c:v>42199</c:v>
                </c:pt>
                <c:pt idx="112">
                  <c:v>42200</c:v>
                </c:pt>
                <c:pt idx="113">
                  <c:v>42201</c:v>
                </c:pt>
                <c:pt idx="114">
                  <c:v>42202</c:v>
                </c:pt>
                <c:pt idx="115">
                  <c:v>42205</c:v>
                </c:pt>
                <c:pt idx="116">
                  <c:v>42206</c:v>
                </c:pt>
                <c:pt idx="117">
                  <c:v>42207</c:v>
                </c:pt>
                <c:pt idx="118">
                  <c:v>42208</c:v>
                </c:pt>
                <c:pt idx="119">
                  <c:v>42209</c:v>
                </c:pt>
                <c:pt idx="120">
                  <c:v>42212</c:v>
                </c:pt>
                <c:pt idx="121">
                  <c:v>42213</c:v>
                </c:pt>
                <c:pt idx="122">
                  <c:v>42214</c:v>
                </c:pt>
                <c:pt idx="123">
                  <c:v>42215</c:v>
                </c:pt>
                <c:pt idx="124">
                  <c:v>42216</c:v>
                </c:pt>
                <c:pt idx="125">
                  <c:v>42219</c:v>
                </c:pt>
                <c:pt idx="126">
                  <c:v>42220</c:v>
                </c:pt>
                <c:pt idx="127">
                  <c:v>42221</c:v>
                </c:pt>
                <c:pt idx="128">
                  <c:v>42222</c:v>
                </c:pt>
                <c:pt idx="129">
                  <c:v>42223</c:v>
                </c:pt>
                <c:pt idx="130">
                  <c:v>42226</c:v>
                </c:pt>
                <c:pt idx="131">
                  <c:v>42227</c:v>
                </c:pt>
                <c:pt idx="132">
                  <c:v>42228</c:v>
                </c:pt>
                <c:pt idx="133">
                  <c:v>42229</c:v>
                </c:pt>
                <c:pt idx="134">
                  <c:v>42230</c:v>
                </c:pt>
                <c:pt idx="135">
                  <c:v>42233</c:v>
                </c:pt>
                <c:pt idx="136">
                  <c:v>42234</c:v>
                </c:pt>
                <c:pt idx="137">
                  <c:v>42235</c:v>
                </c:pt>
                <c:pt idx="138">
                  <c:v>42236</c:v>
                </c:pt>
                <c:pt idx="139">
                  <c:v>42237</c:v>
                </c:pt>
                <c:pt idx="140">
                  <c:v>42240</c:v>
                </c:pt>
                <c:pt idx="141">
                  <c:v>42241</c:v>
                </c:pt>
                <c:pt idx="142">
                  <c:v>42242</c:v>
                </c:pt>
                <c:pt idx="143">
                  <c:v>42243</c:v>
                </c:pt>
                <c:pt idx="144">
                  <c:v>42244</c:v>
                </c:pt>
                <c:pt idx="145">
                  <c:v>42247</c:v>
                </c:pt>
                <c:pt idx="146">
                  <c:v>42248</c:v>
                </c:pt>
                <c:pt idx="147">
                  <c:v>42249</c:v>
                </c:pt>
                <c:pt idx="148">
                  <c:v>42250</c:v>
                </c:pt>
                <c:pt idx="149">
                  <c:v>42251</c:v>
                </c:pt>
                <c:pt idx="150">
                  <c:v>42254</c:v>
                </c:pt>
                <c:pt idx="151">
                  <c:v>42255</c:v>
                </c:pt>
                <c:pt idx="152">
                  <c:v>42256</c:v>
                </c:pt>
                <c:pt idx="153">
                  <c:v>42257</c:v>
                </c:pt>
                <c:pt idx="154">
                  <c:v>42258</c:v>
                </c:pt>
                <c:pt idx="155">
                  <c:v>42261</c:v>
                </c:pt>
                <c:pt idx="156">
                  <c:v>42262</c:v>
                </c:pt>
                <c:pt idx="157">
                  <c:v>42263</c:v>
                </c:pt>
                <c:pt idx="158">
                  <c:v>42265</c:v>
                </c:pt>
                <c:pt idx="159">
                  <c:v>42268</c:v>
                </c:pt>
                <c:pt idx="160">
                  <c:v>42269</c:v>
                </c:pt>
                <c:pt idx="161">
                  <c:v>42270</c:v>
                </c:pt>
                <c:pt idx="162">
                  <c:v>42271</c:v>
                </c:pt>
                <c:pt idx="163">
                  <c:v>42275</c:v>
                </c:pt>
                <c:pt idx="164">
                  <c:v>42276</c:v>
                </c:pt>
                <c:pt idx="165">
                  <c:v>42277</c:v>
                </c:pt>
                <c:pt idx="166">
                  <c:v>42278</c:v>
                </c:pt>
                <c:pt idx="167">
                  <c:v>42282</c:v>
                </c:pt>
                <c:pt idx="168">
                  <c:v>42283</c:v>
                </c:pt>
                <c:pt idx="169">
                  <c:v>42284</c:v>
                </c:pt>
                <c:pt idx="170">
                  <c:v>42285</c:v>
                </c:pt>
                <c:pt idx="171">
                  <c:v>42286</c:v>
                </c:pt>
                <c:pt idx="172">
                  <c:v>42289</c:v>
                </c:pt>
                <c:pt idx="173">
                  <c:v>42290</c:v>
                </c:pt>
                <c:pt idx="174">
                  <c:v>42291</c:v>
                </c:pt>
                <c:pt idx="175">
                  <c:v>42292</c:v>
                </c:pt>
                <c:pt idx="176">
                  <c:v>42293</c:v>
                </c:pt>
                <c:pt idx="177">
                  <c:v>42296</c:v>
                </c:pt>
                <c:pt idx="178">
                  <c:v>42297</c:v>
                </c:pt>
                <c:pt idx="179">
                  <c:v>42298</c:v>
                </c:pt>
                <c:pt idx="180">
                  <c:v>42300</c:v>
                </c:pt>
                <c:pt idx="181">
                  <c:v>42303</c:v>
                </c:pt>
                <c:pt idx="182">
                  <c:v>42304</c:v>
                </c:pt>
                <c:pt idx="183">
                  <c:v>42305</c:v>
                </c:pt>
                <c:pt idx="184">
                  <c:v>42306</c:v>
                </c:pt>
                <c:pt idx="185">
                  <c:v>42307</c:v>
                </c:pt>
                <c:pt idx="186">
                  <c:v>42310</c:v>
                </c:pt>
                <c:pt idx="187">
                  <c:v>42311</c:v>
                </c:pt>
                <c:pt idx="188">
                  <c:v>42312</c:v>
                </c:pt>
                <c:pt idx="189">
                  <c:v>42313</c:v>
                </c:pt>
                <c:pt idx="190">
                  <c:v>42314</c:v>
                </c:pt>
                <c:pt idx="191">
                  <c:v>42317</c:v>
                </c:pt>
                <c:pt idx="192">
                  <c:v>42318</c:v>
                </c:pt>
                <c:pt idx="193">
                  <c:v>42319</c:v>
                </c:pt>
                <c:pt idx="194">
                  <c:v>42321</c:v>
                </c:pt>
                <c:pt idx="195">
                  <c:v>42324</c:v>
                </c:pt>
                <c:pt idx="196">
                  <c:v>42325</c:v>
                </c:pt>
                <c:pt idx="197">
                  <c:v>42326</c:v>
                </c:pt>
                <c:pt idx="198">
                  <c:v>42327</c:v>
                </c:pt>
                <c:pt idx="199">
                  <c:v>42328</c:v>
                </c:pt>
                <c:pt idx="200">
                  <c:v>42331</c:v>
                </c:pt>
                <c:pt idx="201">
                  <c:v>42332</c:v>
                </c:pt>
                <c:pt idx="202">
                  <c:v>42334</c:v>
                </c:pt>
                <c:pt idx="203">
                  <c:v>42335</c:v>
                </c:pt>
                <c:pt idx="204">
                  <c:v>42338</c:v>
                </c:pt>
                <c:pt idx="205">
                  <c:v>42339</c:v>
                </c:pt>
                <c:pt idx="206">
                  <c:v>42340</c:v>
                </c:pt>
                <c:pt idx="207">
                  <c:v>42341</c:v>
                </c:pt>
                <c:pt idx="208">
                  <c:v>42342</c:v>
                </c:pt>
                <c:pt idx="209">
                  <c:v>42345</c:v>
                </c:pt>
                <c:pt idx="210">
                  <c:v>42346</c:v>
                </c:pt>
                <c:pt idx="211">
                  <c:v>42347</c:v>
                </c:pt>
                <c:pt idx="212">
                  <c:v>42348</c:v>
                </c:pt>
                <c:pt idx="213">
                  <c:v>42349</c:v>
                </c:pt>
                <c:pt idx="214">
                  <c:v>42352</c:v>
                </c:pt>
                <c:pt idx="215">
                  <c:v>42353</c:v>
                </c:pt>
                <c:pt idx="216">
                  <c:v>42354</c:v>
                </c:pt>
                <c:pt idx="217">
                  <c:v>42355</c:v>
                </c:pt>
                <c:pt idx="218">
                  <c:v>42356</c:v>
                </c:pt>
                <c:pt idx="219">
                  <c:v>42359</c:v>
                </c:pt>
                <c:pt idx="220">
                  <c:v>42360</c:v>
                </c:pt>
                <c:pt idx="221">
                  <c:v>42361</c:v>
                </c:pt>
                <c:pt idx="222">
                  <c:v>42362</c:v>
                </c:pt>
                <c:pt idx="223">
                  <c:v>42366</c:v>
                </c:pt>
                <c:pt idx="224">
                  <c:v>42367</c:v>
                </c:pt>
                <c:pt idx="225">
                  <c:v>42368</c:v>
                </c:pt>
                <c:pt idx="226">
                  <c:v>42369</c:v>
                </c:pt>
                <c:pt idx="227">
                  <c:v>42370</c:v>
                </c:pt>
                <c:pt idx="228">
                  <c:v>42373</c:v>
                </c:pt>
                <c:pt idx="229">
                  <c:v>42374</c:v>
                </c:pt>
                <c:pt idx="230">
                  <c:v>42375</c:v>
                </c:pt>
                <c:pt idx="231">
                  <c:v>42376</c:v>
                </c:pt>
                <c:pt idx="232">
                  <c:v>42377</c:v>
                </c:pt>
                <c:pt idx="233">
                  <c:v>42380</c:v>
                </c:pt>
                <c:pt idx="234">
                  <c:v>42381</c:v>
                </c:pt>
                <c:pt idx="235">
                  <c:v>42382</c:v>
                </c:pt>
                <c:pt idx="236">
                  <c:v>42383</c:v>
                </c:pt>
                <c:pt idx="237">
                  <c:v>42384</c:v>
                </c:pt>
                <c:pt idx="238">
                  <c:v>42387</c:v>
                </c:pt>
                <c:pt idx="239">
                  <c:v>42388</c:v>
                </c:pt>
                <c:pt idx="240">
                  <c:v>42389</c:v>
                </c:pt>
                <c:pt idx="241">
                  <c:v>42390</c:v>
                </c:pt>
                <c:pt idx="242">
                  <c:v>42391</c:v>
                </c:pt>
                <c:pt idx="243">
                  <c:v>42394</c:v>
                </c:pt>
                <c:pt idx="244">
                  <c:v>42396</c:v>
                </c:pt>
                <c:pt idx="245">
                  <c:v>42397</c:v>
                </c:pt>
                <c:pt idx="246">
                  <c:v>42398</c:v>
                </c:pt>
                <c:pt idx="247">
                  <c:v>42401</c:v>
                </c:pt>
                <c:pt idx="248">
                  <c:v>42402</c:v>
                </c:pt>
                <c:pt idx="249">
                  <c:v>42403</c:v>
                </c:pt>
                <c:pt idx="250">
                  <c:v>42404</c:v>
                </c:pt>
                <c:pt idx="251">
                  <c:v>42405</c:v>
                </c:pt>
                <c:pt idx="252">
                  <c:v>42408</c:v>
                </c:pt>
                <c:pt idx="253">
                  <c:v>42409</c:v>
                </c:pt>
                <c:pt idx="254">
                  <c:v>42410</c:v>
                </c:pt>
                <c:pt idx="255">
                  <c:v>42411</c:v>
                </c:pt>
                <c:pt idx="256">
                  <c:v>42412</c:v>
                </c:pt>
                <c:pt idx="257">
                  <c:v>42415</c:v>
                </c:pt>
                <c:pt idx="258">
                  <c:v>42416</c:v>
                </c:pt>
                <c:pt idx="259">
                  <c:v>42417</c:v>
                </c:pt>
                <c:pt idx="260">
                  <c:v>42418</c:v>
                </c:pt>
                <c:pt idx="261">
                  <c:v>42419</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42461</c:v>
                </c:pt>
                <c:pt idx="289">
                  <c:v>42464</c:v>
                </c:pt>
                <c:pt idx="290">
                  <c:v>42465</c:v>
                </c:pt>
                <c:pt idx="291">
                  <c:v>42466</c:v>
                </c:pt>
                <c:pt idx="292">
                  <c:v>42467</c:v>
                </c:pt>
                <c:pt idx="293">
                  <c:v>42468</c:v>
                </c:pt>
                <c:pt idx="294">
                  <c:v>42471</c:v>
                </c:pt>
                <c:pt idx="295">
                  <c:v>42472</c:v>
                </c:pt>
                <c:pt idx="296">
                  <c:v>42473</c:v>
                </c:pt>
                <c:pt idx="297">
                  <c:v>42478</c:v>
                </c:pt>
                <c:pt idx="298">
                  <c:v>42480</c:v>
                </c:pt>
                <c:pt idx="299">
                  <c:v>42481</c:v>
                </c:pt>
                <c:pt idx="300">
                  <c:v>42482</c:v>
                </c:pt>
                <c:pt idx="301">
                  <c:v>42485</c:v>
                </c:pt>
                <c:pt idx="302">
                  <c:v>42486</c:v>
                </c:pt>
                <c:pt idx="303">
                  <c:v>42487</c:v>
                </c:pt>
                <c:pt idx="304">
                  <c:v>42488</c:v>
                </c:pt>
                <c:pt idx="305">
                  <c:v>42489</c:v>
                </c:pt>
                <c:pt idx="306">
                  <c:v>42492</c:v>
                </c:pt>
                <c:pt idx="307">
                  <c:v>42493</c:v>
                </c:pt>
                <c:pt idx="308">
                  <c:v>42494</c:v>
                </c:pt>
                <c:pt idx="309">
                  <c:v>42495</c:v>
                </c:pt>
                <c:pt idx="310">
                  <c:v>42496</c:v>
                </c:pt>
                <c:pt idx="311">
                  <c:v>42499</c:v>
                </c:pt>
                <c:pt idx="312">
                  <c:v>42500</c:v>
                </c:pt>
                <c:pt idx="313">
                  <c:v>42501</c:v>
                </c:pt>
                <c:pt idx="314">
                  <c:v>42502</c:v>
                </c:pt>
                <c:pt idx="315">
                  <c:v>42503</c:v>
                </c:pt>
                <c:pt idx="316">
                  <c:v>42506</c:v>
                </c:pt>
                <c:pt idx="317">
                  <c:v>42507</c:v>
                </c:pt>
                <c:pt idx="318">
                  <c:v>42508</c:v>
                </c:pt>
                <c:pt idx="319">
                  <c:v>42509</c:v>
                </c:pt>
                <c:pt idx="320">
                  <c:v>42510</c:v>
                </c:pt>
                <c:pt idx="321">
                  <c:v>42513</c:v>
                </c:pt>
                <c:pt idx="322">
                  <c:v>42514</c:v>
                </c:pt>
                <c:pt idx="323">
                  <c:v>42515</c:v>
                </c:pt>
                <c:pt idx="324">
                  <c:v>42516</c:v>
                </c:pt>
                <c:pt idx="325">
                  <c:v>42517</c:v>
                </c:pt>
                <c:pt idx="326">
                  <c:v>42520</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42555</c:v>
                </c:pt>
                <c:pt idx="352">
                  <c:v>42556</c:v>
                </c:pt>
                <c:pt idx="353">
                  <c:v>42558</c:v>
                </c:pt>
                <c:pt idx="354">
                  <c:v>42559</c:v>
                </c:pt>
                <c:pt idx="355">
                  <c:v>42562</c:v>
                </c:pt>
                <c:pt idx="356">
                  <c:v>42563</c:v>
                </c:pt>
                <c:pt idx="357">
                  <c:v>42564</c:v>
                </c:pt>
                <c:pt idx="358">
                  <c:v>42565</c:v>
                </c:pt>
                <c:pt idx="359">
                  <c:v>42566</c:v>
                </c:pt>
                <c:pt idx="360">
                  <c:v>42569</c:v>
                </c:pt>
                <c:pt idx="361">
                  <c:v>42570</c:v>
                </c:pt>
                <c:pt idx="362">
                  <c:v>42571</c:v>
                </c:pt>
                <c:pt idx="363">
                  <c:v>42572</c:v>
                </c:pt>
                <c:pt idx="364">
                  <c:v>42573</c:v>
                </c:pt>
                <c:pt idx="365">
                  <c:v>42576</c:v>
                </c:pt>
                <c:pt idx="366">
                  <c:v>42577</c:v>
                </c:pt>
                <c:pt idx="367">
                  <c:v>42578</c:v>
                </c:pt>
                <c:pt idx="368">
                  <c:v>42579</c:v>
                </c:pt>
                <c:pt idx="369">
                  <c:v>42580</c:v>
                </c:pt>
                <c:pt idx="370">
                  <c:v>42583</c:v>
                </c:pt>
                <c:pt idx="371">
                  <c:v>42584</c:v>
                </c:pt>
                <c:pt idx="372">
                  <c:v>42585</c:v>
                </c:pt>
                <c:pt idx="373">
                  <c:v>42586</c:v>
                </c:pt>
                <c:pt idx="374">
                  <c:v>42587</c:v>
                </c:pt>
                <c:pt idx="375">
                  <c:v>42590</c:v>
                </c:pt>
                <c:pt idx="376">
                  <c:v>42591</c:v>
                </c:pt>
                <c:pt idx="377">
                  <c:v>42592</c:v>
                </c:pt>
                <c:pt idx="378">
                  <c:v>42593</c:v>
                </c:pt>
                <c:pt idx="379">
                  <c:v>42594</c:v>
                </c:pt>
                <c:pt idx="380">
                  <c:v>42598</c:v>
                </c:pt>
                <c:pt idx="381">
                  <c:v>42599</c:v>
                </c:pt>
                <c:pt idx="382">
                  <c:v>42600</c:v>
                </c:pt>
                <c:pt idx="383">
                  <c:v>42601</c:v>
                </c:pt>
                <c:pt idx="384">
                  <c:v>42604</c:v>
                </c:pt>
                <c:pt idx="385">
                  <c:v>42605</c:v>
                </c:pt>
                <c:pt idx="386">
                  <c:v>42606</c:v>
                </c:pt>
                <c:pt idx="387">
                  <c:v>42607</c:v>
                </c:pt>
                <c:pt idx="388">
                  <c:v>42608</c:v>
                </c:pt>
                <c:pt idx="389">
                  <c:v>42611</c:v>
                </c:pt>
                <c:pt idx="390">
                  <c:v>42612</c:v>
                </c:pt>
                <c:pt idx="391">
                  <c:v>42613</c:v>
                </c:pt>
                <c:pt idx="392">
                  <c:v>42614</c:v>
                </c:pt>
                <c:pt idx="393">
                  <c:v>42615</c:v>
                </c:pt>
                <c:pt idx="394">
                  <c:v>42619</c:v>
                </c:pt>
                <c:pt idx="395">
                  <c:v>42620</c:v>
                </c:pt>
                <c:pt idx="396">
                  <c:v>42621</c:v>
                </c:pt>
                <c:pt idx="397">
                  <c:v>42622</c:v>
                </c:pt>
                <c:pt idx="398">
                  <c:v>42625</c:v>
                </c:pt>
                <c:pt idx="399">
                  <c:v>42627</c:v>
                </c:pt>
                <c:pt idx="400">
                  <c:v>42628</c:v>
                </c:pt>
                <c:pt idx="401">
                  <c:v>42629</c:v>
                </c:pt>
                <c:pt idx="402">
                  <c:v>42632</c:v>
                </c:pt>
                <c:pt idx="403">
                  <c:v>42633</c:v>
                </c:pt>
                <c:pt idx="404">
                  <c:v>42634</c:v>
                </c:pt>
                <c:pt idx="405">
                  <c:v>42635</c:v>
                </c:pt>
                <c:pt idx="406">
                  <c:v>42636</c:v>
                </c:pt>
                <c:pt idx="407">
                  <c:v>42639</c:v>
                </c:pt>
                <c:pt idx="408">
                  <c:v>42640</c:v>
                </c:pt>
                <c:pt idx="409">
                  <c:v>42641</c:v>
                </c:pt>
                <c:pt idx="410">
                  <c:v>42642</c:v>
                </c:pt>
                <c:pt idx="411">
                  <c:v>42643</c:v>
                </c:pt>
                <c:pt idx="412">
                  <c:v>42646</c:v>
                </c:pt>
                <c:pt idx="413">
                  <c:v>42647</c:v>
                </c:pt>
                <c:pt idx="414">
                  <c:v>42648</c:v>
                </c:pt>
                <c:pt idx="415">
                  <c:v>42649</c:v>
                </c:pt>
                <c:pt idx="416">
                  <c:v>42650</c:v>
                </c:pt>
                <c:pt idx="417">
                  <c:v>42653</c:v>
                </c:pt>
                <c:pt idx="418">
                  <c:v>42656</c:v>
                </c:pt>
                <c:pt idx="419">
                  <c:v>42657</c:v>
                </c:pt>
                <c:pt idx="420">
                  <c:v>42660</c:v>
                </c:pt>
                <c:pt idx="421">
                  <c:v>42661</c:v>
                </c:pt>
                <c:pt idx="422">
                  <c:v>42662</c:v>
                </c:pt>
                <c:pt idx="423">
                  <c:v>42663</c:v>
                </c:pt>
                <c:pt idx="424">
                  <c:v>42664</c:v>
                </c:pt>
                <c:pt idx="425">
                  <c:v>42667</c:v>
                </c:pt>
                <c:pt idx="426">
                  <c:v>42668</c:v>
                </c:pt>
                <c:pt idx="427">
                  <c:v>42669</c:v>
                </c:pt>
                <c:pt idx="428">
                  <c:v>42670</c:v>
                </c:pt>
                <c:pt idx="429">
                  <c:v>42671</c:v>
                </c:pt>
                <c:pt idx="430">
                  <c:v>42673</c:v>
                </c:pt>
                <c:pt idx="431">
                  <c:v>42675</c:v>
                </c:pt>
                <c:pt idx="432">
                  <c:v>42676</c:v>
                </c:pt>
                <c:pt idx="433">
                  <c:v>42677</c:v>
                </c:pt>
                <c:pt idx="434">
                  <c:v>42678</c:v>
                </c:pt>
                <c:pt idx="435">
                  <c:v>42681</c:v>
                </c:pt>
                <c:pt idx="436">
                  <c:v>42682</c:v>
                </c:pt>
                <c:pt idx="437">
                  <c:v>42683</c:v>
                </c:pt>
                <c:pt idx="438">
                  <c:v>42684</c:v>
                </c:pt>
                <c:pt idx="439">
                  <c:v>42685</c:v>
                </c:pt>
                <c:pt idx="440">
                  <c:v>42689</c:v>
                </c:pt>
                <c:pt idx="441">
                  <c:v>42690</c:v>
                </c:pt>
                <c:pt idx="442">
                  <c:v>42691</c:v>
                </c:pt>
                <c:pt idx="443">
                  <c:v>42692</c:v>
                </c:pt>
                <c:pt idx="444">
                  <c:v>42695</c:v>
                </c:pt>
                <c:pt idx="445">
                  <c:v>42696</c:v>
                </c:pt>
                <c:pt idx="446">
                  <c:v>42697</c:v>
                </c:pt>
                <c:pt idx="447">
                  <c:v>42698</c:v>
                </c:pt>
                <c:pt idx="448">
                  <c:v>42699</c:v>
                </c:pt>
                <c:pt idx="449">
                  <c:v>42702</c:v>
                </c:pt>
                <c:pt idx="450">
                  <c:v>42703</c:v>
                </c:pt>
                <c:pt idx="451">
                  <c:v>42704</c:v>
                </c:pt>
                <c:pt idx="452">
                  <c:v>42705</c:v>
                </c:pt>
                <c:pt idx="453">
                  <c:v>42706</c:v>
                </c:pt>
                <c:pt idx="454">
                  <c:v>42709</c:v>
                </c:pt>
                <c:pt idx="455">
                  <c:v>42710</c:v>
                </c:pt>
                <c:pt idx="456">
                  <c:v>42711</c:v>
                </c:pt>
                <c:pt idx="457">
                  <c:v>42712</c:v>
                </c:pt>
                <c:pt idx="458">
                  <c:v>42713</c:v>
                </c:pt>
                <c:pt idx="459">
                  <c:v>42716</c:v>
                </c:pt>
                <c:pt idx="460">
                  <c:v>42717</c:v>
                </c:pt>
                <c:pt idx="461">
                  <c:v>42718</c:v>
                </c:pt>
                <c:pt idx="462">
                  <c:v>42719</c:v>
                </c:pt>
                <c:pt idx="463">
                  <c:v>42720</c:v>
                </c:pt>
                <c:pt idx="464">
                  <c:v>42723</c:v>
                </c:pt>
                <c:pt idx="465">
                  <c:v>42724</c:v>
                </c:pt>
                <c:pt idx="466">
                  <c:v>42725</c:v>
                </c:pt>
                <c:pt idx="467">
                  <c:v>42726</c:v>
                </c:pt>
                <c:pt idx="468">
                  <c:v>42727</c:v>
                </c:pt>
                <c:pt idx="469">
                  <c:v>42730</c:v>
                </c:pt>
                <c:pt idx="470">
                  <c:v>42731</c:v>
                </c:pt>
                <c:pt idx="471">
                  <c:v>42732</c:v>
                </c:pt>
                <c:pt idx="472">
                  <c:v>42733</c:v>
                </c:pt>
                <c:pt idx="473">
                  <c:v>42734</c:v>
                </c:pt>
                <c:pt idx="474">
                  <c:v>42737</c:v>
                </c:pt>
                <c:pt idx="475">
                  <c:v>42738</c:v>
                </c:pt>
                <c:pt idx="476">
                  <c:v>42739</c:v>
                </c:pt>
                <c:pt idx="477">
                  <c:v>42740</c:v>
                </c:pt>
                <c:pt idx="478">
                  <c:v>42741</c:v>
                </c:pt>
                <c:pt idx="479">
                  <c:v>42744</c:v>
                </c:pt>
                <c:pt idx="480">
                  <c:v>42745</c:v>
                </c:pt>
                <c:pt idx="481">
                  <c:v>42746</c:v>
                </c:pt>
                <c:pt idx="482">
                  <c:v>42747</c:v>
                </c:pt>
                <c:pt idx="483">
                  <c:v>42748</c:v>
                </c:pt>
                <c:pt idx="484">
                  <c:v>42751</c:v>
                </c:pt>
                <c:pt idx="485">
                  <c:v>42752</c:v>
                </c:pt>
                <c:pt idx="486">
                  <c:v>42753</c:v>
                </c:pt>
                <c:pt idx="487">
                  <c:v>42754</c:v>
                </c:pt>
                <c:pt idx="488">
                  <c:v>42755</c:v>
                </c:pt>
                <c:pt idx="489">
                  <c:v>42758</c:v>
                </c:pt>
                <c:pt idx="490">
                  <c:v>42759</c:v>
                </c:pt>
                <c:pt idx="491">
                  <c:v>42760</c:v>
                </c:pt>
                <c:pt idx="492">
                  <c:v>42762</c:v>
                </c:pt>
                <c:pt idx="493">
                  <c:v>42765</c:v>
                </c:pt>
                <c:pt idx="494">
                  <c:v>42766</c:v>
                </c:pt>
                <c:pt idx="495">
                  <c:v>42767</c:v>
                </c:pt>
                <c:pt idx="496">
                  <c:v>42768</c:v>
                </c:pt>
                <c:pt idx="497">
                  <c:v>42769</c:v>
                </c:pt>
                <c:pt idx="498">
                  <c:v>42772</c:v>
                </c:pt>
                <c:pt idx="499">
                  <c:v>42773</c:v>
                </c:pt>
                <c:pt idx="500">
                  <c:v>42774</c:v>
                </c:pt>
                <c:pt idx="501">
                  <c:v>42775</c:v>
                </c:pt>
                <c:pt idx="502">
                  <c:v>42776</c:v>
                </c:pt>
                <c:pt idx="503">
                  <c:v>42779</c:v>
                </c:pt>
                <c:pt idx="504">
                  <c:v>42780</c:v>
                </c:pt>
                <c:pt idx="505">
                  <c:v>42781</c:v>
                </c:pt>
                <c:pt idx="506">
                  <c:v>42782</c:v>
                </c:pt>
                <c:pt idx="507">
                  <c:v>42783</c:v>
                </c:pt>
                <c:pt idx="508">
                  <c:v>42786</c:v>
                </c:pt>
                <c:pt idx="509">
                  <c:v>42787</c:v>
                </c:pt>
                <c:pt idx="510">
                  <c:v>42788</c:v>
                </c:pt>
                <c:pt idx="511">
                  <c:v>42789</c:v>
                </c:pt>
                <c:pt idx="512">
                  <c:v>42793</c:v>
                </c:pt>
                <c:pt idx="513">
                  <c:v>42794</c:v>
                </c:pt>
                <c:pt idx="514">
                  <c:v>42795</c:v>
                </c:pt>
                <c:pt idx="515">
                  <c:v>42796</c:v>
                </c:pt>
                <c:pt idx="516">
                  <c:v>42797</c:v>
                </c:pt>
                <c:pt idx="517">
                  <c:v>42800</c:v>
                </c:pt>
                <c:pt idx="518">
                  <c:v>42801</c:v>
                </c:pt>
                <c:pt idx="519">
                  <c:v>42802</c:v>
                </c:pt>
                <c:pt idx="520">
                  <c:v>42803</c:v>
                </c:pt>
                <c:pt idx="521">
                  <c:v>42804</c:v>
                </c:pt>
                <c:pt idx="522">
                  <c:v>42808</c:v>
                </c:pt>
                <c:pt idx="523">
                  <c:v>42809</c:v>
                </c:pt>
                <c:pt idx="524">
                  <c:v>42810</c:v>
                </c:pt>
                <c:pt idx="525">
                  <c:v>42811</c:v>
                </c:pt>
                <c:pt idx="526">
                  <c:v>42814</c:v>
                </c:pt>
                <c:pt idx="527">
                  <c:v>42815</c:v>
                </c:pt>
                <c:pt idx="528">
                  <c:v>42816</c:v>
                </c:pt>
                <c:pt idx="529">
                  <c:v>42817</c:v>
                </c:pt>
                <c:pt idx="530">
                  <c:v>42818</c:v>
                </c:pt>
                <c:pt idx="531">
                  <c:v>42821</c:v>
                </c:pt>
                <c:pt idx="532">
                  <c:v>42822</c:v>
                </c:pt>
                <c:pt idx="533">
                  <c:v>42823</c:v>
                </c:pt>
                <c:pt idx="534">
                  <c:v>42824</c:v>
                </c:pt>
                <c:pt idx="535">
                  <c:v>42825</c:v>
                </c:pt>
                <c:pt idx="536">
                  <c:v>42828</c:v>
                </c:pt>
                <c:pt idx="537">
                  <c:v>42830</c:v>
                </c:pt>
                <c:pt idx="538">
                  <c:v>42831</c:v>
                </c:pt>
                <c:pt idx="539">
                  <c:v>42832</c:v>
                </c:pt>
                <c:pt idx="540">
                  <c:v>42835</c:v>
                </c:pt>
                <c:pt idx="541">
                  <c:v>42836</c:v>
                </c:pt>
                <c:pt idx="542">
                  <c:v>42837</c:v>
                </c:pt>
                <c:pt idx="543">
                  <c:v>42838</c:v>
                </c:pt>
                <c:pt idx="544">
                  <c:v>42842</c:v>
                </c:pt>
                <c:pt idx="545">
                  <c:v>42843</c:v>
                </c:pt>
                <c:pt idx="546">
                  <c:v>42844</c:v>
                </c:pt>
                <c:pt idx="547">
                  <c:v>42845</c:v>
                </c:pt>
                <c:pt idx="548">
                  <c:v>42846</c:v>
                </c:pt>
                <c:pt idx="549">
                  <c:v>42849</c:v>
                </c:pt>
                <c:pt idx="550">
                  <c:v>42850</c:v>
                </c:pt>
                <c:pt idx="551">
                  <c:v>42851</c:v>
                </c:pt>
                <c:pt idx="552">
                  <c:v>42852</c:v>
                </c:pt>
                <c:pt idx="553">
                  <c:v>42853</c:v>
                </c:pt>
                <c:pt idx="554">
                  <c:v>42857</c:v>
                </c:pt>
                <c:pt idx="555">
                  <c:v>42858</c:v>
                </c:pt>
                <c:pt idx="556">
                  <c:v>42859</c:v>
                </c:pt>
                <c:pt idx="557">
                  <c:v>42860</c:v>
                </c:pt>
                <c:pt idx="558">
                  <c:v>42863</c:v>
                </c:pt>
                <c:pt idx="559">
                  <c:v>42864</c:v>
                </c:pt>
                <c:pt idx="560">
                  <c:v>42865</c:v>
                </c:pt>
                <c:pt idx="561">
                  <c:v>42866</c:v>
                </c:pt>
                <c:pt idx="562">
                  <c:v>42867</c:v>
                </c:pt>
                <c:pt idx="563">
                  <c:v>42870</c:v>
                </c:pt>
                <c:pt idx="564">
                  <c:v>42871</c:v>
                </c:pt>
                <c:pt idx="565">
                  <c:v>42872</c:v>
                </c:pt>
                <c:pt idx="566">
                  <c:v>42873</c:v>
                </c:pt>
                <c:pt idx="567">
                  <c:v>42874</c:v>
                </c:pt>
                <c:pt idx="568">
                  <c:v>42877</c:v>
                </c:pt>
                <c:pt idx="569">
                  <c:v>42878</c:v>
                </c:pt>
                <c:pt idx="570">
                  <c:v>42879</c:v>
                </c:pt>
                <c:pt idx="571">
                  <c:v>42880</c:v>
                </c:pt>
                <c:pt idx="572">
                  <c:v>42881</c:v>
                </c:pt>
                <c:pt idx="573">
                  <c:v>42884</c:v>
                </c:pt>
                <c:pt idx="574">
                  <c:v>42885</c:v>
                </c:pt>
                <c:pt idx="575">
                  <c:v>42886</c:v>
                </c:pt>
                <c:pt idx="576">
                  <c:v>42887</c:v>
                </c:pt>
                <c:pt idx="577">
                  <c:v>42888</c:v>
                </c:pt>
                <c:pt idx="578">
                  <c:v>42891</c:v>
                </c:pt>
                <c:pt idx="579">
                  <c:v>42892</c:v>
                </c:pt>
                <c:pt idx="580">
                  <c:v>42893</c:v>
                </c:pt>
                <c:pt idx="581">
                  <c:v>42894</c:v>
                </c:pt>
                <c:pt idx="582">
                  <c:v>42895</c:v>
                </c:pt>
                <c:pt idx="583">
                  <c:v>42898</c:v>
                </c:pt>
                <c:pt idx="584">
                  <c:v>42899</c:v>
                </c:pt>
                <c:pt idx="585">
                  <c:v>42900</c:v>
                </c:pt>
                <c:pt idx="586">
                  <c:v>42901</c:v>
                </c:pt>
                <c:pt idx="587">
                  <c:v>42902</c:v>
                </c:pt>
                <c:pt idx="588">
                  <c:v>42905</c:v>
                </c:pt>
                <c:pt idx="589">
                  <c:v>42906</c:v>
                </c:pt>
                <c:pt idx="590">
                  <c:v>42907</c:v>
                </c:pt>
                <c:pt idx="591">
                  <c:v>42908</c:v>
                </c:pt>
                <c:pt idx="592">
                  <c:v>42909</c:v>
                </c:pt>
                <c:pt idx="593">
                  <c:v>42913</c:v>
                </c:pt>
                <c:pt idx="594">
                  <c:v>42914</c:v>
                </c:pt>
                <c:pt idx="595">
                  <c:v>42915</c:v>
                </c:pt>
                <c:pt idx="596">
                  <c:v>42916</c:v>
                </c:pt>
                <c:pt idx="597">
                  <c:v>42919</c:v>
                </c:pt>
                <c:pt idx="598">
                  <c:v>42920</c:v>
                </c:pt>
                <c:pt idx="599">
                  <c:v>42921</c:v>
                </c:pt>
                <c:pt idx="600">
                  <c:v>42922</c:v>
                </c:pt>
                <c:pt idx="601">
                  <c:v>42923</c:v>
                </c:pt>
                <c:pt idx="602">
                  <c:v>42926</c:v>
                </c:pt>
                <c:pt idx="603">
                  <c:v>42927</c:v>
                </c:pt>
                <c:pt idx="604">
                  <c:v>42928</c:v>
                </c:pt>
                <c:pt idx="605">
                  <c:v>42929</c:v>
                </c:pt>
                <c:pt idx="606">
                  <c:v>42930</c:v>
                </c:pt>
                <c:pt idx="607">
                  <c:v>42933</c:v>
                </c:pt>
                <c:pt idx="608">
                  <c:v>42934</c:v>
                </c:pt>
                <c:pt idx="609">
                  <c:v>42935</c:v>
                </c:pt>
                <c:pt idx="610">
                  <c:v>42936</c:v>
                </c:pt>
                <c:pt idx="611">
                  <c:v>42937</c:v>
                </c:pt>
                <c:pt idx="612">
                  <c:v>42940</c:v>
                </c:pt>
                <c:pt idx="613">
                  <c:v>42941</c:v>
                </c:pt>
                <c:pt idx="614">
                  <c:v>42942</c:v>
                </c:pt>
                <c:pt idx="615">
                  <c:v>42943</c:v>
                </c:pt>
                <c:pt idx="616">
                  <c:v>42944</c:v>
                </c:pt>
                <c:pt idx="617">
                  <c:v>42947</c:v>
                </c:pt>
                <c:pt idx="618">
                  <c:v>42948</c:v>
                </c:pt>
                <c:pt idx="619">
                  <c:v>42949</c:v>
                </c:pt>
                <c:pt idx="620">
                  <c:v>42950</c:v>
                </c:pt>
                <c:pt idx="621">
                  <c:v>42951</c:v>
                </c:pt>
                <c:pt idx="622">
                  <c:v>42954</c:v>
                </c:pt>
                <c:pt idx="623">
                  <c:v>42955</c:v>
                </c:pt>
                <c:pt idx="624">
                  <c:v>42956</c:v>
                </c:pt>
                <c:pt idx="625">
                  <c:v>42957</c:v>
                </c:pt>
                <c:pt idx="626">
                  <c:v>42958</c:v>
                </c:pt>
                <c:pt idx="627">
                  <c:v>42961</c:v>
                </c:pt>
                <c:pt idx="628">
                  <c:v>42963</c:v>
                </c:pt>
                <c:pt idx="629">
                  <c:v>42964</c:v>
                </c:pt>
                <c:pt idx="630">
                  <c:v>42965</c:v>
                </c:pt>
                <c:pt idx="631">
                  <c:v>42968</c:v>
                </c:pt>
                <c:pt idx="632">
                  <c:v>42969</c:v>
                </c:pt>
                <c:pt idx="633">
                  <c:v>42970</c:v>
                </c:pt>
                <c:pt idx="634">
                  <c:v>42971</c:v>
                </c:pt>
                <c:pt idx="635">
                  <c:v>42975</c:v>
                </c:pt>
                <c:pt idx="636">
                  <c:v>42976</c:v>
                </c:pt>
                <c:pt idx="637">
                  <c:v>42977</c:v>
                </c:pt>
                <c:pt idx="638">
                  <c:v>42978</c:v>
                </c:pt>
                <c:pt idx="639">
                  <c:v>42979</c:v>
                </c:pt>
                <c:pt idx="640">
                  <c:v>42982</c:v>
                </c:pt>
                <c:pt idx="641">
                  <c:v>42983</c:v>
                </c:pt>
                <c:pt idx="642">
                  <c:v>42984</c:v>
                </c:pt>
                <c:pt idx="643">
                  <c:v>42985</c:v>
                </c:pt>
                <c:pt idx="644">
                  <c:v>42986</c:v>
                </c:pt>
                <c:pt idx="645">
                  <c:v>42989</c:v>
                </c:pt>
                <c:pt idx="646">
                  <c:v>42990</c:v>
                </c:pt>
                <c:pt idx="647">
                  <c:v>42991</c:v>
                </c:pt>
                <c:pt idx="648">
                  <c:v>42992</c:v>
                </c:pt>
                <c:pt idx="649">
                  <c:v>42993</c:v>
                </c:pt>
                <c:pt idx="650">
                  <c:v>42996</c:v>
                </c:pt>
                <c:pt idx="651">
                  <c:v>42997</c:v>
                </c:pt>
                <c:pt idx="652">
                  <c:v>42998</c:v>
                </c:pt>
                <c:pt idx="653">
                  <c:v>42999</c:v>
                </c:pt>
                <c:pt idx="654">
                  <c:v>43000</c:v>
                </c:pt>
                <c:pt idx="655">
                  <c:v>43003</c:v>
                </c:pt>
                <c:pt idx="656">
                  <c:v>43004</c:v>
                </c:pt>
                <c:pt idx="657">
                  <c:v>43005</c:v>
                </c:pt>
                <c:pt idx="658">
                  <c:v>43006</c:v>
                </c:pt>
                <c:pt idx="659">
                  <c:v>43007</c:v>
                </c:pt>
                <c:pt idx="660">
                  <c:v>43011</c:v>
                </c:pt>
                <c:pt idx="661">
                  <c:v>43012</c:v>
                </c:pt>
                <c:pt idx="662">
                  <c:v>43013</c:v>
                </c:pt>
                <c:pt idx="663">
                  <c:v>43014</c:v>
                </c:pt>
                <c:pt idx="664">
                  <c:v>43017</c:v>
                </c:pt>
                <c:pt idx="665">
                  <c:v>43018</c:v>
                </c:pt>
                <c:pt idx="666">
                  <c:v>43019</c:v>
                </c:pt>
                <c:pt idx="667">
                  <c:v>43020</c:v>
                </c:pt>
                <c:pt idx="668">
                  <c:v>43021</c:v>
                </c:pt>
                <c:pt idx="669">
                  <c:v>43024</c:v>
                </c:pt>
                <c:pt idx="670">
                  <c:v>43025</c:v>
                </c:pt>
                <c:pt idx="671">
                  <c:v>43026</c:v>
                </c:pt>
                <c:pt idx="672">
                  <c:v>43027</c:v>
                </c:pt>
                <c:pt idx="673">
                  <c:v>43031</c:v>
                </c:pt>
                <c:pt idx="674">
                  <c:v>43032</c:v>
                </c:pt>
                <c:pt idx="675">
                  <c:v>43033</c:v>
                </c:pt>
                <c:pt idx="676">
                  <c:v>43034</c:v>
                </c:pt>
                <c:pt idx="677">
                  <c:v>43035</c:v>
                </c:pt>
                <c:pt idx="678">
                  <c:v>43038</c:v>
                </c:pt>
                <c:pt idx="679">
                  <c:v>43039</c:v>
                </c:pt>
                <c:pt idx="680">
                  <c:v>43040</c:v>
                </c:pt>
                <c:pt idx="681">
                  <c:v>43041</c:v>
                </c:pt>
                <c:pt idx="682">
                  <c:v>43042</c:v>
                </c:pt>
                <c:pt idx="683">
                  <c:v>43045</c:v>
                </c:pt>
                <c:pt idx="684">
                  <c:v>43046</c:v>
                </c:pt>
                <c:pt idx="685">
                  <c:v>43047</c:v>
                </c:pt>
                <c:pt idx="686">
                  <c:v>43048</c:v>
                </c:pt>
                <c:pt idx="687">
                  <c:v>43049</c:v>
                </c:pt>
                <c:pt idx="688">
                  <c:v>43052</c:v>
                </c:pt>
                <c:pt idx="689">
                  <c:v>43053</c:v>
                </c:pt>
                <c:pt idx="690">
                  <c:v>43054</c:v>
                </c:pt>
                <c:pt idx="691">
                  <c:v>43055</c:v>
                </c:pt>
                <c:pt idx="692">
                  <c:v>43056</c:v>
                </c:pt>
                <c:pt idx="693">
                  <c:v>43059</c:v>
                </c:pt>
                <c:pt idx="694">
                  <c:v>43060</c:v>
                </c:pt>
                <c:pt idx="695">
                  <c:v>43061</c:v>
                </c:pt>
                <c:pt idx="696">
                  <c:v>43062</c:v>
                </c:pt>
                <c:pt idx="697">
                  <c:v>43063</c:v>
                </c:pt>
                <c:pt idx="698">
                  <c:v>43066</c:v>
                </c:pt>
                <c:pt idx="699">
                  <c:v>43067</c:v>
                </c:pt>
                <c:pt idx="700">
                  <c:v>43068</c:v>
                </c:pt>
                <c:pt idx="701">
                  <c:v>43069</c:v>
                </c:pt>
                <c:pt idx="702">
                  <c:v>43070</c:v>
                </c:pt>
                <c:pt idx="703">
                  <c:v>43073</c:v>
                </c:pt>
                <c:pt idx="704">
                  <c:v>43074</c:v>
                </c:pt>
                <c:pt idx="705">
                  <c:v>43075</c:v>
                </c:pt>
                <c:pt idx="706">
                  <c:v>43076</c:v>
                </c:pt>
                <c:pt idx="707">
                  <c:v>43077</c:v>
                </c:pt>
                <c:pt idx="708">
                  <c:v>43080</c:v>
                </c:pt>
                <c:pt idx="709">
                  <c:v>43081</c:v>
                </c:pt>
                <c:pt idx="710">
                  <c:v>43082</c:v>
                </c:pt>
                <c:pt idx="711">
                  <c:v>43083</c:v>
                </c:pt>
                <c:pt idx="712">
                  <c:v>43084</c:v>
                </c:pt>
                <c:pt idx="713">
                  <c:v>43087</c:v>
                </c:pt>
                <c:pt idx="714">
                  <c:v>43088</c:v>
                </c:pt>
                <c:pt idx="715">
                  <c:v>43089</c:v>
                </c:pt>
                <c:pt idx="716">
                  <c:v>43090</c:v>
                </c:pt>
                <c:pt idx="717">
                  <c:v>43091</c:v>
                </c:pt>
                <c:pt idx="718">
                  <c:v>43095</c:v>
                </c:pt>
                <c:pt idx="719">
                  <c:v>43096</c:v>
                </c:pt>
                <c:pt idx="720">
                  <c:v>43097</c:v>
                </c:pt>
                <c:pt idx="721">
                  <c:v>43098</c:v>
                </c:pt>
                <c:pt idx="722">
                  <c:v>43101</c:v>
                </c:pt>
                <c:pt idx="723">
                  <c:v>43102</c:v>
                </c:pt>
                <c:pt idx="724">
                  <c:v>43103</c:v>
                </c:pt>
                <c:pt idx="725">
                  <c:v>43104</c:v>
                </c:pt>
                <c:pt idx="726">
                  <c:v>43105</c:v>
                </c:pt>
                <c:pt idx="727">
                  <c:v>43108</c:v>
                </c:pt>
                <c:pt idx="728">
                  <c:v>43109</c:v>
                </c:pt>
                <c:pt idx="729">
                  <c:v>43110</c:v>
                </c:pt>
                <c:pt idx="730">
                  <c:v>43111</c:v>
                </c:pt>
                <c:pt idx="731">
                  <c:v>43112</c:v>
                </c:pt>
                <c:pt idx="732">
                  <c:v>43115</c:v>
                </c:pt>
                <c:pt idx="733">
                  <c:v>43116</c:v>
                </c:pt>
                <c:pt idx="734">
                  <c:v>43117</c:v>
                </c:pt>
                <c:pt idx="735">
                  <c:v>43118</c:v>
                </c:pt>
                <c:pt idx="736">
                  <c:v>43119</c:v>
                </c:pt>
                <c:pt idx="737">
                  <c:v>43122</c:v>
                </c:pt>
                <c:pt idx="738">
                  <c:v>43123</c:v>
                </c:pt>
                <c:pt idx="739">
                  <c:v>43124</c:v>
                </c:pt>
                <c:pt idx="740">
                  <c:v>43125</c:v>
                </c:pt>
                <c:pt idx="741">
                  <c:v>43129</c:v>
                </c:pt>
                <c:pt idx="742">
                  <c:v>43130</c:v>
                </c:pt>
                <c:pt idx="743">
                  <c:v>43131</c:v>
                </c:pt>
                <c:pt idx="744">
                  <c:v>43132</c:v>
                </c:pt>
                <c:pt idx="745">
                  <c:v>43133</c:v>
                </c:pt>
                <c:pt idx="746">
                  <c:v>43136</c:v>
                </c:pt>
                <c:pt idx="747">
                  <c:v>43137</c:v>
                </c:pt>
                <c:pt idx="748">
                  <c:v>43138</c:v>
                </c:pt>
                <c:pt idx="749">
                  <c:v>43139</c:v>
                </c:pt>
                <c:pt idx="750">
                  <c:v>43140</c:v>
                </c:pt>
                <c:pt idx="751">
                  <c:v>43143</c:v>
                </c:pt>
                <c:pt idx="752">
                  <c:v>43145</c:v>
                </c:pt>
                <c:pt idx="753">
                  <c:v>43146</c:v>
                </c:pt>
                <c:pt idx="754">
                  <c:v>43147</c:v>
                </c:pt>
                <c:pt idx="755">
                  <c:v>43150</c:v>
                </c:pt>
                <c:pt idx="756">
                  <c:v>43151</c:v>
                </c:pt>
                <c:pt idx="757">
                  <c:v>43152</c:v>
                </c:pt>
                <c:pt idx="758">
                  <c:v>43153</c:v>
                </c:pt>
                <c:pt idx="759">
                  <c:v>43154</c:v>
                </c:pt>
                <c:pt idx="760">
                  <c:v>43157</c:v>
                </c:pt>
                <c:pt idx="761">
                  <c:v>43158</c:v>
                </c:pt>
                <c:pt idx="762">
                  <c:v>43159</c:v>
                </c:pt>
                <c:pt idx="763">
                  <c:v>43160</c:v>
                </c:pt>
                <c:pt idx="764">
                  <c:v>43164</c:v>
                </c:pt>
                <c:pt idx="765">
                  <c:v>43165</c:v>
                </c:pt>
                <c:pt idx="766">
                  <c:v>43166</c:v>
                </c:pt>
                <c:pt idx="767">
                  <c:v>43167</c:v>
                </c:pt>
                <c:pt idx="768">
                  <c:v>43168</c:v>
                </c:pt>
                <c:pt idx="769">
                  <c:v>43171</c:v>
                </c:pt>
                <c:pt idx="770">
                  <c:v>43172</c:v>
                </c:pt>
                <c:pt idx="771">
                  <c:v>43173</c:v>
                </c:pt>
                <c:pt idx="772">
                  <c:v>43174</c:v>
                </c:pt>
                <c:pt idx="773">
                  <c:v>43175</c:v>
                </c:pt>
                <c:pt idx="774">
                  <c:v>43178</c:v>
                </c:pt>
                <c:pt idx="775">
                  <c:v>43179</c:v>
                </c:pt>
                <c:pt idx="776">
                  <c:v>43180</c:v>
                </c:pt>
                <c:pt idx="777">
                  <c:v>43181</c:v>
                </c:pt>
                <c:pt idx="778">
                  <c:v>43182</c:v>
                </c:pt>
                <c:pt idx="779">
                  <c:v>43185</c:v>
                </c:pt>
                <c:pt idx="780">
                  <c:v>43186</c:v>
                </c:pt>
                <c:pt idx="781">
                  <c:v>43187</c:v>
                </c:pt>
                <c:pt idx="782">
                  <c:v>43192</c:v>
                </c:pt>
                <c:pt idx="783">
                  <c:v>43193</c:v>
                </c:pt>
                <c:pt idx="784">
                  <c:v>43194</c:v>
                </c:pt>
                <c:pt idx="785">
                  <c:v>43195</c:v>
                </c:pt>
                <c:pt idx="786">
                  <c:v>43196</c:v>
                </c:pt>
                <c:pt idx="787">
                  <c:v>43199</c:v>
                </c:pt>
                <c:pt idx="788">
                  <c:v>43200</c:v>
                </c:pt>
                <c:pt idx="789">
                  <c:v>43201</c:v>
                </c:pt>
                <c:pt idx="790">
                  <c:v>43202</c:v>
                </c:pt>
                <c:pt idx="791">
                  <c:v>43203</c:v>
                </c:pt>
                <c:pt idx="792">
                  <c:v>43206</c:v>
                </c:pt>
                <c:pt idx="793">
                  <c:v>43207</c:v>
                </c:pt>
                <c:pt idx="794">
                  <c:v>43208</c:v>
                </c:pt>
                <c:pt idx="795">
                  <c:v>43209</c:v>
                </c:pt>
                <c:pt idx="796">
                  <c:v>43210</c:v>
                </c:pt>
                <c:pt idx="797">
                  <c:v>43213</c:v>
                </c:pt>
                <c:pt idx="798">
                  <c:v>43214</c:v>
                </c:pt>
                <c:pt idx="799">
                  <c:v>43215</c:v>
                </c:pt>
                <c:pt idx="800">
                  <c:v>43216</c:v>
                </c:pt>
                <c:pt idx="801">
                  <c:v>43217</c:v>
                </c:pt>
                <c:pt idx="802">
                  <c:v>43220</c:v>
                </c:pt>
                <c:pt idx="803">
                  <c:v>43222</c:v>
                </c:pt>
                <c:pt idx="804">
                  <c:v>43223</c:v>
                </c:pt>
                <c:pt idx="805">
                  <c:v>43224</c:v>
                </c:pt>
                <c:pt idx="806">
                  <c:v>43227</c:v>
                </c:pt>
                <c:pt idx="807">
                  <c:v>43228</c:v>
                </c:pt>
                <c:pt idx="808">
                  <c:v>43229</c:v>
                </c:pt>
                <c:pt idx="809">
                  <c:v>43230</c:v>
                </c:pt>
                <c:pt idx="810">
                  <c:v>43231</c:v>
                </c:pt>
                <c:pt idx="811">
                  <c:v>43234</c:v>
                </c:pt>
                <c:pt idx="812">
                  <c:v>43235</c:v>
                </c:pt>
                <c:pt idx="813">
                  <c:v>43236</c:v>
                </c:pt>
                <c:pt idx="814">
                  <c:v>43237</c:v>
                </c:pt>
                <c:pt idx="815">
                  <c:v>43238</c:v>
                </c:pt>
                <c:pt idx="816">
                  <c:v>43241</c:v>
                </c:pt>
                <c:pt idx="817">
                  <c:v>43242</c:v>
                </c:pt>
                <c:pt idx="818">
                  <c:v>43243</c:v>
                </c:pt>
                <c:pt idx="819">
                  <c:v>43244</c:v>
                </c:pt>
                <c:pt idx="820">
                  <c:v>43245</c:v>
                </c:pt>
                <c:pt idx="821">
                  <c:v>43248</c:v>
                </c:pt>
                <c:pt idx="822">
                  <c:v>43249</c:v>
                </c:pt>
                <c:pt idx="823">
                  <c:v>43250</c:v>
                </c:pt>
                <c:pt idx="824">
                  <c:v>43251</c:v>
                </c:pt>
                <c:pt idx="825">
                  <c:v>43252</c:v>
                </c:pt>
                <c:pt idx="826">
                  <c:v>43255</c:v>
                </c:pt>
                <c:pt idx="827">
                  <c:v>43256</c:v>
                </c:pt>
                <c:pt idx="828">
                  <c:v>43257</c:v>
                </c:pt>
                <c:pt idx="829">
                  <c:v>43258</c:v>
                </c:pt>
                <c:pt idx="830">
                  <c:v>43259</c:v>
                </c:pt>
                <c:pt idx="831">
                  <c:v>43262</c:v>
                </c:pt>
                <c:pt idx="832">
                  <c:v>43263</c:v>
                </c:pt>
                <c:pt idx="833">
                  <c:v>43264</c:v>
                </c:pt>
                <c:pt idx="834">
                  <c:v>43265</c:v>
                </c:pt>
                <c:pt idx="835">
                  <c:v>43266</c:v>
                </c:pt>
                <c:pt idx="836">
                  <c:v>43269</c:v>
                </c:pt>
                <c:pt idx="837">
                  <c:v>43270</c:v>
                </c:pt>
                <c:pt idx="838">
                  <c:v>43271</c:v>
                </c:pt>
                <c:pt idx="839">
                  <c:v>43272</c:v>
                </c:pt>
                <c:pt idx="840">
                  <c:v>43273</c:v>
                </c:pt>
                <c:pt idx="841">
                  <c:v>43276</c:v>
                </c:pt>
                <c:pt idx="842">
                  <c:v>43277</c:v>
                </c:pt>
                <c:pt idx="843">
                  <c:v>43278</c:v>
                </c:pt>
                <c:pt idx="844">
                  <c:v>43279</c:v>
                </c:pt>
                <c:pt idx="845">
                  <c:v>43280</c:v>
                </c:pt>
                <c:pt idx="846">
                  <c:v>43283</c:v>
                </c:pt>
                <c:pt idx="847">
                  <c:v>43284</c:v>
                </c:pt>
                <c:pt idx="848">
                  <c:v>43285</c:v>
                </c:pt>
                <c:pt idx="849">
                  <c:v>43286</c:v>
                </c:pt>
                <c:pt idx="850">
                  <c:v>43287</c:v>
                </c:pt>
                <c:pt idx="851">
                  <c:v>43290</c:v>
                </c:pt>
                <c:pt idx="852">
                  <c:v>43291</c:v>
                </c:pt>
                <c:pt idx="853">
                  <c:v>43292</c:v>
                </c:pt>
                <c:pt idx="854">
                  <c:v>43293</c:v>
                </c:pt>
                <c:pt idx="855">
                  <c:v>43294</c:v>
                </c:pt>
                <c:pt idx="856">
                  <c:v>43297</c:v>
                </c:pt>
                <c:pt idx="857">
                  <c:v>43298</c:v>
                </c:pt>
                <c:pt idx="858">
                  <c:v>43299</c:v>
                </c:pt>
                <c:pt idx="859">
                  <c:v>43300</c:v>
                </c:pt>
                <c:pt idx="860">
                  <c:v>43301</c:v>
                </c:pt>
                <c:pt idx="861">
                  <c:v>43304</c:v>
                </c:pt>
                <c:pt idx="862">
                  <c:v>43305</c:v>
                </c:pt>
                <c:pt idx="863">
                  <c:v>43306</c:v>
                </c:pt>
                <c:pt idx="864">
                  <c:v>43307</c:v>
                </c:pt>
                <c:pt idx="865">
                  <c:v>43308</c:v>
                </c:pt>
                <c:pt idx="866">
                  <c:v>43311</c:v>
                </c:pt>
                <c:pt idx="867">
                  <c:v>43312</c:v>
                </c:pt>
                <c:pt idx="868">
                  <c:v>43313</c:v>
                </c:pt>
                <c:pt idx="869">
                  <c:v>43314</c:v>
                </c:pt>
                <c:pt idx="870">
                  <c:v>43315</c:v>
                </c:pt>
                <c:pt idx="871">
                  <c:v>43318</c:v>
                </c:pt>
                <c:pt idx="872">
                  <c:v>43319</c:v>
                </c:pt>
                <c:pt idx="873">
                  <c:v>43320</c:v>
                </c:pt>
                <c:pt idx="874">
                  <c:v>43321</c:v>
                </c:pt>
                <c:pt idx="875">
                  <c:v>43322</c:v>
                </c:pt>
                <c:pt idx="876">
                  <c:v>43325</c:v>
                </c:pt>
                <c:pt idx="877">
                  <c:v>43326</c:v>
                </c:pt>
                <c:pt idx="878">
                  <c:v>43328</c:v>
                </c:pt>
                <c:pt idx="879">
                  <c:v>43329</c:v>
                </c:pt>
                <c:pt idx="880">
                  <c:v>43332</c:v>
                </c:pt>
                <c:pt idx="881">
                  <c:v>43333</c:v>
                </c:pt>
                <c:pt idx="882">
                  <c:v>43335</c:v>
                </c:pt>
                <c:pt idx="883">
                  <c:v>43336</c:v>
                </c:pt>
                <c:pt idx="884">
                  <c:v>43339</c:v>
                </c:pt>
                <c:pt idx="885">
                  <c:v>43340</c:v>
                </c:pt>
                <c:pt idx="886">
                  <c:v>43341</c:v>
                </c:pt>
                <c:pt idx="887">
                  <c:v>43342</c:v>
                </c:pt>
                <c:pt idx="888">
                  <c:v>43343</c:v>
                </c:pt>
                <c:pt idx="889">
                  <c:v>43346</c:v>
                </c:pt>
                <c:pt idx="890">
                  <c:v>43347</c:v>
                </c:pt>
                <c:pt idx="891">
                  <c:v>43348</c:v>
                </c:pt>
                <c:pt idx="892">
                  <c:v>43349</c:v>
                </c:pt>
                <c:pt idx="893">
                  <c:v>43350</c:v>
                </c:pt>
                <c:pt idx="894">
                  <c:v>43353</c:v>
                </c:pt>
                <c:pt idx="895">
                  <c:v>43354</c:v>
                </c:pt>
                <c:pt idx="896">
                  <c:v>43355</c:v>
                </c:pt>
                <c:pt idx="897">
                  <c:v>43357</c:v>
                </c:pt>
                <c:pt idx="898">
                  <c:v>43360</c:v>
                </c:pt>
                <c:pt idx="899">
                  <c:v>43361</c:v>
                </c:pt>
                <c:pt idx="900">
                  <c:v>43362</c:v>
                </c:pt>
                <c:pt idx="901">
                  <c:v>43364</c:v>
                </c:pt>
                <c:pt idx="902">
                  <c:v>43367</c:v>
                </c:pt>
                <c:pt idx="903">
                  <c:v>43368</c:v>
                </c:pt>
                <c:pt idx="904">
                  <c:v>43369</c:v>
                </c:pt>
                <c:pt idx="905">
                  <c:v>43370</c:v>
                </c:pt>
                <c:pt idx="906">
                  <c:v>43371</c:v>
                </c:pt>
                <c:pt idx="907">
                  <c:v>43374</c:v>
                </c:pt>
                <c:pt idx="908">
                  <c:v>43376</c:v>
                </c:pt>
                <c:pt idx="909">
                  <c:v>43377</c:v>
                </c:pt>
                <c:pt idx="910">
                  <c:v>43378</c:v>
                </c:pt>
                <c:pt idx="911">
                  <c:v>43381</c:v>
                </c:pt>
                <c:pt idx="912">
                  <c:v>43382</c:v>
                </c:pt>
                <c:pt idx="913">
                  <c:v>43383</c:v>
                </c:pt>
                <c:pt idx="914">
                  <c:v>43384</c:v>
                </c:pt>
                <c:pt idx="915">
                  <c:v>43385</c:v>
                </c:pt>
                <c:pt idx="916">
                  <c:v>43388</c:v>
                </c:pt>
                <c:pt idx="917">
                  <c:v>43389</c:v>
                </c:pt>
                <c:pt idx="918">
                  <c:v>43390</c:v>
                </c:pt>
                <c:pt idx="919">
                  <c:v>43392</c:v>
                </c:pt>
                <c:pt idx="920">
                  <c:v>43395</c:v>
                </c:pt>
                <c:pt idx="921">
                  <c:v>43396</c:v>
                </c:pt>
                <c:pt idx="922">
                  <c:v>43397</c:v>
                </c:pt>
                <c:pt idx="923">
                  <c:v>43398</c:v>
                </c:pt>
                <c:pt idx="924">
                  <c:v>43399</c:v>
                </c:pt>
                <c:pt idx="925">
                  <c:v>43402</c:v>
                </c:pt>
                <c:pt idx="926">
                  <c:v>43403</c:v>
                </c:pt>
                <c:pt idx="927">
                  <c:v>43404</c:v>
                </c:pt>
                <c:pt idx="928">
                  <c:v>43405</c:v>
                </c:pt>
                <c:pt idx="929">
                  <c:v>43406</c:v>
                </c:pt>
                <c:pt idx="930">
                  <c:v>43409</c:v>
                </c:pt>
                <c:pt idx="931">
                  <c:v>43410</c:v>
                </c:pt>
                <c:pt idx="932">
                  <c:v>43411</c:v>
                </c:pt>
                <c:pt idx="933">
                  <c:v>43413</c:v>
                </c:pt>
                <c:pt idx="934">
                  <c:v>43416</c:v>
                </c:pt>
                <c:pt idx="935">
                  <c:v>43417</c:v>
                </c:pt>
                <c:pt idx="936">
                  <c:v>43418</c:v>
                </c:pt>
                <c:pt idx="937">
                  <c:v>43419</c:v>
                </c:pt>
                <c:pt idx="938">
                  <c:v>43420</c:v>
                </c:pt>
                <c:pt idx="939">
                  <c:v>43423</c:v>
                </c:pt>
                <c:pt idx="940">
                  <c:v>43424</c:v>
                </c:pt>
                <c:pt idx="941">
                  <c:v>43425</c:v>
                </c:pt>
                <c:pt idx="942">
                  <c:v>43426</c:v>
                </c:pt>
                <c:pt idx="943">
                  <c:v>43430</c:v>
                </c:pt>
                <c:pt idx="944">
                  <c:v>43431</c:v>
                </c:pt>
                <c:pt idx="945">
                  <c:v>43432</c:v>
                </c:pt>
                <c:pt idx="946">
                  <c:v>43433</c:v>
                </c:pt>
                <c:pt idx="947">
                  <c:v>43434</c:v>
                </c:pt>
                <c:pt idx="948">
                  <c:v>43437</c:v>
                </c:pt>
                <c:pt idx="949">
                  <c:v>43438</c:v>
                </c:pt>
                <c:pt idx="950">
                  <c:v>43439</c:v>
                </c:pt>
                <c:pt idx="951">
                  <c:v>43440</c:v>
                </c:pt>
                <c:pt idx="952">
                  <c:v>43441</c:v>
                </c:pt>
                <c:pt idx="953">
                  <c:v>43444</c:v>
                </c:pt>
                <c:pt idx="954">
                  <c:v>43445</c:v>
                </c:pt>
                <c:pt idx="955">
                  <c:v>43446</c:v>
                </c:pt>
                <c:pt idx="956">
                  <c:v>43447</c:v>
                </c:pt>
                <c:pt idx="957">
                  <c:v>43448</c:v>
                </c:pt>
                <c:pt idx="958">
                  <c:v>43451</c:v>
                </c:pt>
                <c:pt idx="959">
                  <c:v>43452</c:v>
                </c:pt>
                <c:pt idx="960">
                  <c:v>43453</c:v>
                </c:pt>
                <c:pt idx="961">
                  <c:v>43454</c:v>
                </c:pt>
                <c:pt idx="962">
                  <c:v>43455</c:v>
                </c:pt>
                <c:pt idx="963">
                  <c:v>43458</c:v>
                </c:pt>
                <c:pt idx="964">
                  <c:v>43460</c:v>
                </c:pt>
                <c:pt idx="965">
                  <c:v>43461</c:v>
                </c:pt>
                <c:pt idx="966">
                  <c:v>43462</c:v>
                </c:pt>
                <c:pt idx="967">
                  <c:v>43465</c:v>
                </c:pt>
                <c:pt idx="968">
                  <c:v>43466</c:v>
                </c:pt>
                <c:pt idx="969">
                  <c:v>43467</c:v>
                </c:pt>
                <c:pt idx="970">
                  <c:v>43468</c:v>
                </c:pt>
                <c:pt idx="971">
                  <c:v>43469</c:v>
                </c:pt>
                <c:pt idx="972">
                  <c:v>43472</c:v>
                </c:pt>
                <c:pt idx="973">
                  <c:v>43473</c:v>
                </c:pt>
                <c:pt idx="974">
                  <c:v>43474</c:v>
                </c:pt>
                <c:pt idx="975">
                  <c:v>43475</c:v>
                </c:pt>
                <c:pt idx="976">
                  <c:v>43476</c:v>
                </c:pt>
                <c:pt idx="977">
                  <c:v>43479</c:v>
                </c:pt>
                <c:pt idx="978">
                  <c:v>43480</c:v>
                </c:pt>
                <c:pt idx="979">
                  <c:v>43481</c:v>
                </c:pt>
                <c:pt idx="980">
                  <c:v>43482</c:v>
                </c:pt>
                <c:pt idx="981">
                  <c:v>43483</c:v>
                </c:pt>
                <c:pt idx="982">
                  <c:v>43486</c:v>
                </c:pt>
                <c:pt idx="983">
                  <c:v>43487</c:v>
                </c:pt>
                <c:pt idx="984">
                  <c:v>43488</c:v>
                </c:pt>
                <c:pt idx="985">
                  <c:v>43489</c:v>
                </c:pt>
                <c:pt idx="986">
                  <c:v>43490</c:v>
                </c:pt>
                <c:pt idx="987">
                  <c:v>43493</c:v>
                </c:pt>
                <c:pt idx="988">
                  <c:v>43494</c:v>
                </c:pt>
                <c:pt idx="989">
                  <c:v>43495</c:v>
                </c:pt>
                <c:pt idx="990">
                  <c:v>43496</c:v>
                </c:pt>
                <c:pt idx="991">
                  <c:v>43497</c:v>
                </c:pt>
                <c:pt idx="992">
                  <c:v>43500</c:v>
                </c:pt>
                <c:pt idx="993">
                  <c:v>43501</c:v>
                </c:pt>
                <c:pt idx="994">
                  <c:v>43502</c:v>
                </c:pt>
                <c:pt idx="995">
                  <c:v>43503</c:v>
                </c:pt>
                <c:pt idx="996">
                  <c:v>43504</c:v>
                </c:pt>
                <c:pt idx="997">
                  <c:v>43507</c:v>
                </c:pt>
                <c:pt idx="998">
                  <c:v>43508</c:v>
                </c:pt>
                <c:pt idx="999">
                  <c:v>43509</c:v>
                </c:pt>
                <c:pt idx="1000">
                  <c:v>43510</c:v>
                </c:pt>
                <c:pt idx="1001">
                  <c:v>43511</c:v>
                </c:pt>
                <c:pt idx="1002">
                  <c:v>43514</c:v>
                </c:pt>
                <c:pt idx="1003">
                  <c:v>43515</c:v>
                </c:pt>
                <c:pt idx="1004">
                  <c:v>43516</c:v>
                </c:pt>
                <c:pt idx="1005">
                  <c:v>43517</c:v>
                </c:pt>
                <c:pt idx="1006">
                  <c:v>43518</c:v>
                </c:pt>
                <c:pt idx="1007">
                  <c:v>43521</c:v>
                </c:pt>
                <c:pt idx="1008">
                  <c:v>43522</c:v>
                </c:pt>
                <c:pt idx="1009">
                  <c:v>43523</c:v>
                </c:pt>
                <c:pt idx="1010">
                  <c:v>43524</c:v>
                </c:pt>
                <c:pt idx="1011">
                  <c:v>43525</c:v>
                </c:pt>
                <c:pt idx="1012">
                  <c:v>43529</c:v>
                </c:pt>
                <c:pt idx="1013">
                  <c:v>43530</c:v>
                </c:pt>
                <c:pt idx="1014">
                  <c:v>43531</c:v>
                </c:pt>
                <c:pt idx="1015">
                  <c:v>43532</c:v>
                </c:pt>
                <c:pt idx="1016">
                  <c:v>43535</c:v>
                </c:pt>
                <c:pt idx="1017">
                  <c:v>43536</c:v>
                </c:pt>
                <c:pt idx="1018">
                  <c:v>43537</c:v>
                </c:pt>
                <c:pt idx="1019">
                  <c:v>43538</c:v>
                </c:pt>
                <c:pt idx="1020">
                  <c:v>43539</c:v>
                </c:pt>
                <c:pt idx="1021">
                  <c:v>43542</c:v>
                </c:pt>
                <c:pt idx="1022">
                  <c:v>43543</c:v>
                </c:pt>
                <c:pt idx="1023">
                  <c:v>43544</c:v>
                </c:pt>
                <c:pt idx="1024">
                  <c:v>43546</c:v>
                </c:pt>
                <c:pt idx="1025">
                  <c:v>43549</c:v>
                </c:pt>
                <c:pt idx="1026">
                  <c:v>43550</c:v>
                </c:pt>
                <c:pt idx="1027">
                  <c:v>43551</c:v>
                </c:pt>
                <c:pt idx="1028">
                  <c:v>43552</c:v>
                </c:pt>
                <c:pt idx="1029">
                  <c:v>43553</c:v>
                </c:pt>
                <c:pt idx="1030">
                  <c:v>43556</c:v>
                </c:pt>
                <c:pt idx="1031">
                  <c:v>43557</c:v>
                </c:pt>
                <c:pt idx="1032">
                  <c:v>43558</c:v>
                </c:pt>
                <c:pt idx="1033">
                  <c:v>43559</c:v>
                </c:pt>
                <c:pt idx="1034">
                  <c:v>43560</c:v>
                </c:pt>
                <c:pt idx="1035">
                  <c:v>43563</c:v>
                </c:pt>
                <c:pt idx="1036">
                  <c:v>43564</c:v>
                </c:pt>
                <c:pt idx="1037">
                  <c:v>43565</c:v>
                </c:pt>
                <c:pt idx="1038">
                  <c:v>43566</c:v>
                </c:pt>
                <c:pt idx="1039">
                  <c:v>43567</c:v>
                </c:pt>
                <c:pt idx="1040">
                  <c:v>43570</c:v>
                </c:pt>
                <c:pt idx="1041">
                  <c:v>43571</c:v>
                </c:pt>
                <c:pt idx="1042">
                  <c:v>43573</c:v>
                </c:pt>
                <c:pt idx="1043">
                  <c:v>43577</c:v>
                </c:pt>
                <c:pt idx="1044">
                  <c:v>43578</c:v>
                </c:pt>
                <c:pt idx="1045">
                  <c:v>43579</c:v>
                </c:pt>
                <c:pt idx="1046">
                  <c:v>43580</c:v>
                </c:pt>
                <c:pt idx="1047">
                  <c:v>43581</c:v>
                </c:pt>
                <c:pt idx="1048">
                  <c:v>43585</c:v>
                </c:pt>
                <c:pt idx="1049">
                  <c:v>43587</c:v>
                </c:pt>
                <c:pt idx="1050">
                  <c:v>43588</c:v>
                </c:pt>
                <c:pt idx="1051">
                  <c:v>43591</c:v>
                </c:pt>
                <c:pt idx="1052">
                  <c:v>43592</c:v>
                </c:pt>
                <c:pt idx="1053">
                  <c:v>43593</c:v>
                </c:pt>
                <c:pt idx="1054">
                  <c:v>43594</c:v>
                </c:pt>
                <c:pt idx="1055">
                  <c:v>43595</c:v>
                </c:pt>
                <c:pt idx="1056">
                  <c:v>43598</c:v>
                </c:pt>
                <c:pt idx="1057">
                  <c:v>43599</c:v>
                </c:pt>
                <c:pt idx="1058">
                  <c:v>43600</c:v>
                </c:pt>
                <c:pt idx="1059">
                  <c:v>43601</c:v>
                </c:pt>
                <c:pt idx="1060">
                  <c:v>43602</c:v>
                </c:pt>
                <c:pt idx="1061">
                  <c:v>43605</c:v>
                </c:pt>
                <c:pt idx="1062">
                  <c:v>43606</c:v>
                </c:pt>
                <c:pt idx="1063">
                  <c:v>43607</c:v>
                </c:pt>
                <c:pt idx="1064">
                  <c:v>43608</c:v>
                </c:pt>
                <c:pt idx="1065">
                  <c:v>43609</c:v>
                </c:pt>
                <c:pt idx="1066">
                  <c:v>43612</c:v>
                </c:pt>
                <c:pt idx="1067">
                  <c:v>43613</c:v>
                </c:pt>
                <c:pt idx="1068">
                  <c:v>43614</c:v>
                </c:pt>
                <c:pt idx="1069">
                  <c:v>43615</c:v>
                </c:pt>
                <c:pt idx="1070">
                  <c:v>43616</c:v>
                </c:pt>
                <c:pt idx="1071">
                  <c:v>43619</c:v>
                </c:pt>
                <c:pt idx="1072">
                  <c:v>43620</c:v>
                </c:pt>
                <c:pt idx="1073">
                  <c:v>43622</c:v>
                </c:pt>
                <c:pt idx="1074">
                  <c:v>43623</c:v>
                </c:pt>
                <c:pt idx="1075">
                  <c:v>43626</c:v>
                </c:pt>
                <c:pt idx="1076">
                  <c:v>43627</c:v>
                </c:pt>
                <c:pt idx="1077">
                  <c:v>43628</c:v>
                </c:pt>
                <c:pt idx="1078">
                  <c:v>43629</c:v>
                </c:pt>
                <c:pt idx="1079">
                  <c:v>43630</c:v>
                </c:pt>
                <c:pt idx="1080">
                  <c:v>43633</c:v>
                </c:pt>
                <c:pt idx="1081">
                  <c:v>43634</c:v>
                </c:pt>
                <c:pt idx="1082">
                  <c:v>43635</c:v>
                </c:pt>
                <c:pt idx="1083">
                  <c:v>43636</c:v>
                </c:pt>
                <c:pt idx="1084">
                  <c:v>43637</c:v>
                </c:pt>
                <c:pt idx="1085">
                  <c:v>43640</c:v>
                </c:pt>
                <c:pt idx="1086">
                  <c:v>43641</c:v>
                </c:pt>
                <c:pt idx="1087">
                  <c:v>43642</c:v>
                </c:pt>
                <c:pt idx="1088">
                  <c:v>43643</c:v>
                </c:pt>
                <c:pt idx="1089">
                  <c:v>43644</c:v>
                </c:pt>
                <c:pt idx="1090">
                  <c:v>43647</c:v>
                </c:pt>
                <c:pt idx="1091">
                  <c:v>43648</c:v>
                </c:pt>
                <c:pt idx="1092">
                  <c:v>43649</c:v>
                </c:pt>
                <c:pt idx="1093">
                  <c:v>43650</c:v>
                </c:pt>
                <c:pt idx="1094">
                  <c:v>43651</c:v>
                </c:pt>
                <c:pt idx="1095">
                  <c:v>43654</c:v>
                </c:pt>
                <c:pt idx="1096">
                  <c:v>43655</c:v>
                </c:pt>
                <c:pt idx="1097">
                  <c:v>43656</c:v>
                </c:pt>
                <c:pt idx="1098">
                  <c:v>43657</c:v>
                </c:pt>
                <c:pt idx="1099">
                  <c:v>43658</c:v>
                </c:pt>
                <c:pt idx="1100">
                  <c:v>43661</c:v>
                </c:pt>
                <c:pt idx="1101">
                  <c:v>43662</c:v>
                </c:pt>
                <c:pt idx="1102">
                  <c:v>43663</c:v>
                </c:pt>
                <c:pt idx="1103">
                  <c:v>43664</c:v>
                </c:pt>
                <c:pt idx="1104">
                  <c:v>43665</c:v>
                </c:pt>
                <c:pt idx="1105">
                  <c:v>43668</c:v>
                </c:pt>
                <c:pt idx="1106">
                  <c:v>43669</c:v>
                </c:pt>
                <c:pt idx="1107">
                  <c:v>43670</c:v>
                </c:pt>
                <c:pt idx="1108">
                  <c:v>43671</c:v>
                </c:pt>
                <c:pt idx="1109">
                  <c:v>43672</c:v>
                </c:pt>
                <c:pt idx="1110">
                  <c:v>43675</c:v>
                </c:pt>
                <c:pt idx="1111">
                  <c:v>43676</c:v>
                </c:pt>
                <c:pt idx="1112">
                  <c:v>43677</c:v>
                </c:pt>
                <c:pt idx="1113">
                  <c:v>43678</c:v>
                </c:pt>
                <c:pt idx="1114">
                  <c:v>43679</c:v>
                </c:pt>
                <c:pt idx="1115">
                  <c:v>43682</c:v>
                </c:pt>
                <c:pt idx="1116">
                  <c:v>43683</c:v>
                </c:pt>
                <c:pt idx="1117">
                  <c:v>43684</c:v>
                </c:pt>
                <c:pt idx="1118">
                  <c:v>43685</c:v>
                </c:pt>
                <c:pt idx="1119">
                  <c:v>43686</c:v>
                </c:pt>
                <c:pt idx="1120">
                  <c:v>43690</c:v>
                </c:pt>
                <c:pt idx="1121">
                  <c:v>43691</c:v>
                </c:pt>
                <c:pt idx="1122">
                  <c:v>43693</c:v>
                </c:pt>
                <c:pt idx="1123">
                  <c:v>43696</c:v>
                </c:pt>
                <c:pt idx="1124">
                  <c:v>43697</c:v>
                </c:pt>
                <c:pt idx="1125">
                  <c:v>43698</c:v>
                </c:pt>
                <c:pt idx="1126">
                  <c:v>43699</c:v>
                </c:pt>
                <c:pt idx="1127">
                  <c:v>43700</c:v>
                </c:pt>
                <c:pt idx="1128">
                  <c:v>43703</c:v>
                </c:pt>
                <c:pt idx="1129">
                  <c:v>43704</c:v>
                </c:pt>
                <c:pt idx="1130">
                  <c:v>43705</c:v>
                </c:pt>
                <c:pt idx="1131">
                  <c:v>43706</c:v>
                </c:pt>
                <c:pt idx="1132">
                  <c:v>43707</c:v>
                </c:pt>
                <c:pt idx="1133">
                  <c:v>43711</c:v>
                </c:pt>
                <c:pt idx="1134">
                  <c:v>43712</c:v>
                </c:pt>
                <c:pt idx="1135">
                  <c:v>43713</c:v>
                </c:pt>
                <c:pt idx="1136">
                  <c:v>43714</c:v>
                </c:pt>
                <c:pt idx="1137">
                  <c:v>43717</c:v>
                </c:pt>
                <c:pt idx="1138">
                  <c:v>43719</c:v>
                </c:pt>
                <c:pt idx="1139">
                  <c:v>43720</c:v>
                </c:pt>
                <c:pt idx="1140">
                  <c:v>43721</c:v>
                </c:pt>
                <c:pt idx="1141">
                  <c:v>43724</c:v>
                </c:pt>
                <c:pt idx="1142">
                  <c:v>43725</c:v>
                </c:pt>
                <c:pt idx="1143">
                  <c:v>43726</c:v>
                </c:pt>
                <c:pt idx="1144">
                  <c:v>43727</c:v>
                </c:pt>
                <c:pt idx="1145">
                  <c:v>43728</c:v>
                </c:pt>
                <c:pt idx="1146">
                  <c:v>43731</c:v>
                </c:pt>
                <c:pt idx="1147">
                  <c:v>43732</c:v>
                </c:pt>
                <c:pt idx="1148">
                  <c:v>43733</c:v>
                </c:pt>
                <c:pt idx="1149">
                  <c:v>43734</c:v>
                </c:pt>
                <c:pt idx="1150">
                  <c:v>43735</c:v>
                </c:pt>
                <c:pt idx="1151">
                  <c:v>43738</c:v>
                </c:pt>
                <c:pt idx="1152">
                  <c:v>43739</c:v>
                </c:pt>
                <c:pt idx="1153">
                  <c:v>43741</c:v>
                </c:pt>
                <c:pt idx="1154">
                  <c:v>43742</c:v>
                </c:pt>
                <c:pt idx="1155">
                  <c:v>43745</c:v>
                </c:pt>
                <c:pt idx="1156">
                  <c:v>43747</c:v>
                </c:pt>
                <c:pt idx="1157">
                  <c:v>43748</c:v>
                </c:pt>
                <c:pt idx="1158">
                  <c:v>43749</c:v>
                </c:pt>
                <c:pt idx="1159">
                  <c:v>43752</c:v>
                </c:pt>
                <c:pt idx="1160">
                  <c:v>43753</c:v>
                </c:pt>
                <c:pt idx="1161">
                  <c:v>43754</c:v>
                </c:pt>
                <c:pt idx="1162">
                  <c:v>43755</c:v>
                </c:pt>
                <c:pt idx="1163">
                  <c:v>43756</c:v>
                </c:pt>
                <c:pt idx="1164">
                  <c:v>43760</c:v>
                </c:pt>
                <c:pt idx="1165">
                  <c:v>43761</c:v>
                </c:pt>
                <c:pt idx="1166">
                  <c:v>43762</c:v>
                </c:pt>
                <c:pt idx="1167">
                  <c:v>43763</c:v>
                </c:pt>
                <c:pt idx="1168">
                  <c:v>43765</c:v>
                </c:pt>
                <c:pt idx="1169">
                  <c:v>43767</c:v>
                </c:pt>
                <c:pt idx="1170">
                  <c:v>43768</c:v>
                </c:pt>
                <c:pt idx="1171">
                  <c:v>43769</c:v>
                </c:pt>
                <c:pt idx="1172">
                  <c:v>43770</c:v>
                </c:pt>
                <c:pt idx="1173">
                  <c:v>43773</c:v>
                </c:pt>
                <c:pt idx="1174">
                  <c:v>43774</c:v>
                </c:pt>
                <c:pt idx="1175">
                  <c:v>43775</c:v>
                </c:pt>
                <c:pt idx="1176">
                  <c:v>43776</c:v>
                </c:pt>
                <c:pt idx="1177">
                  <c:v>43777</c:v>
                </c:pt>
                <c:pt idx="1178">
                  <c:v>43780</c:v>
                </c:pt>
                <c:pt idx="1179">
                  <c:v>43782</c:v>
                </c:pt>
                <c:pt idx="1180">
                  <c:v>43783</c:v>
                </c:pt>
                <c:pt idx="1181">
                  <c:v>43784</c:v>
                </c:pt>
                <c:pt idx="1182">
                  <c:v>43787</c:v>
                </c:pt>
                <c:pt idx="1183">
                  <c:v>43788</c:v>
                </c:pt>
                <c:pt idx="1184">
                  <c:v>43789</c:v>
                </c:pt>
                <c:pt idx="1185">
                  <c:v>43790</c:v>
                </c:pt>
                <c:pt idx="1186">
                  <c:v>43791</c:v>
                </c:pt>
                <c:pt idx="1187">
                  <c:v>43794</c:v>
                </c:pt>
                <c:pt idx="1188">
                  <c:v>43795</c:v>
                </c:pt>
                <c:pt idx="1189">
                  <c:v>43796</c:v>
                </c:pt>
                <c:pt idx="1190">
                  <c:v>43797</c:v>
                </c:pt>
                <c:pt idx="1191">
                  <c:v>43798</c:v>
                </c:pt>
                <c:pt idx="1192">
                  <c:v>43801</c:v>
                </c:pt>
                <c:pt idx="1193">
                  <c:v>43802</c:v>
                </c:pt>
                <c:pt idx="1194">
                  <c:v>43803</c:v>
                </c:pt>
                <c:pt idx="1195">
                  <c:v>43804</c:v>
                </c:pt>
                <c:pt idx="1196">
                  <c:v>43805</c:v>
                </c:pt>
                <c:pt idx="1197">
                  <c:v>43808</c:v>
                </c:pt>
                <c:pt idx="1198">
                  <c:v>43809</c:v>
                </c:pt>
                <c:pt idx="1199">
                  <c:v>43810</c:v>
                </c:pt>
                <c:pt idx="1200">
                  <c:v>43811</c:v>
                </c:pt>
                <c:pt idx="1201">
                  <c:v>43812</c:v>
                </c:pt>
                <c:pt idx="1202">
                  <c:v>43815</c:v>
                </c:pt>
                <c:pt idx="1203">
                  <c:v>43816</c:v>
                </c:pt>
                <c:pt idx="1204">
                  <c:v>43817</c:v>
                </c:pt>
                <c:pt idx="1205">
                  <c:v>43818</c:v>
                </c:pt>
                <c:pt idx="1206">
                  <c:v>43819</c:v>
                </c:pt>
                <c:pt idx="1207">
                  <c:v>43822</c:v>
                </c:pt>
                <c:pt idx="1208">
                  <c:v>43823</c:v>
                </c:pt>
                <c:pt idx="1209">
                  <c:v>43825</c:v>
                </c:pt>
                <c:pt idx="1210">
                  <c:v>43826</c:v>
                </c:pt>
                <c:pt idx="1211">
                  <c:v>43829</c:v>
                </c:pt>
                <c:pt idx="1212">
                  <c:v>43830</c:v>
                </c:pt>
                <c:pt idx="1213">
                  <c:v>43831</c:v>
                </c:pt>
                <c:pt idx="1214">
                  <c:v>43832</c:v>
                </c:pt>
                <c:pt idx="1215">
                  <c:v>43833</c:v>
                </c:pt>
                <c:pt idx="1216">
                  <c:v>43836</c:v>
                </c:pt>
                <c:pt idx="1217">
                  <c:v>43837</c:v>
                </c:pt>
                <c:pt idx="1218">
                  <c:v>43838</c:v>
                </c:pt>
                <c:pt idx="1219">
                  <c:v>43839</c:v>
                </c:pt>
                <c:pt idx="1220">
                  <c:v>43840</c:v>
                </c:pt>
                <c:pt idx="1221">
                  <c:v>43843</c:v>
                </c:pt>
                <c:pt idx="1222">
                  <c:v>43844</c:v>
                </c:pt>
                <c:pt idx="1223">
                  <c:v>43845</c:v>
                </c:pt>
                <c:pt idx="1224">
                  <c:v>43846</c:v>
                </c:pt>
                <c:pt idx="1225">
                  <c:v>43847</c:v>
                </c:pt>
                <c:pt idx="1226">
                  <c:v>43850</c:v>
                </c:pt>
                <c:pt idx="1227">
                  <c:v>43851</c:v>
                </c:pt>
                <c:pt idx="1228">
                  <c:v>43852</c:v>
                </c:pt>
                <c:pt idx="1229">
                  <c:v>43853</c:v>
                </c:pt>
                <c:pt idx="1230">
                  <c:v>43854</c:v>
                </c:pt>
                <c:pt idx="1231">
                  <c:v>43857</c:v>
                </c:pt>
                <c:pt idx="1232">
                  <c:v>43858</c:v>
                </c:pt>
                <c:pt idx="1233">
                  <c:v>43859</c:v>
                </c:pt>
                <c:pt idx="1234">
                  <c:v>43860</c:v>
                </c:pt>
                <c:pt idx="1235">
                  <c:v>43861</c:v>
                </c:pt>
                <c:pt idx="1236">
                  <c:v>43862</c:v>
                </c:pt>
                <c:pt idx="1237">
                  <c:v>43864</c:v>
                </c:pt>
                <c:pt idx="1238">
                  <c:v>43865</c:v>
                </c:pt>
                <c:pt idx="1239">
                  <c:v>43866</c:v>
                </c:pt>
                <c:pt idx="1240">
                  <c:v>43867</c:v>
                </c:pt>
                <c:pt idx="1241">
                  <c:v>43868</c:v>
                </c:pt>
                <c:pt idx="1242">
                  <c:v>43871</c:v>
                </c:pt>
                <c:pt idx="1243">
                  <c:v>43872</c:v>
                </c:pt>
                <c:pt idx="1244">
                  <c:v>43873</c:v>
                </c:pt>
                <c:pt idx="1245">
                  <c:v>43874</c:v>
                </c:pt>
                <c:pt idx="1246">
                  <c:v>43875</c:v>
                </c:pt>
                <c:pt idx="1247">
                  <c:v>43878</c:v>
                </c:pt>
                <c:pt idx="1248">
                  <c:v>43879</c:v>
                </c:pt>
                <c:pt idx="1249">
                  <c:v>43880</c:v>
                </c:pt>
                <c:pt idx="1250">
                  <c:v>43881</c:v>
                </c:pt>
                <c:pt idx="1251">
                  <c:v>43885</c:v>
                </c:pt>
                <c:pt idx="1252">
                  <c:v>43886</c:v>
                </c:pt>
                <c:pt idx="1253">
                  <c:v>43887</c:v>
                </c:pt>
                <c:pt idx="1254">
                  <c:v>43888</c:v>
                </c:pt>
                <c:pt idx="1255">
                  <c:v>43889</c:v>
                </c:pt>
                <c:pt idx="1256">
                  <c:v>43892</c:v>
                </c:pt>
                <c:pt idx="1257">
                  <c:v>43893</c:v>
                </c:pt>
                <c:pt idx="1258">
                  <c:v>43894</c:v>
                </c:pt>
                <c:pt idx="1259">
                  <c:v>43895</c:v>
                </c:pt>
                <c:pt idx="1260">
                  <c:v>43896</c:v>
                </c:pt>
                <c:pt idx="1261">
                  <c:v>43899</c:v>
                </c:pt>
                <c:pt idx="1262">
                  <c:v>43901</c:v>
                </c:pt>
                <c:pt idx="1263">
                  <c:v>43902</c:v>
                </c:pt>
                <c:pt idx="1264">
                  <c:v>43903</c:v>
                </c:pt>
                <c:pt idx="1265">
                  <c:v>43906</c:v>
                </c:pt>
                <c:pt idx="1266">
                  <c:v>43907</c:v>
                </c:pt>
                <c:pt idx="1267">
                  <c:v>43908</c:v>
                </c:pt>
                <c:pt idx="1268">
                  <c:v>43909</c:v>
                </c:pt>
                <c:pt idx="1269">
                  <c:v>43910</c:v>
                </c:pt>
                <c:pt idx="1270">
                  <c:v>43913</c:v>
                </c:pt>
                <c:pt idx="1271">
                  <c:v>43914</c:v>
                </c:pt>
                <c:pt idx="1272">
                  <c:v>43915</c:v>
                </c:pt>
                <c:pt idx="1273">
                  <c:v>43916</c:v>
                </c:pt>
                <c:pt idx="1274">
                  <c:v>43917</c:v>
                </c:pt>
                <c:pt idx="1275">
                  <c:v>43920</c:v>
                </c:pt>
                <c:pt idx="1276">
                  <c:v>43921</c:v>
                </c:pt>
                <c:pt idx="1277">
                  <c:v>43922</c:v>
                </c:pt>
                <c:pt idx="1278">
                  <c:v>43924</c:v>
                </c:pt>
                <c:pt idx="1279">
                  <c:v>43928</c:v>
                </c:pt>
                <c:pt idx="1280">
                  <c:v>43929</c:v>
                </c:pt>
                <c:pt idx="1281">
                  <c:v>43930</c:v>
                </c:pt>
                <c:pt idx="1282">
                  <c:v>43934</c:v>
                </c:pt>
                <c:pt idx="1283">
                  <c:v>43936</c:v>
                </c:pt>
                <c:pt idx="1284">
                  <c:v>43937</c:v>
                </c:pt>
                <c:pt idx="1285">
                  <c:v>43938</c:v>
                </c:pt>
                <c:pt idx="1286">
                  <c:v>43941</c:v>
                </c:pt>
                <c:pt idx="1287">
                  <c:v>43942</c:v>
                </c:pt>
                <c:pt idx="1288">
                  <c:v>43943</c:v>
                </c:pt>
                <c:pt idx="1289">
                  <c:v>43944</c:v>
                </c:pt>
                <c:pt idx="1290">
                  <c:v>43945</c:v>
                </c:pt>
                <c:pt idx="1291">
                  <c:v>43948</c:v>
                </c:pt>
                <c:pt idx="1292">
                  <c:v>43949</c:v>
                </c:pt>
                <c:pt idx="1293">
                  <c:v>43950</c:v>
                </c:pt>
                <c:pt idx="1294">
                  <c:v>43951</c:v>
                </c:pt>
                <c:pt idx="1295">
                  <c:v>43955</c:v>
                </c:pt>
                <c:pt idx="1296">
                  <c:v>43956</c:v>
                </c:pt>
                <c:pt idx="1297">
                  <c:v>43957</c:v>
                </c:pt>
                <c:pt idx="1298">
                  <c:v>43958</c:v>
                </c:pt>
                <c:pt idx="1299">
                  <c:v>43959</c:v>
                </c:pt>
                <c:pt idx="1300">
                  <c:v>43962</c:v>
                </c:pt>
                <c:pt idx="1301">
                  <c:v>43963</c:v>
                </c:pt>
                <c:pt idx="1302">
                  <c:v>43964</c:v>
                </c:pt>
                <c:pt idx="1303">
                  <c:v>43965</c:v>
                </c:pt>
                <c:pt idx="1304">
                  <c:v>43966</c:v>
                </c:pt>
                <c:pt idx="1305">
                  <c:v>43969</c:v>
                </c:pt>
                <c:pt idx="1306">
                  <c:v>43970</c:v>
                </c:pt>
                <c:pt idx="1307">
                  <c:v>43971</c:v>
                </c:pt>
                <c:pt idx="1308">
                  <c:v>43972</c:v>
                </c:pt>
                <c:pt idx="1309">
                  <c:v>43973</c:v>
                </c:pt>
                <c:pt idx="1310">
                  <c:v>43977</c:v>
                </c:pt>
                <c:pt idx="1311">
                  <c:v>43978</c:v>
                </c:pt>
                <c:pt idx="1312">
                  <c:v>43979</c:v>
                </c:pt>
                <c:pt idx="1313">
                  <c:v>43980</c:v>
                </c:pt>
                <c:pt idx="1314">
                  <c:v>43983</c:v>
                </c:pt>
                <c:pt idx="1315">
                  <c:v>43984</c:v>
                </c:pt>
                <c:pt idx="1316">
                  <c:v>43985</c:v>
                </c:pt>
                <c:pt idx="1317">
                  <c:v>43986</c:v>
                </c:pt>
                <c:pt idx="1318">
                  <c:v>43987</c:v>
                </c:pt>
                <c:pt idx="1319">
                  <c:v>43990</c:v>
                </c:pt>
                <c:pt idx="1320">
                  <c:v>43991</c:v>
                </c:pt>
                <c:pt idx="1321">
                  <c:v>43992</c:v>
                </c:pt>
                <c:pt idx="1322">
                  <c:v>43993</c:v>
                </c:pt>
                <c:pt idx="1323">
                  <c:v>43994</c:v>
                </c:pt>
                <c:pt idx="1324">
                  <c:v>43997</c:v>
                </c:pt>
                <c:pt idx="1325">
                  <c:v>43998</c:v>
                </c:pt>
                <c:pt idx="1326">
                  <c:v>43999</c:v>
                </c:pt>
                <c:pt idx="1327">
                  <c:v>44000</c:v>
                </c:pt>
                <c:pt idx="1328">
                  <c:v>44001</c:v>
                </c:pt>
                <c:pt idx="1329">
                  <c:v>44004</c:v>
                </c:pt>
                <c:pt idx="1330">
                  <c:v>44005</c:v>
                </c:pt>
                <c:pt idx="1331">
                  <c:v>44006</c:v>
                </c:pt>
                <c:pt idx="1332">
                  <c:v>44007</c:v>
                </c:pt>
                <c:pt idx="1333">
                  <c:v>44008</c:v>
                </c:pt>
                <c:pt idx="1334">
                  <c:v>44011</c:v>
                </c:pt>
                <c:pt idx="1335">
                  <c:v>44012</c:v>
                </c:pt>
                <c:pt idx="1336">
                  <c:v>44013</c:v>
                </c:pt>
                <c:pt idx="1337">
                  <c:v>44014</c:v>
                </c:pt>
                <c:pt idx="1338">
                  <c:v>44015</c:v>
                </c:pt>
                <c:pt idx="1339">
                  <c:v>44018</c:v>
                </c:pt>
                <c:pt idx="1340">
                  <c:v>44019</c:v>
                </c:pt>
                <c:pt idx="1341">
                  <c:v>44020</c:v>
                </c:pt>
                <c:pt idx="1342">
                  <c:v>44021</c:v>
                </c:pt>
                <c:pt idx="1343">
                  <c:v>44022</c:v>
                </c:pt>
                <c:pt idx="1344">
                  <c:v>44025</c:v>
                </c:pt>
                <c:pt idx="1345">
                  <c:v>44026</c:v>
                </c:pt>
                <c:pt idx="1346">
                  <c:v>44027</c:v>
                </c:pt>
                <c:pt idx="1347">
                  <c:v>44028</c:v>
                </c:pt>
                <c:pt idx="1348">
                  <c:v>44029</c:v>
                </c:pt>
                <c:pt idx="1349">
                  <c:v>44032</c:v>
                </c:pt>
                <c:pt idx="1350">
                  <c:v>44033</c:v>
                </c:pt>
                <c:pt idx="1351">
                  <c:v>44034</c:v>
                </c:pt>
                <c:pt idx="1352">
                  <c:v>44035</c:v>
                </c:pt>
                <c:pt idx="1353">
                  <c:v>44036</c:v>
                </c:pt>
                <c:pt idx="1354">
                  <c:v>44039</c:v>
                </c:pt>
                <c:pt idx="1355">
                  <c:v>44040</c:v>
                </c:pt>
                <c:pt idx="1356">
                  <c:v>44041</c:v>
                </c:pt>
                <c:pt idx="1357">
                  <c:v>44042</c:v>
                </c:pt>
                <c:pt idx="1358">
                  <c:v>44043</c:v>
                </c:pt>
                <c:pt idx="1359">
                  <c:v>44046</c:v>
                </c:pt>
                <c:pt idx="1360">
                  <c:v>44047</c:v>
                </c:pt>
                <c:pt idx="1361">
                  <c:v>44048</c:v>
                </c:pt>
                <c:pt idx="1362">
                  <c:v>44049</c:v>
                </c:pt>
                <c:pt idx="1363">
                  <c:v>44050</c:v>
                </c:pt>
                <c:pt idx="1364">
                  <c:v>44053</c:v>
                </c:pt>
                <c:pt idx="1365">
                  <c:v>44054</c:v>
                </c:pt>
                <c:pt idx="1366">
                  <c:v>44055</c:v>
                </c:pt>
                <c:pt idx="1367">
                  <c:v>44056</c:v>
                </c:pt>
                <c:pt idx="1368">
                  <c:v>44057</c:v>
                </c:pt>
                <c:pt idx="1369">
                  <c:v>44060</c:v>
                </c:pt>
                <c:pt idx="1370">
                  <c:v>44061</c:v>
                </c:pt>
                <c:pt idx="1371">
                  <c:v>44062</c:v>
                </c:pt>
                <c:pt idx="1372">
                  <c:v>44063</c:v>
                </c:pt>
                <c:pt idx="1373">
                  <c:v>44064</c:v>
                </c:pt>
                <c:pt idx="1374">
                  <c:v>44067</c:v>
                </c:pt>
                <c:pt idx="1375">
                  <c:v>44068</c:v>
                </c:pt>
                <c:pt idx="1376">
                  <c:v>44069</c:v>
                </c:pt>
                <c:pt idx="1377">
                  <c:v>44070</c:v>
                </c:pt>
                <c:pt idx="1378">
                  <c:v>44071</c:v>
                </c:pt>
                <c:pt idx="1379">
                  <c:v>44074</c:v>
                </c:pt>
                <c:pt idx="1380">
                  <c:v>44075</c:v>
                </c:pt>
                <c:pt idx="1381">
                  <c:v>44076</c:v>
                </c:pt>
                <c:pt idx="1382">
                  <c:v>44077</c:v>
                </c:pt>
                <c:pt idx="1383">
                  <c:v>44078</c:v>
                </c:pt>
                <c:pt idx="1384">
                  <c:v>44081</c:v>
                </c:pt>
                <c:pt idx="1385">
                  <c:v>44082</c:v>
                </c:pt>
                <c:pt idx="1386">
                  <c:v>44083</c:v>
                </c:pt>
                <c:pt idx="1387">
                  <c:v>44084</c:v>
                </c:pt>
                <c:pt idx="1388">
                  <c:v>44085</c:v>
                </c:pt>
                <c:pt idx="1389">
                  <c:v>44088</c:v>
                </c:pt>
                <c:pt idx="1390">
                  <c:v>44089</c:v>
                </c:pt>
                <c:pt idx="1391">
                  <c:v>44090</c:v>
                </c:pt>
                <c:pt idx="1392">
                  <c:v>44091</c:v>
                </c:pt>
                <c:pt idx="1393">
                  <c:v>44092</c:v>
                </c:pt>
                <c:pt idx="1394">
                  <c:v>44095</c:v>
                </c:pt>
                <c:pt idx="1395">
                  <c:v>44096</c:v>
                </c:pt>
                <c:pt idx="1396">
                  <c:v>44097</c:v>
                </c:pt>
                <c:pt idx="1397">
                  <c:v>44098</c:v>
                </c:pt>
                <c:pt idx="1398">
                  <c:v>44099</c:v>
                </c:pt>
                <c:pt idx="1399">
                  <c:v>44102</c:v>
                </c:pt>
                <c:pt idx="1400">
                  <c:v>44103</c:v>
                </c:pt>
                <c:pt idx="1401">
                  <c:v>44104</c:v>
                </c:pt>
                <c:pt idx="1402">
                  <c:v>44105</c:v>
                </c:pt>
                <c:pt idx="1403">
                  <c:v>44109</c:v>
                </c:pt>
                <c:pt idx="1404">
                  <c:v>44110</c:v>
                </c:pt>
                <c:pt idx="1405">
                  <c:v>44111</c:v>
                </c:pt>
                <c:pt idx="1406">
                  <c:v>44112</c:v>
                </c:pt>
                <c:pt idx="1407">
                  <c:v>44113</c:v>
                </c:pt>
                <c:pt idx="1408">
                  <c:v>44116</c:v>
                </c:pt>
                <c:pt idx="1409">
                  <c:v>44117</c:v>
                </c:pt>
                <c:pt idx="1410">
                  <c:v>44118</c:v>
                </c:pt>
                <c:pt idx="1411">
                  <c:v>44119</c:v>
                </c:pt>
                <c:pt idx="1412">
                  <c:v>44120</c:v>
                </c:pt>
                <c:pt idx="1413">
                  <c:v>44123</c:v>
                </c:pt>
                <c:pt idx="1414">
                  <c:v>44124</c:v>
                </c:pt>
                <c:pt idx="1415">
                  <c:v>44125</c:v>
                </c:pt>
                <c:pt idx="1416">
                  <c:v>44126</c:v>
                </c:pt>
                <c:pt idx="1417">
                  <c:v>44127</c:v>
                </c:pt>
                <c:pt idx="1418">
                  <c:v>44130</c:v>
                </c:pt>
                <c:pt idx="1419">
                  <c:v>44131</c:v>
                </c:pt>
                <c:pt idx="1420">
                  <c:v>44132</c:v>
                </c:pt>
                <c:pt idx="1421">
                  <c:v>44133</c:v>
                </c:pt>
                <c:pt idx="1422">
                  <c:v>44134</c:v>
                </c:pt>
                <c:pt idx="1423">
                  <c:v>44137</c:v>
                </c:pt>
                <c:pt idx="1424">
                  <c:v>44138</c:v>
                </c:pt>
                <c:pt idx="1425">
                  <c:v>44139</c:v>
                </c:pt>
                <c:pt idx="1426">
                  <c:v>44140</c:v>
                </c:pt>
                <c:pt idx="1427">
                  <c:v>44141</c:v>
                </c:pt>
                <c:pt idx="1428">
                  <c:v>44144</c:v>
                </c:pt>
                <c:pt idx="1429">
                  <c:v>44145</c:v>
                </c:pt>
                <c:pt idx="1430">
                  <c:v>44146</c:v>
                </c:pt>
                <c:pt idx="1431">
                  <c:v>44147</c:v>
                </c:pt>
                <c:pt idx="1432">
                  <c:v>44148</c:v>
                </c:pt>
                <c:pt idx="1433">
                  <c:v>44149</c:v>
                </c:pt>
                <c:pt idx="1434">
                  <c:v>44152</c:v>
                </c:pt>
                <c:pt idx="1435">
                  <c:v>44153</c:v>
                </c:pt>
                <c:pt idx="1436">
                  <c:v>44154</c:v>
                </c:pt>
                <c:pt idx="1437">
                  <c:v>44155</c:v>
                </c:pt>
                <c:pt idx="1438">
                  <c:v>44158</c:v>
                </c:pt>
                <c:pt idx="1439">
                  <c:v>44159</c:v>
                </c:pt>
                <c:pt idx="1440">
                  <c:v>44160</c:v>
                </c:pt>
                <c:pt idx="1441">
                  <c:v>44161</c:v>
                </c:pt>
                <c:pt idx="1442">
                  <c:v>44162</c:v>
                </c:pt>
                <c:pt idx="1443">
                  <c:v>44166</c:v>
                </c:pt>
                <c:pt idx="1444">
                  <c:v>44167</c:v>
                </c:pt>
                <c:pt idx="1445">
                  <c:v>44168</c:v>
                </c:pt>
                <c:pt idx="1446">
                  <c:v>44169</c:v>
                </c:pt>
                <c:pt idx="1447">
                  <c:v>44172</c:v>
                </c:pt>
                <c:pt idx="1448">
                  <c:v>44173</c:v>
                </c:pt>
                <c:pt idx="1449">
                  <c:v>44174</c:v>
                </c:pt>
                <c:pt idx="1450">
                  <c:v>44175</c:v>
                </c:pt>
                <c:pt idx="1451">
                  <c:v>44176</c:v>
                </c:pt>
                <c:pt idx="1452">
                  <c:v>44179</c:v>
                </c:pt>
                <c:pt idx="1453">
                  <c:v>44180</c:v>
                </c:pt>
                <c:pt idx="1454">
                  <c:v>44181</c:v>
                </c:pt>
                <c:pt idx="1455">
                  <c:v>44182</c:v>
                </c:pt>
                <c:pt idx="1456">
                  <c:v>44183</c:v>
                </c:pt>
                <c:pt idx="1457">
                  <c:v>44186</c:v>
                </c:pt>
                <c:pt idx="1458">
                  <c:v>44187</c:v>
                </c:pt>
                <c:pt idx="1459">
                  <c:v>44188</c:v>
                </c:pt>
                <c:pt idx="1460">
                  <c:v>44189</c:v>
                </c:pt>
                <c:pt idx="1461">
                  <c:v>44193</c:v>
                </c:pt>
                <c:pt idx="1462">
                  <c:v>44194</c:v>
                </c:pt>
                <c:pt idx="1463">
                  <c:v>44195</c:v>
                </c:pt>
                <c:pt idx="1464">
                  <c:v>44196</c:v>
                </c:pt>
                <c:pt idx="1465">
                  <c:v>44197</c:v>
                </c:pt>
                <c:pt idx="1466">
                  <c:v>44200</c:v>
                </c:pt>
                <c:pt idx="1467">
                  <c:v>44201</c:v>
                </c:pt>
                <c:pt idx="1468">
                  <c:v>44202</c:v>
                </c:pt>
                <c:pt idx="1469">
                  <c:v>44203</c:v>
                </c:pt>
                <c:pt idx="1470">
                  <c:v>44204</c:v>
                </c:pt>
                <c:pt idx="1471">
                  <c:v>44207</c:v>
                </c:pt>
                <c:pt idx="1472">
                  <c:v>44208</c:v>
                </c:pt>
                <c:pt idx="1473">
                  <c:v>44209</c:v>
                </c:pt>
                <c:pt idx="1474">
                  <c:v>44210</c:v>
                </c:pt>
                <c:pt idx="1475">
                  <c:v>44211</c:v>
                </c:pt>
                <c:pt idx="1476">
                  <c:v>44214</c:v>
                </c:pt>
                <c:pt idx="1477">
                  <c:v>44215</c:v>
                </c:pt>
                <c:pt idx="1478">
                  <c:v>44216</c:v>
                </c:pt>
                <c:pt idx="1479">
                  <c:v>44217</c:v>
                </c:pt>
                <c:pt idx="1480">
                  <c:v>44218</c:v>
                </c:pt>
                <c:pt idx="1481">
                  <c:v>44221</c:v>
                </c:pt>
                <c:pt idx="1482">
                  <c:v>44223</c:v>
                </c:pt>
                <c:pt idx="1483">
                  <c:v>44224</c:v>
                </c:pt>
                <c:pt idx="1484">
                  <c:v>44225</c:v>
                </c:pt>
                <c:pt idx="1485">
                  <c:v>44228</c:v>
                </c:pt>
                <c:pt idx="1486">
                  <c:v>44229</c:v>
                </c:pt>
                <c:pt idx="1487">
                  <c:v>44230</c:v>
                </c:pt>
                <c:pt idx="1488">
                  <c:v>44231</c:v>
                </c:pt>
                <c:pt idx="1489">
                  <c:v>44232</c:v>
                </c:pt>
                <c:pt idx="1490">
                  <c:v>44235</c:v>
                </c:pt>
                <c:pt idx="1491">
                  <c:v>44236</c:v>
                </c:pt>
                <c:pt idx="1492">
                  <c:v>44237</c:v>
                </c:pt>
                <c:pt idx="1493">
                  <c:v>44238</c:v>
                </c:pt>
                <c:pt idx="1494">
                  <c:v>44239</c:v>
                </c:pt>
                <c:pt idx="1495">
                  <c:v>44242</c:v>
                </c:pt>
                <c:pt idx="1496">
                  <c:v>44243</c:v>
                </c:pt>
                <c:pt idx="1497">
                  <c:v>44244</c:v>
                </c:pt>
                <c:pt idx="1498">
                  <c:v>44245</c:v>
                </c:pt>
                <c:pt idx="1499">
                  <c:v>44246</c:v>
                </c:pt>
                <c:pt idx="1500">
                  <c:v>44249</c:v>
                </c:pt>
                <c:pt idx="1501">
                  <c:v>44250</c:v>
                </c:pt>
                <c:pt idx="1502">
                  <c:v>44251</c:v>
                </c:pt>
                <c:pt idx="1503">
                  <c:v>44252</c:v>
                </c:pt>
                <c:pt idx="1504">
                  <c:v>44253</c:v>
                </c:pt>
                <c:pt idx="1505">
                  <c:v>44256</c:v>
                </c:pt>
                <c:pt idx="1506">
                  <c:v>44257</c:v>
                </c:pt>
                <c:pt idx="1507">
                  <c:v>44258</c:v>
                </c:pt>
                <c:pt idx="1508">
                  <c:v>44259</c:v>
                </c:pt>
                <c:pt idx="1509">
                  <c:v>44260</c:v>
                </c:pt>
                <c:pt idx="1510">
                  <c:v>44263</c:v>
                </c:pt>
                <c:pt idx="1511">
                  <c:v>44264</c:v>
                </c:pt>
                <c:pt idx="1512">
                  <c:v>44265</c:v>
                </c:pt>
                <c:pt idx="1513">
                  <c:v>44267</c:v>
                </c:pt>
                <c:pt idx="1514">
                  <c:v>44270</c:v>
                </c:pt>
                <c:pt idx="1515">
                  <c:v>44271</c:v>
                </c:pt>
                <c:pt idx="1516">
                  <c:v>44272</c:v>
                </c:pt>
                <c:pt idx="1517">
                  <c:v>44273</c:v>
                </c:pt>
                <c:pt idx="1518">
                  <c:v>44274</c:v>
                </c:pt>
                <c:pt idx="1519">
                  <c:v>44277</c:v>
                </c:pt>
                <c:pt idx="1520">
                  <c:v>44278</c:v>
                </c:pt>
                <c:pt idx="1521">
                  <c:v>44279</c:v>
                </c:pt>
                <c:pt idx="1522">
                  <c:v>44280</c:v>
                </c:pt>
                <c:pt idx="1523">
                  <c:v>44281</c:v>
                </c:pt>
                <c:pt idx="1524">
                  <c:v>44285</c:v>
                </c:pt>
                <c:pt idx="1525">
                  <c:v>44286</c:v>
                </c:pt>
                <c:pt idx="1526">
                  <c:v>44287</c:v>
                </c:pt>
                <c:pt idx="1527">
                  <c:v>44291</c:v>
                </c:pt>
                <c:pt idx="1528">
                  <c:v>44292</c:v>
                </c:pt>
                <c:pt idx="1529">
                  <c:v>44293</c:v>
                </c:pt>
                <c:pt idx="1530">
                  <c:v>44294</c:v>
                </c:pt>
                <c:pt idx="1531">
                  <c:v>44295</c:v>
                </c:pt>
                <c:pt idx="1532">
                  <c:v>44298</c:v>
                </c:pt>
                <c:pt idx="1533">
                  <c:v>44299</c:v>
                </c:pt>
                <c:pt idx="1534">
                  <c:v>44301</c:v>
                </c:pt>
                <c:pt idx="1535">
                  <c:v>44302</c:v>
                </c:pt>
                <c:pt idx="1536">
                  <c:v>44305</c:v>
                </c:pt>
                <c:pt idx="1537">
                  <c:v>44306</c:v>
                </c:pt>
                <c:pt idx="1538">
                  <c:v>44308</c:v>
                </c:pt>
                <c:pt idx="1539">
                  <c:v>44309</c:v>
                </c:pt>
                <c:pt idx="1540">
                  <c:v>44312</c:v>
                </c:pt>
                <c:pt idx="1541">
                  <c:v>44313</c:v>
                </c:pt>
                <c:pt idx="1542">
                  <c:v>44314</c:v>
                </c:pt>
                <c:pt idx="1543">
                  <c:v>44315</c:v>
                </c:pt>
                <c:pt idx="1544">
                  <c:v>44316</c:v>
                </c:pt>
                <c:pt idx="1545">
                  <c:v>44319</c:v>
                </c:pt>
                <c:pt idx="1546">
                  <c:v>44320</c:v>
                </c:pt>
                <c:pt idx="1547">
                  <c:v>44321</c:v>
                </c:pt>
                <c:pt idx="1548">
                  <c:v>44322</c:v>
                </c:pt>
                <c:pt idx="1549">
                  <c:v>44323</c:v>
                </c:pt>
                <c:pt idx="1550">
                  <c:v>44326</c:v>
                </c:pt>
                <c:pt idx="1551">
                  <c:v>44327</c:v>
                </c:pt>
                <c:pt idx="1552">
                  <c:v>44328</c:v>
                </c:pt>
                <c:pt idx="1553">
                  <c:v>44330</c:v>
                </c:pt>
                <c:pt idx="1554">
                  <c:v>44333</c:v>
                </c:pt>
                <c:pt idx="1555">
                  <c:v>44334</c:v>
                </c:pt>
                <c:pt idx="1556">
                  <c:v>44335</c:v>
                </c:pt>
                <c:pt idx="1557">
                  <c:v>44336</c:v>
                </c:pt>
                <c:pt idx="1558">
                  <c:v>44337</c:v>
                </c:pt>
                <c:pt idx="1559">
                  <c:v>44340</c:v>
                </c:pt>
                <c:pt idx="1560">
                  <c:v>44341</c:v>
                </c:pt>
                <c:pt idx="1561">
                  <c:v>44342</c:v>
                </c:pt>
                <c:pt idx="1562">
                  <c:v>44343</c:v>
                </c:pt>
                <c:pt idx="1563">
                  <c:v>44344</c:v>
                </c:pt>
                <c:pt idx="1564">
                  <c:v>44347</c:v>
                </c:pt>
                <c:pt idx="1565">
                  <c:v>44348</c:v>
                </c:pt>
                <c:pt idx="1566">
                  <c:v>44349</c:v>
                </c:pt>
                <c:pt idx="1567">
                  <c:v>44350</c:v>
                </c:pt>
                <c:pt idx="1568">
                  <c:v>44351</c:v>
                </c:pt>
                <c:pt idx="1569">
                  <c:v>44354</c:v>
                </c:pt>
                <c:pt idx="1570">
                  <c:v>44355</c:v>
                </c:pt>
                <c:pt idx="1571">
                  <c:v>44356</c:v>
                </c:pt>
                <c:pt idx="1572">
                  <c:v>44357</c:v>
                </c:pt>
                <c:pt idx="1573">
                  <c:v>44358</c:v>
                </c:pt>
                <c:pt idx="1574">
                  <c:v>44361</c:v>
                </c:pt>
                <c:pt idx="1575">
                  <c:v>44362</c:v>
                </c:pt>
                <c:pt idx="1576">
                  <c:v>44363</c:v>
                </c:pt>
                <c:pt idx="1577">
                  <c:v>44364</c:v>
                </c:pt>
                <c:pt idx="1578">
                  <c:v>44365</c:v>
                </c:pt>
                <c:pt idx="1579">
                  <c:v>44368</c:v>
                </c:pt>
                <c:pt idx="1580">
                  <c:v>44369</c:v>
                </c:pt>
                <c:pt idx="1581">
                  <c:v>44370</c:v>
                </c:pt>
                <c:pt idx="1582">
                  <c:v>44371</c:v>
                </c:pt>
                <c:pt idx="1583">
                  <c:v>44372</c:v>
                </c:pt>
                <c:pt idx="1584">
                  <c:v>44375</c:v>
                </c:pt>
                <c:pt idx="1585">
                  <c:v>44376</c:v>
                </c:pt>
                <c:pt idx="1586">
                  <c:v>44377</c:v>
                </c:pt>
                <c:pt idx="1587">
                  <c:v>44378</c:v>
                </c:pt>
                <c:pt idx="1588">
                  <c:v>44379</c:v>
                </c:pt>
                <c:pt idx="1589">
                  <c:v>44382</c:v>
                </c:pt>
                <c:pt idx="1590">
                  <c:v>44383</c:v>
                </c:pt>
                <c:pt idx="1591">
                  <c:v>44384</c:v>
                </c:pt>
                <c:pt idx="1592">
                  <c:v>44385</c:v>
                </c:pt>
                <c:pt idx="1593">
                  <c:v>44386</c:v>
                </c:pt>
                <c:pt idx="1594">
                  <c:v>44389</c:v>
                </c:pt>
                <c:pt idx="1595">
                  <c:v>44390</c:v>
                </c:pt>
                <c:pt idx="1596">
                  <c:v>44391</c:v>
                </c:pt>
                <c:pt idx="1597">
                  <c:v>44392</c:v>
                </c:pt>
                <c:pt idx="1598">
                  <c:v>44393</c:v>
                </c:pt>
                <c:pt idx="1599">
                  <c:v>44396</c:v>
                </c:pt>
                <c:pt idx="1600">
                  <c:v>44397</c:v>
                </c:pt>
                <c:pt idx="1601">
                  <c:v>44399</c:v>
                </c:pt>
                <c:pt idx="1602">
                  <c:v>44400</c:v>
                </c:pt>
                <c:pt idx="1603">
                  <c:v>44403</c:v>
                </c:pt>
                <c:pt idx="1604">
                  <c:v>44404</c:v>
                </c:pt>
                <c:pt idx="1605">
                  <c:v>44405</c:v>
                </c:pt>
                <c:pt idx="1606">
                  <c:v>44406</c:v>
                </c:pt>
                <c:pt idx="1607">
                  <c:v>44407</c:v>
                </c:pt>
                <c:pt idx="1608">
                  <c:v>44410</c:v>
                </c:pt>
                <c:pt idx="1609">
                  <c:v>44411</c:v>
                </c:pt>
                <c:pt idx="1610">
                  <c:v>44412</c:v>
                </c:pt>
                <c:pt idx="1611">
                  <c:v>44413</c:v>
                </c:pt>
                <c:pt idx="1612">
                  <c:v>44414</c:v>
                </c:pt>
                <c:pt idx="1613">
                  <c:v>44417</c:v>
                </c:pt>
                <c:pt idx="1614">
                  <c:v>44418</c:v>
                </c:pt>
                <c:pt idx="1615">
                  <c:v>44419</c:v>
                </c:pt>
                <c:pt idx="1616">
                  <c:v>44420</c:v>
                </c:pt>
                <c:pt idx="1617">
                  <c:v>44421</c:v>
                </c:pt>
                <c:pt idx="1618">
                  <c:v>44424</c:v>
                </c:pt>
                <c:pt idx="1619">
                  <c:v>44425</c:v>
                </c:pt>
                <c:pt idx="1620">
                  <c:v>44426</c:v>
                </c:pt>
                <c:pt idx="1621">
                  <c:v>44428</c:v>
                </c:pt>
                <c:pt idx="1622">
                  <c:v>44431</c:v>
                </c:pt>
                <c:pt idx="1623">
                  <c:v>44432</c:v>
                </c:pt>
                <c:pt idx="1624">
                  <c:v>44433</c:v>
                </c:pt>
                <c:pt idx="1625">
                  <c:v>44434</c:v>
                </c:pt>
                <c:pt idx="1626">
                  <c:v>44435</c:v>
                </c:pt>
                <c:pt idx="1627">
                  <c:v>44438</c:v>
                </c:pt>
                <c:pt idx="1628">
                  <c:v>44439</c:v>
                </c:pt>
                <c:pt idx="1629">
                  <c:v>44440</c:v>
                </c:pt>
                <c:pt idx="1630">
                  <c:v>44441</c:v>
                </c:pt>
                <c:pt idx="1631">
                  <c:v>44442</c:v>
                </c:pt>
                <c:pt idx="1632">
                  <c:v>44445</c:v>
                </c:pt>
                <c:pt idx="1633">
                  <c:v>44446</c:v>
                </c:pt>
                <c:pt idx="1634">
                  <c:v>44447</c:v>
                </c:pt>
                <c:pt idx="1635">
                  <c:v>44448</c:v>
                </c:pt>
                <c:pt idx="1636">
                  <c:v>44452</c:v>
                </c:pt>
                <c:pt idx="1637">
                  <c:v>44453</c:v>
                </c:pt>
                <c:pt idx="1638">
                  <c:v>44454</c:v>
                </c:pt>
                <c:pt idx="1639">
                  <c:v>44455</c:v>
                </c:pt>
                <c:pt idx="1640">
                  <c:v>44456</c:v>
                </c:pt>
                <c:pt idx="1641">
                  <c:v>44459</c:v>
                </c:pt>
                <c:pt idx="1642">
                  <c:v>44460</c:v>
                </c:pt>
                <c:pt idx="1643">
                  <c:v>44461</c:v>
                </c:pt>
                <c:pt idx="1644">
                  <c:v>44462</c:v>
                </c:pt>
                <c:pt idx="1645">
                  <c:v>44463</c:v>
                </c:pt>
                <c:pt idx="1646">
                  <c:v>44466</c:v>
                </c:pt>
                <c:pt idx="1647">
                  <c:v>44467</c:v>
                </c:pt>
                <c:pt idx="1648">
                  <c:v>44468</c:v>
                </c:pt>
                <c:pt idx="1649">
                  <c:v>44469</c:v>
                </c:pt>
                <c:pt idx="1650">
                  <c:v>44470</c:v>
                </c:pt>
                <c:pt idx="1651">
                  <c:v>44473</c:v>
                </c:pt>
                <c:pt idx="1652">
                  <c:v>44474</c:v>
                </c:pt>
                <c:pt idx="1653">
                  <c:v>44475</c:v>
                </c:pt>
                <c:pt idx="1654">
                  <c:v>44476</c:v>
                </c:pt>
                <c:pt idx="1655">
                  <c:v>44477</c:v>
                </c:pt>
                <c:pt idx="1656">
                  <c:v>44480</c:v>
                </c:pt>
                <c:pt idx="1657">
                  <c:v>44481</c:v>
                </c:pt>
                <c:pt idx="1658">
                  <c:v>44482</c:v>
                </c:pt>
                <c:pt idx="1659">
                  <c:v>44483</c:v>
                </c:pt>
                <c:pt idx="1660">
                  <c:v>44487</c:v>
                </c:pt>
                <c:pt idx="1661">
                  <c:v>44488</c:v>
                </c:pt>
                <c:pt idx="1662">
                  <c:v>44489</c:v>
                </c:pt>
                <c:pt idx="1663">
                  <c:v>44490</c:v>
                </c:pt>
                <c:pt idx="1664">
                  <c:v>44491</c:v>
                </c:pt>
                <c:pt idx="1665">
                  <c:v>44494</c:v>
                </c:pt>
                <c:pt idx="1666">
                  <c:v>44495</c:v>
                </c:pt>
                <c:pt idx="1667">
                  <c:v>44496</c:v>
                </c:pt>
                <c:pt idx="1668">
                  <c:v>44497</c:v>
                </c:pt>
                <c:pt idx="1669">
                  <c:v>44498</c:v>
                </c:pt>
                <c:pt idx="1670">
                  <c:v>44501</c:v>
                </c:pt>
                <c:pt idx="1671">
                  <c:v>44502</c:v>
                </c:pt>
                <c:pt idx="1672">
                  <c:v>44503</c:v>
                </c:pt>
                <c:pt idx="1673">
                  <c:v>44504</c:v>
                </c:pt>
                <c:pt idx="1674">
                  <c:v>44508</c:v>
                </c:pt>
                <c:pt idx="1675">
                  <c:v>44509</c:v>
                </c:pt>
                <c:pt idx="1676">
                  <c:v>44510</c:v>
                </c:pt>
                <c:pt idx="1677">
                  <c:v>44511</c:v>
                </c:pt>
                <c:pt idx="1678">
                  <c:v>44512</c:v>
                </c:pt>
                <c:pt idx="1679">
                  <c:v>44515</c:v>
                </c:pt>
                <c:pt idx="1680">
                  <c:v>44516</c:v>
                </c:pt>
                <c:pt idx="1681">
                  <c:v>44517</c:v>
                </c:pt>
                <c:pt idx="1682">
                  <c:v>44518</c:v>
                </c:pt>
                <c:pt idx="1683">
                  <c:v>44522</c:v>
                </c:pt>
                <c:pt idx="1684">
                  <c:v>44523</c:v>
                </c:pt>
                <c:pt idx="1685">
                  <c:v>44524</c:v>
                </c:pt>
                <c:pt idx="1686">
                  <c:v>44525</c:v>
                </c:pt>
                <c:pt idx="1687">
                  <c:v>44526</c:v>
                </c:pt>
                <c:pt idx="1688">
                  <c:v>44529</c:v>
                </c:pt>
                <c:pt idx="1689">
                  <c:v>44530</c:v>
                </c:pt>
                <c:pt idx="1690">
                  <c:v>44531</c:v>
                </c:pt>
                <c:pt idx="1691">
                  <c:v>44532</c:v>
                </c:pt>
                <c:pt idx="1692">
                  <c:v>44533</c:v>
                </c:pt>
                <c:pt idx="1693">
                  <c:v>44536</c:v>
                </c:pt>
                <c:pt idx="1694">
                  <c:v>44537</c:v>
                </c:pt>
                <c:pt idx="1695">
                  <c:v>44538</c:v>
                </c:pt>
                <c:pt idx="1696">
                  <c:v>44539</c:v>
                </c:pt>
                <c:pt idx="1697">
                  <c:v>44540</c:v>
                </c:pt>
                <c:pt idx="1698">
                  <c:v>44543</c:v>
                </c:pt>
                <c:pt idx="1699">
                  <c:v>44544</c:v>
                </c:pt>
                <c:pt idx="1700">
                  <c:v>44545</c:v>
                </c:pt>
                <c:pt idx="1701">
                  <c:v>44546</c:v>
                </c:pt>
                <c:pt idx="1702">
                  <c:v>44547</c:v>
                </c:pt>
                <c:pt idx="1703">
                  <c:v>44550</c:v>
                </c:pt>
                <c:pt idx="1704">
                  <c:v>44551</c:v>
                </c:pt>
                <c:pt idx="1705">
                  <c:v>44552</c:v>
                </c:pt>
                <c:pt idx="1706">
                  <c:v>44553</c:v>
                </c:pt>
                <c:pt idx="1707">
                  <c:v>44554</c:v>
                </c:pt>
                <c:pt idx="1708">
                  <c:v>44557</c:v>
                </c:pt>
                <c:pt idx="1709">
                  <c:v>44558</c:v>
                </c:pt>
                <c:pt idx="1710">
                  <c:v>44559</c:v>
                </c:pt>
                <c:pt idx="1711">
                  <c:v>44560</c:v>
                </c:pt>
                <c:pt idx="1712">
                  <c:v>44561</c:v>
                </c:pt>
                <c:pt idx="1713">
                  <c:v>44564</c:v>
                </c:pt>
                <c:pt idx="1714">
                  <c:v>44565</c:v>
                </c:pt>
                <c:pt idx="1715">
                  <c:v>44566</c:v>
                </c:pt>
                <c:pt idx="1716">
                  <c:v>44567</c:v>
                </c:pt>
                <c:pt idx="1717">
                  <c:v>44568</c:v>
                </c:pt>
                <c:pt idx="1718">
                  <c:v>44571</c:v>
                </c:pt>
                <c:pt idx="1719">
                  <c:v>44572</c:v>
                </c:pt>
                <c:pt idx="1720">
                  <c:v>44573</c:v>
                </c:pt>
                <c:pt idx="1721">
                  <c:v>44574</c:v>
                </c:pt>
                <c:pt idx="1722">
                  <c:v>44575</c:v>
                </c:pt>
                <c:pt idx="1723">
                  <c:v>44578</c:v>
                </c:pt>
                <c:pt idx="1724">
                  <c:v>44579</c:v>
                </c:pt>
                <c:pt idx="1725">
                  <c:v>44580</c:v>
                </c:pt>
                <c:pt idx="1726">
                  <c:v>44581</c:v>
                </c:pt>
                <c:pt idx="1727">
                  <c:v>44582</c:v>
                </c:pt>
                <c:pt idx="1728">
                  <c:v>44585</c:v>
                </c:pt>
                <c:pt idx="1729">
                  <c:v>44586</c:v>
                </c:pt>
                <c:pt idx="1730">
                  <c:v>44588</c:v>
                </c:pt>
                <c:pt idx="1731">
                  <c:v>44589</c:v>
                </c:pt>
                <c:pt idx="1732">
                  <c:v>44592</c:v>
                </c:pt>
                <c:pt idx="1733">
                  <c:v>44593</c:v>
                </c:pt>
                <c:pt idx="1734">
                  <c:v>44594</c:v>
                </c:pt>
                <c:pt idx="1735">
                  <c:v>44595</c:v>
                </c:pt>
                <c:pt idx="1736">
                  <c:v>44596</c:v>
                </c:pt>
                <c:pt idx="1737">
                  <c:v>44599</c:v>
                </c:pt>
                <c:pt idx="1738">
                  <c:v>44600</c:v>
                </c:pt>
                <c:pt idx="1739">
                  <c:v>44601</c:v>
                </c:pt>
                <c:pt idx="1740">
                  <c:v>44602</c:v>
                </c:pt>
                <c:pt idx="1741">
                  <c:v>44603</c:v>
                </c:pt>
                <c:pt idx="1742">
                  <c:v>44606</c:v>
                </c:pt>
                <c:pt idx="1743">
                  <c:v>44607</c:v>
                </c:pt>
                <c:pt idx="1744">
                  <c:v>44608</c:v>
                </c:pt>
                <c:pt idx="1745">
                  <c:v>44609</c:v>
                </c:pt>
                <c:pt idx="1746">
                  <c:v>44610</c:v>
                </c:pt>
                <c:pt idx="1747">
                  <c:v>44613</c:v>
                </c:pt>
                <c:pt idx="1748">
                  <c:v>44614</c:v>
                </c:pt>
                <c:pt idx="1749">
                  <c:v>44615</c:v>
                </c:pt>
                <c:pt idx="1750">
                  <c:v>44616</c:v>
                </c:pt>
                <c:pt idx="1751">
                  <c:v>44617</c:v>
                </c:pt>
                <c:pt idx="1752">
                  <c:v>44620</c:v>
                </c:pt>
                <c:pt idx="1753">
                  <c:v>44622</c:v>
                </c:pt>
                <c:pt idx="1754">
                  <c:v>44623</c:v>
                </c:pt>
                <c:pt idx="1755">
                  <c:v>44624</c:v>
                </c:pt>
                <c:pt idx="1756">
                  <c:v>44627</c:v>
                </c:pt>
                <c:pt idx="1757">
                  <c:v>44628</c:v>
                </c:pt>
                <c:pt idx="1758">
                  <c:v>44629</c:v>
                </c:pt>
                <c:pt idx="1759">
                  <c:v>44630</c:v>
                </c:pt>
                <c:pt idx="1760">
                  <c:v>44631</c:v>
                </c:pt>
                <c:pt idx="1761">
                  <c:v>44634</c:v>
                </c:pt>
                <c:pt idx="1762">
                  <c:v>44635</c:v>
                </c:pt>
                <c:pt idx="1763">
                  <c:v>44636</c:v>
                </c:pt>
                <c:pt idx="1764">
                  <c:v>44637</c:v>
                </c:pt>
                <c:pt idx="1765">
                  <c:v>44641</c:v>
                </c:pt>
                <c:pt idx="1766">
                  <c:v>44642</c:v>
                </c:pt>
                <c:pt idx="1767">
                  <c:v>44643</c:v>
                </c:pt>
                <c:pt idx="1768">
                  <c:v>44644</c:v>
                </c:pt>
                <c:pt idx="1769">
                  <c:v>44645</c:v>
                </c:pt>
                <c:pt idx="1770">
                  <c:v>44648</c:v>
                </c:pt>
                <c:pt idx="1771">
                  <c:v>44649</c:v>
                </c:pt>
                <c:pt idx="1772">
                  <c:v>44650</c:v>
                </c:pt>
                <c:pt idx="1773">
                  <c:v>44651</c:v>
                </c:pt>
                <c:pt idx="1774">
                  <c:v>44652</c:v>
                </c:pt>
                <c:pt idx="1775">
                  <c:v>44655</c:v>
                </c:pt>
                <c:pt idx="1776">
                  <c:v>44656</c:v>
                </c:pt>
                <c:pt idx="1777">
                  <c:v>44657</c:v>
                </c:pt>
                <c:pt idx="1778">
                  <c:v>44658</c:v>
                </c:pt>
                <c:pt idx="1779">
                  <c:v>44659</c:v>
                </c:pt>
                <c:pt idx="1780">
                  <c:v>44662</c:v>
                </c:pt>
                <c:pt idx="1781">
                  <c:v>44663</c:v>
                </c:pt>
                <c:pt idx="1782">
                  <c:v>44664</c:v>
                </c:pt>
                <c:pt idx="1783">
                  <c:v>44669</c:v>
                </c:pt>
                <c:pt idx="1784">
                  <c:v>44670</c:v>
                </c:pt>
                <c:pt idx="1785">
                  <c:v>44671</c:v>
                </c:pt>
                <c:pt idx="1786">
                  <c:v>44672</c:v>
                </c:pt>
                <c:pt idx="1787">
                  <c:v>44673</c:v>
                </c:pt>
                <c:pt idx="1788">
                  <c:v>44676</c:v>
                </c:pt>
                <c:pt idx="1789">
                  <c:v>44677</c:v>
                </c:pt>
                <c:pt idx="1790">
                  <c:v>44678</c:v>
                </c:pt>
                <c:pt idx="1791">
                  <c:v>44679</c:v>
                </c:pt>
                <c:pt idx="1792">
                  <c:v>44680</c:v>
                </c:pt>
                <c:pt idx="1793">
                  <c:v>44683</c:v>
                </c:pt>
                <c:pt idx="1794">
                  <c:v>44685</c:v>
                </c:pt>
                <c:pt idx="1795">
                  <c:v>44686</c:v>
                </c:pt>
                <c:pt idx="1796">
                  <c:v>44687</c:v>
                </c:pt>
                <c:pt idx="1797">
                  <c:v>44690</c:v>
                </c:pt>
                <c:pt idx="1798">
                  <c:v>44691</c:v>
                </c:pt>
                <c:pt idx="1799">
                  <c:v>44692</c:v>
                </c:pt>
                <c:pt idx="1800">
                  <c:v>44693</c:v>
                </c:pt>
                <c:pt idx="1801">
                  <c:v>44694</c:v>
                </c:pt>
                <c:pt idx="1802">
                  <c:v>44697</c:v>
                </c:pt>
                <c:pt idx="1803">
                  <c:v>44698</c:v>
                </c:pt>
                <c:pt idx="1804">
                  <c:v>44699</c:v>
                </c:pt>
                <c:pt idx="1805">
                  <c:v>44700</c:v>
                </c:pt>
                <c:pt idx="1806">
                  <c:v>44701</c:v>
                </c:pt>
                <c:pt idx="1807">
                  <c:v>44704</c:v>
                </c:pt>
                <c:pt idx="1808">
                  <c:v>44705</c:v>
                </c:pt>
                <c:pt idx="1809">
                  <c:v>44706</c:v>
                </c:pt>
                <c:pt idx="1810">
                  <c:v>44707</c:v>
                </c:pt>
                <c:pt idx="1811">
                  <c:v>44708</c:v>
                </c:pt>
                <c:pt idx="1812">
                  <c:v>44711</c:v>
                </c:pt>
                <c:pt idx="1813">
                  <c:v>44712</c:v>
                </c:pt>
                <c:pt idx="1814">
                  <c:v>44713</c:v>
                </c:pt>
                <c:pt idx="1815">
                  <c:v>44714</c:v>
                </c:pt>
                <c:pt idx="1816">
                  <c:v>44715</c:v>
                </c:pt>
                <c:pt idx="1817">
                  <c:v>44718</c:v>
                </c:pt>
                <c:pt idx="1818">
                  <c:v>44719</c:v>
                </c:pt>
                <c:pt idx="1819">
                  <c:v>44720</c:v>
                </c:pt>
                <c:pt idx="1820">
                  <c:v>44721</c:v>
                </c:pt>
                <c:pt idx="1821">
                  <c:v>44722</c:v>
                </c:pt>
                <c:pt idx="1822">
                  <c:v>44725</c:v>
                </c:pt>
                <c:pt idx="1823">
                  <c:v>44726</c:v>
                </c:pt>
                <c:pt idx="1824">
                  <c:v>44727</c:v>
                </c:pt>
                <c:pt idx="1825">
                  <c:v>44728</c:v>
                </c:pt>
                <c:pt idx="1826">
                  <c:v>44729</c:v>
                </c:pt>
                <c:pt idx="1827">
                  <c:v>44732</c:v>
                </c:pt>
                <c:pt idx="1828">
                  <c:v>44733</c:v>
                </c:pt>
                <c:pt idx="1829">
                  <c:v>44734</c:v>
                </c:pt>
                <c:pt idx="1830">
                  <c:v>44735</c:v>
                </c:pt>
                <c:pt idx="1831">
                  <c:v>44736</c:v>
                </c:pt>
                <c:pt idx="1832">
                  <c:v>44739</c:v>
                </c:pt>
                <c:pt idx="1833">
                  <c:v>44740</c:v>
                </c:pt>
                <c:pt idx="1834">
                  <c:v>44741</c:v>
                </c:pt>
                <c:pt idx="1835">
                  <c:v>44742</c:v>
                </c:pt>
                <c:pt idx="1836">
                  <c:v>44743</c:v>
                </c:pt>
                <c:pt idx="1837">
                  <c:v>44746</c:v>
                </c:pt>
                <c:pt idx="1838">
                  <c:v>44747</c:v>
                </c:pt>
                <c:pt idx="1839">
                  <c:v>44748</c:v>
                </c:pt>
                <c:pt idx="1840">
                  <c:v>44749</c:v>
                </c:pt>
                <c:pt idx="1841">
                  <c:v>44750</c:v>
                </c:pt>
                <c:pt idx="1842">
                  <c:v>44753</c:v>
                </c:pt>
                <c:pt idx="1843">
                  <c:v>44754</c:v>
                </c:pt>
                <c:pt idx="1844">
                  <c:v>44755</c:v>
                </c:pt>
                <c:pt idx="1845">
                  <c:v>44756</c:v>
                </c:pt>
                <c:pt idx="1846">
                  <c:v>44757</c:v>
                </c:pt>
                <c:pt idx="1847">
                  <c:v>44760</c:v>
                </c:pt>
                <c:pt idx="1848">
                  <c:v>44761</c:v>
                </c:pt>
                <c:pt idx="1849">
                  <c:v>44762</c:v>
                </c:pt>
                <c:pt idx="1850">
                  <c:v>44763</c:v>
                </c:pt>
                <c:pt idx="1851">
                  <c:v>44764</c:v>
                </c:pt>
                <c:pt idx="1852">
                  <c:v>44767</c:v>
                </c:pt>
                <c:pt idx="1853">
                  <c:v>44768</c:v>
                </c:pt>
                <c:pt idx="1854">
                  <c:v>44769</c:v>
                </c:pt>
                <c:pt idx="1855">
                  <c:v>44770</c:v>
                </c:pt>
                <c:pt idx="1856">
                  <c:v>44771</c:v>
                </c:pt>
                <c:pt idx="1857">
                  <c:v>44774</c:v>
                </c:pt>
                <c:pt idx="1858">
                  <c:v>44775</c:v>
                </c:pt>
                <c:pt idx="1859">
                  <c:v>44776</c:v>
                </c:pt>
                <c:pt idx="1860">
                  <c:v>44777</c:v>
                </c:pt>
                <c:pt idx="1861">
                  <c:v>44778</c:v>
                </c:pt>
                <c:pt idx="1862">
                  <c:v>44781</c:v>
                </c:pt>
                <c:pt idx="1863">
                  <c:v>44783</c:v>
                </c:pt>
                <c:pt idx="1864">
                  <c:v>44784</c:v>
                </c:pt>
                <c:pt idx="1865">
                  <c:v>44785</c:v>
                </c:pt>
                <c:pt idx="1866">
                  <c:v>44789</c:v>
                </c:pt>
                <c:pt idx="1867">
                  <c:v>44790</c:v>
                </c:pt>
                <c:pt idx="1868">
                  <c:v>44791</c:v>
                </c:pt>
                <c:pt idx="1869">
                  <c:v>44792</c:v>
                </c:pt>
                <c:pt idx="1870">
                  <c:v>44795</c:v>
                </c:pt>
                <c:pt idx="1871">
                  <c:v>44796</c:v>
                </c:pt>
                <c:pt idx="1872">
                  <c:v>44797</c:v>
                </c:pt>
                <c:pt idx="1873">
                  <c:v>44798</c:v>
                </c:pt>
                <c:pt idx="1874">
                  <c:v>44799</c:v>
                </c:pt>
                <c:pt idx="1875">
                  <c:v>44802</c:v>
                </c:pt>
                <c:pt idx="1876">
                  <c:v>44803</c:v>
                </c:pt>
                <c:pt idx="1877">
                  <c:v>44805</c:v>
                </c:pt>
                <c:pt idx="1878">
                  <c:v>44806</c:v>
                </c:pt>
                <c:pt idx="1879">
                  <c:v>44809</c:v>
                </c:pt>
                <c:pt idx="1880">
                  <c:v>44810</c:v>
                </c:pt>
                <c:pt idx="1881">
                  <c:v>44811</c:v>
                </c:pt>
                <c:pt idx="1882">
                  <c:v>44812</c:v>
                </c:pt>
                <c:pt idx="1883">
                  <c:v>44813</c:v>
                </c:pt>
                <c:pt idx="1884">
                  <c:v>44816</c:v>
                </c:pt>
                <c:pt idx="1885">
                  <c:v>44817</c:v>
                </c:pt>
                <c:pt idx="1886">
                  <c:v>44818</c:v>
                </c:pt>
                <c:pt idx="1887">
                  <c:v>44819</c:v>
                </c:pt>
                <c:pt idx="1888">
                  <c:v>44820</c:v>
                </c:pt>
                <c:pt idx="1889">
                  <c:v>44823</c:v>
                </c:pt>
                <c:pt idx="1890">
                  <c:v>44824</c:v>
                </c:pt>
                <c:pt idx="1891">
                  <c:v>44825</c:v>
                </c:pt>
                <c:pt idx="1892">
                  <c:v>44826</c:v>
                </c:pt>
                <c:pt idx="1893">
                  <c:v>44827</c:v>
                </c:pt>
                <c:pt idx="1894">
                  <c:v>44830</c:v>
                </c:pt>
                <c:pt idx="1895">
                  <c:v>44831</c:v>
                </c:pt>
                <c:pt idx="1896">
                  <c:v>44832</c:v>
                </c:pt>
                <c:pt idx="1897">
                  <c:v>44833</c:v>
                </c:pt>
                <c:pt idx="1898">
                  <c:v>44834</c:v>
                </c:pt>
                <c:pt idx="1899">
                  <c:v>44837</c:v>
                </c:pt>
                <c:pt idx="1900">
                  <c:v>44838</c:v>
                </c:pt>
                <c:pt idx="1901">
                  <c:v>44840</c:v>
                </c:pt>
                <c:pt idx="1902">
                  <c:v>44841</c:v>
                </c:pt>
                <c:pt idx="1903">
                  <c:v>44844</c:v>
                </c:pt>
                <c:pt idx="1904">
                  <c:v>44845</c:v>
                </c:pt>
                <c:pt idx="1905">
                  <c:v>44846</c:v>
                </c:pt>
                <c:pt idx="1906">
                  <c:v>44847</c:v>
                </c:pt>
                <c:pt idx="1907">
                  <c:v>44848</c:v>
                </c:pt>
                <c:pt idx="1908">
                  <c:v>44851</c:v>
                </c:pt>
                <c:pt idx="1909">
                  <c:v>44852</c:v>
                </c:pt>
                <c:pt idx="1910">
                  <c:v>44853</c:v>
                </c:pt>
                <c:pt idx="1911">
                  <c:v>44854</c:v>
                </c:pt>
                <c:pt idx="1912">
                  <c:v>44855</c:v>
                </c:pt>
                <c:pt idx="1913">
                  <c:v>44858</c:v>
                </c:pt>
                <c:pt idx="1914">
                  <c:v>44859</c:v>
                </c:pt>
                <c:pt idx="1915">
                  <c:v>44861</c:v>
                </c:pt>
                <c:pt idx="1916">
                  <c:v>44862</c:v>
                </c:pt>
                <c:pt idx="1917">
                  <c:v>44865</c:v>
                </c:pt>
                <c:pt idx="1918">
                  <c:v>44866</c:v>
                </c:pt>
                <c:pt idx="1919">
                  <c:v>44867</c:v>
                </c:pt>
                <c:pt idx="1920">
                  <c:v>44868</c:v>
                </c:pt>
                <c:pt idx="1921">
                  <c:v>44869</c:v>
                </c:pt>
                <c:pt idx="1922">
                  <c:v>44872</c:v>
                </c:pt>
                <c:pt idx="1923">
                  <c:v>44874</c:v>
                </c:pt>
                <c:pt idx="1924">
                  <c:v>44875</c:v>
                </c:pt>
                <c:pt idx="1925">
                  <c:v>44876</c:v>
                </c:pt>
                <c:pt idx="1926">
                  <c:v>44879</c:v>
                </c:pt>
                <c:pt idx="1927">
                  <c:v>44880</c:v>
                </c:pt>
                <c:pt idx="1928">
                  <c:v>44881</c:v>
                </c:pt>
                <c:pt idx="1929">
                  <c:v>44882</c:v>
                </c:pt>
                <c:pt idx="1930">
                  <c:v>44883</c:v>
                </c:pt>
                <c:pt idx="1931">
                  <c:v>44886</c:v>
                </c:pt>
                <c:pt idx="1932">
                  <c:v>44887</c:v>
                </c:pt>
                <c:pt idx="1933">
                  <c:v>44888</c:v>
                </c:pt>
                <c:pt idx="1934">
                  <c:v>44889</c:v>
                </c:pt>
                <c:pt idx="1935">
                  <c:v>44890</c:v>
                </c:pt>
                <c:pt idx="1936">
                  <c:v>44893</c:v>
                </c:pt>
                <c:pt idx="1937">
                  <c:v>44894</c:v>
                </c:pt>
                <c:pt idx="1938">
                  <c:v>44895</c:v>
                </c:pt>
                <c:pt idx="1939">
                  <c:v>44896</c:v>
                </c:pt>
                <c:pt idx="1940">
                  <c:v>44897</c:v>
                </c:pt>
                <c:pt idx="1941">
                  <c:v>44900</c:v>
                </c:pt>
                <c:pt idx="1942">
                  <c:v>44901</c:v>
                </c:pt>
                <c:pt idx="1943">
                  <c:v>44902</c:v>
                </c:pt>
                <c:pt idx="1944">
                  <c:v>44903</c:v>
                </c:pt>
                <c:pt idx="1945">
                  <c:v>44904</c:v>
                </c:pt>
                <c:pt idx="1946">
                  <c:v>44907</c:v>
                </c:pt>
                <c:pt idx="1947">
                  <c:v>44908</c:v>
                </c:pt>
                <c:pt idx="1948">
                  <c:v>44909</c:v>
                </c:pt>
                <c:pt idx="1949">
                  <c:v>44910</c:v>
                </c:pt>
                <c:pt idx="1950">
                  <c:v>44911</c:v>
                </c:pt>
                <c:pt idx="1951">
                  <c:v>44914</c:v>
                </c:pt>
                <c:pt idx="1952">
                  <c:v>44915</c:v>
                </c:pt>
                <c:pt idx="1953">
                  <c:v>44916</c:v>
                </c:pt>
                <c:pt idx="1954">
                  <c:v>44917</c:v>
                </c:pt>
                <c:pt idx="1955">
                  <c:v>44918</c:v>
                </c:pt>
                <c:pt idx="1956">
                  <c:v>44921</c:v>
                </c:pt>
                <c:pt idx="1957">
                  <c:v>44922</c:v>
                </c:pt>
                <c:pt idx="1958">
                  <c:v>44923</c:v>
                </c:pt>
                <c:pt idx="1959">
                  <c:v>44924</c:v>
                </c:pt>
                <c:pt idx="1960">
                  <c:v>44925</c:v>
                </c:pt>
                <c:pt idx="1961">
                  <c:v>44928</c:v>
                </c:pt>
                <c:pt idx="1962">
                  <c:v>44929</c:v>
                </c:pt>
                <c:pt idx="1963">
                  <c:v>44930</c:v>
                </c:pt>
                <c:pt idx="1964">
                  <c:v>44931</c:v>
                </c:pt>
                <c:pt idx="1965">
                  <c:v>44932</c:v>
                </c:pt>
                <c:pt idx="1966">
                  <c:v>44935</c:v>
                </c:pt>
                <c:pt idx="1967">
                  <c:v>44936</c:v>
                </c:pt>
                <c:pt idx="1968">
                  <c:v>44937</c:v>
                </c:pt>
                <c:pt idx="1969">
                  <c:v>44938</c:v>
                </c:pt>
                <c:pt idx="1970">
                  <c:v>44939</c:v>
                </c:pt>
                <c:pt idx="1971">
                  <c:v>44942</c:v>
                </c:pt>
                <c:pt idx="1972">
                  <c:v>44943</c:v>
                </c:pt>
                <c:pt idx="1973">
                  <c:v>44944</c:v>
                </c:pt>
                <c:pt idx="1974">
                  <c:v>44945</c:v>
                </c:pt>
                <c:pt idx="1975">
                  <c:v>44946</c:v>
                </c:pt>
                <c:pt idx="1976">
                  <c:v>44949</c:v>
                </c:pt>
                <c:pt idx="1977">
                  <c:v>44950</c:v>
                </c:pt>
                <c:pt idx="1978">
                  <c:v>44951</c:v>
                </c:pt>
                <c:pt idx="1979">
                  <c:v>44953</c:v>
                </c:pt>
                <c:pt idx="1980">
                  <c:v>44956</c:v>
                </c:pt>
                <c:pt idx="1981">
                  <c:v>44957</c:v>
                </c:pt>
                <c:pt idx="1982">
                  <c:v>44958</c:v>
                </c:pt>
                <c:pt idx="1983">
                  <c:v>44959</c:v>
                </c:pt>
                <c:pt idx="1984">
                  <c:v>44960</c:v>
                </c:pt>
                <c:pt idx="1985">
                  <c:v>44963</c:v>
                </c:pt>
                <c:pt idx="1986">
                  <c:v>44964</c:v>
                </c:pt>
                <c:pt idx="1987">
                  <c:v>44965</c:v>
                </c:pt>
                <c:pt idx="1988">
                  <c:v>44966</c:v>
                </c:pt>
                <c:pt idx="1989">
                  <c:v>44967</c:v>
                </c:pt>
                <c:pt idx="1990">
                  <c:v>44970</c:v>
                </c:pt>
                <c:pt idx="1991">
                  <c:v>44971</c:v>
                </c:pt>
                <c:pt idx="1992">
                  <c:v>44972</c:v>
                </c:pt>
                <c:pt idx="1993">
                  <c:v>44973</c:v>
                </c:pt>
                <c:pt idx="1994">
                  <c:v>44974</c:v>
                </c:pt>
                <c:pt idx="1995">
                  <c:v>44977</c:v>
                </c:pt>
                <c:pt idx="1996">
                  <c:v>44978</c:v>
                </c:pt>
                <c:pt idx="1997">
                  <c:v>44979</c:v>
                </c:pt>
                <c:pt idx="1998">
                  <c:v>44980</c:v>
                </c:pt>
                <c:pt idx="1999">
                  <c:v>44981</c:v>
                </c:pt>
                <c:pt idx="2000">
                  <c:v>44984</c:v>
                </c:pt>
                <c:pt idx="2001">
                  <c:v>44985</c:v>
                </c:pt>
                <c:pt idx="2002">
                  <c:v>44986</c:v>
                </c:pt>
                <c:pt idx="2003">
                  <c:v>44987</c:v>
                </c:pt>
                <c:pt idx="2004">
                  <c:v>44988</c:v>
                </c:pt>
                <c:pt idx="2005">
                  <c:v>44991</c:v>
                </c:pt>
                <c:pt idx="2006">
                  <c:v>44993</c:v>
                </c:pt>
                <c:pt idx="2007">
                  <c:v>44994</c:v>
                </c:pt>
                <c:pt idx="2008">
                  <c:v>44995</c:v>
                </c:pt>
                <c:pt idx="2009">
                  <c:v>44998</c:v>
                </c:pt>
                <c:pt idx="2010">
                  <c:v>44999</c:v>
                </c:pt>
                <c:pt idx="2011">
                  <c:v>45000</c:v>
                </c:pt>
                <c:pt idx="2012">
                  <c:v>45001</c:v>
                </c:pt>
                <c:pt idx="2013">
                  <c:v>45002</c:v>
                </c:pt>
                <c:pt idx="2014">
                  <c:v>45005</c:v>
                </c:pt>
                <c:pt idx="2015">
                  <c:v>45006</c:v>
                </c:pt>
                <c:pt idx="2016">
                  <c:v>45007</c:v>
                </c:pt>
                <c:pt idx="2017">
                  <c:v>45008</c:v>
                </c:pt>
                <c:pt idx="2018">
                  <c:v>45009</c:v>
                </c:pt>
                <c:pt idx="2019">
                  <c:v>45012</c:v>
                </c:pt>
                <c:pt idx="2020">
                  <c:v>45013</c:v>
                </c:pt>
                <c:pt idx="2021">
                  <c:v>45014</c:v>
                </c:pt>
                <c:pt idx="2022">
                  <c:v>45016</c:v>
                </c:pt>
                <c:pt idx="2023">
                  <c:v>45019</c:v>
                </c:pt>
                <c:pt idx="2024">
                  <c:v>45021</c:v>
                </c:pt>
                <c:pt idx="2025">
                  <c:v>45022</c:v>
                </c:pt>
                <c:pt idx="2026">
                  <c:v>45026</c:v>
                </c:pt>
                <c:pt idx="2027">
                  <c:v>45027</c:v>
                </c:pt>
                <c:pt idx="2028">
                  <c:v>45028</c:v>
                </c:pt>
                <c:pt idx="2029">
                  <c:v>45029</c:v>
                </c:pt>
                <c:pt idx="2030">
                  <c:v>45033</c:v>
                </c:pt>
                <c:pt idx="2031">
                  <c:v>45034</c:v>
                </c:pt>
                <c:pt idx="2032">
                  <c:v>45035</c:v>
                </c:pt>
                <c:pt idx="2033">
                  <c:v>45036</c:v>
                </c:pt>
                <c:pt idx="2034">
                  <c:v>45037</c:v>
                </c:pt>
                <c:pt idx="2035">
                  <c:v>45040</c:v>
                </c:pt>
                <c:pt idx="2036">
                  <c:v>45041</c:v>
                </c:pt>
                <c:pt idx="2037">
                  <c:v>45042</c:v>
                </c:pt>
                <c:pt idx="2038">
                  <c:v>45043</c:v>
                </c:pt>
                <c:pt idx="2039">
                  <c:v>45044</c:v>
                </c:pt>
                <c:pt idx="2040">
                  <c:v>45048</c:v>
                </c:pt>
                <c:pt idx="2041">
                  <c:v>45049</c:v>
                </c:pt>
                <c:pt idx="2042">
                  <c:v>45050</c:v>
                </c:pt>
                <c:pt idx="2043">
                  <c:v>45051</c:v>
                </c:pt>
                <c:pt idx="2044">
                  <c:v>45054</c:v>
                </c:pt>
                <c:pt idx="2045">
                  <c:v>45055</c:v>
                </c:pt>
                <c:pt idx="2046">
                  <c:v>45056</c:v>
                </c:pt>
                <c:pt idx="2047">
                  <c:v>45057</c:v>
                </c:pt>
                <c:pt idx="2048">
                  <c:v>45058</c:v>
                </c:pt>
                <c:pt idx="2049">
                  <c:v>45061</c:v>
                </c:pt>
                <c:pt idx="2050">
                  <c:v>45062</c:v>
                </c:pt>
                <c:pt idx="2051">
                  <c:v>45063</c:v>
                </c:pt>
                <c:pt idx="2052">
                  <c:v>45064</c:v>
                </c:pt>
                <c:pt idx="2053">
                  <c:v>45065</c:v>
                </c:pt>
                <c:pt idx="2054">
                  <c:v>45068</c:v>
                </c:pt>
                <c:pt idx="2055">
                  <c:v>45069</c:v>
                </c:pt>
                <c:pt idx="2056">
                  <c:v>45070</c:v>
                </c:pt>
                <c:pt idx="2057">
                  <c:v>45071</c:v>
                </c:pt>
                <c:pt idx="2058">
                  <c:v>45072</c:v>
                </c:pt>
                <c:pt idx="2059">
                  <c:v>45075</c:v>
                </c:pt>
                <c:pt idx="2060">
                  <c:v>45076</c:v>
                </c:pt>
                <c:pt idx="2061">
                  <c:v>45077</c:v>
                </c:pt>
                <c:pt idx="2062">
                  <c:v>45078</c:v>
                </c:pt>
                <c:pt idx="2063">
                  <c:v>45079</c:v>
                </c:pt>
                <c:pt idx="2064">
                  <c:v>45082</c:v>
                </c:pt>
                <c:pt idx="2065">
                  <c:v>45083</c:v>
                </c:pt>
                <c:pt idx="2066">
                  <c:v>45084</c:v>
                </c:pt>
                <c:pt idx="2067">
                  <c:v>45085</c:v>
                </c:pt>
                <c:pt idx="2068">
                  <c:v>45086</c:v>
                </c:pt>
                <c:pt idx="2069">
                  <c:v>45089</c:v>
                </c:pt>
                <c:pt idx="2070">
                  <c:v>45090</c:v>
                </c:pt>
                <c:pt idx="2071">
                  <c:v>45091</c:v>
                </c:pt>
                <c:pt idx="2072">
                  <c:v>45092</c:v>
                </c:pt>
                <c:pt idx="2073">
                  <c:v>45093</c:v>
                </c:pt>
                <c:pt idx="2074">
                  <c:v>45096</c:v>
                </c:pt>
                <c:pt idx="2075">
                  <c:v>45097</c:v>
                </c:pt>
                <c:pt idx="2076">
                  <c:v>45098</c:v>
                </c:pt>
                <c:pt idx="2077">
                  <c:v>45099</c:v>
                </c:pt>
                <c:pt idx="2078">
                  <c:v>45100</c:v>
                </c:pt>
                <c:pt idx="2079">
                  <c:v>45103</c:v>
                </c:pt>
                <c:pt idx="2080">
                  <c:v>45104</c:v>
                </c:pt>
                <c:pt idx="2081">
                  <c:v>45105</c:v>
                </c:pt>
                <c:pt idx="2082">
                  <c:v>45107</c:v>
                </c:pt>
                <c:pt idx="2083">
                  <c:v>45110</c:v>
                </c:pt>
                <c:pt idx="2084">
                  <c:v>45111</c:v>
                </c:pt>
                <c:pt idx="2085">
                  <c:v>45112</c:v>
                </c:pt>
                <c:pt idx="2086">
                  <c:v>45113</c:v>
                </c:pt>
                <c:pt idx="2087">
                  <c:v>45114</c:v>
                </c:pt>
                <c:pt idx="2088">
                  <c:v>45117</c:v>
                </c:pt>
                <c:pt idx="2089">
                  <c:v>45118</c:v>
                </c:pt>
                <c:pt idx="2090">
                  <c:v>45119</c:v>
                </c:pt>
                <c:pt idx="2091">
                  <c:v>45120</c:v>
                </c:pt>
                <c:pt idx="2092">
                  <c:v>45121</c:v>
                </c:pt>
                <c:pt idx="2093">
                  <c:v>45124</c:v>
                </c:pt>
                <c:pt idx="2094">
                  <c:v>45125</c:v>
                </c:pt>
                <c:pt idx="2095">
                  <c:v>45126</c:v>
                </c:pt>
                <c:pt idx="2096">
                  <c:v>45127</c:v>
                </c:pt>
                <c:pt idx="2097">
                  <c:v>45128</c:v>
                </c:pt>
                <c:pt idx="2098">
                  <c:v>45131</c:v>
                </c:pt>
                <c:pt idx="2099">
                  <c:v>45132</c:v>
                </c:pt>
                <c:pt idx="2100">
                  <c:v>45133</c:v>
                </c:pt>
                <c:pt idx="2101">
                  <c:v>45134</c:v>
                </c:pt>
                <c:pt idx="2102">
                  <c:v>45135</c:v>
                </c:pt>
                <c:pt idx="2103">
                  <c:v>45138</c:v>
                </c:pt>
                <c:pt idx="2104">
                  <c:v>45139</c:v>
                </c:pt>
                <c:pt idx="2105">
                  <c:v>45140</c:v>
                </c:pt>
                <c:pt idx="2106">
                  <c:v>45141</c:v>
                </c:pt>
                <c:pt idx="2107">
                  <c:v>45142</c:v>
                </c:pt>
                <c:pt idx="2108">
                  <c:v>45145</c:v>
                </c:pt>
                <c:pt idx="2109">
                  <c:v>45146</c:v>
                </c:pt>
                <c:pt idx="2110">
                  <c:v>45147</c:v>
                </c:pt>
                <c:pt idx="2111">
                  <c:v>45148</c:v>
                </c:pt>
                <c:pt idx="2112">
                  <c:v>45149</c:v>
                </c:pt>
                <c:pt idx="2113">
                  <c:v>45152</c:v>
                </c:pt>
                <c:pt idx="2114">
                  <c:v>45154</c:v>
                </c:pt>
                <c:pt idx="2115">
                  <c:v>45155</c:v>
                </c:pt>
                <c:pt idx="2116">
                  <c:v>45156</c:v>
                </c:pt>
                <c:pt idx="2117">
                  <c:v>45159</c:v>
                </c:pt>
                <c:pt idx="2118">
                  <c:v>45160</c:v>
                </c:pt>
                <c:pt idx="2119">
                  <c:v>45161</c:v>
                </c:pt>
                <c:pt idx="2120">
                  <c:v>45162</c:v>
                </c:pt>
                <c:pt idx="2121">
                  <c:v>45163</c:v>
                </c:pt>
                <c:pt idx="2122">
                  <c:v>45166</c:v>
                </c:pt>
                <c:pt idx="2123">
                  <c:v>45167</c:v>
                </c:pt>
                <c:pt idx="2124">
                  <c:v>45168</c:v>
                </c:pt>
                <c:pt idx="2125">
                  <c:v>45169</c:v>
                </c:pt>
                <c:pt idx="2126">
                  <c:v>45170</c:v>
                </c:pt>
                <c:pt idx="2127">
                  <c:v>45173</c:v>
                </c:pt>
                <c:pt idx="2128">
                  <c:v>45174</c:v>
                </c:pt>
                <c:pt idx="2129">
                  <c:v>45175</c:v>
                </c:pt>
                <c:pt idx="2130">
                  <c:v>45176</c:v>
                </c:pt>
                <c:pt idx="2131">
                  <c:v>45177</c:v>
                </c:pt>
                <c:pt idx="2132">
                  <c:v>45180</c:v>
                </c:pt>
                <c:pt idx="2133">
                  <c:v>45181</c:v>
                </c:pt>
                <c:pt idx="2134">
                  <c:v>45182</c:v>
                </c:pt>
                <c:pt idx="2135">
                  <c:v>45183</c:v>
                </c:pt>
                <c:pt idx="2136">
                  <c:v>45184</c:v>
                </c:pt>
                <c:pt idx="2137">
                  <c:v>45187</c:v>
                </c:pt>
                <c:pt idx="2138">
                  <c:v>45189</c:v>
                </c:pt>
                <c:pt idx="2139">
                  <c:v>45190</c:v>
                </c:pt>
                <c:pt idx="2140">
                  <c:v>45191</c:v>
                </c:pt>
                <c:pt idx="2141">
                  <c:v>45194</c:v>
                </c:pt>
                <c:pt idx="2142">
                  <c:v>45195</c:v>
                </c:pt>
                <c:pt idx="2143">
                  <c:v>45196</c:v>
                </c:pt>
                <c:pt idx="2144">
                  <c:v>45197</c:v>
                </c:pt>
                <c:pt idx="2145">
                  <c:v>45198</c:v>
                </c:pt>
                <c:pt idx="2146">
                  <c:v>45202</c:v>
                </c:pt>
                <c:pt idx="2147">
                  <c:v>45203</c:v>
                </c:pt>
                <c:pt idx="2148">
                  <c:v>45204</c:v>
                </c:pt>
                <c:pt idx="2149">
                  <c:v>45205</c:v>
                </c:pt>
                <c:pt idx="2150">
                  <c:v>45208</c:v>
                </c:pt>
                <c:pt idx="2151">
                  <c:v>45209</c:v>
                </c:pt>
                <c:pt idx="2152">
                  <c:v>45210</c:v>
                </c:pt>
                <c:pt idx="2153">
                  <c:v>45211</c:v>
                </c:pt>
                <c:pt idx="2154">
                  <c:v>45212</c:v>
                </c:pt>
                <c:pt idx="2155">
                  <c:v>45215</c:v>
                </c:pt>
                <c:pt idx="2156">
                  <c:v>45216</c:v>
                </c:pt>
                <c:pt idx="2157">
                  <c:v>45217</c:v>
                </c:pt>
                <c:pt idx="2158">
                  <c:v>45218</c:v>
                </c:pt>
                <c:pt idx="2159">
                  <c:v>45219</c:v>
                </c:pt>
                <c:pt idx="2160">
                  <c:v>45222</c:v>
                </c:pt>
                <c:pt idx="2161">
                  <c:v>45224</c:v>
                </c:pt>
                <c:pt idx="2162">
                  <c:v>45225</c:v>
                </c:pt>
                <c:pt idx="2163">
                  <c:v>45226</c:v>
                </c:pt>
                <c:pt idx="2164">
                  <c:v>45229</c:v>
                </c:pt>
                <c:pt idx="2165">
                  <c:v>45230</c:v>
                </c:pt>
                <c:pt idx="2166">
                  <c:v>45231</c:v>
                </c:pt>
                <c:pt idx="2167">
                  <c:v>45232</c:v>
                </c:pt>
                <c:pt idx="2168">
                  <c:v>45233</c:v>
                </c:pt>
                <c:pt idx="2169">
                  <c:v>45236</c:v>
                </c:pt>
                <c:pt idx="2170">
                  <c:v>45237</c:v>
                </c:pt>
                <c:pt idx="2171">
                  <c:v>45238</c:v>
                </c:pt>
                <c:pt idx="2172">
                  <c:v>45239</c:v>
                </c:pt>
                <c:pt idx="2173">
                  <c:v>45240</c:v>
                </c:pt>
                <c:pt idx="2174">
                  <c:v>45242</c:v>
                </c:pt>
                <c:pt idx="2175">
                  <c:v>45243</c:v>
                </c:pt>
                <c:pt idx="2176">
                  <c:v>45245</c:v>
                </c:pt>
                <c:pt idx="2177">
                  <c:v>45246</c:v>
                </c:pt>
                <c:pt idx="2178">
                  <c:v>45247</c:v>
                </c:pt>
                <c:pt idx="2179">
                  <c:v>45250</c:v>
                </c:pt>
                <c:pt idx="2180">
                  <c:v>45251</c:v>
                </c:pt>
                <c:pt idx="2181">
                  <c:v>45252</c:v>
                </c:pt>
                <c:pt idx="2182">
                  <c:v>45253</c:v>
                </c:pt>
                <c:pt idx="2183">
                  <c:v>45254</c:v>
                </c:pt>
                <c:pt idx="2184">
                  <c:v>45258</c:v>
                </c:pt>
                <c:pt idx="2185">
                  <c:v>45259</c:v>
                </c:pt>
                <c:pt idx="2186">
                  <c:v>45260</c:v>
                </c:pt>
                <c:pt idx="2187">
                  <c:v>45261</c:v>
                </c:pt>
                <c:pt idx="2188">
                  <c:v>45264</c:v>
                </c:pt>
                <c:pt idx="2189">
                  <c:v>45265</c:v>
                </c:pt>
                <c:pt idx="2190">
                  <c:v>45266</c:v>
                </c:pt>
                <c:pt idx="2191">
                  <c:v>45267</c:v>
                </c:pt>
                <c:pt idx="2192">
                  <c:v>45268</c:v>
                </c:pt>
                <c:pt idx="2193">
                  <c:v>45271</c:v>
                </c:pt>
                <c:pt idx="2194">
                  <c:v>45272</c:v>
                </c:pt>
                <c:pt idx="2195">
                  <c:v>45273</c:v>
                </c:pt>
                <c:pt idx="2196">
                  <c:v>45274</c:v>
                </c:pt>
                <c:pt idx="2197">
                  <c:v>45275</c:v>
                </c:pt>
                <c:pt idx="2198">
                  <c:v>45278</c:v>
                </c:pt>
                <c:pt idx="2199">
                  <c:v>45279</c:v>
                </c:pt>
                <c:pt idx="2200">
                  <c:v>45280</c:v>
                </c:pt>
                <c:pt idx="2201">
                  <c:v>45281</c:v>
                </c:pt>
                <c:pt idx="2202">
                  <c:v>45282</c:v>
                </c:pt>
                <c:pt idx="2203">
                  <c:v>45286</c:v>
                </c:pt>
                <c:pt idx="2204">
                  <c:v>45287</c:v>
                </c:pt>
                <c:pt idx="2205">
                  <c:v>45288</c:v>
                </c:pt>
                <c:pt idx="2206">
                  <c:v>45289</c:v>
                </c:pt>
                <c:pt idx="2207">
                  <c:v>45292</c:v>
                </c:pt>
                <c:pt idx="2208">
                  <c:v>45293</c:v>
                </c:pt>
                <c:pt idx="2209">
                  <c:v>45294</c:v>
                </c:pt>
                <c:pt idx="2210">
                  <c:v>45295</c:v>
                </c:pt>
                <c:pt idx="2211">
                  <c:v>45296</c:v>
                </c:pt>
                <c:pt idx="2212">
                  <c:v>45299</c:v>
                </c:pt>
                <c:pt idx="2213">
                  <c:v>45300</c:v>
                </c:pt>
                <c:pt idx="2214">
                  <c:v>45301</c:v>
                </c:pt>
                <c:pt idx="2215">
                  <c:v>45302</c:v>
                </c:pt>
                <c:pt idx="2216">
                  <c:v>45303</c:v>
                </c:pt>
                <c:pt idx="2217">
                  <c:v>45306</c:v>
                </c:pt>
                <c:pt idx="2218">
                  <c:v>45307</c:v>
                </c:pt>
                <c:pt idx="2219">
                  <c:v>45308</c:v>
                </c:pt>
                <c:pt idx="2220">
                  <c:v>45309</c:v>
                </c:pt>
                <c:pt idx="2221">
                  <c:v>45310</c:v>
                </c:pt>
                <c:pt idx="2222">
                  <c:v>45311</c:v>
                </c:pt>
                <c:pt idx="2223">
                  <c:v>45314</c:v>
                </c:pt>
                <c:pt idx="2224">
                  <c:v>45315</c:v>
                </c:pt>
                <c:pt idx="2225">
                  <c:v>45316</c:v>
                </c:pt>
                <c:pt idx="2226">
                  <c:v>45320</c:v>
                </c:pt>
                <c:pt idx="2227">
                  <c:v>45321</c:v>
                </c:pt>
                <c:pt idx="2228">
                  <c:v>45322</c:v>
                </c:pt>
                <c:pt idx="2229">
                  <c:v>45323</c:v>
                </c:pt>
                <c:pt idx="2230">
                  <c:v>45324</c:v>
                </c:pt>
                <c:pt idx="2231">
                  <c:v>45327</c:v>
                </c:pt>
                <c:pt idx="2232">
                  <c:v>45328</c:v>
                </c:pt>
                <c:pt idx="2233">
                  <c:v>45329</c:v>
                </c:pt>
                <c:pt idx="2234">
                  <c:v>45330</c:v>
                </c:pt>
                <c:pt idx="2235">
                  <c:v>45331</c:v>
                </c:pt>
                <c:pt idx="2236">
                  <c:v>45334</c:v>
                </c:pt>
                <c:pt idx="2237">
                  <c:v>45335</c:v>
                </c:pt>
                <c:pt idx="2238">
                  <c:v>45336</c:v>
                </c:pt>
                <c:pt idx="2239">
                  <c:v>45337</c:v>
                </c:pt>
                <c:pt idx="2240">
                  <c:v>45338</c:v>
                </c:pt>
                <c:pt idx="2241">
                  <c:v>45341</c:v>
                </c:pt>
                <c:pt idx="2242">
                  <c:v>45342</c:v>
                </c:pt>
                <c:pt idx="2243">
                  <c:v>45343</c:v>
                </c:pt>
                <c:pt idx="2244">
                  <c:v>45344</c:v>
                </c:pt>
                <c:pt idx="2245">
                  <c:v>45345</c:v>
                </c:pt>
                <c:pt idx="2246">
                  <c:v>45348</c:v>
                </c:pt>
                <c:pt idx="2247">
                  <c:v>45349</c:v>
                </c:pt>
                <c:pt idx="2248">
                  <c:v>45350</c:v>
                </c:pt>
                <c:pt idx="2249">
                  <c:v>45351</c:v>
                </c:pt>
                <c:pt idx="2250">
                  <c:v>45352</c:v>
                </c:pt>
                <c:pt idx="2251">
                  <c:v>45353</c:v>
                </c:pt>
                <c:pt idx="2252">
                  <c:v>45355</c:v>
                </c:pt>
                <c:pt idx="2253">
                  <c:v>45356</c:v>
                </c:pt>
                <c:pt idx="2254">
                  <c:v>45357</c:v>
                </c:pt>
                <c:pt idx="2255">
                  <c:v>45358</c:v>
                </c:pt>
                <c:pt idx="2256">
                  <c:v>45362</c:v>
                </c:pt>
                <c:pt idx="2257">
                  <c:v>45363</c:v>
                </c:pt>
                <c:pt idx="2258">
                  <c:v>45364</c:v>
                </c:pt>
                <c:pt idx="2259">
                  <c:v>45365</c:v>
                </c:pt>
                <c:pt idx="2260">
                  <c:v>45366</c:v>
                </c:pt>
                <c:pt idx="2261">
                  <c:v>45369</c:v>
                </c:pt>
                <c:pt idx="2262">
                  <c:v>45370</c:v>
                </c:pt>
                <c:pt idx="2263">
                  <c:v>45371</c:v>
                </c:pt>
                <c:pt idx="2264">
                  <c:v>45372</c:v>
                </c:pt>
                <c:pt idx="2265">
                  <c:v>45373</c:v>
                </c:pt>
                <c:pt idx="2266">
                  <c:v>45377</c:v>
                </c:pt>
                <c:pt idx="2267">
                  <c:v>45378</c:v>
                </c:pt>
                <c:pt idx="2268">
                  <c:v>45379</c:v>
                </c:pt>
                <c:pt idx="2269">
                  <c:v>45383</c:v>
                </c:pt>
                <c:pt idx="2270">
                  <c:v>45384</c:v>
                </c:pt>
                <c:pt idx="2271">
                  <c:v>45385</c:v>
                </c:pt>
                <c:pt idx="2272">
                  <c:v>45386</c:v>
                </c:pt>
                <c:pt idx="2273">
                  <c:v>45387</c:v>
                </c:pt>
                <c:pt idx="2274">
                  <c:v>45390</c:v>
                </c:pt>
                <c:pt idx="2275">
                  <c:v>45391</c:v>
                </c:pt>
                <c:pt idx="2276">
                  <c:v>45392</c:v>
                </c:pt>
                <c:pt idx="2277">
                  <c:v>45394</c:v>
                </c:pt>
                <c:pt idx="2278">
                  <c:v>45397</c:v>
                </c:pt>
                <c:pt idx="2279">
                  <c:v>45398</c:v>
                </c:pt>
                <c:pt idx="2280">
                  <c:v>45400</c:v>
                </c:pt>
                <c:pt idx="2281">
                  <c:v>45401</c:v>
                </c:pt>
                <c:pt idx="2282">
                  <c:v>45404</c:v>
                </c:pt>
                <c:pt idx="2283">
                  <c:v>45405</c:v>
                </c:pt>
                <c:pt idx="2284">
                  <c:v>45406</c:v>
                </c:pt>
                <c:pt idx="2285">
                  <c:v>45407</c:v>
                </c:pt>
                <c:pt idx="2286">
                  <c:v>45408</c:v>
                </c:pt>
                <c:pt idx="2287">
                  <c:v>45411</c:v>
                </c:pt>
                <c:pt idx="2288">
                  <c:v>45412</c:v>
                </c:pt>
                <c:pt idx="2289">
                  <c:v>45414</c:v>
                </c:pt>
                <c:pt idx="2290">
                  <c:v>45415</c:v>
                </c:pt>
                <c:pt idx="2291">
                  <c:v>45418</c:v>
                </c:pt>
                <c:pt idx="2292">
                  <c:v>45419</c:v>
                </c:pt>
                <c:pt idx="2293">
                  <c:v>45420</c:v>
                </c:pt>
                <c:pt idx="2294">
                  <c:v>45421</c:v>
                </c:pt>
                <c:pt idx="2295">
                  <c:v>45422</c:v>
                </c:pt>
                <c:pt idx="2296">
                  <c:v>45425</c:v>
                </c:pt>
                <c:pt idx="2297">
                  <c:v>45426</c:v>
                </c:pt>
                <c:pt idx="2298">
                  <c:v>45427</c:v>
                </c:pt>
                <c:pt idx="2299">
                  <c:v>45428</c:v>
                </c:pt>
                <c:pt idx="2300">
                  <c:v>45429</c:v>
                </c:pt>
                <c:pt idx="2301">
                  <c:v>45430</c:v>
                </c:pt>
                <c:pt idx="2302">
                  <c:v>45433</c:v>
                </c:pt>
                <c:pt idx="2303">
                  <c:v>45434</c:v>
                </c:pt>
                <c:pt idx="2304">
                  <c:v>45435</c:v>
                </c:pt>
                <c:pt idx="2305">
                  <c:v>45436</c:v>
                </c:pt>
                <c:pt idx="2306">
                  <c:v>45439</c:v>
                </c:pt>
                <c:pt idx="2307">
                  <c:v>45440</c:v>
                </c:pt>
                <c:pt idx="2308">
                  <c:v>45441</c:v>
                </c:pt>
                <c:pt idx="2309">
                  <c:v>45442</c:v>
                </c:pt>
                <c:pt idx="2310">
                  <c:v>45443</c:v>
                </c:pt>
                <c:pt idx="2311">
                  <c:v>45446</c:v>
                </c:pt>
                <c:pt idx="2312">
                  <c:v>45447</c:v>
                </c:pt>
                <c:pt idx="2313">
                  <c:v>45448</c:v>
                </c:pt>
                <c:pt idx="2314">
                  <c:v>45449</c:v>
                </c:pt>
                <c:pt idx="2315">
                  <c:v>45450</c:v>
                </c:pt>
                <c:pt idx="2316">
                  <c:v>45453</c:v>
                </c:pt>
                <c:pt idx="2317">
                  <c:v>45454</c:v>
                </c:pt>
                <c:pt idx="2318">
                  <c:v>45455</c:v>
                </c:pt>
                <c:pt idx="2319">
                  <c:v>45456</c:v>
                </c:pt>
                <c:pt idx="2320">
                  <c:v>45457</c:v>
                </c:pt>
                <c:pt idx="2321">
                  <c:v>45461</c:v>
                </c:pt>
                <c:pt idx="2322">
                  <c:v>45462</c:v>
                </c:pt>
                <c:pt idx="2323">
                  <c:v>45463</c:v>
                </c:pt>
                <c:pt idx="2324">
                  <c:v>45464</c:v>
                </c:pt>
                <c:pt idx="2325">
                  <c:v>45467</c:v>
                </c:pt>
                <c:pt idx="2326">
                  <c:v>45468</c:v>
                </c:pt>
                <c:pt idx="2327">
                  <c:v>45469</c:v>
                </c:pt>
                <c:pt idx="2328">
                  <c:v>45470</c:v>
                </c:pt>
                <c:pt idx="2329">
                  <c:v>45471</c:v>
                </c:pt>
                <c:pt idx="2330">
                  <c:v>45474</c:v>
                </c:pt>
                <c:pt idx="2331">
                  <c:v>45475</c:v>
                </c:pt>
                <c:pt idx="2332">
                  <c:v>45476</c:v>
                </c:pt>
                <c:pt idx="2333">
                  <c:v>45477</c:v>
                </c:pt>
                <c:pt idx="2334">
                  <c:v>45478</c:v>
                </c:pt>
                <c:pt idx="2335">
                  <c:v>45481</c:v>
                </c:pt>
                <c:pt idx="2336">
                  <c:v>45482</c:v>
                </c:pt>
                <c:pt idx="2337">
                  <c:v>45483</c:v>
                </c:pt>
                <c:pt idx="2338">
                  <c:v>45484</c:v>
                </c:pt>
                <c:pt idx="2339">
                  <c:v>45485</c:v>
                </c:pt>
                <c:pt idx="2340">
                  <c:v>45488</c:v>
                </c:pt>
                <c:pt idx="2341">
                  <c:v>45489</c:v>
                </c:pt>
                <c:pt idx="2342">
                  <c:v>45491</c:v>
                </c:pt>
                <c:pt idx="2343">
                  <c:v>45492</c:v>
                </c:pt>
                <c:pt idx="2344">
                  <c:v>45495</c:v>
                </c:pt>
                <c:pt idx="2345">
                  <c:v>45496</c:v>
                </c:pt>
                <c:pt idx="2346">
                  <c:v>45497</c:v>
                </c:pt>
                <c:pt idx="2347">
                  <c:v>45498</c:v>
                </c:pt>
                <c:pt idx="2348">
                  <c:v>45499</c:v>
                </c:pt>
                <c:pt idx="2349">
                  <c:v>45502</c:v>
                </c:pt>
                <c:pt idx="2350">
                  <c:v>45503</c:v>
                </c:pt>
                <c:pt idx="2351">
                  <c:v>45504</c:v>
                </c:pt>
                <c:pt idx="2352">
                  <c:v>45505</c:v>
                </c:pt>
                <c:pt idx="2353">
                  <c:v>45506</c:v>
                </c:pt>
                <c:pt idx="2354">
                  <c:v>45509</c:v>
                </c:pt>
                <c:pt idx="2355">
                  <c:v>45510</c:v>
                </c:pt>
                <c:pt idx="2356">
                  <c:v>45511</c:v>
                </c:pt>
                <c:pt idx="2357">
                  <c:v>45512</c:v>
                </c:pt>
                <c:pt idx="2358">
                  <c:v>45513</c:v>
                </c:pt>
                <c:pt idx="2359">
                  <c:v>45516</c:v>
                </c:pt>
                <c:pt idx="2360">
                  <c:v>45517</c:v>
                </c:pt>
                <c:pt idx="2361">
                  <c:v>45518</c:v>
                </c:pt>
                <c:pt idx="2362">
                  <c:v>45520</c:v>
                </c:pt>
                <c:pt idx="2363">
                  <c:v>45523</c:v>
                </c:pt>
                <c:pt idx="2364">
                  <c:v>45524</c:v>
                </c:pt>
                <c:pt idx="2365">
                  <c:v>45525</c:v>
                </c:pt>
                <c:pt idx="2366">
                  <c:v>45526</c:v>
                </c:pt>
                <c:pt idx="2367">
                  <c:v>45527</c:v>
                </c:pt>
                <c:pt idx="2368">
                  <c:v>45530</c:v>
                </c:pt>
                <c:pt idx="2369">
                  <c:v>45531</c:v>
                </c:pt>
                <c:pt idx="2370">
                  <c:v>45532</c:v>
                </c:pt>
                <c:pt idx="2371">
                  <c:v>45533</c:v>
                </c:pt>
                <c:pt idx="2372">
                  <c:v>45534</c:v>
                </c:pt>
                <c:pt idx="2373">
                  <c:v>45537</c:v>
                </c:pt>
                <c:pt idx="2374">
                  <c:v>45538</c:v>
                </c:pt>
                <c:pt idx="2375">
                  <c:v>45539</c:v>
                </c:pt>
                <c:pt idx="2376">
                  <c:v>45540</c:v>
                </c:pt>
                <c:pt idx="2377">
                  <c:v>45541</c:v>
                </c:pt>
                <c:pt idx="2378">
                  <c:v>45544</c:v>
                </c:pt>
                <c:pt idx="2379">
                  <c:v>45545</c:v>
                </c:pt>
                <c:pt idx="2380">
                  <c:v>45546</c:v>
                </c:pt>
                <c:pt idx="2381">
                  <c:v>45547</c:v>
                </c:pt>
                <c:pt idx="2382">
                  <c:v>45548</c:v>
                </c:pt>
                <c:pt idx="2383">
                  <c:v>45551</c:v>
                </c:pt>
                <c:pt idx="2384">
                  <c:v>45552</c:v>
                </c:pt>
                <c:pt idx="2385">
                  <c:v>45553</c:v>
                </c:pt>
                <c:pt idx="2386">
                  <c:v>45554</c:v>
                </c:pt>
                <c:pt idx="2387">
                  <c:v>45555</c:v>
                </c:pt>
                <c:pt idx="2388">
                  <c:v>45558</c:v>
                </c:pt>
                <c:pt idx="2389">
                  <c:v>45559</c:v>
                </c:pt>
                <c:pt idx="2390">
                  <c:v>45560</c:v>
                </c:pt>
                <c:pt idx="2391">
                  <c:v>45561</c:v>
                </c:pt>
                <c:pt idx="2392">
                  <c:v>45562</c:v>
                </c:pt>
                <c:pt idx="2393">
                  <c:v>45565</c:v>
                </c:pt>
                <c:pt idx="2394">
                  <c:v>45566</c:v>
                </c:pt>
                <c:pt idx="2395">
                  <c:v>45568</c:v>
                </c:pt>
                <c:pt idx="2396">
                  <c:v>45569</c:v>
                </c:pt>
                <c:pt idx="2397">
                  <c:v>45572</c:v>
                </c:pt>
                <c:pt idx="2398">
                  <c:v>45573</c:v>
                </c:pt>
                <c:pt idx="2399">
                  <c:v>45574</c:v>
                </c:pt>
                <c:pt idx="2400">
                  <c:v>45575</c:v>
                </c:pt>
                <c:pt idx="2401">
                  <c:v>45576</c:v>
                </c:pt>
                <c:pt idx="2402">
                  <c:v>45579</c:v>
                </c:pt>
                <c:pt idx="2403">
                  <c:v>45580</c:v>
                </c:pt>
                <c:pt idx="2404">
                  <c:v>45581</c:v>
                </c:pt>
                <c:pt idx="2405">
                  <c:v>45582</c:v>
                </c:pt>
                <c:pt idx="2406">
                  <c:v>45583</c:v>
                </c:pt>
                <c:pt idx="2407">
                  <c:v>45586</c:v>
                </c:pt>
                <c:pt idx="2408">
                  <c:v>45587</c:v>
                </c:pt>
                <c:pt idx="2409">
                  <c:v>45588</c:v>
                </c:pt>
                <c:pt idx="2410">
                  <c:v>45589</c:v>
                </c:pt>
                <c:pt idx="2411">
                  <c:v>45590</c:v>
                </c:pt>
                <c:pt idx="2412">
                  <c:v>45593</c:v>
                </c:pt>
                <c:pt idx="2413">
                  <c:v>45594</c:v>
                </c:pt>
                <c:pt idx="2414">
                  <c:v>45595</c:v>
                </c:pt>
                <c:pt idx="2415">
                  <c:v>45596</c:v>
                </c:pt>
                <c:pt idx="2416">
                  <c:v>45597</c:v>
                </c:pt>
                <c:pt idx="2417">
                  <c:v>45600</c:v>
                </c:pt>
                <c:pt idx="2418">
                  <c:v>45601</c:v>
                </c:pt>
                <c:pt idx="2419">
                  <c:v>45602</c:v>
                </c:pt>
                <c:pt idx="2420">
                  <c:v>45603</c:v>
                </c:pt>
                <c:pt idx="2421">
                  <c:v>45604</c:v>
                </c:pt>
                <c:pt idx="2422">
                  <c:v>45607</c:v>
                </c:pt>
                <c:pt idx="2423">
                  <c:v>45608</c:v>
                </c:pt>
                <c:pt idx="2424">
                  <c:v>45609</c:v>
                </c:pt>
                <c:pt idx="2425">
                  <c:v>45610</c:v>
                </c:pt>
                <c:pt idx="2426">
                  <c:v>45614</c:v>
                </c:pt>
                <c:pt idx="2427">
                  <c:v>45615</c:v>
                </c:pt>
                <c:pt idx="2428">
                  <c:v>45617</c:v>
                </c:pt>
                <c:pt idx="2429">
                  <c:v>45618</c:v>
                </c:pt>
                <c:pt idx="2430">
                  <c:v>45621</c:v>
                </c:pt>
                <c:pt idx="2431">
                  <c:v>45622</c:v>
                </c:pt>
                <c:pt idx="2432">
                  <c:v>45623</c:v>
                </c:pt>
                <c:pt idx="2433">
                  <c:v>45624</c:v>
                </c:pt>
                <c:pt idx="2434">
                  <c:v>45625</c:v>
                </c:pt>
                <c:pt idx="2435">
                  <c:v>45628</c:v>
                </c:pt>
                <c:pt idx="2436">
                  <c:v>45629</c:v>
                </c:pt>
                <c:pt idx="2437">
                  <c:v>45630</c:v>
                </c:pt>
                <c:pt idx="2438">
                  <c:v>45631</c:v>
                </c:pt>
                <c:pt idx="2439">
                  <c:v>45632</c:v>
                </c:pt>
                <c:pt idx="2440">
                  <c:v>45635</c:v>
                </c:pt>
                <c:pt idx="2441">
                  <c:v>45636</c:v>
                </c:pt>
                <c:pt idx="2442">
                  <c:v>45637</c:v>
                </c:pt>
                <c:pt idx="2443">
                  <c:v>45638</c:v>
                </c:pt>
                <c:pt idx="2444">
                  <c:v>45639</c:v>
                </c:pt>
                <c:pt idx="2445">
                  <c:v>45642</c:v>
                </c:pt>
                <c:pt idx="2446">
                  <c:v>45643</c:v>
                </c:pt>
                <c:pt idx="2447">
                  <c:v>45644</c:v>
                </c:pt>
                <c:pt idx="2448">
                  <c:v>45645</c:v>
                </c:pt>
                <c:pt idx="2449">
                  <c:v>45646</c:v>
                </c:pt>
                <c:pt idx="2450">
                  <c:v>45649</c:v>
                </c:pt>
                <c:pt idx="2451">
                  <c:v>45650</c:v>
                </c:pt>
                <c:pt idx="2452">
                  <c:v>45652</c:v>
                </c:pt>
                <c:pt idx="2453">
                  <c:v>45653</c:v>
                </c:pt>
                <c:pt idx="2454">
                  <c:v>45656</c:v>
                </c:pt>
                <c:pt idx="2455">
                  <c:v>45657</c:v>
                </c:pt>
                <c:pt idx="2456">
                  <c:v>45658</c:v>
                </c:pt>
                <c:pt idx="2457">
                  <c:v>45659</c:v>
                </c:pt>
                <c:pt idx="2458">
                  <c:v>45660</c:v>
                </c:pt>
                <c:pt idx="2459">
                  <c:v>45663</c:v>
                </c:pt>
                <c:pt idx="2460">
                  <c:v>45664</c:v>
                </c:pt>
                <c:pt idx="2461">
                  <c:v>45665</c:v>
                </c:pt>
                <c:pt idx="2462">
                  <c:v>45666</c:v>
                </c:pt>
                <c:pt idx="2463">
                  <c:v>45667</c:v>
                </c:pt>
                <c:pt idx="2464">
                  <c:v>45670</c:v>
                </c:pt>
                <c:pt idx="2465">
                  <c:v>45671</c:v>
                </c:pt>
                <c:pt idx="2466">
                  <c:v>45672</c:v>
                </c:pt>
                <c:pt idx="2467">
                  <c:v>45673</c:v>
                </c:pt>
                <c:pt idx="2468">
                  <c:v>45674</c:v>
                </c:pt>
                <c:pt idx="2469">
                  <c:v>45677</c:v>
                </c:pt>
                <c:pt idx="2470">
                  <c:v>45678</c:v>
                </c:pt>
                <c:pt idx="2471">
                  <c:v>45679</c:v>
                </c:pt>
                <c:pt idx="2472">
                  <c:v>45680</c:v>
                </c:pt>
                <c:pt idx="2473">
                  <c:v>45681</c:v>
                </c:pt>
                <c:pt idx="2474">
                  <c:v>45684</c:v>
                </c:pt>
                <c:pt idx="2475">
                  <c:v>45685</c:v>
                </c:pt>
                <c:pt idx="2476">
                  <c:v>45686</c:v>
                </c:pt>
                <c:pt idx="2477">
                  <c:v>45687</c:v>
                </c:pt>
                <c:pt idx="2478">
                  <c:v>45688</c:v>
                </c:pt>
                <c:pt idx="2479">
                  <c:v>45689</c:v>
                </c:pt>
                <c:pt idx="2480">
                  <c:v>45691</c:v>
                </c:pt>
                <c:pt idx="2481">
                  <c:v>45692</c:v>
                </c:pt>
                <c:pt idx="2482">
                  <c:v>45693</c:v>
                </c:pt>
                <c:pt idx="2483">
                  <c:v>45694</c:v>
                </c:pt>
                <c:pt idx="2484">
                  <c:v>45695</c:v>
                </c:pt>
                <c:pt idx="2485">
                  <c:v>45698</c:v>
                </c:pt>
                <c:pt idx="2486">
                  <c:v>45699</c:v>
                </c:pt>
                <c:pt idx="2487">
                  <c:v>45700</c:v>
                </c:pt>
                <c:pt idx="2488">
                  <c:v>45701</c:v>
                </c:pt>
                <c:pt idx="2489">
                  <c:v>45702</c:v>
                </c:pt>
                <c:pt idx="2490">
                  <c:v>45705</c:v>
                </c:pt>
                <c:pt idx="2491">
                  <c:v>45706</c:v>
                </c:pt>
                <c:pt idx="2492">
                  <c:v>45707</c:v>
                </c:pt>
                <c:pt idx="2493">
                  <c:v>45708</c:v>
                </c:pt>
                <c:pt idx="2494">
                  <c:v>45709</c:v>
                </c:pt>
                <c:pt idx="2495">
                  <c:v>45712</c:v>
                </c:pt>
                <c:pt idx="2496">
                  <c:v>45713</c:v>
                </c:pt>
                <c:pt idx="2497">
                  <c:v>45715</c:v>
                </c:pt>
                <c:pt idx="2498">
                  <c:v>45716</c:v>
                </c:pt>
                <c:pt idx="2499">
                  <c:v>45719</c:v>
                </c:pt>
                <c:pt idx="2500">
                  <c:v>45720</c:v>
                </c:pt>
                <c:pt idx="2501">
                  <c:v>45721</c:v>
                </c:pt>
                <c:pt idx="2502">
                  <c:v>45722</c:v>
                </c:pt>
                <c:pt idx="2503">
                  <c:v>45723</c:v>
                </c:pt>
                <c:pt idx="2504">
                  <c:v>45726</c:v>
                </c:pt>
                <c:pt idx="2505">
                  <c:v>45727</c:v>
                </c:pt>
                <c:pt idx="2506">
                  <c:v>45728</c:v>
                </c:pt>
                <c:pt idx="2507">
                  <c:v>45729</c:v>
                </c:pt>
                <c:pt idx="2508">
                  <c:v>45733</c:v>
                </c:pt>
                <c:pt idx="2509">
                  <c:v>45734</c:v>
                </c:pt>
                <c:pt idx="2510">
                  <c:v>45735</c:v>
                </c:pt>
                <c:pt idx="2511">
                  <c:v>45736</c:v>
                </c:pt>
                <c:pt idx="2512">
                  <c:v>45737</c:v>
                </c:pt>
                <c:pt idx="2513">
                  <c:v>45740</c:v>
                </c:pt>
                <c:pt idx="2514">
                  <c:v>45741</c:v>
                </c:pt>
                <c:pt idx="2515">
                  <c:v>45742</c:v>
                </c:pt>
                <c:pt idx="2516">
                  <c:v>45743</c:v>
                </c:pt>
                <c:pt idx="2517">
                  <c:v>45744</c:v>
                </c:pt>
              </c:numCache>
            </c:numRef>
          </c:cat>
          <c:val>
            <c:numRef>
              <c:f>'Volatility Analysis'!$CL$27:$CL$2544</c:f>
              <c:numCache>
                <c:formatCode>0.00%</c:formatCode>
                <c:ptCount val="2518"/>
                <c:pt idx="0">
                  <c:v>1.3336211575928427E-2</c:v>
                </c:pt>
                <c:pt idx="1">
                  <c:v>1.2999176483652427E-2</c:v>
                </c:pt>
                <c:pt idx="2">
                  <c:v>1.2872626883010713E-2</c:v>
                </c:pt>
                <c:pt idx="3">
                  <c:v>1.3286175200822807E-2</c:v>
                </c:pt>
                <c:pt idx="4">
                  <c:v>1.2252431301008742E-2</c:v>
                </c:pt>
                <c:pt idx="5">
                  <c:v>1.232766258972837E-2</c:v>
                </c:pt>
                <c:pt idx="6">
                  <c:v>1.4683146331789347E-2</c:v>
                </c:pt>
                <c:pt idx="7">
                  <c:v>1.4542354526174054E-2</c:v>
                </c:pt>
                <c:pt idx="8">
                  <c:v>1.4890680851323329E-2</c:v>
                </c:pt>
                <c:pt idx="9">
                  <c:v>1.509014843359582E-2</c:v>
                </c:pt>
                <c:pt idx="10">
                  <c:v>1.5095406574352896E-2</c:v>
                </c:pt>
                <c:pt idx="11">
                  <c:v>1.4152526234330552E-2</c:v>
                </c:pt>
                <c:pt idx="12">
                  <c:v>1.410690588535121E-2</c:v>
                </c:pt>
                <c:pt idx="13">
                  <c:v>1.4052755067075319E-2</c:v>
                </c:pt>
                <c:pt idx="14">
                  <c:v>1.4145722611777666E-2</c:v>
                </c:pt>
                <c:pt idx="15">
                  <c:v>1.3883154142100564E-2</c:v>
                </c:pt>
                <c:pt idx="16">
                  <c:v>1.393962760612037E-2</c:v>
                </c:pt>
                <c:pt idx="17">
                  <c:v>1.2904368389806478E-2</c:v>
                </c:pt>
                <c:pt idx="18">
                  <c:v>1.2567295854602202E-2</c:v>
                </c:pt>
                <c:pt idx="19">
                  <c:v>1.4410496804815518E-2</c:v>
                </c:pt>
                <c:pt idx="20">
                  <c:v>1.4419319751962012E-2</c:v>
                </c:pt>
                <c:pt idx="21">
                  <c:v>1.5007395105822177E-2</c:v>
                </c:pt>
                <c:pt idx="22">
                  <c:v>1.5013774608568269E-2</c:v>
                </c:pt>
                <c:pt idx="23">
                  <c:v>1.5098746971350701E-2</c:v>
                </c:pt>
                <c:pt idx="24">
                  <c:v>1.4811829298311985E-2</c:v>
                </c:pt>
                <c:pt idx="25">
                  <c:v>1.5814865627649801E-2</c:v>
                </c:pt>
                <c:pt idx="26">
                  <c:v>1.5768673739126094E-2</c:v>
                </c:pt>
                <c:pt idx="27">
                  <c:v>1.3163388855994398E-2</c:v>
                </c:pt>
                <c:pt idx="28">
                  <c:v>1.3644697097801844E-2</c:v>
                </c:pt>
                <c:pt idx="29">
                  <c:v>1.4127047068797045E-2</c:v>
                </c:pt>
                <c:pt idx="30">
                  <c:v>1.3992564040815399E-2</c:v>
                </c:pt>
                <c:pt idx="31">
                  <c:v>1.4187159086551512E-2</c:v>
                </c:pt>
                <c:pt idx="32">
                  <c:v>1.4459830393350475E-2</c:v>
                </c:pt>
                <c:pt idx="33">
                  <c:v>1.4524570605300151E-2</c:v>
                </c:pt>
                <c:pt idx="34">
                  <c:v>1.4565240191507983E-2</c:v>
                </c:pt>
                <c:pt idx="35">
                  <c:v>1.4472230661761256E-2</c:v>
                </c:pt>
                <c:pt idx="36">
                  <c:v>1.4512662189842285E-2</c:v>
                </c:pt>
                <c:pt idx="37">
                  <c:v>1.4623775302981742E-2</c:v>
                </c:pt>
                <c:pt idx="38">
                  <c:v>1.461380226003176E-2</c:v>
                </c:pt>
                <c:pt idx="39">
                  <c:v>1.4582950479029149E-2</c:v>
                </c:pt>
                <c:pt idx="40">
                  <c:v>1.3373192568625044E-2</c:v>
                </c:pt>
                <c:pt idx="41">
                  <c:v>1.3326612743743764E-2</c:v>
                </c:pt>
                <c:pt idx="42">
                  <c:v>1.277071550485356E-2</c:v>
                </c:pt>
                <c:pt idx="43">
                  <c:v>1.3004194244142798E-2</c:v>
                </c:pt>
                <c:pt idx="44">
                  <c:v>1.3091800682704352E-2</c:v>
                </c:pt>
                <c:pt idx="45">
                  <c:v>1.3148565493933258E-2</c:v>
                </c:pt>
                <c:pt idx="46">
                  <c:v>1.1153777894727901E-2</c:v>
                </c:pt>
                <c:pt idx="47">
                  <c:v>1.1236151732704961E-2</c:v>
                </c:pt>
                <c:pt idx="48">
                  <c:v>1.179137646196397E-2</c:v>
                </c:pt>
                <c:pt idx="49">
                  <c:v>1.1589595864117067E-2</c:v>
                </c:pt>
                <c:pt idx="50">
                  <c:v>1.1034274981234389E-2</c:v>
                </c:pt>
                <c:pt idx="51">
                  <c:v>1.0992257783341647E-2</c:v>
                </c:pt>
                <c:pt idx="52">
                  <c:v>1.1695162621302312E-2</c:v>
                </c:pt>
                <c:pt idx="53">
                  <c:v>1.162352085446094E-2</c:v>
                </c:pt>
                <c:pt idx="54">
                  <c:v>1.1906478378359434E-2</c:v>
                </c:pt>
                <c:pt idx="55">
                  <c:v>1.1663923321054391E-2</c:v>
                </c:pt>
                <c:pt idx="56">
                  <c:v>1.2182153671455547E-2</c:v>
                </c:pt>
                <c:pt idx="57">
                  <c:v>1.244390936531091E-2</c:v>
                </c:pt>
                <c:pt idx="58">
                  <c:v>1.2455883991712928E-2</c:v>
                </c:pt>
                <c:pt idx="59">
                  <c:v>1.2668192976872026E-2</c:v>
                </c:pt>
                <c:pt idx="60">
                  <c:v>1.276578349520084E-2</c:v>
                </c:pt>
                <c:pt idx="61">
                  <c:v>1.2131029098313609E-2</c:v>
                </c:pt>
                <c:pt idx="62">
                  <c:v>1.2134636070526086E-2</c:v>
                </c:pt>
                <c:pt idx="63">
                  <c:v>1.4108022365449953E-2</c:v>
                </c:pt>
                <c:pt idx="64">
                  <c:v>1.3759251594139339E-2</c:v>
                </c:pt>
                <c:pt idx="65">
                  <c:v>1.4100460445099668E-2</c:v>
                </c:pt>
                <c:pt idx="66">
                  <c:v>1.4307808072062483E-2</c:v>
                </c:pt>
                <c:pt idx="67">
                  <c:v>1.545165653444628E-2</c:v>
                </c:pt>
                <c:pt idx="68">
                  <c:v>1.5521536410293682E-2</c:v>
                </c:pt>
                <c:pt idx="69">
                  <c:v>1.4628239170275842E-2</c:v>
                </c:pt>
                <c:pt idx="70">
                  <c:v>1.4607017309625117E-2</c:v>
                </c:pt>
                <c:pt idx="71">
                  <c:v>1.5090010767636591E-2</c:v>
                </c:pt>
                <c:pt idx="72">
                  <c:v>1.5035990019413656E-2</c:v>
                </c:pt>
                <c:pt idx="73">
                  <c:v>1.4427946152685433E-2</c:v>
                </c:pt>
                <c:pt idx="74">
                  <c:v>1.4320295796210782E-2</c:v>
                </c:pt>
                <c:pt idx="75">
                  <c:v>1.3945797489952998E-2</c:v>
                </c:pt>
                <c:pt idx="76">
                  <c:v>1.392365076313813E-2</c:v>
                </c:pt>
                <c:pt idx="77">
                  <c:v>1.3571304727527059E-2</c:v>
                </c:pt>
                <c:pt idx="78">
                  <c:v>1.3445195665928035E-2</c:v>
                </c:pt>
                <c:pt idx="79">
                  <c:v>1.3243844074364221E-2</c:v>
                </c:pt>
                <c:pt idx="80">
                  <c:v>1.3517630157497244E-2</c:v>
                </c:pt>
                <c:pt idx="81">
                  <c:v>1.3463896706683035E-2</c:v>
                </c:pt>
                <c:pt idx="82">
                  <c:v>1.3249904773368095E-2</c:v>
                </c:pt>
                <c:pt idx="83">
                  <c:v>1.3587851333829563E-2</c:v>
                </c:pt>
                <c:pt idx="84">
                  <c:v>1.089319158253135E-2</c:v>
                </c:pt>
                <c:pt idx="85">
                  <c:v>1.0840951020825947E-2</c:v>
                </c:pt>
                <c:pt idx="86">
                  <c:v>1.0560096269848851E-2</c:v>
                </c:pt>
                <c:pt idx="87">
                  <c:v>1.0272941998702484E-2</c:v>
                </c:pt>
                <c:pt idx="88">
                  <c:v>8.287177567321443E-3</c:v>
                </c:pt>
                <c:pt idx="89">
                  <c:v>9.6672016444534839E-3</c:v>
                </c:pt>
                <c:pt idx="90">
                  <c:v>9.663836043590935E-3</c:v>
                </c:pt>
                <c:pt idx="91">
                  <c:v>9.6347490591252114E-3</c:v>
                </c:pt>
                <c:pt idx="92">
                  <c:v>9.193471718523992E-3</c:v>
                </c:pt>
                <c:pt idx="93">
                  <c:v>9.3382318008757396E-3</c:v>
                </c:pt>
                <c:pt idx="94">
                  <c:v>9.4347875731664137E-3</c:v>
                </c:pt>
                <c:pt idx="95">
                  <c:v>9.4352211179363019E-3</c:v>
                </c:pt>
                <c:pt idx="96">
                  <c:v>9.5545198333193138E-3</c:v>
                </c:pt>
                <c:pt idx="97">
                  <c:v>9.6771857987781769E-3</c:v>
                </c:pt>
                <c:pt idx="98">
                  <c:v>9.9090091644402321E-3</c:v>
                </c:pt>
                <c:pt idx="99">
                  <c:v>1.0274149806413798E-2</c:v>
                </c:pt>
                <c:pt idx="100">
                  <c:v>1.0553147478287306E-2</c:v>
                </c:pt>
                <c:pt idx="101">
                  <c:v>1.0061783285026858E-2</c:v>
                </c:pt>
                <c:pt idx="102">
                  <c:v>9.9472077717177258E-3</c:v>
                </c:pt>
                <c:pt idx="103">
                  <c:v>1.0028401731932875E-2</c:v>
                </c:pt>
                <c:pt idx="104">
                  <c:v>9.3857507658293635E-3</c:v>
                </c:pt>
                <c:pt idx="105">
                  <c:v>9.3858210379222842E-3</c:v>
                </c:pt>
                <c:pt idx="106">
                  <c:v>9.3116570794910293E-3</c:v>
                </c:pt>
                <c:pt idx="107">
                  <c:v>9.0972827239310539E-3</c:v>
                </c:pt>
                <c:pt idx="108">
                  <c:v>9.2928725357593854E-3</c:v>
                </c:pt>
                <c:pt idx="109">
                  <c:v>8.9186449200514828E-3</c:v>
                </c:pt>
                <c:pt idx="110">
                  <c:v>7.0591728191413136E-3</c:v>
                </c:pt>
                <c:pt idx="111">
                  <c:v>7.0555303890817269E-3</c:v>
                </c:pt>
                <c:pt idx="112">
                  <c:v>7.0656162128081811E-3</c:v>
                </c:pt>
                <c:pt idx="113">
                  <c:v>7.0702982976538148E-3</c:v>
                </c:pt>
                <c:pt idx="114">
                  <c:v>7.0059876328915334E-3</c:v>
                </c:pt>
                <c:pt idx="115">
                  <c:v>7.0092157138632802E-3</c:v>
                </c:pt>
                <c:pt idx="116">
                  <c:v>7.0490862128440397E-3</c:v>
                </c:pt>
                <c:pt idx="117">
                  <c:v>7.1917620828409728E-3</c:v>
                </c:pt>
                <c:pt idx="118">
                  <c:v>6.9818596747821381E-3</c:v>
                </c:pt>
                <c:pt idx="119">
                  <c:v>6.9053673675259887E-3</c:v>
                </c:pt>
                <c:pt idx="120">
                  <c:v>6.604898144563805E-3</c:v>
                </c:pt>
                <c:pt idx="121">
                  <c:v>9.1115784309140462E-3</c:v>
                </c:pt>
                <c:pt idx="122">
                  <c:v>9.0671171508941283E-3</c:v>
                </c:pt>
                <c:pt idx="123">
                  <c:v>9.2398629917858077E-3</c:v>
                </c:pt>
                <c:pt idx="124">
                  <c:v>8.5781086377021212E-3</c:v>
                </c:pt>
                <c:pt idx="125">
                  <c:v>8.609220174504462E-3</c:v>
                </c:pt>
                <c:pt idx="126">
                  <c:v>8.5933953274114766E-3</c:v>
                </c:pt>
                <c:pt idx="127">
                  <c:v>8.6015769204382357E-3</c:v>
                </c:pt>
                <c:pt idx="128">
                  <c:v>8.7304207829445781E-3</c:v>
                </c:pt>
                <c:pt idx="129">
                  <c:v>8.9399558515389152E-3</c:v>
                </c:pt>
                <c:pt idx="130">
                  <c:v>8.8384684817691631E-3</c:v>
                </c:pt>
                <c:pt idx="131">
                  <c:v>8.9647021172391088E-3</c:v>
                </c:pt>
                <c:pt idx="132">
                  <c:v>9.225951807044221E-3</c:v>
                </c:pt>
                <c:pt idx="133">
                  <c:v>1.0214879568682033E-2</c:v>
                </c:pt>
                <c:pt idx="134">
                  <c:v>1.0125804390909883E-2</c:v>
                </c:pt>
                <c:pt idx="135">
                  <c:v>1.1758948213595185E-2</c:v>
                </c:pt>
                <c:pt idx="136">
                  <c:v>1.1631921214988914E-2</c:v>
                </c:pt>
                <c:pt idx="137">
                  <c:v>1.164095465521252E-2</c:v>
                </c:pt>
                <c:pt idx="138">
                  <c:v>1.1656076076984068E-2</c:v>
                </c:pt>
                <c:pt idx="139">
                  <c:v>1.1852158450117204E-2</c:v>
                </c:pt>
                <c:pt idx="140">
                  <c:v>1.2296885338854893E-2</c:v>
                </c:pt>
                <c:pt idx="141">
                  <c:v>1.9128712511054732E-2</c:v>
                </c:pt>
                <c:pt idx="142">
                  <c:v>1.8485963247778209E-2</c:v>
                </c:pt>
                <c:pt idx="143">
                  <c:v>1.8444079392805811E-2</c:v>
                </c:pt>
                <c:pt idx="144">
                  <c:v>1.8861443627993031E-2</c:v>
                </c:pt>
                <c:pt idx="145">
                  <c:v>1.9074649221146923E-2</c:v>
                </c:pt>
                <c:pt idx="146">
                  <c:v>1.9069373894949386E-2</c:v>
                </c:pt>
                <c:pt idx="147">
                  <c:v>1.9643377734964478E-2</c:v>
                </c:pt>
                <c:pt idx="148">
                  <c:v>1.9771783492020939E-2</c:v>
                </c:pt>
                <c:pt idx="149">
                  <c:v>2.0264328868072674E-2</c:v>
                </c:pt>
                <c:pt idx="150">
                  <c:v>1.9997319726576687E-2</c:v>
                </c:pt>
                <c:pt idx="151">
                  <c:v>2.0117787002449917E-2</c:v>
                </c:pt>
                <c:pt idx="152">
                  <c:v>2.1334052253016447E-2</c:v>
                </c:pt>
                <c:pt idx="153">
                  <c:v>2.2172324569227526E-2</c:v>
                </c:pt>
                <c:pt idx="154">
                  <c:v>2.1948591335827244E-2</c:v>
                </c:pt>
                <c:pt idx="155">
                  <c:v>2.1946753077266082E-2</c:v>
                </c:pt>
                <c:pt idx="156">
                  <c:v>2.1355361883138652E-2</c:v>
                </c:pt>
                <c:pt idx="157">
                  <c:v>2.1425986673739066E-2</c:v>
                </c:pt>
                <c:pt idx="158">
                  <c:v>2.1495308754766199E-2</c:v>
                </c:pt>
                <c:pt idx="159">
                  <c:v>2.1498002535622628E-2</c:v>
                </c:pt>
                <c:pt idx="160">
                  <c:v>2.1442904210759638E-2</c:v>
                </c:pt>
                <c:pt idx="161">
                  <c:v>2.226879253312776E-2</c:v>
                </c:pt>
                <c:pt idx="162">
                  <c:v>1.6312067436475657E-2</c:v>
                </c:pt>
                <c:pt idx="163">
                  <c:v>1.6453229945171927E-2</c:v>
                </c:pt>
                <c:pt idx="164">
                  <c:v>1.6509601426635129E-2</c:v>
                </c:pt>
                <c:pt idx="165">
                  <c:v>1.5907675686606369E-2</c:v>
                </c:pt>
                <c:pt idx="166">
                  <c:v>1.6825808260719138E-2</c:v>
                </c:pt>
                <c:pt idx="167">
                  <c:v>1.6733386396114092E-2</c:v>
                </c:pt>
                <c:pt idx="168">
                  <c:v>1.7051658680668404E-2</c:v>
                </c:pt>
                <c:pt idx="169">
                  <c:v>1.6530554997140182E-2</c:v>
                </c:pt>
                <c:pt idx="170">
                  <c:v>1.6171525086064627E-2</c:v>
                </c:pt>
                <c:pt idx="171">
                  <c:v>1.5562314609553853E-2</c:v>
                </c:pt>
                <c:pt idx="172">
                  <c:v>1.4874118111301541E-2</c:v>
                </c:pt>
                <c:pt idx="173">
                  <c:v>1.4107577386412169E-2</c:v>
                </c:pt>
                <c:pt idx="174">
                  <c:v>1.3421196164494539E-2</c:v>
                </c:pt>
                <c:pt idx="175">
                  <c:v>1.3430959318426127E-2</c:v>
                </c:pt>
                <c:pt idx="176">
                  <c:v>1.3562507592344298E-2</c:v>
                </c:pt>
                <c:pt idx="177">
                  <c:v>1.336586651218495E-2</c:v>
                </c:pt>
                <c:pt idx="178">
                  <c:v>1.2974157644856349E-2</c:v>
                </c:pt>
                <c:pt idx="179">
                  <c:v>1.2985101560431256E-2</c:v>
                </c:pt>
                <c:pt idx="180">
                  <c:v>1.299702205535001E-2</c:v>
                </c:pt>
                <c:pt idx="181">
                  <c:v>1.3497854264817281E-2</c:v>
                </c:pt>
                <c:pt idx="182">
                  <c:v>1.0848968431680024E-2</c:v>
                </c:pt>
                <c:pt idx="183">
                  <c:v>1.0924665484300421E-2</c:v>
                </c:pt>
                <c:pt idx="184">
                  <c:v>1.057233918639576E-2</c:v>
                </c:pt>
                <c:pt idx="185">
                  <c:v>1.0717294471103362E-2</c:v>
                </c:pt>
                <c:pt idx="186">
                  <c:v>1.1469462308571455E-2</c:v>
                </c:pt>
                <c:pt idx="187">
                  <c:v>1.0169933963816883E-2</c:v>
                </c:pt>
                <c:pt idx="188">
                  <c:v>1.0092602834567459E-2</c:v>
                </c:pt>
                <c:pt idx="189">
                  <c:v>7.1575677419612998E-3</c:v>
                </c:pt>
                <c:pt idx="190">
                  <c:v>7.3277845603283839E-3</c:v>
                </c:pt>
                <c:pt idx="191">
                  <c:v>7.3035233240504706E-3</c:v>
                </c:pt>
                <c:pt idx="192">
                  <c:v>7.6211439115695294E-3</c:v>
                </c:pt>
                <c:pt idx="193">
                  <c:v>8.1192840822852351E-3</c:v>
                </c:pt>
                <c:pt idx="194">
                  <c:v>7.808389089186016E-3</c:v>
                </c:pt>
                <c:pt idx="195">
                  <c:v>7.82644341204085E-3</c:v>
                </c:pt>
                <c:pt idx="196">
                  <c:v>8.4614691899137541E-3</c:v>
                </c:pt>
                <c:pt idx="197">
                  <c:v>7.6976150916806488E-3</c:v>
                </c:pt>
                <c:pt idx="198">
                  <c:v>6.9083672689652697E-3</c:v>
                </c:pt>
                <c:pt idx="199">
                  <c:v>7.6811064705558617E-3</c:v>
                </c:pt>
                <c:pt idx="200">
                  <c:v>7.9364749653474034E-3</c:v>
                </c:pt>
                <c:pt idx="201">
                  <c:v>8.0153974870230231E-3</c:v>
                </c:pt>
                <c:pt idx="202">
                  <c:v>7.6231009644639192E-3</c:v>
                </c:pt>
                <c:pt idx="203">
                  <c:v>7.9546193268857021E-3</c:v>
                </c:pt>
                <c:pt idx="204">
                  <c:v>8.2503373181522927E-3</c:v>
                </c:pt>
                <c:pt idx="205">
                  <c:v>8.2325706580459491E-3</c:v>
                </c:pt>
                <c:pt idx="206">
                  <c:v>8.0405649392683819E-3</c:v>
                </c:pt>
                <c:pt idx="207">
                  <c:v>7.3501740165332124E-3</c:v>
                </c:pt>
                <c:pt idx="208">
                  <c:v>7.3809589432902315E-3</c:v>
                </c:pt>
                <c:pt idx="209">
                  <c:v>7.7031969529688321E-3</c:v>
                </c:pt>
                <c:pt idx="210">
                  <c:v>7.7245932517915998E-3</c:v>
                </c:pt>
                <c:pt idx="211">
                  <c:v>7.9791977431682582E-3</c:v>
                </c:pt>
                <c:pt idx="212">
                  <c:v>8.424748156449122E-3</c:v>
                </c:pt>
                <c:pt idx="213">
                  <c:v>8.4879304839016456E-3</c:v>
                </c:pt>
                <c:pt idx="214">
                  <c:v>8.2783682537677043E-3</c:v>
                </c:pt>
                <c:pt idx="215">
                  <c:v>8.3355022276682764E-3</c:v>
                </c:pt>
                <c:pt idx="216">
                  <c:v>8.3813337380974646E-3</c:v>
                </c:pt>
                <c:pt idx="217">
                  <c:v>8.521984219675675E-3</c:v>
                </c:pt>
                <c:pt idx="218">
                  <c:v>8.9772631850447288E-3</c:v>
                </c:pt>
                <c:pt idx="219">
                  <c:v>8.9430433655742197E-3</c:v>
                </c:pt>
                <c:pt idx="220">
                  <c:v>8.7873499900127452E-3</c:v>
                </c:pt>
                <c:pt idx="221">
                  <c:v>8.7049210677704221E-3</c:v>
                </c:pt>
                <c:pt idx="222">
                  <c:v>9.1469089538816165E-3</c:v>
                </c:pt>
                <c:pt idx="223">
                  <c:v>9.1767959274647506E-3</c:v>
                </c:pt>
                <c:pt idx="224">
                  <c:v>9.0659726591282505E-3</c:v>
                </c:pt>
                <c:pt idx="225">
                  <c:v>8.9247381751323268E-3</c:v>
                </c:pt>
                <c:pt idx="226">
                  <c:v>8.9186420070967217E-3</c:v>
                </c:pt>
                <c:pt idx="227">
                  <c:v>8.9029107819405453E-3</c:v>
                </c:pt>
                <c:pt idx="228">
                  <c:v>9.0390126271424169E-3</c:v>
                </c:pt>
                <c:pt idx="229">
                  <c:v>1.0476658663029487E-2</c:v>
                </c:pt>
                <c:pt idx="230">
                  <c:v>1.0134839842459409E-2</c:v>
                </c:pt>
                <c:pt idx="231">
                  <c:v>1.0341500452663065E-2</c:v>
                </c:pt>
                <c:pt idx="232">
                  <c:v>1.1543671073392015E-2</c:v>
                </c:pt>
                <c:pt idx="233">
                  <c:v>1.1100408467496195E-2</c:v>
                </c:pt>
                <c:pt idx="234">
                  <c:v>1.0970774127899825E-2</c:v>
                </c:pt>
                <c:pt idx="235">
                  <c:v>1.0383510223882599E-2</c:v>
                </c:pt>
                <c:pt idx="236">
                  <c:v>1.1038006103588018E-2</c:v>
                </c:pt>
                <c:pt idx="237">
                  <c:v>1.1311402189339027E-2</c:v>
                </c:pt>
                <c:pt idx="238">
                  <c:v>1.2888030031269492E-2</c:v>
                </c:pt>
                <c:pt idx="239">
                  <c:v>1.2681398772309225E-2</c:v>
                </c:pt>
                <c:pt idx="240">
                  <c:v>1.4545281174554191E-2</c:v>
                </c:pt>
                <c:pt idx="241">
                  <c:v>1.4569900940996514E-2</c:v>
                </c:pt>
                <c:pt idx="242">
                  <c:v>1.4560038007747991E-2</c:v>
                </c:pt>
                <c:pt idx="243">
                  <c:v>1.4629647858216804E-2</c:v>
                </c:pt>
                <c:pt idx="244">
                  <c:v>1.4392221201632594E-2</c:v>
                </c:pt>
                <c:pt idx="245">
                  <c:v>1.4482483076946211E-2</c:v>
                </c:pt>
                <c:pt idx="246">
                  <c:v>1.4499927516373814E-2</c:v>
                </c:pt>
                <c:pt idx="247">
                  <c:v>1.5054546245287117E-2</c:v>
                </c:pt>
                <c:pt idx="248">
                  <c:v>1.5230095081738197E-2</c:v>
                </c:pt>
                <c:pt idx="249">
                  <c:v>1.4899108881513953E-2</c:v>
                </c:pt>
                <c:pt idx="250">
                  <c:v>1.4750878846716735E-2</c:v>
                </c:pt>
                <c:pt idx="251">
                  <c:v>1.5158060715410563E-2</c:v>
                </c:pt>
                <c:pt idx="252">
                  <c:v>1.5366283910495441E-2</c:v>
                </c:pt>
                <c:pt idx="253">
                  <c:v>1.4507475943857316E-2</c:v>
                </c:pt>
                <c:pt idx="254">
                  <c:v>1.4426562959500157E-2</c:v>
                </c:pt>
                <c:pt idx="255">
                  <c:v>1.4423939649899279E-2</c:v>
                </c:pt>
                <c:pt idx="256">
                  <c:v>1.6125557554663578E-2</c:v>
                </c:pt>
                <c:pt idx="257">
                  <c:v>1.591652272986515E-2</c:v>
                </c:pt>
                <c:pt idx="258">
                  <c:v>1.863135461096135E-2</c:v>
                </c:pt>
                <c:pt idx="259">
                  <c:v>1.7604746405860908E-2</c:v>
                </c:pt>
                <c:pt idx="260">
                  <c:v>1.7713100248251779E-2</c:v>
                </c:pt>
                <c:pt idx="261">
                  <c:v>1.6613912538727679E-2</c:v>
                </c:pt>
                <c:pt idx="262">
                  <c:v>1.6269009321674549E-2</c:v>
                </c:pt>
                <c:pt idx="263">
                  <c:v>1.6225751441373934E-2</c:v>
                </c:pt>
                <c:pt idx="264">
                  <c:v>1.633029382515741E-2</c:v>
                </c:pt>
                <c:pt idx="265">
                  <c:v>1.6257434315587158E-2</c:v>
                </c:pt>
                <c:pt idx="266">
                  <c:v>1.6490638903391298E-2</c:v>
                </c:pt>
                <c:pt idx="267">
                  <c:v>1.6514479266065505E-2</c:v>
                </c:pt>
                <c:pt idx="268">
                  <c:v>1.6591474182553939E-2</c:v>
                </c:pt>
                <c:pt idx="269">
                  <c:v>1.8213687956447479E-2</c:v>
                </c:pt>
                <c:pt idx="270">
                  <c:v>1.8721113385157008E-2</c:v>
                </c:pt>
                <c:pt idx="271">
                  <c:v>1.9213691177297747E-2</c:v>
                </c:pt>
                <c:pt idx="272">
                  <c:v>1.9139007459892575E-2</c:v>
                </c:pt>
                <c:pt idx="273">
                  <c:v>1.9107047665275035E-2</c:v>
                </c:pt>
                <c:pt idx="274">
                  <c:v>1.9207023638261711E-2</c:v>
                </c:pt>
                <c:pt idx="275">
                  <c:v>1.9300847636618709E-2</c:v>
                </c:pt>
                <c:pt idx="276">
                  <c:v>1.9261338184734085E-2</c:v>
                </c:pt>
                <c:pt idx="277">
                  <c:v>1.7033053419754186E-2</c:v>
                </c:pt>
                <c:pt idx="278">
                  <c:v>1.6970775857611045E-2</c:v>
                </c:pt>
                <c:pt idx="279">
                  <c:v>1.4836689398421194E-2</c:v>
                </c:pt>
                <c:pt idx="280">
                  <c:v>1.4168718689218176E-2</c:v>
                </c:pt>
                <c:pt idx="281">
                  <c:v>1.3921753101393637E-2</c:v>
                </c:pt>
                <c:pt idx="282">
                  <c:v>1.4135513670727982E-2</c:v>
                </c:pt>
                <c:pt idx="283">
                  <c:v>1.413923807610846E-2</c:v>
                </c:pt>
                <c:pt idx="284">
                  <c:v>1.4099611846735981E-2</c:v>
                </c:pt>
                <c:pt idx="285">
                  <c:v>1.4073154835500871E-2</c:v>
                </c:pt>
                <c:pt idx="286">
                  <c:v>1.3859707484981141E-2</c:v>
                </c:pt>
                <c:pt idx="287">
                  <c:v>1.3571031994696243E-2</c:v>
                </c:pt>
                <c:pt idx="288">
                  <c:v>1.3604335559186827E-2</c:v>
                </c:pt>
                <c:pt idx="289">
                  <c:v>1.2475545876506003E-2</c:v>
                </c:pt>
                <c:pt idx="290">
                  <c:v>1.0836378201476361E-2</c:v>
                </c:pt>
                <c:pt idx="291">
                  <c:v>1.2914760808697641E-2</c:v>
                </c:pt>
                <c:pt idx="292">
                  <c:v>1.1351299989980789E-2</c:v>
                </c:pt>
                <c:pt idx="293">
                  <c:v>1.168435083001855E-2</c:v>
                </c:pt>
                <c:pt idx="294">
                  <c:v>1.1869095214370469E-2</c:v>
                </c:pt>
                <c:pt idx="295">
                  <c:v>1.2813181359816498E-2</c:v>
                </c:pt>
                <c:pt idx="296">
                  <c:v>1.259795608407626E-2</c:v>
                </c:pt>
                <c:pt idx="297">
                  <c:v>1.2695423806123787E-2</c:v>
                </c:pt>
                <c:pt idx="298">
                  <c:v>1.2907385280407881E-2</c:v>
                </c:pt>
                <c:pt idx="299">
                  <c:v>1.2840542927569283E-2</c:v>
                </c:pt>
                <c:pt idx="300">
                  <c:v>1.3160280405231792E-2</c:v>
                </c:pt>
                <c:pt idx="301">
                  <c:v>1.3127914363228681E-2</c:v>
                </c:pt>
                <c:pt idx="302">
                  <c:v>1.3157600219738103E-2</c:v>
                </c:pt>
                <c:pt idx="303">
                  <c:v>1.29857744195402E-2</c:v>
                </c:pt>
                <c:pt idx="304">
                  <c:v>1.303028390372853E-2</c:v>
                </c:pt>
                <c:pt idx="305">
                  <c:v>1.3601109409264822E-2</c:v>
                </c:pt>
                <c:pt idx="306">
                  <c:v>1.2916215406012694E-2</c:v>
                </c:pt>
                <c:pt idx="307">
                  <c:v>1.2922898871025547E-2</c:v>
                </c:pt>
                <c:pt idx="308">
                  <c:v>1.2207991502462436E-2</c:v>
                </c:pt>
                <c:pt idx="309">
                  <c:v>1.2869303623412235E-2</c:v>
                </c:pt>
                <c:pt idx="310">
                  <c:v>1.2872193223539035E-2</c:v>
                </c:pt>
                <c:pt idx="311">
                  <c:v>1.2741388260174017E-2</c:v>
                </c:pt>
                <c:pt idx="312">
                  <c:v>1.0860045066436333E-2</c:v>
                </c:pt>
                <c:pt idx="313">
                  <c:v>1.0808574199220815E-2</c:v>
                </c:pt>
                <c:pt idx="314">
                  <c:v>1.0460605311566564E-2</c:v>
                </c:pt>
                <c:pt idx="315">
                  <c:v>1.0328259053206447E-2</c:v>
                </c:pt>
                <c:pt idx="316">
                  <c:v>9.5564156433336264E-3</c:v>
                </c:pt>
                <c:pt idx="317">
                  <c:v>9.4785050106065017E-3</c:v>
                </c:pt>
                <c:pt idx="318">
                  <c:v>9.164732619665026E-3</c:v>
                </c:pt>
                <c:pt idx="319">
                  <c:v>8.6059463961582518E-3</c:v>
                </c:pt>
                <c:pt idx="320">
                  <c:v>9.3291492893492357E-3</c:v>
                </c:pt>
                <c:pt idx="321">
                  <c:v>9.1179335917018507E-3</c:v>
                </c:pt>
                <c:pt idx="322">
                  <c:v>9.0629552169861124E-3</c:v>
                </c:pt>
                <c:pt idx="323">
                  <c:v>9.0405818803897687E-3</c:v>
                </c:pt>
                <c:pt idx="324">
                  <c:v>1.0555046201510277E-2</c:v>
                </c:pt>
                <c:pt idx="325">
                  <c:v>1.4532534063464511E-2</c:v>
                </c:pt>
                <c:pt idx="326">
                  <c:v>1.4035260749483794E-2</c:v>
                </c:pt>
                <c:pt idx="327">
                  <c:v>1.4059686459874619E-2</c:v>
                </c:pt>
                <c:pt idx="328">
                  <c:v>1.4230260960024985E-2</c:v>
                </c:pt>
                <c:pt idx="329">
                  <c:v>1.4226473283177866E-2</c:v>
                </c:pt>
                <c:pt idx="330">
                  <c:v>1.3543075251851522E-2</c:v>
                </c:pt>
                <c:pt idx="331">
                  <c:v>1.3833721266942404E-2</c:v>
                </c:pt>
                <c:pt idx="332">
                  <c:v>1.3921391304219674E-2</c:v>
                </c:pt>
                <c:pt idx="333">
                  <c:v>1.3522658354968208E-2</c:v>
                </c:pt>
                <c:pt idx="334">
                  <c:v>1.3694057903052859E-2</c:v>
                </c:pt>
                <c:pt idx="335">
                  <c:v>1.3647212525822225E-2</c:v>
                </c:pt>
                <c:pt idx="336">
                  <c:v>1.3654637097616553E-2</c:v>
                </c:pt>
                <c:pt idx="337">
                  <c:v>1.3659269215995947E-2</c:v>
                </c:pt>
                <c:pt idx="338">
                  <c:v>1.3629372091330206E-2</c:v>
                </c:pt>
                <c:pt idx="339">
                  <c:v>1.4133434649617319E-2</c:v>
                </c:pt>
                <c:pt idx="340">
                  <c:v>1.4459164288620183E-2</c:v>
                </c:pt>
                <c:pt idx="341">
                  <c:v>1.3591539286124749E-2</c:v>
                </c:pt>
                <c:pt idx="342">
                  <c:v>1.3633801579446818E-2</c:v>
                </c:pt>
                <c:pt idx="343">
                  <c:v>1.3849325233508489E-2</c:v>
                </c:pt>
                <c:pt idx="344">
                  <c:v>1.3867332605000251E-2</c:v>
                </c:pt>
                <c:pt idx="345">
                  <c:v>1.3010809848961672E-2</c:v>
                </c:pt>
                <c:pt idx="346">
                  <c:v>1.0168494694821716E-2</c:v>
                </c:pt>
                <c:pt idx="347">
                  <c:v>1.0295005659346962E-2</c:v>
                </c:pt>
                <c:pt idx="348">
                  <c:v>1.0351444664916158E-2</c:v>
                </c:pt>
                <c:pt idx="349">
                  <c:v>1.0449121923081948E-2</c:v>
                </c:pt>
                <c:pt idx="350">
                  <c:v>1.0975672763589879E-2</c:v>
                </c:pt>
                <c:pt idx="351">
                  <c:v>1.121088481676873E-2</c:v>
                </c:pt>
                <c:pt idx="352">
                  <c:v>1.1117331619045533E-2</c:v>
                </c:pt>
                <c:pt idx="353">
                  <c:v>1.107892897482792E-2</c:v>
                </c:pt>
                <c:pt idx="354">
                  <c:v>1.123278252001737E-2</c:v>
                </c:pt>
                <c:pt idx="355">
                  <c:v>1.1322756221214541E-2</c:v>
                </c:pt>
                <c:pt idx="356">
                  <c:v>1.1758022116539412E-2</c:v>
                </c:pt>
                <c:pt idx="357">
                  <c:v>1.175803634781143E-2</c:v>
                </c:pt>
                <c:pt idx="358">
                  <c:v>1.1332675198875626E-2</c:v>
                </c:pt>
                <c:pt idx="359">
                  <c:v>1.1382594247911031E-2</c:v>
                </c:pt>
                <c:pt idx="360">
                  <c:v>1.0692787441744905E-2</c:v>
                </c:pt>
                <c:pt idx="361">
                  <c:v>1.0927761061400178E-2</c:v>
                </c:pt>
                <c:pt idx="362">
                  <c:v>1.0931950684300475E-2</c:v>
                </c:pt>
                <c:pt idx="363">
                  <c:v>1.0742377620632544E-2</c:v>
                </c:pt>
                <c:pt idx="364">
                  <c:v>1.0831761178406483E-2</c:v>
                </c:pt>
                <c:pt idx="365">
                  <c:v>1.099275715135384E-2</c:v>
                </c:pt>
                <c:pt idx="366">
                  <c:v>1.106177547283984E-2</c:v>
                </c:pt>
                <c:pt idx="367">
                  <c:v>9.1730585687778421E-3</c:v>
                </c:pt>
                <c:pt idx="368">
                  <c:v>9.1678857028571186E-3</c:v>
                </c:pt>
                <c:pt idx="369">
                  <c:v>9.1482187286574569E-3</c:v>
                </c:pt>
                <c:pt idx="370">
                  <c:v>9.1119871010300613E-3</c:v>
                </c:pt>
                <c:pt idx="371">
                  <c:v>9.1079438793041975E-3</c:v>
                </c:pt>
                <c:pt idx="372">
                  <c:v>8.8027522644973776E-3</c:v>
                </c:pt>
                <c:pt idx="373">
                  <c:v>8.8452999053349034E-3</c:v>
                </c:pt>
                <c:pt idx="374">
                  <c:v>8.8788984432216275E-3</c:v>
                </c:pt>
                <c:pt idx="375">
                  <c:v>9.2400339072551928E-3</c:v>
                </c:pt>
                <c:pt idx="376">
                  <c:v>8.8881819182538083E-3</c:v>
                </c:pt>
                <c:pt idx="377">
                  <c:v>8.1856498842499473E-3</c:v>
                </c:pt>
                <c:pt idx="378">
                  <c:v>8.3461277347200991E-3</c:v>
                </c:pt>
                <c:pt idx="379">
                  <c:v>8.2527887427055087E-3</c:v>
                </c:pt>
                <c:pt idx="380">
                  <c:v>8.246432203309461E-3</c:v>
                </c:pt>
                <c:pt idx="381">
                  <c:v>8.1829702633693623E-3</c:v>
                </c:pt>
                <c:pt idx="382">
                  <c:v>7.5771089615543673E-3</c:v>
                </c:pt>
                <c:pt idx="383">
                  <c:v>7.7259996477526552E-3</c:v>
                </c:pt>
                <c:pt idx="384">
                  <c:v>7.656084073939951E-3</c:v>
                </c:pt>
                <c:pt idx="385">
                  <c:v>7.4335116339301916E-3</c:v>
                </c:pt>
                <c:pt idx="386">
                  <c:v>7.0644324022594157E-3</c:v>
                </c:pt>
                <c:pt idx="387">
                  <c:v>6.7130496299133225E-3</c:v>
                </c:pt>
                <c:pt idx="388">
                  <c:v>7.1253747116010588E-3</c:v>
                </c:pt>
                <c:pt idx="389">
                  <c:v>6.9795237857239257E-3</c:v>
                </c:pt>
                <c:pt idx="390">
                  <c:v>7.281683365610094E-3</c:v>
                </c:pt>
                <c:pt idx="391">
                  <c:v>7.3494270546099888E-3</c:v>
                </c:pt>
                <c:pt idx="392">
                  <c:v>7.0646209458313592E-3</c:v>
                </c:pt>
                <c:pt idx="393">
                  <c:v>7.9186211165854191E-3</c:v>
                </c:pt>
                <c:pt idx="394">
                  <c:v>7.5551525153438621E-3</c:v>
                </c:pt>
                <c:pt idx="395">
                  <c:v>7.7519337222442686E-3</c:v>
                </c:pt>
                <c:pt idx="396">
                  <c:v>7.1602850493562064E-3</c:v>
                </c:pt>
                <c:pt idx="397">
                  <c:v>7.4021418323192674E-3</c:v>
                </c:pt>
                <c:pt idx="398">
                  <c:v>7.7787070620305996E-3</c:v>
                </c:pt>
                <c:pt idx="399">
                  <c:v>1.0353143793877346E-2</c:v>
                </c:pt>
                <c:pt idx="400">
                  <c:v>1.0561318199087014E-2</c:v>
                </c:pt>
                <c:pt idx="401">
                  <c:v>1.0435362123136864E-2</c:v>
                </c:pt>
                <c:pt idx="402">
                  <c:v>1.0386481216437687E-2</c:v>
                </c:pt>
                <c:pt idx="403">
                  <c:v>1.0529524436610068E-2</c:v>
                </c:pt>
                <c:pt idx="404">
                  <c:v>1.0408338157266247E-2</c:v>
                </c:pt>
                <c:pt idx="405">
                  <c:v>1.0381222342572069E-2</c:v>
                </c:pt>
                <c:pt idx="406">
                  <c:v>1.0927705834011155E-2</c:v>
                </c:pt>
                <c:pt idx="407">
                  <c:v>1.0922400891252486E-2</c:v>
                </c:pt>
                <c:pt idx="408">
                  <c:v>1.1474850767519442E-2</c:v>
                </c:pt>
                <c:pt idx="409">
                  <c:v>1.1435567362643931E-2</c:v>
                </c:pt>
                <c:pt idx="410">
                  <c:v>1.1767873619817909E-2</c:v>
                </c:pt>
                <c:pt idx="411">
                  <c:v>1.310194768012974E-2</c:v>
                </c:pt>
                <c:pt idx="412">
                  <c:v>1.3105793930295751E-2</c:v>
                </c:pt>
                <c:pt idx="413">
                  <c:v>1.3987040356964931E-2</c:v>
                </c:pt>
                <c:pt idx="414">
                  <c:v>1.3528048775822008E-2</c:v>
                </c:pt>
                <c:pt idx="415">
                  <c:v>1.3408376406152299E-2</c:v>
                </c:pt>
                <c:pt idx="416">
                  <c:v>1.3244718275026813E-2</c:v>
                </c:pt>
                <c:pt idx="417">
                  <c:v>1.3221607513544701E-2</c:v>
                </c:pt>
                <c:pt idx="418">
                  <c:v>1.2995235534394415E-2</c:v>
                </c:pt>
                <c:pt idx="419">
                  <c:v>1.3394851302182081E-2</c:v>
                </c:pt>
                <c:pt idx="420">
                  <c:v>1.1843075249183202E-2</c:v>
                </c:pt>
                <c:pt idx="421">
                  <c:v>1.1912373414186217E-2</c:v>
                </c:pt>
                <c:pt idx="422">
                  <c:v>1.2739240545558602E-2</c:v>
                </c:pt>
                <c:pt idx="423">
                  <c:v>1.285771456769636E-2</c:v>
                </c:pt>
                <c:pt idx="424">
                  <c:v>1.2927977110281133E-2</c:v>
                </c:pt>
                <c:pt idx="425">
                  <c:v>1.2869859611662711E-2</c:v>
                </c:pt>
                <c:pt idx="426">
                  <c:v>1.2912600292493175E-2</c:v>
                </c:pt>
                <c:pt idx="427">
                  <c:v>1.2569209021160222E-2</c:v>
                </c:pt>
                <c:pt idx="428">
                  <c:v>1.2607912887812536E-2</c:v>
                </c:pt>
                <c:pt idx="429">
                  <c:v>1.2092794921634268E-2</c:v>
                </c:pt>
                <c:pt idx="430">
                  <c:v>1.1840018178377371E-2</c:v>
                </c:pt>
                <c:pt idx="431">
                  <c:v>1.1505818007755263E-2</c:v>
                </c:pt>
                <c:pt idx="432">
                  <c:v>9.4927630630194867E-3</c:v>
                </c:pt>
                <c:pt idx="433">
                  <c:v>9.8631649324167556E-3</c:v>
                </c:pt>
                <c:pt idx="434">
                  <c:v>8.6890079035795657E-3</c:v>
                </c:pt>
                <c:pt idx="435">
                  <c:v>9.1556517167097271E-3</c:v>
                </c:pt>
                <c:pt idx="436">
                  <c:v>9.1411292529692233E-3</c:v>
                </c:pt>
                <c:pt idx="437">
                  <c:v>9.1356105178337262E-3</c:v>
                </c:pt>
                <c:pt idx="438">
                  <c:v>9.4438876512779029E-3</c:v>
                </c:pt>
                <c:pt idx="439">
                  <c:v>1.1188871403051328E-2</c:v>
                </c:pt>
                <c:pt idx="440">
                  <c:v>1.1917907605543942E-2</c:v>
                </c:pt>
                <c:pt idx="441">
                  <c:v>1.2043053827171447E-2</c:v>
                </c:pt>
                <c:pt idx="442">
                  <c:v>1.1852160539346922E-2</c:v>
                </c:pt>
                <c:pt idx="443">
                  <c:v>1.0882947509075837E-2</c:v>
                </c:pt>
                <c:pt idx="444">
                  <c:v>1.0784934969894928E-2</c:v>
                </c:pt>
                <c:pt idx="445">
                  <c:v>1.1175782346312725E-2</c:v>
                </c:pt>
                <c:pt idx="446">
                  <c:v>1.1058179875333318E-2</c:v>
                </c:pt>
                <c:pt idx="447">
                  <c:v>1.1480728319803409E-2</c:v>
                </c:pt>
                <c:pt idx="448">
                  <c:v>1.1253804216600497E-2</c:v>
                </c:pt>
                <c:pt idx="449">
                  <c:v>1.1845300602787424E-2</c:v>
                </c:pt>
                <c:pt idx="450">
                  <c:v>1.2461276885162012E-2</c:v>
                </c:pt>
                <c:pt idx="451">
                  <c:v>1.250562361222847E-2</c:v>
                </c:pt>
                <c:pt idx="452">
                  <c:v>1.2852802540474445E-2</c:v>
                </c:pt>
                <c:pt idx="453">
                  <c:v>1.2943209054717806E-2</c:v>
                </c:pt>
                <c:pt idx="454">
                  <c:v>1.2919277522085541E-2</c:v>
                </c:pt>
                <c:pt idx="455">
                  <c:v>1.2901665570743286E-2</c:v>
                </c:pt>
                <c:pt idx="456">
                  <c:v>1.2586823572481049E-2</c:v>
                </c:pt>
                <c:pt idx="457">
                  <c:v>1.2596652311979714E-2</c:v>
                </c:pt>
                <c:pt idx="458">
                  <c:v>1.2834926898397799E-2</c:v>
                </c:pt>
                <c:pt idx="459">
                  <c:v>1.2529586463353382E-2</c:v>
                </c:pt>
                <c:pt idx="460">
                  <c:v>1.112514057267187E-2</c:v>
                </c:pt>
                <c:pt idx="461">
                  <c:v>9.442374559550118E-3</c:v>
                </c:pt>
                <c:pt idx="462">
                  <c:v>9.0327400902563363E-3</c:v>
                </c:pt>
                <c:pt idx="463">
                  <c:v>9.0486838460095923E-3</c:v>
                </c:pt>
                <c:pt idx="464">
                  <c:v>9.0879633918459334E-3</c:v>
                </c:pt>
                <c:pt idx="465">
                  <c:v>9.143305596438436E-3</c:v>
                </c:pt>
                <c:pt idx="466">
                  <c:v>7.8644610883637431E-3</c:v>
                </c:pt>
                <c:pt idx="467">
                  <c:v>7.8231275894032806E-3</c:v>
                </c:pt>
                <c:pt idx="468">
                  <c:v>8.6234992636653879E-3</c:v>
                </c:pt>
                <c:pt idx="469">
                  <c:v>8.7008161969904622E-3</c:v>
                </c:pt>
                <c:pt idx="470">
                  <c:v>8.5082941942098908E-3</c:v>
                </c:pt>
                <c:pt idx="471">
                  <c:v>8.3680787702237296E-3</c:v>
                </c:pt>
                <c:pt idx="472">
                  <c:v>8.2937587150540681E-3</c:v>
                </c:pt>
                <c:pt idx="473">
                  <c:v>7.8591915763827416E-3</c:v>
                </c:pt>
                <c:pt idx="474">
                  <c:v>8.0110855107471107E-3</c:v>
                </c:pt>
                <c:pt idx="475">
                  <c:v>7.9659812868341957E-3</c:v>
                </c:pt>
                <c:pt idx="476">
                  <c:v>7.9516588314153726E-3</c:v>
                </c:pt>
                <c:pt idx="477">
                  <c:v>8.0885002431794507E-3</c:v>
                </c:pt>
                <c:pt idx="478">
                  <c:v>8.6416087088401622E-3</c:v>
                </c:pt>
                <c:pt idx="479">
                  <c:v>8.3776702705507574E-3</c:v>
                </c:pt>
                <c:pt idx="480">
                  <c:v>8.4628586036713475E-3</c:v>
                </c:pt>
                <c:pt idx="481">
                  <c:v>8.5577553123682565E-3</c:v>
                </c:pt>
                <c:pt idx="482">
                  <c:v>8.7962134993379345E-3</c:v>
                </c:pt>
                <c:pt idx="483">
                  <c:v>9.5102923926836287E-3</c:v>
                </c:pt>
                <c:pt idx="484">
                  <c:v>9.6551136130832282E-3</c:v>
                </c:pt>
                <c:pt idx="485">
                  <c:v>9.5324464867302412E-3</c:v>
                </c:pt>
                <c:pt idx="486">
                  <c:v>9.3098313582635362E-3</c:v>
                </c:pt>
                <c:pt idx="487">
                  <c:v>9.2213799417900557E-3</c:v>
                </c:pt>
                <c:pt idx="488">
                  <c:v>9.1922170343183614E-3</c:v>
                </c:pt>
                <c:pt idx="489">
                  <c:v>9.0830221039976868E-3</c:v>
                </c:pt>
                <c:pt idx="490">
                  <c:v>9.2103762559333988E-3</c:v>
                </c:pt>
                <c:pt idx="491">
                  <c:v>8.8981373488853186E-3</c:v>
                </c:pt>
                <c:pt idx="492">
                  <c:v>8.675402409250639E-3</c:v>
                </c:pt>
                <c:pt idx="493">
                  <c:v>8.872266987967347E-3</c:v>
                </c:pt>
                <c:pt idx="494">
                  <c:v>8.9395099987500688E-3</c:v>
                </c:pt>
                <c:pt idx="495">
                  <c:v>9.1771741386731265E-3</c:v>
                </c:pt>
                <c:pt idx="496">
                  <c:v>9.2929435197869337E-3</c:v>
                </c:pt>
                <c:pt idx="497">
                  <c:v>9.3155041123931699E-3</c:v>
                </c:pt>
                <c:pt idx="498">
                  <c:v>9.2744662888305518E-3</c:v>
                </c:pt>
                <c:pt idx="499">
                  <c:v>8.9932272688419829E-3</c:v>
                </c:pt>
                <c:pt idx="500">
                  <c:v>8.8821865690786265E-3</c:v>
                </c:pt>
                <c:pt idx="501">
                  <c:v>8.6529339779816018E-3</c:v>
                </c:pt>
                <c:pt idx="502">
                  <c:v>8.6696211908977392E-3</c:v>
                </c:pt>
                <c:pt idx="503">
                  <c:v>8.5301598620082675E-3</c:v>
                </c:pt>
                <c:pt idx="504">
                  <c:v>7.5544637545471261E-3</c:v>
                </c:pt>
                <c:pt idx="505">
                  <c:v>7.2558277868501981E-3</c:v>
                </c:pt>
                <c:pt idx="506">
                  <c:v>7.9672503016289357E-3</c:v>
                </c:pt>
                <c:pt idx="507">
                  <c:v>7.9633795262230717E-3</c:v>
                </c:pt>
                <c:pt idx="508">
                  <c:v>7.927744701431972E-3</c:v>
                </c:pt>
                <c:pt idx="509">
                  <c:v>8.1100866699753259E-3</c:v>
                </c:pt>
                <c:pt idx="510">
                  <c:v>6.8173327707361673E-3</c:v>
                </c:pt>
                <c:pt idx="511">
                  <c:v>6.9926253874279818E-3</c:v>
                </c:pt>
                <c:pt idx="512">
                  <c:v>6.4748536044507074E-3</c:v>
                </c:pt>
                <c:pt idx="513">
                  <c:v>7.1075026996782632E-3</c:v>
                </c:pt>
                <c:pt idx="514">
                  <c:v>6.750530661144393E-3</c:v>
                </c:pt>
                <c:pt idx="515">
                  <c:v>6.4897157272688589E-3</c:v>
                </c:pt>
                <c:pt idx="516">
                  <c:v>7.091926788612932E-3</c:v>
                </c:pt>
                <c:pt idx="517">
                  <c:v>6.6136030670087354E-3</c:v>
                </c:pt>
                <c:pt idx="518">
                  <c:v>7.181015196385903E-3</c:v>
                </c:pt>
                <c:pt idx="519">
                  <c:v>7.1459623793531483E-3</c:v>
                </c:pt>
                <c:pt idx="520">
                  <c:v>7.0778313722501297E-3</c:v>
                </c:pt>
                <c:pt idx="521">
                  <c:v>7.0903653734038169E-3</c:v>
                </c:pt>
                <c:pt idx="522">
                  <c:v>6.981760368618365E-3</c:v>
                </c:pt>
                <c:pt idx="523">
                  <c:v>8.413128097922962E-3</c:v>
                </c:pt>
                <c:pt idx="524">
                  <c:v>8.4268168870612406E-3</c:v>
                </c:pt>
                <c:pt idx="525">
                  <c:v>8.909648214479279E-3</c:v>
                </c:pt>
                <c:pt idx="526">
                  <c:v>9.3647554755230851E-3</c:v>
                </c:pt>
                <c:pt idx="527">
                  <c:v>8.9494278155365231E-3</c:v>
                </c:pt>
                <c:pt idx="528">
                  <c:v>8.9494876774804649E-3</c:v>
                </c:pt>
                <c:pt idx="529">
                  <c:v>9.4926077452041624E-3</c:v>
                </c:pt>
                <c:pt idx="530">
                  <c:v>9.3916665020378591E-3</c:v>
                </c:pt>
                <c:pt idx="531">
                  <c:v>9.3665846683540499E-3</c:v>
                </c:pt>
                <c:pt idx="532">
                  <c:v>9.2748978818996096E-3</c:v>
                </c:pt>
                <c:pt idx="533">
                  <c:v>9.3481579389611304E-3</c:v>
                </c:pt>
                <c:pt idx="534">
                  <c:v>8.9564830707788978E-3</c:v>
                </c:pt>
                <c:pt idx="535">
                  <c:v>8.8616055115775319E-3</c:v>
                </c:pt>
                <c:pt idx="536">
                  <c:v>8.8698998660691492E-3</c:v>
                </c:pt>
                <c:pt idx="537">
                  <c:v>8.6769725108830631E-3</c:v>
                </c:pt>
                <c:pt idx="538">
                  <c:v>9.0742152668988312E-3</c:v>
                </c:pt>
                <c:pt idx="539">
                  <c:v>8.8538026976551464E-3</c:v>
                </c:pt>
                <c:pt idx="540">
                  <c:v>8.907949822425815E-3</c:v>
                </c:pt>
                <c:pt idx="541">
                  <c:v>8.6880217848411406E-3</c:v>
                </c:pt>
                <c:pt idx="542">
                  <c:v>8.6170957561926467E-3</c:v>
                </c:pt>
                <c:pt idx="543">
                  <c:v>8.852210224546006E-3</c:v>
                </c:pt>
                <c:pt idx="544">
                  <c:v>8.2922028320777282E-3</c:v>
                </c:pt>
                <c:pt idx="545">
                  <c:v>8.3197053999742084E-3</c:v>
                </c:pt>
                <c:pt idx="546">
                  <c:v>7.8760498574737773E-3</c:v>
                </c:pt>
                <c:pt idx="547">
                  <c:v>7.7518784617554891E-3</c:v>
                </c:pt>
                <c:pt idx="548">
                  <c:v>7.6533963679913464E-3</c:v>
                </c:pt>
                <c:pt idx="549">
                  <c:v>7.6444982902016912E-3</c:v>
                </c:pt>
                <c:pt idx="550">
                  <c:v>7.0485549208936758E-3</c:v>
                </c:pt>
                <c:pt idx="551">
                  <c:v>7.0814153283182569E-3</c:v>
                </c:pt>
                <c:pt idx="552">
                  <c:v>7.2505104844724699E-3</c:v>
                </c:pt>
                <c:pt idx="553">
                  <c:v>7.0481460127486961E-3</c:v>
                </c:pt>
                <c:pt idx="554">
                  <c:v>7.1699470495326214E-3</c:v>
                </c:pt>
                <c:pt idx="555">
                  <c:v>7.4409697747117552E-3</c:v>
                </c:pt>
                <c:pt idx="556">
                  <c:v>7.5145157673333013E-3</c:v>
                </c:pt>
                <c:pt idx="557">
                  <c:v>7.5367329347773449E-3</c:v>
                </c:pt>
                <c:pt idx="558">
                  <c:v>7.0724686634185685E-3</c:v>
                </c:pt>
                <c:pt idx="559">
                  <c:v>6.3114408431143741E-3</c:v>
                </c:pt>
                <c:pt idx="560">
                  <c:v>6.6045702561597329E-3</c:v>
                </c:pt>
                <c:pt idx="561">
                  <c:v>6.9802131546651529E-3</c:v>
                </c:pt>
                <c:pt idx="562">
                  <c:v>7.080093020830523E-3</c:v>
                </c:pt>
                <c:pt idx="563">
                  <c:v>7.054363974479237E-3</c:v>
                </c:pt>
                <c:pt idx="564">
                  <c:v>6.8857311290331409E-3</c:v>
                </c:pt>
                <c:pt idx="565">
                  <c:v>6.4472513734667959E-3</c:v>
                </c:pt>
                <c:pt idx="566">
                  <c:v>6.3773748406455522E-3</c:v>
                </c:pt>
                <c:pt idx="567">
                  <c:v>7.7254977770583487E-3</c:v>
                </c:pt>
                <c:pt idx="568">
                  <c:v>7.2649536474703545E-3</c:v>
                </c:pt>
                <c:pt idx="569">
                  <c:v>7.2654612647439542E-3</c:v>
                </c:pt>
                <c:pt idx="570">
                  <c:v>8.0292111632840127E-3</c:v>
                </c:pt>
                <c:pt idx="571">
                  <c:v>8.5748964587463884E-3</c:v>
                </c:pt>
                <c:pt idx="572">
                  <c:v>9.5949182489207373E-3</c:v>
                </c:pt>
                <c:pt idx="573">
                  <c:v>1.005777313313185E-2</c:v>
                </c:pt>
                <c:pt idx="574">
                  <c:v>1.019557432834154E-2</c:v>
                </c:pt>
                <c:pt idx="575">
                  <c:v>1.0202445799326547E-2</c:v>
                </c:pt>
                <c:pt idx="576">
                  <c:v>1.008535161444476E-2</c:v>
                </c:pt>
                <c:pt idx="577">
                  <c:v>1.023993228001803E-2</c:v>
                </c:pt>
                <c:pt idx="578">
                  <c:v>1.0207803009980856E-2</c:v>
                </c:pt>
                <c:pt idx="579">
                  <c:v>1.0109235206679395E-2</c:v>
                </c:pt>
                <c:pt idx="580">
                  <c:v>1.0552111371264054E-2</c:v>
                </c:pt>
                <c:pt idx="581">
                  <c:v>1.0379071622987948E-2</c:v>
                </c:pt>
                <c:pt idx="582">
                  <c:v>1.0030207823720449E-2</c:v>
                </c:pt>
                <c:pt idx="583">
                  <c:v>1.002763301656188E-2</c:v>
                </c:pt>
                <c:pt idx="584">
                  <c:v>1.0201716496934835E-2</c:v>
                </c:pt>
                <c:pt idx="585">
                  <c:v>1.0245069298141552E-2</c:v>
                </c:pt>
                <c:pt idx="586">
                  <c:v>1.0242396850211043E-2</c:v>
                </c:pt>
                <c:pt idx="587">
                  <c:v>1.0298855012028129E-2</c:v>
                </c:pt>
                <c:pt idx="588">
                  <c:v>9.5375583237375921E-3</c:v>
                </c:pt>
                <c:pt idx="589">
                  <c:v>9.7959708649265117E-3</c:v>
                </c:pt>
                <c:pt idx="590">
                  <c:v>9.7892890412018384E-3</c:v>
                </c:pt>
                <c:pt idx="591">
                  <c:v>9.1930012740840967E-3</c:v>
                </c:pt>
                <c:pt idx="592">
                  <c:v>8.1000028858800345E-3</c:v>
                </c:pt>
                <c:pt idx="593">
                  <c:v>6.9074714864037273E-3</c:v>
                </c:pt>
                <c:pt idx="594">
                  <c:v>6.2252801417207468E-3</c:v>
                </c:pt>
                <c:pt idx="595">
                  <c:v>6.1085188841720137E-3</c:v>
                </c:pt>
                <c:pt idx="596">
                  <c:v>6.092036493469892E-3</c:v>
                </c:pt>
                <c:pt idx="597">
                  <c:v>6.1100063878204896E-3</c:v>
                </c:pt>
                <c:pt idx="598">
                  <c:v>6.0053107496467802E-3</c:v>
                </c:pt>
                <c:pt idx="599">
                  <c:v>5.9313926482200113E-3</c:v>
                </c:pt>
                <c:pt idx="600">
                  <c:v>5.852270377451077E-3</c:v>
                </c:pt>
                <c:pt idx="601">
                  <c:v>5.1202613508621831E-3</c:v>
                </c:pt>
                <c:pt idx="602">
                  <c:v>5.0480695563720748E-3</c:v>
                </c:pt>
                <c:pt idx="603">
                  <c:v>6.269712419843072E-3</c:v>
                </c:pt>
                <c:pt idx="604">
                  <c:v>6.3253885797147557E-3</c:v>
                </c:pt>
                <c:pt idx="605">
                  <c:v>5.9440420657794913E-3</c:v>
                </c:pt>
                <c:pt idx="606">
                  <c:v>6.0484862909173948E-3</c:v>
                </c:pt>
                <c:pt idx="607">
                  <c:v>6.0133445365314715E-3</c:v>
                </c:pt>
                <c:pt idx="608">
                  <c:v>5.6447830325726638E-3</c:v>
                </c:pt>
                <c:pt idx="609">
                  <c:v>5.6491154730746217E-3</c:v>
                </c:pt>
                <c:pt idx="610">
                  <c:v>5.6466973659784186E-3</c:v>
                </c:pt>
                <c:pt idx="611">
                  <c:v>5.6863991020559886E-3</c:v>
                </c:pt>
                <c:pt idx="612">
                  <c:v>5.8971506451151109E-3</c:v>
                </c:pt>
                <c:pt idx="613">
                  <c:v>5.6777908048515537E-3</c:v>
                </c:pt>
                <c:pt idx="614">
                  <c:v>5.3249007235140425E-3</c:v>
                </c:pt>
                <c:pt idx="615">
                  <c:v>5.062162683388537E-3</c:v>
                </c:pt>
                <c:pt idx="616">
                  <c:v>5.2887316750927895E-3</c:v>
                </c:pt>
                <c:pt idx="617">
                  <c:v>5.5541249581617606E-3</c:v>
                </c:pt>
                <c:pt idx="618">
                  <c:v>5.9054664915422364E-3</c:v>
                </c:pt>
                <c:pt idx="619">
                  <c:v>5.8432423029816383E-3</c:v>
                </c:pt>
                <c:pt idx="620">
                  <c:v>5.8212895407774761E-3</c:v>
                </c:pt>
                <c:pt idx="621">
                  <c:v>5.8380402902503273E-3</c:v>
                </c:pt>
                <c:pt idx="622">
                  <c:v>5.8397286047245306E-3</c:v>
                </c:pt>
                <c:pt idx="623">
                  <c:v>5.8387792649215609E-3</c:v>
                </c:pt>
                <c:pt idx="624">
                  <c:v>5.5578768170499847E-3</c:v>
                </c:pt>
                <c:pt idx="625">
                  <c:v>6.0795399497274704E-3</c:v>
                </c:pt>
                <c:pt idx="626">
                  <c:v>6.7398076658219865E-3</c:v>
                </c:pt>
                <c:pt idx="627">
                  <c:v>6.8481893375136951E-3</c:v>
                </c:pt>
                <c:pt idx="628">
                  <c:v>7.7255829661600989E-3</c:v>
                </c:pt>
                <c:pt idx="629">
                  <c:v>7.694363125261991E-3</c:v>
                </c:pt>
                <c:pt idx="630">
                  <c:v>7.7347153758083051E-3</c:v>
                </c:pt>
                <c:pt idx="631">
                  <c:v>7.3929577453154547E-3</c:v>
                </c:pt>
                <c:pt idx="632">
                  <c:v>7.776439029676353E-3</c:v>
                </c:pt>
                <c:pt idx="633">
                  <c:v>7.7639609842740688E-3</c:v>
                </c:pt>
                <c:pt idx="634">
                  <c:v>7.9615125083305534E-3</c:v>
                </c:pt>
                <c:pt idx="635">
                  <c:v>7.9415642248723013E-3</c:v>
                </c:pt>
                <c:pt idx="636">
                  <c:v>8.1601410458544774E-3</c:v>
                </c:pt>
                <c:pt idx="637">
                  <c:v>8.6065233430535609E-3</c:v>
                </c:pt>
                <c:pt idx="638">
                  <c:v>8.7968926257358752E-3</c:v>
                </c:pt>
                <c:pt idx="639">
                  <c:v>8.2897205984923342E-3</c:v>
                </c:pt>
                <c:pt idx="640">
                  <c:v>8.2784505700879002E-3</c:v>
                </c:pt>
                <c:pt idx="641">
                  <c:v>8.492945143024816E-3</c:v>
                </c:pt>
                <c:pt idx="642">
                  <c:v>8.4826525689003802E-3</c:v>
                </c:pt>
                <c:pt idx="643">
                  <c:v>8.478147034790896E-3</c:v>
                </c:pt>
                <c:pt idx="644">
                  <c:v>8.4876182117317421E-3</c:v>
                </c:pt>
                <c:pt idx="645">
                  <c:v>8.4632306769519862E-3</c:v>
                </c:pt>
                <c:pt idx="646">
                  <c:v>9.119217806847461E-3</c:v>
                </c:pt>
                <c:pt idx="647">
                  <c:v>8.6397084511700226E-3</c:v>
                </c:pt>
                <c:pt idx="648">
                  <c:v>8.3158150540874193E-3</c:v>
                </c:pt>
                <c:pt idx="649">
                  <c:v>7.6844506332863311E-3</c:v>
                </c:pt>
                <c:pt idx="650">
                  <c:v>7.8032220457755694E-3</c:v>
                </c:pt>
                <c:pt idx="651">
                  <c:v>8.2158470216871279E-3</c:v>
                </c:pt>
                <c:pt idx="652">
                  <c:v>8.2265856359300046E-3</c:v>
                </c:pt>
                <c:pt idx="653">
                  <c:v>7.6811837997357614E-3</c:v>
                </c:pt>
                <c:pt idx="654">
                  <c:v>7.6582566585451737E-3</c:v>
                </c:pt>
                <c:pt idx="655">
                  <c:v>9.3562485510770635E-3</c:v>
                </c:pt>
                <c:pt idx="656">
                  <c:v>9.6568089861017534E-3</c:v>
                </c:pt>
                <c:pt idx="657">
                  <c:v>9.4471274939804985E-3</c:v>
                </c:pt>
                <c:pt idx="658">
                  <c:v>9.8450386126404874E-3</c:v>
                </c:pt>
                <c:pt idx="659">
                  <c:v>9.6218461376130025E-3</c:v>
                </c:pt>
                <c:pt idx="660">
                  <c:v>9.9625791586570849E-3</c:v>
                </c:pt>
                <c:pt idx="661">
                  <c:v>9.9527922468211731E-3</c:v>
                </c:pt>
                <c:pt idx="662">
                  <c:v>9.7795347962154385E-3</c:v>
                </c:pt>
                <c:pt idx="663">
                  <c:v>9.7878496692120395E-3</c:v>
                </c:pt>
                <c:pt idx="664">
                  <c:v>1.0017937453797683E-2</c:v>
                </c:pt>
                <c:pt idx="665">
                  <c:v>1.0037286294820669E-2</c:v>
                </c:pt>
                <c:pt idx="666">
                  <c:v>9.9588790879412137E-3</c:v>
                </c:pt>
                <c:pt idx="667">
                  <c:v>8.9920762506873649E-3</c:v>
                </c:pt>
                <c:pt idx="668">
                  <c:v>9.1652346579745442E-3</c:v>
                </c:pt>
                <c:pt idx="669">
                  <c:v>9.5701861389587556E-3</c:v>
                </c:pt>
                <c:pt idx="670">
                  <c:v>9.8777655822773879E-3</c:v>
                </c:pt>
                <c:pt idx="671">
                  <c:v>9.9244639710010692E-3</c:v>
                </c:pt>
                <c:pt idx="672">
                  <c:v>9.5317037698185603E-3</c:v>
                </c:pt>
                <c:pt idx="673">
                  <c:v>9.5304387689712274E-3</c:v>
                </c:pt>
                <c:pt idx="674">
                  <c:v>9.7424199615382626E-3</c:v>
                </c:pt>
                <c:pt idx="675">
                  <c:v>9.8315923644191425E-3</c:v>
                </c:pt>
                <c:pt idx="676">
                  <c:v>9.3415283926313684E-3</c:v>
                </c:pt>
                <c:pt idx="677">
                  <c:v>8.7239998365159499E-3</c:v>
                </c:pt>
                <c:pt idx="678">
                  <c:v>9.1140556912200632E-3</c:v>
                </c:pt>
                <c:pt idx="679">
                  <c:v>7.5571457514006972E-3</c:v>
                </c:pt>
                <c:pt idx="680">
                  <c:v>7.5892221113651138E-3</c:v>
                </c:pt>
                <c:pt idx="681">
                  <c:v>7.5157157616186328E-3</c:v>
                </c:pt>
                <c:pt idx="682">
                  <c:v>7.3590009838298536E-3</c:v>
                </c:pt>
                <c:pt idx="683">
                  <c:v>7.3317939910819106E-3</c:v>
                </c:pt>
                <c:pt idx="684">
                  <c:v>7.5235341768853416E-3</c:v>
                </c:pt>
                <c:pt idx="685">
                  <c:v>8.9258516654797809E-3</c:v>
                </c:pt>
                <c:pt idx="686">
                  <c:v>8.963404655941724E-3</c:v>
                </c:pt>
                <c:pt idx="687">
                  <c:v>8.9373108649844716E-3</c:v>
                </c:pt>
                <c:pt idx="688">
                  <c:v>9.0428450212780287E-3</c:v>
                </c:pt>
                <c:pt idx="689">
                  <c:v>9.8372431868427451E-3</c:v>
                </c:pt>
                <c:pt idx="690">
                  <c:v>1.0129462514885224E-2</c:v>
                </c:pt>
                <c:pt idx="691">
                  <c:v>1.0381464443409805E-2</c:v>
                </c:pt>
                <c:pt idx="692">
                  <c:v>1.0429241045180351E-2</c:v>
                </c:pt>
                <c:pt idx="693">
                  <c:v>1.04667337827129E-2</c:v>
                </c:pt>
                <c:pt idx="694">
                  <c:v>1.0564515738617575E-2</c:v>
                </c:pt>
                <c:pt idx="695">
                  <c:v>1.0417257270770083E-2</c:v>
                </c:pt>
                <c:pt idx="696">
                  <c:v>1.0274131101911622E-2</c:v>
                </c:pt>
                <c:pt idx="697">
                  <c:v>8.6759815906571544E-3</c:v>
                </c:pt>
                <c:pt idx="698">
                  <c:v>8.6285226172267814E-3</c:v>
                </c:pt>
                <c:pt idx="699">
                  <c:v>8.5950154359078195E-3</c:v>
                </c:pt>
                <c:pt idx="700">
                  <c:v>8.4799398557423179E-3</c:v>
                </c:pt>
                <c:pt idx="701">
                  <c:v>8.5187423307027006E-3</c:v>
                </c:pt>
                <c:pt idx="702">
                  <c:v>8.3110987366585651E-3</c:v>
                </c:pt>
                <c:pt idx="703">
                  <c:v>8.67867887356563E-3</c:v>
                </c:pt>
                <c:pt idx="704">
                  <c:v>8.5853852061932613E-3</c:v>
                </c:pt>
                <c:pt idx="705">
                  <c:v>8.5459561851928979E-3</c:v>
                </c:pt>
                <c:pt idx="706">
                  <c:v>8.1045969989072299E-3</c:v>
                </c:pt>
                <c:pt idx="707">
                  <c:v>1.0198274755413387E-2</c:v>
                </c:pt>
                <c:pt idx="708">
                  <c:v>1.0222440790967319E-2</c:v>
                </c:pt>
                <c:pt idx="709">
                  <c:v>9.888053250719446E-3</c:v>
                </c:pt>
                <c:pt idx="710">
                  <c:v>9.6903354779212993E-3</c:v>
                </c:pt>
                <c:pt idx="711">
                  <c:v>9.5859717319764833E-3</c:v>
                </c:pt>
                <c:pt idx="712">
                  <c:v>9.1817658860801812E-3</c:v>
                </c:pt>
                <c:pt idx="713">
                  <c:v>9.0532303465047839E-3</c:v>
                </c:pt>
                <c:pt idx="714">
                  <c:v>9.1458663981245757E-3</c:v>
                </c:pt>
                <c:pt idx="715">
                  <c:v>9.2552891761628758E-3</c:v>
                </c:pt>
                <c:pt idx="716">
                  <c:v>9.2505969430098905E-3</c:v>
                </c:pt>
                <c:pt idx="717">
                  <c:v>9.5707644941581682E-3</c:v>
                </c:pt>
                <c:pt idx="718">
                  <c:v>9.5767418683671748E-3</c:v>
                </c:pt>
                <c:pt idx="719">
                  <c:v>9.6589074149476331E-3</c:v>
                </c:pt>
                <c:pt idx="720">
                  <c:v>9.702578948835916E-3</c:v>
                </c:pt>
                <c:pt idx="721">
                  <c:v>9.5352194031097376E-3</c:v>
                </c:pt>
                <c:pt idx="722">
                  <c:v>9.6888734470280957E-3</c:v>
                </c:pt>
                <c:pt idx="723">
                  <c:v>9.5909732267066769E-3</c:v>
                </c:pt>
                <c:pt idx="724">
                  <c:v>9.0729707837548367E-3</c:v>
                </c:pt>
                <c:pt idx="725">
                  <c:v>9.1736366924272707E-3</c:v>
                </c:pt>
                <c:pt idx="726">
                  <c:v>9.3252676659654372E-3</c:v>
                </c:pt>
                <c:pt idx="727">
                  <c:v>8.7283890689609008E-3</c:v>
                </c:pt>
                <c:pt idx="728">
                  <c:v>7.0695928337220319E-3</c:v>
                </c:pt>
                <c:pt idx="729">
                  <c:v>7.2826428066567516E-3</c:v>
                </c:pt>
                <c:pt idx="730">
                  <c:v>7.3688686487678083E-3</c:v>
                </c:pt>
                <c:pt idx="731">
                  <c:v>6.624743678059198E-3</c:v>
                </c:pt>
                <c:pt idx="732">
                  <c:v>6.0269946342389382E-3</c:v>
                </c:pt>
                <c:pt idx="733">
                  <c:v>6.2278169802923713E-3</c:v>
                </c:pt>
                <c:pt idx="734">
                  <c:v>6.8693351306618154E-3</c:v>
                </c:pt>
                <c:pt idx="735">
                  <c:v>7.0973095057442238E-3</c:v>
                </c:pt>
                <c:pt idx="736">
                  <c:v>7.8409203890201385E-3</c:v>
                </c:pt>
                <c:pt idx="737">
                  <c:v>8.0552222762509326E-3</c:v>
                </c:pt>
                <c:pt idx="738">
                  <c:v>7.7801431569734358E-3</c:v>
                </c:pt>
                <c:pt idx="739">
                  <c:v>7.7100013304164626E-3</c:v>
                </c:pt>
                <c:pt idx="740">
                  <c:v>7.9655313878860927E-3</c:v>
                </c:pt>
                <c:pt idx="741">
                  <c:v>7.8565136034824245E-3</c:v>
                </c:pt>
                <c:pt idx="742">
                  <c:v>7.8116827499077092E-3</c:v>
                </c:pt>
                <c:pt idx="743">
                  <c:v>7.6068739748065403E-3</c:v>
                </c:pt>
                <c:pt idx="744">
                  <c:v>7.6702126130258194E-3</c:v>
                </c:pt>
                <c:pt idx="745">
                  <c:v>7.8147443022392894E-3</c:v>
                </c:pt>
                <c:pt idx="746">
                  <c:v>1.0396043844196611E-2</c:v>
                </c:pt>
                <c:pt idx="747">
                  <c:v>9.900379376302058E-3</c:v>
                </c:pt>
                <c:pt idx="748">
                  <c:v>9.6816288134956192E-3</c:v>
                </c:pt>
                <c:pt idx="749">
                  <c:v>9.6533112412333002E-3</c:v>
                </c:pt>
                <c:pt idx="750">
                  <c:v>9.8882460641205421E-3</c:v>
                </c:pt>
                <c:pt idx="751">
                  <c:v>9.9614839626434772E-3</c:v>
                </c:pt>
                <c:pt idx="752">
                  <c:v>1.0616166787999216E-2</c:v>
                </c:pt>
                <c:pt idx="753">
                  <c:v>1.0700261131846482E-2</c:v>
                </c:pt>
                <c:pt idx="754">
                  <c:v>1.0745756775744715E-2</c:v>
                </c:pt>
                <c:pt idx="755">
                  <c:v>1.0767428856801178E-2</c:v>
                </c:pt>
                <c:pt idx="756">
                  <c:v>1.0493078321483077E-2</c:v>
                </c:pt>
                <c:pt idx="757">
                  <c:v>1.0206128473161831E-2</c:v>
                </c:pt>
                <c:pt idx="758">
                  <c:v>9.7726026010643164E-3</c:v>
                </c:pt>
                <c:pt idx="759">
                  <c:v>9.5303910244043024E-3</c:v>
                </c:pt>
                <c:pt idx="760">
                  <c:v>1.0238947159095332E-2</c:v>
                </c:pt>
                <c:pt idx="761">
                  <c:v>1.096414830271765E-2</c:v>
                </c:pt>
                <c:pt idx="762">
                  <c:v>1.0988421318728936E-2</c:v>
                </c:pt>
                <c:pt idx="763">
                  <c:v>1.1063953056871608E-2</c:v>
                </c:pt>
                <c:pt idx="764">
                  <c:v>1.1061585973565919E-2</c:v>
                </c:pt>
                <c:pt idx="765">
                  <c:v>1.1177663760960304E-2</c:v>
                </c:pt>
                <c:pt idx="766">
                  <c:v>1.1116568889992195E-2</c:v>
                </c:pt>
                <c:pt idx="767">
                  <c:v>9.5616829660943575E-3</c:v>
                </c:pt>
                <c:pt idx="768">
                  <c:v>9.9762394173432464E-3</c:v>
                </c:pt>
                <c:pt idx="769">
                  <c:v>9.7710405782377024E-3</c:v>
                </c:pt>
                <c:pt idx="770">
                  <c:v>1.0860380911493136E-2</c:v>
                </c:pt>
                <c:pt idx="771">
                  <c:v>1.0782313832302444E-2</c:v>
                </c:pt>
                <c:pt idx="772">
                  <c:v>1.0643470453604144E-2</c:v>
                </c:pt>
                <c:pt idx="773">
                  <c:v>1.0133620638792761E-2</c:v>
                </c:pt>
                <c:pt idx="774">
                  <c:v>1.0642559657191681E-2</c:v>
                </c:pt>
                <c:pt idx="775">
                  <c:v>1.0645993761715324E-2</c:v>
                </c:pt>
                <c:pt idx="776">
                  <c:v>1.0703157669256162E-2</c:v>
                </c:pt>
                <c:pt idx="777">
                  <c:v>1.0530904594853728E-2</c:v>
                </c:pt>
                <c:pt idx="778">
                  <c:v>1.0666774159932129E-2</c:v>
                </c:pt>
                <c:pt idx="779">
                  <c:v>1.0791343248170375E-2</c:v>
                </c:pt>
                <c:pt idx="780">
                  <c:v>1.1280183674454245E-2</c:v>
                </c:pt>
                <c:pt idx="781">
                  <c:v>1.0830244430422813E-2</c:v>
                </c:pt>
                <c:pt idx="782">
                  <c:v>1.0347419268173683E-2</c:v>
                </c:pt>
                <c:pt idx="783">
                  <c:v>1.1019335044036163E-2</c:v>
                </c:pt>
                <c:pt idx="784">
                  <c:v>1.1100228847201457E-2</c:v>
                </c:pt>
                <c:pt idx="785">
                  <c:v>1.163755918414615E-2</c:v>
                </c:pt>
                <c:pt idx="786">
                  <c:v>1.1993718326106736E-2</c:v>
                </c:pt>
                <c:pt idx="787">
                  <c:v>1.164191761180235E-2</c:v>
                </c:pt>
                <c:pt idx="788">
                  <c:v>1.0817278870465274E-2</c:v>
                </c:pt>
                <c:pt idx="789">
                  <c:v>1.0762418070225231E-2</c:v>
                </c:pt>
                <c:pt idx="790">
                  <c:v>1.0720373689950592E-2</c:v>
                </c:pt>
                <c:pt idx="791">
                  <c:v>9.8593336505753502E-3</c:v>
                </c:pt>
                <c:pt idx="792">
                  <c:v>9.8369058841221296E-3</c:v>
                </c:pt>
                <c:pt idx="793">
                  <c:v>9.902518032116725E-3</c:v>
                </c:pt>
                <c:pt idx="794">
                  <c:v>9.8826429645371503E-3</c:v>
                </c:pt>
                <c:pt idx="795">
                  <c:v>8.9231898856034757E-3</c:v>
                </c:pt>
                <c:pt idx="796">
                  <c:v>8.8232471411280843E-3</c:v>
                </c:pt>
                <c:pt idx="797">
                  <c:v>9.0297142206083401E-3</c:v>
                </c:pt>
                <c:pt idx="798">
                  <c:v>8.8877195179731441E-3</c:v>
                </c:pt>
                <c:pt idx="799">
                  <c:v>8.6168869268110661E-3</c:v>
                </c:pt>
                <c:pt idx="800">
                  <c:v>8.3509082669433257E-3</c:v>
                </c:pt>
                <c:pt idx="801">
                  <c:v>8.2655767122046808E-3</c:v>
                </c:pt>
                <c:pt idx="802">
                  <c:v>8.4180876642968964E-3</c:v>
                </c:pt>
                <c:pt idx="803">
                  <c:v>8.0600711358519324E-3</c:v>
                </c:pt>
                <c:pt idx="804">
                  <c:v>7.7148132751684462E-3</c:v>
                </c:pt>
                <c:pt idx="805">
                  <c:v>7.9214690649498289E-3</c:v>
                </c:pt>
                <c:pt idx="806">
                  <c:v>7.0614700569007899E-3</c:v>
                </c:pt>
                <c:pt idx="807">
                  <c:v>6.4239680664650535E-3</c:v>
                </c:pt>
                <c:pt idx="808">
                  <c:v>6.4118243414257297E-3</c:v>
                </c:pt>
                <c:pt idx="809">
                  <c:v>6.3954290081958357E-3</c:v>
                </c:pt>
                <c:pt idx="810">
                  <c:v>6.5136964778576053E-3</c:v>
                </c:pt>
                <c:pt idx="811">
                  <c:v>6.52701591330205E-3</c:v>
                </c:pt>
                <c:pt idx="812">
                  <c:v>6.5702748353745543E-3</c:v>
                </c:pt>
                <c:pt idx="813">
                  <c:v>6.5872881354304674E-3</c:v>
                </c:pt>
                <c:pt idx="814">
                  <c:v>6.4421442255997623E-3</c:v>
                </c:pt>
                <c:pt idx="815">
                  <c:v>6.3957674843767671E-3</c:v>
                </c:pt>
                <c:pt idx="816">
                  <c:v>7.5898635300104414E-3</c:v>
                </c:pt>
                <c:pt idx="817">
                  <c:v>7.0159857547958549E-3</c:v>
                </c:pt>
                <c:pt idx="818">
                  <c:v>7.06276821023538E-3</c:v>
                </c:pt>
                <c:pt idx="819">
                  <c:v>7.0915221179061738E-3</c:v>
                </c:pt>
                <c:pt idx="820">
                  <c:v>7.2171681072212574E-3</c:v>
                </c:pt>
                <c:pt idx="821">
                  <c:v>7.7786912396012988E-3</c:v>
                </c:pt>
                <c:pt idx="822">
                  <c:v>8.1899663954693967E-3</c:v>
                </c:pt>
                <c:pt idx="823">
                  <c:v>7.8611077100473117E-3</c:v>
                </c:pt>
                <c:pt idx="824">
                  <c:v>7.4853440683485652E-3</c:v>
                </c:pt>
                <c:pt idx="825">
                  <c:v>7.4429838123811201E-3</c:v>
                </c:pt>
                <c:pt idx="826">
                  <c:v>7.2894972668650056E-3</c:v>
                </c:pt>
                <c:pt idx="827">
                  <c:v>7.9591189687372686E-3</c:v>
                </c:pt>
                <c:pt idx="828">
                  <c:v>8.1425280715517467E-3</c:v>
                </c:pt>
                <c:pt idx="829">
                  <c:v>9.0069549254368116E-3</c:v>
                </c:pt>
                <c:pt idx="830">
                  <c:v>9.1773167656154161E-3</c:v>
                </c:pt>
                <c:pt idx="831">
                  <c:v>9.0010712465421316E-3</c:v>
                </c:pt>
                <c:pt idx="832">
                  <c:v>9.0437358774321901E-3</c:v>
                </c:pt>
                <c:pt idx="833">
                  <c:v>9.1867549783230112E-3</c:v>
                </c:pt>
                <c:pt idx="834">
                  <c:v>9.2642238756375228E-3</c:v>
                </c:pt>
                <c:pt idx="835">
                  <c:v>9.3307624774825477E-3</c:v>
                </c:pt>
                <c:pt idx="836">
                  <c:v>9.4673925155688895E-3</c:v>
                </c:pt>
                <c:pt idx="837">
                  <c:v>8.4346980891941703E-3</c:v>
                </c:pt>
                <c:pt idx="838">
                  <c:v>8.5197973641034305E-3</c:v>
                </c:pt>
                <c:pt idx="839">
                  <c:v>8.4803274253479818E-3</c:v>
                </c:pt>
                <c:pt idx="840">
                  <c:v>8.6782257661421891E-3</c:v>
                </c:pt>
                <c:pt idx="841">
                  <c:v>8.7819710353385424E-3</c:v>
                </c:pt>
                <c:pt idx="842">
                  <c:v>8.7985182703864181E-3</c:v>
                </c:pt>
                <c:pt idx="843">
                  <c:v>8.1936088720129668E-3</c:v>
                </c:pt>
                <c:pt idx="844">
                  <c:v>8.966263470565226E-3</c:v>
                </c:pt>
                <c:pt idx="845">
                  <c:v>8.9699314290878421E-3</c:v>
                </c:pt>
                <c:pt idx="846">
                  <c:v>1.0871610755139878E-2</c:v>
                </c:pt>
                <c:pt idx="847">
                  <c:v>1.1458369543046248E-2</c:v>
                </c:pt>
                <c:pt idx="848">
                  <c:v>1.107298563249141E-2</c:v>
                </c:pt>
                <c:pt idx="849">
                  <c:v>1.0681641873535064E-2</c:v>
                </c:pt>
                <c:pt idx="850">
                  <c:v>1.0012655749775839E-2</c:v>
                </c:pt>
                <c:pt idx="851">
                  <c:v>9.9772249282192652E-3</c:v>
                </c:pt>
                <c:pt idx="852">
                  <c:v>1.0544048100374626E-2</c:v>
                </c:pt>
                <c:pt idx="853">
                  <c:v>1.0675035946429275E-2</c:v>
                </c:pt>
                <c:pt idx="854">
                  <c:v>1.0532215022491879E-2</c:v>
                </c:pt>
                <c:pt idx="855">
                  <c:v>1.0600517536100851E-2</c:v>
                </c:pt>
                <c:pt idx="856">
                  <c:v>1.0607851826601183E-2</c:v>
                </c:pt>
                <c:pt idx="857">
                  <c:v>1.0792183227838061E-2</c:v>
                </c:pt>
                <c:pt idx="858">
                  <c:v>1.1002537415310114E-2</c:v>
                </c:pt>
                <c:pt idx="859">
                  <c:v>1.095878936323165E-2</c:v>
                </c:pt>
                <c:pt idx="860">
                  <c:v>1.1125955246780731E-2</c:v>
                </c:pt>
                <c:pt idx="861">
                  <c:v>1.1129279599744859E-2</c:v>
                </c:pt>
                <c:pt idx="862">
                  <c:v>1.1527907219150379E-2</c:v>
                </c:pt>
                <c:pt idx="863">
                  <c:v>1.1871717424317198E-2</c:v>
                </c:pt>
                <c:pt idx="864">
                  <c:v>1.2033088339015818E-2</c:v>
                </c:pt>
                <c:pt idx="865">
                  <c:v>1.1122299838115333E-2</c:v>
                </c:pt>
                <c:pt idx="866">
                  <c:v>1.1119684692444667E-2</c:v>
                </c:pt>
                <c:pt idx="867">
                  <c:v>9.8664913966490415E-3</c:v>
                </c:pt>
                <c:pt idx="868">
                  <c:v>8.7048315868323359E-3</c:v>
                </c:pt>
                <c:pt idx="869">
                  <c:v>8.7468685281166091E-3</c:v>
                </c:pt>
                <c:pt idx="870">
                  <c:v>8.8274739791316757E-3</c:v>
                </c:pt>
                <c:pt idx="871">
                  <c:v>8.7533306292833443E-3</c:v>
                </c:pt>
                <c:pt idx="872">
                  <c:v>8.7410524934406521E-3</c:v>
                </c:pt>
                <c:pt idx="873">
                  <c:v>8.4867564763560308E-3</c:v>
                </c:pt>
                <c:pt idx="874">
                  <c:v>8.41026266167119E-3</c:v>
                </c:pt>
                <c:pt idx="875">
                  <c:v>8.2880393956155651E-3</c:v>
                </c:pt>
                <c:pt idx="876">
                  <c:v>8.4435682182967039E-3</c:v>
                </c:pt>
                <c:pt idx="877">
                  <c:v>8.33772814094106E-3</c:v>
                </c:pt>
                <c:pt idx="878">
                  <c:v>7.8544577154488586E-3</c:v>
                </c:pt>
                <c:pt idx="879">
                  <c:v>7.807597389272179E-3</c:v>
                </c:pt>
                <c:pt idx="880">
                  <c:v>7.7112981549220458E-3</c:v>
                </c:pt>
                <c:pt idx="881">
                  <c:v>9.215935188806916E-3</c:v>
                </c:pt>
                <c:pt idx="882">
                  <c:v>9.1797603258941037E-3</c:v>
                </c:pt>
                <c:pt idx="883">
                  <c:v>8.8772031506701484E-3</c:v>
                </c:pt>
                <c:pt idx="884">
                  <c:v>8.0153325941667679E-3</c:v>
                </c:pt>
                <c:pt idx="885">
                  <c:v>8.1599894914008222E-3</c:v>
                </c:pt>
                <c:pt idx="886">
                  <c:v>8.1789173726625197E-3</c:v>
                </c:pt>
                <c:pt idx="887">
                  <c:v>8.2562026075273676E-3</c:v>
                </c:pt>
                <c:pt idx="888">
                  <c:v>8.2407598447202229E-3</c:v>
                </c:pt>
                <c:pt idx="889">
                  <c:v>8.519071936125935E-3</c:v>
                </c:pt>
                <c:pt idx="890">
                  <c:v>8.572626229586303E-3</c:v>
                </c:pt>
                <c:pt idx="891">
                  <c:v>9.2956618968274458E-3</c:v>
                </c:pt>
                <c:pt idx="892">
                  <c:v>9.3784033011871694E-3</c:v>
                </c:pt>
                <c:pt idx="893">
                  <c:v>9.3797528500508751E-3</c:v>
                </c:pt>
                <c:pt idx="894">
                  <c:v>9.3540643340170367E-3</c:v>
                </c:pt>
                <c:pt idx="895">
                  <c:v>9.6720053398025273E-3</c:v>
                </c:pt>
                <c:pt idx="896">
                  <c:v>1.0148461321775427E-2</c:v>
                </c:pt>
                <c:pt idx="897">
                  <c:v>1.016498434001408E-2</c:v>
                </c:pt>
                <c:pt idx="898">
                  <c:v>1.0620770670892166E-2</c:v>
                </c:pt>
                <c:pt idx="899">
                  <c:v>1.0595985332773675E-2</c:v>
                </c:pt>
                <c:pt idx="900">
                  <c:v>1.1346216911271283E-2</c:v>
                </c:pt>
                <c:pt idx="901">
                  <c:v>1.1348366872504937E-2</c:v>
                </c:pt>
                <c:pt idx="902">
                  <c:v>9.6969322006555687E-3</c:v>
                </c:pt>
                <c:pt idx="903">
                  <c:v>1.0407825271841045E-2</c:v>
                </c:pt>
                <c:pt idx="904">
                  <c:v>1.0075585417809105E-2</c:v>
                </c:pt>
                <c:pt idx="905">
                  <c:v>1.0139601971360648E-2</c:v>
                </c:pt>
                <c:pt idx="906">
                  <c:v>9.6984381832922184E-3</c:v>
                </c:pt>
                <c:pt idx="907">
                  <c:v>1.085111950979384E-2</c:v>
                </c:pt>
                <c:pt idx="908">
                  <c:v>1.0879620689157484E-2</c:v>
                </c:pt>
                <c:pt idx="909">
                  <c:v>1.0794068933312249E-2</c:v>
                </c:pt>
                <c:pt idx="910">
                  <c:v>1.0132406468978308E-2</c:v>
                </c:pt>
                <c:pt idx="911">
                  <c:v>1.1009059962155426E-2</c:v>
                </c:pt>
                <c:pt idx="912">
                  <c:v>1.0815627047353515E-2</c:v>
                </c:pt>
                <c:pt idx="913">
                  <c:v>1.0879014689385052E-2</c:v>
                </c:pt>
                <c:pt idx="914">
                  <c:v>1.2572984103725043E-2</c:v>
                </c:pt>
                <c:pt idx="915">
                  <c:v>1.2691887402935361E-2</c:v>
                </c:pt>
                <c:pt idx="916">
                  <c:v>1.3851967569795598E-2</c:v>
                </c:pt>
                <c:pt idx="917">
                  <c:v>1.3713375437818401E-2</c:v>
                </c:pt>
                <c:pt idx="918">
                  <c:v>1.3670091981786668E-2</c:v>
                </c:pt>
                <c:pt idx="919">
                  <c:v>1.2952056817673424E-2</c:v>
                </c:pt>
                <c:pt idx="920">
                  <c:v>1.2952567006669075E-2</c:v>
                </c:pt>
                <c:pt idx="921">
                  <c:v>1.2689524114897863E-2</c:v>
                </c:pt>
                <c:pt idx="922">
                  <c:v>1.2737736448824168E-2</c:v>
                </c:pt>
                <c:pt idx="923">
                  <c:v>1.3358778472139737E-2</c:v>
                </c:pt>
                <c:pt idx="924">
                  <c:v>1.3138298784014806E-2</c:v>
                </c:pt>
                <c:pt idx="925">
                  <c:v>1.3144899093990168E-2</c:v>
                </c:pt>
                <c:pt idx="926">
                  <c:v>1.5445634803420307E-2</c:v>
                </c:pt>
                <c:pt idx="927">
                  <c:v>1.5285626933889742E-2</c:v>
                </c:pt>
                <c:pt idx="928">
                  <c:v>1.449074025347296E-2</c:v>
                </c:pt>
                <c:pt idx="929">
                  <c:v>1.4669224923635215E-2</c:v>
                </c:pt>
                <c:pt idx="930">
                  <c:v>1.4968245718008635E-2</c:v>
                </c:pt>
                <c:pt idx="931">
                  <c:v>1.5081509097532701E-2</c:v>
                </c:pt>
                <c:pt idx="932">
                  <c:v>1.3714960278823815E-2</c:v>
                </c:pt>
                <c:pt idx="933">
                  <c:v>1.3553772425876664E-2</c:v>
                </c:pt>
                <c:pt idx="934">
                  <c:v>1.3517189723748954E-2</c:v>
                </c:pt>
                <c:pt idx="935">
                  <c:v>1.3210078411750075E-2</c:v>
                </c:pt>
                <c:pt idx="936">
                  <c:v>1.2416623080680617E-2</c:v>
                </c:pt>
                <c:pt idx="937">
                  <c:v>1.1871714810075399E-2</c:v>
                </c:pt>
                <c:pt idx="938">
                  <c:v>1.1810114922899594E-2</c:v>
                </c:pt>
                <c:pt idx="939">
                  <c:v>1.1881187307471877E-2</c:v>
                </c:pt>
                <c:pt idx="940">
                  <c:v>1.1129422832594344E-2</c:v>
                </c:pt>
                <c:pt idx="941">
                  <c:v>1.1172941571873613E-2</c:v>
                </c:pt>
                <c:pt idx="942">
                  <c:v>1.1251344439101295E-2</c:v>
                </c:pt>
                <c:pt idx="943">
                  <c:v>1.1397226020010004E-2</c:v>
                </c:pt>
                <c:pt idx="944">
                  <c:v>1.1200276379158566E-2</c:v>
                </c:pt>
                <c:pt idx="945">
                  <c:v>1.0535270379924565E-2</c:v>
                </c:pt>
                <c:pt idx="946">
                  <c:v>1.112415802645636E-2</c:v>
                </c:pt>
                <c:pt idx="947">
                  <c:v>8.837030044967149E-3</c:v>
                </c:pt>
                <c:pt idx="948">
                  <c:v>8.9130109146538222E-3</c:v>
                </c:pt>
                <c:pt idx="949">
                  <c:v>8.8796170981118461E-3</c:v>
                </c:pt>
                <c:pt idx="950">
                  <c:v>8.7599375870806937E-3</c:v>
                </c:pt>
                <c:pt idx="951">
                  <c:v>8.5983682603341036E-3</c:v>
                </c:pt>
                <c:pt idx="952">
                  <c:v>8.8912368296587673E-3</c:v>
                </c:pt>
                <c:pt idx="953">
                  <c:v>8.9721765472516486E-3</c:v>
                </c:pt>
                <c:pt idx="954">
                  <c:v>1.0149868272564141E-2</c:v>
                </c:pt>
                <c:pt idx="955">
                  <c:v>1.0075119100101851E-2</c:v>
                </c:pt>
                <c:pt idx="956">
                  <c:v>1.1213866615446478E-2</c:v>
                </c:pt>
                <c:pt idx="957">
                  <c:v>1.090156357596535E-2</c:v>
                </c:pt>
                <c:pt idx="958">
                  <c:v>1.0961259598795126E-2</c:v>
                </c:pt>
                <c:pt idx="959">
                  <c:v>1.0968666398270033E-2</c:v>
                </c:pt>
                <c:pt idx="960">
                  <c:v>1.1003263141426084E-2</c:v>
                </c:pt>
                <c:pt idx="961">
                  <c:v>1.1259384237023789E-2</c:v>
                </c:pt>
                <c:pt idx="962">
                  <c:v>1.1150180920914035E-2</c:v>
                </c:pt>
                <c:pt idx="963">
                  <c:v>1.1713098595937223E-2</c:v>
                </c:pt>
                <c:pt idx="964">
                  <c:v>1.1820207456169922E-2</c:v>
                </c:pt>
                <c:pt idx="965">
                  <c:v>1.1964742244785068E-2</c:v>
                </c:pt>
                <c:pt idx="966">
                  <c:v>1.2001306239964775E-2</c:v>
                </c:pt>
                <c:pt idx="967">
                  <c:v>1.1549994024571519E-2</c:v>
                </c:pt>
                <c:pt idx="968">
                  <c:v>1.1490236942676918E-2</c:v>
                </c:pt>
                <c:pt idx="969">
                  <c:v>1.1477320804232466E-2</c:v>
                </c:pt>
                <c:pt idx="970">
                  <c:v>1.1800881663814339E-2</c:v>
                </c:pt>
                <c:pt idx="971">
                  <c:v>1.211822638351804E-2</c:v>
                </c:pt>
                <c:pt idx="972">
                  <c:v>1.1667112561204715E-2</c:v>
                </c:pt>
                <c:pt idx="973">
                  <c:v>1.1205346432867389E-2</c:v>
                </c:pt>
                <c:pt idx="974">
                  <c:v>1.1172307651090412E-2</c:v>
                </c:pt>
                <c:pt idx="975">
                  <c:v>9.740105901942249E-3</c:v>
                </c:pt>
                <c:pt idx="976">
                  <c:v>9.7397169782167774E-3</c:v>
                </c:pt>
                <c:pt idx="977">
                  <c:v>8.7298590602355487E-3</c:v>
                </c:pt>
                <c:pt idx="978">
                  <c:v>9.2520081004297261E-3</c:v>
                </c:pt>
                <c:pt idx="979">
                  <c:v>9.3060192465336655E-3</c:v>
                </c:pt>
                <c:pt idx="980">
                  <c:v>9.2658266555716434E-3</c:v>
                </c:pt>
                <c:pt idx="981">
                  <c:v>8.8912789695637841E-3</c:v>
                </c:pt>
                <c:pt idx="982">
                  <c:v>8.912627401963082E-3</c:v>
                </c:pt>
                <c:pt idx="983">
                  <c:v>8.9398653608008284E-3</c:v>
                </c:pt>
                <c:pt idx="984">
                  <c:v>8.4069827990893558E-3</c:v>
                </c:pt>
                <c:pt idx="985">
                  <c:v>8.34432851946461E-3</c:v>
                </c:pt>
                <c:pt idx="986">
                  <c:v>7.8503852896719961E-3</c:v>
                </c:pt>
                <c:pt idx="987">
                  <c:v>7.6989778786628925E-3</c:v>
                </c:pt>
                <c:pt idx="988">
                  <c:v>7.4433646130175612E-3</c:v>
                </c:pt>
                <c:pt idx="989">
                  <c:v>7.5153705865542292E-3</c:v>
                </c:pt>
                <c:pt idx="990">
                  <c:v>7.339408769719398E-3</c:v>
                </c:pt>
                <c:pt idx="991">
                  <c:v>7.4249796243589378E-3</c:v>
                </c:pt>
                <c:pt idx="992">
                  <c:v>7.3309526554542724E-3</c:v>
                </c:pt>
                <c:pt idx="993">
                  <c:v>7.7559482879294454E-3</c:v>
                </c:pt>
                <c:pt idx="994">
                  <c:v>7.5691818766089975E-3</c:v>
                </c:pt>
                <c:pt idx="995">
                  <c:v>7.6388259025442513E-3</c:v>
                </c:pt>
                <c:pt idx="996">
                  <c:v>7.6003745312356171E-3</c:v>
                </c:pt>
                <c:pt idx="997">
                  <c:v>7.7332103737203298E-3</c:v>
                </c:pt>
                <c:pt idx="998">
                  <c:v>7.6285420081322435E-3</c:v>
                </c:pt>
                <c:pt idx="999">
                  <c:v>7.2740607982023364E-3</c:v>
                </c:pt>
                <c:pt idx="1000">
                  <c:v>7.3583484849584699E-3</c:v>
                </c:pt>
                <c:pt idx="1001">
                  <c:v>7.4460900232826517E-3</c:v>
                </c:pt>
                <c:pt idx="1002">
                  <c:v>8.3584556014365246E-3</c:v>
                </c:pt>
                <c:pt idx="1003">
                  <c:v>7.9019455038262052E-3</c:v>
                </c:pt>
                <c:pt idx="1004">
                  <c:v>7.8919954270794783E-3</c:v>
                </c:pt>
                <c:pt idx="1005">
                  <c:v>9.0097788537227257E-3</c:v>
                </c:pt>
                <c:pt idx="1006">
                  <c:v>8.979629706217334E-3</c:v>
                </c:pt>
                <c:pt idx="1007">
                  <c:v>9.0068998584603432E-3</c:v>
                </c:pt>
                <c:pt idx="1008">
                  <c:v>9.0519059045530287E-3</c:v>
                </c:pt>
                <c:pt idx="1009">
                  <c:v>8.8709428275803009E-3</c:v>
                </c:pt>
                <c:pt idx="1010">
                  <c:v>8.9045220582842852E-3</c:v>
                </c:pt>
                <c:pt idx="1011">
                  <c:v>9.0245319500211595E-3</c:v>
                </c:pt>
                <c:pt idx="1012">
                  <c:v>8.9812525716842003E-3</c:v>
                </c:pt>
                <c:pt idx="1013">
                  <c:v>9.2855412481348057E-3</c:v>
                </c:pt>
                <c:pt idx="1014">
                  <c:v>8.5969548754660854E-3</c:v>
                </c:pt>
                <c:pt idx="1015">
                  <c:v>8.5460389324923721E-3</c:v>
                </c:pt>
                <c:pt idx="1016">
                  <c:v>8.5454816183453183E-3</c:v>
                </c:pt>
                <c:pt idx="1017">
                  <c:v>9.7492116105579712E-3</c:v>
                </c:pt>
                <c:pt idx="1018">
                  <c:v>9.5640833238115255E-3</c:v>
                </c:pt>
                <c:pt idx="1019">
                  <c:v>9.574621459776193E-3</c:v>
                </c:pt>
                <c:pt idx="1020">
                  <c:v>9.505988709818447E-3</c:v>
                </c:pt>
                <c:pt idx="1021">
                  <c:v>8.2684481865380275E-3</c:v>
                </c:pt>
                <c:pt idx="1022">
                  <c:v>8.4735166287020856E-3</c:v>
                </c:pt>
                <c:pt idx="1023">
                  <c:v>8.2940894819076467E-3</c:v>
                </c:pt>
                <c:pt idx="1024">
                  <c:v>8.3547970905853836E-3</c:v>
                </c:pt>
                <c:pt idx="1025">
                  <c:v>8.2904026634593227E-3</c:v>
                </c:pt>
                <c:pt idx="1026">
                  <c:v>8.3428827511836008E-3</c:v>
                </c:pt>
                <c:pt idx="1027">
                  <c:v>8.4217438417634426E-3</c:v>
                </c:pt>
                <c:pt idx="1028">
                  <c:v>8.8342839141343586E-3</c:v>
                </c:pt>
                <c:pt idx="1029">
                  <c:v>8.576019949375983E-3</c:v>
                </c:pt>
                <c:pt idx="1030">
                  <c:v>8.4130966664296963E-3</c:v>
                </c:pt>
                <c:pt idx="1031">
                  <c:v>8.4637744761008535E-3</c:v>
                </c:pt>
                <c:pt idx="1032">
                  <c:v>8.47359691961873E-3</c:v>
                </c:pt>
                <c:pt idx="1033">
                  <c:v>9.2756266859319921E-3</c:v>
                </c:pt>
                <c:pt idx="1034">
                  <c:v>9.1556538402521627E-3</c:v>
                </c:pt>
                <c:pt idx="1035">
                  <c:v>9.0405682724013399E-3</c:v>
                </c:pt>
                <c:pt idx="1036">
                  <c:v>8.9983241852474409E-3</c:v>
                </c:pt>
                <c:pt idx="1037">
                  <c:v>9.0363394326775301E-3</c:v>
                </c:pt>
                <c:pt idx="1038">
                  <c:v>7.7686231434027902E-3</c:v>
                </c:pt>
                <c:pt idx="1039">
                  <c:v>6.7475360724554671E-3</c:v>
                </c:pt>
                <c:pt idx="1040">
                  <c:v>6.4554122790346944E-3</c:v>
                </c:pt>
                <c:pt idx="1041">
                  <c:v>6.4661976697106384E-3</c:v>
                </c:pt>
                <c:pt idx="1042">
                  <c:v>6.6181573664842331E-3</c:v>
                </c:pt>
                <c:pt idx="1043">
                  <c:v>7.3421291399425352E-3</c:v>
                </c:pt>
                <c:pt idx="1044">
                  <c:v>7.497678462418147E-3</c:v>
                </c:pt>
                <c:pt idx="1045">
                  <c:v>7.7297628141098501E-3</c:v>
                </c:pt>
                <c:pt idx="1046">
                  <c:v>7.7552734867174858E-3</c:v>
                </c:pt>
                <c:pt idx="1047">
                  <c:v>7.7499967467551563E-3</c:v>
                </c:pt>
                <c:pt idx="1048">
                  <c:v>7.3971149088026258E-3</c:v>
                </c:pt>
                <c:pt idx="1049">
                  <c:v>7.5923783726104428E-3</c:v>
                </c:pt>
                <c:pt idx="1050">
                  <c:v>7.4440426982191514E-3</c:v>
                </c:pt>
                <c:pt idx="1051">
                  <c:v>7.5375906749117804E-3</c:v>
                </c:pt>
                <c:pt idx="1052">
                  <c:v>7.2782470891291935E-3</c:v>
                </c:pt>
                <c:pt idx="1053">
                  <c:v>7.2418388255717052E-3</c:v>
                </c:pt>
                <c:pt idx="1054">
                  <c:v>7.1019326158695923E-3</c:v>
                </c:pt>
                <c:pt idx="1055">
                  <c:v>7.3309467561024693E-3</c:v>
                </c:pt>
                <c:pt idx="1056">
                  <c:v>7.3648041461133575E-3</c:v>
                </c:pt>
                <c:pt idx="1057">
                  <c:v>8.5207502252583472E-3</c:v>
                </c:pt>
                <c:pt idx="1058">
                  <c:v>9.9106835805897152E-3</c:v>
                </c:pt>
                <c:pt idx="1059">
                  <c:v>1.03013826384643E-2</c:v>
                </c:pt>
                <c:pt idx="1060">
                  <c:v>1.0328764148608871E-2</c:v>
                </c:pt>
                <c:pt idx="1061">
                  <c:v>1.0549155618441986E-2</c:v>
                </c:pt>
                <c:pt idx="1062">
                  <c:v>1.5790192244887712E-2</c:v>
                </c:pt>
                <c:pt idx="1063">
                  <c:v>1.572683362600075E-2</c:v>
                </c:pt>
                <c:pt idx="1064">
                  <c:v>1.5512480248128027E-2</c:v>
                </c:pt>
                <c:pt idx="1065">
                  <c:v>1.5704668225015535E-2</c:v>
                </c:pt>
                <c:pt idx="1066">
                  <c:v>1.6728026166289503E-2</c:v>
                </c:pt>
                <c:pt idx="1067">
                  <c:v>1.7254387992763069E-2</c:v>
                </c:pt>
                <c:pt idx="1068">
                  <c:v>1.720580367758728E-2</c:v>
                </c:pt>
                <c:pt idx="1069">
                  <c:v>1.7518548937764944E-2</c:v>
                </c:pt>
                <c:pt idx="1070">
                  <c:v>1.7315276578519882E-2</c:v>
                </c:pt>
                <c:pt idx="1071">
                  <c:v>1.7376971457974351E-2</c:v>
                </c:pt>
                <c:pt idx="1072">
                  <c:v>1.7376193561994387E-2</c:v>
                </c:pt>
                <c:pt idx="1073">
                  <c:v>1.7199547953433463E-2</c:v>
                </c:pt>
                <c:pt idx="1074">
                  <c:v>1.7542439813909367E-2</c:v>
                </c:pt>
                <c:pt idx="1075">
                  <c:v>1.7291413495012734E-2</c:v>
                </c:pt>
                <c:pt idx="1076">
                  <c:v>1.6995300308254038E-2</c:v>
                </c:pt>
                <c:pt idx="1077">
                  <c:v>1.7018742910945107E-2</c:v>
                </c:pt>
                <c:pt idx="1078">
                  <c:v>1.6246065302144744E-2</c:v>
                </c:pt>
                <c:pt idx="1079">
                  <c:v>1.5888143485309932E-2</c:v>
                </c:pt>
                <c:pt idx="1080">
                  <c:v>1.5344767918229521E-2</c:v>
                </c:pt>
                <c:pt idx="1081">
                  <c:v>1.5870824079825957E-2</c:v>
                </c:pt>
                <c:pt idx="1082">
                  <c:v>1.5854853153922703E-2</c:v>
                </c:pt>
                <c:pt idx="1083">
                  <c:v>1.1533760711250838E-2</c:v>
                </c:pt>
                <c:pt idx="1084">
                  <c:v>1.1836349309862175E-2</c:v>
                </c:pt>
                <c:pt idx="1085">
                  <c:v>1.1955247263066732E-2</c:v>
                </c:pt>
                <c:pt idx="1086">
                  <c:v>1.1681756233326014E-2</c:v>
                </c:pt>
                <c:pt idx="1087">
                  <c:v>9.8446426908842515E-3</c:v>
                </c:pt>
                <c:pt idx="1088">
                  <c:v>8.9806181313930693E-3</c:v>
                </c:pt>
                <c:pt idx="1089">
                  <c:v>8.8432651686461538E-3</c:v>
                </c:pt>
                <c:pt idx="1090">
                  <c:v>8.3993757902515384E-3</c:v>
                </c:pt>
                <c:pt idx="1091">
                  <c:v>8.139347715052335E-3</c:v>
                </c:pt>
                <c:pt idx="1092">
                  <c:v>8.1182522450102563E-3</c:v>
                </c:pt>
                <c:pt idx="1093">
                  <c:v>8.115824823653266E-3</c:v>
                </c:pt>
                <c:pt idx="1094">
                  <c:v>8.1133718520318508E-3</c:v>
                </c:pt>
                <c:pt idx="1095">
                  <c:v>8.5468139786903496E-3</c:v>
                </c:pt>
                <c:pt idx="1096">
                  <c:v>1.104640781436312E-2</c:v>
                </c:pt>
                <c:pt idx="1097">
                  <c:v>1.1406202006090934E-2</c:v>
                </c:pt>
                <c:pt idx="1098">
                  <c:v>1.179593091597384E-2</c:v>
                </c:pt>
                <c:pt idx="1099">
                  <c:v>1.1668693253414422E-2</c:v>
                </c:pt>
                <c:pt idx="1100">
                  <c:v>1.1782955828016304E-2</c:v>
                </c:pt>
                <c:pt idx="1101">
                  <c:v>1.1955806984347228E-2</c:v>
                </c:pt>
                <c:pt idx="1102">
                  <c:v>1.1979021373394719E-2</c:v>
                </c:pt>
                <c:pt idx="1103">
                  <c:v>1.200160107330712E-2</c:v>
                </c:pt>
                <c:pt idx="1104">
                  <c:v>1.2380345985737291E-2</c:v>
                </c:pt>
                <c:pt idx="1105">
                  <c:v>1.150287334511884E-2</c:v>
                </c:pt>
                <c:pt idx="1106">
                  <c:v>1.1508357619363549E-2</c:v>
                </c:pt>
                <c:pt idx="1107">
                  <c:v>1.15578794571893E-2</c:v>
                </c:pt>
                <c:pt idx="1108">
                  <c:v>1.1728826655398076E-2</c:v>
                </c:pt>
                <c:pt idx="1109">
                  <c:v>1.1175719074371464E-2</c:v>
                </c:pt>
                <c:pt idx="1110">
                  <c:v>1.1237312990571256E-2</c:v>
                </c:pt>
                <c:pt idx="1111">
                  <c:v>1.1700906238369245E-2</c:v>
                </c:pt>
                <c:pt idx="1112">
                  <c:v>1.1502283219708887E-2</c:v>
                </c:pt>
                <c:pt idx="1113">
                  <c:v>1.1426939162279935E-2</c:v>
                </c:pt>
                <c:pt idx="1114">
                  <c:v>1.1297209423759697E-2</c:v>
                </c:pt>
                <c:pt idx="1115">
                  <c:v>1.1318311891100656E-2</c:v>
                </c:pt>
                <c:pt idx="1116">
                  <c:v>1.1059981580558717E-2</c:v>
                </c:pt>
                <c:pt idx="1117">
                  <c:v>1.035620165346663E-2</c:v>
                </c:pt>
                <c:pt idx="1118">
                  <c:v>9.6507395033959883E-3</c:v>
                </c:pt>
                <c:pt idx="1119">
                  <c:v>9.7558443887583238E-3</c:v>
                </c:pt>
                <c:pt idx="1120">
                  <c:v>9.6338166258085698E-3</c:v>
                </c:pt>
                <c:pt idx="1121">
                  <c:v>1.2012209896975054E-2</c:v>
                </c:pt>
                <c:pt idx="1122">
                  <c:v>1.2700345776786449E-2</c:v>
                </c:pt>
                <c:pt idx="1123">
                  <c:v>1.2321893647845134E-2</c:v>
                </c:pt>
                <c:pt idx="1124">
                  <c:v>1.2425107752658326E-2</c:v>
                </c:pt>
                <c:pt idx="1125">
                  <c:v>1.2182232520589165E-2</c:v>
                </c:pt>
                <c:pt idx="1126">
                  <c:v>1.2513779218421686E-2</c:v>
                </c:pt>
                <c:pt idx="1127">
                  <c:v>1.2590229822260521E-2</c:v>
                </c:pt>
                <c:pt idx="1128">
                  <c:v>1.269012875943365E-2</c:v>
                </c:pt>
                <c:pt idx="1129">
                  <c:v>1.3660974578631246E-2</c:v>
                </c:pt>
                <c:pt idx="1130">
                  <c:v>1.3769788189235993E-2</c:v>
                </c:pt>
                <c:pt idx="1131">
                  <c:v>1.3873543575356475E-2</c:v>
                </c:pt>
                <c:pt idx="1132">
                  <c:v>1.3364002199178516E-2</c:v>
                </c:pt>
                <c:pt idx="1133">
                  <c:v>1.3380719440631191E-2</c:v>
                </c:pt>
                <c:pt idx="1134">
                  <c:v>1.4353534535247315E-2</c:v>
                </c:pt>
                <c:pt idx="1135">
                  <c:v>1.4436569602945136E-2</c:v>
                </c:pt>
                <c:pt idx="1136">
                  <c:v>1.4690843491966503E-2</c:v>
                </c:pt>
                <c:pt idx="1137">
                  <c:v>1.464522610866861E-2</c:v>
                </c:pt>
                <c:pt idx="1138">
                  <c:v>1.450287654108013E-2</c:v>
                </c:pt>
                <c:pt idx="1139">
                  <c:v>1.4373097702052565E-2</c:v>
                </c:pt>
                <c:pt idx="1140">
                  <c:v>1.4287748507753661E-2</c:v>
                </c:pt>
                <c:pt idx="1141">
                  <c:v>1.4314951216189798E-2</c:v>
                </c:pt>
                <c:pt idx="1142">
                  <c:v>1.1833926682867044E-2</c:v>
                </c:pt>
                <c:pt idx="1143">
                  <c:v>1.1971026586398583E-2</c:v>
                </c:pt>
                <c:pt idx="1144">
                  <c:v>1.1935530418851457E-2</c:v>
                </c:pt>
                <c:pt idx="1145">
                  <c:v>1.1981185319479906E-2</c:v>
                </c:pt>
                <c:pt idx="1146">
                  <c:v>1.5642545543482721E-2</c:v>
                </c:pt>
                <c:pt idx="1147">
                  <c:v>1.6160149971663221E-2</c:v>
                </c:pt>
                <c:pt idx="1148">
                  <c:v>1.615327992752473E-2</c:v>
                </c:pt>
                <c:pt idx="1149">
                  <c:v>1.6280800215014178E-2</c:v>
                </c:pt>
                <c:pt idx="1150">
                  <c:v>1.5945897741257469E-2</c:v>
                </c:pt>
                <c:pt idx="1151">
                  <c:v>1.6020509033854415E-2</c:v>
                </c:pt>
                <c:pt idx="1152">
                  <c:v>1.5774868745735617E-2</c:v>
                </c:pt>
                <c:pt idx="1153">
                  <c:v>1.6205814426668776E-2</c:v>
                </c:pt>
                <c:pt idx="1154">
                  <c:v>1.6138344063805217E-2</c:v>
                </c:pt>
                <c:pt idx="1155">
                  <c:v>1.5221161551699875E-2</c:v>
                </c:pt>
                <c:pt idx="1156">
                  <c:v>1.5472836021834682E-2</c:v>
                </c:pt>
                <c:pt idx="1157">
                  <c:v>1.5738710079411852E-2</c:v>
                </c:pt>
                <c:pt idx="1158">
                  <c:v>1.5640929691970066E-2</c:v>
                </c:pt>
                <c:pt idx="1159">
                  <c:v>1.5404853137092835E-2</c:v>
                </c:pt>
                <c:pt idx="1160">
                  <c:v>1.5458139009767403E-2</c:v>
                </c:pt>
                <c:pt idx="1161">
                  <c:v>1.5403052938829031E-2</c:v>
                </c:pt>
                <c:pt idx="1162">
                  <c:v>1.5403791224969059E-2</c:v>
                </c:pt>
                <c:pt idx="1163">
                  <c:v>1.5219651999929064E-2</c:v>
                </c:pt>
                <c:pt idx="1164">
                  <c:v>1.4646861362219682E-2</c:v>
                </c:pt>
                <c:pt idx="1165">
                  <c:v>1.469815612020859E-2</c:v>
                </c:pt>
                <c:pt idx="1166">
                  <c:v>1.4860867586409589E-2</c:v>
                </c:pt>
                <c:pt idx="1167">
                  <c:v>1.1376036895369954E-2</c:v>
                </c:pt>
                <c:pt idx="1168">
                  <c:v>9.638708995830093E-3</c:v>
                </c:pt>
                <c:pt idx="1169">
                  <c:v>9.245286179757551E-3</c:v>
                </c:pt>
                <c:pt idx="1170">
                  <c:v>9.1026269534711761E-3</c:v>
                </c:pt>
                <c:pt idx="1171">
                  <c:v>8.7355920272682696E-3</c:v>
                </c:pt>
                <c:pt idx="1172">
                  <c:v>8.5736887357812826E-3</c:v>
                </c:pt>
                <c:pt idx="1173">
                  <c:v>8.6677179146252281E-3</c:v>
                </c:pt>
                <c:pt idx="1174">
                  <c:v>7.9383584548856998E-3</c:v>
                </c:pt>
                <c:pt idx="1175">
                  <c:v>8.1245084845897372E-3</c:v>
                </c:pt>
                <c:pt idx="1176">
                  <c:v>7.4714469823682975E-3</c:v>
                </c:pt>
                <c:pt idx="1177">
                  <c:v>6.7570911228423455E-3</c:v>
                </c:pt>
                <c:pt idx="1178">
                  <c:v>6.2978587727930378E-3</c:v>
                </c:pt>
                <c:pt idx="1179">
                  <c:v>6.2020065269852162E-3</c:v>
                </c:pt>
                <c:pt idx="1180">
                  <c:v>6.370480812137513E-3</c:v>
                </c:pt>
                <c:pt idx="1181">
                  <c:v>6.3166167260344458E-3</c:v>
                </c:pt>
                <c:pt idx="1182">
                  <c:v>6.270592137885697E-3</c:v>
                </c:pt>
                <c:pt idx="1183">
                  <c:v>6.2452937906389847E-3</c:v>
                </c:pt>
                <c:pt idx="1184">
                  <c:v>6.9290444101439445E-3</c:v>
                </c:pt>
                <c:pt idx="1185">
                  <c:v>6.5571048223171547E-3</c:v>
                </c:pt>
                <c:pt idx="1186">
                  <c:v>6.7605826932613947E-3</c:v>
                </c:pt>
                <c:pt idx="1187">
                  <c:v>6.3076814548569497E-3</c:v>
                </c:pt>
                <c:pt idx="1188">
                  <c:v>6.8512782694631642E-3</c:v>
                </c:pt>
                <c:pt idx="1189">
                  <c:v>7.2807589011851604E-3</c:v>
                </c:pt>
                <c:pt idx="1190">
                  <c:v>7.2334307363805476E-3</c:v>
                </c:pt>
                <c:pt idx="1191">
                  <c:v>7.4146756438372586E-3</c:v>
                </c:pt>
                <c:pt idx="1192">
                  <c:v>7.2720103604392555E-3</c:v>
                </c:pt>
                <c:pt idx="1193">
                  <c:v>7.2778071583304588E-3</c:v>
                </c:pt>
                <c:pt idx="1194">
                  <c:v>7.6761535205457912E-3</c:v>
                </c:pt>
                <c:pt idx="1195">
                  <c:v>7.7310698282620815E-3</c:v>
                </c:pt>
                <c:pt idx="1196">
                  <c:v>7.7331398195304747E-3</c:v>
                </c:pt>
                <c:pt idx="1197">
                  <c:v>7.8107372683466434E-3</c:v>
                </c:pt>
                <c:pt idx="1198">
                  <c:v>7.8503991489056527E-3</c:v>
                </c:pt>
                <c:pt idx="1199">
                  <c:v>7.8788932769423784E-3</c:v>
                </c:pt>
                <c:pt idx="1200">
                  <c:v>7.9053028367596489E-3</c:v>
                </c:pt>
                <c:pt idx="1201">
                  <c:v>7.9233812981310513E-3</c:v>
                </c:pt>
                <c:pt idx="1202">
                  <c:v>8.0136815076544046E-3</c:v>
                </c:pt>
                <c:pt idx="1203">
                  <c:v>8.0995280570077023E-3</c:v>
                </c:pt>
                <c:pt idx="1204">
                  <c:v>8.2391124774863038E-3</c:v>
                </c:pt>
                <c:pt idx="1205">
                  <c:v>7.4949747238686141E-3</c:v>
                </c:pt>
                <c:pt idx="1206">
                  <c:v>7.3814573118942623E-3</c:v>
                </c:pt>
                <c:pt idx="1207">
                  <c:v>7.2236756701522685E-3</c:v>
                </c:pt>
                <c:pt idx="1208">
                  <c:v>7.279543804312583E-3</c:v>
                </c:pt>
                <c:pt idx="1209">
                  <c:v>6.6706705000860525E-3</c:v>
                </c:pt>
                <c:pt idx="1210">
                  <c:v>6.5589401692377888E-3</c:v>
                </c:pt>
                <c:pt idx="1211">
                  <c:v>7.2474797745023236E-3</c:v>
                </c:pt>
                <c:pt idx="1212">
                  <c:v>6.9556508283533901E-3</c:v>
                </c:pt>
                <c:pt idx="1213">
                  <c:v>6.9445671499753286E-3</c:v>
                </c:pt>
                <c:pt idx="1214">
                  <c:v>6.9276989962295784E-3</c:v>
                </c:pt>
                <c:pt idx="1215">
                  <c:v>7.2310977045957053E-3</c:v>
                </c:pt>
                <c:pt idx="1216">
                  <c:v>7.241437066193933E-3</c:v>
                </c:pt>
                <c:pt idx="1217">
                  <c:v>8.1116660398819363E-3</c:v>
                </c:pt>
                <c:pt idx="1218">
                  <c:v>8.1284763236965096E-3</c:v>
                </c:pt>
                <c:pt idx="1219">
                  <c:v>8.1655859747408466E-3</c:v>
                </c:pt>
                <c:pt idx="1220">
                  <c:v>8.6385078321712713E-3</c:v>
                </c:pt>
                <c:pt idx="1221">
                  <c:v>8.6520242839149292E-3</c:v>
                </c:pt>
                <c:pt idx="1222">
                  <c:v>8.6793653295735192E-3</c:v>
                </c:pt>
                <c:pt idx="1223">
                  <c:v>8.5397847256927211E-3</c:v>
                </c:pt>
                <c:pt idx="1224">
                  <c:v>8.3382535992987984E-3</c:v>
                </c:pt>
                <c:pt idx="1225">
                  <c:v>8.2126110564940645E-3</c:v>
                </c:pt>
                <c:pt idx="1226">
                  <c:v>8.2971881193908293E-3</c:v>
                </c:pt>
                <c:pt idx="1227">
                  <c:v>8.3821378437598151E-3</c:v>
                </c:pt>
                <c:pt idx="1228">
                  <c:v>8.3929442362213561E-3</c:v>
                </c:pt>
                <c:pt idx="1229">
                  <c:v>8.3869390904782893E-3</c:v>
                </c:pt>
                <c:pt idx="1230">
                  <c:v>8.7103746923823302E-3</c:v>
                </c:pt>
                <c:pt idx="1231">
                  <c:v>8.294286864772217E-3</c:v>
                </c:pt>
                <c:pt idx="1232">
                  <c:v>8.2361491809048899E-3</c:v>
                </c:pt>
                <c:pt idx="1233">
                  <c:v>8.7180903012129031E-3</c:v>
                </c:pt>
                <c:pt idx="1234">
                  <c:v>8.6467261887041933E-3</c:v>
                </c:pt>
                <c:pt idx="1235">
                  <c:v>8.9450797364351107E-3</c:v>
                </c:pt>
                <c:pt idx="1236">
                  <c:v>8.8584120149071514E-3</c:v>
                </c:pt>
                <c:pt idx="1237">
                  <c:v>1.0853913894138558E-2</c:v>
                </c:pt>
                <c:pt idx="1238">
                  <c:v>1.0498621978793485E-2</c:v>
                </c:pt>
                <c:pt idx="1239">
                  <c:v>1.1562475073942697E-2</c:v>
                </c:pt>
                <c:pt idx="1240">
                  <c:v>1.1777732740650816E-2</c:v>
                </c:pt>
                <c:pt idx="1241">
                  <c:v>1.1288404219354571E-2</c:v>
                </c:pt>
                <c:pt idx="1242">
                  <c:v>1.1379303705265876E-2</c:v>
                </c:pt>
                <c:pt idx="1243">
                  <c:v>1.1432992237628377E-2</c:v>
                </c:pt>
                <c:pt idx="1244">
                  <c:v>1.15276129881908E-2</c:v>
                </c:pt>
                <c:pt idx="1245">
                  <c:v>1.1549237386737956E-2</c:v>
                </c:pt>
                <c:pt idx="1246">
                  <c:v>1.1551504695267861E-2</c:v>
                </c:pt>
                <c:pt idx="1247">
                  <c:v>1.1409597535532249E-2</c:v>
                </c:pt>
                <c:pt idx="1248">
                  <c:v>1.1520663166221495E-2</c:v>
                </c:pt>
                <c:pt idx="1249">
                  <c:v>1.1557501671657786E-2</c:v>
                </c:pt>
                <c:pt idx="1250">
                  <c:v>1.1953451567370718E-2</c:v>
                </c:pt>
                <c:pt idx="1251">
                  <c:v>1.1508932177814315E-2</c:v>
                </c:pt>
                <c:pt idx="1252">
                  <c:v>1.2200890017200658E-2</c:v>
                </c:pt>
                <c:pt idx="1253">
                  <c:v>1.2216241224766299E-2</c:v>
                </c:pt>
                <c:pt idx="1254">
                  <c:v>1.2280161816196346E-2</c:v>
                </c:pt>
                <c:pt idx="1255">
                  <c:v>1.2185593573828958E-2</c:v>
                </c:pt>
                <c:pt idx="1256">
                  <c:v>1.3405174850885717E-2</c:v>
                </c:pt>
                <c:pt idx="1257">
                  <c:v>1.3362587889080013E-2</c:v>
                </c:pt>
                <c:pt idx="1258">
                  <c:v>1.3406717024189338E-2</c:v>
                </c:pt>
                <c:pt idx="1259">
                  <c:v>1.3229983533521117E-2</c:v>
                </c:pt>
                <c:pt idx="1260">
                  <c:v>1.19724715276587E-2</c:v>
                </c:pt>
                <c:pt idx="1261">
                  <c:v>1.2070405516056879E-2</c:v>
                </c:pt>
                <c:pt idx="1262">
                  <c:v>1.5663901374272576E-2</c:v>
                </c:pt>
                <c:pt idx="1263">
                  <c:v>1.5730715258528104E-2</c:v>
                </c:pt>
                <c:pt idx="1264">
                  <c:v>2.2431211694925023E-2</c:v>
                </c:pt>
                <c:pt idx="1265">
                  <c:v>2.5261549088964053E-2</c:v>
                </c:pt>
                <c:pt idx="1266">
                  <c:v>2.7873451834573695E-2</c:v>
                </c:pt>
                <c:pt idx="1267">
                  <c:v>2.7778306895238671E-2</c:v>
                </c:pt>
                <c:pt idx="1268">
                  <c:v>2.9020797072930093E-2</c:v>
                </c:pt>
                <c:pt idx="1269">
                  <c:v>2.9472015937506618E-2</c:v>
                </c:pt>
                <c:pt idx="1270">
                  <c:v>3.4941838758822265E-2</c:v>
                </c:pt>
                <c:pt idx="1271">
                  <c:v>4.141766452009376E-2</c:v>
                </c:pt>
                <c:pt idx="1272">
                  <c:v>4.1730262346533785E-2</c:v>
                </c:pt>
                <c:pt idx="1273">
                  <c:v>4.5524861595982423E-2</c:v>
                </c:pt>
                <c:pt idx="1274">
                  <c:v>4.6693367542189688E-2</c:v>
                </c:pt>
                <c:pt idx="1275">
                  <c:v>4.6703944171079405E-2</c:v>
                </c:pt>
                <c:pt idx="1276">
                  <c:v>4.6768343349860526E-2</c:v>
                </c:pt>
                <c:pt idx="1277">
                  <c:v>4.8566897478965476E-2</c:v>
                </c:pt>
                <c:pt idx="1278">
                  <c:v>4.8807172065099658E-2</c:v>
                </c:pt>
                <c:pt idx="1279">
                  <c:v>4.818514537827831E-2</c:v>
                </c:pt>
                <c:pt idx="1280">
                  <c:v>5.1581070405019337E-2</c:v>
                </c:pt>
                <c:pt idx="1281">
                  <c:v>5.1589380660551985E-2</c:v>
                </c:pt>
                <c:pt idx="1282">
                  <c:v>5.2284002006267587E-2</c:v>
                </c:pt>
                <c:pt idx="1283">
                  <c:v>5.1220924673527235E-2</c:v>
                </c:pt>
                <c:pt idx="1284">
                  <c:v>5.1220225339658025E-2</c:v>
                </c:pt>
                <c:pt idx="1285">
                  <c:v>4.8103924698521656E-2</c:v>
                </c:pt>
                <c:pt idx="1286">
                  <c:v>4.7310092490534146E-2</c:v>
                </c:pt>
                <c:pt idx="1287">
                  <c:v>4.4874885360632132E-2</c:v>
                </c:pt>
                <c:pt idx="1288">
                  <c:v>4.5051977285982259E-2</c:v>
                </c:pt>
                <c:pt idx="1289">
                  <c:v>4.3296380176493482E-2</c:v>
                </c:pt>
                <c:pt idx="1290">
                  <c:v>4.2031377396722462E-2</c:v>
                </c:pt>
                <c:pt idx="1291">
                  <c:v>3.9674471117921627E-2</c:v>
                </c:pt>
                <c:pt idx="1292">
                  <c:v>2.737107846887641E-2</c:v>
                </c:pt>
                <c:pt idx="1293">
                  <c:v>2.7492048012979553E-2</c:v>
                </c:pt>
                <c:pt idx="1294">
                  <c:v>2.4606945283982211E-2</c:v>
                </c:pt>
                <c:pt idx="1295">
                  <c:v>2.4648762477494295E-2</c:v>
                </c:pt>
                <c:pt idx="1296">
                  <c:v>2.5895557804254985E-2</c:v>
                </c:pt>
                <c:pt idx="1297">
                  <c:v>2.4687231020090517E-2</c:v>
                </c:pt>
                <c:pt idx="1298">
                  <c:v>2.2893690022013979E-2</c:v>
                </c:pt>
                <c:pt idx="1299">
                  <c:v>2.1263662192868748E-2</c:v>
                </c:pt>
                <c:pt idx="1300">
                  <c:v>2.1159495559904068E-2</c:v>
                </c:pt>
                <c:pt idx="1301">
                  <c:v>1.5412229377641733E-2</c:v>
                </c:pt>
                <c:pt idx="1302">
                  <c:v>1.5674930613113845E-2</c:v>
                </c:pt>
                <c:pt idx="1303">
                  <c:v>1.4890520540370204E-2</c:v>
                </c:pt>
                <c:pt idx="1304">
                  <c:v>1.5772948060705439E-2</c:v>
                </c:pt>
                <c:pt idx="1305">
                  <c:v>1.5766997231082529E-2</c:v>
                </c:pt>
                <c:pt idx="1306">
                  <c:v>1.7991901806783964E-2</c:v>
                </c:pt>
                <c:pt idx="1307">
                  <c:v>1.7883600972165431E-2</c:v>
                </c:pt>
                <c:pt idx="1308">
                  <c:v>1.8278983279269349E-2</c:v>
                </c:pt>
                <c:pt idx="1309">
                  <c:v>1.7550584148739005E-2</c:v>
                </c:pt>
                <c:pt idx="1310">
                  <c:v>1.6888530346037059E-2</c:v>
                </c:pt>
                <c:pt idx="1311">
                  <c:v>1.6850991111907656E-2</c:v>
                </c:pt>
                <c:pt idx="1312">
                  <c:v>1.6993814455605539E-2</c:v>
                </c:pt>
                <c:pt idx="1313">
                  <c:v>1.7384146833952178E-2</c:v>
                </c:pt>
                <c:pt idx="1314">
                  <c:v>1.7426490177138158E-2</c:v>
                </c:pt>
                <c:pt idx="1315">
                  <c:v>1.7486222043718316E-2</c:v>
                </c:pt>
                <c:pt idx="1316">
                  <c:v>1.620560380217392E-2</c:v>
                </c:pt>
                <c:pt idx="1317">
                  <c:v>1.418073284351167E-2</c:v>
                </c:pt>
                <c:pt idx="1318">
                  <c:v>1.4192848741682518E-2</c:v>
                </c:pt>
                <c:pt idx="1319">
                  <c:v>1.4483523380892644E-2</c:v>
                </c:pt>
                <c:pt idx="1320">
                  <c:v>1.4357798353303338E-2</c:v>
                </c:pt>
                <c:pt idx="1321">
                  <c:v>1.4986799917682248E-2</c:v>
                </c:pt>
                <c:pt idx="1322">
                  <c:v>1.492184501403016E-2</c:v>
                </c:pt>
                <c:pt idx="1323">
                  <c:v>1.5620974423966648E-2</c:v>
                </c:pt>
                <c:pt idx="1324">
                  <c:v>1.5257355179096767E-2</c:v>
                </c:pt>
                <c:pt idx="1325">
                  <c:v>1.4610384334759748E-2</c:v>
                </c:pt>
                <c:pt idx="1326">
                  <c:v>1.4636243371444157E-2</c:v>
                </c:pt>
                <c:pt idx="1327">
                  <c:v>1.119311197843679E-2</c:v>
                </c:pt>
                <c:pt idx="1328">
                  <c:v>1.0982768530990915E-2</c:v>
                </c:pt>
                <c:pt idx="1329">
                  <c:v>1.1662887730904738E-2</c:v>
                </c:pt>
                <c:pt idx="1330">
                  <c:v>1.1639186419953151E-2</c:v>
                </c:pt>
                <c:pt idx="1331">
                  <c:v>1.1644016185095724E-2</c:v>
                </c:pt>
                <c:pt idx="1332">
                  <c:v>1.2507365299292934E-2</c:v>
                </c:pt>
                <c:pt idx="1333">
                  <c:v>1.2669725215202817E-2</c:v>
                </c:pt>
                <c:pt idx="1334">
                  <c:v>1.2337241459512373E-2</c:v>
                </c:pt>
                <c:pt idx="1335">
                  <c:v>1.2719794713708054E-2</c:v>
                </c:pt>
                <c:pt idx="1336">
                  <c:v>1.2536631938052585E-2</c:v>
                </c:pt>
                <c:pt idx="1337">
                  <c:v>1.2451538189572639E-2</c:v>
                </c:pt>
                <c:pt idx="1338">
                  <c:v>1.2549436245423306E-2</c:v>
                </c:pt>
                <c:pt idx="1339">
                  <c:v>1.2792265046028367E-2</c:v>
                </c:pt>
                <c:pt idx="1340">
                  <c:v>1.2454319564170559E-2</c:v>
                </c:pt>
                <c:pt idx="1341">
                  <c:v>1.3034860063075859E-2</c:v>
                </c:pt>
                <c:pt idx="1342">
                  <c:v>1.2824486930754969E-2</c:v>
                </c:pt>
                <c:pt idx="1343">
                  <c:v>1.2872239248873979E-2</c:v>
                </c:pt>
                <c:pt idx="1344">
                  <c:v>1.1802566902891222E-2</c:v>
                </c:pt>
                <c:pt idx="1345">
                  <c:v>1.1531329217239955E-2</c:v>
                </c:pt>
                <c:pt idx="1346">
                  <c:v>1.1734258042107412E-2</c:v>
                </c:pt>
                <c:pt idx="1347">
                  <c:v>1.2582198317197205E-2</c:v>
                </c:pt>
                <c:pt idx="1348">
                  <c:v>1.2579830557040582E-2</c:v>
                </c:pt>
                <c:pt idx="1349">
                  <c:v>1.3381587780172802E-2</c:v>
                </c:pt>
                <c:pt idx="1350">
                  <c:v>1.2090012055237487E-2</c:v>
                </c:pt>
                <c:pt idx="1351">
                  <c:v>1.2499998792623973E-2</c:v>
                </c:pt>
                <c:pt idx="1352">
                  <c:v>1.2165702354892951E-2</c:v>
                </c:pt>
                <c:pt idx="1353">
                  <c:v>1.1693225921613089E-2</c:v>
                </c:pt>
                <c:pt idx="1354">
                  <c:v>1.1547468572129108E-2</c:v>
                </c:pt>
                <c:pt idx="1355">
                  <c:v>1.1281877922124092E-2</c:v>
                </c:pt>
                <c:pt idx="1356">
                  <c:v>1.1203530671006403E-2</c:v>
                </c:pt>
                <c:pt idx="1357">
                  <c:v>1.1282655729151466E-2</c:v>
                </c:pt>
                <c:pt idx="1358">
                  <c:v>1.1708425622096947E-2</c:v>
                </c:pt>
                <c:pt idx="1359">
                  <c:v>1.1633474877611039E-2</c:v>
                </c:pt>
                <c:pt idx="1360">
                  <c:v>1.1584927663517262E-2</c:v>
                </c:pt>
                <c:pt idx="1361">
                  <c:v>1.1955758637986869E-2</c:v>
                </c:pt>
                <c:pt idx="1362">
                  <c:v>1.1396621777062039E-2</c:v>
                </c:pt>
                <c:pt idx="1363">
                  <c:v>1.1083954141873489E-2</c:v>
                </c:pt>
                <c:pt idx="1364">
                  <c:v>1.1028260759524228E-2</c:v>
                </c:pt>
                <c:pt idx="1365">
                  <c:v>1.1032111934184911E-2</c:v>
                </c:pt>
                <c:pt idx="1366">
                  <c:v>1.0916385574655922E-2</c:v>
                </c:pt>
                <c:pt idx="1367">
                  <c:v>1.0420213857463664E-2</c:v>
                </c:pt>
                <c:pt idx="1368">
                  <c:v>9.2988905940421945E-3</c:v>
                </c:pt>
                <c:pt idx="1369">
                  <c:v>9.7526895366470395E-3</c:v>
                </c:pt>
                <c:pt idx="1370">
                  <c:v>8.3339627750992698E-3</c:v>
                </c:pt>
                <c:pt idx="1371">
                  <c:v>8.6097759943396038E-3</c:v>
                </c:pt>
                <c:pt idx="1372">
                  <c:v>7.9468406029811599E-3</c:v>
                </c:pt>
                <c:pt idx="1373">
                  <c:v>7.9555937017741635E-3</c:v>
                </c:pt>
                <c:pt idx="1374">
                  <c:v>7.8338376688792608E-3</c:v>
                </c:pt>
                <c:pt idx="1375">
                  <c:v>7.8206626585556396E-3</c:v>
                </c:pt>
                <c:pt idx="1376">
                  <c:v>7.9017752410084907E-3</c:v>
                </c:pt>
                <c:pt idx="1377">
                  <c:v>7.2789452721071114E-3</c:v>
                </c:pt>
                <c:pt idx="1378">
                  <c:v>7.1932991157887616E-3</c:v>
                </c:pt>
                <c:pt idx="1379">
                  <c:v>6.6551056519534475E-3</c:v>
                </c:pt>
                <c:pt idx="1380">
                  <c:v>9.2166416433015833E-3</c:v>
                </c:pt>
                <c:pt idx="1381">
                  <c:v>9.0872283499551336E-3</c:v>
                </c:pt>
                <c:pt idx="1382">
                  <c:v>8.5713863475869508E-3</c:v>
                </c:pt>
                <c:pt idx="1383">
                  <c:v>8.5596657294975346E-3</c:v>
                </c:pt>
                <c:pt idx="1384">
                  <c:v>9.6468789985783496E-3</c:v>
                </c:pt>
                <c:pt idx="1385">
                  <c:v>9.6635403200927283E-3</c:v>
                </c:pt>
                <c:pt idx="1386">
                  <c:v>9.876299511245688E-3</c:v>
                </c:pt>
                <c:pt idx="1387">
                  <c:v>9.9303836952690187E-3</c:v>
                </c:pt>
                <c:pt idx="1388">
                  <c:v>1.1197851664067003E-2</c:v>
                </c:pt>
                <c:pt idx="1389">
                  <c:v>1.1111165415449837E-2</c:v>
                </c:pt>
                <c:pt idx="1390">
                  <c:v>1.0950470510080763E-2</c:v>
                </c:pt>
                <c:pt idx="1391">
                  <c:v>1.1071481644795093E-2</c:v>
                </c:pt>
                <c:pt idx="1392">
                  <c:v>1.0756901855943754E-2</c:v>
                </c:pt>
                <c:pt idx="1393">
                  <c:v>1.0809917777378846E-2</c:v>
                </c:pt>
                <c:pt idx="1394">
                  <c:v>1.0977796642532959E-2</c:v>
                </c:pt>
                <c:pt idx="1395">
                  <c:v>1.2646095030263307E-2</c:v>
                </c:pt>
                <c:pt idx="1396">
                  <c:v>1.299748296691762E-2</c:v>
                </c:pt>
                <c:pt idx="1397">
                  <c:v>1.3142410280502902E-2</c:v>
                </c:pt>
                <c:pt idx="1398">
                  <c:v>1.3979212951785775E-2</c:v>
                </c:pt>
                <c:pt idx="1399">
                  <c:v>1.5887409333531607E-2</c:v>
                </c:pt>
                <c:pt idx="1400">
                  <c:v>1.6583814950806693E-2</c:v>
                </c:pt>
                <c:pt idx="1401">
                  <c:v>1.5496171763859957E-2</c:v>
                </c:pt>
                <c:pt idx="1402">
                  <c:v>1.5225488742073318E-2</c:v>
                </c:pt>
                <c:pt idx="1403">
                  <c:v>1.5098776436483803E-2</c:v>
                </c:pt>
                <c:pt idx="1404">
                  <c:v>1.5111071885611487E-2</c:v>
                </c:pt>
                <c:pt idx="1405">
                  <c:v>1.4616931644826043E-2</c:v>
                </c:pt>
                <c:pt idx="1406">
                  <c:v>1.4627008424917678E-2</c:v>
                </c:pt>
                <c:pt idx="1407">
                  <c:v>1.4438873931623157E-2</c:v>
                </c:pt>
                <c:pt idx="1408">
                  <c:v>1.4436438115326843E-2</c:v>
                </c:pt>
                <c:pt idx="1409">
                  <c:v>1.349015616386773E-2</c:v>
                </c:pt>
                <c:pt idx="1410">
                  <c:v>1.3519252683225716E-2</c:v>
                </c:pt>
                <c:pt idx="1411">
                  <c:v>1.3477980066094868E-2</c:v>
                </c:pt>
                <c:pt idx="1412">
                  <c:v>1.3922843296261015E-2</c:v>
                </c:pt>
                <c:pt idx="1413">
                  <c:v>1.4178687865081828E-2</c:v>
                </c:pt>
                <c:pt idx="1414">
                  <c:v>1.4193723755081161E-2</c:v>
                </c:pt>
                <c:pt idx="1415">
                  <c:v>1.4043537642607618E-2</c:v>
                </c:pt>
                <c:pt idx="1416">
                  <c:v>1.2706394396975408E-2</c:v>
                </c:pt>
                <c:pt idx="1417">
                  <c:v>1.2249364979594944E-2</c:v>
                </c:pt>
                <c:pt idx="1418">
                  <c:v>1.1889252834298517E-2</c:v>
                </c:pt>
                <c:pt idx="1419">
                  <c:v>1.0666943870543731E-2</c:v>
                </c:pt>
                <c:pt idx="1420">
                  <c:v>9.0346496978566584E-3</c:v>
                </c:pt>
                <c:pt idx="1421">
                  <c:v>8.0850706207871038E-3</c:v>
                </c:pt>
                <c:pt idx="1422">
                  <c:v>8.1398727967527257E-3</c:v>
                </c:pt>
                <c:pt idx="1423">
                  <c:v>8.0062433954981773E-3</c:v>
                </c:pt>
                <c:pt idx="1424">
                  <c:v>8.2143533451856914E-3</c:v>
                </c:pt>
                <c:pt idx="1425">
                  <c:v>8.1654140639986616E-3</c:v>
                </c:pt>
                <c:pt idx="1426">
                  <c:v>8.1562211972735534E-3</c:v>
                </c:pt>
                <c:pt idx="1427">
                  <c:v>9.2101315817761237E-3</c:v>
                </c:pt>
                <c:pt idx="1428">
                  <c:v>9.2081488061510081E-3</c:v>
                </c:pt>
                <c:pt idx="1429">
                  <c:v>9.81256346006526E-3</c:v>
                </c:pt>
                <c:pt idx="1430">
                  <c:v>1.0320076369329547E-2</c:v>
                </c:pt>
                <c:pt idx="1431">
                  <c:v>1.0428049933674719E-2</c:v>
                </c:pt>
                <c:pt idx="1432">
                  <c:v>1.0413999784515361E-2</c:v>
                </c:pt>
                <c:pt idx="1433">
                  <c:v>8.7602397637135468E-3</c:v>
                </c:pt>
                <c:pt idx="1434">
                  <c:v>8.6654351434737546E-3</c:v>
                </c:pt>
                <c:pt idx="1435">
                  <c:v>8.6665035193154386E-3</c:v>
                </c:pt>
                <c:pt idx="1436">
                  <c:v>8.681737545167087E-3</c:v>
                </c:pt>
                <c:pt idx="1437">
                  <c:v>9.1327269895254398E-3</c:v>
                </c:pt>
                <c:pt idx="1438">
                  <c:v>9.1004463804024247E-3</c:v>
                </c:pt>
                <c:pt idx="1439">
                  <c:v>9.165882184288706E-3</c:v>
                </c:pt>
                <c:pt idx="1440">
                  <c:v>8.354348363960741E-3</c:v>
                </c:pt>
                <c:pt idx="1441">
                  <c:v>8.7609487154040634E-3</c:v>
                </c:pt>
                <c:pt idx="1442">
                  <c:v>8.552146511333238E-3</c:v>
                </c:pt>
                <c:pt idx="1443">
                  <c:v>8.3864832674182405E-3</c:v>
                </c:pt>
                <c:pt idx="1444">
                  <c:v>8.6806998080565922E-3</c:v>
                </c:pt>
                <c:pt idx="1445">
                  <c:v>7.9821199516970903E-3</c:v>
                </c:pt>
                <c:pt idx="1446">
                  <c:v>7.9752390701046515E-3</c:v>
                </c:pt>
                <c:pt idx="1447">
                  <c:v>8.0053846143540008E-3</c:v>
                </c:pt>
                <c:pt idx="1448">
                  <c:v>7.441335767164165E-3</c:v>
                </c:pt>
                <c:pt idx="1449">
                  <c:v>7.4811391845159975E-3</c:v>
                </c:pt>
                <c:pt idx="1450">
                  <c:v>7.0488950478451917E-3</c:v>
                </c:pt>
                <c:pt idx="1451">
                  <c:v>6.742847710393695E-3</c:v>
                </c:pt>
                <c:pt idx="1452">
                  <c:v>6.610295578546508E-3</c:v>
                </c:pt>
                <c:pt idx="1453">
                  <c:v>6.693663509784141E-3</c:v>
                </c:pt>
                <c:pt idx="1454">
                  <c:v>6.7515186160430167E-3</c:v>
                </c:pt>
                <c:pt idx="1455">
                  <c:v>6.8102582948869703E-3</c:v>
                </c:pt>
                <c:pt idx="1456">
                  <c:v>6.9267405144776382E-3</c:v>
                </c:pt>
                <c:pt idx="1457">
                  <c:v>6.9531346982048478E-3</c:v>
                </c:pt>
                <c:pt idx="1458">
                  <c:v>1.1930622371572002E-2</c:v>
                </c:pt>
                <c:pt idx="1459">
                  <c:v>1.2242021084662633E-2</c:v>
                </c:pt>
                <c:pt idx="1460">
                  <c:v>1.2176452786145261E-2</c:v>
                </c:pt>
                <c:pt idx="1461">
                  <c:v>1.230052674121327E-2</c:v>
                </c:pt>
                <c:pt idx="1462">
                  <c:v>1.1984686199354125E-2</c:v>
                </c:pt>
                <c:pt idx="1463">
                  <c:v>1.2032011772191794E-2</c:v>
                </c:pt>
                <c:pt idx="1464">
                  <c:v>1.2000449832993264E-2</c:v>
                </c:pt>
                <c:pt idx="1465">
                  <c:v>1.1810874811864418E-2</c:v>
                </c:pt>
                <c:pt idx="1466">
                  <c:v>1.1795837482820702E-2</c:v>
                </c:pt>
                <c:pt idx="1467">
                  <c:v>1.1908180038171869E-2</c:v>
                </c:pt>
                <c:pt idx="1468">
                  <c:v>1.1808528086689312E-2</c:v>
                </c:pt>
                <c:pt idx="1469">
                  <c:v>1.1674619642842308E-2</c:v>
                </c:pt>
                <c:pt idx="1470">
                  <c:v>1.1819820442911973E-2</c:v>
                </c:pt>
                <c:pt idx="1471">
                  <c:v>1.2288054249123466E-2</c:v>
                </c:pt>
                <c:pt idx="1472">
                  <c:v>1.2198970449869151E-2</c:v>
                </c:pt>
                <c:pt idx="1473">
                  <c:v>1.2497282663440863E-2</c:v>
                </c:pt>
                <c:pt idx="1474">
                  <c:v>1.2424774441161173E-2</c:v>
                </c:pt>
                <c:pt idx="1475">
                  <c:v>1.2434190321353285E-2</c:v>
                </c:pt>
                <c:pt idx="1476">
                  <c:v>1.2634229684590407E-2</c:v>
                </c:pt>
                <c:pt idx="1477">
                  <c:v>1.3058840616782629E-2</c:v>
                </c:pt>
                <c:pt idx="1478">
                  <c:v>1.3503888272667991E-2</c:v>
                </c:pt>
                <c:pt idx="1479">
                  <c:v>8.5759774469122401E-3</c:v>
                </c:pt>
                <c:pt idx="1480">
                  <c:v>8.8957174161542509E-3</c:v>
                </c:pt>
                <c:pt idx="1481">
                  <c:v>9.4670131597999144E-3</c:v>
                </c:pt>
                <c:pt idx="1482">
                  <c:v>1.0264038271772108E-2</c:v>
                </c:pt>
                <c:pt idx="1483">
                  <c:v>1.0708782092305021E-2</c:v>
                </c:pt>
                <c:pt idx="1484">
                  <c:v>1.0683321321264349E-2</c:v>
                </c:pt>
                <c:pt idx="1485">
                  <c:v>1.1488035944661221E-2</c:v>
                </c:pt>
                <c:pt idx="1486">
                  <c:v>1.5664789500453052E-2</c:v>
                </c:pt>
                <c:pt idx="1487">
                  <c:v>1.7191484364833923E-2</c:v>
                </c:pt>
                <c:pt idx="1488">
                  <c:v>1.7124926325255956E-2</c:v>
                </c:pt>
                <c:pt idx="1489">
                  <c:v>1.7080197502303943E-2</c:v>
                </c:pt>
                <c:pt idx="1490">
                  <c:v>1.7247130074170988E-2</c:v>
                </c:pt>
                <c:pt idx="1491">
                  <c:v>1.7554635967806955E-2</c:v>
                </c:pt>
                <c:pt idx="1492">
                  <c:v>1.7283400460285245E-2</c:v>
                </c:pt>
                <c:pt idx="1493">
                  <c:v>1.725876742150061E-2</c:v>
                </c:pt>
                <c:pt idx="1494">
                  <c:v>1.7070970132830824E-2</c:v>
                </c:pt>
                <c:pt idx="1495">
                  <c:v>1.7193237105483643E-2</c:v>
                </c:pt>
                <c:pt idx="1496">
                  <c:v>1.7182673780918832E-2</c:v>
                </c:pt>
                <c:pt idx="1497">
                  <c:v>1.7078918492793874E-2</c:v>
                </c:pt>
                <c:pt idx="1498">
                  <c:v>1.6657835585979327E-2</c:v>
                </c:pt>
                <c:pt idx="1499">
                  <c:v>1.6323300239734547E-2</c:v>
                </c:pt>
                <c:pt idx="1500">
                  <c:v>1.6579727075534192E-2</c:v>
                </c:pt>
                <c:pt idx="1501">
                  <c:v>1.7116798058603291E-2</c:v>
                </c:pt>
                <c:pt idx="1502">
                  <c:v>1.6962614786295925E-2</c:v>
                </c:pt>
                <c:pt idx="1503">
                  <c:v>1.6524112220312314E-2</c:v>
                </c:pt>
                <c:pt idx="1504">
                  <c:v>1.6227407940461944E-2</c:v>
                </c:pt>
                <c:pt idx="1505">
                  <c:v>1.8578886357471243E-2</c:v>
                </c:pt>
                <c:pt idx="1506">
                  <c:v>1.7900158028689925E-2</c:v>
                </c:pt>
                <c:pt idx="1507">
                  <c:v>1.4992276911826127E-2</c:v>
                </c:pt>
                <c:pt idx="1508">
                  <c:v>1.3482350381101734E-2</c:v>
                </c:pt>
                <c:pt idx="1509">
                  <c:v>1.3483342231012857E-2</c:v>
                </c:pt>
                <c:pt idx="1510">
                  <c:v>1.3660466588336008E-2</c:v>
                </c:pt>
                <c:pt idx="1511">
                  <c:v>1.3515466664159559E-2</c:v>
                </c:pt>
                <c:pt idx="1512">
                  <c:v>1.3045966432146857E-2</c:v>
                </c:pt>
                <c:pt idx="1513">
                  <c:v>1.3042225285918026E-2</c:v>
                </c:pt>
                <c:pt idx="1514">
                  <c:v>1.3112115518932448E-2</c:v>
                </c:pt>
                <c:pt idx="1515">
                  <c:v>1.3170163740538494E-2</c:v>
                </c:pt>
                <c:pt idx="1516">
                  <c:v>1.3076316882970574E-2</c:v>
                </c:pt>
                <c:pt idx="1517">
                  <c:v>1.4039271948309695E-2</c:v>
                </c:pt>
                <c:pt idx="1518">
                  <c:v>1.3906554154492691E-2</c:v>
                </c:pt>
                <c:pt idx="1519">
                  <c:v>1.4347273510856899E-2</c:v>
                </c:pt>
                <c:pt idx="1520">
                  <c:v>1.4336268727474368E-2</c:v>
                </c:pt>
                <c:pt idx="1521">
                  <c:v>1.4238933691885905E-2</c:v>
                </c:pt>
                <c:pt idx="1522">
                  <c:v>1.417304111347388E-2</c:v>
                </c:pt>
                <c:pt idx="1523">
                  <c:v>1.4704128330272435E-2</c:v>
                </c:pt>
                <c:pt idx="1524">
                  <c:v>1.459870126547331E-2</c:v>
                </c:pt>
                <c:pt idx="1525">
                  <c:v>1.4353368483359887E-2</c:v>
                </c:pt>
                <c:pt idx="1526">
                  <c:v>1.2103511758358703E-2</c:v>
                </c:pt>
                <c:pt idx="1527">
                  <c:v>1.2056992592426366E-2</c:v>
                </c:pt>
                <c:pt idx="1528">
                  <c:v>1.2114542952423608E-2</c:v>
                </c:pt>
                <c:pt idx="1529">
                  <c:v>1.1617974010017651E-2</c:v>
                </c:pt>
                <c:pt idx="1530">
                  <c:v>1.1781508493353068E-2</c:v>
                </c:pt>
                <c:pt idx="1531">
                  <c:v>1.1905905571605627E-2</c:v>
                </c:pt>
                <c:pt idx="1532">
                  <c:v>1.1878913108451562E-2</c:v>
                </c:pt>
                <c:pt idx="1533">
                  <c:v>1.5426843447950847E-2</c:v>
                </c:pt>
                <c:pt idx="1534">
                  <c:v>1.6015064279767434E-2</c:v>
                </c:pt>
                <c:pt idx="1535">
                  <c:v>1.6013461911281328E-2</c:v>
                </c:pt>
                <c:pt idx="1536">
                  <c:v>1.6037347546937447E-2</c:v>
                </c:pt>
                <c:pt idx="1537">
                  <c:v>1.6854917382937751E-2</c:v>
                </c:pt>
                <c:pt idx="1538">
                  <c:v>1.6203014404372728E-2</c:v>
                </c:pt>
                <c:pt idx="1539">
                  <c:v>1.6162963620578317E-2</c:v>
                </c:pt>
                <c:pt idx="1540">
                  <c:v>1.5689716286695868E-2</c:v>
                </c:pt>
                <c:pt idx="1541">
                  <c:v>1.5949901200992791E-2</c:v>
                </c:pt>
                <c:pt idx="1542">
                  <c:v>1.6321255511551388E-2</c:v>
                </c:pt>
                <c:pt idx="1543">
                  <c:v>1.5881411245934379E-2</c:v>
                </c:pt>
                <c:pt idx="1544">
                  <c:v>1.5083153611217181E-2</c:v>
                </c:pt>
                <c:pt idx="1545">
                  <c:v>1.4883655110774344E-2</c:v>
                </c:pt>
                <c:pt idx="1546">
                  <c:v>1.4521938827432693E-2</c:v>
                </c:pt>
                <c:pt idx="1547">
                  <c:v>1.4563393866237543E-2</c:v>
                </c:pt>
                <c:pt idx="1548">
                  <c:v>1.4186882812546682E-2</c:v>
                </c:pt>
                <c:pt idx="1549">
                  <c:v>1.3926783555717982E-2</c:v>
                </c:pt>
                <c:pt idx="1550">
                  <c:v>1.3959752143598804E-2</c:v>
                </c:pt>
                <c:pt idx="1551">
                  <c:v>1.4084734775802389E-2</c:v>
                </c:pt>
                <c:pt idx="1552">
                  <c:v>1.404309413696847E-2</c:v>
                </c:pt>
                <c:pt idx="1553">
                  <c:v>1.4126183734803129E-2</c:v>
                </c:pt>
                <c:pt idx="1554">
                  <c:v>9.4161935865692461E-3</c:v>
                </c:pt>
                <c:pt idx="1555">
                  <c:v>8.8290937098352736E-3</c:v>
                </c:pt>
                <c:pt idx="1556">
                  <c:v>9.1100275588553749E-3</c:v>
                </c:pt>
                <c:pt idx="1557">
                  <c:v>9.127337068937709E-3</c:v>
                </c:pt>
                <c:pt idx="1558">
                  <c:v>6.9280784065949329E-3</c:v>
                </c:pt>
                <c:pt idx="1559">
                  <c:v>6.935557660900417E-3</c:v>
                </c:pt>
                <c:pt idx="1560">
                  <c:v>6.9405897348230822E-3</c:v>
                </c:pt>
                <c:pt idx="1561">
                  <c:v>6.7906414604983496E-3</c:v>
                </c:pt>
                <c:pt idx="1562">
                  <c:v>6.5796872429983409E-3</c:v>
                </c:pt>
                <c:pt idx="1563">
                  <c:v>5.8441622667301553E-3</c:v>
                </c:pt>
                <c:pt idx="1564">
                  <c:v>6.1627163372084013E-3</c:v>
                </c:pt>
                <c:pt idx="1565">
                  <c:v>6.4160234537956528E-3</c:v>
                </c:pt>
                <c:pt idx="1566">
                  <c:v>6.2605851416639765E-3</c:v>
                </c:pt>
                <c:pt idx="1567">
                  <c:v>6.3169454966473422E-3</c:v>
                </c:pt>
                <c:pt idx="1568">
                  <c:v>6.1338316812503376E-3</c:v>
                </c:pt>
                <c:pt idx="1569">
                  <c:v>6.1324333251177613E-3</c:v>
                </c:pt>
                <c:pt idx="1570">
                  <c:v>6.6865799986541167E-3</c:v>
                </c:pt>
                <c:pt idx="1571">
                  <c:v>6.7501253163777045E-3</c:v>
                </c:pt>
                <c:pt idx="1572">
                  <c:v>7.3819832729385771E-3</c:v>
                </c:pt>
                <c:pt idx="1573">
                  <c:v>7.3070316416147573E-3</c:v>
                </c:pt>
                <c:pt idx="1574">
                  <c:v>6.7359440141566782E-3</c:v>
                </c:pt>
                <c:pt idx="1575">
                  <c:v>6.5058437922608306E-3</c:v>
                </c:pt>
                <c:pt idx="1576">
                  <c:v>6.5239113832726223E-3</c:v>
                </c:pt>
                <c:pt idx="1577">
                  <c:v>7.0689924836455972E-3</c:v>
                </c:pt>
                <c:pt idx="1578">
                  <c:v>7.3234490383081129E-3</c:v>
                </c:pt>
                <c:pt idx="1579">
                  <c:v>7.2061045802100836E-3</c:v>
                </c:pt>
                <c:pt idx="1580">
                  <c:v>7.2149020935787841E-3</c:v>
                </c:pt>
                <c:pt idx="1581">
                  <c:v>7.212641291189717E-3</c:v>
                </c:pt>
                <c:pt idx="1582">
                  <c:v>7.5226703106591533E-3</c:v>
                </c:pt>
                <c:pt idx="1583">
                  <c:v>7.7071084384537246E-3</c:v>
                </c:pt>
                <c:pt idx="1584">
                  <c:v>7.7026507738899592E-3</c:v>
                </c:pt>
                <c:pt idx="1585">
                  <c:v>7.3610651566609394E-3</c:v>
                </c:pt>
                <c:pt idx="1586">
                  <c:v>7.0211278409931226E-3</c:v>
                </c:pt>
                <c:pt idx="1587">
                  <c:v>7.0435365118117592E-3</c:v>
                </c:pt>
                <c:pt idx="1588">
                  <c:v>6.8704432524853455E-3</c:v>
                </c:pt>
                <c:pt idx="1589">
                  <c:v>6.3496657983366902E-3</c:v>
                </c:pt>
                <c:pt idx="1590">
                  <c:v>6.5367747970875465E-3</c:v>
                </c:pt>
                <c:pt idx="1591">
                  <c:v>5.2595556607914545E-3</c:v>
                </c:pt>
                <c:pt idx="1592">
                  <c:v>5.2808988214852817E-3</c:v>
                </c:pt>
                <c:pt idx="1593">
                  <c:v>4.9007195851901858E-3</c:v>
                </c:pt>
                <c:pt idx="1594">
                  <c:v>4.8110859719457319E-3</c:v>
                </c:pt>
                <c:pt idx="1595">
                  <c:v>4.9266618545946422E-3</c:v>
                </c:pt>
                <c:pt idx="1596">
                  <c:v>5.1207983982308174E-3</c:v>
                </c:pt>
                <c:pt idx="1597">
                  <c:v>5.1222691740128012E-3</c:v>
                </c:pt>
                <c:pt idx="1598">
                  <c:v>4.5433494460721648E-3</c:v>
                </c:pt>
                <c:pt idx="1599">
                  <c:v>4.5681249454102568E-3</c:v>
                </c:pt>
                <c:pt idx="1600">
                  <c:v>4.6071009553150851E-3</c:v>
                </c:pt>
                <c:pt idx="1601">
                  <c:v>4.5825103179798479E-3</c:v>
                </c:pt>
                <c:pt idx="1602">
                  <c:v>5.7445667814135853E-3</c:v>
                </c:pt>
                <c:pt idx="1603">
                  <c:v>5.6649097778539194E-3</c:v>
                </c:pt>
                <c:pt idx="1604">
                  <c:v>5.5100002657210521E-3</c:v>
                </c:pt>
                <c:pt idx="1605">
                  <c:v>5.762040232087969E-3</c:v>
                </c:pt>
                <c:pt idx="1606">
                  <c:v>5.7303480202378684E-3</c:v>
                </c:pt>
                <c:pt idx="1607">
                  <c:v>5.6779271690599866E-3</c:v>
                </c:pt>
                <c:pt idx="1608">
                  <c:v>5.6422206334770389E-3</c:v>
                </c:pt>
                <c:pt idx="1609">
                  <c:v>6.3641535498120301E-3</c:v>
                </c:pt>
                <c:pt idx="1610">
                  <c:v>6.7009903013689476E-3</c:v>
                </c:pt>
                <c:pt idx="1611">
                  <c:v>6.866365802957089E-3</c:v>
                </c:pt>
                <c:pt idx="1612">
                  <c:v>6.8947610131974892E-3</c:v>
                </c:pt>
                <c:pt idx="1613">
                  <c:v>7.0824318147949209E-3</c:v>
                </c:pt>
                <c:pt idx="1614">
                  <c:v>7.2914382238171453E-3</c:v>
                </c:pt>
                <c:pt idx="1615">
                  <c:v>7.3433054589898362E-3</c:v>
                </c:pt>
                <c:pt idx="1616">
                  <c:v>7.3857605432654811E-3</c:v>
                </c:pt>
                <c:pt idx="1617">
                  <c:v>7.5194685384371894E-3</c:v>
                </c:pt>
                <c:pt idx="1618">
                  <c:v>7.658442566639492E-3</c:v>
                </c:pt>
                <c:pt idx="1619">
                  <c:v>7.6384562796436538E-3</c:v>
                </c:pt>
                <c:pt idx="1620">
                  <c:v>7.4993671530407847E-3</c:v>
                </c:pt>
                <c:pt idx="1621">
                  <c:v>7.4009189596140213E-3</c:v>
                </c:pt>
                <c:pt idx="1622">
                  <c:v>8.4109843668532299E-3</c:v>
                </c:pt>
                <c:pt idx="1623">
                  <c:v>7.680176133284292E-3</c:v>
                </c:pt>
                <c:pt idx="1624">
                  <c:v>7.9640031063813038E-3</c:v>
                </c:pt>
                <c:pt idx="1625">
                  <c:v>7.9374406042518868E-3</c:v>
                </c:pt>
                <c:pt idx="1626">
                  <c:v>7.8108525131063708E-3</c:v>
                </c:pt>
                <c:pt idx="1627">
                  <c:v>8.1614813649036038E-3</c:v>
                </c:pt>
                <c:pt idx="1628">
                  <c:v>8.8170870526133628E-3</c:v>
                </c:pt>
                <c:pt idx="1629">
                  <c:v>9.233720421028593E-3</c:v>
                </c:pt>
                <c:pt idx="1630">
                  <c:v>8.7963100397978975E-3</c:v>
                </c:pt>
                <c:pt idx="1631">
                  <c:v>8.7128700417660222E-3</c:v>
                </c:pt>
                <c:pt idx="1632">
                  <c:v>8.6881778445292105E-3</c:v>
                </c:pt>
                <c:pt idx="1633">
                  <c:v>8.6804050330913183E-3</c:v>
                </c:pt>
                <c:pt idx="1634">
                  <c:v>8.4676094922720487E-3</c:v>
                </c:pt>
                <c:pt idx="1635">
                  <c:v>8.0936112220003683E-3</c:v>
                </c:pt>
                <c:pt idx="1636">
                  <c:v>7.9622790289719508E-3</c:v>
                </c:pt>
                <c:pt idx="1637">
                  <c:v>8.0576154675551185E-3</c:v>
                </c:pt>
                <c:pt idx="1638">
                  <c:v>7.9699410920982018E-3</c:v>
                </c:pt>
                <c:pt idx="1639">
                  <c:v>8.2631885928437579E-3</c:v>
                </c:pt>
                <c:pt idx="1640">
                  <c:v>8.2401100361699231E-3</c:v>
                </c:pt>
                <c:pt idx="1641">
                  <c:v>8.4066985520160308E-3</c:v>
                </c:pt>
                <c:pt idx="1642">
                  <c:v>8.9928793404626534E-3</c:v>
                </c:pt>
                <c:pt idx="1643">
                  <c:v>7.6000489889041312E-3</c:v>
                </c:pt>
                <c:pt idx="1644">
                  <c:v>7.363918007623719E-3</c:v>
                </c:pt>
                <c:pt idx="1645">
                  <c:v>7.6849824191790907E-3</c:v>
                </c:pt>
                <c:pt idx="1646">
                  <c:v>7.8771789850065176E-3</c:v>
                </c:pt>
                <c:pt idx="1647">
                  <c:v>7.6386127377213358E-3</c:v>
                </c:pt>
                <c:pt idx="1648">
                  <c:v>7.5367632145001279E-3</c:v>
                </c:pt>
                <c:pt idx="1649">
                  <c:v>6.9874567950314942E-3</c:v>
                </c:pt>
                <c:pt idx="1650">
                  <c:v>6.7077445032934658E-3</c:v>
                </c:pt>
                <c:pt idx="1651">
                  <c:v>6.7504198000131431E-3</c:v>
                </c:pt>
                <c:pt idx="1652">
                  <c:v>6.7227026017753324E-3</c:v>
                </c:pt>
                <c:pt idx="1653">
                  <c:v>6.6694062777260046E-3</c:v>
                </c:pt>
                <c:pt idx="1654">
                  <c:v>7.4794920078677073E-3</c:v>
                </c:pt>
                <c:pt idx="1655">
                  <c:v>7.5088193325753465E-3</c:v>
                </c:pt>
                <c:pt idx="1656">
                  <c:v>7.4750236568696463E-3</c:v>
                </c:pt>
                <c:pt idx="1657">
                  <c:v>7.483216781844851E-3</c:v>
                </c:pt>
                <c:pt idx="1658">
                  <c:v>7.4226474811460511E-3</c:v>
                </c:pt>
                <c:pt idx="1659">
                  <c:v>7.7161707826478776E-3</c:v>
                </c:pt>
                <c:pt idx="1660">
                  <c:v>7.4860164979378835E-3</c:v>
                </c:pt>
                <c:pt idx="1661">
                  <c:v>7.4901167100325933E-3</c:v>
                </c:pt>
                <c:pt idx="1662">
                  <c:v>7.7666891939880273E-3</c:v>
                </c:pt>
                <c:pt idx="1663">
                  <c:v>7.5905771099954601E-3</c:v>
                </c:pt>
                <c:pt idx="1664">
                  <c:v>7.9065033861660181E-3</c:v>
                </c:pt>
                <c:pt idx="1665">
                  <c:v>7.9795095414196115E-3</c:v>
                </c:pt>
                <c:pt idx="1666">
                  <c:v>7.4947746250538993E-3</c:v>
                </c:pt>
                <c:pt idx="1667">
                  <c:v>7.9136100761520115E-3</c:v>
                </c:pt>
                <c:pt idx="1668">
                  <c:v>7.9937725597539928E-3</c:v>
                </c:pt>
                <c:pt idx="1669">
                  <c:v>8.5238229933127276E-3</c:v>
                </c:pt>
                <c:pt idx="1670">
                  <c:v>8.6558468062204411E-3</c:v>
                </c:pt>
                <c:pt idx="1671">
                  <c:v>9.4431180126328604E-3</c:v>
                </c:pt>
                <c:pt idx="1672">
                  <c:v>9.4666758739686413E-3</c:v>
                </c:pt>
                <c:pt idx="1673">
                  <c:v>9.3726498277368828E-3</c:v>
                </c:pt>
                <c:pt idx="1674">
                  <c:v>9.1425594438165024E-3</c:v>
                </c:pt>
                <c:pt idx="1675">
                  <c:v>9.1577528603185455E-3</c:v>
                </c:pt>
                <c:pt idx="1676">
                  <c:v>9.14422154106918E-3</c:v>
                </c:pt>
                <c:pt idx="1677">
                  <c:v>9.0897825062784109E-3</c:v>
                </c:pt>
                <c:pt idx="1678">
                  <c:v>9.3480550743068342E-3</c:v>
                </c:pt>
                <c:pt idx="1679">
                  <c:v>9.5884677221865031E-3</c:v>
                </c:pt>
                <c:pt idx="1680">
                  <c:v>9.2530267494504732E-3</c:v>
                </c:pt>
                <c:pt idx="1681">
                  <c:v>9.3683439947921283E-3</c:v>
                </c:pt>
                <c:pt idx="1682">
                  <c:v>9.3694142246467677E-3</c:v>
                </c:pt>
                <c:pt idx="1683">
                  <c:v>9.5969071110797114E-3</c:v>
                </c:pt>
                <c:pt idx="1684">
                  <c:v>1.032206489916831E-2</c:v>
                </c:pt>
                <c:pt idx="1685">
                  <c:v>1.0705691496393147E-2</c:v>
                </c:pt>
                <c:pt idx="1686">
                  <c:v>1.0688683368736861E-2</c:v>
                </c:pt>
                <c:pt idx="1687">
                  <c:v>1.0867543153165996E-2</c:v>
                </c:pt>
                <c:pt idx="1688">
                  <c:v>1.3384968433315854E-2</c:v>
                </c:pt>
                <c:pt idx="1689">
                  <c:v>1.3387607428664594E-2</c:v>
                </c:pt>
                <c:pt idx="1690">
                  <c:v>1.3170510425421398E-2</c:v>
                </c:pt>
                <c:pt idx="1691">
                  <c:v>1.3196601497507569E-2</c:v>
                </c:pt>
                <c:pt idx="1692">
                  <c:v>1.2800009276985524E-2</c:v>
                </c:pt>
                <c:pt idx="1693">
                  <c:v>1.296403988434452E-2</c:v>
                </c:pt>
                <c:pt idx="1694">
                  <c:v>1.3377551178944362E-2</c:v>
                </c:pt>
                <c:pt idx="1695">
                  <c:v>1.3619230216302179E-2</c:v>
                </c:pt>
                <c:pt idx="1696">
                  <c:v>1.3551756324521658E-2</c:v>
                </c:pt>
                <c:pt idx="1697">
                  <c:v>1.3643872773520993E-2</c:v>
                </c:pt>
                <c:pt idx="1698">
                  <c:v>1.3610988568358445E-2</c:v>
                </c:pt>
                <c:pt idx="1699">
                  <c:v>1.3606243670677635E-2</c:v>
                </c:pt>
                <c:pt idx="1700">
                  <c:v>1.3280322780450961E-2</c:v>
                </c:pt>
                <c:pt idx="1701">
                  <c:v>1.3255576444419513E-2</c:v>
                </c:pt>
                <c:pt idx="1702">
                  <c:v>1.3142448448960354E-2</c:v>
                </c:pt>
                <c:pt idx="1703">
                  <c:v>1.3870170210146218E-2</c:v>
                </c:pt>
                <c:pt idx="1704">
                  <c:v>1.4758837602355647E-2</c:v>
                </c:pt>
                <c:pt idx="1705">
                  <c:v>1.4817439348248569E-2</c:v>
                </c:pt>
                <c:pt idx="1706">
                  <c:v>1.4789724511600925E-2</c:v>
                </c:pt>
                <c:pt idx="1707">
                  <c:v>1.4944289079114237E-2</c:v>
                </c:pt>
                <c:pt idx="1708">
                  <c:v>1.4624952649639165E-2</c:v>
                </c:pt>
                <c:pt idx="1709">
                  <c:v>1.2236877115143692E-2</c:v>
                </c:pt>
                <c:pt idx="1710">
                  <c:v>1.253386727735652E-2</c:v>
                </c:pt>
                <c:pt idx="1711">
                  <c:v>1.25110823449703E-2</c:v>
                </c:pt>
                <c:pt idx="1712">
                  <c:v>1.2461433481272231E-2</c:v>
                </c:pt>
                <c:pt idx="1713">
                  <c:v>1.2373803774679048E-2</c:v>
                </c:pt>
                <c:pt idx="1714">
                  <c:v>1.2493223149926383E-2</c:v>
                </c:pt>
                <c:pt idx="1715">
                  <c:v>1.194515780980176E-2</c:v>
                </c:pt>
                <c:pt idx="1716">
                  <c:v>1.1790705083630559E-2</c:v>
                </c:pt>
                <c:pt idx="1717">
                  <c:v>1.1579166743872884E-2</c:v>
                </c:pt>
                <c:pt idx="1718">
                  <c:v>1.1525931105539492E-2</c:v>
                </c:pt>
                <c:pt idx="1719">
                  <c:v>1.1653254474392459E-2</c:v>
                </c:pt>
                <c:pt idx="1720">
                  <c:v>1.1470965038506059E-2</c:v>
                </c:pt>
                <c:pt idx="1721">
                  <c:v>1.1845047917791561E-2</c:v>
                </c:pt>
                <c:pt idx="1722">
                  <c:v>1.1742693699664545E-2</c:v>
                </c:pt>
                <c:pt idx="1723">
                  <c:v>1.1738230776210078E-2</c:v>
                </c:pt>
                <c:pt idx="1724">
                  <c:v>1.0258990662678959E-2</c:v>
                </c:pt>
                <c:pt idx="1725">
                  <c:v>9.3023451288647713E-3</c:v>
                </c:pt>
                <c:pt idx="1726">
                  <c:v>9.1463821373224691E-3</c:v>
                </c:pt>
                <c:pt idx="1727">
                  <c:v>8.9067900204622252E-3</c:v>
                </c:pt>
                <c:pt idx="1728">
                  <c:v>9.7688450793270449E-3</c:v>
                </c:pt>
                <c:pt idx="1729">
                  <c:v>1.1664369824517407E-2</c:v>
                </c:pt>
                <c:pt idx="1730">
                  <c:v>1.1828854558140693E-2</c:v>
                </c:pt>
                <c:pt idx="1731">
                  <c:v>1.1795054312994893E-2</c:v>
                </c:pt>
                <c:pt idx="1732">
                  <c:v>1.1843449302468854E-2</c:v>
                </c:pt>
                <c:pt idx="1733">
                  <c:v>1.2204845053080062E-2</c:v>
                </c:pt>
                <c:pt idx="1734">
                  <c:v>1.2250121432042713E-2</c:v>
                </c:pt>
                <c:pt idx="1735">
                  <c:v>1.200806207495753E-2</c:v>
                </c:pt>
                <c:pt idx="1736">
                  <c:v>1.2126116517213913E-2</c:v>
                </c:pt>
                <c:pt idx="1737">
                  <c:v>1.2040894027508239E-2</c:v>
                </c:pt>
                <c:pt idx="1738">
                  <c:v>1.2047787932860666E-2</c:v>
                </c:pt>
                <c:pt idx="1739">
                  <c:v>1.1966522046842116E-2</c:v>
                </c:pt>
                <c:pt idx="1740">
                  <c:v>1.2023932095196631E-2</c:v>
                </c:pt>
                <c:pt idx="1741">
                  <c:v>1.2031226145927743E-2</c:v>
                </c:pt>
                <c:pt idx="1742">
                  <c:v>1.1650298397787912E-2</c:v>
                </c:pt>
                <c:pt idx="1743">
                  <c:v>1.3148969232275539E-2</c:v>
                </c:pt>
                <c:pt idx="1744">
                  <c:v>1.515472672906336E-2</c:v>
                </c:pt>
                <c:pt idx="1745">
                  <c:v>1.4923560000919928E-2</c:v>
                </c:pt>
                <c:pt idx="1746">
                  <c:v>1.4319297064195978E-2</c:v>
                </c:pt>
                <c:pt idx="1747">
                  <c:v>1.4363407334818543E-2</c:v>
                </c:pt>
                <c:pt idx="1748">
                  <c:v>1.4461150821370439E-2</c:v>
                </c:pt>
                <c:pt idx="1749">
                  <c:v>1.416812473584296E-2</c:v>
                </c:pt>
                <c:pt idx="1750">
                  <c:v>1.2773171551856441E-2</c:v>
                </c:pt>
                <c:pt idx="1751">
                  <c:v>1.6953037372419284E-2</c:v>
                </c:pt>
                <c:pt idx="1752">
                  <c:v>1.8080840674038368E-2</c:v>
                </c:pt>
                <c:pt idx="1753">
                  <c:v>1.8723479850981981E-2</c:v>
                </c:pt>
                <c:pt idx="1754">
                  <c:v>1.8302329029611059E-2</c:v>
                </c:pt>
                <c:pt idx="1755">
                  <c:v>1.8073200630602318E-2</c:v>
                </c:pt>
                <c:pt idx="1756">
                  <c:v>1.8305951097682523E-2</c:v>
                </c:pt>
                <c:pt idx="1757">
                  <c:v>1.840831571049344E-2</c:v>
                </c:pt>
                <c:pt idx="1758">
                  <c:v>1.8651284053351029E-2</c:v>
                </c:pt>
                <c:pt idx="1759">
                  <c:v>1.9272575579939905E-2</c:v>
                </c:pt>
                <c:pt idx="1760">
                  <c:v>1.9606888389552088E-2</c:v>
                </c:pt>
                <c:pt idx="1761">
                  <c:v>1.9491653922354329E-2</c:v>
                </c:pt>
                <c:pt idx="1762">
                  <c:v>1.9481547861729256E-2</c:v>
                </c:pt>
                <c:pt idx="1763">
                  <c:v>1.9494701089021342E-2</c:v>
                </c:pt>
                <c:pt idx="1764">
                  <c:v>1.8740956060396718E-2</c:v>
                </c:pt>
                <c:pt idx="1765">
                  <c:v>1.7743765925793006E-2</c:v>
                </c:pt>
                <c:pt idx="1766">
                  <c:v>1.8104409623178535E-2</c:v>
                </c:pt>
                <c:pt idx="1767">
                  <c:v>1.832347996605797E-2</c:v>
                </c:pt>
                <c:pt idx="1768">
                  <c:v>1.8262954161429503E-2</c:v>
                </c:pt>
                <c:pt idx="1769">
                  <c:v>1.8191898566340001E-2</c:v>
                </c:pt>
                <c:pt idx="1770">
                  <c:v>1.8098829636218134E-2</c:v>
                </c:pt>
                <c:pt idx="1771">
                  <c:v>1.8109695800374151E-2</c:v>
                </c:pt>
                <c:pt idx="1772">
                  <c:v>1.3007566328076472E-2</c:v>
                </c:pt>
                <c:pt idx="1773">
                  <c:v>1.2107598942147729E-2</c:v>
                </c:pt>
                <c:pt idx="1774">
                  <c:v>1.1447406434291678E-2</c:v>
                </c:pt>
                <c:pt idx="1775">
                  <c:v>1.1668577303914775E-2</c:v>
                </c:pt>
                <c:pt idx="1776">
                  <c:v>1.1552447275686339E-2</c:v>
                </c:pt>
                <c:pt idx="1777">
                  <c:v>1.0376198626184214E-2</c:v>
                </c:pt>
                <c:pt idx="1778">
                  <c:v>9.1005032995351686E-3</c:v>
                </c:pt>
                <c:pt idx="1779">
                  <c:v>1.0008755934269475E-2</c:v>
                </c:pt>
                <c:pt idx="1780">
                  <c:v>9.6224658086676452E-3</c:v>
                </c:pt>
                <c:pt idx="1781">
                  <c:v>9.4287951184273133E-3</c:v>
                </c:pt>
                <c:pt idx="1782">
                  <c:v>1.0412104215634557E-2</c:v>
                </c:pt>
                <c:pt idx="1783">
                  <c:v>1.0413930501153999E-2</c:v>
                </c:pt>
                <c:pt idx="1784">
                  <c:v>1.0079313956490839E-2</c:v>
                </c:pt>
                <c:pt idx="1785">
                  <c:v>9.4999037463538161E-3</c:v>
                </c:pt>
                <c:pt idx="1786">
                  <c:v>9.3595358914740894E-3</c:v>
                </c:pt>
                <c:pt idx="1787">
                  <c:v>8.5191448828546706E-3</c:v>
                </c:pt>
                <c:pt idx="1788">
                  <c:v>8.6799933406921104E-3</c:v>
                </c:pt>
                <c:pt idx="1789">
                  <c:v>1.0050271577272896E-2</c:v>
                </c:pt>
                <c:pt idx="1790">
                  <c:v>1.0800964102673963E-2</c:v>
                </c:pt>
                <c:pt idx="1791">
                  <c:v>1.1086344182189857E-2</c:v>
                </c:pt>
                <c:pt idx="1792">
                  <c:v>1.1240228362956486E-2</c:v>
                </c:pt>
                <c:pt idx="1793">
                  <c:v>1.1842000922052325E-2</c:v>
                </c:pt>
                <c:pt idx="1794">
                  <c:v>1.1700447039716434E-2</c:v>
                </c:pt>
                <c:pt idx="1795">
                  <c:v>1.2629200587169513E-2</c:v>
                </c:pt>
                <c:pt idx="1796">
                  <c:v>1.2201827171927936E-2</c:v>
                </c:pt>
                <c:pt idx="1797">
                  <c:v>1.2013996656670264E-2</c:v>
                </c:pt>
                <c:pt idx="1798">
                  <c:v>1.206002494422307E-2</c:v>
                </c:pt>
                <c:pt idx="1799">
                  <c:v>1.1969743751951136E-2</c:v>
                </c:pt>
                <c:pt idx="1800">
                  <c:v>1.180549388840132E-2</c:v>
                </c:pt>
                <c:pt idx="1801">
                  <c:v>1.1933464186217501E-2</c:v>
                </c:pt>
                <c:pt idx="1802">
                  <c:v>1.1876357592774875E-2</c:v>
                </c:pt>
                <c:pt idx="1803">
                  <c:v>1.183583165238042E-2</c:v>
                </c:pt>
                <c:pt idx="1804">
                  <c:v>1.3892990992237359E-2</c:v>
                </c:pt>
                <c:pt idx="1805">
                  <c:v>1.3917389545131508E-2</c:v>
                </c:pt>
                <c:pt idx="1806">
                  <c:v>1.4405598659737276E-2</c:v>
                </c:pt>
                <c:pt idx="1807">
                  <c:v>1.5530613880898372E-2</c:v>
                </c:pt>
                <c:pt idx="1808">
                  <c:v>1.5072018049328128E-2</c:v>
                </c:pt>
                <c:pt idx="1809">
                  <c:v>1.5060197917907815E-2</c:v>
                </c:pt>
                <c:pt idx="1810">
                  <c:v>1.4613041943390396E-2</c:v>
                </c:pt>
                <c:pt idx="1811">
                  <c:v>1.3644127652373069E-2</c:v>
                </c:pt>
                <c:pt idx="1812">
                  <c:v>1.3619298464668646E-2</c:v>
                </c:pt>
                <c:pt idx="1813">
                  <c:v>1.4676199292433374E-2</c:v>
                </c:pt>
                <c:pt idx="1814">
                  <c:v>1.4457555539396328E-2</c:v>
                </c:pt>
                <c:pt idx="1815">
                  <c:v>1.4465199486935381E-2</c:v>
                </c:pt>
                <c:pt idx="1816">
                  <c:v>1.3951901008945522E-2</c:v>
                </c:pt>
                <c:pt idx="1817">
                  <c:v>1.3956396091306625E-2</c:v>
                </c:pt>
                <c:pt idx="1818">
                  <c:v>1.3841205169296123E-2</c:v>
                </c:pt>
                <c:pt idx="1819">
                  <c:v>1.3602860564848095E-2</c:v>
                </c:pt>
                <c:pt idx="1820">
                  <c:v>1.3504610148017876E-2</c:v>
                </c:pt>
                <c:pt idx="1821">
                  <c:v>1.3585379722592328E-2</c:v>
                </c:pt>
                <c:pt idx="1822">
                  <c:v>1.2822692156283691E-2</c:v>
                </c:pt>
                <c:pt idx="1823">
                  <c:v>1.3901522555160608E-2</c:v>
                </c:pt>
                <c:pt idx="1824">
                  <c:v>1.3840578045189275E-2</c:v>
                </c:pt>
                <c:pt idx="1825">
                  <c:v>1.2054142336703655E-2</c:v>
                </c:pt>
                <c:pt idx="1826">
                  <c:v>1.3118686003106459E-2</c:v>
                </c:pt>
                <c:pt idx="1827">
                  <c:v>1.2613318774107441E-2</c:v>
                </c:pt>
                <c:pt idx="1828">
                  <c:v>1.0834697124761155E-2</c:v>
                </c:pt>
                <c:pt idx="1829">
                  <c:v>1.2106679566014867E-2</c:v>
                </c:pt>
                <c:pt idx="1830">
                  <c:v>1.2408900845254011E-2</c:v>
                </c:pt>
                <c:pt idx="1831">
                  <c:v>1.2425399811022123E-2</c:v>
                </c:pt>
                <c:pt idx="1832">
                  <c:v>1.2626832687414628E-2</c:v>
                </c:pt>
                <c:pt idx="1833">
                  <c:v>1.2959522830163382E-2</c:v>
                </c:pt>
                <c:pt idx="1834">
                  <c:v>1.1613678440634448E-2</c:v>
                </c:pt>
                <c:pt idx="1835">
                  <c:v>1.1725747703876332E-2</c:v>
                </c:pt>
                <c:pt idx="1836">
                  <c:v>1.1713316532038843E-2</c:v>
                </c:pt>
                <c:pt idx="1837">
                  <c:v>1.1949199626215348E-2</c:v>
                </c:pt>
                <c:pt idx="1838">
                  <c:v>1.2047541865074144E-2</c:v>
                </c:pt>
                <c:pt idx="1839">
                  <c:v>1.207682297749053E-2</c:v>
                </c:pt>
                <c:pt idx="1840">
                  <c:v>1.2140532390652554E-2</c:v>
                </c:pt>
                <c:pt idx="1841">
                  <c:v>1.2243544604385447E-2</c:v>
                </c:pt>
                <c:pt idx="1842">
                  <c:v>1.231725672675307E-2</c:v>
                </c:pt>
                <c:pt idx="1843">
                  <c:v>1.2172097416446384E-2</c:v>
                </c:pt>
                <c:pt idx="1844">
                  <c:v>1.106668742390483E-2</c:v>
                </c:pt>
                <c:pt idx="1845">
                  <c:v>1.1141026219318834E-2</c:v>
                </c:pt>
                <c:pt idx="1846">
                  <c:v>1.1146304251794624E-2</c:v>
                </c:pt>
                <c:pt idx="1847">
                  <c:v>9.6325866996391611E-3</c:v>
                </c:pt>
                <c:pt idx="1848">
                  <c:v>9.6083350884647763E-3</c:v>
                </c:pt>
                <c:pt idx="1849">
                  <c:v>9.0399934272301953E-3</c:v>
                </c:pt>
                <c:pt idx="1850">
                  <c:v>8.1266069020970375E-3</c:v>
                </c:pt>
                <c:pt idx="1851">
                  <c:v>7.0636331419713042E-3</c:v>
                </c:pt>
                <c:pt idx="1852">
                  <c:v>7.0637857571141981E-3</c:v>
                </c:pt>
                <c:pt idx="1853">
                  <c:v>7.2927448041863524E-3</c:v>
                </c:pt>
                <c:pt idx="1854">
                  <c:v>7.224213476060855E-3</c:v>
                </c:pt>
                <c:pt idx="1855">
                  <c:v>7.2248394693443796E-3</c:v>
                </c:pt>
                <c:pt idx="1856">
                  <c:v>7.1691235989874936E-3</c:v>
                </c:pt>
                <c:pt idx="1857">
                  <c:v>7.4985046231769055E-3</c:v>
                </c:pt>
                <c:pt idx="1858">
                  <c:v>6.7258926306617518E-3</c:v>
                </c:pt>
                <c:pt idx="1859">
                  <c:v>6.8097638203074781E-3</c:v>
                </c:pt>
                <c:pt idx="1860">
                  <c:v>6.8861326894551983E-3</c:v>
                </c:pt>
                <c:pt idx="1861">
                  <c:v>7.3164893188362237E-3</c:v>
                </c:pt>
                <c:pt idx="1862">
                  <c:v>7.2661909089254059E-3</c:v>
                </c:pt>
                <c:pt idx="1863">
                  <c:v>7.0281553856701593E-3</c:v>
                </c:pt>
                <c:pt idx="1864">
                  <c:v>6.910628520540669E-3</c:v>
                </c:pt>
                <c:pt idx="1865">
                  <c:v>6.8038185280430361E-3</c:v>
                </c:pt>
                <c:pt idx="1866">
                  <c:v>6.4800190280065702E-3</c:v>
                </c:pt>
                <c:pt idx="1867">
                  <c:v>6.5377482583856656E-3</c:v>
                </c:pt>
                <c:pt idx="1868">
                  <c:v>6.4735480298607007E-3</c:v>
                </c:pt>
                <c:pt idx="1869">
                  <c:v>6.1598723885068919E-3</c:v>
                </c:pt>
                <c:pt idx="1870">
                  <c:v>6.4529246306605035E-3</c:v>
                </c:pt>
                <c:pt idx="1871">
                  <c:v>7.8064801360473871E-3</c:v>
                </c:pt>
                <c:pt idx="1872">
                  <c:v>7.8586082077911276E-3</c:v>
                </c:pt>
                <c:pt idx="1873">
                  <c:v>7.8674964341891723E-3</c:v>
                </c:pt>
                <c:pt idx="1874">
                  <c:v>7.7009195922926963E-3</c:v>
                </c:pt>
                <c:pt idx="1875">
                  <c:v>7.5556491004210458E-3</c:v>
                </c:pt>
                <c:pt idx="1876">
                  <c:v>8.0258202574220727E-3</c:v>
                </c:pt>
                <c:pt idx="1877">
                  <c:v>8.5799782969822706E-3</c:v>
                </c:pt>
                <c:pt idx="1878">
                  <c:v>8.5049688711210207E-3</c:v>
                </c:pt>
                <c:pt idx="1879">
                  <c:v>7.6859993957188429E-3</c:v>
                </c:pt>
                <c:pt idx="1880">
                  <c:v>7.7880065151512438E-3</c:v>
                </c:pt>
                <c:pt idx="1881">
                  <c:v>7.9817131823158877E-3</c:v>
                </c:pt>
                <c:pt idx="1882">
                  <c:v>7.7120658712024918E-3</c:v>
                </c:pt>
                <c:pt idx="1883">
                  <c:v>7.8313666245653606E-3</c:v>
                </c:pt>
                <c:pt idx="1884">
                  <c:v>7.9698115603780047E-3</c:v>
                </c:pt>
                <c:pt idx="1885">
                  <c:v>8.1454151980908905E-3</c:v>
                </c:pt>
                <c:pt idx="1886">
                  <c:v>8.1984008154168814E-3</c:v>
                </c:pt>
                <c:pt idx="1887">
                  <c:v>8.1910028758499735E-3</c:v>
                </c:pt>
                <c:pt idx="1888">
                  <c:v>8.0650305229599158E-3</c:v>
                </c:pt>
                <c:pt idx="1889">
                  <c:v>9.8460152947112169E-3</c:v>
                </c:pt>
                <c:pt idx="1890">
                  <c:v>9.7847871148592259E-3</c:v>
                </c:pt>
                <c:pt idx="1891">
                  <c:v>9.8316908084191273E-3</c:v>
                </c:pt>
                <c:pt idx="1892">
                  <c:v>9.7168240578695865E-3</c:v>
                </c:pt>
                <c:pt idx="1893">
                  <c:v>9.5965934423099981E-3</c:v>
                </c:pt>
                <c:pt idx="1894">
                  <c:v>1.077553957973308E-2</c:v>
                </c:pt>
                <c:pt idx="1895">
                  <c:v>1.1850287384063563E-2</c:v>
                </c:pt>
                <c:pt idx="1896">
                  <c:v>1.1742418943016367E-2</c:v>
                </c:pt>
                <c:pt idx="1897">
                  <c:v>1.1700099613655689E-2</c:v>
                </c:pt>
                <c:pt idx="1898">
                  <c:v>1.0981608678657589E-2</c:v>
                </c:pt>
                <c:pt idx="1899">
                  <c:v>1.1822240221103602E-2</c:v>
                </c:pt>
                <c:pt idx="1900">
                  <c:v>1.1916114295814234E-2</c:v>
                </c:pt>
                <c:pt idx="1901">
                  <c:v>1.255233409256596E-2</c:v>
                </c:pt>
                <c:pt idx="1902">
                  <c:v>1.2331037679280083E-2</c:v>
                </c:pt>
                <c:pt idx="1903">
                  <c:v>1.2322550563500498E-2</c:v>
                </c:pt>
                <c:pt idx="1904">
                  <c:v>1.2173272907015219E-2</c:v>
                </c:pt>
                <c:pt idx="1905">
                  <c:v>1.2609585103259073E-2</c:v>
                </c:pt>
                <c:pt idx="1906">
                  <c:v>1.2612625257472022E-2</c:v>
                </c:pt>
                <c:pt idx="1907">
                  <c:v>1.2413333543560983E-2</c:v>
                </c:pt>
                <c:pt idx="1908">
                  <c:v>1.2435536458121569E-2</c:v>
                </c:pt>
                <c:pt idx="1909">
                  <c:v>1.2485965398359942E-2</c:v>
                </c:pt>
                <c:pt idx="1910">
                  <c:v>1.1950437345434306E-2</c:v>
                </c:pt>
                <c:pt idx="1911">
                  <c:v>1.1989529161298468E-2</c:v>
                </c:pt>
                <c:pt idx="1912">
                  <c:v>1.1890501350912921E-2</c:v>
                </c:pt>
                <c:pt idx="1913">
                  <c:v>1.1481049017595184E-2</c:v>
                </c:pt>
                <c:pt idx="1914">
                  <c:v>1.1593825959070811E-2</c:v>
                </c:pt>
                <c:pt idx="1915">
                  <c:v>1.0464405484211818E-2</c:v>
                </c:pt>
                <c:pt idx="1916">
                  <c:v>9.1583993692794137E-3</c:v>
                </c:pt>
                <c:pt idx="1917">
                  <c:v>9.2993959288363674E-3</c:v>
                </c:pt>
                <c:pt idx="1918">
                  <c:v>9.2275405094646209E-3</c:v>
                </c:pt>
                <c:pt idx="1919">
                  <c:v>9.2448766659908605E-3</c:v>
                </c:pt>
                <c:pt idx="1920">
                  <c:v>8.8118394877737677E-3</c:v>
                </c:pt>
                <c:pt idx="1921">
                  <c:v>8.5219814165209441E-3</c:v>
                </c:pt>
                <c:pt idx="1922">
                  <c:v>7.8196548786291665E-3</c:v>
                </c:pt>
                <c:pt idx="1923">
                  <c:v>7.8660807191571151E-3</c:v>
                </c:pt>
                <c:pt idx="1924">
                  <c:v>8.1461451026720987E-3</c:v>
                </c:pt>
                <c:pt idx="1925">
                  <c:v>8.1741793720319644E-3</c:v>
                </c:pt>
                <c:pt idx="1926">
                  <c:v>6.9574156742512406E-3</c:v>
                </c:pt>
                <c:pt idx="1927">
                  <c:v>6.7992546084791857E-3</c:v>
                </c:pt>
                <c:pt idx="1928">
                  <c:v>6.340355488795235E-3</c:v>
                </c:pt>
                <c:pt idx="1929">
                  <c:v>6.5196531046159611E-3</c:v>
                </c:pt>
                <c:pt idx="1930">
                  <c:v>6.5308372898535061E-3</c:v>
                </c:pt>
                <c:pt idx="1931">
                  <c:v>6.3759020113550368E-3</c:v>
                </c:pt>
                <c:pt idx="1932">
                  <c:v>6.5249233281360706E-3</c:v>
                </c:pt>
                <c:pt idx="1933">
                  <c:v>6.5006748825303991E-3</c:v>
                </c:pt>
                <c:pt idx="1934">
                  <c:v>6.2700930729141964E-3</c:v>
                </c:pt>
                <c:pt idx="1935">
                  <c:v>6.4445727559466265E-3</c:v>
                </c:pt>
                <c:pt idx="1936">
                  <c:v>6.5075819871632037E-3</c:v>
                </c:pt>
                <c:pt idx="1937">
                  <c:v>6.3444282703058238E-3</c:v>
                </c:pt>
                <c:pt idx="1938">
                  <c:v>6.2148615400873528E-3</c:v>
                </c:pt>
                <c:pt idx="1939">
                  <c:v>6.0577334998509463E-3</c:v>
                </c:pt>
                <c:pt idx="1940">
                  <c:v>5.9601848134898609E-3</c:v>
                </c:pt>
                <c:pt idx="1941">
                  <c:v>5.7563162830657575E-3</c:v>
                </c:pt>
                <c:pt idx="1942">
                  <c:v>5.8070285850501772E-3</c:v>
                </c:pt>
                <c:pt idx="1943">
                  <c:v>5.7429895971809761E-3</c:v>
                </c:pt>
                <c:pt idx="1944">
                  <c:v>5.7344112028117206E-3</c:v>
                </c:pt>
                <c:pt idx="1945">
                  <c:v>5.4230298259258271E-3</c:v>
                </c:pt>
                <c:pt idx="1946">
                  <c:v>5.3293422832857828E-3</c:v>
                </c:pt>
                <c:pt idx="1947">
                  <c:v>5.1317452391106766E-3</c:v>
                </c:pt>
                <c:pt idx="1948">
                  <c:v>5.1454675576991567E-3</c:v>
                </c:pt>
                <c:pt idx="1949">
                  <c:v>5.1286221937269626E-3</c:v>
                </c:pt>
                <c:pt idx="1950">
                  <c:v>5.5505294641978809E-3</c:v>
                </c:pt>
                <c:pt idx="1951">
                  <c:v>6.1143213075346781E-3</c:v>
                </c:pt>
                <c:pt idx="1952">
                  <c:v>6.4362554935676313E-3</c:v>
                </c:pt>
                <c:pt idx="1953">
                  <c:v>6.4150939142893944E-3</c:v>
                </c:pt>
                <c:pt idx="1954">
                  <c:v>7.271791074319316E-3</c:v>
                </c:pt>
                <c:pt idx="1955">
                  <c:v>7.3879303084446015E-3</c:v>
                </c:pt>
                <c:pt idx="1956">
                  <c:v>9.0892564176775319E-3</c:v>
                </c:pt>
                <c:pt idx="1957">
                  <c:v>9.5120760672627799E-3</c:v>
                </c:pt>
                <c:pt idx="1958">
                  <c:v>9.5539024829403817E-3</c:v>
                </c:pt>
                <c:pt idx="1959">
                  <c:v>9.5516333603828073E-3</c:v>
                </c:pt>
                <c:pt idx="1960">
                  <c:v>9.1023643242886514E-3</c:v>
                </c:pt>
                <c:pt idx="1961">
                  <c:v>9.0041389508961536E-3</c:v>
                </c:pt>
                <c:pt idx="1962">
                  <c:v>9.2540620617961589E-3</c:v>
                </c:pt>
                <c:pt idx="1963">
                  <c:v>9.250800509325547E-3</c:v>
                </c:pt>
                <c:pt idx="1964">
                  <c:v>9.49153322852723E-3</c:v>
                </c:pt>
                <c:pt idx="1965">
                  <c:v>9.5941052333060294E-3</c:v>
                </c:pt>
                <c:pt idx="1966">
                  <c:v>9.5282739071583279E-3</c:v>
                </c:pt>
                <c:pt idx="1967">
                  <c:v>1.0032611804430738E-2</c:v>
                </c:pt>
                <c:pt idx="1968">
                  <c:v>1.0214556362034969E-2</c:v>
                </c:pt>
                <c:pt idx="1969">
                  <c:v>1.0192043201401319E-2</c:v>
                </c:pt>
                <c:pt idx="1970">
                  <c:v>1.0092799329791902E-2</c:v>
                </c:pt>
                <c:pt idx="1971">
                  <c:v>1.0016252932786913E-2</c:v>
                </c:pt>
                <c:pt idx="1972">
                  <c:v>9.8547976047234989E-3</c:v>
                </c:pt>
                <c:pt idx="1973">
                  <c:v>9.8094610111236838E-3</c:v>
                </c:pt>
                <c:pt idx="1974">
                  <c:v>9.9567231225544065E-3</c:v>
                </c:pt>
                <c:pt idx="1975">
                  <c:v>9.4553848181163427E-3</c:v>
                </c:pt>
                <c:pt idx="1976">
                  <c:v>9.4962169163320086E-3</c:v>
                </c:pt>
                <c:pt idx="1977">
                  <c:v>7.404356754514731E-3</c:v>
                </c:pt>
                <c:pt idx="1978">
                  <c:v>6.9271819577409743E-3</c:v>
                </c:pt>
                <c:pt idx="1979">
                  <c:v>7.3452010774000083E-3</c:v>
                </c:pt>
                <c:pt idx="1980">
                  <c:v>8.4456037000707491E-3</c:v>
                </c:pt>
                <c:pt idx="1981">
                  <c:v>8.4233492705615681E-3</c:v>
                </c:pt>
                <c:pt idx="1982">
                  <c:v>8.8274934137931617E-3</c:v>
                </c:pt>
                <c:pt idx="1983">
                  <c:v>8.7262471270307517E-3</c:v>
                </c:pt>
                <c:pt idx="1984">
                  <c:v>8.7130934936203094E-3</c:v>
                </c:pt>
                <c:pt idx="1985">
                  <c:v>8.8386443035196743E-3</c:v>
                </c:pt>
                <c:pt idx="1986">
                  <c:v>8.7722015547298301E-3</c:v>
                </c:pt>
                <c:pt idx="1987">
                  <c:v>8.7796070173719216E-3</c:v>
                </c:pt>
                <c:pt idx="1988">
                  <c:v>8.185539326247571E-3</c:v>
                </c:pt>
                <c:pt idx="1989">
                  <c:v>7.9439143119638018E-3</c:v>
                </c:pt>
                <c:pt idx="1990">
                  <c:v>7.9391081922692962E-3</c:v>
                </c:pt>
                <c:pt idx="1991">
                  <c:v>7.9333932186822533E-3</c:v>
                </c:pt>
                <c:pt idx="1992">
                  <c:v>7.910906967702528E-3</c:v>
                </c:pt>
                <c:pt idx="1993">
                  <c:v>8.144766346536856E-3</c:v>
                </c:pt>
                <c:pt idx="1994">
                  <c:v>7.7931096491676488E-3</c:v>
                </c:pt>
                <c:pt idx="1995">
                  <c:v>7.6897923701157297E-3</c:v>
                </c:pt>
                <c:pt idx="1996">
                  <c:v>7.6876739804135792E-3</c:v>
                </c:pt>
                <c:pt idx="1997">
                  <c:v>7.6070442598363975E-3</c:v>
                </c:pt>
                <c:pt idx="1998">
                  <c:v>8.5189578222316115E-3</c:v>
                </c:pt>
                <c:pt idx="1999">
                  <c:v>8.4887623340959995E-3</c:v>
                </c:pt>
                <c:pt idx="2000">
                  <c:v>7.8929603364223701E-3</c:v>
                </c:pt>
                <c:pt idx="2001">
                  <c:v>6.5245079394692799E-3</c:v>
                </c:pt>
                <c:pt idx="2002">
                  <c:v>6.5479346771658044E-3</c:v>
                </c:pt>
                <c:pt idx="2003">
                  <c:v>6.3599214271570313E-3</c:v>
                </c:pt>
                <c:pt idx="2004">
                  <c:v>5.919515018973775E-3</c:v>
                </c:pt>
                <c:pt idx="2005">
                  <c:v>6.8134301129406808E-3</c:v>
                </c:pt>
                <c:pt idx="2006">
                  <c:v>6.6798343224583716E-3</c:v>
                </c:pt>
                <c:pt idx="2007">
                  <c:v>6.8127338800663823E-3</c:v>
                </c:pt>
                <c:pt idx="2008">
                  <c:v>7.0199222640174924E-3</c:v>
                </c:pt>
                <c:pt idx="2009">
                  <c:v>7.1047137604706902E-3</c:v>
                </c:pt>
                <c:pt idx="2010">
                  <c:v>7.7493966442480494E-3</c:v>
                </c:pt>
                <c:pt idx="2011">
                  <c:v>7.7572625766569158E-3</c:v>
                </c:pt>
                <c:pt idx="2012">
                  <c:v>7.7396062899881893E-3</c:v>
                </c:pt>
                <c:pt idx="2013">
                  <c:v>7.7492833419840175E-3</c:v>
                </c:pt>
                <c:pt idx="2014">
                  <c:v>7.5635360948758572E-3</c:v>
                </c:pt>
                <c:pt idx="2015">
                  <c:v>7.6182242651808311E-3</c:v>
                </c:pt>
                <c:pt idx="2016">
                  <c:v>7.8038703345999962E-3</c:v>
                </c:pt>
                <c:pt idx="2017">
                  <c:v>7.8034874878084868E-3</c:v>
                </c:pt>
                <c:pt idx="2018">
                  <c:v>7.8119703987871159E-3</c:v>
                </c:pt>
                <c:pt idx="2019">
                  <c:v>7.1945892589177426E-3</c:v>
                </c:pt>
                <c:pt idx="2020">
                  <c:v>7.1140234237944064E-3</c:v>
                </c:pt>
                <c:pt idx="2021">
                  <c:v>7.2731458575976456E-3</c:v>
                </c:pt>
                <c:pt idx="2022">
                  <c:v>7.3946727295960829E-3</c:v>
                </c:pt>
                <c:pt idx="2023">
                  <c:v>8.1017167203684976E-3</c:v>
                </c:pt>
                <c:pt idx="2024">
                  <c:v>7.9952998259164888E-3</c:v>
                </c:pt>
                <c:pt idx="2025">
                  <c:v>8.1173324661749161E-3</c:v>
                </c:pt>
                <c:pt idx="2026">
                  <c:v>7.3696728327607031E-3</c:v>
                </c:pt>
                <c:pt idx="2027">
                  <c:v>7.4727195973830641E-3</c:v>
                </c:pt>
                <c:pt idx="2028">
                  <c:v>7.3325366378674591E-3</c:v>
                </c:pt>
                <c:pt idx="2029">
                  <c:v>7.1745196596591822E-3</c:v>
                </c:pt>
                <c:pt idx="2030">
                  <c:v>7.0717088424263426E-3</c:v>
                </c:pt>
                <c:pt idx="2031">
                  <c:v>6.238195363668494E-3</c:v>
                </c:pt>
                <c:pt idx="2032">
                  <c:v>6.3148608691267396E-3</c:v>
                </c:pt>
                <c:pt idx="2033">
                  <c:v>6.3352670971006811E-3</c:v>
                </c:pt>
                <c:pt idx="2034">
                  <c:v>6.3336926838208204E-3</c:v>
                </c:pt>
                <c:pt idx="2035">
                  <c:v>6.3978259090909165E-3</c:v>
                </c:pt>
                <c:pt idx="2036">
                  <c:v>6.224249641750103E-3</c:v>
                </c:pt>
                <c:pt idx="2037">
                  <c:v>6.1146103233762116E-3</c:v>
                </c:pt>
                <c:pt idx="2038">
                  <c:v>6.140405521247054E-3</c:v>
                </c:pt>
                <c:pt idx="2039">
                  <c:v>6.131358574459172E-3</c:v>
                </c:pt>
                <c:pt idx="2040">
                  <c:v>5.8445471932000708E-3</c:v>
                </c:pt>
                <c:pt idx="2041">
                  <c:v>5.7983258434159031E-3</c:v>
                </c:pt>
                <c:pt idx="2042">
                  <c:v>5.5286496837909553E-3</c:v>
                </c:pt>
                <c:pt idx="2043">
                  <c:v>5.5193954796129317E-3</c:v>
                </c:pt>
                <c:pt idx="2044">
                  <c:v>4.803062149607875E-3</c:v>
                </c:pt>
                <c:pt idx="2045">
                  <c:v>4.9798316827980426E-3</c:v>
                </c:pt>
                <c:pt idx="2046">
                  <c:v>4.9375474406952689E-3</c:v>
                </c:pt>
                <c:pt idx="2047">
                  <c:v>4.9451925825632348E-3</c:v>
                </c:pt>
                <c:pt idx="2048">
                  <c:v>5.2043210114888832E-3</c:v>
                </c:pt>
                <c:pt idx="2049">
                  <c:v>5.5035116429113526E-3</c:v>
                </c:pt>
                <c:pt idx="2050">
                  <c:v>5.5299358807711077E-3</c:v>
                </c:pt>
                <c:pt idx="2051">
                  <c:v>5.6430629875937905E-3</c:v>
                </c:pt>
                <c:pt idx="2052">
                  <c:v>5.7151523036724147E-3</c:v>
                </c:pt>
                <c:pt idx="2053">
                  <c:v>6.0347702826260624E-3</c:v>
                </c:pt>
                <c:pt idx="2054">
                  <c:v>6.0009409792846479E-3</c:v>
                </c:pt>
                <c:pt idx="2055">
                  <c:v>6.1251279624955591E-3</c:v>
                </c:pt>
                <c:pt idx="2056">
                  <c:v>5.993802980251272E-3</c:v>
                </c:pt>
                <c:pt idx="2057">
                  <c:v>6.0686034888719868E-3</c:v>
                </c:pt>
                <c:pt idx="2058">
                  <c:v>6.0864651637822327E-3</c:v>
                </c:pt>
                <c:pt idx="2059">
                  <c:v>6.2336474733958539E-3</c:v>
                </c:pt>
                <c:pt idx="2060">
                  <c:v>6.1598392284753327E-3</c:v>
                </c:pt>
                <c:pt idx="2061">
                  <c:v>5.4196043063235548E-3</c:v>
                </c:pt>
                <c:pt idx="2062">
                  <c:v>5.3570571182582939E-3</c:v>
                </c:pt>
                <c:pt idx="2063">
                  <c:v>5.2806326726659303E-3</c:v>
                </c:pt>
                <c:pt idx="2064">
                  <c:v>5.2201058900140686E-3</c:v>
                </c:pt>
                <c:pt idx="2065">
                  <c:v>5.2739504080353558E-3</c:v>
                </c:pt>
                <c:pt idx="2066">
                  <c:v>5.0280884336460323E-3</c:v>
                </c:pt>
                <c:pt idx="2067">
                  <c:v>5.5227618841373199E-3</c:v>
                </c:pt>
                <c:pt idx="2068">
                  <c:v>5.502364558899151E-3</c:v>
                </c:pt>
                <c:pt idx="2069">
                  <c:v>5.2148199261947362E-3</c:v>
                </c:pt>
                <c:pt idx="2070">
                  <c:v>4.9380152687629568E-3</c:v>
                </c:pt>
                <c:pt idx="2071">
                  <c:v>4.9916982437772772E-3</c:v>
                </c:pt>
                <c:pt idx="2072">
                  <c:v>4.8975139957195294E-3</c:v>
                </c:pt>
                <c:pt idx="2073">
                  <c:v>4.7796719186957732E-3</c:v>
                </c:pt>
                <c:pt idx="2074">
                  <c:v>4.0479419074441235E-3</c:v>
                </c:pt>
                <c:pt idx="2075">
                  <c:v>4.6284084200992623E-3</c:v>
                </c:pt>
                <c:pt idx="2076">
                  <c:v>4.5031709325849597E-3</c:v>
                </c:pt>
                <c:pt idx="2077">
                  <c:v>4.4793243599054915E-3</c:v>
                </c:pt>
                <c:pt idx="2078">
                  <c:v>4.749506903900769E-3</c:v>
                </c:pt>
                <c:pt idx="2079">
                  <c:v>5.2831948981868276E-3</c:v>
                </c:pt>
                <c:pt idx="2080">
                  <c:v>5.1311588263761188E-3</c:v>
                </c:pt>
                <c:pt idx="2081">
                  <c:v>5.1708690175219863E-3</c:v>
                </c:pt>
                <c:pt idx="2082">
                  <c:v>5.5864633355908501E-3</c:v>
                </c:pt>
                <c:pt idx="2083">
                  <c:v>5.5967262391299379E-3</c:v>
                </c:pt>
                <c:pt idx="2084">
                  <c:v>5.6137584777067612E-3</c:v>
                </c:pt>
                <c:pt idx="2085">
                  <c:v>5.88166378581327E-3</c:v>
                </c:pt>
                <c:pt idx="2086">
                  <c:v>5.8776893857901925E-3</c:v>
                </c:pt>
                <c:pt idx="2087">
                  <c:v>6.3746283663885491E-3</c:v>
                </c:pt>
                <c:pt idx="2088">
                  <c:v>6.7125764555793326E-3</c:v>
                </c:pt>
                <c:pt idx="2089">
                  <c:v>6.7092200305110192E-3</c:v>
                </c:pt>
                <c:pt idx="2090">
                  <c:v>6.9139129238388747E-3</c:v>
                </c:pt>
                <c:pt idx="2091">
                  <c:v>6.9598525473251443E-3</c:v>
                </c:pt>
                <c:pt idx="2092">
                  <c:v>7.3258144401819811E-3</c:v>
                </c:pt>
                <c:pt idx="2093">
                  <c:v>7.2344824259468589E-3</c:v>
                </c:pt>
                <c:pt idx="2094">
                  <c:v>7.2669753890190819E-3</c:v>
                </c:pt>
                <c:pt idx="2095">
                  <c:v>7.2118422922668032E-3</c:v>
                </c:pt>
                <c:pt idx="2096">
                  <c:v>7.0356636700592712E-3</c:v>
                </c:pt>
                <c:pt idx="2097">
                  <c:v>7.0608759467239244E-3</c:v>
                </c:pt>
                <c:pt idx="2098">
                  <c:v>7.0493001369258627E-3</c:v>
                </c:pt>
                <c:pt idx="2099">
                  <c:v>6.7989120532568137E-3</c:v>
                </c:pt>
                <c:pt idx="2100">
                  <c:v>6.2854961759970501E-3</c:v>
                </c:pt>
                <c:pt idx="2101">
                  <c:v>6.4256102935532824E-3</c:v>
                </c:pt>
                <c:pt idx="2102">
                  <c:v>6.5027099151693515E-3</c:v>
                </c:pt>
                <c:pt idx="2103">
                  <c:v>6.339404589989584E-3</c:v>
                </c:pt>
                <c:pt idx="2104">
                  <c:v>6.48558158304574E-3</c:v>
                </c:pt>
                <c:pt idx="2105">
                  <c:v>6.6891274039426038E-3</c:v>
                </c:pt>
                <c:pt idx="2106">
                  <c:v>7.3123087703382593E-3</c:v>
                </c:pt>
                <c:pt idx="2107">
                  <c:v>7.4094126255467227E-3</c:v>
                </c:pt>
                <c:pt idx="2108">
                  <c:v>6.9532856209361393E-3</c:v>
                </c:pt>
                <c:pt idx="2109">
                  <c:v>6.4077361384810641E-3</c:v>
                </c:pt>
                <c:pt idx="2110">
                  <c:v>6.4478526586260214E-3</c:v>
                </c:pt>
                <c:pt idx="2111">
                  <c:v>6.1565968267309349E-3</c:v>
                </c:pt>
                <c:pt idx="2112">
                  <c:v>6.1750974383381939E-3</c:v>
                </c:pt>
                <c:pt idx="2113">
                  <c:v>5.7799496073800988E-3</c:v>
                </c:pt>
                <c:pt idx="2114">
                  <c:v>5.8054957373020041E-3</c:v>
                </c:pt>
                <c:pt idx="2115">
                  <c:v>5.7756136516870366E-3</c:v>
                </c:pt>
                <c:pt idx="2116">
                  <c:v>5.9934446515571638E-3</c:v>
                </c:pt>
                <c:pt idx="2117">
                  <c:v>5.8229277770657523E-3</c:v>
                </c:pt>
                <c:pt idx="2118">
                  <c:v>5.8465220693060191E-3</c:v>
                </c:pt>
                <c:pt idx="2119">
                  <c:v>5.857145174338157E-3</c:v>
                </c:pt>
                <c:pt idx="2120">
                  <c:v>5.8591248641247902E-3</c:v>
                </c:pt>
                <c:pt idx="2121">
                  <c:v>6.0076106548297677E-3</c:v>
                </c:pt>
                <c:pt idx="2122">
                  <c:v>5.8072833636572587E-3</c:v>
                </c:pt>
                <c:pt idx="2123">
                  <c:v>5.9375633770888956E-3</c:v>
                </c:pt>
                <c:pt idx="2124">
                  <c:v>5.6389696831997222E-3</c:v>
                </c:pt>
                <c:pt idx="2125">
                  <c:v>5.0729548479230132E-3</c:v>
                </c:pt>
                <c:pt idx="2126">
                  <c:v>5.071885577478185E-3</c:v>
                </c:pt>
                <c:pt idx="2127">
                  <c:v>4.9956874576388205E-3</c:v>
                </c:pt>
                <c:pt idx="2128">
                  <c:v>5.1801843410806663E-3</c:v>
                </c:pt>
                <c:pt idx="2129">
                  <c:v>5.0833440068219406E-3</c:v>
                </c:pt>
                <c:pt idx="2130">
                  <c:v>5.0887666748403431E-3</c:v>
                </c:pt>
                <c:pt idx="2131">
                  <c:v>5.236471171885069E-3</c:v>
                </c:pt>
                <c:pt idx="2132">
                  <c:v>5.6875604786968065E-3</c:v>
                </c:pt>
                <c:pt idx="2133">
                  <c:v>5.8373374806964104E-3</c:v>
                </c:pt>
                <c:pt idx="2134">
                  <c:v>6.555212172170137E-3</c:v>
                </c:pt>
                <c:pt idx="2135">
                  <c:v>6.5803391728383636E-3</c:v>
                </c:pt>
                <c:pt idx="2136">
                  <c:v>6.6312238037292033E-3</c:v>
                </c:pt>
                <c:pt idx="2137">
                  <c:v>6.3709365921632921E-3</c:v>
                </c:pt>
                <c:pt idx="2138">
                  <c:v>6.4214426670745868E-3</c:v>
                </c:pt>
                <c:pt idx="2139">
                  <c:v>6.8427719651379202E-3</c:v>
                </c:pt>
                <c:pt idx="2140">
                  <c:v>6.9504524131813105E-3</c:v>
                </c:pt>
                <c:pt idx="2141">
                  <c:v>7.0289679291574182E-3</c:v>
                </c:pt>
                <c:pt idx="2142">
                  <c:v>6.86212615509921E-3</c:v>
                </c:pt>
                <c:pt idx="2143">
                  <c:v>6.4685246396020257E-3</c:v>
                </c:pt>
                <c:pt idx="2144">
                  <c:v>6.5055405003477769E-3</c:v>
                </c:pt>
                <c:pt idx="2145">
                  <c:v>6.7046358496939554E-3</c:v>
                </c:pt>
                <c:pt idx="2146">
                  <c:v>6.8965488754220133E-3</c:v>
                </c:pt>
                <c:pt idx="2147">
                  <c:v>6.6820199704458651E-3</c:v>
                </c:pt>
                <c:pt idx="2148">
                  <c:v>6.8231491683070512E-3</c:v>
                </c:pt>
                <c:pt idx="2149">
                  <c:v>6.7425715580049905E-3</c:v>
                </c:pt>
                <c:pt idx="2150">
                  <c:v>6.7302895073031071E-3</c:v>
                </c:pt>
                <c:pt idx="2151">
                  <c:v>7.1020044281033552E-3</c:v>
                </c:pt>
                <c:pt idx="2152">
                  <c:v>7.2026934111467725E-3</c:v>
                </c:pt>
                <c:pt idx="2153">
                  <c:v>7.0404027060073267E-3</c:v>
                </c:pt>
                <c:pt idx="2154">
                  <c:v>6.7956265618651125E-3</c:v>
                </c:pt>
                <c:pt idx="2155">
                  <c:v>6.194478778843473E-3</c:v>
                </c:pt>
                <c:pt idx="2156">
                  <c:v>6.08876220958093E-3</c:v>
                </c:pt>
                <c:pt idx="2157">
                  <c:v>5.9846697360863852E-3</c:v>
                </c:pt>
                <c:pt idx="2158">
                  <c:v>6.2799474385349247E-3</c:v>
                </c:pt>
                <c:pt idx="2159">
                  <c:v>6.2801459158976624E-3</c:v>
                </c:pt>
                <c:pt idx="2160">
                  <c:v>6.213396585171063E-3</c:v>
                </c:pt>
                <c:pt idx="2161">
                  <c:v>7.10582421922922E-3</c:v>
                </c:pt>
                <c:pt idx="2162">
                  <c:v>7.2907200827551106E-3</c:v>
                </c:pt>
                <c:pt idx="2163">
                  <c:v>7.7479956201899338E-3</c:v>
                </c:pt>
                <c:pt idx="2164">
                  <c:v>8.2800107220935976E-3</c:v>
                </c:pt>
                <c:pt idx="2165">
                  <c:v>8.5299452103754728E-3</c:v>
                </c:pt>
                <c:pt idx="2166">
                  <c:v>8.4826148443190707E-3</c:v>
                </c:pt>
                <c:pt idx="2167">
                  <c:v>8.2044362025219808E-3</c:v>
                </c:pt>
                <c:pt idx="2168">
                  <c:v>8.6783488575127125E-3</c:v>
                </c:pt>
                <c:pt idx="2169">
                  <c:v>8.5131661960701453E-3</c:v>
                </c:pt>
                <c:pt idx="2170">
                  <c:v>8.8366204270889388E-3</c:v>
                </c:pt>
                <c:pt idx="2171">
                  <c:v>8.8104345067357599E-3</c:v>
                </c:pt>
                <c:pt idx="2172">
                  <c:v>8.5998283038509066E-3</c:v>
                </c:pt>
                <c:pt idx="2173">
                  <c:v>8.3715826735942817E-3</c:v>
                </c:pt>
                <c:pt idx="2174">
                  <c:v>8.1947162806154192E-3</c:v>
                </c:pt>
                <c:pt idx="2175">
                  <c:v>8.2452170540429359E-3</c:v>
                </c:pt>
                <c:pt idx="2176">
                  <c:v>8.26578788178782E-3</c:v>
                </c:pt>
                <c:pt idx="2177">
                  <c:v>8.5890070904064506E-3</c:v>
                </c:pt>
                <c:pt idx="2178">
                  <c:v>8.5895348394177101E-3</c:v>
                </c:pt>
                <c:pt idx="2179">
                  <c:v>8.3462857998365652E-3</c:v>
                </c:pt>
                <c:pt idx="2180">
                  <c:v>8.3335250105180201E-3</c:v>
                </c:pt>
                <c:pt idx="2181">
                  <c:v>8.048754841852853E-3</c:v>
                </c:pt>
                <c:pt idx="2182">
                  <c:v>6.920669960186315E-3</c:v>
                </c:pt>
                <c:pt idx="2183">
                  <c:v>6.4603589891060716E-3</c:v>
                </c:pt>
                <c:pt idx="2184">
                  <c:v>5.4625347366667673E-3</c:v>
                </c:pt>
                <c:pt idx="2185">
                  <c:v>5.3529619034844858E-3</c:v>
                </c:pt>
                <c:pt idx="2186">
                  <c:v>5.106109971170311E-3</c:v>
                </c:pt>
                <c:pt idx="2187">
                  <c:v>4.9288292477999152E-3</c:v>
                </c:pt>
                <c:pt idx="2188">
                  <c:v>4.7672483272784604E-3</c:v>
                </c:pt>
                <c:pt idx="2189">
                  <c:v>6.5062348422619447E-3</c:v>
                </c:pt>
                <c:pt idx="2190">
                  <c:v>6.7442579137351544E-3</c:v>
                </c:pt>
                <c:pt idx="2191">
                  <c:v>6.5547056813987049E-3</c:v>
                </c:pt>
                <c:pt idx="2192">
                  <c:v>6.5097295233367625E-3</c:v>
                </c:pt>
                <c:pt idx="2193">
                  <c:v>6.6659977250479079E-3</c:v>
                </c:pt>
                <c:pt idx="2194">
                  <c:v>6.4890718343671655E-3</c:v>
                </c:pt>
                <c:pt idx="2195">
                  <c:v>7.0084573044208046E-3</c:v>
                </c:pt>
                <c:pt idx="2196">
                  <c:v>7.1227026428780189E-3</c:v>
                </c:pt>
                <c:pt idx="2197">
                  <c:v>6.9830507777383843E-3</c:v>
                </c:pt>
                <c:pt idx="2198">
                  <c:v>6.9070260055092954E-3</c:v>
                </c:pt>
                <c:pt idx="2199">
                  <c:v>6.9163511093609667E-3</c:v>
                </c:pt>
                <c:pt idx="2200">
                  <c:v>6.9026511588352974E-3</c:v>
                </c:pt>
                <c:pt idx="2201">
                  <c:v>9.5041981831630248E-3</c:v>
                </c:pt>
                <c:pt idx="2202">
                  <c:v>9.640095226471657E-3</c:v>
                </c:pt>
                <c:pt idx="2203">
                  <c:v>9.6307195465398388E-3</c:v>
                </c:pt>
                <c:pt idx="2204">
                  <c:v>9.6001723668975494E-3</c:v>
                </c:pt>
                <c:pt idx="2205">
                  <c:v>9.4597362110124712E-3</c:v>
                </c:pt>
                <c:pt idx="2206">
                  <c:v>9.4132103823109763E-3</c:v>
                </c:pt>
                <c:pt idx="2207">
                  <c:v>9.5357909320358831E-3</c:v>
                </c:pt>
                <c:pt idx="2208">
                  <c:v>9.5970661935215976E-3</c:v>
                </c:pt>
                <c:pt idx="2209">
                  <c:v>9.6955050047194281E-3</c:v>
                </c:pt>
                <c:pt idx="2210">
                  <c:v>8.3820140335463967E-3</c:v>
                </c:pt>
                <c:pt idx="2211">
                  <c:v>8.2794567095623352E-3</c:v>
                </c:pt>
                <c:pt idx="2212">
                  <c:v>8.2630385363488008E-3</c:v>
                </c:pt>
                <c:pt idx="2213">
                  <c:v>8.3766497259379034E-3</c:v>
                </c:pt>
                <c:pt idx="2214">
                  <c:v>8.3944154920498702E-3</c:v>
                </c:pt>
                <c:pt idx="2215">
                  <c:v>8.3743378484014228E-3</c:v>
                </c:pt>
                <c:pt idx="2216">
                  <c:v>8.0845598733906895E-3</c:v>
                </c:pt>
                <c:pt idx="2217">
                  <c:v>7.997944071693722E-3</c:v>
                </c:pt>
                <c:pt idx="2218">
                  <c:v>8.0426058220265783E-3</c:v>
                </c:pt>
                <c:pt idx="2219">
                  <c:v>8.1354867574585411E-3</c:v>
                </c:pt>
                <c:pt idx="2220">
                  <c:v>8.5391958480452949E-3</c:v>
                </c:pt>
                <c:pt idx="2221">
                  <c:v>8.5499177658866984E-3</c:v>
                </c:pt>
                <c:pt idx="2222">
                  <c:v>6.3810830064811534E-3</c:v>
                </c:pt>
                <c:pt idx="2223">
                  <c:v>6.1830602945455466E-3</c:v>
                </c:pt>
                <c:pt idx="2224">
                  <c:v>7.9200118795916923E-3</c:v>
                </c:pt>
                <c:pt idx="2225">
                  <c:v>8.3912359661040842E-3</c:v>
                </c:pt>
                <c:pt idx="2226">
                  <c:v>8.3283261712638491E-3</c:v>
                </c:pt>
                <c:pt idx="2227">
                  <c:v>1.1129661356079585E-2</c:v>
                </c:pt>
                <c:pt idx="2228">
                  <c:v>1.165201338281022E-2</c:v>
                </c:pt>
                <c:pt idx="2229">
                  <c:v>1.1628531042064429E-2</c:v>
                </c:pt>
                <c:pt idx="2230">
                  <c:v>1.16548239529802E-2</c:v>
                </c:pt>
                <c:pt idx="2231">
                  <c:v>1.1920790153281135E-2</c:v>
                </c:pt>
                <c:pt idx="2232">
                  <c:v>1.1937487530206124E-2</c:v>
                </c:pt>
                <c:pt idx="2233">
                  <c:v>1.2014420864018773E-2</c:v>
                </c:pt>
                <c:pt idx="2234">
                  <c:v>1.1927124542178901E-2</c:v>
                </c:pt>
                <c:pt idx="2235">
                  <c:v>1.1898079502512343E-2</c:v>
                </c:pt>
                <c:pt idx="2236">
                  <c:v>1.200094900183884E-2</c:v>
                </c:pt>
                <c:pt idx="2237">
                  <c:v>1.2452968793254936E-2</c:v>
                </c:pt>
                <c:pt idx="2238">
                  <c:v>1.2397755684286395E-2</c:v>
                </c:pt>
                <c:pt idx="2239">
                  <c:v>1.2428282968854251E-2</c:v>
                </c:pt>
                <c:pt idx="2240">
                  <c:v>1.237871955930496E-2</c:v>
                </c:pt>
                <c:pt idx="2241">
                  <c:v>1.2091143577961583E-2</c:v>
                </c:pt>
                <c:pt idx="2242">
                  <c:v>1.2069275227558927E-2</c:v>
                </c:pt>
                <c:pt idx="2243">
                  <c:v>1.1734100767644086E-2</c:v>
                </c:pt>
                <c:pt idx="2244">
                  <c:v>1.205124092043296E-2</c:v>
                </c:pt>
                <c:pt idx="2245">
                  <c:v>1.1039301096789404E-2</c:v>
                </c:pt>
                <c:pt idx="2246">
                  <c:v>1.0657752320576331E-2</c:v>
                </c:pt>
                <c:pt idx="2247">
                  <c:v>1.0655052019419804E-2</c:v>
                </c:pt>
                <c:pt idx="2248">
                  <c:v>7.3918479444779707E-3</c:v>
                </c:pt>
                <c:pt idx="2249">
                  <c:v>7.9578068366713064E-3</c:v>
                </c:pt>
                <c:pt idx="2250">
                  <c:v>7.9702963829169551E-3</c:v>
                </c:pt>
                <c:pt idx="2251">
                  <c:v>8.7791509745759576E-3</c:v>
                </c:pt>
                <c:pt idx="2252">
                  <c:v>8.2716504872749428E-3</c:v>
                </c:pt>
                <c:pt idx="2253">
                  <c:v>8.2715191116864064E-3</c:v>
                </c:pt>
                <c:pt idx="2254">
                  <c:v>8.1070516858305179E-3</c:v>
                </c:pt>
                <c:pt idx="2255">
                  <c:v>8.1453777803024065E-3</c:v>
                </c:pt>
                <c:pt idx="2256">
                  <c:v>8.1669212877860751E-3</c:v>
                </c:pt>
                <c:pt idx="2257">
                  <c:v>8.2690503955614031E-3</c:v>
                </c:pt>
                <c:pt idx="2258">
                  <c:v>7.8281422852420329E-3</c:v>
                </c:pt>
                <c:pt idx="2259">
                  <c:v>1.1663383782693328E-2</c:v>
                </c:pt>
                <c:pt idx="2260">
                  <c:v>1.193155074874783E-2</c:v>
                </c:pt>
                <c:pt idx="2261">
                  <c:v>1.1935069527749321E-2</c:v>
                </c:pt>
                <c:pt idx="2262">
                  <c:v>1.1973873328644065E-2</c:v>
                </c:pt>
                <c:pt idx="2263">
                  <c:v>1.2253287126826065E-2</c:v>
                </c:pt>
                <c:pt idx="2264">
                  <c:v>1.2276984146522809E-2</c:v>
                </c:pt>
                <c:pt idx="2265">
                  <c:v>1.257271156335686E-2</c:v>
                </c:pt>
                <c:pt idx="2266">
                  <c:v>1.2501375807147962E-2</c:v>
                </c:pt>
                <c:pt idx="2267">
                  <c:v>1.2504851804204362E-2</c:v>
                </c:pt>
                <c:pt idx="2268">
                  <c:v>1.2723610138394325E-2</c:v>
                </c:pt>
                <c:pt idx="2269">
                  <c:v>1.2874204598007507E-2</c:v>
                </c:pt>
                <c:pt idx="2270">
                  <c:v>1.2292282919626267E-2</c:v>
                </c:pt>
                <c:pt idx="2271">
                  <c:v>1.2292480558989887E-2</c:v>
                </c:pt>
                <c:pt idx="2272">
                  <c:v>1.164055863367635E-2</c:v>
                </c:pt>
                <c:pt idx="2273">
                  <c:v>1.1749736233472514E-2</c:v>
                </c:pt>
                <c:pt idx="2274">
                  <c:v>1.1655648294160104E-2</c:v>
                </c:pt>
                <c:pt idx="2275">
                  <c:v>1.1932563247357818E-2</c:v>
                </c:pt>
                <c:pt idx="2276">
                  <c:v>1.1952774521830337E-2</c:v>
                </c:pt>
                <c:pt idx="2277">
                  <c:v>1.2037634756697183E-2</c:v>
                </c:pt>
                <c:pt idx="2278">
                  <c:v>1.2167639180908249E-2</c:v>
                </c:pt>
                <c:pt idx="2279">
                  <c:v>1.2218183322724455E-2</c:v>
                </c:pt>
                <c:pt idx="2280">
                  <c:v>8.540513845100817E-3</c:v>
                </c:pt>
                <c:pt idx="2281">
                  <c:v>7.9558319007278326E-3</c:v>
                </c:pt>
                <c:pt idx="2282">
                  <c:v>7.7071966084841896E-3</c:v>
                </c:pt>
                <c:pt idx="2283">
                  <c:v>7.8838244317355217E-3</c:v>
                </c:pt>
                <c:pt idx="2284">
                  <c:v>7.0340640943754367E-3</c:v>
                </c:pt>
                <c:pt idx="2285">
                  <c:v>6.9963398898868594E-3</c:v>
                </c:pt>
                <c:pt idx="2286">
                  <c:v>6.5298488839932601E-3</c:v>
                </c:pt>
                <c:pt idx="2287">
                  <c:v>6.545924335687783E-3</c:v>
                </c:pt>
                <c:pt idx="2288">
                  <c:v>6.6309444991687495E-3</c:v>
                </c:pt>
                <c:pt idx="2289">
                  <c:v>6.3872613271469024E-3</c:v>
                </c:pt>
                <c:pt idx="2290">
                  <c:v>6.2261956747438887E-3</c:v>
                </c:pt>
                <c:pt idx="2291">
                  <c:v>6.6475342636118408E-3</c:v>
                </c:pt>
                <c:pt idx="2292">
                  <c:v>6.9006899732944856E-3</c:v>
                </c:pt>
                <c:pt idx="2293">
                  <c:v>7.5897277291719079E-3</c:v>
                </c:pt>
                <c:pt idx="2294">
                  <c:v>7.9508037360637909E-3</c:v>
                </c:pt>
                <c:pt idx="2295">
                  <c:v>9.7995300556413222E-3</c:v>
                </c:pt>
                <c:pt idx="2296">
                  <c:v>9.6819927489433608E-3</c:v>
                </c:pt>
                <c:pt idx="2297">
                  <c:v>9.6968193671435072E-3</c:v>
                </c:pt>
                <c:pt idx="2298">
                  <c:v>1.0029432967257166E-2</c:v>
                </c:pt>
                <c:pt idx="2299">
                  <c:v>9.9775043925227139E-3</c:v>
                </c:pt>
                <c:pt idx="2300">
                  <c:v>9.9369929141363104E-3</c:v>
                </c:pt>
                <c:pt idx="2301">
                  <c:v>9.9808201406331558E-3</c:v>
                </c:pt>
                <c:pt idx="2302">
                  <c:v>9.9800919789353581E-3</c:v>
                </c:pt>
                <c:pt idx="2303">
                  <c:v>9.9832477550407198E-3</c:v>
                </c:pt>
                <c:pt idx="2304">
                  <c:v>9.8183767687597193E-3</c:v>
                </c:pt>
                <c:pt idx="2305">
                  <c:v>1.0243724880857272E-2</c:v>
                </c:pt>
                <c:pt idx="2306">
                  <c:v>1.0239897556484499E-2</c:v>
                </c:pt>
                <c:pt idx="2307">
                  <c:v>1.020086736444769E-2</c:v>
                </c:pt>
                <c:pt idx="2308">
                  <c:v>1.0378010892872363E-2</c:v>
                </c:pt>
                <c:pt idx="2309">
                  <c:v>1.0420407714258974E-2</c:v>
                </c:pt>
                <c:pt idx="2310">
                  <c:v>1.0739503205291434E-2</c:v>
                </c:pt>
                <c:pt idx="2311">
                  <c:v>1.0707742317378468E-2</c:v>
                </c:pt>
                <c:pt idx="2312">
                  <c:v>1.5692131314096806E-2</c:v>
                </c:pt>
                <c:pt idx="2313">
                  <c:v>2.8550270939769289E-2</c:v>
                </c:pt>
                <c:pt idx="2314">
                  <c:v>2.9039242972403331E-2</c:v>
                </c:pt>
                <c:pt idx="2315">
                  <c:v>2.9158924900164824E-2</c:v>
                </c:pt>
                <c:pt idx="2316">
                  <c:v>2.8860932291159297E-2</c:v>
                </c:pt>
                <c:pt idx="2317">
                  <c:v>2.8829384953041676E-2</c:v>
                </c:pt>
                <c:pt idx="2318">
                  <c:v>2.8833080286058629E-2</c:v>
                </c:pt>
                <c:pt idx="2319">
                  <c:v>2.8772934314170634E-2</c:v>
                </c:pt>
                <c:pt idx="2320">
                  <c:v>2.8749553016475096E-2</c:v>
                </c:pt>
                <c:pt idx="2321">
                  <c:v>2.8728459197790077E-2</c:v>
                </c:pt>
                <c:pt idx="2322">
                  <c:v>2.8711316520769962E-2</c:v>
                </c:pt>
                <c:pt idx="2323">
                  <c:v>2.9052086185799908E-2</c:v>
                </c:pt>
                <c:pt idx="2324">
                  <c:v>2.9055230845473332E-2</c:v>
                </c:pt>
                <c:pt idx="2325">
                  <c:v>2.9086257857829544E-2</c:v>
                </c:pt>
                <c:pt idx="2326">
                  <c:v>2.8914212793143549E-2</c:v>
                </c:pt>
                <c:pt idx="2327">
                  <c:v>2.8915094704945934E-2</c:v>
                </c:pt>
                <c:pt idx="2328">
                  <c:v>2.9043939455108594E-2</c:v>
                </c:pt>
                <c:pt idx="2329">
                  <c:v>2.9024560461787731E-2</c:v>
                </c:pt>
                <c:pt idx="2330">
                  <c:v>2.8961328380750113E-2</c:v>
                </c:pt>
                <c:pt idx="2331">
                  <c:v>2.8797312652598918E-2</c:v>
                </c:pt>
                <c:pt idx="2332">
                  <c:v>2.8797956004259089E-2</c:v>
                </c:pt>
                <c:pt idx="2333">
                  <c:v>2.6183187582948707E-2</c:v>
                </c:pt>
                <c:pt idx="2334">
                  <c:v>9.7266577128685867E-3</c:v>
                </c:pt>
                <c:pt idx="2335">
                  <c:v>8.4683114013839548E-3</c:v>
                </c:pt>
                <c:pt idx="2336">
                  <c:v>8.0178639174140962E-3</c:v>
                </c:pt>
                <c:pt idx="2337">
                  <c:v>6.5561942380199401E-3</c:v>
                </c:pt>
                <c:pt idx="2338">
                  <c:v>6.5120346336648843E-3</c:v>
                </c:pt>
                <c:pt idx="2339">
                  <c:v>6.527677407899236E-3</c:v>
                </c:pt>
                <c:pt idx="2340">
                  <c:v>6.3411280665711025E-3</c:v>
                </c:pt>
                <c:pt idx="2341">
                  <c:v>6.4224379398145869E-3</c:v>
                </c:pt>
                <c:pt idx="2342">
                  <c:v>6.4020538301803008E-3</c:v>
                </c:pt>
                <c:pt idx="2343">
                  <c:v>6.3977721777161139E-3</c:v>
                </c:pt>
                <c:pt idx="2344">
                  <c:v>7.3042438449721732E-3</c:v>
                </c:pt>
                <c:pt idx="2345">
                  <c:v>7.3007763660156181E-3</c:v>
                </c:pt>
                <c:pt idx="2346">
                  <c:v>7.457488802973514E-3</c:v>
                </c:pt>
                <c:pt idx="2347">
                  <c:v>7.4748844999257104E-3</c:v>
                </c:pt>
                <c:pt idx="2348">
                  <c:v>7.6040151341598174E-3</c:v>
                </c:pt>
                <c:pt idx="2349">
                  <c:v>8.233656877487474E-3</c:v>
                </c:pt>
                <c:pt idx="2350">
                  <c:v>8.0597539026140332E-3</c:v>
                </c:pt>
                <c:pt idx="2351">
                  <c:v>8.0549348386904952E-3</c:v>
                </c:pt>
                <c:pt idx="2352">
                  <c:v>8.0962141709602711E-3</c:v>
                </c:pt>
                <c:pt idx="2353">
                  <c:v>8.0972570316231278E-3</c:v>
                </c:pt>
                <c:pt idx="2354">
                  <c:v>9.0034491070464344E-3</c:v>
                </c:pt>
                <c:pt idx="2355">
                  <c:v>1.1678304551873681E-2</c:v>
                </c:pt>
                <c:pt idx="2356">
                  <c:v>1.1311306500719664E-2</c:v>
                </c:pt>
                <c:pt idx="2357">
                  <c:v>1.1925257884255719E-2</c:v>
                </c:pt>
                <c:pt idx="2358">
                  <c:v>1.2300535270678242E-2</c:v>
                </c:pt>
                <c:pt idx="2359">
                  <c:v>1.2512477430710522E-2</c:v>
                </c:pt>
                <c:pt idx="2360">
                  <c:v>1.2551061842838124E-2</c:v>
                </c:pt>
                <c:pt idx="2361">
                  <c:v>1.2624121146681587E-2</c:v>
                </c:pt>
                <c:pt idx="2362">
                  <c:v>1.2482577867253921E-2</c:v>
                </c:pt>
                <c:pt idx="2363">
                  <c:v>1.2974131070165679E-2</c:v>
                </c:pt>
                <c:pt idx="2364">
                  <c:v>1.2991045255308357E-2</c:v>
                </c:pt>
                <c:pt idx="2365">
                  <c:v>1.1917106357812207E-2</c:v>
                </c:pt>
                <c:pt idx="2366">
                  <c:v>1.1911332410153193E-2</c:v>
                </c:pt>
                <c:pt idx="2367">
                  <c:v>1.1768630329913418E-2</c:v>
                </c:pt>
                <c:pt idx="2368">
                  <c:v>1.1755541859075954E-2</c:v>
                </c:pt>
                <c:pt idx="2369">
                  <c:v>1.176229856578927E-2</c:v>
                </c:pt>
                <c:pt idx="2370">
                  <c:v>1.0913059120126746E-2</c:v>
                </c:pt>
                <c:pt idx="2371">
                  <c:v>1.083975722669535E-2</c:v>
                </c:pt>
                <c:pt idx="2372">
                  <c:v>1.0848023412138056E-2</c:v>
                </c:pt>
                <c:pt idx="2373">
                  <c:v>1.084828601842156E-2</c:v>
                </c:pt>
                <c:pt idx="2374">
                  <c:v>1.0825939968468491E-2</c:v>
                </c:pt>
                <c:pt idx="2375">
                  <c:v>1.0258311677003152E-2</c:v>
                </c:pt>
                <c:pt idx="2376">
                  <c:v>6.9920750704765893E-3</c:v>
                </c:pt>
                <c:pt idx="2377">
                  <c:v>7.1423982716633857E-3</c:v>
                </c:pt>
                <c:pt idx="2378">
                  <c:v>7.0753549687651643E-3</c:v>
                </c:pt>
                <c:pt idx="2379">
                  <c:v>6.3557408939488354E-3</c:v>
                </c:pt>
                <c:pt idx="2380">
                  <c:v>6.2900989134818588E-3</c:v>
                </c:pt>
                <c:pt idx="2381">
                  <c:v>6.5579738753186647E-3</c:v>
                </c:pt>
                <c:pt idx="2382">
                  <c:v>8.1102070836555611E-3</c:v>
                </c:pt>
                <c:pt idx="2383">
                  <c:v>8.1190688718340686E-3</c:v>
                </c:pt>
                <c:pt idx="2384">
                  <c:v>7.5540564647882296E-3</c:v>
                </c:pt>
                <c:pt idx="2385">
                  <c:v>7.5637031454835807E-3</c:v>
                </c:pt>
                <c:pt idx="2386">
                  <c:v>7.652585249060445E-3</c:v>
                </c:pt>
                <c:pt idx="2387">
                  <c:v>7.6503485103633102E-3</c:v>
                </c:pt>
                <c:pt idx="2388">
                  <c:v>8.2397815361942572E-3</c:v>
                </c:pt>
                <c:pt idx="2389">
                  <c:v>8.5589711486096665E-3</c:v>
                </c:pt>
                <c:pt idx="2390">
                  <c:v>8.4269301022898424E-3</c:v>
                </c:pt>
                <c:pt idx="2391">
                  <c:v>8.4408123185219942E-3</c:v>
                </c:pt>
                <c:pt idx="2392">
                  <c:v>8.4573273702586629E-3</c:v>
                </c:pt>
                <c:pt idx="2393">
                  <c:v>8.4567789587449756E-3</c:v>
                </c:pt>
                <c:pt idx="2394">
                  <c:v>8.87975942778663E-3</c:v>
                </c:pt>
                <c:pt idx="2395">
                  <c:v>8.8678921401248688E-3</c:v>
                </c:pt>
                <c:pt idx="2396">
                  <c:v>1.0902986684353863E-2</c:v>
                </c:pt>
                <c:pt idx="2397">
                  <c:v>1.1305372342568148E-2</c:v>
                </c:pt>
                <c:pt idx="2398">
                  <c:v>1.1682368647552555E-2</c:v>
                </c:pt>
                <c:pt idx="2399">
                  <c:v>1.1876721812907354E-2</c:v>
                </c:pt>
                <c:pt idx="2400">
                  <c:v>1.1858852415649821E-2</c:v>
                </c:pt>
                <c:pt idx="2401">
                  <c:v>1.1687904879849364E-2</c:v>
                </c:pt>
                <c:pt idx="2402">
                  <c:v>1.1496582560710008E-2</c:v>
                </c:pt>
                <c:pt idx="2403">
                  <c:v>1.0222933001879894E-2</c:v>
                </c:pt>
                <c:pt idx="2404">
                  <c:v>1.0210800572327639E-2</c:v>
                </c:pt>
                <c:pt idx="2405">
                  <c:v>1.0210334699399573E-2</c:v>
                </c:pt>
                <c:pt idx="2406">
                  <c:v>1.0388975554185664E-2</c:v>
                </c:pt>
                <c:pt idx="2407">
                  <c:v>1.0451487280489261E-2</c:v>
                </c:pt>
                <c:pt idx="2408">
                  <c:v>1.0581733904427721E-2</c:v>
                </c:pt>
                <c:pt idx="2409">
                  <c:v>1.0610838674753469E-2</c:v>
                </c:pt>
                <c:pt idx="2410">
                  <c:v>1.01463049586131E-2</c:v>
                </c:pt>
                <c:pt idx="2411">
                  <c:v>1.0135292151384978E-2</c:v>
                </c:pt>
                <c:pt idx="2412">
                  <c:v>1.0431787773125256E-2</c:v>
                </c:pt>
                <c:pt idx="2413">
                  <c:v>1.0422688291795502E-2</c:v>
                </c:pt>
                <c:pt idx="2414">
                  <c:v>1.0484091939997327E-2</c:v>
                </c:pt>
                <c:pt idx="2415">
                  <c:v>1.040717819176467E-2</c:v>
                </c:pt>
                <c:pt idx="2416">
                  <c:v>1.0545902581177036E-2</c:v>
                </c:pt>
                <c:pt idx="2417">
                  <c:v>9.0695605606346801E-3</c:v>
                </c:pt>
                <c:pt idx="2418">
                  <c:v>9.6445923345910775E-3</c:v>
                </c:pt>
                <c:pt idx="2419">
                  <c:v>9.2520400602315034E-3</c:v>
                </c:pt>
                <c:pt idx="2420">
                  <c:v>9.395916545829516E-3</c:v>
                </c:pt>
                <c:pt idx="2421">
                  <c:v>9.5786080887165035E-3</c:v>
                </c:pt>
                <c:pt idx="2422">
                  <c:v>9.6073353620522457E-3</c:v>
                </c:pt>
                <c:pt idx="2423">
                  <c:v>9.6026105197124546E-3</c:v>
                </c:pt>
                <c:pt idx="2424">
                  <c:v>9.6446317610864585E-3</c:v>
                </c:pt>
                <c:pt idx="2425">
                  <c:v>9.8799823549596457E-3</c:v>
                </c:pt>
                <c:pt idx="2426">
                  <c:v>9.8462190191080656E-3</c:v>
                </c:pt>
                <c:pt idx="2427">
                  <c:v>9.7423725899245441E-3</c:v>
                </c:pt>
                <c:pt idx="2428">
                  <c:v>9.5246216159290374E-3</c:v>
                </c:pt>
                <c:pt idx="2429">
                  <c:v>9.5364515678507521E-3</c:v>
                </c:pt>
                <c:pt idx="2430">
                  <c:v>1.1278988609609701E-2</c:v>
                </c:pt>
                <c:pt idx="2431">
                  <c:v>1.2293153940761159E-2</c:v>
                </c:pt>
                <c:pt idx="2432">
                  <c:v>1.2351582138121377E-2</c:v>
                </c:pt>
                <c:pt idx="2433">
                  <c:v>1.1760743054252983E-2</c:v>
                </c:pt>
                <c:pt idx="2434">
                  <c:v>1.1974707530755252E-2</c:v>
                </c:pt>
                <c:pt idx="2435">
                  <c:v>1.2439164035360542E-2</c:v>
                </c:pt>
                <c:pt idx="2436">
                  <c:v>1.2565670005509509E-2</c:v>
                </c:pt>
                <c:pt idx="2437">
                  <c:v>1.2786002067827202E-2</c:v>
                </c:pt>
                <c:pt idx="2438">
                  <c:v>1.278332244620385E-2</c:v>
                </c:pt>
                <c:pt idx="2439">
                  <c:v>1.1921857583530308E-2</c:v>
                </c:pt>
                <c:pt idx="2440">
                  <c:v>1.1924287994366669E-2</c:v>
                </c:pt>
                <c:pt idx="2441">
                  <c:v>1.1341875947072861E-2</c:v>
                </c:pt>
                <c:pt idx="2442">
                  <c:v>1.115667032558733E-2</c:v>
                </c:pt>
                <c:pt idx="2443">
                  <c:v>1.1027141455086965E-2</c:v>
                </c:pt>
                <c:pt idx="2444">
                  <c:v>1.1046097244556179E-2</c:v>
                </c:pt>
                <c:pt idx="2445">
                  <c:v>1.0864538521318736E-2</c:v>
                </c:pt>
                <c:pt idx="2446">
                  <c:v>1.0248509546352872E-2</c:v>
                </c:pt>
                <c:pt idx="2447">
                  <c:v>1.1129922834348719E-2</c:v>
                </c:pt>
                <c:pt idx="2448">
                  <c:v>1.1316441930450793E-2</c:v>
                </c:pt>
                <c:pt idx="2449">
                  <c:v>1.1455643570125814E-2</c:v>
                </c:pt>
                <c:pt idx="2450">
                  <c:v>1.2261318243457801E-2</c:v>
                </c:pt>
                <c:pt idx="2451">
                  <c:v>1.0706311443535569E-2</c:v>
                </c:pt>
                <c:pt idx="2452">
                  <c:v>9.4981782442416611E-3</c:v>
                </c:pt>
                <c:pt idx="2453">
                  <c:v>9.4483359078469664E-3</c:v>
                </c:pt>
                <c:pt idx="2454">
                  <c:v>9.4006677966016125E-3</c:v>
                </c:pt>
                <c:pt idx="2455">
                  <c:v>9.2509391012824647E-3</c:v>
                </c:pt>
                <c:pt idx="2456">
                  <c:v>8.5731095227827379E-3</c:v>
                </c:pt>
                <c:pt idx="2457">
                  <c:v>8.4100606283523654E-3</c:v>
                </c:pt>
                <c:pt idx="2458">
                  <c:v>8.6519549035678715E-3</c:v>
                </c:pt>
                <c:pt idx="2459">
                  <c:v>8.6330616954789479E-3</c:v>
                </c:pt>
                <c:pt idx="2460">
                  <c:v>9.6294920786502182E-3</c:v>
                </c:pt>
                <c:pt idx="2461">
                  <c:v>9.923733210726926E-3</c:v>
                </c:pt>
                <c:pt idx="2462">
                  <c:v>9.8955834136636219E-3</c:v>
                </c:pt>
                <c:pt idx="2463">
                  <c:v>1.0077080470452051E-2</c:v>
                </c:pt>
                <c:pt idx="2464">
                  <c:v>1.0215325188321172E-2</c:v>
                </c:pt>
                <c:pt idx="2465">
                  <c:v>1.1223773317985032E-2</c:v>
                </c:pt>
                <c:pt idx="2466">
                  <c:v>1.1135521367609758E-2</c:v>
                </c:pt>
                <c:pt idx="2467">
                  <c:v>1.1551689521010787E-2</c:v>
                </c:pt>
                <c:pt idx="2468">
                  <c:v>1.1515736408287465E-2</c:v>
                </c:pt>
                <c:pt idx="2469">
                  <c:v>1.1839558567330762E-2</c:v>
                </c:pt>
                <c:pt idx="2470">
                  <c:v>1.1874605784346208E-2</c:v>
                </c:pt>
                <c:pt idx="2471">
                  <c:v>1.1569116582763639E-2</c:v>
                </c:pt>
                <c:pt idx="2472">
                  <c:v>1.1444634884916097E-2</c:v>
                </c:pt>
                <c:pt idx="2473">
                  <c:v>1.1490783460938795E-2</c:v>
                </c:pt>
                <c:pt idx="2474">
                  <c:v>1.156896351855792E-2</c:v>
                </c:pt>
                <c:pt idx="2475">
                  <c:v>1.1981100241960942E-2</c:v>
                </c:pt>
                <c:pt idx="2476">
                  <c:v>1.1913717022202666E-2</c:v>
                </c:pt>
                <c:pt idx="2477">
                  <c:v>1.1955858027550418E-2</c:v>
                </c:pt>
                <c:pt idx="2478">
                  <c:v>1.2061790378804799E-2</c:v>
                </c:pt>
                <c:pt idx="2479">
                  <c:v>1.2091536066690322E-2</c:v>
                </c:pt>
                <c:pt idx="2480">
                  <c:v>1.2277299763823222E-2</c:v>
                </c:pt>
                <c:pt idx="2481">
                  <c:v>1.1730527076090435E-2</c:v>
                </c:pt>
                <c:pt idx="2482">
                  <c:v>1.2842247544036824E-2</c:v>
                </c:pt>
                <c:pt idx="2483">
                  <c:v>1.2846715392323719E-2</c:v>
                </c:pt>
                <c:pt idx="2484">
                  <c:v>1.2722309890046744E-2</c:v>
                </c:pt>
                <c:pt idx="2485">
                  <c:v>1.246647072371551E-2</c:v>
                </c:pt>
                <c:pt idx="2486">
                  <c:v>1.1333403574478451E-2</c:v>
                </c:pt>
                <c:pt idx="2487">
                  <c:v>1.1735184486904311E-2</c:v>
                </c:pt>
                <c:pt idx="2488">
                  <c:v>1.1498703105743264E-2</c:v>
                </c:pt>
                <c:pt idx="2489">
                  <c:v>1.1210180565900533E-2</c:v>
                </c:pt>
                <c:pt idx="2490">
                  <c:v>1.0956097515219721E-2</c:v>
                </c:pt>
                <c:pt idx="2491">
                  <c:v>1.082354079562093E-2</c:v>
                </c:pt>
                <c:pt idx="2492">
                  <c:v>1.0384499991480407E-2</c:v>
                </c:pt>
                <c:pt idx="2493">
                  <c:v>1.0468431920902351E-2</c:v>
                </c:pt>
                <c:pt idx="2494">
                  <c:v>1.0626380661117705E-2</c:v>
                </c:pt>
                <c:pt idx="2495">
                  <c:v>1.0539934691904373E-2</c:v>
                </c:pt>
                <c:pt idx="2496">
                  <c:v>1.0409288417639639E-2</c:v>
                </c:pt>
                <c:pt idx="2497">
                  <c:v>1.041486541317725E-2</c:v>
                </c:pt>
                <c:pt idx="2498">
                  <c:v>1.0305792179409108E-2</c:v>
                </c:pt>
                <c:pt idx="2499">
                  <c:v>1.0822270532245881E-2</c:v>
                </c:pt>
                <c:pt idx="2500">
                  <c:v>1.016029895834375E-2</c:v>
                </c:pt>
                <c:pt idx="2501">
                  <c:v>1.004325064208973E-2</c:v>
                </c:pt>
                <c:pt idx="2502">
                  <c:v>1.0923031500165494E-2</c:v>
                </c:pt>
                <c:pt idx="2503">
                  <c:v>9.9806859941129061E-3</c:v>
                </c:pt>
                <c:pt idx="2504">
                  <c:v>1.0014362388457466E-2</c:v>
                </c:pt>
                <c:pt idx="2505">
                  <c:v>1.0039808880632209E-2</c:v>
                </c:pt>
                <c:pt idx="2506">
                  <c:v>1.0243084146031327E-2</c:v>
                </c:pt>
                <c:pt idx="2507">
                  <c:v>1.0071417179414222E-2</c:v>
                </c:pt>
                <c:pt idx="2508">
                  <c:v>9.4406234181600053E-3</c:v>
                </c:pt>
                <c:pt idx="2509">
                  <c:v>9.4467018589391282E-3</c:v>
                </c:pt>
                <c:pt idx="2510">
                  <c:v>9.8259877206719991E-3</c:v>
                </c:pt>
                <c:pt idx="2511">
                  <c:v>9.9245452954031081E-3</c:v>
                </c:pt>
                <c:pt idx="2512">
                  <c:v>1.0325235529282708E-2</c:v>
                </c:pt>
                <c:pt idx="2513">
                  <c:v>1.0576549010880476E-2</c:v>
                </c:pt>
                <c:pt idx="2514">
                  <c:v>1.0884737186890063E-2</c:v>
                </c:pt>
                <c:pt idx="2515">
                  <c:v>1.0929221765472886E-2</c:v>
                </c:pt>
                <c:pt idx="2516">
                  <c:v>1.0930276211640982E-2</c:v>
                </c:pt>
                <c:pt idx="2517">
                  <c:v>1.0283126871823162E-2</c:v>
                </c:pt>
              </c:numCache>
            </c:numRef>
          </c:val>
          <c:smooth val="0"/>
          <c:extLst>
            <c:ext xmlns:c16="http://schemas.microsoft.com/office/drawing/2014/chart" uri="{C3380CC4-5D6E-409C-BE32-E72D297353CC}">
              <c16:uniqueId val="{00000004-3DC3-EB4D-B486-250D242CA728}"/>
            </c:ext>
          </c:extLst>
        </c:ser>
        <c:dLbls>
          <c:showLegendKey val="0"/>
          <c:showVal val="0"/>
          <c:showCatName val="0"/>
          <c:showSerName val="0"/>
          <c:showPercent val="0"/>
          <c:showBubbleSize val="0"/>
        </c:dLbls>
        <c:smooth val="0"/>
        <c:axId val="2005096592"/>
        <c:axId val="1907845200"/>
      </c:lineChart>
      <c:dateAx>
        <c:axId val="2005096592"/>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07845200"/>
        <c:crosses val="autoZero"/>
        <c:auto val="1"/>
        <c:lblOffset val="100"/>
        <c:baseTimeUnit val="days"/>
      </c:dateAx>
      <c:valAx>
        <c:axId val="190784520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005096592"/>
        <c:crosses val="autoZero"/>
        <c:crossBetween val="between"/>
      </c:valAx>
      <c:spPr>
        <a:noFill/>
        <a:ln>
          <a:noFill/>
        </a:ln>
        <a:effectLst/>
      </c:spPr>
    </c:plotArea>
    <c:legend>
      <c:legendPos val="t"/>
      <c:legendEntry>
        <c:idx val="1"/>
        <c:txPr>
          <a:bodyPr rot="0" spcFirstLastPara="1" vertOverflow="ellipsis" vert="horz" wrap="square" anchor="ctr" anchorCtr="1"/>
          <a:lstStyle/>
          <a:p>
            <a:pPr>
              <a:defRPr sz="9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FX!$BI$2</c:f>
              <c:strCache>
                <c:ptCount val="1"/>
                <c:pt idx="0">
                  <c:v>Nifty 50</c:v>
                </c:pt>
              </c:strCache>
            </c:strRef>
          </c:tx>
          <c:spPr>
            <a:ln w="12700" cap="rnd">
              <a:solidFill>
                <a:schemeClr val="dk1">
                  <a:tint val="88500"/>
                </a:schemeClr>
              </a:solidFill>
              <a:round/>
            </a:ln>
            <a:effectLst>
              <a:outerShdw blurRad="50800" dist="38100" dir="2700000" algn="tl" rotWithShape="0">
                <a:prstClr val="black">
                  <a:alpha val="40000"/>
                </a:prstClr>
              </a:outerShdw>
            </a:effectLst>
          </c:spPr>
          <c:marker>
            <c:symbol val="none"/>
          </c:marker>
          <c:cat>
            <c:numRef>
              <c:f>FX!$BH$3:$BH$2329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FX!$BI$3:$BI$2329</c:f>
              <c:numCache>
                <c:formatCode>_(* #,##0.0_);_(* \(#,##0.0\);_(* "-"??_);_(@_)</c:formatCode>
                <c:ptCount val="2327"/>
                <c:pt idx="0" formatCode="General">
                  <c:v>100</c:v>
                </c:pt>
                <c:pt idx="1">
                  <c:v>101.34536455818446</c:v>
                </c:pt>
                <c:pt idx="2">
                  <c:v>101.13954611298888</c:v>
                </c:pt>
                <c:pt idx="3">
                  <c:v>98.115131337171263</c:v>
                </c:pt>
                <c:pt idx="4">
                  <c:v>97.711072240347164</c:v>
                </c:pt>
                <c:pt idx="5">
                  <c:v>100.07012608363303</c:v>
                </c:pt>
                <c:pt idx="6">
                  <c:v>101.59905173328093</c:v>
                </c:pt>
                <c:pt idx="7">
                  <c:v>102.45673923167789</c:v>
                </c:pt>
                <c:pt idx="8">
                  <c:v>102.26168693204524</c:v>
                </c:pt>
                <c:pt idx="9">
                  <c:v>101.90897030649747</c:v>
                </c:pt>
                <c:pt idx="10">
                  <c:v>105.24336761926203</c:v>
                </c:pt>
                <c:pt idx="11">
                  <c:v>105.25783167955431</c:v>
                </c:pt>
                <c:pt idx="12">
                  <c:v>105.71403384415481</c:v>
                </c:pt>
                <c:pt idx="13">
                  <c:v>108.41390302403484</c:v>
                </c:pt>
                <c:pt idx="14">
                  <c:v>108.67366217562765</c:v>
                </c:pt>
                <c:pt idx="15">
                  <c:v>109.93699377760038</c:v>
                </c:pt>
                <c:pt idx="16">
                  <c:v>110.93131830203532</c:v>
                </c:pt>
                <c:pt idx="17">
                  <c:v>111.07514754842259</c:v>
                </c:pt>
                <c:pt idx="18">
                  <c:v>111.38722919143521</c:v>
                </c:pt>
                <c:pt idx="19">
                  <c:v>109.14584489883364</c:v>
                </c:pt>
                <c:pt idx="20">
                  <c:v>108.78004322711774</c:v>
                </c:pt>
                <c:pt idx="21">
                  <c:v>108.52909197997893</c:v>
                </c:pt>
                <c:pt idx="22">
                  <c:v>108.22553979521956</c:v>
                </c:pt>
                <c:pt idx="23">
                  <c:v>107.7366999226463</c:v>
                </c:pt>
                <c:pt idx="24">
                  <c:v>107.35037567556542</c:v>
                </c:pt>
                <c:pt idx="25">
                  <c:v>104.99296358705917</c:v>
                </c:pt>
                <c:pt idx="26">
                  <c:v>105.77747339242305</c:v>
                </c:pt>
                <c:pt idx="27">
                  <c:v>106.77621616830112</c:v>
                </c:pt>
                <c:pt idx="28">
                  <c:v>107.97493671071435</c:v>
                </c:pt>
                <c:pt idx="29">
                  <c:v>109.03076265545381</c:v>
                </c:pt>
                <c:pt idx="30">
                  <c:v>109.35284787059095</c:v>
                </c:pt>
                <c:pt idx="31">
                  <c:v>108.57689928396381</c:v>
                </c:pt>
                <c:pt idx="32">
                  <c:v>107.73368974032061</c:v>
                </c:pt>
                <c:pt idx="33">
                  <c:v>107.66212912693609</c:v>
                </c:pt>
                <c:pt idx="34">
                  <c:v>108.12267770866767</c:v>
                </c:pt>
                <c:pt idx="35">
                  <c:v>107.27935542041736</c:v>
                </c:pt>
                <c:pt idx="36">
                  <c:v>109.52857829065478</c:v>
                </c:pt>
                <c:pt idx="37">
                  <c:v>110.23754320790825</c:v>
                </c:pt>
                <c:pt idx="38">
                  <c:v>111.32072093475387</c:v>
                </c:pt>
                <c:pt idx="39">
                  <c:v>110.38135690121349</c:v>
                </c:pt>
                <c:pt idx="40">
                  <c:v>109.9514586560462</c:v>
                </c:pt>
                <c:pt idx="41">
                  <c:v>107.01193056339292</c:v>
                </c:pt>
                <c:pt idx="42">
                  <c:v>106.32562183734656</c:v>
                </c:pt>
                <c:pt idx="43">
                  <c:v>106.09907688552155</c:v>
                </c:pt>
                <c:pt idx="44">
                  <c:v>107.33133410127175</c:v>
                </c:pt>
                <c:pt idx="45">
                  <c:v>105.58271076119843</c:v>
                </c:pt>
                <c:pt idx="46">
                  <c:v>105.15615585984877</c:v>
                </c:pt>
                <c:pt idx="47">
                  <c:v>106.47344148355288</c:v>
                </c:pt>
                <c:pt idx="48">
                  <c:v>106.05101596560273</c:v>
                </c:pt>
                <c:pt idx="49">
                  <c:v>105.84966860771257</c:v>
                </c:pt>
                <c:pt idx="50">
                  <c:v>104.94791610408413</c:v>
                </c:pt>
                <c:pt idx="51">
                  <c:v>105.04636817668104</c:v>
                </c:pt>
                <c:pt idx="52">
                  <c:v>105.09889841723029</c:v>
                </c:pt>
                <c:pt idx="53">
                  <c:v>104.70838749331506</c:v>
                </c:pt>
                <c:pt idx="54">
                  <c:v>101.85232796520764</c:v>
                </c:pt>
                <c:pt idx="55">
                  <c:v>104.83263319303346</c:v>
                </c:pt>
                <c:pt idx="56">
                  <c:v>106.60826523623365</c:v>
                </c:pt>
                <c:pt idx="57">
                  <c:v>106.31527943302157</c:v>
                </c:pt>
                <c:pt idx="58">
                  <c:v>106.98352220234682</c:v>
                </c:pt>
                <c:pt idx="59">
                  <c:v>107.89512319354598</c:v>
                </c:pt>
                <c:pt idx="60">
                  <c:v>107.73056775662097</c:v>
                </c:pt>
                <c:pt idx="61">
                  <c:v>107.29711795612803</c:v>
                </c:pt>
                <c:pt idx="62">
                  <c:v>106.82246890058275</c:v>
                </c:pt>
                <c:pt idx="63">
                  <c:v>105.62455674866835</c:v>
                </c:pt>
                <c:pt idx="64">
                  <c:v>103.32643424315692</c:v>
                </c:pt>
                <c:pt idx="65">
                  <c:v>101.88532928672832</c:v>
                </c:pt>
                <c:pt idx="66">
                  <c:v>102.68276931625559</c:v>
                </c:pt>
                <c:pt idx="67">
                  <c:v>101.70713516628813</c:v>
                </c:pt>
                <c:pt idx="68">
                  <c:v>100.23830580058778</c:v>
                </c:pt>
                <c:pt idx="69">
                  <c:v>98.805604073839092</c:v>
                </c:pt>
                <c:pt idx="70">
                  <c:v>100.11123339181685</c:v>
                </c:pt>
                <c:pt idx="71">
                  <c:v>99.759246104023362</c:v>
                </c:pt>
                <c:pt idx="72">
                  <c:v>98.46865757233752</c:v>
                </c:pt>
                <c:pt idx="73">
                  <c:v>97.353471624242161</c:v>
                </c:pt>
                <c:pt idx="74">
                  <c:v>96.51573742062007</c:v>
                </c:pt>
                <c:pt idx="75">
                  <c:v>97.86388092747967</c:v>
                </c:pt>
                <c:pt idx="76">
                  <c:v>99.773021510875864</c:v>
                </c:pt>
                <c:pt idx="77">
                  <c:v>96.861543407999747</c:v>
                </c:pt>
                <c:pt idx="78">
                  <c:v>98.173910286000975</c:v>
                </c:pt>
                <c:pt idx="79">
                  <c:v>98.580045361477204</c:v>
                </c:pt>
                <c:pt idx="80">
                  <c:v>99.441094362749467</c:v>
                </c:pt>
                <c:pt idx="81">
                  <c:v>100.81950127166004</c:v>
                </c:pt>
                <c:pt idx="82">
                  <c:v>100.51300950447846</c:v>
                </c:pt>
                <c:pt idx="83">
                  <c:v>100.9220463123243</c:v>
                </c:pt>
                <c:pt idx="84">
                  <c:v>101.15779634179317</c:v>
                </c:pt>
                <c:pt idx="85">
                  <c:v>101.81663848322405</c:v>
                </c:pt>
                <c:pt idx="86">
                  <c:v>100.74899582858464</c:v>
                </c:pt>
                <c:pt idx="87">
                  <c:v>99.949046537737715</c:v>
                </c:pt>
                <c:pt idx="88">
                  <c:v>99.732234490686054</c:v>
                </c:pt>
                <c:pt idx="89">
                  <c:v>99.617720997530355</c:v>
                </c:pt>
                <c:pt idx="90">
                  <c:v>101.21177937377122</c:v>
                </c:pt>
                <c:pt idx="91">
                  <c:v>101.45267840929712</c:v>
                </c:pt>
                <c:pt idx="92">
                  <c:v>98.734045743817504</c:v>
                </c:pt>
                <c:pt idx="93">
                  <c:v>97.491450269520215</c:v>
                </c:pt>
                <c:pt idx="94">
                  <c:v>96.943244909957798</c:v>
                </c:pt>
                <c:pt idx="95">
                  <c:v>97.179610080020197</c:v>
                </c:pt>
                <c:pt idx="96">
                  <c:v>96.0126188260449</c:v>
                </c:pt>
                <c:pt idx="97">
                  <c:v>96.013431037224507</c:v>
                </c:pt>
                <c:pt idx="98">
                  <c:v>97.313047147609211</c:v>
                </c:pt>
                <c:pt idx="99">
                  <c:v>95.397706140363056</c:v>
                </c:pt>
                <c:pt idx="100">
                  <c:v>95.40072961950321</c:v>
                </c:pt>
                <c:pt idx="101">
                  <c:v>95.685974109925269</c:v>
                </c:pt>
                <c:pt idx="102">
                  <c:v>95.989391899566058</c:v>
                </c:pt>
                <c:pt idx="103">
                  <c:v>96.573310026778515</c:v>
                </c:pt>
                <c:pt idx="104">
                  <c:v>97.967762140641653</c:v>
                </c:pt>
                <c:pt idx="105">
                  <c:v>98.617580804958109</c:v>
                </c:pt>
                <c:pt idx="106">
                  <c:v>100.64210927858672</c:v>
                </c:pt>
                <c:pt idx="107">
                  <c:v>100.77740847306472</c:v>
                </c:pt>
                <c:pt idx="108">
                  <c:v>100.49781564399095</c:v>
                </c:pt>
                <c:pt idx="109">
                  <c:v>101.02066333661038</c:v>
                </c:pt>
                <c:pt idx="110">
                  <c:v>100.82976351586127</c:v>
                </c:pt>
                <c:pt idx="111">
                  <c:v>99.585892562098593</c:v>
                </c:pt>
                <c:pt idx="112">
                  <c:v>100.4402191140244</c:v>
                </c:pt>
                <c:pt idx="113">
                  <c:v>101.66606256666476</c:v>
                </c:pt>
                <c:pt idx="114">
                  <c:v>101.65107215976167</c:v>
                </c:pt>
                <c:pt idx="115">
                  <c:v>102.13255126388256</c:v>
                </c:pt>
                <c:pt idx="116">
                  <c:v>102.56808306646636</c:v>
                </c:pt>
                <c:pt idx="117">
                  <c:v>102.76041227866112</c:v>
                </c:pt>
                <c:pt idx="118">
                  <c:v>100.66791960957933</c:v>
                </c:pt>
                <c:pt idx="119">
                  <c:v>100.35152557436894</c:v>
                </c:pt>
                <c:pt idx="120">
                  <c:v>100.93961679591177</c:v>
                </c:pt>
                <c:pt idx="121">
                  <c:v>101.9974068574012</c:v>
                </c:pt>
                <c:pt idx="122">
                  <c:v>101.87800619936739</c:v>
                </c:pt>
                <c:pt idx="123">
                  <c:v>102.90198862446206</c:v>
                </c:pt>
                <c:pt idx="124">
                  <c:v>103.73756030593674</c:v>
                </c:pt>
                <c:pt idx="125">
                  <c:v>103.76390479988487</c:v>
                </c:pt>
                <c:pt idx="126">
                  <c:v>103.59172443570029</c:v>
                </c:pt>
                <c:pt idx="127">
                  <c:v>102.53931853809061</c:v>
                </c:pt>
                <c:pt idx="128">
                  <c:v>103.99037480102074</c:v>
                </c:pt>
                <c:pt idx="129">
                  <c:v>103.16247724446518</c:v>
                </c:pt>
                <c:pt idx="130">
                  <c:v>102.05786086575431</c:v>
                </c:pt>
                <c:pt idx="131">
                  <c:v>99.961353031126038</c:v>
                </c:pt>
                <c:pt idx="132">
                  <c:v>99.636923552156119</c:v>
                </c:pt>
                <c:pt idx="133">
                  <c:v>100.29953396675226</c:v>
                </c:pt>
                <c:pt idx="134">
                  <c:v>100.68293562239313</c:v>
                </c:pt>
                <c:pt idx="135">
                  <c:v>102.01210533422913</c:v>
                </c:pt>
                <c:pt idx="136">
                  <c:v>102.20252537323564</c:v>
                </c:pt>
                <c:pt idx="137">
                  <c:v>101.93906799378861</c:v>
                </c:pt>
                <c:pt idx="138">
                  <c:v>102.73545564790025</c:v>
                </c:pt>
                <c:pt idx="139">
                  <c:v>103.07408499805051</c:v>
                </c:pt>
                <c:pt idx="140">
                  <c:v>102.71143143487531</c:v>
                </c:pt>
                <c:pt idx="141">
                  <c:v>102.31910162883466</c:v>
                </c:pt>
                <c:pt idx="142">
                  <c:v>100.90427118117114</c:v>
                </c:pt>
                <c:pt idx="143">
                  <c:v>98.553930175320971</c:v>
                </c:pt>
                <c:pt idx="144">
                  <c:v>98.48668389112666</c:v>
                </c:pt>
                <c:pt idx="145">
                  <c:v>100.09394919515844</c:v>
                </c:pt>
                <c:pt idx="146">
                  <c:v>99.48294317205027</c:v>
                </c:pt>
                <c:pt idx="147">
                  <c:v>99.620192351682093</c:v>
                </c:pt>
                <c:pt idx="148">
                  <c:v>98.206137275479378</c:v>
                </c:pt>
                <c:pt idx="149">
                  <c:v>96.477906981934566</c:v>
                </c:pt>
                <c:pt idx="150">
                  <c:v>89.843575033703502</c:v>
                </c:pt>
                <c:pt idx="151">
                  <c:v>90.397277975416344</c:v>
                </c:pt>
                <c:pt idx="152">
                  <c:v>90.118188081780204</c:v>
                </c:pt>
                <c:pt idx="153">
                  <c:v>92.074959168584655</c:v>
                </c:pt>
                <c:pt idx="154">
                  <c:v>92.659962205315153</c:v>
                </c:pt>
                <c:pt idx="155">
                  <c:v>91.991920345283233</c:v>
                </c:pt>
                <c:pt idx="156">
                  <c:v>89.913888355651622</c:v>
                </c:pt>
                <c:pt idx="157">
                  <c:v>89.248529560870821</c:v>
                </c:pt>
                <c:pt idx="158">
                  <c:v>90.386657350851337</c:v>
                </c:pt>
                <c:pt idx="159">
                  <c:v>88.216580603459903</c:v>
                </c:pt>
                <c:pt idx="160">
                  <c:v>87.10739831424128</c:v>
                </c:pt>
                <c:pt idx="161">
                  <c:v>88.326125474172258</c:v>
                </c:pt>
                <c:pt idx="162">
                  <c:v>90.245305814872566</c:v>
                </c:pt>
                <c:pt idx="163">
                  <c:v>89.502106235187313</c:v>
                </c:pt>
                <c:pt idx="164">
                  <c:v>89.782034363526023</c:v>
                </c:pt>
                <c:pt idx="165">
                  <c:v>90.759748967511939</c:v>
                </c:pt>
                <c:pt idx="166">
                  <c:v>90.893179064316968</c:v>
                </c:pt>
                <c:pt idx="167">
                  <c:v>92.645761069590151</c:v>
                </c:pt>
                <c:pt idx="168">
                  <c:v>92.833345488668286</c:v>
                </c:pt>
                <c:pt idx="169">
                  <c:v>91.088943537394812</c:v>
                </c:pt>
                <c:pt idx="170">
                  <c:v>91.007180108364395</c:v>
                </c:pt>
                <c:pt idx="171">
                  <c:v>90.2723970842748</c:v>
                </c:pt>
                <c:pt idx="172">
                  <c:v>90.681549956994957</c:v>
                </c:pt>
                <c:pt idx="173">
                  <c:v>92.520656194764285</c:v>
                </c:pt>
                <c:pt idx="174">
                  <c:v>92.809374192141448</c:v>
                </c:pt>
                <c:pt idx="175">
                  <c:v>95.404355773321953</c:v>
                </c:pt>
                <c:pt idx="176">
                  <c:v>95.886835416140428</c:v>
                </c:pt>
                <c:pt idx="177">
                  <c:v>95.470489353679724</c:v>
                </c:pt>
                <c:pt idx="178">
                  <c:v>96.73159785443471</c:v>
                </c:pt>
                <c:pt idx="179">
                  <c:v>96.187093579419823</c:v>
                </c:pt>
                <c:pt idx="180">
                  <c:v>95.697051839256034</c:v>
                </c:pt>
                <c:pt idx="181">
                  <c:v>95.283949296678117</c:v>
                </c:pt>
                <c:pt idx="182">
                  <c:v>96.553123652975145</c:v>
                </c:pt>
                <c:pt idx="183">
                  <c:v>97.02705229072734</c:v>
                </c:pt>
                <c:pt idx="184">
                  <c:v>97.690059959948655</c:v>
                </c:pt>
                <c:pt idx="185">
                  <c:v>97.421838006744267</c:v>
                </c:pt>
                <c:pt idx="186">
                  <c:v>96.915237501625981</c:v>
                </c:pt>
                <c:pt idx="187">
                  <c:v>97.305217723817634</c:v>
                </c:pt>
                <c:pt idx="188">
                  <c:v>96.986726618285886</c:v>
                </c:pt>
                <c:pt idx="189">
                  <c:v>96.133411294841395</c:v>
                </c:pt>
                <c:pt idx="190">
                  <c:v>95.272040942381835</c:v>
                </c:pt>
                <c:pt idx="191">
                  <c:v>94.627718128850702</c:v>
                </c:pt>
                <c:pt idx="192">
                  <c:v>94.082173713195047</c:v>
                </c:pt>
                <c:pt idx="193">
                  <c:v>94.238498364545194</c:v>
                </c:pt>
                <c:pt idx="194">
                  <c:v>93.831824842804579</c:v>
                </c:pt>
                <c:pt idx="195">
                  <c:v>92.690038593718512</c:v>
                </c:pt>
                <c:pt idx="196">
                  <c:v>92.51449678764331</c:v>
                </c:pt>
                <c:pt idx="197">
                  <c:v>91.300597814395076</c:v>
                </c:pt>
                <c:pt idx="198">
                  <c:v>89.76398817338692</c:v>
                </c:pt>
                <c:pt idx="199">
                  <c:v>90.244330199303988</c:v>
                </c:pt>
                <c:pt idx="200">
                  <c:v>90.89455496509747</c:v>
                </c:pt>
                <c:pt idx="201">
                  <c:v>89.487518504879475</c:v>
                </c:pt>
                <c:pt idx="202">
                  <c:v>90.776070565509855</c:v>
                </c:pt>
                <c:pt idx="203">
                  <c:v>90.95828611534462</c:v>
                </c:pt>
                <c:pt idx="204">
                  <c:v>90.525018396652428</c:v>
                </c:pt>
                <c:pt idx="205">
                  <c:v>90.273355817685214</c:v>
                </c:pt>
                <c:pt idx="206">
                  <c:v>90.875055237175886</c:v>
                </c:pt>
                <c:pt idx="207">
                  <c:v>91.55398427564333</c:v>
                </c:pt>
                <c:pt idx="208">
                  <c:v>91.509705661743666</c:v>
                </c:pt>
                <c:pt idx="209">
                  <c:v>91.105228458148972</c:v>
                </c:pt>
                <c:pt idx="210">
                  <c:v>90.158714896828755</c:v>
                </c:pt>
                <c:pt idx="211">
                  <c:v>89.093211989490314</c:v>
                </c:pt>
                <c:pt idx="212">
                  <c:v>89.184668785032898</c:v>
                </c:pt>
                <c:pt idx="213">
                  <c:v>88.22556745198473</c:v>
                </c:pt>
                <c:pt idx="214">
                  <c:v>87.266853622832727</c:v>
                </c:pt>
                <c:pt idx="215">
                  <c:v>88.025415243794754</c:v>
                </c:pt>
                <c:pt idx="216">
                  <c:v>87.196716243511801</c:v>
                </c:pt>
                <c:pt idx="217">
                  <c:v>87.377546546400112</c:v>
                </c:pt>
                <c:pt idx="218">
                  <c:v>87.893664947952871</c:v>
                </c:pt>
                <c:pt idx="219">
                  <c:v>88.724849290815968</c:v>
                </c:pt>
                <c:pt idx="220">
                  <c:v>90.061496274601978</c:v>
                </c:pt>
                <c:pt idx="221">
                  <c:v>89.417882860687456</c:v>
                </c:pt>
                <c:pt idx="222">
                  <c:v>90.387974805526639</c:v>
                </c:pt>
                <c:pt idx="223">
                  <c:v>89.864485361265338</c:v>
                </c:pt>
                <c:pt idx="224">
                  <c:v>90.918418099854492</c:v>
                </c:pt>
                <c:pt idx="225">
                  <c:v>90.861781552623796</c:v>
                </c:pt>
                <c:pt idx="226">
                  <c:v>91.414886962074206</c:v>
                </c:pt>
                <c:pt idx="227">
                  <c:v>90.963625271466114</c:v>
                </c:pt>
                <c:pt idx="228">
                  <c:v>91.67624188363294</c:v>
                </c:pt>
                <c:pt idx="229">
                  <c:v>91.87063864135682</c:v>
                </c:pt>
                <c:pt idx="230">
                  <c:v>89.703498643335095</c:v>
                </c:pt>
                <c:pt idx="231">
                  <c:v>89.519376260846556</c:v>
                </c:pt>
                <c:pt idx="232">
                  <c:v>88.784732342581606</c:v>
                </c:pt>
                <c:pt idx="233">
                  <c:v>86.550408065672258</c:v>
                </c:pt>
                <c:pt idx="234">
                  <c:v>87.24460640610647</c:v>
                </c:pt>
                <c:pt idx="235">
                  <c:v>86.659100221295674</c:v>
                </c:pt>
                <c:pt idx="236">
                  <c:v>85.914747721847277</c:v>
                </c:pt>
                <c:pt idx="237">
                  <c:v>86.576927083460959</c:v>
                </c:pt>
                <c:pt idx="238">
                  <c:v>85.954738297606923</c:v>
                </c:pt>
                <c:pt idx="239">
                  <c:v>84.401441981633155</c:v>
                </c:pt>
                <c:pt idx="240">
                  <c:v>83.416467235874222</c:v>
                </c:pt>
                <c:pt idx="241">
                  <c:v>84.207616802674011</c:v>
                </c:pt>
                <c:pt idx="242">
                  <c:v>82.277896041726393</c:v>
                </c:pt>
                <c:pt idx="243">
                  <c:v>81.812912294243603</c:v>
                </c:pt>
                <c:pt idx="244">
                  <c:v>83.834393283757009</c:v>
                </c:pt>
                <c:pt idx="245">
                  <c:v>83.720913531598214</c:v>
                </c:pt>
                <c:pt idx="246">
                  <c:v>83.443752033545493</c:v>
                </c:pt>
                <c:pt idx="247">
                  <c:v>85.266861818254654</c:v>
                </c:pt>
                <c:pt idx="248">
                  <c:v>85.437585863074574</c:v>
                </c:pt>
                <c:pt idx="249">
                  <c:v>84.101973962904069</c:v>
                </c:pt>
                <c:pt idx="250">
                  <c:v>82.620086436797195</c:v>
                </c:pt>
                <c:pt idx="251">
                  <c:v>83.5506384208214</c:v>
                </c:pt>
                <c:pt idx="252">
                  <c:v>84.727133614867583</c:v>
                </c:pt>
                <c:pt idx="253">
                  <c:v>83.349951846955932</c:v>
                </c:pt>
                <c:pt idx="254">
                  <c:v>81.93051863237649</c:v>
                </c:pt>
                <c:pt idx="255">
                  <c:v>81.343394275038492</c:v>
                </c:pt>
                <c:pt idx="256">
                  <c:v>78.486622448182658</c:v>
                </c:pt>
                <c:pt idx="257">
                  <c:v>78.055117049372157</c:v>
                </c:pt>
                <c:pt idx="258">
                  <c:v>80.090088121072384</c:v>
                </c:pt>
                <c:pt idx="259">
                  <c:v>78.923537326743556</c:v>
                </c:pt>
                <c:pt idx="260">
                  <c:v>79.30045893044111</c:v>
                </c:pt>
                <c:pt idx="261">
                  <c:v>80.441697449187686</c:v>
                </c:pt>
                <c:pt idx="262">
                  <c:v>80.75441776027408</c:v>
                </c:pt>
                <c:pt idx="263">
                  <c:v>79.255849206171945</c:v>
                </c:pt>
                <c:pt idx="264">
                  <c:v>78.330119427242892</c:v>
                </c:pt>
                <c:pt idx="265">
                  <c:v>77.7547836871736</c:v>
                </c:pt>
                <c:pt idx="266">
                  <c:v>78.211117354884308</c:v>
                </c:pt>
                <c:pt idx="267">
                  <c:v>77.918608096749225</c:v>
                </c:pt>
                <c:pt idx="268">
                  <c:v>81.083479860846083</c:v>
                </c:pt>
                <c:pt idx="269">
                  <c:v>83.286032393339426</c:v>
                </c:pt>
                <c:pt idx="270">
                  <c:v>84.897881279142084</c:v>
                </c:pt>
                <c:pt idx="271">
                  <c:v>85.059725504514731</c:v>
                </c:pt>
                <c:pt idx="272">
                  <c:v>85.429013544207265</c:v>
                </c:pt>
                <c:pt idx="273">
                  <c:v>85.432970213729149</c:v>
                </c:pt>
                <c:pt idx="274">
                  <c:v>85.662110644696455</c:v>
                </c:pt>
                <c:pt idx="275">
                  <c:v>86.069524083584895</c:v>
                </c:pt>
                <c:pt idx="276">
                  <c:v>84.916526291355993</c:v>
                </c:pt>
                <c:pt idx="277">
                  <c:v>85.174532374328223</c:v>
                </c:pt>
                <c:pt idx="278">
                  <c:v>85.953184437849771</c:v>
                </c:pt>
                <c:pt idx="279">
                  <c:v>87.358474610623702</c:v>
                </c:pt>
                <c:pt idx="280">
                  <c:v>88.645770458210421</c:v>
                </c:pt>
                <c:pt idx="281">
                  <c:v>88.718156143760666</c:v>
                </c:pt>
                <c:pt idx="282">
                  <c:v>88.308262445037514</c:v>
                </c:pt>
                <c:pt idx="283">
                  <c:v>89.127119373746368</c:v>
                </c:pt>
                <c:pt idx="284">
                  <c:v>89.268100556133192</c:v>
                </c:pt>
                <c:pt idx="285">
                  <c:v>88.975669775985111</c:v>
                </c:pt>
                <c:pt idx="286">
                  <c:v>89.624682124549636</c:v>
                </c:pt>
                <c:pt idx="287">
                  <c:v>87.510206125404153</c:v>
                </c:pt>
                <c:pt idx="288">
                  <c:v>86.874063790821751</c:v>
                </c:pt>
                <c:pt idx="289">
                  <c:v>86.974793015579053</c:v>
                </c:pt>
                <c:pt idx="290">
                  <c:v>88.415555962557477</c:v>
                </c:pt>
                <c:pt idx="291">
                  <c:v>90.429094780022652</c:v>
                </c:pt>
                <c:pt idx="292">
                  <c:v>90.844947862196818</c:v>
                </c:pt>
                <c:pt idx="293">
                  <c:v>91.429273812478442</c:v>
                </c:pt>
                <c:pt idx="294">
                  <c:v>90.136461916664445</c:v>
                </c:pt>
                <c:pt idx="295">
                  <c:v>91.758839533448622</c:v>
                </c:pt>
                <c:pt idx="296">
                  <c:v>90.426379780026465</c:v>
                </c:pt>
                <c:pt idx="297">
                  <c:v>90.301625153979785</c:v>
                </c:pt>
                <c:pt idx="298">
                  <c:v>90.031821211654886</c:v>
                </c:pt>
                <c:pt idx="299">
                  <c:v>89.452437674481217</c:v>
                </c:pt>
                <c:pt idx="300">
                  <c:v>88.625071548818156</c:v>
                </c:pt>
                <c:pt idx="301">
                  <c:v>88.996172305543155</c:v>
                </c:pt>
                <c:pt idx="302">
                  <c:v>88.875403806900508</c:v>
                </c:pt>
                <c:pt idx="303">
                  <c:v>90.597143480004846</c:v>
                </c:pt>
                <c:pt idx="304">
                  <c:v>90.460490897809407</c:v>
                </c:pt>
                <c:pt idx="305">
                  <c:v>90.049438679891736</c:v>
                </c:pt>
                <c:pt idx="306">
                  <c:v>90.774475384502267</c:v>
                </c:pt>
                <c:pt idx="307">
                  <c:v>89.572586100903308</c:v>
                </c:pt>
                <c:pt idx="308">
                  <c:v>90.015875975258325</c:v>
                </c:pt>
                <c:pt idx="309">
                  <c:v>90.492702856439877</c:v>
                </c:pt>
                <c:pt idx="310">
                  <c:v>90.000922697085329</c:v>
                </c:pt>
                <c:pt idx="311">
                  <c:v>88.587822364352732</c:v>
                </c:pt>
                <c:pt idx="312">
                  <c:v>87.97318958095687</c:v>
                </c:pt>
                <c:pt idx="313">
                  <c:v>87.837225896741657</c:v>
                </c:pt>
                <c:pt idx="314">
                  <c:v>87.575318352937273</c:v>
                </c:pt>
                <c:pt idx="315">
                  <c:v>90.022812803205497</c:v>
                </c:pt>
                <c:pt idx="316">
                  <c:v>91.771556917134205</c:v>
                </c:pt>
                <c:pt idx="317">
                  <c:v>93.070886576566622</c:v>
                </c:pt>
                <c:pt idx="318">
                  <c:v>93.320204479345094</c:v>
                </c:pt>
                <c:pt idx="319">
                  <c:v>92.914096117466215</c:v>
                </c:pt>
                <c:pt idx="320">
                  <c:v>92.932677211894145</c:v>
                </c:pt>
                <c:pt idx="321">
                  <c:v>93.513976120362258</c:v>
                </c:pt>
                <c:pt idx="322">
                  <c:v>93.551481860493539</c:v>
                </c:pt>
                <c:pt idx="323">
                  <c:v>93.717087512779983</c:v>
                </c:pt>
                <c:pt idx="324">
                  <c:v>94.64980006018115</c:v>
                </c:pt>
                <c:pt idx="325">
                  <c:v>94.857211794839941</c:v>
                </c:pt>
                <c:pt idx="326">
                  <c:v>94.219481603118325</c:v>
                </c:pt>
                <c:pt idx="327">
                  <c:v>93.59537025795116</c:v>
                </c:pt>
                <c:pt idx="328">
                  <c:v>92.528636474204319</c:v>
                </c:pt>
                <c:pt idx="329">
                  <c:v>92.400411270914134</c:v>
                </c:pt>
                <c:pt idx="330">
                  <c:v>93.504032863793142</c:v>
                </c:pt>
                <c:pt idx="331">
                  <c:v>92.688012847039957</c:v>
                </c:pt>
                <c:pt idx="332">
                  <c:v>93.077368228248616</c:v>
                </c:pt>
                <c:pt idx="333">
                  <c:v>93.520323184950726</c:v>
                </c:pt>
                <c:pt idx="334">
                  <c:v>93.215079223426216</c:v>
                </c:pt>
                <c:pt idx="335">
                  <c:v>92.920714002759894</c:v>
                </c:pt>
                <c:pt idx="336">
                  <c:v>93.936837423463999</c:v>
                </c:pt>
                <c:pt idx="337">
                  <c:v>91.00100457051002</c:v>
                </c:pt>
                <c:pt idx="338">
                  <c:v>91.223283012055887</c:v>
                </c:pt>
                <c:pt idx="339">
                  <c:v>91.614151977601935</c:v>
                </c:pt>
                <c:pt idx="340">
                  <c:v>92.667616001833892</c:v>
                </c:pt>
                <c:pt idx="341">
                  <c:v>93.790111436738869</c:v>
                </c:pt>
                <c:pt idx="342">
                  <c:v>94.494848237763563</c:v>
                </c:pt>
                <c:pt idx="343">
                  <c:v>94.975358401585837</c:v>
                </c:pt>
                <c:pt idx="344">
                  <c:v>94.634558076236416</c:v>
                </c:pt>
                <c:pt idx="345">
                  <c:v>94.524522728386003</c:v>
                </c:pt>
                <c:pt idx="346">
                  <c:v>94.411939998668544</c:v>
                </c:pt>
                <c:pt idx="347">
                  <c:v>96.505123385040207</c:v>
                </c:pt>
                <c:pt idx="348">
                  <c:v>97.003334269094395</c:v>
                </c:pt>
                <c:pt idx="349">
                  <c:v>97.945739156785791</c:v>
                </c:pt>
                <c:pt idx="350">
                  <c:v>97.675859478548759</c:v>
                </c:pt>
                <c:pt idx="351">
                  <c:v>97.029995624973949</c:v>
                </c:pt>
                <c:pt idx="352">
                  <c:v>97.191430640582482</c:v>
                </c:pt>
                <c:pt idx="353">
                  <c:v>97.57916030468364</c:v>
                </c:pt>
                <c:pt idx="354">
                  <c:v>97.351223248346869</c:v>
                </c:pt>
                <c:pt idx="355">
                  <c:v>98.269767890484502</c:v>
                </c:pt>
                <c:pt idx="356">
                  <c:v>97.576452193899883</c:v>
                </c:pt>
                <c:pt idx="357">
                  <c:v>98.053951065730701</c:v>
                </c:pt>
                <c:pt idx="358">
                  <c:v>98.895479178027429</c:v>
                </c:pt>
                <c:pt idx="359">
                  <c:v>98.609074820207908</c:v>
                </c:pt>
                <c:pt idx="360">
                  <c:v>99.018959069900134</c:v>
                </c:pt>
                <c:pt idx="361">
                  <c:v>98.832733449023266</c:v>
                </c:pt>
                <c:pt idx="362">
                  <c:v>97.681592715538272</c:v>
                </c:pt>
                <c:pt idx="363">
                  <c:v>97.741728843203987</c:v>
                </c:pt>
                <c:pt idx="364">
                  <c:v>99.444910507021703</c:v>
                </c:pt>
                <c:pt idx="365">
                  <c:v>99.878054043599349</c:v>
                </c:pt>
                <c:pt idx="366">
                  <c:v>99.166945226101632</c:v>
                </c:pt>
                <c:pt idx="367">
                  <c:v>98.312441542363686</c:v>
                </c:pt>
                <c:pt idx="368">
                  <c:v>98.339412337103312</c:v>
                </c:pt>
                <c:pt idx="369">
                  <c:v>99.302107559192407</c:v>
                </c:pt>
                <c:pt idx="370">
                  <c:v>98.855015622691624</c:v>
                </c:pt>
                <c:pt idx="371">
                  <c:v>98.643409350350723</c:v>
                </c:pt>
                <c:pt idx="372">
                  <c:v>99.361149378349069</c:v>
                </c:pt>
                <c:pt idx="373">
                  <c:v>99.087189571811962</c:v>
                </c:pt>
                <c:pt idx="374">
                  <c:v>98.461884519251242</c:v>
                </c:pt>
                <c:pt idx="375">
                  <c:v>98.002418293519511</c:v>
                </c:pt>
                <c:pt idx="376">
                  <c:v>97.861794554920152</c:v>
                </c:pt>
                <c:pt idx="377">
                  <c:v>98.039460830931887</c:v>
                </c:pt>
                <c:pt idx="378">
                  <c:v>99.736767174456872</c:v>
                </c:pt>
                <c:pt idx="379">
                  <c:v>100.37367855181549</c:v>
                </c:pt>
                <c:pt idx="380">
                  <c:v>100.28282390908406</c:v>
                </c:pt>
                <c:pt idx="381">
                  <c:v>100.85367019490491</c:v>
                </c:pt>
                <c:pt idx="382">
                  <c:v>102.83248569568565</c:v>
                </c:pt>
                <c:pt idx="383">
                  <c:v>102.82999527968614</c:v>
                </c:pt>
                <c:pt idx="384">
                  <c:v>103.09404822405408</c:v>
                </c:pt>
                <c:pt idx="385">
                  <c:v>101.95607553690397</c:v>
                </c:pt>
                <c:pt idx="386">
                  <c:v>99.686259306288932</c:v>
                </c:pt>
                <c:pt idx="387">
                  <c:v>99.718590243517539</c:v>
                </c:pt>
                <c:pt idx="388">
                  <c:v>99.810892389895926</c:v>
                </c:pt>
                <c:pt idx="389">
                  <c:v>100.45293056343283</c:v>
                </c:pt>
                <c:pt idx="390">
                  <c:v>100.78917781829864</c:v>
                </c:pt>
                <c:pt idx="391">
                  <c:v>100.19846215128564</c:v>
                </c:pt>
                <c:pt idx="392">
                  <c:v>101.50820783516832</c:v>
                </c:pt>
                <c:pt idx="393">
                  <c:v>101.39086303422786</c:v>
                </c:pt>
                <c:pt idx="394">
                  <c:v>100.05821394930236</c:v>
                </c:pt>
                <c:pt idx="395">
                  <c:v>100.23837884823091</c:v>
                </c:pt>
                <c:pt idx="396">
                  <c:v>100.70641170395236</c:v>
                </c:pt>
                <c:pt idx="397">
                  <c:v>98.780126586666213</c:v>
                </c:pt>
                <c:pt idx="398">
                  <c:v>98.849284728403276</c:v>
                </c:pt>
                <c:pt idx="399">
                  <c:v>100.49695273409148</c:v>
                </c:pt>
                <c:pt idx="400">
                  <c:v>100.81904668667723</c:v>
                </c:pt>
                <c:pt idx="401">
                  <c:v>100.50840980120502</c:v>
                </c:pt>
                <c:pt idx="402">
                  <c:v>100.0196867695845</c:v>
                </c:pt>
                <c:pt idx="403">
                  <c:v>99.650258875363875</c:v>
                </c:pt>
                <c:pt idx="404">
                  <c:v>99.778579664938462</c:v>
                </c:pt>
                <c:pt idx="405">
                  <c:v>98.13907354124224</c:v>
                </c:pt>
                <c:pt idx="406">
                  <c:v>98.252844393122459</c:v>
                </c:pt>
                <c:pt idx="407">
                  <c:v>97.633672748218757</c:v>
                </c:pt>
                <c:pt idx="408">
                  <c:v>99.51496432299416</c:v>
                </c:pt>
                <c:pt idx="409">
                  <c:v>99.317618038410089</c:v>
                </c:pt>
                <c:pt idx="410">
                  <c:v>99.668649003727182</c:v>
                </c:pt>
                <c:pt idx="411">
                  <c:v>99.443181513043669</c:v>
                </c:pt>
                <c:pt idx="412">
                  <c:v>98.74449910889615</c:v>
                </c:pt>
                <c:pt idx="413">
                  <c:v>98.561812449750263</c:v>
                </c:pt>
                <c:pt idx="414">
                  <c:v>98.864913279707508</c:v>
                </c:pt>
                <c:pt idx="415">
                  <c:v>98.724135503215237</c:v>
                </c:pt>
                <c:pt idx="416">
                  <c:v>98.941953153346972</c:v>
                </c:pt>
                <c:pt idx="417">
                  <c:v>97.485318582565014</c:v>
                </c:pt>
                <c:pt idx="418">
                  <c:v>97.349808658292531</c:v>
                </c:pt>
                <c:pt idx="419">
                  <c:v>96.721963520117868</c:v>
                </c:pt>
                <c:pt idx="420">
                  <c:v>97.435994082401763</c:v>
                </c:pt>
                <c:pt idx="421">
                  <c:v>98.002688184033275</c:v>
                </c:pt>
                <c:pt idx="422">
                  <c:v>98.210537918697639</c:v>
                </c:pt>
                <c:pt idx="423">
                  <c:v>94.709326107355551</c:v>
                </c:pt>
                <c:pt idx="424">
                  <c:v>91.624425105066535</c:v>
                </c:pt>
                <c:pt idx="425">
                  <c:v>91.576514058501786</c:v>
                </c:pt>
                <c:pt idx="426">
                  <c:v>91.042958070680555</c:v>
                </c:pt>
                <c:pt idx="427">
                  <c:v>90.732141350165392</c:v>
                </c:pt>
                <c:pt idx="428">
                  <c:v>88.888682330202045</c:v>
                </c:pt>
                <c:pt idx="429">
                  <c:v>89.743094332688258</c:v>
                </c:pt>
                <c:pt idx="430">
                  <c:v>89.767737821639344</c:v>
                </c:pt>
                <c:pt idx="431">
                  <c:v>90.672868560383421</c:v>
                </c:pt>
                <c:pt idx="432">
                  <c:v>90.488098290491109</c:v>
                </c:pt>
                <c:pt idx="433">
                  <c:v>90.750846745643685</c:v>
                </c:pt>
                <c:pt idx="434">
                  <c:v>91.83919477903261</c:v>
                </c:pt>
                <c:pt idx="435">
                  <c:v>91.69018216526969</c:v>
                </c:pt>
                <c:pt idx="436">
                  <c:v>90.508674011402064</c:v>
                </c:pt>
                <c:pt idx="437">
                  <c:v>91.243120372732136</c:v>
                </c:pt>
                <c:pt idx="438">
                  <c:v>91.590729298828791</c:v>
                </c:pt>
                <c:pt idx="439">
                  <c:v>91.344902794955544</c:v>
                </c:pt>
                <c:pt idx="440">
                  <c:v>93.582214400517429</c:v>
                </c:pt>
                <c:pt idx="441">
                  <c:v>93.541186463179031</c:v>
                </c:pt>
                <c:pt idx="442">
                  <c:v>92.511432366428807</c:v>
                </c:pt>
                <c:pt idx="443">
                  <c:v>93.222608086433013</c:v>
                </c:pt>
                <c:pt idx="444">
                  <c:v>92.675589102178151</c:v>
                </c:pt>
                <c:pt idx="445">
                  <c:v>92.023007501332131</c:v>
                </c:pt>
                <c:pt idx="446">
                  <c:v>91.892924398403594</c:v>
                </c:pt>
                <c:pt idx="447">
                  <c:v>91.566258608887452</c:v>
                </c:pt>
                <c:pt idx="448">
                  <c:v>90.883254799335546</c:v>
                </c:pt>
                <c:pt idx="449">
                  <c:v>89.901956255997547</c:v>
                </c:pt>
                <c:pt idx="450">
                  <c:v>89.979443068838705</c:v>
                </c:pt>
                <c:pt idx="451">
                  <c:v>89.106211770859801</c:v>
                </c:pt>
                <c:pt idx="452">
                  <c:v>90.510142347997487</c:v>
                </c:pt>
                <c:pt idx="453">
                  <c:v>90.117175047342997</c:v>
                </c:pt>
                <c:pt idx="454">
                  <c:v>91.022623993961901</c:v>
                </c:pt>
                <c:pt idx="455">
                  <c:v>92.175669944434645</c:v>
                </c:pt>
                <c:pt idx="456">
                  <c:v>92.104729203071557</c:v>
                </c:pt>
                <c:pt idx="457">
                  <c:v>91.924538648996361</c:v>
                </c:pt>
                <c:pt idx="458">
                  <c:v>93.394790333636337</c:v>
                </c:pt>
                <c:pt idx="459">
                  <c:v>93.056149840754088</c:v>
                </c:pt>
                <c:pt idx="460">
                  <c:v>92.426329275226678</c:v>
                </c:pt>
                <c:pt idx="461">
                  <c:v>93.182569678286995</c:v>
                </c:pt>
                <c:pt idx="462">
                  <c:v>93.991703723789712</c:v>
                </c:pt>
                <c:pt idx="463">
                  <c:v>94.208012755032769</c:v>
                </c:pt>
                <c:pt idx="464">
                  <c:v>94.347636670560107</c:v>
                </c:pt>
                <c:pt idx="465">
                  <c:v>94.431067992883783</c:v>
                </c:pt>
                <c:pt idx="466">
                  <c:v>94.804042954169333</c:v>
                </c:pt>
                <c:pt idx="467">
                  <c:v>94.673907432378257</c:v>
                </c:pt>
                <c:pt idx="468">
                  <c:v>93.711466256538444</c:v>
                </c:pt>
                <c:pt idx="469">
                  <c:v>94.312205538550558</c:v>
                </c:pt>
                <c:pt idx="470">
                  <c:v>95.157562744575827</c:v>
                </c:pt>
                <c:pt idx="471">
                  <c:v>96.584925909703173</c:v>
                </c:pt>
                <c:pt idx="472">
                  <c:v>96.947553172602568</c:v>
                </c:pt>
                <c:pt idx="473">
                  <c:v>97.082542631304321</c:v>
                </c:pt>
                <c:pt idx="474">
                  <c:v>98.598047897734119</c:v>
                </c:pt>
                <c:pt idx="475">
                  <c:v>99.090083384040213</c:v>
                </c:pt>
                <c:pt idx="476">
                  <c:v>99.262831788153534</c:v>
                </c:pt>
                <c:pt idx="477">
                  <c:v>100.22239052904175</c:v>
                </c:pt>
                <c:pt idx="478">
                  <c:v>99.592848862911524</c:v>
                </c:pt>
                <c:pt idx="479">
                  <c:v>99.695306069611263</c:v>
                </c:pt>
                <c:pt idx="480">
                  <c:v>100.23862121074716</c:v>
                </c:pt>
                <c:pt idx="481">
                  <c:v>100.52525500828528</c:v>
                </c:pt>
                <c:pt idx="482">
                  <c:v>100.611527843994</c:v>
                </c:pt>
                <c:pt idx="483">
                  <c:v>100.50004149972288</c:v>
                </c:pt>
                <c:pt idx="484">
                  <c:v>99.76396347858892</c:v>
                </c:pt>
                <c:pt idx="485">
                  <c:v>100.33217704762208</c:v>
                </c:pt>
                <c:pt idx="486">
                  <c:v>100.68079954232823</c:v>
                </c:pt>
                <c:pt idx="487">
                  <c:v>101.3370388129545</c:v>
                </c:pt>
                <c:pt idx="488">
                  <c:v>101.66401716257958</c:v>
                </c:pt>
                <c:pt idx="489">
                  <c:v>102.00666279554937</c:v>
                </c:pt>
                <c:pt idx="490">
                  <c:v>102.0272798998508</c:v>
                </c:pt>
                <c:pt idx="491">
                  <c:v>101.81146129086642</c:v>
                </c:pt>
                <c:pt idx="492">
                  <c:v>102.03410900674206</c:v>
                </c:pt>
                <c:pt idx="493">
                  <c:v>101.86761966568476</c:v>
                </c:pt>
                <c:pt idx="494">
                  <c:v>102.74437622723421</c:v>
                </c:pt>
                <c:pt idx="495">
                  <c:v>102.74130406825452</c:v>
                </c:pt>
                <c:pt idx="496">
                  <c:v>102.48002651414888</c:v>
                </c:pt>
                <c:pt idx="497">
                  <c:v>102.30420409459578</c:v>
                </c:pt>
                <c:pt idx="498">
                  <c:v>102.51751571372358</c:v>
                </c:pt>
                <c:pt idx="499">
                  <c:v>104.26676948370162</c:v>
                </c:pt>
                <c:pt idx="500">
                  <c:v>106.10885616745682</c:v>
                </c:pt>
                <c:pt idx="501">
                  <c:v>107.12800221415444</c:v>
                </c:pt>
                <c:pt idx="502">
                  <c:v>106.86818002507246</c:v>
                </c:pt>
                <c:pt idx="503">
                  <c:v>105.51677400926602</c:v>
                </c:pt>
                <c:pt idx="504">
                  <c:v>106.27610026287248</c:v>
                </c:pt>
                <c:pt idx="505">
                  <c:v>106.47143925638544</c:v>
                </c:pt>
                <c:pt idx="506">
                  <c:v>106.33634801470869</c:v>
                </c:pt>
                <c:pt idx="507">
                  <c:v>106.9899876190975</c:v>
                </c:pt>
                <c:pt idx="508">
                  <c:v>107.71735234293456</c:v>
                </c:pt>
                <c:pt idx="509">
                  <c:v>108.1082529192467</c:v>
                </c:pt>
                <c:pt idx="510">
                  <c:v>108.26449766905866</c:v>
                </c:pt>
                <c:pt idx="511">
                  <c:v>108.99874039800606</c:v>
                </c:pt>
                <c:pt idx="512">
                  <c:v>109.06965025266308</c:v>
                </c:pt>
                <c:pt idx="513">
                  <c:v>108.32010148176903</c:v>
                </c:pt>
                <c:pt idx="514">
                  <c:v>109.02251364342692</c:v>
                </c:pt>
                <c:pt idx="515">
                  <c:v>108.86083575700363</c:v>
                </c:pt>
                <c:pt idx="516">
                  <c:v>108.87081227571963</c:v>
                </c:pt>
                <c:pt idx="517">
                  <c:v>107.90897425347762</c:v>
                </c:pt>
                <c:pt idx="518">
                  <c:v>107.9251830466864</c:v>
                </c:pt>
                <c:pt idx="519">
                  <c:v>108.16163138231565</c:v>
                </c:pt>
                <c:pt idx="520">
                  <c:v>108.0704892753697</c:v>
                </c:pt>
                <c:pt idx="521">
                  <c:v>110.79073050178202</c:v>
                </c:pt>
                <c:pt idx="522">
                  <c:v>111.81082698173891</c:v>
                </c:pt>
                <c:pt idx="523">
                  <c:v>111.49798017480445</c:v>
                </c:pt>
                <c:pt idx="524">
                  <c:v>110.86542220560746</c:v>
                </c:pt>
                <c:pt idx="525">
                  <c:v>110.99833379448731</c:v>
                </c:pt>
                <c:pt idx="526">
                  <c:v>111.08596064574967</c:v>
                </c:pt>
                <c:pt idx="527">
                  <c:v>111.54001913203635</c:v>
                </c:pt>
                <c:pt idx="528">
                  <c:v>110.48517598463836</c:v>
                </c:pt>
                <c:pt idx="529">
                  <c:v>110.98765165495692</c:v>
                </c:pt>
                <c:pt idx="530">
                  <c:v>110.51998684436866</c:v>
                </c:pt>
                <c:pt idx="531">
                  <c:v>111.89030144906326</c:v>
                </c:pt>
                <c:pt idx="532">
                  <c:v>111.86692964985231</c:v>
                </c:pt>
                <c:pt idx="533">
                  <c:v>112.72239936322445</c:v>
                </c:pt>
                <c:pt idx="534">
                  <c:v>113.59618520116729</c:v>
                </c:pt>
                <c:pt idx="535">
                  <c:v>113.85419909641038</c:v>
                </c:pt>
                <c:pt idx="536">
                  <c:v>112.13788297578493</c:v>
                </c:pt>
                <c:pt idx="537">
                  <c:v>111.86143744960025</c:v>
                </c:pt>
                <c:pt idx="538">
                  <c:v>110.8797064077811</c:v>
                </c:pt>
                <c:pt idx="539">
                  <c:v>110.43502730308941</c:v>
                </c:pt>
                <c:pt idx="540">
                  <c:v>112.80340341125921</c:v>
                </c:pt>
                <c:pt idx="541">
                  <c:v>113.66565163688455</c:v>
                </c:pt>
                <c:pt idx="542">
                  <c:v>113.78174457870291</c:v>
                </c:pt>
                <c:pt idx="543">
                  <c:v>113.94457744570686</c:v>
                </c:pt>
                <c:pt idx="544">
                  <c:v>114.06113373237324</c:v>
                </c:pt>
                <c:pt idx="545">
                  <c:v>114.1335908265289</c:v>
                </c:pt>
                <c:pt idx="546">
                  <c:v>114.6650826900437</c:v>
                </c:pt>
                <c:pt idx="547">
                  <c:v>115.05135699713624</c:v>
                </c:pt>
                <c:pt idx="548">
                  <c:v>114.59389976649594</c:v>
                </c:pt>
                <c:pt idx="549">
                  <c:v>114.72987414677134</c:v>
                </c:pt>
                <c:pt idx="550">
                  <c:v>114.7079392820724</c:v>
                </c:pt>
                <c:pt idx="551">
                  <c:v>115.13052091114592</c:v>
                </c:pt>
                <c:pt idx="552">
                  <c:v>114.3663473145816</c:v>
                </c:pt>
                <c:pt idx="553">
                  <c:v>114.06839876747732</c:v>
                </c:pt>
                <c:pt idx="554">
                  <c:v>114.4347733590693</c:v>
                </c:pt>
                <c:pt idx="555">
                  <c:v>113.95767179466255</c:v>
                </c:pt>
                <c:pt idx="556">
                  <c:v>113.59285919559842</c:v>
                </c:pt>
                <c:pt idx="557">
                  <c:v>114.78818471938085</c:v>
                </c:pt>
                <c:pt idx="558">
                  <c:v>114.58307386554397</c:v>
                </c:pt>
                <c:pt idx="559">
                  <c:v>114.10667077387527</c:v>
                </c:pt>
                <c:pt idx="560">
                  <c:v>114.25418974748263</c:v>
                </c:pt>
                <c:pt idx="561">
                  <c:v>112.9137099983012</c:v>
                </c:pt>
                <c:pt idx="562">
                  <c:v>112.54917681150519</c:v>
                </c:pt>
                <c:pt idx="563">
                  <c:v>112.80215338264527</c:v>
                </c:pt>
                <c:pt idx="564">
                  <c:v>112.53638523517742</c:v>
                </c:pt>
                <c:pt idx="565">
                  <c:v>113.64864078356364</c:v>
                </c:pt>
                <c:pt idx="566">
                  <c:v>113.62854690011775</c:v>
                </c:pt>
                <c:pt idx="567">
                  <c:v>114.28193675337322</c:v>
                </c:pt>
                <c:pt idx="568">
                  <c:v>114.25575266899045</c:v>
                </c:pt>
                <c:pt idx="569">
                  <c:v>115.84668758835295</c:v>
                </c:pt>
                <c:pt idx="570">
                  <c:v>116.09276307536672</c:v>
                </c:pt>
                <c:pt idx="571">
                  <c:v>117.46242815052543</c:v>
                </c:pt>
                <c:pt idx="572">
                  <c:v>117.37133986056482</c:v>
                </c:pt>
                <c:pt idx="573">
                  <c:v>117.88202340724418</c:v>
                </c:pt>
                <c:pt idx="574">
                  <c:v>116.89232487496099</c:v>
                </c:pt>
                <c:pt idx="575">
                  <c:v>117.77077799673707</c:v>
                </c:pt>
                <c:pt idx="576">
                  <c:v>117.26399842692973</c:v>
                </c:pt>
                <c:pt idx="577">
                  <c:v>117.96142443215419</c:v>
                </c:pt>
                <c:pt idx="578">
                  <c:v>118.32934743208514</c:v>
                </c:pt>
                <c:pt idx="579">
                  <c:v>118.47511322162011</c:v>
                </c:pt>
                <c:pt idx="580">
                  <c:v>119.02626458042275</c:v>
                </c:pt>
                <c:pt idx="581">
                  <c:v>119.58083695154595</c:v>
                </c:pt>
                <c:pt idx="582">
                  <c:v>119.45843392504098</c:v>
                </c:pt>
                <c:pt idx="583">
                  <c:v>120.33864795219887</c:v>
                </c:pt>
                <c:pt idx="584">
                  <c:v>120.80425118910546</c:v>
                </c:pt>
                <c:pt idx="585">
                  <c:v>120.40628880327056</c:v>
                </c:pt>
                <c:pt idx="586">
                  <c:v>120.41924354339675</c:v>
                </c:pt>
                <c:pt idx="587">
                  <c:v>120.90549609340265</c:v>
                </c:pt>
                <c:pt idx="588">
                  <c:v>120.74342963831809</c:v>
                </c:pt>
                <c:pt idx="589">
                  <c:v>119.79545216769084</c:v>
                </c:pt>
                <c:pt idx="590">
                  <c:v>118.92845895814183</c:v>
                </c:pt>
                <c:pt idx="591">
                  <c:v>117.51614196871219</c:v>
                </c:pt>
                <c:pt idx="592">
                  <c:v>115.79784793299618</c:v>
                </c:pt>
                <c:pt idx="593">
                  <c:v>117.05434060073506</c:v>
                </c:pt>
                <c:pt idx="594">
                  <c:v>117.88683469137503</c:v>
                </c:pt>
                <c:pt idx="595">
                  <c:v>117.96842510670405</c:v>
                </c:pt>
                <c:pt idx="596">
                  <c:v>117.42542415376953</c:v>
                </c:pt>
                <c:pt idx="597">
                  <c:v>116.57279714471107</c:v>
                </c:pt>
                <c:pt idx="598">
                  <c:v>116.55880953025218</c:v>
                </c:pt>
                <c:pt idx="599">
                  <c:v>117.5649716327287</c:v>
                </c:pt>
                <c:pt idx="600">
                  <c:v>118.76043013015565</c:v>
                </c:pt>
                <c:pt idx="601">
                  <c:v>118.28519902158982</c:v>
                </c:pt>
                <c:pt idx="602">
                  <c:v>118.55168082157526</c:v>
                </c:pt>
                <c:pt idx="603">
                  <c:v>119.29254463498657</c:v>
                </c:pt>
                <c:pt idx="604">
                  <c:v>118.55641452968868</c:v>
                </c:pt>
                <c:pt idx="605">
                  <c:v>118.77423245062845</c:v>
                </c:pt>
                <c:pt idx="606">
                  <c:v>118.67277998035979</c:v>
                </c:pt>
                <c:pt idx="607">
                  <c:v>119.0315296782076</c:v>
                </c:pt>
                <c:pt idx="608">
                  <c:v>119.84820864276089</c:v>
                </c:pt>
                <c:pt idx="609">
                  <c:v>120.77338717727424</c:v>
                </c:pt>
                <c:pt idx="610">
                  <c:v>120.54425206461565</c:v>
                </c:pt>
                <c:pt idx="611">
                  <c:v>120.4675286761327</c:v>
                </c:pt>
                <c:pt idx="612">
                  <c:v>120.4379952375244</c:v>
                </c:pt>
                <c:pt idx="613">
                  <c:v>121.32253827219344</c:v>
                </c:pt>
                <c:pt idx="614">
                  <c:v>120.99218208910446</c:v>
                </c:pt>
                <c:pt idx="615">
                  <c:v>120.56415925169722</c:v>
                </c:pt>
                <c:pt idx="616">
                  <c:v>120.03383411930299</c:v>
                </c:pt>
                <c:pt idx="617">
                  <c:v>117.37625009589739</c:v>
                </c:pt>
                <c:pt idx="618">
                  <c:v>116.51696380891282</c:v>
                </c:pt>
                <c:pt idx="619">
                  <c:v>115.61075203355634</c:v>
                </c:pt>
                <c:pt idx="620">
                  <c:v>113.40021740373892</c:v>
                </c:pt>
                <c:pt idx="621">
                  <c:v>113.67277044922898</c:v>
                </c:pt>
                <c:pt idx="622">
                  <c:v>114.6080541902116</c:v>
                </c:pt>
                <c:pt idx="623">
                  <c:v>115.08960336444716</c:v>
                </c:pt>
                <c:pt idx="624">
                  <c:v>116.20218157053816</c:v>
                </c:pt>
                <c:pt idx="625">
                  <c:v>116.09840452354308</c:v>
                </c:pt>
                <c:pt idx="626">
                  <c:v>117.07407296353431</c:v>
                </c:pt>
                <c:pt idx="627">
                  <c:v>117.18024051970532</c:v>
                </c:pt>
                <c:pt idx="628">
                  <c:v>117.44328806118556</c:v>
                </c:pt>
                <c:pt idx="629">
                  <c:v>117.05930602164015</c:v>
                </c:pt>
                <c:pt idx="630">
                  <c:v>119.82245679038229</c:v>
                </c:pt>
                <c:pt idx="631">
                  <c:v>120.88557681264184</c:v>
                </c:pt>
                <c:pt idx="632">
                  <c:v>120.62577585346234</c:v>
                </c:pt>
                <c:pt idx="633">
                  <c:v>120.08532624602739</c:v>
                </c:pt>
                <c:pt idx="634">
                  <c:v>119.32912216139</c:v>
                </c:pt>
                <c:pt idx="635">
                  <c:v>119.85480171983673</c:v>
                </c:pt>
                <c:pt idx="636">
                  <c:v>120.30570916468481</c:v>
                </c:pt>
                <c:pt idx="637">
                  <c:v>120.94189023255244</c:v>
                </c:pt>
                <c:pt idx="638">
                  <c:v>122.16653147318951</c:v>
                </c:pt>
                <c:pt idx="639">
                  <c:v>121.35173901485147</c:v>
                </c:pt>
                <c:pt idx="640">
                  <c:v>122.12796378242172</c:v>
                </c:pt>
                <c:pt idx="641">
                  <c:v>123.48491041686729</c:v>
                </c:pt>
                <c:pt idx="642">
                  <c:v>123.85681317008822</c:v>
                </c:pt>
                <c:pt idx="643">
                  <c:v>123.5610643681797</c:v>
                </c:pt>
                <c:pt idx="644">
                  <c:v>122.20923710385641</c:v>
                </c:pt>
                <c:pt idx="645">
                  <c:v>121.18081907798896</c:v>
                </c:pt>
                <c:pt idx="646">
                  <c:v>121.55235281175372</c:v>
                </c:pt>
                <c:pt idx="647">
                  <c:v>121.48301807151412</c:v>
                </c:pt>
                <c:pt idx="648">
                  <c:v>119.58463256574463</c:v>
                </c:pt>
                <c:pt idx="649">
                  <c:v>118.97328190032131</c:v>
                </c:pt>
                <c:pt idx="650">
                  <c:v>118.44070055054537</c:v>
                </c:pt>
                <c:pt idx="651">
                  <c:v>119.70389671962424</c:v>
                </c:pt>
                <c:pt idx="652">
                  <c:v>121.34883646680566</c:v>
                </c:pt>
                <c:pt idx="653">
                  <c:v>121.13442469419249</c:v>
                </c:pt>
                <c:pt idx="654">
                  <c:v>121.49849356173408</c:v>
                </c:pt>
                <c:pt idx="655">
                  <c:v>122.23104323915098</c:v>
                </c:pt>
                <c:pt idx="656">
                  <c:v>122.30727292006262</c:v>
                </c:pt>
                <c:pt idx="657">
                  <c:v>122.79124275468772</c:v>
                </c:pt>
                <c:pt idx="658">
                  <c:v>123.00361873221037</c:v>
                </c:pt>
                <c:pt idx="659">
                  <c:v>123.17922667134958</c:v>
                </c:pt>
                <c:pt idx="660">
                  <c:v>123.10179497103631</c:v>
                </c:pt>
                <c:pt idx="661">
                  <c:v>121.44846066905241</c:v>
                </c:pt>
                <c:pt idx="662">
                  <c:v>120.20447063770428</c:v>
                </c:pt>
                <c:pt idx="663">
                  <c:v>120.37545659475008</c:v>
                </c:pt>
                <c:pt idx="664">
                  <c:v>120.26839774227308</c:v>
                </c:pt>
                <c:pt idx="665">
                  <c:v>119.256648839729</c:v>
                </c:pt>
                <c:pt idx="666">
                  <c:v>120.53988192680761</c:v>
                </c:pt>
                <c:pt idx="667">
                  <c:v>121.85292037138433</c:v>
                </c:pt>
                <c:pt idx="668">
                  <c:v>121.51520003318045</c:v>
                </c:pt>
                <c:pt idx="669">
                  <c:v>121.01302640492121</c:v>
                </c:pt>
                <c:pt idx="670">
                  <c:v>122.04309702528697</c:v>
                </c:pt>
                <c:pt idx="671">
                  <c:v>123.36144113548768</c:v>
                </c:pt>
                <c:pt idx="672">
                  <c:v>124.00410748470273</c:v>
                </c:pt>
                <c:pt idx="673">
                  <c:v>124.86564714418031</c:v>
                </c:pt>
                <c:pt idx="674">
                  <c:v>124.76077693754512</c:v>
                </c:pt>
                <c:pt idx="675">
                  <c:v>124.65407210349305</c:v>
                </c:pt>
                <c:pt idx="676">
                  <c:v>125.37617378167434</c:v>
                </c:pt>
                <c:pt idx="677">
                  <c:v>125.81059785241058</c:v>
                </c:pt>
                <c:pt idx="678">
                  <c:v>125.12180197733514</c:v>
                </c:pt>
                <c:pt idx="679">
                  <c:v>124.94095821257778</c:v>
                </c:pt>
                <c:pt idx="680">
                  <c:v>126.05093686752724</c:v>
                </c:pt>
                <c:pt idx="681">
                  <c:v>124.91200530144469</c:v>
                </c:pt>
                <c:pt idx="682">
                  <c:v>125.49017454914026</c:v>
                </c:pt>
                <c:pt idx="683">
                  <c:v>125.87707577463176</c:v>
                </c:pt>
                <c:pt idx="684">
                  <c:v>126.80319177784754</c:v>
                </c:pt>
                <c:pt idx="685">
                  <c:v>127.47461802051475</c:v>
                </c:pt>
                <c:pt idx="686">
                  <c:v>128.32447330999793</c:v>
                </c:pt>
                <c:pt idx="687">
                  <c:v>128.24242538036424</c:v>
                </c:pt>
                <c:pt idx="688">
                  <c:v>127.46690014466239</c:v>
                </c:pt>
                <c:pt idx="689">
                  <c:v>127.87488093501125</c:v>
                </c:pt>
                <c:pt idx="690">
                  <c:v>128.6598622312749</c:v>
                </c:pt>
                <c:pt idx="691">
                  <c:v>129.38619947574963</c:v>
                </c:pt>
                <c:pt idx="692">
                  <c:v>128.41752266289387</c:v>
                </c:pt>
                <c:pt idx="693">
                  <c:v>129.03152704980354</c:v>
                </c:pt>
                <c:pt idx="694">
                  <c:v>129.64870685805363</c:v>
                </c:pt>
                <c:pt idx="695">
                  <c:v>130.8346453770981</c:v>
                </c:pt>
                <c:pt idx="696">
                  <c:v>131.34057148186369</c:v>
                </c:pt>
                <c:pt idx="697">
                  <c:v>132.99194571503097</c:v>
                </c:pt>
                <c:pt idx="698">
                  <c:v>133.28845465282197</c:v>
                </c:pt>
                <c:pt idx="699">
                  <c:v>133.39614013570653</c:v>
                </c:pt>
                <c:pt idx="700">
                  <c:v>134.02581112135343</c:v>
                </c:pt>
                <c:pt idx="701">
                  <c:v>132.6226649292332</c:v>
                </c:pt>
                <c:pt idx="702">
                  <c:v>132.49638349521081</c:v>
                </c:pt>
                <c:pt idx="703">
                  <c:v>132.5248313221189</c:v>
                </c:pt>
                <c:pt idx="704">
                  <c:v>127.47256855318673</c:v>
                </c:pt>
                <c:pt idx="705">
                  <c:v>124.98689701257675</c:v>
                </c:pt>
                <c:pt idx="706">
                  <c:v>124.99271138366248</c:v>
                </c:pt>
                <c:pt idx="707">
                  <c:v>126.14105950651881</c:v>
                </c:pt>
                <c:pt idx="708">
                  <c:v>124.28627287732641</c:v>
                </c:pt>
                <c:pt idx="709">
                  <c:v>125.4585615666639</c:v>
                </c:pt>
                <c:pt idx="710">
                  <c:v>125.30402424076318</c:v>
                </c:pt>
                <c:pt idx="711">
                  <c:v>126.23731022333067</c:v>
                </c:pt>
                <c:pt idx="712">
                  <c:v>125.14631662439379</c:v>
                </c:pt>
                <c:pt idx="713">
                  <c:v>124.26150535811338</c:v>
                </c:pt>
                <c:pt idx="714">
                  <c:v>122.8624638733867</c:v>
                </c:pt>
                <c:pt idx="715">
                  <c:v>122.14231689985645</c:v>
                </c:pt>
                <c:pt idx="716">
                  <c:v>123.8410493231229</c:v>
                </c:pt>
                <c:pt idx="717">
                  <c:v>125.2285962149423</c:v>
                </c:pt>
                <c:pt idx="718">
                  <c:v>124.53303256636855</c:v>
                </c:pt>
                <c:pt idx="719">
                  <c:v>123.32887557043505</c:v>
                </c:pt>
                <c:pt idx="720">
                  <c:v>122.6917427572743</c:v>
                </c:pt>
                <c:pt idx="721">
                  <c:v>121.84758679379861</c:v>
                </c:pt>
                <c:pt idx="722">
                  <c:v>120.66821640887431</c:v>
                </c:pt>
                <c:pt idx="723">
                  <c:v>119.60603842168831</c:v>
                </c:pt>
                <c:pt idx="724">
                  <c:v>120.72610642503284</c:v>
                </c:pt>
                <c:pt idx="725">
                  <c:v>120.24780177343384</c:v>
                </c:pt>
                <c:pt idx="726">
                  <c:v>122.82992802346696</c:v>
                </c:pt>
                <c:pt idx="727">
                  <c:v>122.58341957724971</c:v>
                </c:pt>
                <c:pt idx="728">
                  <c:v>122.08190900930435</c:v>
                </c:pt>
                <c:pt idx="729">
                  <c:v>120.25419032588121</c:v>
                </c:pt>
                <c:pt idx="730">
                  <c:v>118.76362497607231</c:v>
                </c:pt>
                <c:pt idx="731">
                  <c:v>118.82253399133539</c:v>
                </c:pt>
                <c:pt idx="732">
                  <c:v>119.18518604310486</c:v>
                </c:pt>
                <c:pt idx="733">
                  <c:v>118.95923290372845</c:v>
                </c:pt>
                <c:pt idx="734">
                  <c:v>117.45925009304543</c:v>
                </c:pt>
                <c:pt idx="735">
                  <c:v>119.43474089750721</c:v>
                </c:pt>
                <c:pt idx="736">
                  <c:v>120.26528607952909</c:v>
                </c:pt>
                <c:pt idx="737">
                  <c:v>118.98029963172789</c:v>
                </c:pt>
                <c:pt idx="738">
                  <c:v>120.5625481087601</c:v>
                </c:pt>
                <c:pt idx="739">
                  <c:v>119.19112560869007</c:v>
                </c:pt>
                <c:pt idx="740">
                  <c:v>121.43831634324911</c:v>
                </c:pt>
                <c:pt idx="741">
                  <c:v>121.64809865068847</c:v>
                </c:pt>
                <c:pt idx="742">
                  <c:v>122.32256432696543</c:v>
                </c:pt>
                <c:pt idx="743">
                  <c:v>122.46331110098983</c:v>
                </c:pt>
                <c:pt idx="744">
                  <c:v>122.95880364439837</c:v>
                </c:pt>
                <c:pt idx="745">
                  <c:v>123.09519214446796</c:v>
                </c:pt>
                <c:pt idx="746">
                  <c:v>123.02275698813159</c:v>
                </c:pt>
                <c:pt idx="747">
                  <c:v>122.63141871014592</c:v>
                </c:pt>
                <c:pt idx="748">
                  <c:v>122.89564551873241</c:v>
                </c:pt>
                <c:pt idx="749">
                  <c:v>122.44790933622809</c:v>
                </c:pt>
                <c:pt idx="750">
                  <c:v>122.31418988008561</c:v>
                </c:pt>
                <c:pt idx="751">
                  <c:v>122.39010429620068</c:v>
                </c:pt>
                <c:pt idx="752">
                  <c:v>121.27028162114611</c:v>
                </c:pt>
                <c:pt idx="753">
                  <c:v>121.57358357495201</c:v>
                </c:pt>
                <c:pt idx="754">
                  <c:v>122.51715931094077</c:v>
                </c:pt>
                <c:pt idx="755">
                  <c:v>123.05665401369642</c:v>
                </c:pt>
                <c:pt idx="756">
                  <c:v>123.02704251448623</c:v>
                </c:pt>
                <c:pt idx="757">
                  <c:v>122.68564482242041</c:v>
                </c:pt>
                <c:pt idx="758">
                  <c:v>121.69079338790775</c:v>
                </c:pt>
                <c:pt idx="759">
                  <c:v>122.18709947917029</c:v>
                </c:pt>
                <c:pt idx="760">
                  <c:v>122.25883450130138</c:v>
                </c:pt>
                <c:pt idx="761">
                  <c:v>121.98482587270338</c:v>
                </c:pt>
                <c:pt idx="762">
                  <c:v>121.70436753296309</c:v>
                </c:pt>
                <c:pt idx="763">
                  <c:v>123.01479943483039</c:v>
                </c:pt>
                <c:pt idx="764">
                  <c:v>122.4000308777813</c:v>
                </c:pt>
                <c:pt idx="765">
                  <c:v>121.17544084536523</c:v>
                </c:pt>
                <c:pt idx="766">
                  <c:v>120.71613520817689</c:v>
                </c:pt>
                <c:pt idx="767">
                  <c:v>119.31462644210866</c:v>
                </c:pt>
                <c:pt idx="768">
                  <c:v>118.19021662440804</c:v>
                </c:pt>
                <c:pt idx="769">
                  <c:v>118.53613540774917</c:v>
                </c:pt>
                <c:pt idx="770">
                  <c:v>117.00314909472937</c:v>
                </c:pt>
                <c:pt idx="771">
                  <c:v>117.64166482952091</c:v>
                </c:pt>
                <c:pt idx="772">
                  <c:v>118.88428697429995</c:v>
                </c:pt>
                <c:pt idx="773">
                  <c:v>119.82032634784525</c:v>
                </c:pt>
                <c:pt idx="774">
                  <c:v>119.97230963972524</c:v>
                </c:pt>
                <c:pt idx="775">
                  <c:v>120.09829283226149</c:v>
                </c:pt>
                <c:pt idx="776">
                  <c:v>121.79352685128266</c:v>
                </c:pt>
                <c:pt idx="777">
                  <c:v>121.82464318879609</c:v>
                </c:pt>
                <c:pt idx="778">
                  <c:v>121.28866377219727</c:v>
                </c:pt>
                <c:pt idx="779">
                  <c:v>120.65988627308752</c:v>
                </c:pt>
                <c:pt idx="780">
                  <c:v>121.9558490814166</c:v>
                </c:pt>
                <c:pt idx="781">
                  <c:v>122.95091586797108</c:v>
                </c:pt>
                <c:pt idx="782">
                  <c:v>122.02356648957021</c:v>
                </c:pt>
                <c:pt idx="783">
                  <c:v>122.58215822966736</c:v>
                </c:pt>
                <c:pt idx="784">
                  <c:v>122.99532173495484</c:v>
                </c:pt>
                <c:pt idx="785">
                  <c:v>122.84695619459426</c:v>
                </c:pt>
                <c:pt idx="786">
                  <c:v>122.18381547451482</c:v>
                </c:pt>
                <c:pt idx="787">
                  <c:v>121.77757763907462</c:v>
                </c:pt>
                <c:pt idx="788">
                  <c:v>121.48588168456229</c:v>
                </c:pt>
                <c:pt idx="789">
                  <c:v>120.2563401857893</c:v>
                </c:pt>
                <c:pt idx="790">
                  <c:v>121.06797012093003</c:v>
                </c:pt>
                <c:pt idx="791">
                  <c:v>120.52337142276976</c:v>
                </c:pt>
                <c:pt idx="792">
                  <c:v>122.19190720239688</c:v>
                </c:pt>
                <c:pt idx="793">
                  <c:v>120.84883253971928</c:v>
                </c:pt>
                <c:pt idx="794">
                  <c:v>120.88631065025453</c:v>
                </c:pt>
                <c:pt idx="795">
                  <c:v>119.16439715569766</c:v>
                </c:pt>
                <c:pt idx="796">
                  <c:v>117.53578583996202</c:v>
                </c:pt>
                <c:pt idx="797">
                  <c:v>119.55541564096906</c:v>
                </c:pt>
                <c:pt idx="798">
                  <c:v>118.83715936555093</c:v>
                </c:pt>
                <c:pt idx="799">
                  <c:v>119.18926784879869</c:v>
                </c:pt>
                <c:pt idx="800">
                  <c:v>119.96901800996056</c:v>
                </c:pt>
                <c:pt idx="801">
                  <c:v>119.63874979371765</c:v>
                </c:pt>
                <c:pt idx="802">
                  <c:v>119.68223654892279</c:v>
                </c:pt>
                <c:pt idx="803">
                  <c:v>120.95711810035917</c:v>
                </c:pt>
                <c:pt idx="804">
                  <c:v>121.76645708689425</c:v>
                </c:pt>
                <c:pt idx="805">
                  <c:v>121.71594119718198</c:v>
                </c:pt>
                <c:pt idx="806">
                  <c:v>122.90165015291187</c:v>
                </c:pt>
                <c:pt idx="807">
                  <c:v>123.25230400895373</c:v>
                </c:pt>
                <c:pt idx="808">
                  <c:v>122.01681506739834</c:v>
                </c:pt>
                <c:pt idx="809">
                  <c:v>123.33183580342971</c:v>
                </c:pt>
                <c:pt idx="810">
                  <c:v>122.54380573773688</c:v>
                </c:pt>
                <c:pt idx="811">
                  <c:v>121.8066489496176</c:v>
                </c:pt>
                <c:pt idx="812">
                  <c:v>122.37406285805393</c:v>
                </c:pt>
                <c:pt idx="813">
                  <c:v>123.45776054067365</c:v>
                </c:pt>
                <c:pt idx="814">
                  <c:v>123.38240747422122</c:v>
                </c:pt>
                <c:pt idx="815">
                  <c:v>123.8051435300964</c:v>
                </c:pt>
                <c:pt idx="816">
                  <c:v>124.38070721602871</c:v>
                </c:pt>
                <c:pt idx="817">
                  <c:v>125.61390075285668</c:v>
                </c:pt>
                <c:pt idx="818">
                  <c:v>125.98285818586615</c:v>
                </c:pt>
                <c:pt idx="819">
                  <c:v>126.66298552066546</c:v>
                </c:pt>
                <c:pt idx="820">
                  <c:v>126.54999030619786</c:v>
                </c:pt>
                <c:pt idx="821">
                  <c:v>125.8752191621537</c:v>
                </c:pt>
                <c:pt idx="822">
                  <c:v>126.36737892579134</c:v>
                </c:pt>
                <c:pt idx="823">
                  <c:v>126.8631410107575</c:v>
                </c:pt>
                <c:pt idx="824">
                  <c:v>126.67365148404242</c:v>
                </c:pt>
                <c:pt idx="825">
                  <c:v>127.63287652838098</c:v>
                </c:pt>
                <c:pt idx="826">
                  <c:v>127.90533549735153</c:v>
                </c:pt>
                <c:pt idx="827">
                  <c:v>126.83585509244347</c:v>
                </c:pt>
                <c:pt idx="828">
                  <c:v>125.08424385204464</c:v>
                </c:pt>
                <c:pt idx="829">
                  <c:v>125.95828869713719</c:v>
                </c:pt>
                <c:pt idx="830">
                  <c:v>124.04959460822219</c:v>
                </c:pt>
                <c:pt idx="831">
                  <c:v>124.98336742941531</c:v>
                </c:pt>
                <c:pt idx="832">
                  <c:v>126.70788199707881</c:v>
                </c:pt>
                <c:pt idx="833">
                  <c:v>127.09112935357125</c:v>
                </c:pt>
                <c:pt idx="834">
                  <c:v>126.49705449526384</c:v>
                </c:pt>
                <c:pt idx="835">
                  <c:v>126.0875134058881</c:v>
                </c:pt>
                <c:pt idx="836">
                  <c:v>126.89410175201277</c:v>
                </c:pt>
                <c:pt idx="837">
                  <c:v>126.01857481297706</c:v>
                </c:pt>
                <c:pt idx="838">
                  <c:v>124.95965412311844</c:v>
                </c:pt>
                <c:pt idx="839">
                  <c:v>122.39335113863113</c:v>
                </c:pt>
                <c:pt idx="840">
                  <c:v>122.74518854274692</c:v>
                </c:pt>
                <c:pt idx="841">
                  <c:v>123.33571305382269</c:v>
                </c:pt>
                <c:pt idx="842">
                  <c:v>120.59883468673377</c:v>
                </c:pt>
                <c:pt idx="843">
                  <c:v>119.42533842321629</c:v>
                </c:pt>
                <c:pt idx="844">
                  <c:v>119.582537609357</c:v>
                </c:pt>
                <c:pt idx="845">
                  <c:v>122.69941687949397</c:v>
                </c:pt>
                <c:pt idx="846">
                  <c:v>120.00230875774923</c:v>
                </c:pt>
                <c:pt idx="847">
                  <c:v>119.24054859490523</c:v>
                </c:pt>
                <c:pt idx="848">
                  <c:v>118.28177688614889</c:v>
                </c:pt>
                <c:pt idx="849">
                  <c:v>118.67501767831949</c:v>
                </c:pt>
                <c:pt idx="850">
                  <c:v>115.44792370655581</c:v>
                </c:pt>
                <c:pt idx="851">
                  <c:v>116.30802109387743</c:v>
                </c:pt>
                <c:pt idx="852">
                  <c:v>116.31667149552376</c:v>
                </c:pt>
                <c:pt idx="853">
                  <c:v>115.28943299212654</c:v>
                </c:pt>
                <c:pt idx="854">
                  <c:v>115.70193781233483</c:v>
                </c:pt>
                <c:pt idx="855">
                  <c:v>113.7712093456618</c:v>
                </c:pt>
                <c:pt idx="856">
                  <c:v>109.97174144646986</c:v>
                </c:pt>
                <c:pt idx="857">
                  <c:v>107.36543425951292</c:v>
                </c:pt>
                <c:pt idx="858">
                  <c:v>106.3759117642573</c:v>
                </c:pt>
                <c:pt idx="859">
                  <c:v>107.97071192892336</c:v>
                </c:pt>
                <c:pt idx="860">
                  <c:v>105.28011416555771</c:v>
                </c:pt>
                <c:pt idx="861">
                  <c:v>108.58922274385733</c:v>
                </c:pt>
                <c:pt idx="862">
                  <c:v>108.74748868605549</c:v>
                </c:pt>
                <c:pt idx="863">
                  <c:v>109.59367201993072</c:v>
                </c:pt>
                <c:pt idx="864">
                  <c:v>107.36307736170156</c:v>
                </c:pt>
                <c:pt idx="865">
                  <c:v>106.94910547697459</c:v>
                </c:pt>
                <c:pt idx="866">
                  <c:v>105.23328730916442</c:v>
                </c:pt>
                <c:pt idx="867">
                  <c:v>106.79042820020469</c:v>
                </c:pt>
                <c:pt idx="868">
                  <c:v>105.7330933381208</c:v>
                </c:pt>
                <c:pt idx="869">
                  <c:v>104.60014791027739</c:v>
                </c:pt>
                <c:pt idx="870">
                  <c:v>106.83911745846532</c:v>
                </c:pt>
                <c:pt idx="871">
                  <c:v>106.07171728878247</c:v>
                </c:pt>
                <c:pt idx="872">
                  <c:v>107.41193144464683</c:v>
                </c:pt>
                <c:pt idx="873">
                  <c:v>107.58692042393544</c:v>
                </c:pt>
                <c:pt idx="874">
                  <c:v>110.20253074552376</c:v>
                </c:pt>
                <c:pt idx="875">
                  <c:v>110.265360010487</c:v>
                </c:pt>
                <c:pt idx="876">
                  <c:v>110.98161363106793</c:v>
                </c:pt>
                <c:pt idx="877">
                  <c:v>111.36043461238908</c:v>
                </c:pt>
                <c:pt idx="878">
                  <c:v>110.01500889149612</c:v>
                </c:pt>
                <c:pt idx="879">
                  <c:v>111.56117163597547</c:v>
                </c:pt>
                <c:pt idx="880">
                  <c:v>112.24069756976111</c:v>
                </c:pt>
                <c:pt idx="881">
                  <c:v>112.58081912259144</c:v>
                </c:pt>
                <c:pt idx="882">
                  <c:v>113.84079052857402</c:v>
                </c:pt>
                <c:pt idx="883">
                  <c:v>114.54889321502762</c:v>
                </c:pt>
                <c:pt idx="884">
                  <c:v>114.31862160638842</c:v>
                </c:pt>
                <c:pt idx="885">
                  <c:v>113.71625016035711</c:v>
                </c:pt>
                <c:pt idx="886">
                  <c:v>116.13984422609072</c:v>
                </c:pt>
                <c:pt idx="887">
                  <c:v>118.84304672441957</c:v>
                </c:pt>
                <c:pt idx="888">
                  <c:v>119.48249781453077</c:v>
                </c:pt>
                <c:pt idx="889">
                  <c:v>118.92681714623288</c:v>
                </c:pt>
                <c:pt idx="890">
                  <c:v>118.23562103720285</c:v>
                </c:pt>
                <c:pt idx="891">
                  <c:v>117.29360854520029</c:v>
                </c:pt>
                <c:pt idx="892">
                  <c:v>114.19312856837148</c:v>
                </c:pt>
                <c:pt idx="893">
                  <c:v>115.95921158631275</c:v>
                </c:pt>
                <c:pt idx="894">
                  <c:v>112.22706424972448</c:v>
                </c:pt>
                <c:pt idx="895">
                  <c:v>114.05145158637202</c:v>
                </c:pt>
                <c:pt idx="896">
                  <c:v>115.43252791232743</c:v>
                </c:pt>
                <c:pt idx="897">
                  <c:v>115.26078154448705</c:v>
                </c:pt>
                <c:pt idx="898">
                  <c:v>116.24695041892149</c:v>
                </c:pt>
                <c:pt idx="899">
                  <c:v>117.24731579285144</c:v>
                </c:pt>
                <c:pt idx="900">
                  <c:v>119.70094340988277</c:v>
                </c:pt>
                <c:pt idx="901">
                  <c:v>117.49484582994856</c:v>
                </c:pt>
                <c:pt idx="902">
                  <c:v>116.50607109053901</c:v>
                </c:pt>
                <c:pt idx="903">
                  <c:v>117.30813033094159</c:v>
                </c:pt>
                <c:pt idx="904">
                  <c:v>117.29031653772475</c:v>
                </c:pt>
                <c:pt idx="905">
                  <c:v>118.7502918313519</c:v>
                </c:pt>
                <c:pt idx="906">
                  <c:v>118.77926891892666</c:v>
                </c:pt>
                <c:pt idx="907">
                  <c:v>119.29921628276803</c:v>
                </c:pt>
                <c:pt idx="908">
                  <c:v>118.63935450532985</c:v>
                </c:pt>
                <c:pt idx="909">
                  <c:v>116.06091781720103</c:v>
                </c:pt>
                <c:pt idx="910">
                  <c:v>117.49039362901216</c:v>
                </c:pt>
                <c:pt idx="911">
                  <c:v>118.6295007385188</c:v>
                </c:pt>
                <c:pt idx="912">
                  <c:v>118.04582105864996</c:v>
                </c:pt>
                <c:pt idx="913">
                  <c:v>117.91817725733247</c:v>
                </c:pt>
                <c:pt idx="914">
                  <c:v>117.4334939351626</c:v>
                </c:pt>
                <c:pt idx="915">
                  <c:v>117.21070398196144</c:v>
                </c:pt>
                <c:pt idx="916">
                  <c:v>116.01027728369016</c:v>
                </c:pt>
                <c:pt idx="917">
                  <c:v>117.28288720367436</c:v>
                </c:pt>
                <c:pt idx="918">
                  <c:v>117.06480364493437</c:v>
                </c:pt>
                <c:pt idx="919">
                  <c:v>116.96736723379438</c:v>
                </c:pt>
                <c:pt idx="920">
                  <c:v>117.31422427925017</c:v>
                </c:pt>
                <c:pt idx="921">
                  <c:v>117.9047239985054</c:v>
                </c:pt>
                <c:pt idx="922">
                  <c:v>117.09832326401907</c:v>
                </c:pt>
                <c:pt idx="923">
                  <c:v>116.40130710538746</c:v>
                </c:pt>
                <c:pt idx="924">
                  <c:v>116.47041621884856</c:v>
                </c:pt>
                <c:pt idx="925">
                  <c:v>116.01474048524283</c:v>
                </c:pt>
                <c:pt idx="926">
                  <c:v>114.68798882529052</c:v>
                </c:pt>
                <c:pt idx="927">
                  <c:v>114.65131172522247</c:v>
                </c:pt>
                <c:pt idx="928">
                  <c:v>114.40522254119574</c:v>
                </c:pt>
                <c:pt idx="929">
                  <c:v>116.67460551597468</c:v>
                </c:pt>
                <c:pt idx="930">
                  <c:v>117.22390966486591</c:v>
                </c:pt>
                <c:pt idx="931">
                  <c:v>116.52601591036056</c:v>
                </c:pt>
                <c:pt idx="932">
                  <c:v>116.61894834624799</c:v>
                </c:pt>
                <c:pt idx="933">
                  <c:v>118.26959949881622</c:v>
                </c:pt>
                <c:pt idx="934">
                  <c:v>118.51723192212964</c:v>
                </c:pt>
                <c:pt idx="935">
                  <c:v>117.45600351576272</c:v>
                </c:pt>
                <c:pt idx="936">
                  <c:v>117.08539173032942</c:v>
                </c:pt>
                <c:pt idx="937">
                  <c:v>116.84148199880191</c:v>
                </c:pt>
                <c:pt idx="938">
                  <c:v>117.06206508092995</c:v>
                </c:pt>
                <c:pt idx="939">
                  <c:v>115.91107591069704</c:v>
                </c:pt>
                <c:pt idx="940">
                  <c:v>115.17389149047779</c:v>
                </c:pt>
                <c:pt idx="941">
                  <c:v>114.27768645850581</c:v>
                </c:pt>
                <c:pt idx="942">
                  <c:v>113.88462349661037</c:v>
                </c:pt>
                <c:pt idx="943">
                  <c:v>115.41225877812293</c:v>
                </c:pt>
                <c:pt idx="944">
                  <c:v>116.03532610897307</c:v>
                </c:pt>
                <c:pt idx="945">
                  <c:v>115.950361470869</c:v>
                </c:pt>
                <c:pt idx="946">
                  <c:v>117.19023156488699</c:v>
                </c:pt>
                <c:pt idx="947">
                  <c:v>116.62039224232983</c:v>
                </c:pt>
                <c:pt idx="948">
                  <c:v>115.99639505829714</c:v>
                </c:pt>
                <c:pt idx="949">
                  <c:v>117.13078124675351</c:v>
                </c:pt>
                <c:pt idx="950">
                  <c:v>118.81827847672152</c:v>
                </c:pt>
                <c:pt idx="951">
                  <c:v>119.8318543485825</c:v>
                </c:pt>
                <c:pt idx="952">
                  <c:v>120.83476007374628</c:v>
                </c:pt>
                <c:pt idx="953">
                  <c:v>120.45811497174607</c:v>
                </c:pt>
                <c:pt idx="954">
                  <c:v>122.20291144655536</c:v>
                </c:pt>
                <c:pt idx="955">
                  <c:v>124.25727249442559</c:v>
                </c:pt>
                <c:pt idx="956">
                  <c:v>124.59201642348957</c:v>
                </c:pt>
                <c:pt idx="957">
                  <c:v>126.33107494519879</c:v>
                </c:pt>
                <c:pt idx="958">
                  <c:v>127.83830990721592</c:v>
                </c:pt>
                <c:pt idx="959">
                  <c:v>128.66681304608076</c:v>
                </c:pt>
                <c:pt idx="960">
                  <c:v>128.02540361266253</c:v>
                </c:pt>
                <c:pt idx="961">
                  <c:v>127.68241672695899</c:v>
                </c:pt>
                <c:pt idx="962">
                  <c:v>125.93392201242189</c:v>
                </c:pt>
                <c:pt idx="963">
                  <c:v>127.63002952197672</c:v>
                </c:pt>
                <c:pt idx="964">
                  <c:v>127.10164382215595</c:v>
                </c:pt>
                <c:pt idx="965">
                  <c:v>128.30165564811782</c:v>
                </c:pt>
                <c:pt idx="966">
                  <c:v>128.58735259509854</c:v>
                </c:pt>
                <c:pt idx="967">
                  <c:v>129.08792277420608</c:v>
                </c:pt>
                <c:pt idx="968">
                  <c:v>130.09107907898476</c:v>
                </c:pt>
                <c:pt idx="969">
                  <c:v>128.90990555237065</c:v>
                </c:pt>
                <c:pt idx="970">
                  <c:v>129.00613501734071</c:v>
                </c:pt>
                <c:pt idx="971">
                  <c:v>127.7394338085372</c:v>
                </c:pt>
                <c:pt idx="972">
                  <c:v>128.43471984444656</c:v>
                </c:pt>
                <c:pt idx="973">
                  <c:v>128.1922611928513</c:v>
                </c:pt>
                <c:pt idx="974">
                  <c:v>128.52007051695605</c:v>
                </c:pt>
                <c:pt idx="975">
                  <c:v>129.21422792494312</c:v>
                </c:pt>
                <c:pt idx="976">
                  <c:v>129.63330748694028</c:v>
                </c:pt>
                <c:pt idx="977">
                  <c:v>129.54927970006005</c:v>
                </c:pt>
                <c:pt idx="978">
                  <c:v>127.2112841279843</c:v>
                </c:pt>
                <c:pt idx="979">
                  <c:v>126.99955658329064</c:v>
                </c:pt>
                <c:pt idx="980">
                  <c:v>128.35850982176228</c:v>
                </c:pt>
                <c:pt idx="981">
                  <c:v>127.36735693725714</c:v>
                </c:pt>
                <c:pt idx="982">
                  <c:v>128.23032750794138</c:v>
                </c:pt>
                <c:pt idx="983">
                  <c:v>128.72330238104763</c:v>
                </c:pt>
                <c:pt idx="984">
                  <c:v>129.01155936370171</c:v>
                </c:pt>
                <c:pt idx="985">
                  <c:v>127.96289772632902</c:v>
                </c:pt>
                <c:pt idx="986">
                  <c:v>124.88646836248083</c:v>
                </c:pt>
                <c:pt idx="987">
                  <c:v>123.77738857036394</c:v>
                </c:pt>
                <c:pt idx="988">
                  <c:v>123.43315507443265</c:v>
                </c:pt>
                <c:pt idx="989">
                  <c:v>121.41861907589363</c:v>
                </c:pt>
                <c:pt idx="990">
                  <c:v>121.93939891379597</c:v>
                </c:pt>
                <c:pt idx="991">
                  <c:v>122.62278715230535</c:v>
                </c:pt>
                <c:pt idx="992">
                  <c:v>130.14243276273953</c:v>
                </c:pt>
                <c:pt idx="993">
                  <c:v>128.49348733914817</c:v>
                </c:pt>
                <c:pt idx="994">
                  <c:v>128.74225588463102</c:v>
                </c:pt>
                <c:pt idx="995">
                  <c:v>128.0252137422234</c:v>
                </c:pt>
                <c:pt idx="996">
                  <c:v>130.19850409086584</c:v>
                </c:pt>
                <c:pt idx="997">
                  <c:v>131.08506443356205</c:v>
                </c:pt>
                <c:pt idx="998">
                  <c:v>131.12056674266444</c:v>
                </c:pt>
                <c:pt idx="999">
                  <c:v>129.88062194905305</c:v>
                </c:pt>
                <c:pt idx="1000">
                  <c:v>130.98702641899263</c:v>
                </c:pt>
                <c:pt idx="1001">
                  <c:v>130.69528721418632</c:v>
                </c:pt>
                <c:pt idx="1002">
                  <c:v>133.22279649316386</c:v>
                </c:pt>
                <c:pt idx="1003">
                  <c:v>132.7562044131673</c:v>
                </c:pt>
                <c:pt idx="1004">
                  <c:v>130.73836626520443</c:v>
                </c:pt>
                <c:pt idx="1005">
                  <c:v>131.06921898786533</c:v>
                </c:pt>
                <c:pt idx="1006">
                  <c:v>131.34534437262008</c:v>
                </c:pt>
                <c:pt idx="1007">
                  <c:v>131.88986592937593</c:v>
                </c:pt>
                <c:pt idx="1008">
                  <c:v>131.26691346918517</c:v>
                </c:pt>
                <c:pt idx="1009">
                  <c:v>131.44236151410743</c:v>
                </c:pt>
                <c:pt idx="1010">
                  <c:v>130.05466209910512</c:v>
                </c:pt>
                <c:pt idx="1011">
                  <c:v>127.89234154992769</c:v>
                </c:pt>
                <c:pt idx="1012">
                  <c:v>128.16820706444054</c:v>
                </c:pt>
                <c:pt idx="1013">
                  <c:v>128.41383018062533</c:v>
                </c:pt>
                <c:pt idx="1014">
                  <c:v>130.14771834647271</c:v>
                </c:pt>
                <c:pt idx="1015">
                  <c:v>128.85277779817341</c:v>
                </c:pt>
                <c:pt idx="1016">
                  <c:v>130.17992084533122</c:v>
                </c:pt>
                <c:pt idx="1017">
                  <c:v>130.78240933696264</c:v>
                </c:pt>
                <c:pt idx="1018">
                  <c:v>130.90052427106477</c:v>
                </c:pt>
                <c:pt idx="1019">
                  <c:v>130.89224742301138</c:v>
                </c:pt>
                <c:pt idx="1020">
                  <c:v>131.65181680230589</c:v>
                </c:pt>
                <c:pt idx="1021">
                  <c:v>132.0981365245633</c:v>
                </c:pt>
                <c:pt idx="1022">
                  <c:v>132.38983066477408</c:v>
                </c:pt>
                <c:pt idx="1023">
                  <c:v>132.72311741828852</c:v>
                </c:pt>
                <c:pt idx="1024">
                  <c:v>131.21666129240324</c:v>
                </c:pt>
                <c:pt idx="1025">
                  <c:v>128.74555084456091</c:v>
                </c:pt>
                <c:pt idx="1026">
                  <c:v>128.65641614908404</c:v>
                </c:pt>
                <c:pt idx="1027">
                  <c:v>128.4013684721657</c:v>
                </c:pt>
                <c:pt idx="1028">
                  <c:v>129.64298800980197</c:v>
                </c:pt>
                <c:pt idx="1029">
                  <c:v>128.88996221625027</c:v>
                </c:pt>
                <c:pt idx="1030">
                  <c:v>129.29343911951219</c:v>
                </c:pt>
                <c:pt idx="1031">
                  <c:v>130.15304309709791</c:v>
                </c:pt>
                <c:pt idx="1032">
                  <c:v>129.97985811080568</c:v>
                </c:pt>
                <c:pt idx="1033">
                  <c:v>128.83915976461702</c:v>
                </c:pt>
                <c:pt idx="1034">
                  <c:v>126.9599647450503</c:v>
                </c:pt>
                <c:pt idx="1035">
                  <c:v>125.67380795395208</c:v>
                </c:pt>
                <c:pt idx="1036">
                  <c:v>124.97208836499179</c:v>
                </c:pt>
                <c:pt idx="1037">
                  <c:v>124.80185708309845</c:v>
                </c:pt>
                <c:pt idx="1038">
                  <c:v>125.03054268332077</c:v>
                </c:pt>
                <c:pt idx="1039">
                  <c:v>124.26216295349445</c:v>
                </c:pt>
                <c:pt idx="1040">
                  <c:v>123.38255003958402</c:v>
                </c:pt>
                <c:pt idx="1041">
                  <c:v>123.55300315428964</c:v>
                </c:pt>
                <c:pt idx="1042">
                  <c:v>121.66351384302966</c:v>
                </c:pt>
                <c:pt idx="1043">
                  <c:v>121.2585975472667</c:v>
                </c:pt>
                <c:pt idx="1044">
                  <c:v>118.1387157525246</c:v>
                </c:pt>
                <c:pt idx="1045">
                  <c:v>118.45713942486995</c:v>
                </c:pt>
                <c:pt idx="1046">
                  <c:v>117.06805510855501</c:v>
                </c:pt>
                <c:pt idx="1047">
                  <c:v>119.15391249180914</c:v>
                </c:pt>
                <c:pt idx="1048">
                  <c:v>120.55137559181534</c:v>
                </c:pt>
                <c:pt idx="1049">
                  <c:v>117.3611701326089</c:v>
                </c:pt>
                <c:pt idx="1050">
                  <c:v>118.70692634251817</c:v>
                </c:pt>
                <c:pt idx="1051">
                  <c:v>118.58717373612573</c:v>
                </c:pt>
                <c:pt idx="1052">
                  <c:v>118.56216133138777</c:v>
                </c:pt>
                <c:pt idx="1053">
                  <c:v>117.66017409218904</c:v>
                </c:pt>
                <c:pt idx="1054">
                  <c:v>116.76926773297706</c:v>
                </c:pt>
                <c:pt idx="1055">
                  <c:v>114.62865422448904</c:v>
                </c:pt>
                <c:pt idx="1056">
                  <c:v>115.53022273791683</c:v>
                </c:pt>
                <c:pt idx="1057">
                  <c:v>117.2243688474631</c:v>
                </c:pt>
                <c:pt idx="1058">
                  <c:v>118.31964829353124</c:v>
                </c:pt>
                <c:pt idx="1059">
                  <c:v>117.87909847757531</c:v>
                </c:pt>
                <c:pt idx="1060">
                  <c:v>117.54604189147818</c:v>
                </c:pt>
                <c:pt idx="1061">
                  <c:v>114.45565863951747</c:v>
                </c:pt>
                <c:pt idx="1062">
                  <c:v>115.51145890699429</c:v>
                </c:pt>
                <c:pt idx="1063">
                  <c:v>116.76791809225745</c:v>
                </c:pt>
                <c:pt idx="1064">
                  <c:v>117.60996413076752</c:v>
                </c:pt>
                <c:pt idx="1065">
                  <c:v>117.83473846289949</c:v>
                </c:pt>
                <c:pt idx="1066">
                  <c:v>117.8398493925624</c:v>
                </c:pt>
                <c:pt idx="1067">
                  <c:v>119.47277170999499</c:v>
                </c:pt>
                <c:pt idx="1068">
                  <c:v>117.70018403145897</c:v>
                </c:pt>
                <c:pt idx="1069">
                  <c:v>115.25559063015453</c:v>
                </c:pt>
                <c:pt idx="1070">
                  <c:v>116.32088686127945</c:v>
                </c:pt>
                <c:pt idx="1071">
                  <c:v>115.14607820483245</c:v>
                </c:pt>
                <c:pt idx="1072">
                  <c:v>121.61523328434187</c:v>
                </c:pt>
                <c:pt idx="1073">
                  <c:v>125.15900098540584</c:v>
                </c:pt>
                <c:pt idx="1074">
                  <c:v>125.15907806227914</c:v>
                </c:pt>
                <c:pt idx="1075">
                  <c:v>123.22752037789384</c:v>
                </c:pt>
                <c:pt idx="1076">
                  <c:v>124.8803615896211</c:v>
                </c:pt>
                <c:pt idx="1077">
                  <c:v>124.35784394921438</c:v>
                </c:pt>
                <c:pt idx="1078">
                  <c:v>122.58455442111676</c:v>
                </c:pt>
                <c:pt idx="1079">
                  <c:v>121.73687722014259</c:v>
                </c:pt>
                <c:pt idx="1080">
                  <c:v>120.65533995485671</c:v>
                </c:pt>
                <c:pt idx="1081">
                  <c:v>119.95438587114936</c:v>
                </c:pt>
                <c:pt idx="1082">
                  <c:v>121.73590310284581</c:v>
                </c:pt>
                <c:pt idx="1083">
                  <c:v>120.99169893777635</c:v>
                </c:pt>
                <c:pt idx="1084">
                  <c:v>121.79302723406774</c:v>
                </c:pt>
                <c:pt idx="1085">
                  <c:v>122.18194442445167</c:v>
                </c:pt>
                <c:pt idx="1086">
                  <c:v>122.61800710162896</c:v>
                </c:pt>
                <c:pt idx="1087">
                  <c:v>122.67939286785943</c:v>
                </c:pt>
                <c:pt idx="1088">
                  <c:v>124.15677999987906</c:v>
                </c:pt>
                <c:pt idx="1089">
                  <c:v>125.3337386909142</c:v>
                </c:pt>
                <c:pt idx="1090">
                  <c:v>125.11592839864412</c:v>
                </c:pt>
                <c:pt idx="1091">
                  <c:v>125.17310749909714</c:v>
                </c:pt>
                <c:pt idx="1092">
                  <c:v>124.94674195710975</c:v>
                </c:pt>
                <c:pt idx="1093">
                  <c:v>125.42732294533253</c:v>
                </c:pt>
                <c:pt idx="1094">
                  <c:v>127.11781096332443</c:v>
                </c:pt>
                <c:pt idx="1095">
                  <c:v>128.13532275698543</c:v>
                </c:pt>
                <c:pt idx="1096">
                  <c:v>128.4948393871272</c:v>
                </c:pt>
                <c:pt idx="1097">
                  <c:v>129.27533390681211</c:v>
                </c:pt>
                <c:pt idx="1098">
                  <c:v>128.92958908027288</c:v>
                </c:pt>
                <c:pt idx="1099">
                  <c:v>129.17107387065221</c:v>
                </c:pt>
                <c:pt idx="1100">
                  <c:v>129.4451127055415</c:v>
                </c:pt>
                <c:pt idx="1101">
                  <c:v>127.89019808536193</c:v>
                </c:pt>
                <c:pt idx="1102">
                  <c:v>127.59603147673558</c:v>
                </c:pt>
                <c:pt idx="1103">
                  <c:v>126.08612675321201</c:v>
                </c:pt>
                <c:pt idx="1104">
                  <c:v>126.9309993638235</c:v>
                </c:pt>
                <c:pt idx="1105">
                  <c:v>126.81115110467465</c:v>
                </c:pt>
                <c:pt idx="1106">
                  <c:v>127.22560960968066</c:v>
                </c:pt>
                <c:pt idx="1107">
                  <c:v>127.55267781173926</c:v>
                </c:pt>
                <c:pt idx="1108">
                  <c:v>126.88550176923248</c:v>
                </c:pt>
                <c:pt idx="1109">
                  <c:v>128.94931759987747</c:v>
                </c:pt>
                <c:pt idx="1110">
                  <c:v>128.66449882551393</c:v>
                </c:pt>
                <c:pt idx="1111">
                  <c:v>129.75154517780626</c:v>
                </c:pt>
                <c:pt idx="1112">
                  <c:v>130.2925027632534</c:v>
                </c:pt>
                <c:pt idx="1113">
                  <c:v>129.27277895005173</c:v>
                </c:pt>
                <c:pt idx="1114">
                  <c:v>128.54136977799095</c:v>
                </c:pt>
                <c:pt idx="1115">
                  <c:v>128.18265393720932</c:v>
                </c:pt>
                <c:pt idx="1116">
                  <c:v>128.38477920781202</c:v>
                </c:pt>
                <c:pt idx="1117">
                  <c:v>127.91334870184467</c:v>
                </c:pt>
                <c:pt idx="1118">
                  <c:v>128.36258493287809</c:v>
                </c:pt>
                <c:pt idx="1119">
                  <c:v>127.973370804924</c:v>
                </c:pt>
                <c:pt idx="1120">
                  <c:v>128.6005308938791</c:v>
                </c:pt>
                <c:pt idx="1121">
                  <c:v>129.48223546536309</c:v>
                </c:pt>
                <c:pt idx="1122">
                  <c:v>130.78324803591505</c:v>
                </c:pt>
                <c:pt idx="1123">
                  <c:v>130.01821493389585</c:v>
                </c:pt>
                <c:pt idx="1124">
                  <c:v>131.16489330580259</c:v>
                </c:pt>
                <c:pt idx="1125">
                  <c:v>131.60459284107202</c:v>
                </c:pt>
                <c:pt idx="1126">
                  <c:v>131.97713151249042</c:v>
                </c:pt>
                <c:pt idx="1127">
                  <c:v>131.96667265581544</c:v>
                </c:pt>
                <c:pt idx="1128">
                  <c:v>131.84580574724592</c:v>
                </c:pt>
                <c:pt idx="1129">
                  <c:v>131.32757224847791</c:v>
                </c:pt>
                <c:pt idx="1130">
                  <c:v>130.19772142837348</c:v>
                </c:pt>
                <c:pt idx="1131">
                  <c:v>131.56806565135872</c:v>
                </c:pt>
                <c:pt idx="1132">
                  <c:v>131.448356978796</c:v>
                </c:pt>
                <c:pt idx="1133">
                  <c:v>130.5109608455252</c:v>
                </c:pt>
                <c:pt idx="1134">
                  <c:v>130.66165210035879</c:v>
                </c:pt>
                <c:pt idx="1135">
                  <c:v>131.73378432499214</c:v>
                </c:pt>
                <c:pt idx="1136">
                  <c:v>130.49425990201834</c:v>
                </c:pt>
                <c:pt idx="1137">
                  <c:v>127.29608776497189</c:v>
                </c:pt>
                <c:pt idx="1138">
                  <c:v>128.49414506588818</c:v>
                </c:pt>
                <c:pt idx="1139">
                  <c:v>127.7702694382603</c:v>
                </c:pt>
                <c:pt idx="1140">
                  <c:v>130.87807575086828</c:v>
                </c:pt>
                <c:pt idx="1141">
                  <c:v>131.88529061479716</c:v>
                </c:pt>
                <c:pt idx="1142">
                  <c:v>133.23402964669296</c:v>
                </c:pt>
                <c:pt idx="1143">
                  <c:v>133.37661780583764</c:v>
                </c:pt>
                <c:pt idx="1144">
                  <c:v>133.26264482169461</c:v>
                </c:pt>
                <c:pt idx="1145">
                  <c:v>133.33577367651415</c:v>
                </c:pt>
                <c:pt idx="1146">
                  <c:v>133.0453841639083</c:v>
                </c:pt>
                <c:pt idx="1147">
                  <c:v>131.66886875622089</c:v>
                </c:pt>
                <c:pt idx="1148">
                  <c:v>130.82347837514686</c:v>
                </c:pt>
                <c:pt idx="1149">
                  <c:v>130.10415801322597</c:v>
                </c:pt>
                <c:pt idx="1150">
                  <c:v>130.82391019552279</c:v>
                </c:pt>
                <c:pt idx="1151">
                  <c:v>131.55319494532685</c:v>
                </c:pt>
                <c:pt idx="1152">
                  <c:v>129.88874118769593</c:v>
                </c:pt>
                <c:pt idx="1153">
                  <c:v>129.33552710728054</c:v>
                </c:pt>
                <c:pt idx="1154">
                  <c:v>130.38059538208068</c:v>
                </c:pt>
                <c:pt idx="1155">
                  <c:v>128.84938114418401</c:v>
                </c:pt>
                <c:pt idx="1156">
                  <c:v>128.00234212380803</c:v>
                </c:pt>
                <c:pt idx="1157">
                  <c:v>124.78946953265151</c:v>
                </c:pt>
                <c:pt idx="1158">
                  <c:v>125.15765999016048</c:v>
                </c:pt>
                <c:pt idx="1159">
                  <c:v>128.86436262633799</c:v>
                </c:pt>
                <c:pt idx="1160">
                  <c:v>129.8033744231592</c:v>
                </c:pt>
                <c:pt idx="1161">
                  <c:v>130.34621166959309</c:v>
                </c:pt>
                <c:pt idx="1162">
                  <c:v>129.11407015788132</c:v>
                </c:pt>
                <c:pt idx="1163">
                  <c:v>130.07216834865039</c:v>
                </c:pt>
                <c:pt idx="1164">
                  <c:v>131.02137732641501</c:v>
                </c:pt>
                <c:pt idx="1165">
                  <c:v>130.34875729264243</c:v>
                </c:pt>
                <c:pt idx="1166">
                  <c:v>129.84512260545063</c:v>
                </c:pt>
                <c:pt idx="1167">
                  <c:v>129.11997638003515</c:v>
                </c:pt>
                <c:pt idx="1168">
                  <c:v>128.52147095598005</c:v>
                </c:pt>
                <c:pt idx="1169">
                  <c:v>129.95109482302425</c:v>
                </c:pt>
                <c:pt idx="1170">
                  <c:v>129.12785659939954</c:v>
                </c:pt>
                <c:pt idx="1171">
                  <c:v>125.97844833875818</c:v>
                </c:pt>
                <c:pt idx="1172">
                  <c:v>125.62906271130035</c:v>
                </c:pt>
                <c:pt idx="1173">
                  <c:v>124.58510083209397</c:v>
                </c:pt>
                <c:pt idx="1174">
                  <c:v>124.30431170879324</c:v>
                </c:pt>
                <c:pt idx="1175">
                  <c:v>118.73673412625064</c:v>
                </c:pt>
                <c:pt idx="1176">
                  <c:v>117.91928910856221</c:v>
                </c:pt>
                <c:pt idx="1177">
                  <c:v>118.68889814526787</c:v>
                </c:pt>
                <c:pt idx="1178">
                  <c:v>117.66824559044025</c:v>
                </c:pt>
                <c:pt idx="1179">
                  <c:v>108.14077366853253</c:v>
                </c:pt>
                <c:pt idx="1180">
                  <c:v>108.4194276398776</c:v>
                </c:pt>
                <c:pt idx="1181">
                  <c:v>98.940501672956415</c:v>
                </c:pt>
                <c:pt idx="1182">
                  <c:v>102.84530688223762</c:v>
                </c:pt>
                <c:pt idx="1183">
                  <c:v>94.757030645546067</c:v>
                </c:pt>
                <c:pt idx="1184">
                  <c:v>92.685127042719756</c:v>
                </c:pt>
                <c:pt idx="1185">
                  <c:v>87.36773848148421</c:v>
                </c:pt>
                <c:pt idx="1186">
                  <c:v>84.243449695386076</c:v>
                </c:pt>
                <c:pt idx="1187">
                  <c:v>89.157298360674318</c:v>
                </c:pt>
                <c:pt idx="1188">
                  <c:v>76.742655868733465</c:v>
                </c:pt>
                <c:pt idx="1189">
                  <c:v>78.38700957318666</c:v>
                </c:pt>
                <c:pt idx="1190">
                  <c:v>87.885237285536178</c:v>
                </c:pt>
                <c:pt idx="1191">
                  <c:v>88.542166770936262</c:v>
                </c:pt>
                <c:pt idx="1192">
                  <c:v>84.102008661614732</c:v>
                </c:pt>
                <c:pt idx="1193">
                  <c:v>87.270600208707734</c:v>
                </c:pt>
                <c:pt idx="1194">
                  <c:v>83.779421814255045</c:v>
                </c:pt>
                <c:pt idx="1195">
                  <c:v>81.575895966520164</c:v>
                </c:pt>
                <c:pt idx="1196">
                  <c:v>88.705614348446531</c:v>
                </c:pt>
                <c:pt idx="1197">
                  <c:v>91.192954275896881</c:v>
                </c:pt>
                <c:pt idx="1198">
                  <c:v>90.12465719825218</c:v>
                </c:pt>
                <c:pt idx="1199">
                  <c:v>89.668916048385242</c:v>
                </c:pt>
                <c:pt idx="1200">
                  <c:v>92.637586519556422</c:v>
                </c:pt>
                <c:pt idx="1201">
                  <c:v>92.480991475640948</c:v>
                </c:pt>
                <c:pt idx="1202">
                  <c:v>89.659952428679645</c:v>
                </c:pt>
                <c:pt idx="1203">
                  <c:v>91.527702313840564</c:v>
                </c:pt>
                <c:pt idx="1204">
                  <c:v>91.666753931216931</c:v>
                </c:pt>
                <c:pt idx="1205">
                  <c:v>93.991715288894326</c:v>
                </c:pt>
                <c:pt idx="1206">
                  <c:v>96.57301419347769</c:v>
                </c:pt>
                <c:pt idx="1207">
                  <c:v>100.44293414584067</c:v>
                </c:pt>
                <c:pt idx="1208">
                  <c:v>93.211076010884923</c:v>
                </c:pt>
                <c:pt idx="1209">
                  <c:v>93.14475414725068</c:v>
                </c:pt>
                <c:pt idx="1210">
                  <c:v>93.837776698220722</c:v>
                </c:pt>
                <c:pt idx="1211">
                  <c:v>93.412482619476222</c:v>
                </c:pt>
                <c:pt idx="1212">
                  <c:v>92.845581092522266</c:v>
                </c:pt>
                <c:pt idx="1213">
                  <c:v>95.243551990253692</c:v>
                </c:pt>
                <c:pt idx="1214">
                  <c:v>92.731151004581832</c:v>
                </c:pt>
                <c:pt idx="1215">
                  <c:v>92.524833607838559</c:v>
                </c:pt>
                <c:pt idx="1216">
                  <c:v>88.912483288058752</c:v>
                </c:pt>
                <c:pt idx="1217">
                  <c:v>89.795449440327474</c:v>
                </c:pt>
                <c:pt idx="1218">
                  <c:v>91.682140717455681</c:v>
                </c:pt>
                <c:pt idx="1219">
                  <c:v>91.953186880916874</c:v>
                </c:pt>
                <c:pt idx="1220">
                  <c:v>91.26670406666247</c:v>
                </c:pt>
                <c:pt idx="1221">
                  <c:v>94.223419277776699</c:v>
                </c:pt>
                <c:pt idx="1222">
                  <c:v>95.865198683292775</c:v>
                </c:pt>
                <c:pt idx="1223">
                  <c:v>96.921215520879727</c:v>
                </c:pt>
                <c:pt idx="1224">
                  <c:v>101.02232113873679</c:v>
                </c:pt>
                <c:pt idx="1225">
                  <c:v>102.20996991689859</c:v>
                </c:pt>
                <c:pt idx="1226">
                  <c:v>101.60651063234462</c:v>
                </c:pt>
                <c:pt idx="1227">
                  <c:v>102.83697572768769</c:v>
                </c:pt>
                <c:pt idx="1228">
                  <c:v>102.86968446386322</c:v>
                </c:pt>
                <c:pt idx="1229">
                  <c:v>101.83270926798896</c:v>
                </c:pt>
                <c:pt idx="1230">
                  <c:v>102.57017181132139</c:v>
                </c:pt>
                <c:pt idx="1231">
                  <c:v>99.97242167293814</c:v>
                </c:pt>
                <c:pt idx="1232">
                  <c:v>100.44671389883057</c:v>
                </c:pt>
                <c:pt idx="1233">
                  <c:v>98.671001761315935</c:v>
                </c:pt>
                <c:pt idx="1234">
                  <c:v>100.02723100890675</c:v>
                </c:pt>
                <c:pt idx="1235">
                  <c:v>99.221973958330182</c:v>
                </c:pt>
                <c:pt idx="1236">
                  <c:v>101.4052986406127</c:v>
                </c:pt>
                <c:pt idx="1237">
                  <c:v>102.85439687563749</c:v>
                </c:pt>
                <c:pt idx="1238">
                  <c:v>103.52507292414131</c:v>
                </c:pt>
                <c:pt idx="1239">
                  <c:v>105.12947460903519</c:v>
                </c:pt>
                <c:pt idx="1240">
                  <c:v>104.15695578299342</c:v>
                </c:pt>
                <c:pt idx="1241">
                  <c:v>104.0926756164978</c:v>
                </c:pt>
                <c:pt idx="1242">
                  <c:v>105.26623226731527</c:v>
                </c:pt>
                <c:pt idx="1243">
                  <c:v>104.42275482398232</c:v>
                </c:pt>
                <c:pt idx="1244">
                  <c:v>104.37512471435217</c:v>
                </c:pt>
                <c:pt idx="1245">
                  <c:v>105.59556106151575</c:v>
                </c:pt>
                <c:pt idx="1246">
                  <c:v>106.95967270553496</c:v>
                </c:pt>
                <c:pt idx="1247">
                  <c:v>107.52378140707717</c:v>
                </c:pt>
                <c:pt idx="1248">
                  <c:v>109.10815139900976</c:v>
                </c:pt>
                <c:pt idx="1249">
                  <c:v>110.38955050970965</c:v>
                </c:pt>
                <c:pt idx="1250">
                  <c:v>109.18756125992901</c:v>
                </c:pt>
                <c:pt idx="1251">
                  <c:v>110.32105185175728</c:v>
                </c:pt>
                <c:pt idx="1252">
                  <c:v>109.4443907492265</c:v>
                </c:pt>
                <c:pt idx="1253">
                  <c:v>109.98621295089271</c:v>
                </c:pt>
                <c:pt idx="1254">
                  <c:v>109.22331791660453</c:v>
                </c:pt>
                <c:pt idx="1255">
                  <c:v>111.07571163253927</c:v>
                </c:pt>
                <c:pt idx="1256">
                  <c:v>112.50551089935625</c:v>
                </c:pt>
                <c:pt idx="1257">
                  <c:v>114.2380109259081</c:v>
                </c:pt>
                <c:pt idx="1258">
                  <c:v>114.06121589456575</c:v>
                </c:pt>
                <c:pt idx="1259">
                  <c:v>114.80246907668214</c:v>
                </c:pt>
                <c:pt idx="1260">
                  <c:v>114.41231523662293</c:v>
                </c:pt>
                <c:pt idx="1261">
                  <c:v>113.93515788272444</c:v>
                </c:pt>
                <c:pt idx="1262">
                  <c:v>115.6874223566202</c:v>
                </c:pt>
                <c:pt idx="1263">
                  <c:v>114.65514310275694</c:v>
                </c:pt>
                <c:pt idx="1264">
                  <c:v>113.51144114791819</c:v>
                </c:pt>
                <c:pt idx="1265">
                  <c:v>113.32251851074793</c:v>
                </c:pt>
                <c:pt idx="1266">
                  <c:v>111.15429177801659</c:v>
                </c:pt>
                <c:pt idx="1267">
                  <c:v>113.06599704088077</c:v>
                </c:pt>
                <c:pt idx="1268">
                  <c:v>113.40429578630028</c:v>
                </c:pt>
                <c:pt idx="1269">
                  <c:v>114.48608197156844</c:v>
                </c:pt>
                <c:pt idx="1270">
                  <c:v>114.48057094193761</c:v>
                </c:pt>
                <c:pt idx="1271">
                  <c:v>115.17249641164565</c:v>
                </c:pt>
                <c:pt idx="1272">
                  <c:v>115.76073870766355</c:v>
                </c:pt>
                <c:pt idx="1273">
                  <c:v>115.6396789407291</c:v>
                </c:pt>
                <c:pt idx="1274">
                  <c:v>115.54555491750152</c:v>
                </c:pt>
                <c:pt idx="1275">
                  <c:v>114.39671746733799</c:v>
                </c:pt>
                <c:pt idx="1276">
                  <c:v>114.98552039419708</c:v>
                </c:pt>
                <c:pt idx="1277">
                  <c:v>116.44154718073793</c:v>
                </c:pt>
                <c:pt idx="1278">
                  <c:v>116.76806649306698</c:v>
                </c:pt>
                <c:pt idx="1279">
                  <c:v>115.40466223197299</c:v>
                </c:pt>
                <c:pt idx="1280">
                  <c:v>116.21316220745896</c:v>
                </c:pt>
                <c:pt idx="1281">
                  <c:v>117.25650999289481</c:v>
                </c:pt>
                <c:pt idx="1282">
                  <c:v>117.9986306813974</c:v>
                </c:pt>
                <c:pt idx="1283">
                  <c:v>118.8598637009508</c:v>
                </c:pt>
                <c:pt idx="1284">
                  <c:v>119.00371172680785</c:v>
                </c:pt>
                <c:pt idx="1285">
                  <c:v>121.50478207997624</c:v>
                </c:pt>
                <c:pt idx="1286">
                  <c:v>118.40034566838139</c:v>
                </c:pt>
                <c:pt idx="1287">
                  <c:v>120.52941088868928</c:v>
                </c:pt>
                <c:pt idx="1288">
                  <c:v>120.89075058021834</c:v>
                </c:pt>
                <c:pt idx="1289">
                  <c:v>120.24608101530626</c:v>
                </c:pt>
                <c:pt idx="1290">
                  <c:v>118.22658483145264</c:v>
                </c:pt>
                <c:pt idx="1291">
                  <c:v>118.44772800861016</c:v>
                </c:pt>
                <c:pt idx="1292">
                  <c:v>117.93996873526051</c:v>
                </c:pt>
                <c:pt idx="1293">
                  <c:v>117.13818482648982</c:v>
                </c:pt>
                <c:pt idx="1294">
                  <c:v>119.43352105949832</c:v>
                </c:pt>
                <c:pt idx="1295">
                  <c:v>119.39739154455037</c:v>
                </c:pt>
                <c:pt idx="1296">
                  <c:v>119.29056913984236</c:v>
                </c:pt>
                <c:pt idx="1297">
                  <c:v>120.08742374300286</c:v>
                </c:pt>
                <c:pt idx="1298">
                  <c:v>120.41165245820653</c:v>
                </c:pt>
                <c:pt idx="1299">
                  <c:v>119.56364430762811</c:v>
                </c:pt>
                <c:pt idx="1300">
                  <c:v>120.10796729890127</c:v>
                </c:pt>
                <c:pt idx="1301">
                  <c:v>117.42102788525284</c:v>
                </c:pt>
                <c:pt idx="1302">
                  <c:v>116.12666604095158</c:v>
                </c:pt>
                <c:pt idx="1303">
                  <c:v>115.69158340375878</c:v>
                </c:pt>
                <c:pt idx="1304">
                  <c:v>111.84877704971883</c:v>
                </c:pt>
                <c:pt idx="1305">
                  <c:v>114.68402575612885</c:v>
                </c:pt>
                <c:pt idx="1306">
                  <c:v>116.77191278224552</c:v>
                </c:pt>
                <c:pt idx="1307">
                  <c:v>116.27768669782402</c:v>
                </c:pt>
                <c:pt idx="1308">
                  <c:v>116.62397625524872</c:v>
                </c:pt>
                <c:pt idx="1309">
                  <c:v>119.04903579569375</c:v>
                </c:pt>
                <c:pt idx="1310">
                  <c:v>120.1453540874177</c:v>
                </c:pt>
                <c:pt idx="1311">
                  <c:v>121.63319469531851</c:v>
                </c:pt>
                <c:pt idx="1312">
                  <c:v>122.44407533954738</c:v>
                </c:pt>
                <c:pt idx="1313">
                  <c:v>123.55399640509616</c:v>
                </c:pt>
                <c:pt idx="1314">
                  <c:v>124.5276997095488</c:v>
                </c:pt>
                <c:pt idx="1315">
                  <c:v>124.70277138621488</c:v>
                </c:pt>
                <c:pt idx="1316">
                  <c:v>124.45310611857757</c:v>
                </c:pt>
                <c:pt idx="1317">
                  <c:v>124.70378264125152</c:v>
                </c:pt>
                <c:pt idx="1318">
                  <c:v>121.98795554603844</c:v>
                </c:pt>
                <c:pt idx="1319">
                  <c:v>122.65230859340285</c:v>
                </c:pt>
                <c:pt idx="1320">
                  <c:v>123.74506566561935</c:v>
                </c:pt>
                <c:pt idx="1321">
                  <c:v>124.13668935005876</c:v>
                </c:pt>
                <c:pt idx="1322">
                  <c:v>123.5903649715578</c:v>
                </c:pt>
                <c:pt idx="1323">
                  <c:v>124.07339726977847</c:v>
                </c:pt>
                <c:pt idx="1324">
                  <c:v>122.12488159711042</c:v>
                </c:pt>
                <c:pt idx="1325">
                  <c:v>123.36128838641831</c:v>
                </c:pt>
                <c:pt idx="1326">
                  <c:v>121.67638327100063</c:v>
                </c:pt>
                <c:pt idx="1327">
                  <c:v>120.72570479774949</c:v>
                </c:pt>
                <c:pt idx="1328">
                  <c:v>120.43192802012875</c:v>
                </c:pt>
                <c:pt idx="1329">
                  <c:v>120.14209598383026</c:v>
                </c:pt>
                <c:pt idx="1330">
                  <c:v>121.62168956093372</c:v>
                </c:pt>
                <c:pt idx="1331">
                  <c:v>121.99989693241763</c:v>
                </c:pt>
                <c:pt idx="1332">
                  <c:v>124.87832231368181</c:v>
                </c:pt>
                <c:pt idx="1333">
                  <c:v>126.7197374214845</c:v>
                </c:pt>
                <c:pt idx="1334">
                  <c:v>128.98291348548111</c:v>
                </c:pt>
                <c:pt idx="1335">
                  <c:v>130.23955245964802</c:v>
                </c:pt>
                <c:pt idx="1336">
                  <c:v>131.38366299991657</c:v>
                </c:pt>
                <c:pt idx="1337">
                  <c:v>130.43611176985115</c:v>
                </c:pt>
                <c:pt idx="1338">
                  <c:v>130.34820303774396</c:v>
                </c:pt>
                <c:pt idx="1339">
                  <c:v>130.96612973110172</c:v>
                </c:pt>
                <c:pt idx="1340">
                  <c:v>133.13514623460955</c:v>
                </c:pt>
                <c:pt idx="1341">
                  <c:v>131.61138079859899</c:v>
                </c:pt>
                <c:pt idx="1342">
                  <c:v>132.68255401175142</c:v>
                </c:pt>
                <c:pt idx="1343">
                  <c:v>133.41191683356701</c:v>
                </c:pt>
                <c:pt idx="1344">
                  <c:v>135.04212491152867</c:v>
                </c:pt>
                <c:pt idx="1345">
                  <c:v>133.00509149131298</c:v>
                </c:pt>
                <c:pt idx="1346">
                  <c:v>134.33530790749094</c:v>
                </c:pt>
                <c:pt idx="1347">
                  <c:v>134.1486017930896</c:v>
                </c:pt>
                <c:pt idx="1348">
                  <c:v>136.46085972694868</c:v>
                </c:pt>
                <c:pt idx="1349">
                  <c:v>136.24705542482747</c:v>
                </c:pt>
                <c:pt idx="1350">
                  <c:v>137.58103590274536</c:v>
                </c:pt>
                <c:pt idx="1351">
                  <c:v>138.5437770049833</c:v>
                </c:pt>
                <c:pt idx="1352">
                  <c:v>138.93804380412573</c:v>
                </c:pt>
                <c:pt idx="1353">
                  <c:v>140.68051483455943</c:v>
                </c:pt>
                <c:pt idx="1354">
                  <c:v>139.99975010441105</c:v>
                </c:pt>
                <c:pt idx="1355">
                  <c:v>140.51583897506359</c:v>
                </c:pt>
                <c:pt idx="1356">
                  <c:v>141.07179841031672</c:v>
                </c:pt>
                <c:pt idx="1357">
                  <c:v>142.40798209065017</c:v>
                </c:pt>
                <c:pt idx="1358">
                  <c:v>143.18170820896816</c:v>
                </c:pt>
                <c:pt idx="1359">
                  <c:v>143.23053873951474</c:v>
                </c:pt>
                <c:pt idx="1360">
                  <c:v>138.47768772633469</c:v>
                </c:pt>
                <c:pt idx="1361">
                  <c:v>139.45961401287607</c:v>
                </c:pt>
                <c:pt idx="1362">
                  <c:v>140.99815774780106</c:v>
                </c:pt>
                <c:pt idx="1363">
                  <c:v>142.53398037026076</c:v>
                </c:pt>
                <c:pt idx="1364">
                  <c:v>143.81892950326031</c:v>
                </c:pt>
                <c:pt idx="1365">
                  <c:v>144.43470988648073</c:v>
                </c:pt>
                <c:pt idx="1366">
                  <c:v>144.94630520486336</c:v>
                </c:pt>
                <c:pt idx="1367">
                  <c:v>144.94423187023972</c:v>
                </c:pt>
                <c:pt idx="1368">
                  <c:v>145.32520710733317</c:v>
                </c:pt>
                <c:pt idx="1369">
                  <c:v>148.1198975468053</c:v>
                </c:pt>
                <c:pt idx="1370">
                  <c:v>148.62019591501721</c:v>
                </c:pt>
                <c:pt idx="1371">
                  <c:v>148.00130553989692</c:v>
                </c:pt>
                <c:pt idx="1372">
                  <c:v>147.92038718175976</c:v>
                </c:pt>
                <c:pt idx="1373">
                  <c:v>149.70425538129354</c:v>
                </c:pt>
                <c:pt idx="1374">
                  <c:v>150.89893016444776</c:v>
                </c:pt>
                <c:pt idx="1375">
                  <c:v>151.88132741226121</c:v>
                </c:pt>
                <c:pt idx="1376">
                  <c:v>152.34841703699257</c:v>
                </c:pt>
                <c:pt idx="1377">
                  <c:v>152.73679343450254</c:v>
                </c:pt>
                <c:pt idx="1378">
                  <c:v>151.24598587106445</c:v>
                </c:pt>
                <c:pt idx="1379">
                  <c:v>149.64903649240546</c:v>
                </c:pt>
                <c:pt idx="1380">
                  <c:v>151.83791398640616</c:v>
                </c:pt>
                <c:pt idx="1381">
                  <c:v>153.24540272045286</c:v>
                </c:pt>
                <c:pt idx="1382">
                  <c:v>152.99392649726533</c:v>
                </c:pt>
                <c:pt idx="1383">
                  <c:v>150.57012214153653</c:v>
                </c:pt>
                <c:pt idx="1384">
                  <c:v>149.39820885166921</c:v>
                </c:pt>
                <c:pt idx="1385">
                  <c:v>146.77626406492345</c:v>
                </c:pt>
                <c:pt idx="1386">
                  <c:v>144.70402037207975</c:v>
                </c:pt>
                <c:pt idx="1387">
                  <c:v>143.01418279671839</c:v>
                </c:pt>
                <c:pt idx="1388">
                  <c:v>149.65899900550914</c:v>
                </c:pt>
                <c:pt idx="1389">
                  <c:v>155.15900530568027</c:v>
                </c:pt>
                <c:pt idx="1390">
                  <c:v>156.32013313117181</c:v>
                </c:pt>
                <c:pt idx="1391">
                  <c:v>156.65593431511152</c:v>
                </c:pt>
                <c:pt idx="1392">
                  <c:v>158.74566692073714</c:v>
                </c:pt>
                <c:pt idx="1393">
                  <c:v>158.62076337843871</c:v>
                </c:pt>
                <c:pt idx="1394">
                  <c:v>158.6839180794002</c:v>
                </c:pt>
                <c:pt idx="1395">
                  <c:v>159.53583023752441</c:v>
                </c:pt>
                <c:pt idx="1396">
                  <c:v>159.38120559514888</c:v>
                </c:pt>
                <c:pt idx="1397">
                  <c:v>160.97256859179907</c:v>
                </c:pt>
                <c:pt idx="1398">
                  <c:v>161.13178532323892</c:v>
                </c:pt>
                <c:pt idx="1399">
                  <c:v>159.78121261249069</c:v>
                </c:pt>
                <c:pt idx="1400">
                  <c:v>159.06166968060046</c:v>
                </c:pt>
                <c:pt idx="1401">
                  <c:v>157.61823206884975</c:v>
                </c:pt>
                <c:pt idx="1402">
                  <c:v>155.17980279763051</c:v>
                </c:pt>
                <c:pt idx="1403">
                  <c:v>155.51002933878283</c:v>
                </c:pt>
                <c:pt idx="1404">
                  <c:v>158.58100609025209</c:v>
                </c:pt>
                <c:pt idx="1405">
                  <c:v>152.21177884627548</c:v>
                </c:pt>
                <c:pt idx="1406">
                  <c:v>154.1105608703954</c:v>
                </c:pt>
                <c:pt idx="1407">
                  <c:v>155.63668816047362</c:v>
                </c:pt>
                <c:pt idx="1408">
                  <c:v>159.66195224661158</c:v>
                </c:pt>
                <c:pt idx="1409">
                  <c:v>158.70357160375403</c:v>
                </c:pt>
                <c:pt idx="1410">
                  <c:v>157.1059680958133</c:v>
                </c:pt>
                <c:pt idx="1411">
                  <c:v>156.76820379973739</c:v>
                </c:pt>
                <c:pt idx="1412">
                  <c:v>158.00810661155981</c:v>
                </c:pt>
                <c:pt idx="1413">
                  <c:v>159.12195206098556</c:v>
                </c:pt>
                <c:pt idx="1414">
                  <c:v>158.24058042927291</c:v>
                </c:pt>
                <c:pt idx="1415">
                  <c:v>157.11816380853006</c:v>
                </c:pt>
                <c:pt idx="1416">
                  <c:v>157.41251357776198</c:v>
                </c:pt>
                <c:pt idx="1417">
                  <c:v>155.2219382535103</c:v>
                </c:pt>
                <c:pt idx="1418">
                  <c:v>155.58150673088895</c:v>
                </c:pt>
                <c:pt idx="1419">
                  <c:v>155.79843671927307</c:v>
                </c:pt>
                <c:pt idx="1420">
                  <c:v>156.8095989066986</c:v>
                </c:pt>
                <c:pt idx="1421">
                  <c:v>153.23160783565777</c:v>
                </c:pt>
                <c:pt idx="1422">
                  <c:v>150.9619481901305</c:v>
                </c:pt>
                <c:pt idx="1423">
                  <c:v>153.31829326227302</c:v>
                </c:pt>
                <c:pt idx="1424">
                  <c:v>155.52189192843076</c:v>
                </c:pt>
                <c:pt idx="1425">
                  <c:v>152.93281303606577</c:v>
                </c:pt>
                <c:pt idx="1426">
                  <c:v>154.77183334697489</c:v>
                </c:pt>
                <c:pt idx="1427">
                  <c:v>152.53087750393757</c:v>
                </c:pt>
                <c:pt idx="1428">
                  <c:v>153.2553233335577</c:v>
                </c:pt>
                <c:pt idx="1429">
                  <c:v>153.0374520138738</c:v>
                </c:pt>
                <c:pt idx="1430">
                  <c:v>151.57694308382932</c:v>
                </c:pt>
                <c:pt idx="1431">
                  <c:v>146.29550550212994</c:v>
                </c:pt>
                <c:pt idx="1432">
                  <c:v>148.43297893402024</c:v>
                </c:pt>
                <c:pt idx="1433">
                  <c:v>150.0192309310774</c:v>
                </c:pt>
                <c:pt idx="1434">
                  <c:v>146.72974741335784</c:v>
                </c:pt>
                <c:pt idx="1435">
                  <c:v>146.38864163668813</c:v>
                </c:pt>
                <c:pt idx="1436">
                  <c:v>147.09757940372472</c:v>
                </c:pt>
                <c:pt idx="1437">
                  <c:v>146.48666624086292</c:v>
                </c:pt>
                <c:pt idx="1438">
                  <c:v>152.87193050563499</c:v>
                </c:pt>
                <c:pt idx="1439">
                  <c:v>153.90161724620683</c:v>
                </c:pt>
                <c:pt idx="1440">
                  <c:v>151.2455539828573</c:v>
                </c:pt>
                <c:pt idx="1441">
                  <c:v>150.9548239865907</c:v>
                </c:pt>
                <c:pt idx="1442">
                  <c:v>151.22414513912244</c:v>
                </c:pt>
                <c:pt idx="1443">
                  <c:v>152.38418297024086</c:v>
                </c:pt>
                <c:pt idx="1444">
                  <c:v>153.81025260391735</c:v>
                </c:pt>
                <c:pt idx="1445">
                  <c:v>155.74577636443459</c:v>
                </c:pt>
                <c:pt idx="1446">
                  <c:v>154.71037900337677</c:v>
                </c:pt>
                <c:pt idx="1447">
                  <c:v>153.13025068060341</c:v>
                </c:pt>
                <c:pt idx="1448">
                  <c:v>153.07476568343711</c:v>
                </c:pt>
                <c:pt idx="1449">
                  <c:v>155.90923204424834</c:v>
                </c:pt>
                <c:pt idx="1450">
                  <c:v>158.28894163915692</c:v>
                </c:pt>
                <c:pt idx="1451">
                  <c:v>157.61965984791246</c:v>
                </c:pt>
                <c:pt idx="1452">
                  <c:v>155.99790787575338</c:v>
                </c:pt>
                <c:pt idx="1453">
                  <c:v>159.01903633037762</c:v>
                </c:pt>
                <c:pt idx="1454">
                  <c:v>159.53165864089897</c:v>
                </c:pt>
                <c:pt idx="1455">
                  <c:v>159.84544619781823</c:v>
                </c:pt>
                <c:pt idx="1456">
                  <c:v>160.82290455132545</c:v>
                </c:pt>
                <c:pt idx="1457">
                  <c:v>162.23338746574126</c:v>
                </c:pt>
                <c:pt idx="1458">
                  <c:v>163.77997882830675</c:v>
                </c:pt>
                <c:pt idx="1459">
                  <c:v>163.77081725555024</c:v>
                </c:pt>
                <c:pt idx="1460">
                  <c:v>162.80647275722987</c:v>
                </c:pt>
                <c:pt idx="1461">
                  <c:v>164.19942605126496</c:v>
                </c:pt>
                <c:pt idx="1462">
                  <c:v>164.19808843950483</c:v>
                </c:pt>
                <c:pt idx="1463">
                  <c:v>165.54503460422254</c:v>
                </c:pt>
                <c:pt idx="1464">
                  <c:v>165.34827548210944</c:v>
                </c:pt>
                <c:pt idx="1465">
                  <c:v>164.97757655797125</c:v>
                </c:pt>
                <c:pt idx="1466">
                  <c:v>165.64655585264984</c:v>
                </c:pt>
                <c:pt idx="1467">
                  <c:v>165.3136366829211</c:v>
                </c:pt>
                <c:pt idx="1468">
                  <c:v>165.71622843810431</c:v>
                </c:pt>
                <c:pt idx="1469">
                  <c:v>164.44378210844496</c:v>
                </c:pt>
                <c:pt idx="1470">
                  <c:v>162.84893755853591</c:v>
                </c:pt>
                <c:pt idx="1471">
                  <c:v>161.85839808570523</c:v>
                </c:pt>
                <c:pt idx="1472">
                  <c:v>162.49249132015828</c:v>
                </c:pt>
                <c:pt idx="1473">
                  <c:v>162.81219710352221</c:v>
                </c:pt>
                <c:pt idx="1474">
                  <c:v>161.39592405611072</c:v>
                </c:pt>
                <c:pt idx="1475">
                  <c:v>162.76165802864028</c:v>
                </c:pt>
                <c:pt idx="1476">
                  <c:v>163.60819310638675</c:v>
                </c:pt>
                <c:pt idx="1477">
                  <c:v>163.08604840469789</c:v>
                </c:pt>
                <c:pt idx="1478">
                  <c:v>162.36794903453261</c:v>
                </c:pt>
                <c:pt idx="1479">
                  <c:v>161.81246556255545</c:v>
                </c:pt>
                <c:pt idx="1480">
                  <c:v>161.27973086325775</c:v>
                </c:pt>
                <c:pt idx="1481">
                  <c:v>161.71378728178004</c:v>
                </c:pt>
                <c:pt idx="1482">
                  <c:v>162.86732821394295</c:v>
                </c:pt>
                <c:pt idx="1483">
                  <c:v>162.84496150501136</c:v>
                </c:pt>
                <c:pt idx="1484">
                  <c:v>162.56951070884833</c:v>
                </c:pt>
                <c:pt idx="1485">
                  <c:v>161.1148757149823</c:v>
                </c:pt>
                <c:pt idx="1486">
                  <c:v>160.83933329934285</c:v>
                </c:pt>
                <c:pt idx="1487">
                  <c:v>161.25401590825288</c:v>
                </c:pt>
                <c:pt idx="1488">
                  <c:v>162.43560080646671</c:v>
                </c:pt>
                <c:pt idx="1489">
                  <c:v>162.68300780077556</c:v>
                </c:pt>
                <c:pt idx="1490">
                  <c:v>163.51812318235176</c:v>
                </c:pt>
                <c:pt idx="1491">
                  <c:v>163.28090292803881</c:v>
                </c:pt>
                <c:pt idx="1492">
                  <c:v>161.16674663009169</c:v>
                </c:pt>
                <c:pt idx="1493">
                  <c:v>159.78766523473737</c:v>
                </c:pt>
                <c:pt idx="1494">
                  <c:v>162.81917171713599</c:v>
                </c:pt>
                <c:pt idx="1495">
                  <c:v>163.02061263257764</c:v>
                </c:pt>
                <c:pt idx="1496">
                  <c:v>162.62669921148591</c:v>
                </c:pt>
                <c:pt idx="1497">
                  <c:v>161.91602251979364</c:v>
                </c:pt>
                <c:pt idx="1498">
                  <c:v>161.49379238100312</c:v>
                </c:pt>
                <c:pt idx="1499">
                  <c:v>162.53721685314332</c:v>
                </c:pt>
                <c:pt idx="1500">
                  <c:v>163.36965542022273</c:v>
                </c:pt>
                <c:pt idx="1501">
                  <c:v>166.13620448793307</c:v>
                </c:pt>
                <c:pt idx="1502">
                  <c:v>167.78571418048213</c:v>
                </c:pt>
                <c:pt idx="1503">
                  <c:v>167.89451991777418</c:v>
                </c:pt>
                <c:pt idx="1504">
                  <c:v>167.48387894188704</c:v>
                </c:pt>
                <c:pt idx="1505">
                  <c:v>167.60637319955023</c:v>
                </c:pt>
                <c:pt idx="1506">
                  <c:v>167.47198748486531</c:v>
                </c:pt>
                <c:pt idx="1507">
                  <c:v>167.39941984423655</c:v>
                </c:pt>
                <c:pt idx="1508">
                  <c:v>168.5747263355108</c:v>
                </c:pt>
                <c:pt idx="1509">
                  <c:v>170.23580369600032</c:v>
                </c:pt>
                <c:pt idx="1510">
                  <c:v>170.58546009202183</c:v>
                </c:pt>
                <c:pt idx="1511">
                  <c:v>171.11638165947127</c:v>
                </c:pt>
                <c:pt idx="1512">
                  <c:v>170.63797657509579</c:v>
                </c:pt>
                <c:pt idx="1513">
                  <c:v>169.12942533613898</c:v>
                </c:pt>
                <c:pt idx="1514">
                  <c:v>169.94655171523203</c:v>
                </c:pt>
                <c:pt idx="1515">
                  <c:v>171.58705740592785</c:v>
                </c:pt>
                <c:pt idx="1516">
                  <c:v>171.31802339273443</c:v>
                </c:pt>
                <c:pt idx="1517">
                  <c:v>176.26483043213139</c:v>
                </c:pt>
                <c:pt idx="1518">
                  <c:v>179.0967828329108</c:v>
                </c:pt>
                <c:pt idx="1519">
                  <c:v>180.75284795314019</c:v>
                </c:pt>
                <c:pt idx="1520">
                  <c:v>181.69100517292813</c:v>
                </c:pt>
                <c:pt idx="1521">
                  <c:v>182.2594581780987</c:v>
                </c:pt>
                <c:pt idx="1522">
                  <c:v>181.29330921057783</c:v>
                </c:pt>
                <c:pt idx="1523">
                  <c:v>180.29210860228321</c:v>
                </c:pt>
                <c:pt idx="1524">
                  <c:v>180.36552191100191</c:v>
                </c:pt>
                <c:pt idx="1525">
                  <c:v>180.2206625169199</c:v>
                </c:pt>
                <c:pt idx="1526">
                  <c:v>180.64217256344696</c:v>
                </c:pt>
                <c:pt idx="1527">
                  <c:v>181.9685159341773</c:v>
                </c:pt>
                <c:pt idx="1528">
                  <c:v>183.71026605280662</c:v>
                </c:pt>
                <c:pt idx="1529">
                  <c:v>183.0945728831781</c:v>
                </c:pt>
                <c:pt idx="1530">
                  <c:v>181.92650331554594</c:v>
                </c:pt>
                <c:pt idx="1531">
                  <c:v>184.98298507802662</c:v>
                </c:pt>
                <c:pt idx="1532">
                  <c:v>185.37883606475444</c:v>
                </c:pt>
                <c:pt idx="1533">
                  <c:v>185.49118845330858</c:v>
                </c:pt>
                <c:pt idx="1534">
                  <c:v>184.09020934999563</c:v>
                </c:pt>
                <c:pt idx="1535">
                  <c:v>182.76598049002527</c:v>
                </c:pt>
                <c:pt idx="1536">
                  <c:v>181.55472239246413</c:v>
                </c:pt>
                <c:pt idx="1537">
                  <c:v>180.64477655855055</c:v>
                </c:pt>
                <c:pt idx="1538">
                  <c:v>182.33798778192346</c:v>
                </c:pt>
                <c:pt idx="1539">
                  <c:v>182.9793583486402</c:v>
                </c:pt>
                <c:pt idx="1540">
                  <c:v>180.93018612253238</c:v>
                </c:pt>
                <c:pt idx="1541">
                  <c:v>181.84616294298664</c:v>
                </c:pt>
                <c:pt idx="1542">
                  <c:v>182.59273644125668</c:v>
                </c:pt>
                <c:pt idx="1543">
                  <c:v>183.1105614096501</c:v>
                </c:pt>
                <c:pt idx="1544">
                  <c:v>182.73103619951576</c:v>
                </c:pt>
                <c:pt idx="1545">
                  <c:v>184.17394261292691</c:v>
                </c:pt>
                <c:pt idx="1546">
                  <c:v>186.34646211502022</c:v>
                </c:pt>
                <c:pt idx="1547">
                  <c:v>187.65521863137545</c:v>
                </c:pt>
                <c:pt idx="1548">
                  <c:v>187.06311657795192</c:v>
                </c:pt>
                <c:pt idx="1549">
                  <c:v>186.24148696216818</c:v>
                </c:pt>
                <c:pt idx="1550">
                  <c:v>186.05114745988735</c:v>
                </c:pt>
                <c:pt idx="1551">
                  <c:v>185.35451219292739</c:v>
                </c:pt>
                <c:pt idx="1552">
                  <c:v>186.09619935024648</c:v>
                </c:pt>
                <c:pt idx="1553">
                  <c:v>182.62537524460652</c:v>
                </c:pt>
                <c:pt idx="1554">
                  <c:v>180.813695325363</c:v>
                </c:pt>
                <c:pt idx="1555">
                  <c:v>183.10089988689228</c:v>
                </c:pt>
                <c:pt idx="1556">
                  <c:v>183.09631795972072</c:v>
                </c:pt>
                <c:pt idx="1557">
                  <c:v>182.95762735587252</c:v>
                </c:pt>
                <c:pt idx="1558">
                  <c:v>183.85655092823549</c:v>
                </c:pt>
                <c:pt idx="1559">
                  <c:v>186.55898921550011</c:v>
                </c:pt>
                <c:pt idx="1560">
                  <c:v>186.79089626585917</c:v>
                </c:pt>
                <c:pt idx="1561">
                  <c:v>185.89020076443956</c:v>
                </c:pt>
                <c:pt idx="1562">
                  <c:v>183.64357603678494</c:v>
                </c:pt>
                <c:pt idx="1563">
                  <c:v>186.01161053754259</c:v>
                </c:pt>
                <c:pt idx="1564">
                  <c:v>184.14704530719882</c:v>
                </c:pt>
                <c:pt idx="1565">
                  <c:v>183.31248057613553</c:v>
                </c:pt>
                <c:pt idx="1566">
                  <c:v>179.1670664184696</c:v>
                </c:pt>
                <c:pt idx="1567">
                  <c:v>179.76862564261572</c:v>
                </c:pt>
                <c:pt idx="1568">
                  <c:v>179.09703700485147</c:v>
                </c:pt>
                <c:pt idx="1569">
                  <c:v>180.34346241764032</c:v>
                </c:pt>
                <c:pt idx="1570">
                  <c:v>175.10065981500219</c:v>
                </c:pt>
                <c:pt idx="1571">
                  <c:v>173.78425520440658</c:v>
                </c:pt>
                <c:pt idx="1572">
                  <c:v>173.06906944738293</c:v>
                </c:pt>
                <c:pt idx="1573">
                  <c:v>177.54522043316436</c:v>
                </c:pt>
                <c:pt idx="1574">
                  <c:v>175.48624082989375</c:v>
                </c:pt>
                <c:pt idx="1575">
                  <c:v>171.86696584084356</c:v>
                </c:pt>
                <c:pt idx="1576">
                  <c:v>174.42605693526986</c:v>
                </c:pt>
                <c:pt idx="1577">
                  <c:v>177.11970820537877</c:v>
                </c:pt>
                <c:pt idx="1578">
                  <c:v>177.53627978327063</c:v>
                </c:pt>
                <c:pt idx="1579">
                  <c:v>176.96514306614355</c:v>
                </c:pt>
                <c:pt idx="1580">
                  <c:v>175.51951288930849</c:v>
                </c:pt>
                <c:pt idx="1581">
                  <c:v>174.66700593284421</c:v>
                </c:pt>
                <c:pt idx="1582">
                  <c:v>173.62353467967395</c:v>
                </c:pt>
                <c:pt idx="1583">
                  <c:v>173.08775424101074</c:v>
                </c:pt>
                <c:pt idx="1584">
                  <c:v>170.62452081268981</c:v>
                </c:pt>
                <c:pt idx="1585">
                  <c:v>167.30788112108254</c:v>
                </c:pt>
                <c:pt idx="1586">
                  <c:v>171.62927475044674</c:v>
                </c:pt>
                <c:pt idx="1587">
                  <c:v>172.11818504008497</c:v>
                </c:pt>
                <c:pt idx="1588">
                  <c:v>172.95328025530554</c:v>
                </c:pt>
                <c:pt idx="1589">
                  <c:v>174.44126809333494</c:v>
                </c:pt>
                <c:pt idx="1590">
                  <c:v>174.24236359661876</c:v>
                </c:pt>
                <c:pt idx="1591">
                  <c:v>174.1446827623536</c:v>
                </c:pt>
                <c:pt idx="1592">
                  <c:v>175.66404993574278</c:v>
                </c:pt>
                <c:pt idx="1593">
                  <c:v>181.49469353261611</c:v>
                </c:pt>
                <c:pt idx="1594">
                  <c:v>182.70379621488294</c:v>
                </c:pt>
                <c:pt idx="1595">
                  <c:v>184.15163542706881</c:v>
                </c:pt>
                <c:pt idx="1596">
                  <c:v>182.41739741355232</c:v>
                </c:pt>
                <c:pt idx="1597">
                  <c:v>183.46364345606025</c:v>
                </c:pt>
                <c:pt idx="1598">
                  <c:v>185.75397689179093</c:v>
                </c:pt>
                <c:pt idx="1599">
                  <c:v>186.87758146697527</c:v>
                </c:pt>
                <c:pt idx="1600">
                  <c:v>188.33310190004158</c:v>
                </c:pt>
                <c:pt idx="1601">
                  <c:v>188.96137012382474</c:v>
                </c:pt>
                <c:pt idx="1602">
                  <c:v>188.47895661290312</c:v>
                </c:pt>
                <c:pt idx="1603">
                  <c:v>189.01943692067931</c:v>
                </c:pt>
                <c:pt idx="1604">
                  <c:v>186.26226876625944</c:v>
                </c:pt>
                <c:pt idx="1605">
                  <c:v>184.01134131246928</c:v>
                </c:pt>
                <c:pt idx="1606">
                  <c:v>182.72289096472943</c:v>
                </c:pt>
                <c:pt idx="1607">
                  <c:v>180.86438388116306</c:v>
                </c:pt>
                <c:pt idx="1608">
                  <c:v>175.95416461624581</c:v>
                </c:pt>
                <c:pt idx="1609">
                  <c:v>174.16812774201355</c:v>
                </c:pt>
                <c:pt idx="1610">
                  <c:v>174.59820398880788</c:v>
                </c:pt>
                <c:pt idx="1611">
                  <c:v>176.98909331582445</c:v>
                </c:pt>
                <c:pt idx="1612">
                  <c:v>180.46225517489404</c:v>
                </c:pt>
                <c:pt idx="1613">
                  <c:v>181.80671915794528</c:v>
                </c:pt>
                <c:pt idx="1614">
                  <c:v>179.50253735998766</c:v>
                </c:pt>
                <c:pt idx="1615">
                  <c:v>179.37460095005267</c:v>
                </c:pt>
                <c:pt idx="1616">
                  <c:v>176.89753136494485</c:v>
                </c:pt>
                <c:pt idx="1617">
                  <c:v>178.61017208501579</c:v>
                </c:pt>
                <c:pt idx="1618">
                  <c:v>179.77773691665428</c:v>
                </c:pt>
                <c:pt idx="1619">
                  <c:v>176.43498528665452</c:v>
                </c:pt>
                <c:pt idx="1620">
                  <c:v>170.58246793519868</c:v>
                </c:pt>
                <c:pt idx="1621">
                  <c:v>175.49370647255017</c:v>
                </c:pt>
                <c:pt idx="1622">
                  <c:v>176.54018812908743</c:v>
                </c:pt>
                <c:pt idx="1623">
                  <c:v>176.3487517448747</c:v>
                </c:pt>
                <c:pt idx="1624">
                  <c:v>176.44643438739763</c:v>
                </c:pt>
                <c:pt idx="1625">
                  <c:v>175.73508449447601</c:v>
                </c:pt>
                <c:pt idx="1626">
                  <c:v>174.66389208166117</c:v>
                </c:pt>
                <c:pt idx="1627">
                  <c:v>174.97104402457515</c:v>
                </c:pt>
                <c:pt idx="1628">
                  <c:v>165.2040396212065</c:v>
                </c:pt>
                <c:pt idx="1629">
                  <c:v>169.31792366811149</c:v>
                </c:pt>
                <c:pt idx="1630">
                  <c:v>167.81337767788602</c:v>
                </c:pt>
                <c:pt idx="1631">
                  <c:v>166.74253990094809</c:v>
                </c:pt>
                <c:pt idx="1632">
                  <c:v>163.29675202866514</c:v>
                </c:pt>
                <c:pt idx="1633">
                  <c:v>157.79805727702629</c:v>
                </c:pt>
                <c:pt idx="1634">
                  <c:v>159.38071234950976</c:v>
                </c:pt>
                <c:pt idx="1635">
                  <c:v>162.73687131738419</c:v>
                </c:pt>
                <c:pt idx="1636">
                  <c:v>166.82914500018151</c:v>
                </c:pt>
                <c:pt idx="1637">
                  <c:v>166.48688857825221</c:v>
                </c:pt>
                <c:pt idx="1638">
                  <c:v>168.51721334477901</c:v>
                </c:pt>
                <c:pt idx="1639">
                  <c:v>166.69936434787965</c:v>
                </c:pt>
                <c:pt idx="1640">
                  <c:v>170.13490043684263</c:v>
                </c:pt>
                <c:pt idx="1641">
                  <c:v>174.29685285733197</c:v>
                </c:pt>
                <c:pt idx="1642">
                  <c:v>173.47025578207189</c:v>
                </c:pt>
                <c:pt idx="1643">
                  <c:v>173.20924623332911</c:v>
                </c:pt>
                <c:pt idx="1644">
                  <c:v>172.63228495064618</c:v>
                </c:pt>
                <c:pt idx="1645">
                  <c:v>172.29929021307004</c:v>
                </c:pt>
                <c:pt idx="1646">
                  <c:v>172.81352396226194</c:v>
                </c:pt>
                <c:pt idx="1647">
                  <c:v>174.49954928394783</c:v>
                </c:pt>
                <c:pt idx="1648">
                  <c:v>176.7189867102729</c:v>
                </c:pt>
                <c:pt idx="1649">
                  <c:v>176.28932556101861</c:v>
                </c:pt>
                <c:pt idx="1650">
                  <c:v>178.36566119583225</c:v>
                </c:pt>
                <c:pt idx="1651">
                  <c:v>182.23116150595135</c:v>
                </c:pt>
                <c:pt idx="1652">
                  <c:v>180.23916136536016</c:v>
                </c:pt>
                <c:pt idx="1653">
                  <c:v>178.06358888306275</c:v>
                </c:pt>
                <c:pt idx="1654">
                  <c:v>179.57690572867156</c:v>
                </c:pt>
                <c:pt idx="1655">
                  <c:v>178.04552256446593</c:v>
                </c:pt>
                <c:pt idx="1656">
                  <c:v>176.24046905790456</c:v>
                </c:pt>
                <c:pt idx="1657">
                  <c:v>175.43261977923669</c:v>
                </c:pt>
                <c:pt idx="1658">
                  <c:v>172.06484570263444</c:v>
                </c:pt>
                <c:pt idx="1659">
                  <c:v>174.63501440702714</c:v>
                </c:pt>
                <c:pt idx="1660">
                  <c:v>172.15115325668077</c:v>
                </c:pt>
                <c:pt idx="1661">
                  <c:v>169.06039833687689</c:v>
                </c:pt>
                <c:pt idx="1662">
                  <c:v>171.91480302507367</c:v>
                </c:pt>
                <c:pt idx="1663">
                  <c:v>170.11352597133526</c:v>
                </c:pt>
                <c:pt idx="1664">
                  <c:v>172.23232124781319</c:v>
                </c:pt>
                <c:pt idx="1665">
                  <c:v>171.23935206614644</c:v>
                </c:pt>
                <c:pt idx="1666">
                  <c:v>170.88112865222959</c:v>
                </c:pt>
                <c:pt idx="1667">
                  <c:v>166.85375466728561</c:v>
                </c:pt>
                <c:pt idx="1668">
                  <c:v>167.77148066330793</c:v>
                </c:pt>
                <c:pt idx="1669">
                  <c:v>163.62656525183164</c:v>
                </c:pt>
                <c:pt idx="1670">
                  <c:v>160.64962656671804</c:v>
                </c:pt>
                <c:pt idx="1671">
                  <c:v>160.11344139889033</c:v>
                </c:pt>
                <c:pt idx="1672">
                  <c:v>155.90594144369234</c:v>
                </c:pt>
                <c:pt idx="1673">
                  <c:v>156.11879799244034</c:v>
                </c:pt>
                <c:pt idx="1674">
                  <c:v>156.71380853911776</c:v>
                </c:pt>
                <c:pt idx="1675">
                  <c:v>160.22432440676084</c:v>
                </c:pt>
                <c:pt idx="1676">
                  <c:v>160.20075911474135</c:v>
                </c:pt>
                <c:pt idx="1677">
                  <c:v>155.69281628834324</c:v>
                </c:pt>
                <c:pt idx="1678">
                  <c:v>159.91234574079121</c:v>
                </c:pt>
                <c:pt idx="1679">
                  <c:v>158.93454807454347</c:v>
                </c:pt>
                <c:pt idx="1680">
                  <c:v>158.20297139472265</c:v>
                </c:pt>
                <c:pt idx="1681">
                  <c:v>159.39657019947137</c:v>
                </c:pt>
                <c:pt idx="1682">
                  <c:v>161.12508890008849</c:v>
                </c:pt>
                <c:pt idx="1683">
                  <c:v>164.1692563621925</c:v>
                </c:pt>
                <c:pt idx="1684">
                  <c:v>163.40171136626708</c:v>
                </c:pt>
                <c:pt idx="1685">
                  <c:v>163.02111750007867</c:v>
                </c:pt>
                <c:pt idx="1686">
                  <c:v>163.98988378871752</c:v>
                </c:pt>
                <c:pt idx="1687">
                  <c:v>163.5356342963014</c:v>
                </c:pt>
                <c:pt idx="1688">
                  <c:v>163.23775447013293</c:v>
                </c:pt>
                <c:pt idx="1689">
                  <c:v>161.62017128749949</c:v>
                </c:pt>
                <c:pt idx="1690">
                  <c:v>161.02587768803792</c:v>
                </c:pt>
                <c:pt idx="1691">
                  <c:v>162.09647760923792</c:v>
                </c:pt>
                <c:pt idx="1692">
                  <c:v>159.26997252346061</c:v>
                </c:pt>
                <c:pt idx="1693">
                  <c:v>154.46724341633316</c:v>
                </c:pt>
                <c:pt idx="1694">
                  <c:v>154.33235970092937</c:v>
                </c:pt>
                <c:pt idx="1695">
                  <c:v>153.79458027949863</c:v>
                </c:pt>
                <c:pt idx="1696">
                  <c:v>150.52422677031922</c:v>
                </c:pt>
                <c:pt idx="1697">
                  <c:v>149.86450427859847</c:v>
                </c:pt>
                <c:pt idx="1698">
                  <c:v>150.41963058502816</c:v>
                </c:pt>
                <c:pt idx="1699">
                  <c:v>153.250916040833</c:v>
                </c:pt>
                <c:pt idx="1700">
                  <c:v>150.79895556142466</c:v>
                </c:pt>
                <c:pt idx="1701">
                  <c:v>152.09506015080572</c:v>
                </c:pt>
                <c:pt idx="1702">
                  <c:v>153.36270574095093</c:v>
                </c:pt>
                <c:pt idx="1703">
                  <c:v>154.7425079829294</c:v>
                </c:pt>
                <c:pt idx="1704">
                  <c:v>154.11762788537749</c:v>
                </c:pt>
                <c:pt idx="1705">
                  <c:v>153.15170357824269</c:v>
                </c:pt>
                <c:pt idx="1706">
                  <c:v>152.96027922294331</c:v>
                </c:pt>
                <c:pt idx="1707">
                  <c:v>152.39375350411188</c:v>
                </c:pt>
                <c:pt idx="1708">
                  <c:v>153.19964224030133</c:v>
                </c:pt>
                <c:pt idx="1709">
                  <c:v>152.99153364776103</c:v>
                </c:pt>
                <c:pt idx="1710">
                  <c:v>154.22975666926035</c:v>
                </c:pt>
                <c:pt idx="1711">
                  <c:v>156.21748500502943</c:v>
                </c:pt>
                <c:pt idx="1712">
                  <c:v>156.61795697018769</c:v>
                </c:pt>
                <c:pt idx="1713">
                  <c:v>156.2582428408154</c:v>
                </c:pt>
                <c:pt idx="1714">
                  <c:v>154.29117743771863</c:v>
                </c:pt>
                <c:pt idx="1715">
                  <c:v>153.37378533351867</c:v>
                </c:pt>
                <c:pt idx="1716">
                  <c:v>152.69894785897642</c:v>
                </c:pt>
                <c:pt idx="1717">
                  <c:v>153.75806319721463</c:v>
                </c:pt>
                <c:pt idx="1718">
                  <c:v>156.39885801898646</c:v>
                </c:pt>
                <c:pt idx="1719">
                  <c:v>158.07313068964288</c:v>
                </c:pt>
                <c:pt idx="1720">
                  <c:v>158.87566070470285</c:v>
                </c:pt>
                <c:pt idx="1721">
                  <c:v>160.10091893198489</c:v>
                </c:pt>
                <c:pt idx="1722">
                  <c:v>159.37619868149142</c:v>
                </c:pt>
                <c:pt idx="1723">
                  <c:v>158.07289913539617</c:v>
                </c:pt>
                <c:pt idx="1724">
                  <c:v>159.3840440712541</c:v>
                </c:pt>
                <c:pt idx="1725">
                  <c:v>162.45219410311492</c:v>
                </c:pt>
                <c:pt idx="1726">
                  <c:v>165.31595741221437</c:v>
                </c:pt>
                <c:pt idx="1727">
                  <c:v>167.59800073719711</c:v>
                </c:pt>
                <c:pt idx="1728">
                  <c:v>168.84616133005517</c:v>
                </c:pt>
                <c:pt idx="1729">
                  <c:v>168.75838142563236</c:v>
                </c:pt>
                <c:pt idx="1730">
                  <c:v>167.21414212789662</c:v>
                </c:pt>
                <c:pt idx="1731">
                  <c:v>168.26626533422331</c:v>
                </c:pt>
                <c:pt idx="1732">
                  <c:v>168.51484670426157</c:v>
                </c:pt>
                <c:pt idx="1733">
                  <c:v>168.76714024552766</c:v>
                </c:pt>
                <c:pt idx="1734">
                  <c:v>169.91698395049011</c:v>
                </c:pt>
                <c:pt idx="1735">
                  <c:v>171.13724983478349</c:v>
                </c:pt>
                <c:pt idx="1736">
                  <c:v>172.86028266965835</c:v>
                </c:pt>
                <c:pt idx="1737">
                  <c:v>167.56971448218363</c:v>
                </c:pt>
                <c:pt idx="1738">
                  <c:v>168.35901020750791</c:v>
                </c:pt>
                <c:pt idx="1739">
                  <c:v>168.82830474557483</c:v>
                </c:pt>
                <c:pt idx="1740">
                  <c:v>167.87341314262815</c:v>
                </c:pt>
                <c:pt idx="1741">
                  <c:v>168.14008807429826</c:v>
                </c:pt>
                <c:pt idx="1742">
                  <c:v>165.40990754550822</c:v>
                </c:pt>
                <c:pt idx="1743">
                  <c:v>170.46500659956101</c:v>
                </c:pt>
                <c:pt idx="1744">
                  <c:v>169.07067159086324</c:v>
                </c:pt>
                <c:pt idx="1745">
                  <c:v>168.20834891672749</c:v>
                </c:pt>
                <c:pt idx="1746">
                  <c:v>169.42008160421929</c:v>
                </c:pt>
                <c:pt idx="1747">
                  <c:v>168.74139464011554</c:v>
                </c:pt>
                <c:pt idx="1748">
                  <c:v>170.94706690609107</c:v>
                </c:pt>
                <c:pt idx="1749">
                  <c:v>171.35549523562631</c:v>
                </c:pt>
                <c:pt idx="1750">
                  <c:v>172.25468783380089</c:v>
                </c:pt>
                <c:pt idx="1751">
                  <c:v>174.88552115153527</c:v>
                </c:pt>
                <c:pt idx="1752">
                  <c:v>173.10609829284468</c:v>
                </c:pt>
                <c:pt idx="1753">
                  <c:v>171.89270306501729</c:v>
                </c:pt>
                <c:pt idx="1754">
                  <c:v>168.06427321449573</c:v>
                </c:pt>
                <c:pt idx="1755">
                  <c:v>169.26354181567265</c:v>
                </c:pt>
                <c:pt idx="1756">
                  <c:v>171.1008630854507</c:v>
                </c:pt>
                <c:pt idx="1757">
                  <c:v>169.63957128909865</c:v>
                </c:pt>
                <c:pt idx="1758">
                  <c:v>167.11476412025647</c:v>
                </c:pt>
                <c:pt idx="1759">
                  <c:v>163.85839418762461</c:v>
                </c:pt>
                <c:pt idx="1760">
                  <c:v>159.61780340395057</c:v>
                </c:pt>
                <c:pt idx="1761">
                  <c:v>159.93234030719529</c:v>
                </c:pt>
                <c:pt idx="1762">
                  <c:v>157.51013230456618</c:v>
                </c:pt>
                <c:pt idx="1763">
                  <c:v>157.20317026181269</c:v>
                </c:pt>
                <c:pt idx="1764">
                  <c:v>160.39483924879457</c:v>
                </c:pt>
                <c:pt idx="1765">
                  <c:v>158.08524917101994</c:v>
                </c:pt>
                <c:pt idx="1766">
                  <c:v>162.3330425178296</c:v>
                </c:pt>
                <c:pt idx="1767">
                  <c:v>162.31985306118068</c:v>
                </c:pt>
                <c:pt idx="1768">
                  <c:v>160.79028655451395</c:v>
                </c:pt>
                <c:pt idx="1769">
                  <c:v>160.10634523287359</c:v>
                </c:pt>
                <c:pt idx="1770">
                  <c:v>159.32340583263795</c:v>
                </c:pt>
                <c:pt idx="1771">
                  <c:v>157.99907881444952</c:v>
                </c:pt>
                <c:pt idx="1772">
                  <c:v>159.61667847553969</c:v>
                </c:pt>
                <c:pt idx="1773">
                  <c:v>160.75464279795392</c:v>
                </c:pt>
                <c:pt idx="1774">
                  <c:v>162.73023024093774</c:v>
                </c:pt>
                <c:pt idx="1775">
                  <c:v>162.6775614580344</c:v>
                </c:pt>
                <c:pt idx="1776">
                  <c:v>161.52902736769587</c:v>
                </c:pt>
                <c:pt idx="1777">
                  <c:v>162.31029316809651</c:v>
                </c:pt>
                <c:pt idx="1778">
                  <c:v>163.73657883571784</c:v>
                </c:pt>
                <c:pt idx="1779">
                  <c:v>163.2451674985233</c:v>
                </c:pt>
                <c:pt idx="1780">
                  <c:v>164.73413623283116</c:v>
                </c:pt>
                <c:pt idx="1781">
                  <c:v>167.28136762354026</c:v>
                </c:pt>
                <c:pt idx="1782">
                  <c:v>167.18363398971437</c:v>
                </c:pt>
                <c:pt idx="1783">
                  <c:v>166.66625845517675</c:v>
                </c:pt>
                <c:pt idx="1784">
                  <c:v>167.9802481322601</c:v>
                </c:pt>
                <c:pt idx="1785">
                  <c:v>169.42629221880065</c:v>
                </c:pt>
                <c:pt idx="1786">
                  <c:v>170.51658275474875</c:v>
                </c:pt>
                <c:pt idx="1787">
                  <c:v>168.76404757177315</c:v>
                </c:pt>
                <c:pt idx="1788">
                  <c:v>174.10331826390322</c:v>
                </c:pt>
                <c:pt idx="1789">
                  <c:v>172.65617204656317</c:v>
                </c:pt>
                <c:pt idx="1790">
                  <c:v>173.19668592723349</c:v>
                </c:pt>
                <c:pt idx="1791">
                  <c:v>171.9479131279829</c:v>
                </c:pt>
                <c:pt idx="1792">
                  <c:v>171.47354958452902</c:v>
                </c:pt>
                <c:pt idx="1793">
                  <c:v>169.93283089617057</c:v>
                </c:pt>
                <c:pt idx="1794">
                  <c:v>170.71902318876198</c:v>
                </c:pt>
                <c:pt idx="1795">
                  <c:v>170.84629533493339</c:v>
                </c:pt>
                <c:pt idx="1796">
                  <c:v>172.87440679907715</c:v>
                </c:pt>
                <c:pt idx="1797">
                  <c:v>173.1423588094425</c:v>
                </c:pt>
                <c:pt idx="1798">
                  <c:v>173.74171882720108</c:v>
                </c:pt>
                <c:pt idx="1799">
                  <c:v>174.34971990808688</c:v>
                </c:pt>
                <c:pt idx="1800">
                  <c:v>175.9112831854485</c:v>
                </c:pt>
                <c:pt idx="1801">
                  <c:v>177.3882415587041</c:v>
                </c:pt>
                <c:pt idx="1802">
                  <c:v>176.23445592579972</c:v>
                </c:pt>
                <c:pt idx="1803">
                  <c:v>175.39872694074666</c:v>
                </c:pt>
                <c:pt idx="1804">
                  <c:v>173.37606379719648</c:v>
                </c:pt>
                <c:pt idx="1805">
                  <c:v>172.06933719864836</c:v>
                </c:pt>
                <c:pt idx="1806">
                  <c:v>173.05620387331322</c:v>
                </c:pt>
                <c:pt idx="1807">
                  <c:v>172.16500063526573</c:v>
                </c:pt>
                <c:pt idx="1808">
                  <c:v>171.2674021217409</c:v>
                </c:pt>
                <c:pt idx="1809">
                  <c:v>172.14196952492836</c:v>
                </c:pt>
                <c:pt idx="1810">
                  <c:v>173.04075686859176</c:v>
                </c:pt>
                <c:pt idx="1811">
                  <c:v>170.83730633243383</c:v>
                </c:pt>
                <c:pt idx="1812">
                  <c:v>168.79574068563241</c:v>
                </c:pt>
                <c:pt idx="1813">
                  <c:v>170.56139661278857</c:v>
                </c:pt>
                <c:pt idx="1814">
                  <c:v>169.92804880201442</c:v>
                </c:pt>
                <c:pt idx="1815">
                  <c:v>168.24082127379054</c:v>
                </c:pt>
                <c:pt idx="1816">
                  <c:v>167.79179188092269</c:v>
                </c:pt>
                <c:pt idx="1817">
                  <c:v>164.42567857300082</c:v>
                </c:pt>
                <c:pt idx="1818">
                  <c:v>166.34447678533937</c:v>
                </c:pt>
                <c:pt idx="1819">
                  <c:v>167.43130329925779</c:v>
                </c:pt>
                <c:pt idx="1820">
                  <c:v>167.34081137201565</c:v>
                </c:pt>
                <c:pt idx="1821">
                  <c:v>167.97333147569799</c:v>
                </c:pt>
                <c:pt idx="1822">
                  <c:v>167.18198880583557</c:v>
                </c:pt>
                <c:pt idx="1823">
                  <c:v>168.03288993801556</c:v>
                </c:pt>
                <c:pt idx="1824">
                  <c:v>168.53355756388984</c:v>
                </c:pt>
                <c:pt idx="1825">
                  <c:v>166.53260580988962</c:v>
                </c:pt>
                <c:pt idx="1826">
                  <c:v>166.48115883888872</c:v>
                </c:pt>
                <c:pt idx="1827">
                  <c:v>165.37831527205705</c:v>
                </c:pt>
                <c:pt idx="1828">
                  <c:v>168.16357436479714</c:v>
                </c:pt>
                <c:pt idx="1829">
                  <c:v>166.74038680685473</c:v>
                </c:pt>
                <c:pt idx="1830">
                  <c:v>167.60412246389049</c:v>
                </c:pt>
                <c:pt idx="1831">
                  <c:v>167.22057714510606</c:v>
                </c:pt>
                <c:pt idx="1832">
                  <c:v>168.73228495681613</c:v>
                </c:pt>
                <c:pt idx="1833">
                  <c:v>168.15204044526698</c:v>
                </c:pt>
                <c:pt idx="1834">
                  <c:v>168.93575393130615</c:v>
                </c:pt>
                <c:pt idx="1835">
                  <c:v>170.24389160943645</c:v>
                </c:pt>
                <c:pt idx="1836">
                  <c:v>170.31050726239107</c:v>
                </c:pt>
                <c:pt idx="1837">
                  <c:v>170.58311874073701</c:v>
                </c:pt>
                <c:pt idx="1838">
                  <c:v>169.89873291349798</c:v>
                </c:pt>
                <c:pt idx="1839">
                  <c:v>167.72618580680404</c:v>
                </c:pt>
                <c:pt idx="1840">
                  <c:v>165.1957414757052</c:v>
                </c:pt>
                <c:pt idx="1841">
                  <c:v>165.38969830826514</c:v>
                </c:pt>
                <c:pt idx="1842">
                  <c:v>165.34425399586229</c:v>
                </c:pt>
                <c:pt idx="1843">
                  <c:v>164.69207339998661</c:v>
                </c:pt>
                <c:pt idx="1844">
                  <c:v>164.42747490129904</c:v>
                </c:pt>
                <c:pt idx="1845">
                  <c:v>166.14299678236981</c:v>
                </c:pt>
                <c:pt idx="1846">
                  <c:v>164.86078522925209</c:v>
                </c:pt>
                <c:pt idx="1847">
                  <c:v>163.97959264010706</c:v>
                </c:pt>
                <c:pt idx="1848">
                  <c:v>165.41210891186904</c:v>
                </c:pt>
                <c:pt idx="1849">
                  <c:v>165.74237519847199</c:v>
                </c:pt>
                <c:pt idx="1850">
                  <c:v>165.46325978247654</c:v>
                </c:pt>
                <c:pt idx="1851">
                  <c:v>164.41949051369517</c:v>
                </c:pt>
                <c:pt idx="1852">
                  <c:v>165.86657935738029</c:v>
                </c:pt>
                <c:pt idx="1853">
                  <c:v>166.36902222967973</c:v>
                </c:pt>
                <c:pt idx="1854">
                  <c:v>166.9984675319979</c:v>
                </c:pt>
                <c:pt idx="1855">
                  <c:v>165.81456730567257</c:v>
                </c:pt>
                <c:pt idx="1856">
                  <c:v>164.89420691603996</c:v>
                </c:pt>
                <c:pt idx="1857">
                  <c:v>164.83287368461944</c:v>
                </c:pt>
                <c:pt idx="1858">
                  <c:v>162.14337105518504</c:v>
                </c:pt>
                <c:pt idx="1859">
                  <c:v>161.90313462723805</c:v>
                </c:pt>
                <c:pt idx="1860">
                  <c:v>161.52114182881951</c:v>
                </c:pt>
                <c:pt idx="1861">
                  <c:v>160.51294190332473</c:v>
                </c:pt>
                <c:pt idx="1862">
                  <c:v>160.14370354372298</c:v>
                </c:pt>
                <c:pt idx="1863">
                  <c:v>160.55474199227612</c:v>
                </c:pt>
                <c:pt idx="1864">
                  <c:v>163.65732388811472</c:v>
                </c:pt>
                <c:pt idx="1865">
                  <c:v>165.79346147647763</c:v>
                </c:pt>
                <c:pt idx="1866">
                  <c:v>165.49865935787213</c:v>
                </c:pt>
                <c:pt idx="1867">
                  <c:v>164.30898001631002</c:v>
                </c:pt>
                <c:pt idx="1868">
                  <c:v>162.46247051725598</c:v>
                </c:pt>
                <c:pt idx="1869">
                  <c:v>160.24792401235382</c:v>
                </c:pt>
                <c:pt idx="1870">
                  <c:v>158.34371299870668</c:v>
                </c:pt>
                <c:pt idx="1871">
                  <c:v>157.4272537278213</c:v>
                </c:pt>
                <c:pt idx="1872">
                  <c:v>157.19259955273313</c:v>
                </c:pt>
                <c:pt idx="1873">
                  <c:v>157.5637190212606</c:v>
                </c:pt>
                <c:pt idx="1874">
                  <c:v>158.32878242381094</c:v>
                </c:pt>
                <c:pt idx="1875">
                  <c:v>158.73970149086443</c:v>
                </c:pt>
                <c:pt idx="1876">
                  <c:v>159.04774483375022</c:v>
                </c:pt>
                <c:pt idx="1877">
                  <c:v>157.66842242679604</c:v>
                </c:pt>
                <c:pt idx="1878">
                  <c:v>157.78975470267054</c:v>
                </c:pt>
                <c:pt idx="1879">
                  <c:v>158.69421989321091</c:v>
                </c:pt>
                <c:pt idx="1880">
                  <c:v>161.59085601200141</c:v>
                </c:pt>
                <c:pt idx="1881">
                  <c:v>163.45948597078396</c:v>
                </c:pt>
                <c:pt idx="1882">
                  <c:v>164.64168536870511</c:v>
                </c:pt>
                <c:pt idx="1883">
                  <c:v>165.20132241221179</c:v>
                </c:pt>
                <c:pt idx="1884">
                  <c:v>166.07536820205613</c:v>
                </c:pt>
                <c:pt idx="1885">
                  <c:v>166.41485154004388</c:v>
                </c:pt>
                <c:pt idx="1886">
                  <c:v>164.65142744571114</c:v>
                </c:pt>
                <c:pt idx="1887">
                  <c:v>164.17186204156698</c:v>
                </c:pt>
                <c:pt idx="1888">
                  <c:v>164.13833490621766</c:v>
                </c:pt>
                <c:pt idx="1889">
                  <c:v>164.15323082484474</c:v>
                </c:pt>
                <c:pt idx="1890">
                  <c:v>165.47578497388071</c:v>
                </c:pt>
                <c:pt idx="1891">
                  <c:v>166.02049156291844</c:v>
                </c:pt>
                <c:pt idx="1892">
                  <c:v>166.40211043661694</c:v>
                </c:pt>
                <c:pt idx="1893">
                  <c:v>167.88877119365549</c:v>
                </c:pt>
                <c:pt idx="1894">
                  <c:v>169.02418091683961</c:v>
                </c:pt>
                <c:pt idx="1895">
                  <c:v>169.83985254299205</c:v>
                </c:pt>
                <c:pt idx="1896">
                  <c:v>170.90890811577904</c:v>
                </c:pt>
                <c:pt idx="1897">
                  <c:v>169.16010587013506</c:v>
                </c:pt>
                <c:pt idx="1898">
                  <c:v>170.93650038814977</c:v>
                </c:pt>
                <c:pt idx="1899">
                  <c:v>170.86055678047487</c:v>
                </c:pt>
                <c:pt idx="1900">
                  <c:v>170.65187876049168</c:v>
                </c:pt>
                <c:pt idx="1901">
                  <c:v>170.57369144983537</c:v>
                </c:pt>
                <c:pt idx="1902">
                  <c:v>171.09929693028204</c:v>
                </c:pt>
                <c:pt idx="1903">
                  <c:v>170.07645553161544</c:v>
                </c:pt>
                <c:pt idx="1904">
                  <c:v>168.90511109763881</c:v>
                </c:pt>
                <c:pt idx="1905">
                  <c:v>168.20177413238235</c:v>
                </c:pt>
                <c:pt idx="1906">
                  <c:v>168.43253596030891</c:v>
                </c:pt>
                <c:pt idx="1907">
                  <c:v>169.25644539448484</c:v>
                </c:pt>
                <c:pt idx="1908">
                  <c:v>169.57135161405722</c:v>
                </c:pt>
                <c:pt idx="1909">
                  <c:v>169.14684393754732</c:v>
                </c:pt>
                <c:pt idx="1910">
                  <c:v>169.42225438259746</c:v>
                </c:pt>
                <c:pt idx="1911">
                  <c:v>171.13104757158655</c:v>
                </c:pt>
                <c:pt idx="1912">
                  <c:v>172.04963730711017</c:v>
                </c:pt>
                <c:pt idx="1913">
                  <c:v>172.34395735568867</c:v>
                </c:pt>
                <c:pt idx="1914">
                  <c:v>171.54007894801987</c:v>
                </c:pt>
                <c:pt idx="1915">
                  <c:v>171.56717756470428</c:v>
                </c:pt>
                <c:pt idx="1916">
                  <c:v>172.28718111032995</c:v>
                </c:pt>
                <c:pt idx="1917">
                  <c:v>172.29977474054812</c:v>
                </c:pt>
                <c:pt idx="1918">
                  <c:v>172.21653949923308</c:v>
                </c:pt>
                <c:pt idx="1919">
                  <c:v>173.61823309647323</c:v>
                </c:pt>
                <c:pt idx="1920">
                  <c:v>172.67120889235059</c:v>
                </c:pt>
                <c:pt idx="1921">
                  <c:v>172.01191974865299</c:v>
                </c:pt>
                <c:pt idx="1922">
                  <c:v>173.82478464471535</c:v>
                </c:pt>
                <c:pt idx="1923">
                  <c:v>174.35610976989219</c:v>
                </c:pt>
                <c:pt idx="1924">
                  <c:v>173.97071005574503</c:v>
                </c:pt>
                <c:pt idx="1925">
                  <c:v>175.92833177229164</c:v>
                </c:pt>
                <c:pt idx="1926">
                  <c:v>175.26904441403525</c:v>
                </c:pt>
                <c:pt idx="1927">
                  <c:v>175.34381819856057</c:v>
                </c:pt>
                <c:pt idx="1928">
                  <c:v>175.76210274363913</c:v>
                </c:pt>
                <c:pt idx="1929">
                  <c:v>175.3408348319567</c:v>
                </c:pt>
                <c:pt idx="1930">
                  <c:v>174.07217378669398</c:v>
                </c:pt>
                <c:pt idx="1931">
                  <c:v>174.47785840880667</c:v>
                </c:pt>
                <c:pt idx="1932">
                  <c:v>175.67918115968584</c:v>
                </c:pt>
                <c:pt idx="1933">
                  <c:v>180.39525980832033</c:v>
                </c:pt>
                <c:pt idx="1934">
                  <c:v>181.01563677793683</c:v>
                </c:pt>
                <c:pt idx="1935">
                  <c:v>180.6644342917142</c:v>
                </c:pt>
                <c:pt idx="1936">
                  <c:v>180.93357487429813</c:v>
                </c:pt>
                <c:pt idx="1937">
                  <c:v>178.920268625235</c:v>
                </c:pt>
                <c:pt idx="1938">
                  <c:v>179.23821679127377</c:v>
                </c:pt>
                <c:pt idx="1939">
                  <c:v>180.62384506625989</c:v>
                </c:pt>
                <c:pt idx="1940">
                  <c:v>180.26869471847746</c:v>
                </c:pt>
                <c:pt idx="1941">
                  <c:v>180.89794335664357</c:v>
                </c:pt>
                <c:pt idx="1942">
                  <c:v>182.34251667377015</c:v>
                </c:pt>
                <c:pt idx="1943">
                  <c:v>183.61382352499683</c:v>
                </c:pt>
                <c:pt idx="1944">
                  <c:v>184.18448872809665</c:v>
                </c:pt>
                <c:pt idx="1945">
                  <c:v>184.84461802723931</c:v>
                </c:pt>
                <c:pt idx="1946">
                  <c:v>186.33766502882432</c:v>
                </c:pt>
                <c:pt idx="1947">
                  <c:v>184.20515353275769</c:v>
                </c:pt>
                <c:pt idx="1948">
                  <c:v>183.74499405770769</c:v>
                </c:pt>
                <c:pt idx="1949">
                  <c:v>184.08225169699554</c:v>
                </c:pt>
                <c:pt idx="1950">
                  <c:v>184.59171246488654</c:v>
                </c:pt>
                <c:pt idx="1951">
                  <c:v>183.47711489794668</c:v>
                </c:pt>
                <c:pt idx="1952">
                  <c:v>182.78115301231225</c:v>
                </c:pt>
                <c:pt idx="1953">
                  <c:v>183.78005530388111</c:v>
                </c:pt>
                <c:pt idx="1954">
                  <c:v>183.51308240523389</c:v>
                </c:pt>
                <c:pt idx="1955">
                  <c:v>181.03496207302524</c:v>
                </c:pt>
                <c:pt idx="1956">
                  <c:v>179.29532739795809</c:v>
                </c:pt>
                <c:pt idx="1957">
                  <c:v>180.37145363272384</c:v>
                </c:pt>
                <c:pt idx="1958">
                  <c:v>181.23326668069072</c:v>
                </c:pt>
                <c:pt idx="1959">
                  <c:v>180.87117524407137</c:v>
                </c:pt>
                <c:pt idx="1960">
                  <c:v>181.3981060755618</c:v>
                </c:pt>
                <c:pt idx="1961">
                  <c:v>180.5266173529688</c:v>
                </c:pt>
                <c:pt idx="1962">
                  <c:v>179.59104361060929</c:v>
                </c:pt>
                <c:pt idx="1963">
                  <c:v>178.26176870804483</c:v>
                </c:pt>
                <c:pt idx="1964">
                  <c:v>177.83108033671292</c:v>
                </c:pt>
                <c:pt idx="1965">
                  <c:v>178.54785897139703</c:v>
                </c:pt>
                <c:pt idx="1966">
                  <c:v>178.6763061868383</c:v>
                </c:pt>
                <c:pt idx="1967">
                  <c:v>179.42805833640028</c:v>
                </c:pt>
                <c:pt idx="1968">
                  <c:v>179.70139971305412</c:v>
                </c:pt>
                <c:pt idx="1969">
                  <c:v>178.36330547293105</c:v>
                </c:pt>
                <c:pt idx="1970">
                  <c:v>178.82178809320723</c:v>
                </c:pt>
                <c:pt idx="1971">
                  <c:v>179.08023786245425</c:v>
                </c:pt>
                <c:pt idx="1972">
                  <c:v>178.86497828352023</c:v>
                </c:pt>
                <c:pt idx="1973">
                  <c:v>178.19592990004296</c:v>
                </c:pt>
                <c:pt idx="1974">
                  <c:v>179.90536130809363</c:v>
                </c:pt>
                <c:pt idx="1975">
                  <c:v>180.77085611817154</c:v>
                </c:pt>
                <c:pt idx="1976">
                  <c:v>180.58762439892908</c:v>
                </c:pt>
                <c:pt idx="1977">
                  <c:v>180.60283362436229</c:v>
                </c:pt>
                <c:pt idx="1978">
                  <c:v>181.46854975136395</c:v>
                </c:pt>
                <c:pt idx="1979">
                  <c:v>182.37591401891987</c:v>
                </c:pt>
                <c:pt idx="1980">
                  <c:v>184.61621258170354</c:v>
                </c:pt>
                <c:pt idx="1981">
                  <c:v>184.37558654363747</c:v>
                </c:pt>
                <c:pt idx="1982">
                  <c:v>185.13565320327109</c:v>
                </c:pt>
                <c:pt idx="1983">
                  <c:v>185.38901171895372</c:v>
                </c:pt>
                <c:pt idx="1984">
                  <c:v>186.03337076134915</c:v>
                </c:pt>
                <c:pt idx="1985">
                  <c:v>182.91323342685288</c:v>
                </c:pt>
                <c:pt idx="1986">
                  <c:v>181.67887700778016</c:v>
                </c:pt>
                <c:pt idx="1987">
                  <c:v>181.49613798278159</c:v>
                </c:pt>
                <c:pt idx="1988">
                  <c:v>181.17309847797424</c:v>
                </c:pt>
                <c:pt idx="1989">
                  <c:v>180.78668398182694</c:v>
                </c:pt>
                <c:pt idx="1990">
                  <c:v>181.29295529726306</c:v>
                </c:pt>
                <c:pt idx="1991">
                  <c:v>178.62924600516001</c:v>
                </c:pt>
                <c:pt idx="1992">
                  <c:v>179.67467750264126</c:v>
                </c:pt>
                <c:pt idx="1993">
                  <c:v>180.67064662232536</c:v>
                </c:pt>
                <c:pt idx="1994">
                  <c:v>179.37308324833387</c:v>
                </c:pt>
                <c:pt idx="1995">
                  <c:v>180.96824906268728</c:v>
                </c:pt>
                <c:pt idx="1996">
                  <c:v>182.12603198789625</c:v>
                </c:pt>
                <c:pt idx="1997">
                  <c:v>182.08343562727683</c:v>
                </c:pt>
                <c:pt idx="1998">
                  <c:v>181.52683009879379</c:v>
                </c:pt>
                <c:pt idx="1999">
                  <c:v>181.33672050414992</c:v>
                </c:pt>
                <c:pt idx="2000">
                  <c:v>182.08653582848854</c:v>
                </c:pt>
                <c:pt idx="2001">
                  <c:v>180.79273809598106</c:v>
                </c:pt>
                <c:pt idx="2002">
                  <c:v>180.32831679449907</c:v>
                </c:pt>
                <c:pt idx="2003">
                  <c:v>179.73918931825784</c:v>
                </c:pt>
                <c:pt idx="2004">
                  <c:v>177.40771633206327</c:v>
                </c:pt>
                <c:pt idx="2005">
                  <c:v>173.34031260289083</c:v>
                </c:pt>
                <c:pt idx="2006">
                  <c:v>175.07023294685862</c:v>
                </c:pt>
                <c:pt idx="2007">
                  <c:v>175.89753005672168</c:v>
                </c:pt>
                <c:pt idx="2008">
                  <c:v>175.33074130694607</c:v>
                </c:pt>
                <c:pt idx="2009">
                  <c:v>174.46807491123053</c:v>
                </c:pt>
                <c:pt idx="2010">
                  <c:v>175.83699879669072</c:v>
                </c:pt>
                <c:pt idx="2011">
                  <c:v>176.72339142862535</c:v>
                </c:pt>
                <c:pt idx="2012">
                  <c:v>178.48571389046822</c:v>
                </c:pt>
                <c:pt idx="2013">
                  <c:v>178.34560158137211</c:v>
                </c:pt>
                <c:pt idx="2014">
                  <c:v>178.67506928136447</c:v>
                </c:pt>
                <c:pt idx="2015">
                  <c:v>178.20704376715224</c:v>
                </c:pt>
                <c:pt idx="2016">
                  <c:v>178.32863079390236</c:v>
                </c:pt>
                <c:pt idx="2017">
                  <c:v>179.24848700269905</c:v>
                </c:pt>
                <c:pt idx="2018">
                  <c:v>178.55619074464178</c:v>
                </c:pt>
                <c:pt idx="2019">
                  <c:v>181.69751593070515</c:v>
                </c:pt>
                <c:pt idx="2020">
                  <c:v>181.33430557945158</c:v>
                </c:pt>
                <c:pt idx="2021">
                  <c:v>180.84280546410903</c:v>
                </c:pt>
                <c:pt idx="2022">
                  <c:v>181.62950793440379</c:v>
                </c:pt>
                <c:pt idx="2023">
                  <c:v>181.91065205759776</c:v>
                </c:pt>
                <c:pt idx="2024">
                  <c:v>181.82021022996597</c:v>
                </c:pt>
                <c:pt idx="2025">
                  <c:v>182.5046495245837</c:v>
                </c:pt>
                <c:pt idx="2026">
                  <c:v>184.56589841402433</c:v>
                </c:pt>
                <c:pt idx="2027">
                  <c:v>184.83293114636822</c:v>
                </c:pt>
                <c:pt idx="2028">
                  <c:v>186.04739044381165</c:v>
                </c:pt>
                <c:pt idx="2029">
                  <c:v>189.94831910445487</c:v>
                </c:pt>
                <c:pt idx="2030">
                  <c:v>191.36193898732822</c:v>
                </c:pt>
                <c:pt idx="2031">
                  <c:v>192.20899874353728</c:v>
                </c:pt>
                <c:pt idx="2032">
                  <c:v>191.84915535874202</c:v>
                </c:pt>
                <c:pt idx="2033">
                  <c:v>192.46840970879705</c:v>
                </c:pt>
                <c:pt idx="2034">
                  <c:v>192.67858439724176</c:v>
                </c:pt>
                <c:pt idx="2035">
                  <c:v>191.86283421685809</c:v>
                </c:pt>
                <c:pt idx="2036">
                  <c:v>192.01141597018849</c:v>
                </c:pt>
                <c:pt idx="2037">
                  <c:v>194.46841622391906</c:v>
                </c:pt>
                <c:pt idx="2038">
                  <c:v>197.38563743561554</c:v>
                </c:pt>
                <c:pt idx="2039">
                  <c:v>197.42254599517463</c:v>
                </c:pt>
                <c:pt idx="2040">
                  <c:v>197.35585927921358</c:v>
                </c:pt>
                <c:pt idx="2041">
                  <c:v>194.63128741434903</c:v>
                </c:pt>
                <c:pt idx="2042">
                  <c:v>195.31326944333611</c:v>
                </c:pt>
                <c:pt idx="2043">
                  <c:v>198.98612430825062</c:v>
                </c:pt>
                <c:pt idx="2044">
                  <c:v>200.1251044446183</c:v>
                </c:pt>
                <c:pt idx="2045">
                  <c:v>199.69046337604073</c:v>
                </c:pt>
                <c:pt idx="2046">
                  <c:v>199.7869481798476</c:v>
                </c:pt>
                <c:pt idx="2047">
                  <c:v>198.95564186469852</c:v>
                </c:pt>
                <c:pt idx="2048">
                  <c:v>197.60177860233205</c:v>
                </c:pt>
                <c:pt idx="2049">
                  <c:v>198.95640855695976</c:v>
                </c:pt>
                <c:pt idx="2050">
                  <c:v>199.73371145225698</c:v>
                </c:pt>
                <c:pt idx="2051">
                  <c:v>198.16955889260217</c:v>
                </c:pt>
                <c:pt idx="2052">
                  <c:v>198.31935093372084</c:v>
                </c:pt>
                <c:pt idx="2053">
                  <c:v>198.93715218632411</c:v>
                </c:pt>
                <c:pt idx="2054">
                  <c:v>199.71150524800436</c:v>
                </c:pt>
                <c:pt idx="2055">
                  <c:v>201.88015575878273</c:v>
                </c:pt>
                <c:pt idx="2056">
                  <c:v>203.17653358309542</c:v>
                </c:pt>
                <c:pt idx="2057">
                  <c:v>198.56370841682238</c:v>
                </c:pt>
                <c:pt idx="2058">
                  <c:v>197.5698662799565</c:v>
                </c:pt>
                <c:pt idx="2059">
                  <c:v>198.57832433309488</c:v>
                </c:pt>
                <c:pt idx="2060">
                  <c:v>195.56323933284736</c:v>
                </c:pt>
                <c:pt idx="2061">
                  <c:v>197.44259237058967</c:v>
                </c:pt>
                <c:pt idx="2062">
                  <c:v>196.58139527285854</c:v>
                </c:pt>
                <c:pt idx="2063">
                  <c:v>200.04410660156364</c:v>
                </c:pt>
                <c:pt idx="2064">
                  <c:v>198.13348383421757</c:v>
                </c:pt>
                <c:pt idx="2065">
                  <c:v>200.10046763870344</c:v>
                </c:pt>
                <c:pt idx="2066">
                  <c:v>200.14187931619489</c:v>
                </c:pt>
                <c:pt idx="2067">
                  <c:v>201.86319588425312</c:v>
                </c:pt>
                <c:pt idx="2068">
                  <c:v>200.65004894282043</c:v>
                </c:pt>
                <c:pt idx="2069">
                  <c:v>202.01931245444155</c:v>
                </c:pt>
                <c:pt idx="2070">
                  <c:v>202.23990248890348</c:v>
                </c:pt>
                <c:pt idx="2071">
                  <c:v>200.28048588777477</c:v>
                </c:pt>
                <c:pt idx="2072">
                  <c:v>200.81943166376544</c:v>
                </c:pt>
                <c:pt idx="2073">
                  <c:v>199.29464625125215</c:v>
                </c:pt>
                <c:pt idx="2074">
                  <c:v>200.41037718872701</c:v>
                </c:pt>
                <c:pt idx="2075">
                  <c:v>201.13931842512994</c:v>
                </c:pt>
                <c:pt idx="2076">
                  <c:v>201.97160214647107</c:v>
                </c:pt>
                <c:pt idx="2077">
                  <c:v>203.10680976137766</c:v>
                </c:pt>
                <c:pt idx="2078">
                  <c:v>203.85829952059765</c:v>
                </c:pt>
                <c:pt idx="2079">
                  <c:v>204.7120233645891</c:v>
                </c:pt>
                <c:pt idx="2080">
                  <c:v>203.61271711085377</c:v>
                </c:pt>
                <c:pt idx="2081">
                  <c:v>205.01586760356508</c:v>
                </c:pt>
                <c:pt idx="2082">
                  <c:v>205.06474770443484</c:v>
                </c:pt>
                <c:pt idx="2083">
                  <c:v>204.2299976356181</c:v>
                </c:pt>
                <c:pt idx="2084">
                  <c:v>204.91994049232656</c:v>
                </c:pt>
                <c:pt idx="2085">
                  <c:v>202.57934465846861</c:v>
                </c:pt>
                <c:pt idx="2086">
                  <c:v>202.84905210380711</c:v>
                </c:pt>
                <c:pt idx="2087">
                  <c:v>206.49950086430471</c:v>
                </c:pt>
                <c:pt idx="2088">
                  <c:v>206.82336886445029</c:v>
                </c:pt>
                <c:pt idx="2089">
                  <c:v>206.28934469586514</c:v>
                </c:pt>
                <c:pt idx="2090">
                  <c:v>207.42417738933608</c:v>
                </c:pt>
                <c:pt idx="2091">
                  <c:v>207.9284203763533</c:v>
                </c:pt>
                <c:pt idx="2092">
                  <c:v>206.69461424147352</c:v>
                </c:pt>
                <c:pt idx="2093">
                  <c:v>206.55281874530985</c:v>
                </c:pt>
                <c:pt idx="2094">
                  <c:v>203.04027839819727</c:v>
                </c:pt>
                <c:pt idx="2095">
                  <c:v>204.49348668798936</c:v>
                </c:pt>
                <c:pt idx="2096">
                  <c:v>203.303545779616</c:v>
                </c:pt>
                <c:pt idx="2097">
                  <c:v>201.28569970948465</c:v>
                </c:pt>
                <c:pt idx="2098">
                  <c:v>201.09239208898168</c:v>
                </c:pt>
                <c:pt idx="2099">
                  <c:v>202.61417601968679</c:v>
                </c:pt>
                <c:pt idx="2100">
                  <c:v>202.00046333975126</c:v>
                </c:pt>
                <c:pt idx="2101">
                  <c:v>203.16669005731018</c:v>
                </c:pt>
                <c:pt idx="2102">
                  <c:v>204.91395889335908</c:v>
                </c:pt>
                <c:pt idx="2103">
                  <c:v>206.15401009217319</c:v>
                </c:pt>
                <c:pt idx="2104">
                  <c:v>206.11211612593777</c:v>
                </c:pt>
                <c:pt idx="2105">
                  <c:v>205.78816722361668</c:v>
                </c:pt>
                <c:pt idx="2106">
                  <c:v>206.54578536304396</c:v>
                </c:pt>
                <c:pt idx="2107">
                  <c:v>207.7297193055368</c:v>
                </c:pt>
                <c:pt idx="2108">
                  <c:v>209.20507758199744</c:v>
                </c:pt>
                <c:pt idx="2109">
                  <c:v>206.63328112134479</c:v>
                </c:pt>
                <c:pt idx="2110">
                  <c:v>202.96871406268349</c:v>
                </c:pt>
                <c:pt idx="2111">
                  <c:v>201.52979988586651</c:v>
                </c:pt>
                <c:pt idx="2112">
                  <c:v>202.90390557276879</c:v>
                </c:pt>
                <c:pt idx="2113">
                  <c:v>204.90921553255697</c:v>
                </c:pt>
                <c:pt idx="2114">
                  <c:v>205.28477845354772</c:v>
                </c:pt>
                <c:pt idx="2115">
                  <c:v>205.79259557902208</c:v>
                </c:pt>
                <c:pt idx="2116">
                  <c:v>207.14368156988525</c:v>
                </c:pt>
                <c:pt idx="2117">
                  <c:v>205.85289943537103</c:v>
                </c:pt>
                <c:pt idx="2118">
                  <c:v>207.65612621776719</c:v>
                </c:pt>
                <c:pt idx="2119">
                  <c:v>207.66690382295329</c:v>
                </c:pt>
                <c:pt idx="2120">
                  <c:v>206.26725913131932</c:v>
                </c:pt>
                <c:pt idx="2121">
                  <c:v>205.73350013996708</c:v>
                </c:pt>
                <c:pt idx="2122">
                  <c:v>204.37740285301092</c:v>
                </c:pt>
                <c:pt idx="2123">
                  <c:v>204.34511796533485</c:v>
                </c:pt>
                <c:pt idx="2124">
                  <c:v>201.22507328878285</c:v>
                </c:pt>
                <c:pt idx="2125">
                  <c:v>202.1278872064108</c:v>
                </c:pt>
                <c:pt idx="2126">
                  <c:v>202.50563413676196</c:v>
                </c:pt>
                <c:pt idx="2127">
                  <c:v>203.55622423833185</c:v>
                </c:pt>
                <c:pt idx="2128">
                  <c:v>203.42428358070606</c:v>
                </c:pt>
                <c:pt idx="2129">
                  <c:v>205.30703763071335</c:v>
                </c:pt>
                <c:pt idx="2130">
                  <c:v>205.92582768568062</c:v>
                </c:pt>
                <c:pt idx="2131">
                  <c:v>206.80026017090864</c:v>
                </c:pt>
                <c:pt idx="2132">
                  <c:v>207.75864477166519</c:v>
                </c:pt>
                <c:pt idx="2133">
                  <c:v>211.33684146952388</c:v>
                </c:pt>
                <c:pt idx="2134">
                  <c:v>211.10992024941231</c:v>
                </c:pt>
                <c:pt idx="2135">
                  <c:v>210.59424165019922</c:v>
                </c:pt>
                <c:pt idx="2136">
                  <c:v>208.49867618511371</c:v>
                </c:pt>
                <c:pt idx="2137">
                  <c:v>206.27687333286656</c:v>
                </c:pt>
                <c:pt idx="2138">
                  <c:v>206.97096874769977</c:v>
                </c:pt>
                <c:pt idx="2139">
                  <c:v>214.30535736517479</c:v>
                </c:pt>
                <c:pt idx="2140">
                  <c:v>200.54546013166114</c:v>
                </c:pt>
                <c:pt idx="2141">
                  <c:v>207.56774031130402</c:v>
                </c:pt>
                <c:pt idx="2142">
                  <c:v>209.22417215848535</c:v>
                </c:pt>
                <c:pt idx="2143">
                  <c:v>213.62182813030799</c:v>
                </c:pt>
                <c:pt idx="2144">
                  <c:v>213.16893050516825</c:v>
                </c:pt>
                <c:pt idx="2145">
                  <c:v>213.1862344898438</c:v>
                </c:pt>
                <c:pt idx="2146">
                  <c:v>213.56753168629999</c:v>
                </c:pt>
                <c:pt idx="2147">
                  <c:v>214.30811504823222</c:v>
                </c:pt>
                <c:pt idx="2148">
                  <c:v>215.93278311822277</c:v>
                </c:pt>
                <c:pt idx="2149">
                  <c:v>215.5487258120684</c:v>
                </c:pt>
                <c:pt idx="2150">
                  <c:v>215.90037222271835</c:v>
                </c:pt>
                <c:pt idx="2151">
                  <c:v>215.14337455889248</c:v>
                </c:pt>
                <c:pt idx="2152">
                  <c:v>215.66612346071724</c:v>
                </c:pt>
                <c:pt idx="2153">
                  <c:v>217.5717920940323</c:v>
                </c:pt>
                <c:pt idx="2154">
                  <c:v>218.62744609612349</c:v>
                </c:pt>
                <c:pt idx="2155">
                  <c:v>220.37219598479129</c:v>
                </c:pt>
                <c:pt idx="2156">
                  <c:v>220.15699475990408</c:v>
                </c:pt>
                <c:pt idx="2157">
                  <c:v>221.491631363095</c:v>
                </c:pt>
                <c:pt idx="2158">
                  <c:v>222.817813188239</c:v>
                </c:pt>
                <c:pt idx="2159">
                  <c:v>222.96139496315087</c:v>
                </c:pt>
                <c:pt idx="2160">
                  <c:v>223.16048279162283</c:v>
                </c:pt>
                <c:pt idx="2161">
                  <c:v>223.94901372677157</c:v>
                </c:pt>
                <c:pt idx="2162">
                  <c:v>222.93086110996271</c:v>
                </c:pt>
                <c:pt idx="2163">
                  <c:v>222.85295956154394</c:v>
                </c:pt>
                <c:pt idx="2164">
                  <c:v>225.1360572973409</c:v>
                </c:pt>
                <c:pt idx="2165">
                  <c:v>225.34381404724158</c:v>
                </c:pt>
                <c:pt idx="2166">
                  <c:v>226.89742407205469</c:v>
                </c:pt>
                <c:pt idx="2167">
                  <c:v>224.42463646285421</c:v>
                </c:pt>
                <c:pt idx="2168">
                  <c:v>224.15965172151729</c:v>
                </c:pt>
                <c:pt idx="2169">
                  <c:v>223.89129208615006</c:v>
                </c:pt>
                <c:pt idx="2170">
                  <c:v>223.18421851203456</c:v>
                </c:pt>
                <c:pt idx="2171">
                  <c:v>223.10413438261486</c:v>
                </c:pt>
                <c:pt idx="2172">
                  <c:v>226.96989268505965</c:v>
                </c:pt>
                <c:pt idx="2173">
                  <c:v>226.9545110904015</c:v>
                </c:pt>
                <c:pt idx="2174">
                  <c:v>227.15992767186876</c:v>
                </c:pt>
                <c:pt idx="2175">
                  <c:v>227.98715573157975</c:v>
                </c:pt>
                <c:pt idx="2176">
                  <c:v>228.58469585212006</c:v>
                </c:pt>
                <c:pt idx="2177">
                  <c:v>225.87154508127392</c:v>
                </c:pt>
                <c:pt idx="2178">
                  <c:v>219.55516063183512</c:v>
                </c:pt>
                <c:pt idx="2179">
                  <c:v>218.80020616185035</c:v>
                </c:pt>
                <c:pt idx="2180">
                  <c:v>221.46476056402531</c:v>
                </c:pt>
                <c:pt idx="2181">
                  <c:v>219.80238500068717</c:v>
                </c:pt>
                <c:pt idx="2182">
                  <c:v>222.24013168798922</c:v>
                </c:pt>
                <c:pt idx="2183">
                  <c:v>221.87034318598862</c:v>
                </c:pt>
                <c:pt idx="2184">
                  <c:v>220.10329856887824</c:v>
                </c:pt>
                <c:pt idx="2185">
                  <c:v>223.67436247628225</c:v>
                </c:pt>
                <c:pt idx="2186">
                  <c:v>224.05756675853559</c:v>
                </c:pt>
                <c:pt idx="2187">
                  <c:v>225.58378056205919</c:v>
                </c:pt>
                <c:pt idx="2188">
                  <c:v>225.86372555889281</c:v>
                </c:pt>
                <c:pt idx="2189">
                  <c:v>226.13630970770134</c:v>
                </c:pt>
                <c:pt idx="2190">
                  <c:v>226.46425454747617</c:v>
                </c:pt>
                <c:pt idx="2191">
                  <c:v>228.2402376192446</c:v>
                </c:pt>
                <c:pt idx="2192">
                  <c:v>228.05538036876663</c:v>
                </c:pt>
                <c:pt idx="2193">
                  <c:v>228.30352520658019</c:v>
                </c:pt>
                <c:pt idx="2194">
                  <c:v>229.42223373854276</c:v>
                </c:pt>
                <c:pt idx="2195">
                  <c:v>230.24009403915954</c:v>
                </c:pt>
                <c:pt idx="2196">
                  <c:v>230.63058045037832</c:v>
                </c:pt>
                <c:pt idx="2197">
                  <c:v>230.41699676823811</c:v>
                </c:pt>
                <c:pt idx="2198">
                  <c:v>229.63422928168103</c:v>
                </c:pt>
                <c:pt idx="2199">
                  <c:v>229.10684588721477</c:v>
                </c:pt>
                <c:pt idx="2200">
                  <c:v>226.57709591030334</c:v>
                </c:pt>
                <c:pt idx="2201">
                  <c:v>227.31344318486657</c:v>
                </c:pt>
                <c:pt idx="2202">
                  <c:v>228.17968583528207</c:v>
                </c:pt>
                <c:pt idx="2203">
                  <c:v>227.12738584029799</c:v>
                </c:pt>
                <c:pt idx="2204">
                  <c:v>231.21042586278108</c:v>
                </c:pt>
                <c:pt idx="2205">
                  <c:v>232.01917367426717</c:v>
                </c:pt>
                <c:pt idx="2206">
                  <c:v>231.64492785298134</c:v>
                </c:pt>
                <c:pt idx="2207">
                  <c:v>232.58501121413761</c:v>
                </c:pt>
                <c:pt idx="2208">
                  <c:v>236.37135734925243</c:v>
                </c:pt>
                <c:pt idx="2209">
                  <c:v>237.67004623007969</c:v>
                </c:pt>
                <c:pt idx="2210">
                  <c:v>237.34406760502242</c:v>
                </c:pt>
                <c:pt idx="2211">
                  <c:v>238.16883294697186</c:v>
                </c:pt>
                <c:pt idx="2212">
                  <c:v>239.66835665446033</c:v>
                </c:pt>
                <c:pt idx="2213">
                  <c:v>239.42099674283608</c:v>
                </c:pt>
                <c:pt idx="2214">
                  <c:v>235.51550558434039</c:v>
                </c:pt>
                <c:pt idx="2215">
                  <c:v>230.15479717356206</c:v>
                </c:pt>
                <c:pt idx="2216">
                  <c:v>227.96261352811106</c:v>
                </c:pt>
                <c:pt idx="2217">
                  <c:v>225.95231911656705</c:v>
                </c:pt>
                <c:pt idx="2218">
                  <c:v>228.020120988847</c:v>
                </c:pt>
                <c:pt idx="2219">
                  <c:v>227.67576901821482</c:v>
                </c:pt>
                <c:pt idx="2220">
                  <c:v>227.80847514492152</c:v>
                </c:pt>
                <c:pt idx="2221">
                  <c:v>227.25307938985728</c:v>
                </c:pt>
                <c:pt idx="2222">
                  <c:v>228.74326351700387</c:v>
                </c:pt>
                <c:pt idx="2223">
                  <c:v>228.06000343679474</c:v>
                </c:pt>
                <c:pt idx="2224">
                  <c:v>227.28762716610507</c:v>
                </c:pt>
                <c:pt idx="2225">
                  <c:v>225.37697475767098</c:v>
                </c:pt>
                <c:pt idx="2226">
                  <c:v>226.21645575691403</c:v>
                </c:pt>
                <c:pt idx="2227">
                  <c:v>225.54357508115868</c:v>
                </c:pt>
                <c:pt idx="2228">
                  <c:v>222.73811627396236</c:v>
                </c:pt>
                <c:pt idx="2229">
                  <c:v>222.39639805411852</c:v>
                </c:pt>
                <c:pt idx="2230">
                  <c:v>222.07108799055047</c:v>
                </c:pt>
                <c:pt idx="2231">
                  <c:v>220.07282893880165</c:v>
                </c:pt>
                <c:pt idx="2232">
                  <c:v>221.51288458727817</c:v>
                </c:pt>
                <c:pt idx="2233">
                  <c:v>220.29515825099367</c:v>
                </c:pt>
                <c:pt idx="2234">
                  <c:v>221.19616652671982</c:v>
                </c:pt>
                <c:pt idx="2235">
                  <c:v>218.31136610128803</c:v>
                </c:pt>
                <c:pt idx="2236">
                  <c:v>220.24974879136215</c:v>
                </c:pt>
                <c:pt idx="2237">
                  <c:v>222.41078653257367</c:v>
                </c:pt>
                <c:pt idx="2238">
                  <c:v>219.51300868072821</c:v>
                </c:pt>
                <c:pt idx="2239">
                  <c:v>218.99978609810046</c:v>
                </c:pt>
                <c:pt idx="2240">
                  <c:v>218.91222863168005</c:v>
                </c:pt>
                <c:pt idx="2241">
                  <c:v>216.53212047280408</c:v>
                </c:pt>
                <c:pt idx="2242">
                  <c:v>213.34238485014049</c:v>
                </c:pt>
                <c:pt idx="2243">
                  <c:v>212.67104886598469</c:v>
                </c:pt>
                <c:pt idx="2244">
                  <c:v>211.55699466225326</c:v>
                </c:pt>
                <c:pt idx="2245">
                  <c:v>216.50075973031565</c:v>
                </c:pt>
                <c:pt idx="2246">
                  <c:v>219.9225183234264</c:v>
                </c:pt>
                <c:pt idx="2247">
                  <c:v>219.65821878879666</c:v>
                </c:pt>
                <c:pt idx="2248">
                  <c:v>219.8994651602728</c:v>
                </c:pt>
                <c:pt idx="2249">
                  <c:v>216.63153276687186</c:v>
                </c:pt>
                <c:pt idx="2250">
                  <c:v>219.36350106446503</c:v>
                </c:pt>
                <c:pt idx="2251">
                  <c:v>220.99995880955842</c:v>
                </c:pt>
                <c:pt idx="2252">
                  <c:v>221.07397438040866</c:v>
                </c:pt>
                <c:pt idx="2253">
                  <c:v>223.13254713439005</c:v>
                </c:pt>
                <c:pt idx="2254">
                  <c:v>223.05547430606995</c:v>
                </c:pt>
                <c:pt idx="2255">
                  <c:v>222.3331074892422</c:v>
                </c:pt>
                <c:pt idx="2256">
                  <c:v>221.93115080467967</c:v>
                </c:pt>
                <c:pt idx="2257">
                  <c:v>222.24464723410355</c:v>
                </c:pt>
                <c:pt idx="2258">
                  <c:v>221.32550967071575</c:v>
                </c:pt>
                <c:pt idx="2259">
                  <c:v>223.38985419489723</c:v>
                </c:pt>
                <c:pt idx="2260">
                  <c:v>222.52719096768766</c:v>
                </c:pt>
                <c:pt idx="2261">
                  <c:v>219.27045990642</c:v>
                </c:pt>
                <c:pt idx="2262">
                  <c:v>218.00733368666127</c:v>
                </c:pt>
                <c:pt idx="2263">
                  <c:v>215.43357396707799</c:v>
                </c:pt>
                <c:pt idx="2264">
                  <c:v>212.1226856321039</c:v>
                </c:pt>
                <c:pt idx="2265">
                  <c:v>213.65692955518134</c:v>
                </c:pt>
                <c:pt idx="2266">
                  <c:v>213.42486436959678</c:v>
                </c:pt>
                <c:pt idx="2267">
                  <c:v>213.6276965376174</c:v>
                </c:pt>
                <c:pt idx="2268">
                  <c:v>214.19616629455322</c:v>
                </c:pt>
                <c:pt idx="2269">
                  <c:v>212.6805467685455</c:v>
                </c:pt>
                <c:pt idx="2270">
                  <c:v>212.67964729108198</c:v>
                </c:pt>
                <c:pt idx="2271">
                  <c:v>213.56203468278142</c:v>
                </c:pt>
                <c:pt idx="2272">
                  <c:v>215.76073836530094</c:v>
                </c:pt>
                <c:pt idx="2273">
                  <c:v>214.18391836616834</c:v>
                </c:pt>
                <c:pt idx="2274">
                  <c:v>210.54851251627102</c:v>
                </c:pt>
                <c:pt idx="2275">
                  <c:v>211.63571438085654</c:v>
                </c:pt>
                <c:pt idx="2276">
                  <c:v>211.15808383574293</c:v>
                </c:pt>
                <c:pt idx="2277">
                  <c:v>209.71004030831278</c:v>
                </c:pt>
                <c:pt idx="2278">
                  <c:v>208.73842938998541</c:v>
                </c:pt>
                <c:pt idx="2279">
                  <c:v>204.37243818662546</c:v>
                </c:pt>
                <c:pt idx="2280">
                  <c:v>204.90262093508375</c:v>
                </c:pt>
                <c:pt idx="2281">
                  <c:v>205.34689346097292</c:v>
                </c:pt>
                <c:pt idx="2282">
                  <c:v>206.25601478488548</c:v>
                </c:pt>
                <c:pt idx="2283">
                  <c:v>205.06029775418909</c:v>
                </c:pt>
                <c:pt idx="2284">
                  <c:v>206.31125818840098</c:v>
                </c:pt>
                <c:pt idx="2285">
                  <c:v>203.64824822968899</c:v>
                </c:pt>
                <c:pt idx="2286">
                  <c:v>204.68066764786951</c:v>
                </c:pt>
                <c:pt idx="2287">
                  <c:v>205.37597501981912</c:v>
                </c:pt>
                <c:pt idx="2288">
                  <c:v>204.77459394649162</c:v>
                </c:pt>
                <c:pt idx="2289">
                  <c:v>202.14424440202694</c:v>
                </c:pt>
                <c:pt idx="2290">
                  <c:v>203.00059091825241</c:v>
                </c:pt>
                <c:pt idx="2291">
                  <c:v>204.72380431084792</c:v>
                </c:pt>
                <c:pt idx="2292">
                  <c:v>205.47001437289632</c:v>
                </c:pt>
                <c:pt idx="2293">
                  <c:v>207.62086935108925</c:v>
                </c:pt>
                <c:pt idx="2294">
                  <c:v>207.38903529090371</c:v>
                </c:pt>
                <c:pt idx="2295">
                  <c:v>208.50644170684484</c:v>
                </c:pt>
                <c:pt idx="2296">
                  <c:v>207.88329098113994</c:v>
                </c:pt>
                <c:pt idx="2297">
                  <c:v>206.26853457202364</c:v>
                </c:pt>
                <c:pt idx="2298">
                  <c:v>206.08579951170191</c:v>
                </c:pt>
                <c:pt idx="2299">
                  <c:v>203.19109287347686</c:v>
                </c:pt>
                <c:pt idx="2300">
                  <c:v>203.05062938313637</c:v>
                </c:pt>
                <c:pt idx="2301">
                  <c:v>202.84447273703546</c:v>
                </c:pt>
                <c:pt idx="2302">
                  <c:v>201.93545329905339</c:v>
                </c:pt>
                <c:pt idx="2303">
                  <c:v>202.20186181491397</c:v>
                </c:pt>
                <c:pt idx="2304">
                  <c:v>201.87227350305395</c:v>
                </c:pt>
                <c:pt idx="2305">
                  <c:v>201.76317856023616</c:v>
                </c:pt>
                <c:pt idx="2306">
                  <c:v>202.22808245767507</c:v>
                </c:pt>
                <c:pt idx="2307">
                  <c:v>201.31609274094771</c:v>
                </c:pt>
                <c:pt idx="2308">
                  <c:v>199.07076755545194</c:v>
                </c:pt>
                <c:pt idx="2309">
                  <c:v>198.30904968906199</c:v>
                </c:pt>
                <c:pt idx="2310">
                  <c:v>193.7029778121744</c:v>
                </c:pt>
                <c:pt idx="2311">
                  <c:v>193.8092475770855</c:v>
                </c:pt>
                <c:pt idx="2312">
                  <c:v>193.38364054216868</c:v>
                </c:pt>
                <c:pt idx="2313">
                  <c:v>196.2627280277361</c:v>
                </c:pt>
                <c:pt idx="2314">
                  <c:v>198.09351809180524</c:v>
                </c:pt>
                <c:pt idx="2315">
                  <c:v>198.21829079168663</c:v>
                </c:pt>
                <c:pt idx="2316">
                  <c:v>197.00503076686215</c:v>
                </c:pt>
                <c:pt idx="2317">
                  <c:v>197.13702641433881</c:v>
                </c:pt>
                <c:pt idx="2318">
                  <c:v>197.04643698463312</c:v>
                </c:pt>
                <c:pt idx="2319">
                  <c:v>196.80330348290775</c:v>
                </c:pt>
                <c:pt idx="2320">
                  <c:v>202.64167148296099</c:v>
                </c:pt>
                <c:pt idx="2321">
                  <c:v>205.61541213246701</c:v>
                </c:pt>
                <c:pt idx="2322">
                  <c:v>207.23720448454628</c:v>
                </c:pt>
                <c:pt idx="2323">
                  <c:v>210.91612331275905</c:v>
                </c:pt>
                <c:pt idx="2324">
                  <c:v>209.29801272050739</c:v>
                </c:pt>
                <c:pt idx="2325">
                  <c:v>210.49763000074117</c:v>
                </c:pt>
                <c:pt idx="2326">
                  <c:v>210.29027007973465</c:v>
                </c:pt>
              </c:numCache>
            </c:numRef>
          </c:val>
          <c:smooth val="0"/>
          <c:extLst>
            <c:ext xmlns:c16="http://schemas.microsoft.com/office/drawing/2014/chart" uri="{C3380CC4-5D6E-409C-BE32-E72D297353CC}">
              <c16:uniqueId val="{00000000-AF2F-5546-ACD5-CCD7865E1BD1}"/>
            </c:ext>
          </c:extLst>
        </c:ser>
        <c:ser>
          <c:idx val="1"/>
          <c:order val="1"/>
          <c:tx>
            <c:strRef>
              <c:f>FX!$BJ$2</c:f>
              <c:strCache>
                <c:ptCount val="1"/>
                <c:pt idx="0">
                  <c:v>NIFTY MIDCAP 100</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FX!$BH$3:$BH$2329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FX!$BJ$3:$BJ$2329</c:f>
              <c:numCache>
                <c:formatCode>_(* #,##0.0_);_(* \(#,##0.0\);_(* "-"??_);_(@_)</c:formatCode>
                <c:ptCount val="2327"/>
                <c:pt idx="0" formatCode="General">
                  <c:v>100</c:v>
                </c:pt>
                <c:pt idx="1">
                  <c:v>100.64588732238097</c:v>
                </c:pt>
                <c:pt idx="2">
                  <c:v>100.73226979862581</c:v>
                </c:pt>
                <c:pt idx="3">
                  <c:v>97.687244947420794</c:v>
                </c:pt>
                <c:pt idx="4">
                  <c:v>97.866828480572082</c:v>
                </c:pt>
                <c:pt idx="5">
                  <c:v>100.33218171379457</c:v>
                </c:pt>
                <c:pt idx="6">
                  <c:v>101.3107240115887</c:v>
                </c:pt>
                <c:pt idx="7">
                  <c:v>102.17262631675456</c:v>
                </c:pt>
                <c:pt idx="8">
                  <c:v>102.27942260738371</c:v>
                </c:pt>
                <c:pt idx="9">
                  <c:v>101.97585141996984</c:v>
                </c:pt>
                <c:pt idx="10">
                  <c:v>104.05615645039083</c:v>
                </c:pt>
                <c:pt idx="11">
                  <c:v>104.45036353621292</c:v>
                </c:pt>
                <c:pt idx="12">
                  <c:v>104.73484779408709</c:v>
                </c:pt>
                <c:pt idx="13">
                  <c:v>105.68179184932525</c:v>
                </c:pt>
                <c:pt idx="14">
                  <c:v>105.77038393741938</c:v>
                </c:pt>
                <c:pt idx="15">
                  <c:v>106.47674246386565</c:v>
                </c:pt>
                <c:pt idx="16">
                  <c:v>107.42671197463524</c:v>
                </c:pt>
                <c:pt idx="17">
                  <c:v>108.14430031066073</c:v>
                </c:pt>
                <c:pt idx="18">
                  <c:v>107.65230739623702</c:v>
                </c:pt>
                <c:pt idx="19">
                  <c:v>106.75649330092629</c:v>
                </c:pt>
                <c:pt idx="20">
                  <c:v>107.21601997922232</c:v>
                </c:pt>
                <c:pt idx="21">
                  <c:v>106.60682329176967</c:v>
                </c:pt>
                <c:pt idx="22">
                  <c:v>106.33431357730309</c:v>
                </c:pt>
                <c:pt idx="23">
                  <c:v>104.43773910961767</c:v>
                </c:pt>
                <c:pt idx="24">
                  <c:v>103.70714934276356</c:v>
                </c:pt>
                <c:pt idx="25">
                  <c:v>101.30899392123352</c:v>
                </c:pt>
                <c:pt idx="26">
                  <c:v>102.28637544883109</c:v>
                </c:pt>
                <c:pt idx="27">
                  <c:v>104.56739516094611</c:v>
                </c:pt>
                <c:pt idx="28">
                  <c:v>105.23808841619828</c:v>
                </c:pt>
                <c:pt idx="29">
                  <c:v>106.32521969996162</c:v>
                </c:pt>
                <c:pt idx="30">
                  <c:v>106.55160155042685</c:v>
                </c:pt>
                <c:pt idx="31">
                  <c:v>106.5187443577523</c:v>
                </c:pt>
                <c:pt idx="32">
                  <c:v>105.59521992120983</c:v>
                </c:pt>
                <c:pt idx="33">
                  <c:v>105.0517698682383</c:v>
                </c:pt>
                <c:pt idx="34">
                  <c:v>105.2703690645437</c:v>
                </c:pt>
                <c:pt idx="35">
                  <c:v>104.23018899308909</c:v>
                </c:pt>
                <c:pt idx="36">
                  <c:v>106.61062575512034</c:v>
                </c:pt>
                <c:pt idx="37">
                  <c:v>106.6447715939383</c:v>
                </c:pt>
                <c:pt idx="38">
                  <c:v>109.06348045062789</c:v>
                </c:pt>
                <c:pt idx="39">
                  <c:v>107.55341687627403</c:v>
                </c:pt>
                <c:pt idx="40">
                  <c:v>107.81446542253299</c:v>
                </c:pt>
                <c:pt idx="41">
                  <c:v>105.70300998857692</c:v>
                </c:pt>
                <c:pt idx="42">
                  <c:v>105.58439256106783</c:v>
                </c:pt>
                <c:pt idx="43">
                  <c:v>105.11325111030423</c:v>
                </c:pt>
                <c:pt idx="44">
                  <c:v>107.0605833590559</c:v>
                </c:pt>
                <c:pt idx="45">
                  <c:v>105.44509411825236</c:v>
                </c:pt>
                <c:pt idx="46">
                  <c:v>104.7972693092151</c:v>
                </c:pt>
                <c:pt idx="47">
                  <c:v>106.03714780521618</c:v>
                </c:pt>
                <c:pt idx="48">
                  <c:v>106.24876648984809</c:v>
                </c:pt>
                <c:pt idx="49">
                  <c:v>106.29138077297783</c:v>
                </c:pt>
                <c:pt idx="50">
                  <c:v>104.60699475298298</c:v>
                </c:pt>
                <c:pt idx="51">
                  <c:v>104.10036976019119</c:v>
                </c:pt>
                <c:pt idx="52">
                  <c:v>103.92386263759109</c:v>
                </c:pt>
                <c:pt idx="53">
                  <c:v>103.81773665664221</c:v>
                </c:pt>
                <c:pt idx="54">
                  <c:v>102.34067520637988</c:v>
                </c:pt>
                <c:pt idx="55">
                  <c:v>105.43346719312636</c:v>
                </c:pt>
                <c:pt idx="56">
                  <c:v>107.28128381595812</c:v>
                </c:pt>
                <c:pt idx="57">
                  <c:v>107.91317201903951</c:v>
                </c:pt>
                <c:pt idx="58">
                  <c:v>108.75753329217815</c:v>
                </c:pt>
                <c:pt idx="59">
                  <c:v>109.14807356005949</c:v>
                </c:pt>
                <c:pt idx="60">
                  <c:v>109.71333404337055</c:v>
                </c:pt>
                <c:pt idx="61">
                  <c:v>109.19760387331084</c:v>
                </c:pt>
                <c:pt idx="62">
                  <c:v>108.48727199802128</c:v>
                </c:pt>
                <c:pt idx="63">
                  <c:v>106.85837073362809</c:v>
                </c:pt>
                <c:pt idx="64">
                  <c:v>103.92215258685899</c:v>
                </c:pt>
                <c:pt idx="65">
                  <c:v>102.56516148893954</c:v>
                </c:pt>
                <c:pt idx="66">
                  <c:v>102.98999479833746</c:v>
                </c:pt>
                <c:pt idx="67">
                  <c:v>102.45724700439517</c:v>
                </c:pt>
                <c:pt idx="68">
                  <c:v>100.28570226525969</c:v>
                </c:pt>
                <c:pt idx="69">
                  <c:v>97.677713429478786</c:v>
                </c:pt>
                <c:pt idx="70">
                  <c:v>99.766677779923256</c:v>
                </c:pt>
                <c:pt idx="71">
                  <c:v>100.51992305879982</c:v>
                </c:pt>
                <c:pt idx="72">
                  <c:v>100.26566918559689</c:v>
                </c:pt>
                <c:pt idx="73">
                  <c:v>99.092720312827851</c:v>
                </c:pt>
                <c:pt idx="74">
                  <c:v>96.881122035622127</c:v>
                </c:pt>
                <c:pt idx="75">
                  <c:v>98.273671164814019</c:v>
                </c:pt>
                <c:pt idx="76">
                  <c:v>100.4643478234796</c:v>
                </c:pt>
                <c:pt idx="77">
                  <c:v>98.291262489333548</c:v>
                </c:pt>
                <c:pt idx="78">
                  <c:v>99.843243166508046</c:v>
                </c:pt>
                <c:pt idx="79">
                  <c:v>101.77448343876299</c:v>
                </c:pt>
                <c:pt idx="80">
                  <c:v>102.49439559756634</c:v>
                </c:pt>
                <c:pt idx="81">
                  <c:v>103.31250136247932</c:v>
                </c:pt>
                <c:pt idx="82">
                  <c:v>103.07089729132137</c:v>
                </c:pt>
                <c:pt idx="83">
                  <c:v>102.75158401171727</c:v>
                </c:pt>
                <c:pt idx="84">
                  <c:v>102.87953797603542</c:v>
                </c:pt>
                <c:pt idx="85">
                  <c:v>103.43074789513901</c:v>
                </c:pt>
                <c:pt idx="86">
                  <c:v>103.46156601538388</c:v>
                </c:pt>
                <c:pt idx="87">
                  <c:v>103.01921342338859</c:v>
                </c:pt>
                <c:pt idx="88">
                  <c:v>102.87632237931047</c:v>
                </c:pt>
                <c:pt idx="89">
                  <c:v>102.49296196046512</c:v>
                </c:pt>
                <c:pt idx="90">
                  <c:v>103.84721427448439</c:v>
                </c:pt>
                <c:pt idx="91">
                  <c:v>104.09194343053663</c:v>
                </c:pt>
                <c:pt idx="92">
                  <c:v>101.47297799791461</c:v>
                </c:pt>
                <c:pt idx="93">
                  <c:v>99.89859681581548</c:v>
                </c:pt>
                <c:pt idx="94">
                  <c:v>99.390832643585483</c:v>
                </c:pt>
                <c:pt idx="95">
                  <c:v>100.01454829914421</c:v>
                </c:pt>
                <c:pt idx="96">
                  <c:v>98.14156866994476</c:v>
                </c:pt>
                <c:pt idx="97">
                  <c:v>98.037226574884272</c:v>
                </c:pt>
                <c:pt idx="98">
                  <c:v>99.196189878709333</c:v>
                </c:pt>
                <c:pt idx="99">
                  <c:v>97.514520571900761</c:v>
                </c:pt>
                <c:pt idx="100">
                  <c:v>97.366773585354764</c:v>
                </c:pt>
                <c:pt idx="101">
                  <c:v>97.462378085263964</c:v>
                </c:pt>
                <c:pt idx="102">
                  <c:v>97.705102356324005</c:v>
                </c:pt>
                <c:pt idx="103">
                  <c:v>99.276876996609715</c:v>
                </c:pt>
                <c:pt idx="104">
                  <c:v>100.41182665076884</c:v>
                </c:pt>
                <c:pt idx="105">
                  <c:v>101.12581713355215</c:v>
                </c:pt>
                <c:pt idx="106">
                  <c:v>103.19420825047955</c:v>
                </c:pt>
                <c:pt idx="107">
                  <c:v>103.31332795368957</c:v>
                </c:pt>
                <c:pt idx="108">
                  <c:v>102.28550616807411</c:v>
                </c:pt>
                <c:pt idx="109">
                  <c:v>103.08304823623658</c:v>
                </c:pt>
                <c:pt idx="110">
                  <c:v>103.19958032335461</c:v>
                </c:pt>
                <c:pt idx="111">
                  <c:v>101.10240273128362</c:v>
                </c:pt>
                <c:pt idx="112">
                  <c:v>102.50968182482889</c:v>
                </c:pt>
                <c:pt idx="113">
                  <c:v>104.26066239888182</c:v>
                </c:pt>
                <c:pt idx="114">
                  <c:v>105.2112026062096</c:v>
                </c:pt>
                <c:pt idx="115">
                  <c:v>104.94291755611303</c:v>
                </c:pt>
                <c:pt idx="116">
                  <c:v>105.9905348612442</c:v>
                </c:pt>
                <c:pt idx="117">
                  <c:v>106.81839023097955</c:v>
                </c:pt>
                <c:pt idx="118">
                  <c:v>105.17069671123301</c:v>
                </c:pt>
                <c:pt idx="119">
                  <c:v>104.89988473222996</c:v>
                </c:pt>
                <c:pt idx="120">
                  <c:v>105.10482890777978</c:v>
                </c:pt>
                <c:pt idx="121">
                  <c:v>106.33189164310264</c:v>
                </c:pt>
                <c:pt idx="122">
                  <c:v>106.56432376403167</c:v>
                </c:pt>
                <c:pt idx="123">
                  <c:v>107.10081698453573</c:v>
                </c:pt>
                <c:pt idx="124">
                  <c:v>108.23934593513687</c:v>
                </c:pt>
                <c:pt idx="125">
                  <c:v>108.59984651389419</c:v>
                </c:pt>
                <c:pt idx="126">
                  <c:v>108.76866211366418</c:v>
                </c:pt>
                <c:pt idx="127">
                  <c:v>106.76669881436958</c:v>
                </c:pt>
                <c:pt idx="128">
                  <c:v>108.04806368466812</c:v>
                </c:pt>
                <c:pt idx="129">
                  <c:v>107.91609435300757</c:v>
                </c:pt>
                <c:pt idx="130">
                  <c:v>106.81011016711291</c:v>
                </c:pt>
                <c:pt idx="131">
                  <c:v>105.26696873886617</c:v>
                </c:pt>
                <c:pt idx="132">
                  <c:v>104.74170262428659</c:v>
                </c:pt>
                <c:pt idx="133">
                  <c:v>105.80599996068955</c:v>
                </c:pt>
                <c:pt idx="134">
                  <c:v>106.49048968014857</c:v>
                </c:pt>
                <c:pt idx="135">
                  <c:v>107.75183487267904</c:v>
                </c:pt>
                <c:pt idx="136">
                  <c:v>108.63421270869669</c:v>
                </c:pt>
                <c:pt idx="137">
                  <c:v>110.24309062553063</c:v>
                </c:pt>
                <c:pt idx="138">
                  <c:v>111.38699961732701</c:v>
                </c:pt>
                <c:pt idx="139">
                  <c:v>111.38670856638187</c:v>
                </c:pt>
                <c:pt idx="140">
                  <c:v>111.12973609240522</c:v>
                </c:pt>
                <c:pt idx="141">
                  <c:v>111.09978540100792</c:v>
                </c:pt>
                <c:pt idx="142">
                  <c:v>109.6544321205827</c:v>
                </c:pt>
                <c:pt idx="143">
                  <c:v>106.04664896629173</c:v>
                </c:pt>
                <c:pt idx="144">
                  <c:v>105.52208636514933</c:v>
                </c:pt>
                <c:pt idx="145">
                  <c:v>107.3569432126114</c:v>
                </c:pt>
                <c:pt idx="146">
                  <c:v>108.37249541629897</c:v>
                </c:pt>
                <c:pt idx="147">
                  <c:v>108.37183349690277</c:v>
                </c:pt>
                <c:pt idx="148">
                  <c:v>106.50913996303235</c:v>
                </c:pt>
                <c:pt idx="149">
                  <c:v>104.92222428381827</c:v>
                </c:pt>
                <c:pt idx="150">
                  <c:v>94.740889891685313</c:v>
                </c:pt>
                <c:pt idx="151">
                  <c:v>96.323200283183681</c:v>
                </c:pt>
                <c:pt idx="152">
                  <c:v>96.856556494674905</c:v>
                </c:pt>
                <c:pt idx="153">
                  <c:v>99.659333515581181</c:v>
                </c:pt>
                <c:pt idx="154">
                  <c:v>99.848710102096149</c:v>
                </c:pt>
                <c:pt idx="155">
                  <c:v>98.940253777579812</c:v>
                </c:pt>
                <c:pt idx="156">
                  <c:v>96.946481114974659</c:v>
                </c:pt>
                <c:pt idx="157">
                  <c:v>96.693566806349779</c:v>
                </c:pt>
                <c:pt idx="158">
                  <c:v>97.673823228071939</c:v>
                </c:pt>
                <c:pt idx="159">
                  <c:v>95.264095188148659</c:v>
                </c:pt>
                <c:pt idx="160">
                  <c:v>93.20096531332473</c:v>
                </c:pt>
                <c:pt idx="161">
                  <c:v>93.508061513385655</c:v>
                </c:pt>
                <c:pt idx="162">
                  <c:v>95.845977855741026</c:v>
                </c:pt>
                <c:pt idx="163">
                  <c:v>95.591129424447061</c:v>
                </c:pt>
                <c:pt idx="164">
                  <c:v>96.171959937056727</c:v>
                </c:pt>
                <c:pt idx="165">
                  <c:v>97.523204044971067</c:v>
                </c:pt>
                <c:pt idx="166">
                  <c:v>95.900943411302848</c:v>
                </c:pt>
                <c:pt idx="167">
                  <c:v>97.210275635067021</c:v>
                </c:pt>
                <c:pt idx="168">
                  <c:v>98.033372426213049</c:v>
                </c:pt>
                <c:pt idx="169">
                  <c:v>96.874610490712868</c:v>
                </c:pt>
                <c:pt idx="170">
                  <c:v>96.979949441605783</c:v>
                </c:pt>
                <c:pt idx="171">
                  <c:v>96.755057102256444</c:v>
                </c:pt>
                <c:pt idx="172">
                  <c:v>96.708482712776672</c:v>
                </c:pt>
                <c:pt idx="173">
                  <c:v>99.219296466176658</c:v>
                </c:pt>
                <c:pt idx="174">
                  <c:v>99.612700812234095</c:v>
                </c:pt>
                <c:pt idx="175">
                  <c:v>102.44519802733784</c:v>
                </c:pt>
                <c:pt idx="176">
                  <c:v>102.7864375938579</c:v>
                </c:pt>
                <c:pt idx="177">
                  <c:v>102.28159028136398</c:v>
                </c:pt>
                <c:pt idx="178">
                  <c:v>102.78641624126973</c:v>
                </c:pt>
                <c:pt idx="179">
                  <c:v>102.69258985701268</c:v>
                </c:pt>
                <c:pt idx="180">
                  <c:v>102.33437239526766</c:v>
                </c:pt>
                <c:pt idx="181">
                  <c:v>102.04126693073614</c:v>
                </c:pt>
                <c:pt idx="182">
                  <c:v>102.80840643682031</c:v>
                </c:pt>
                <c:pt idx="183">
                  <c:v>103.08629866460521</c:v>
                </c:pt>
                <c:pt idx="184">
                  <c:v>104.16182147925616</c:v>
                </c:pt>
                <c:pt idx="185">
                  <c:v>104.40700432175801</c:v>
                </c:pt>
                <c:pt idx="186">
                  <c:v>103.81968793882213</c:v>
                </c:pt>
                <c:pt idx="187">
                  <c:v>103.34393622864374</c:v>
                </c:pt>
                <c:pt idx="188">
                  <c:v>103.42973426391646</c:v>
                </c:pt>
                <c:pt idx="189">
                  <c:v>102.86016083507154</c:v>
                </c:pt>
                <c:pt idx="190">
                  <c:v>102.26191298913025</c:v>
                </c:pt>
                <c:pt idx="191">
                  <c:v>101.96448733294119</c:v>
                </c:pt>
                <c:pt idx="192">
                  <c:v>101.32040723320823</c:v>
                </c:pt>
                <c:pt idx="193">
                  <c:v>101.80352257458821</c:v>
                </c:pt>
                <c:pt idx="194">
                  <c:v>101.67436645250474</c:v>
                </c:pt>
                <c:pt idx="195">
                  <c:v>100.02166747660149</c:v>
                </c:pt>
                <c:pt idx="196">
                  <c:v>99.230857273318193</c:v>
                </c:pt>
                <c:pt idx="197">
                  <c:v>99.00401488795157</c:v>
                </c:pt>
                <c:pt idx="198">
                  <c:v>97.301647451656265</c:v>
                </c:pt>
                <c:pt idx="199">
                  <c:v>98.363154384656738</c:v>
                </c:pt>
                <c:pt idx="200">
                  <c:v>98.670358570374077</c:v>
                </c:pt>
                <c:pt idx="201">
                  <c:v>97.846638212134692</c:v>
                </c:pt>
                <c:pt idx="202">
                  <c:v>98.812266548262727</c:v>
                </c:pt>
                <c:pt idx="203">
                  <c:v>99.49149579174842</c:v>
                </c:pt>
                <c:pt idx="204">
                  <c:v>99.308042387523557</c:v>
                </c:pt>
                <c:pt idx="205">
                  <c:v>99.349742927099129</c:v>
                </c:pt>
                <c:pt idx="206">
                  <c:v>99.745519442118791</c:v>
                </c:pt>
                <c:pt idx="207">
                  <c:v>100.10383718564044</c:v>
                </c:pt>
                <c:pt idx="208">
                  <c:v>100.87809176827153</c:v>
                </c:pt>
                <c:pt idx="209">
                  <c:v>100.74700259392704</c:v>
                </c:pt>
                <c:pt idx="210">
                  <c:v>100.00809964902469</c:v>
                </c:pt>
                <c:pt idx="211">
                  <c:v>99.145416236426513</c:v>
                </c:pt>
                <c:pt idx="212">
                  <c:v>99.398885126963563</c:v>
                </c:pt>
                <c:pt idx="213">
                  <c:v>97.936926968398893</c:v>
                </c:pt>
                <c:pt idx="214">
                  <c:v>96.278332889833877</c:v>
                </c:pt>
                <c:pt idx="215">
                  <c:v>97.062352133172794</c:v>
                </c:pt>
                <c:pt idx="216">
                  <c:v>96.33781459378379</c:v>
                </c:pt>
                <c:pt idx="217">
                  <c:v>96.488166458177076</c:v>
                </c:pt>
                <c:pt idx="218">
                  <c:v>96.964200927498396</c:v>
                </c:pt>
                <c:pt idx="219">
                  <c:v>97.652551742499952</c:v>
                </c:pt>
                <c:pt idx="220">
                  <c:v>99.650805776052408</c:v>
                </c:pt>
                <c:pt idx="221">
                  <c:v>99.664155549914099</c:v>
                </c:pt>
                <c:pt idx="222">
                  <c:v>100.58417274540581</c:v>
                </c:pt>
                <c:pt idx="223">
                  <c:v>100.23201630989406</c:v>
                </c:pt>
                <c:pt idx="224">
                  <c:v>100.79091559362331</c:v>
                </c:pt>
                <c:pt idx="225">
                  <c:v>101.20675006626075</c:v>
                </c:pt>
                <c:pt idx="226">
                  <c:v>101.22448388433941</c:v>
                </c:pt>
                <c:pt idx="227">
                  <c:v>101.08217352986068</c:v>
                </c:pt>
                <c:pt idx="228">
                  <c:v>101.46731906635972</c:v>
                </c:pt>
                <c:pt idx="229">
                  <c:v>102.55608921988926</c:v>
                </c:pt>
                <c:pt idx="230">
                  <c:v>101.50683958681925</c:v>
                </c:pt>
                <c:pt idx="231">
                  <c:v>102.26680340087809</c:v>
                </c:pt>
                <c:pt idx="232">
                  <c:v>101.75099587374874</c:v>
                </c:pt>
                <c:pt idx="233">
                  <c:v>98.579059785500363</c:v>
                </c:pt>
                <c:pt idx="234">
                  <c:v>100.1312405184009</c:v>
                </c:pt>
                <c:pt idx="235">
                  <c:v>99.161076527192051</c:v>
                </c:pt>
                <c:pt idx="236">
                  <c:v>98.290831033352475</c:v>
                </c:pt>
                <c:pt idx="237">
                  <c:v>97.661026341446203</c:v>
                </c:pt>
                <c:pt idx="238">
                  <c:v>96.12312949426763</c:v>
                </c:pt>
                <c:pt idx="239">
                  <c:v>92.977973533078398</c:v>
                </c:pt>
                <c:pt idx="240">
                  <c:v>89.960059564338906</c:v>
                </c:pt>
                <c:pt idx="241">
                  <c:v>91.074243958360995</c:v>
                </c:pt>
                <c:pt idx="242">
                  <c:v>88.881826454365054</c:v>
                </c:pt>
                <c:pt idx="243">
                  <c:v>88.330273597870871</c:v>
                </c:pt>
                <c:pt idx="244">
                  <c:v>90.62268426658504</c:v>
                </c:pt>
                <c:pt idx="245">
                  <c:v>91.046916926534564</c:v>
                </c:pt>
                <c:pt idx="246">
                  <c:v>90.774279145843366</c:v>
                </c:pt>
                <c:pt idx="247">
                  <c:v>92.284538938034984</c:v>
                </c:pt>
                <c:pt idx="248">
                  <c:v>92.985452564466627</c:v>
                </c:pt>
                <c:pt idx="249">
                  <c:v>91.444394575454481</c:v>
                </c:pt>
                <c:pt idx="250">
                  <c:v>89.710593121199665</c:v>
                </c:pt>
                <c:pt idx="251">
                  <c:v>90.045020711001158</c:v>
                </c:pt>
                <c:pt idx="252">
                  <c:v>91.971016111061701</c:v>
                </c:pt>
                <c:pt idx="253">
                  <c:v>91.579805891922661</c:v>
                </c:pt>
                <c:pt idx="254">
                  <c:v>89.724204643551289</c:v>
                </c:pt>
                <c:pt idx="255">
                  <c:v>89.073970019342354</c:v>
                </c:pt>
                <c:pt idx="256">
                  <c:v>85.625369185086527</c:v>
                </c:pt>
                <c:pt idx="257">
                  <c:v>84.311602367288813</c:v>
                </c:pt>
                <c:pt idx="258">
                  <c:v>87.471690895655826</c:v>
                </c:pt>
                <c:pt idx="259">
                  <c:v>85.440550615224979</c:v>
                </c:pt>
                <c:pt idx="260">
                  <c:v>85.927186554094817</c:v>
                </c:pt>
                <c:pt idx="261">
                  <c:v>86.592559228157427</c:v>
                </c:pt>
                <c:pt idx="262">
                  <c:v>87.165710966030232</c:v>
                </c:pt>
                <c:pt idx="263">
                  <c:v>85.872148472037168</c:v>
                </c:pt>
                <c:pt idx="264">
                  <c:v>85.356999435804042</c:v>
                </c:pt>
                <c:pt idx="265">
                  <c:v>84.497463009093408</c:v>
                </c:pt>
                <c:pt idx="266">
                  <c:v>84.130305695571465</c:v>
                </c:pt>
                <c:pt idx="267">
                  <c:v>84.624393367644842</c:v>
                </c:pt>
                <c:pt idx="268">
                  <c:v>87.38410764185366</c:v>
                </c:pt>
                <c:pt idx="269">
                  <c:v>89.792886395848043</c:v>
                </c:pt>
                <c:pt idx="270">
                  <c:v>90.996038257540746</c:v>
                </c:pt>
                <c:pt idx="271">
                  <c:v>91.949951926020006</c:v>
                </c:pt>
                <c:pt idx="272">
                  <c:v>91.991228806226161</c:v>
                </c:pt>
                <c:pt idx="273">
                  <c:v>92.208835665140057</c:v>
                </c:pt>
                <c:pt idx="274">
                  <c:v>92.107284606246026</c:v>
                </c:pt>
                <c:pt idx="275">
                  <c:v>92.531412315184028</c:v>
                </c:pt>
                <c:pt idx="276">
                  <c:v>91.54834866320941</c:v>
                </c:pt>
                <c:pt idx="277">
                  <c:v>91.022282577715814</c:v>
                </c:pt>
                <c:pt idx="278">
                  <c:v>92.314733637098882</c:v>
                </c:pt>
                <c:pt idx="279">
                  <c:v>93.561722701206875</c:v>
                </c:pt>
                <c:pt idx="280">
                  <c:v>94.920603966373719</c:v>
                </c:pt>
                <c:pt idx="281">
                  <c:v>95.091573086763688</c:v>
                </c:pt>
                <c:pt idx="282">
                  <c:v>94.941396282161435</c:v>
                </c:pt>
                <c:pt idx="283">
                  <c:v>95.694498785538869</c:v>
                </c:pt>
                <c:pt idx="284">
                  <c:v>96.579087691246755</c:v>
                </c:pt>
                <c:pt idx="285">
                  <c:v>96.877096497345164</c:v>
                </c:pt>
                <c:pt idx="286">
                  <c:v>97.44780493315136</c:v>
                </c:pt>
                <c:pt idx="287">
                  <c:v>96.289082167328672</c:v>
                </c:pt>
                <c:pt idx="288">
                  <c:v>96.025590391811221</c:v>
                </c:pt>
                <c:pt idx="289">
                  <c:v>96.685750974281746</c:v>
                </c:pt>
                <c:pt idx="290">
                  <c:v>97.646426077585843</c:v>
                </c:pt>
                <c:pt idx="291">
                  <c:v>99.332843882056281</c:v>
                </c:pt>
                <c:pt idx="292">
                  <c:v>100.05863677639671</c:v>
                </c:pt>
                <c:pt idx="293">
                  <c:v>101.13424637382408</c:v>
                </c:pt>
                <c:pt idx="294">
                  <c:v>99.194107945501372</c:v>
                </c:pt>
                <c:pt idx="295">
                  <c:v>100.44366164363237</c:v>
                </c:pt>
                <c:pt idx="296">
                  <c:v>99.583325559229294</c:v>
                </c:pt>
                <c:pt idx="297">
                  <c:v>99.65417193509937</c:v>
                </c:pt>
                <c:pt idx="298">
                  <c:v>100.49067428703594</c:v>
                </c:pt>
                <c:pt idx="299">
                  <c:v>99.729440167836287</c:v>
                </c:pt>
                <c:pt idx="300">
                  <c:v>97.877960721914107</c:v>
                </c:pt>
                <c:pt idx="301">
                  <c:v>97.928651476274226</c:v>
                </c:pt>
                <c:pt idx="302">
                  <c:v>98.096316053142147</c:v>
                </c:pt>
                <c:pt idx="303">
                  <c:v>99.393041872427872</c:v>
                </c:pt>
                <c:pt idx="304">
                  <c:v>98.696160864129993</c:v>
                </c:pt>
                <c:pt idx="305">
                  <c:v>98.63920708564487</c:v>
                </c:pt>
                <c:pt idx="306">
                  <c:v>99.433315717897415</c:v>
                </c:pt>
                <c:pt idx="307">
                  <c:v>98.805726591001459</c:v>
                </c:pt>
                <c:pt idx="308">
                  <c:v>98.789973732020485</c:v>
                </c:pt>
                <c:pt idx="309">
                  <c:v>99.015504008718779</c:v>
                </c:pt>
                <c:pt idx="310">
                  <c:v>99.089530464021777</c:v>
                </c:pt>
                <c:pt idx="311">
                  <c:v>97.428990597215147</c:v>
                </c:pt>
                <c:pt idx="312">
                  <c:v>96.659899524893191</c:v>
                </c:pt>
                <c:pt idx="313">
                  <c:v>96.472939588501006</c:v>
                </c:pt>
                <c:pt idx="314">
                  <c:v>95.460539378049859</c:v>
                </c:pt>
                <c:pt idx="315">
                  <c:v>96.661407022201203</c:v>
                </c:pt>
                <c:pt idx="316">
                  <c:v>97.84633891004691</c:v>
                </c:pt>
                <c:pt idx="317">
                  <c:v>99.406280636143933</c:v>
                </c:pt>
                <c:pt idx="318">
                  <c:v>99.895444589975327</c:v>
                </c:pt>
                <c:pt idx="319">
                  <c:v>99.365800789455648</c:v>
                </c:pt>
                <c:pt idx="320">
                  <c:v>98.988611712165536</c:v>
                </c:pt>
                <c:pt idx="321">
                  <c:v>99.578461617906711</c:v>
                </c:pt>
                <c:pt idx="322">
                  <c:v>99.04163713895386</c:v>
                </c:pt>
                <c:pt idx="323">
                  <c:v>99.440894200773755</c:v>
                </c:pt>
                <c:pt idx="324">
                  <c:v>100.22459107630108</c:v>
                </c:pt>
                <c:pt idx="325">
                  <c:v>101.0347774120543</c:v>
                </c:pt>
                <c:pt idx="326">
                  <c:v>100.89068338962706</c:v>
                </c:pt>
                <c:pt idx="327">
                  <c:v>100.25300852435495</c:v>
                </c:pt>
                <c:pt idx="328">
                  <c:v>99.069550134449969</c:v>
                </c:pt>
                <c:pt idx="329">
                  <c:v>99.512434796616375</c:v>
                </c:pt>
                <c:pt idx="330">
                  <c:v>100.12575029505297</c:v>
                </c:pt>
                <c:pt idx="331">
                  <c:v>99.858571388476179</c:v>
                </c:pt>
                <c:pt idx="332">
                  <c:v>99.915467797375925</c:v>
                </c:pt>
                <c:pt idx="333">
                  <c:v>100.06619913980185</c:v>
                </c:pt>
                <c:pt idx="334">
                  <c:v>100.25228165685071</c:v>
                </c:pt>
                <c:pt idx="335">
                  <c:v>99.95457335999086</c:v>
                </c:pt>
                <c:pt idx="336">
                  <c:v>100.34317388083652</c:v>
                </c:pt>
                <c:pt idx="337">
                  <c:v>98.155764215520009</c:v>
                </c:pt>
                <c:pt idx="338">
                  <c:v>99.215479740423589</c:v>
                </c:pt>
                <c:pt idx="339">
                  <c:v>99.864674081820183</c:v>
                </c:pt>
                <c:pt idx="340">
                  <c:v>101.37979152431976</c:v>
                </c:pt>
                <c:pt idx="341">
                  <c:v>102.64933049754477</c:v>
                </c:pt>
                <c:pt idx="342">
                  <c:v>104.08854277093489</c:v>
                </c:pt>
                <c:pt idx="343">
                  <c:v>104.98612749405227</c:v>
                </c:pt>
                <c:pt idx="344">
                  <c:v>105.25827430143178</c:v>
                </c:pt>
                <c:pt idx="345">
                  <c:v>104.90662539619431</c:v>
                </c:pt>
                <c:pt idx="346">
                  <c:v>104.83343744622697</c:v>
                </c:pt>
                <c:pt idx="347">
                  <c:v>106.77019549795041</c:v>
                </c:pt>
                <c:pt idx="348">
                  <c:v>106.58467721247243</c:v>
                </c:pt>
                <c:pt idx="349">
                  <c:v>107.64905695161164</c:v>
                </c:pt>
                <c:pt idx="350">
                  <c:v>107.2241304149795</c:v>
                </c:pt>
                <c:pt idx="351">
                  <c:v>106.27689430500567</c:v>
                </c:pt>
                <c:pt idx="352">
                  <c:v>106.33949125756185</c:v>
                </c:pt>
                <c:pt idx="353">
                  <c:v>107.46586340802696</c:v>
                </c:pt>
                <c:pt idx="354">
                  <c:v>108.01587230179024</c:v>
                </c:pt>
                <c:pt idx="355">
                  <c:v>108.81332546401515</c:v>
                </c:pt>
                <c:pt idx="356">
                  <c:v>108.52397432734413</c:v>
                </c:pt>
                <c:pt idx="357">
                  <c:v>109.00941843476862</c:v>
                </c:pt>
                <c:pt idx="358">
                  <c:v>110.09318052101095</c:v>
                </c:pt>
                <c:pt idx="359">
                  <c:v>110.70803351181632</c:v>
                </c:pt>
                <c:pt idx="360">
                  <c:v>112.08600179601748</c:v>
                </c:pt>
                <c:pt idx="361">
                  <c:v>111.11284527851859</c:v>
                </c:pt>
                <c:pt idx="362">
                  <c:v>108.96955411407754</c:v>
                </c:pt>
                <c:pt idx="363">
                  <c:v>109.51937516369291</c:v>
                </c:pt>
                <c:pt idx="364">
                  <c:v>111.48246790577973</c:v>
                </c:pt>
                <c:pt idx="365">
                  <c:v>112.28489912537859</c:v>
                </c:pt>
                <c:pt idx="366">
                  <c:v>111.68261757733444</c:v>
                </c:pt>
                <c:pt idx="367">
                  <c:v>110.74816308421816</c:v>
                </c:pt>
                <c:pt idx="368">
                  <c:v>110.78032847946065</c:v>
                </c:pt>
                <c:pt idx="369">
                  <c:v>111.36923938881863</c:v>
                </c:pt>
                <c:pt idx="370">
                  <c:v>111.7491472797833</c:v>
                </c:pt>
                <c:pt idx="371">
                  <c:v>112.51771810903736</c:v>
                </c:pt>
                <c:pt idx="372">
                  <c:v>113.55389460674483</c:v>
                </c:pt>
                <c:pt idx="373">
                  <c:v>113.998160701693</c:v>
                </c:pt>
                <c:pt idx="374">
                  <c:v>112.75540948423831</c:v>
                </c:pt>
                <c:pt idx="375">
                  <c:v>113.05833451080812</c:v>
                </c:pt>
                <c:pt idx="376">
                  <c:v>113.41344758280954</c:v>
                </c:pt>
                <c:pt idx="377">
                  <c:v>113.5624570890545</c:v>
                </c:pt>
                <c:pt idx="378">
                  <c:v>114.77824276481263</c:v>
                </c:pt>
                <c:pt idx="379">
                  <c:v>115.28050809332443</c:v>
                </c:pt>
                <c:pt idx="380">
                  <c:v>114.77704423370177</c:v>
                </c:pt>
                <c:pt idx="381">
                  <c:v>115.63206020238844</c:v>
                </c:pt>
                <c:pt idx="382">
                  <c:v>117.75903528519335</c:v>
                </c:pt>
                <c:pt idx="383">
                  <c:v>118.30156219095282</c:v>
                </c:pt>
                <c:pt idx="384">
                  <c:v>119.03933119079051</c:v>
                </c:pt>
                <c:pt idx="385">
                  <c:v>117.87637276189685</c:v>
                </c:pt>
                <c:pt idx="386">
                  <c:v>113.64932219403063</c:v>
                </c:pt>
                <c:pt idx="387">
                  <c:v>114.92922675174306</c:v>
                </c:pt>
                <c:pt idx="388">
                  <c:v>114.98200951074482</c:v>
                </c:pt>
                <c:pt idx="389">
                  <c:v>115.1954569910374</c:v>
                </c:pt>
                <c:pt idx="390">
                  <c:v>115.99556453708317</c:v>
                </c:pt>
                <c:pt idx="391">
                  <c:v>115.52015671909859</c:v>
                </c:pt>
                <c:pt idx="392">
                  <c:v>117.52938610332748</c:v>
                </c:pt>
                <c:pt idx="393">
                  <c:v>118.12735833607468</c:v>
                </c:pt>
                <c:pt idx="394">
                  <c:v>117.32212739076756</c:v>
                </c:pt>
                <c:pt idx="395">
                  <c:v>117.61415781857377</c:v>
                </c:pt>
                <c:pt idx="396">
                  <c:v>118.64939168648593</c:v>
                </c:pt>
                <c:pt idx="397">
                  <c:v>113.96585700244989</c:v>
                </c:pt>
                <c:pt idx="398">
                  <c:v>116.15599103034791</c:v>
                </c:pt>
                <c:pt idx="399">
                  <c:v>119.68394618205063</c:v>
                </c:pt>
                <c:pt idx="400">
                  <c:v>120.61456237468339</c:v>
                </c:pt>
                <c:pt idx="401">
                  <c:v>121.31655798456113</c:v>
                </c:pt>
                <c:pt idx="402">
                  <c:v>120.54003236876373</c:v>
                </c:pt>
                <c:pt idx="403">
                  <c:v>120.13946702988048</c:v>
                </c:pt>
                <c:pt idx="404">
                  <c:v>120.29178223854517</c:v>
                </c:pt>
                <c:pt idx="405">
                  <c:v>118.58264337226066</c:v>
                </c:pt>
                <c:pt idx="406">
                  <c:v>119.44945922073687</c:v>
                </c:pt>
                <c:pt idx="407">
                  <c:v>118.20520847350045</c:v>
                </c:pt>
                <c:pt idx="408">
                  <c:v>120.05636167801833</c:v>
                </c:pt>
                <c:pt idx="409">
                  <c:v>119.98429622673456</c:v>
                </c:pt>
                <c:pt idx="410">
                  <c:v>120.26950582173177</c:v>
                </c:pt>
                <c:pt idx="411">
                  <c:v>120.11868418750213</c:v>
                </c:pt>
                <c:pt idx="412">
                  <c:v>118.82231988737367</c:v>
                </c:pt>
                <c:pt idx="413">
                  <c:v>117.41016477143181</c:v>
                </c:pt>
                <c:pt idx="414">
                  <c:v>119.03109289460687</c:v>
                </c:pt>
                <c:pt idx="415">
                  <c:v>119.56420756228812</c:v>
                </c:pt>
                <c:pt idx="416">
                  <c:v>119.98000210530853</c:v>
                </c:pt>
                <c:pt idx="417">
                  <c:v>117.25625003964001</c:v>
                </c:pt>
                <c:pt idx="418">
                  <c:v>116.15340916316973</c:v>
                </c:pt>
                <c:pt idx="419">
                  <c:v>114.38675150618047</c:v>
                </c:pt>
                <c:pt idx="420">
                  <c:v>115.59458246984059</c:v>
                </c:pt>
                <c:pt idx="421">
                  <c:v>115.96054052632995</c:v>
                </c:pt>
                <c:pt idx="422">
                  <c:v>116.39766643532819</c:v>
                </c:pt>
                <c:pt idx="423">
                  <c:v>111.32979912350463</c:v>
                </c:pt>
                <c:pt idx="424">
                  <c:v>106.10744881127741</c:v>
                </c:pt>
                <c:pt idx="425">
                  <c:v>105.94815231999641</c:v>
                </c:pt>
                <c:pt idx="426">
                  <c:v>105.70942628271315</c:v>
                </c:pt>
                <c:pt idx="427">
                  <c:v>105.962315231709</c:v>
                </c:pt>
                <c:pt idx="428">
                  <c:v>102.72157566436454</c:v>
                </c:pt>
                <c:pt idx="429">
                  <c:v>104.27843545514014</c:v>
                </c:pt>
                <c:pt idx="430">
                  <c:v>105.15792945712251</c:v>
                </c:pt>
                <c:pt idx="431">
                  <c:v>106.59177117331338</c:v>
                </c:pt>
                <c:pt idx="432">
                  <c:v>106.89529774395299</c:v>
                </c:pt>
                <c:pt idx="433">
                  <c:v>107.59101013659057</c:v>
                </c:pt>
                <c:pt idx="434">
                  <c:v>109.28258738353979</c:v>
                </c:pt>
                <c:pt idx="435">
                  <c:v>108.19844415824878</c:v>
                </c:pt>
                <c:pt idx="436">
                  <c:v>106.65108884470075</c:v>
                </c:pt>
                <c:pt idx="437">
                  <c:v>107.65325715019044</c:v>
                </c:pt>
                <c:pt idx="438">
                  <c:v>108.43089722157542</c:v>
                </c:pt>
                <c:pt idx="439">
                  <c:v>108.2250997552684</c:v>
                </c:pt>
                <c:pt idx="440">
                  <c:v>110.61719966716677</c:v>
                </c:pt>
                <c:pt idx="441">
                  <c:v>110.98661263331832</c:v>
                </c:pt>
                <c:pt idx="442">
                  <c:v>109.70774750991647</c:v>
                </c:pt>
                <c:pt idx="443">
                  <c:v>109.51662672929791</c:v>
                </c:pt>
                <c:pt idx="444">
                  <c:v>108.73134165529699</c:v>
                </c:pt>
                <c:pt idx="445">
                  <c:v>108.76746457615252</c:v>
                </c:pt>
                <c:pt idx="446">
                  <c:v>108.36263784429447</c:v>
                </c:pt>
                <c:pt idx="447">
                  <c:v>107.88171789512312</c:v>
                </c:pt>
                <c:pt idx="448">
                  <c:v>106.15670515272015</c:v>
                </c:pt>
                <c:pt idx="449">
                  <c:v>104.56408665297866</c:v>
                </c:pt>
                <c:pt idx="450">
                  <c:v>104.13469594705256</c:v>
                </c:pt>
                <c:pt idx="451">
                  <c:v>101.79903289047461</c:v>
                </c:pt>
                <c:pt idx="452">
                  <c:v>103.35577173531019</c:v>
                </c:pt>
                <c:pt idx="453">
                  <c:v>103.34088373826953</c:v>
                </c:pt>
                <c:pt idx="454">
                  <c:v>104.99724087184934</c:v>
                </c:pt>
                <c:pt idx="455">
                  <c:v>106.09384696666127</c:v>
                </c:pt>
                <c:pt idx="456">
                  <c:v>107.0681853805641</c:v>
                </c:pt>
                <c:pt idx="457">
                  <c:v>108.17410733912037</c:v>
                </c:pt>
                <c:pt idx="458">
                  <c:v>110.24208624956704</c:v>
                </c:pt>
                <c:pt idx="459">
                  <c:v>110.07942226774527</c:v>
                </c:pt>
                <c:pt idx="460">
                  <c:v>109.5790902035755</c:v>
                </c:pt>
                <c:pt idx="461">
                  <c:v>110.59339808272341</c:v>
                </c:pt>
                <c:pt idx="462">
                  <c:v>111.62027785160164</c:v>
                </c:pt>
                <c:pt idx="463">
                  <c:v>111.75394165204456</c:v>
                </c:pt>
                <c:pt idx="464">
                  <c:v>112.20084992506483</c:v>
                </c:pt>
                <c:pt idx="465">
                  <c:v>112.52713711979406</c:v>
                </c:pt>
                <c:pt idx="466">
                  <c:v>113.35508638320243</c:v>
                </c:pt>
                <c:pt idx="467">
                  <c:v>113.25537610631548</c:v>
                </c:pt>
                <c:pt idx="468">
                  <c:v>111.39077623619647</c:v>
                </c:pt>
                <c:pt idx="469">
                  <c:v>112.07005312718617</c:v>
                </c:pt>
                <c:pt idx="470">
                  <c:v>113.05921794974742</c:v>
                </c:pt>
                <c:pt idx="471">
                  <c:v>114.29664327288532</c:v>
                </c:pt>
                <c:pt idx="472">
                  <c:v>115.20564466563926</c:v>
                </c:pt>
                <c:pt idx="473">
                  <c:v>115.45971462402146</c:v>
                </c:pt>
                <c:pt idx="474">
                  <c:v>116.78654755885323</c:v>
                </c:pt>
                <c:pt idx="475">
                  <c:v>117.91451088847641</c:v>
                </c:pt>
                <c:pt idx="476">
                  <c:v>119.54781626266082</c:v>
                </c:pt>
                <c:pt idx="477">
                  <c:v>120.9168847278919</c:v>
                </c:pt>
                <c:pt idx="478">
                  <c:v>120.06701884818801</c:v>
                </c:pt>
                <c:pt idx="479">
                  <c:v>120.72959687698496</c:v>
                </c:pt>
                <c:pt idx="480">
                  <c:v>121.79087899678393</c:v>
                </c:pt>
                <c:pt idx="481">
                  <c:v>121.78874583316497</c:v>
                </c:pt>
                <c:pt idx="482">
                  <c:v>121.01091012252225</c:v>
                </c:pt>
                <c:pt idx="483">
                  <c:v>120.75719279023248</c:v>
                </c:pt>
                <c:pt idx="484">
                  <c:v>118.86362207201351</c:v>
                </c:pt>
                <c:pt idx="485">
                  <c:v>120.77965086267018</c:v>
                </c:pt>
                <c:pt idx="486">
                  <c:v>121.15039423507406</c:v>
                </c:pt>
                <c:pt idx="487">
                  <c:v>122.50393574389426</c:v>
                </c:pt>
                <c:pt idx="488">
                  <c:v>123.27230375789652</c:v>
                </c:pt>
                <c:pt idx="489">
                  <c:v>122.68114673064747</c:v>
                </c:pt>
                <c:pt idx="490">
                  <c:v>123.30240854933366</c:v>
                </c:pt>
                <c:pt idx="491">
                  <c:v>124.05460596110422</c:v>
                </c:pt>
                <c:pt idx="492">
                  <c:v>122.60379136931331</c:v>
                </c:pt>
                <c:pt idx="493">
                  <c:v>122.99735165170203</c:v>
                </c:pt>
                <c:pt idx="494">
                  <c:v>123.89981208998658</c:v>
                </c:pt>
                <c:pt idx="495">
                  <c:v>124.16487028617827</c:v>
                </c:pt>
                <c:pt idx="496">
                  <c:v>123.35646964329621</c:v>
                </c:pt>
                <c:pt idx="497">
                  <c:v>122.88450897494063</c:v>
                </c:pt>
                <c:pt idx="498">
                  <c:v>122.72066696068869</c:v>
                </c:pt>
                <c:pt idx="499">
                  <c:v>124.49618142264572</c:v>
                </c:pt>
                <c:pt idx="500">
                  <c:v>127.77607644054018</c:v>
                </c:pt>
                <c:pt idx="501">
                  <c:v>129.79562897840353</c:v>
                </c:pt>
                <c:pt idx="502">
                  <c:v>130.18981565393645</c:v>
                </c:pt>
                <c:pt idx="503">
                  <c:v>128.2727421742502</c:v>
                </c:pt>
                <c:pt idx="504">
                  <c:v>129.7166867548718</c:v>
                </c:pt>
                <c:pt idx="505">
                  <c:v>129.97587621926883</c:v>
                </c:pt>
                <c:pt idx="506">
                  <c:v>130.65087035673301</c:v>
                </c:pt>
                <c:pt idx="507">
                  <c:v>131.47013234864394</c:v>
                </c:pt>
                <c:pt idx="508">
                  <c:v>131.89691517541118</c:v>
                </c:pt>
                <c:pt idx="509">
                  <c:v>132.37586597709293</c:v>
                </c:pt>
                <c:pt idx="510">
                  <c:v>133.24008022322306</c:v>
                </c:pt>
                <c:pt idx="511">
                  <c:v>134.90531883664937</c:v>
                </c:pt>
                <c:pt idx="512">
                  <c:v>135.0567308417215</c:v>
                </c:pt>
                <c:pt idx="513">
                  <c:v>134.50666378698043</c:v>
                </c:pt>
                <c:pt idx="514">
                  <c:v>136.20381303259677</c:v>
                </c:pt>
                <c:pt idx="515">
                  <c:v>136.63419197891329</c:v>
                </c:pt>
                <c:pt idx="516">
                  <c:v>137.08065973473921</c:v>
                </c:pt>
                <c:pt idx="517">
                  <c:v>136.24230063011635</c:v>
                </c:pt>
                <c:pt idx="518">
                  <c:v>137.26385500954115</c:v>
                </c:pt>
                <c:pt idx="519">
                  <c:v>138.3127457954684</c:v>
                </c:pt>
                <c:pt idx="520">
                  <c:v>138.48688147985058</c:v>
                </c:pt>
                <c:pt idx="521">
                  <c:v>141.1634507612531</c:v>
                </c:pt>
                <c:pt idx="522">
                  <c:v>141.46304854610523</c:v>
                </c:pt>
                <c:pt idx="523">
                  <c:v>141.08794793410905</c:v>
                </c:pt>
                <c:pt idx="524">
                  <c:v>141.48703753914199</c:v>
                </c:pt>
                <c:pt idx="525">
                  <c:v>142.30133135289486</c:v>
                </c:pt>
                <c:pt idx="526">
                  <c:v>141.95952872948013</c:v>
                </c:pt>
                <c:pt idx="527">
                  <c:v>142.60794569591349</c:v>
                </c:pt>
                <c:pt idx="528">
                  <c:v>140.99081906799847</c:v>
                </c:pt>
                <c:pt idx="529">
                  <c:v>142.08863278930315</c:v>
                </c:pt>
                <c:pt idx="530">
                  <c:v>142.16893009448037</c:v>
                </c:pt>
                <c:pt idx="531">
                  <c:v>143.14492005972897</c:v>
                </c:pt>
                <c:pt idx="532">
                  <c:v>142.49705373488868</c:v>
                </c:pt>
                <c:pt idx="533">
                  <c:v>144.20733452578787</c:v>
                </c:pt>
                <c:pt idx="534">
                  <c:v>145.02789763433756</c:v>
                </c:pt>
                <c:pt idx="535">
                  <c:v>144.76916506249771</c:v>
                </c:pt>
                <c:pt idx="536">
                  <c:v>140.76898561959325</c:v>
                </c:pt>
                <c:pt idx="537">
                  <c:v>137.88168537792197</c:v>
                </c:pt>
                <c:pt idx="538">
                  <c:v>135.13656229567044</c:v>
                </c:pt>
                <c:pt idx="539">
                  <c:v>132.60577237513638</c:v>
                </c:pt>
                <c:pt idx="540">
                  <c:v>135.07513563197077</c:v>
                </c:pt>
                <c:pt idx="541">
                  <c:v>136.77198944018326</c:v>
                </c:pt>
                <c:pt idx="542">
                  <c:v>133.96833650322407</c:v>
                </c:pt>
                <c:pt idx="543">
                  <c:v>135.32830990906834</c:v>
                </c:pt>
                <c:pt idx="544">
                  <c:v>136.27904827518029</c:v>
                </c:pt>
                <c:pt idx="545">
                  <c:v>137.28136537395758</c:v>
                </c:pt>
                <c:pt idx="546">
                  <c:v>138.56849597216319</c:v>
                </c:pt>
                <c:pt idx="547">
                  <c:v>139.18042233611709</c:v>
                </c:pt>
                <c:pt idx="548">
                  <c:v>138.43638657647273</c:v>
                </c:pt>
                <c:pt idx="549">
                  <c:v>139.16865443913201</c:v>
                </c:pt>
                <c:pt idx="550">
                  <c:v>139.76234249275421</c:v>
                </c:pt>
                <c:pt idx="551">
                  <c:v>140.67183158091049</c:v>
                </c:pt>
                <c:pt idx="552">
                  <c:v>139.59368368326744</c:v>
                </c:pt>
                <c:pt idx="553">
                  <c:v>139.38796056853602</c:v>
                </c:pt>
                <c:pt idx="554">
                  <c:v>140.06342826675348</c:v>
                </c:pt>
                <c:pt idx="555">
                  <c:v>140.46959939871442</c:v>
                </c:pt>
                <c:pt idx="556">
                  <c:v>140.02126872638672</c:v>
                </c:pt>
                <c:pt idx="557">
                  <c:v>140.42844985510899</c:v>
                </c:pt>
                <c:pt idx="558">
                  <c:v>140.38945494520036</c:v>
                </c:pt>
                <c:pt idx="559">
                  <c:v>140.32627901679982</c:v>
                </c:pt>
                <c:pt idx="560">
                  <c:v>139.48572044457435</c:v>
                </c:pt>
                <c:pt idx="561">
                  <c:v>136.04301681905343</c:v>
                </c:pt>
                <c:pt idx="562">
                  <c:v>136.41601962421205</c:v>
                </c:pt>
                <c:pt idx="563">
                  <c:v>137.14828461816592</c:v>
                </c:pt>
                <c:pt idx="564">
                  <c:v>137.58047703463942</c:v>
                </c:pt>
                <c:pt idx="565">
                  <c:v>138.93224562130499</c:v>
                </c:pt>
                <c:pt idx="566">
                  <c:v>138.64474260100673</c:v>
                </c:pt>
                <c:pt idx="567">
                  <c:v>140.21991747787496</c:v>
                </c:pt>
                <c:pt idx="568">
                  <c:v>140.49434738507685</c:v>
                </c:pt>
                <c:pt idx="569">
                  <c:v>142.11683698641653</c:v>
                </c:pt>
                <c:pt idx="570">
                  <c:v>140.95625102560749</c:v>
                </c:pt>
                <c:pt idx="571">
                  <c:v>142.48716827346183</c:v>
                </c:pt>
                <c:pt idx="572">
                  <c:v>142.4669712238005</c:v>
                </c:pt>
                <c:pt idx="573">
                  <c:v>142.91141839599692</c:v>
                </c:pt>
                <c:pt idx="574">
                  <c:v>142.25415989363802</c:v>
                </c:pt>
                <c:pt idx="575">
                  <c:v>143.27087570669593</c:v>
                </c:pt>
                <c:pt idx="576">
                  <c:v>142.62266722457511</c:v>
                </c:pt>
                <c:pt idx="577">
                  <c:v>142.6358438221944</c:v>
                </c:pt>
                <c:pt idx="578">
                  <c:v>142.670656397062</c:v>
                </c:pt>
                <c:pt idx="579">
                  <c:v>143.44703303695374</c:v>
                </c:pt>
                <c:pt idx="580">
                  <c:v>143.71225831440623</c:v>
                </c:pt>
                <c:pt idx="581">
                  <c:v>143.97198026065766</c:v>
                </c:pt>
                <c:pt idx="582">
                  <c:v>144.63314088642707</c:v>
                </c:pt>
                <c:pt idx="583">
                  <c:v>145.1520369804839</c:v>
                </c:pt>
                <c:pt idx="584">
                  <c:v>145.1636760520114</c:v>
                </c:pt>
                <c:pt idx="585">
                  <c:v>145.19650578436983</c:v>
                </c:pt>
                <c:pt idx="586">
                  <c:v>144.61392525019198</c:v>
                </c:pt>
                <c:pt idx="587">
                  <c:v>144.81313185698593</c:v>
                </c:pt>
                <c:pt idx="588">
                  <c:v>146.3657470871286</c:v>
                </c:pt>
                <c:pt idx="589">
                  <c:v>144.59271828659152</c:v>
                </c:pt>
                <c:pt idx="590">
                  <c:v>142.15867822474618</c:v>
                </c:pt>
                <c:pt idx="591">
                  <c:v>137.19217662125561</c:v>
                </c:pt>
                <c:pt idx="592">
                  <c:v>135.91056047075531</c:v>
                </c:pt>
                <c:pt idx="593">
                  <c:v>140.08351483859445</c:v>
                </c:pt>
                <c:pt idx="594">
                  <c:v>141.44746553181773</c:v>
                </c:pt>
                <c:pt idx="595">
                  <c:v>141.73757488026345</c:v>
                </c:pt>
                <c:pt idx="596">
                  <c:v>141.40536956536465</c:v>
                </c:pt>
                <c:pt idx="597">
                  <c:v>139.51077129859996</c:v>
                </c:pt>
                <c:pt idx="598">
                  <c:v>138.27542015696176</c:v>
                </c:pt>
                <c:pt idx="599">
                  <c:v>139.88486493222649</c:v>
                </c:pt>
                <c:pt idx="600">
                  <c:v>142.83088707793465</c:v>
                </c:pt>
                <c:pt idx="601">
                  <c:v>143.07464204142414</c:v>
                </c:pt>
                <c:pt idx="602">
                  <c:v>143.43093743557327</c:v>
                </c:pt>
                <c:pt idx="603">
                  <c:v>145.29836267000118</c:v>
                </c:pt>
                <c:pt idx="604">
                  <c:v>144.21678584948847</c:v>
                </c:pt>
                <c:pt idx="605">
                  <c:v>145.3952260369351</c:v>
                </c:pt>
                <c:pt idx="606">
                  <c:v>146.08568660519398</c:v>
                </c:pt>
                <c:pt idx="607">
                  <c:v>146.09871627062782</c:v>
                </c:pt>
                <c:pt idx="608">
                  <c:v>147.31885688863781</c:v>
                </c:pt>
                <c:pt idx="609">
                  <c:v>148.72048576459665</c:v>
                </c:pt>
                <c:pt idx="610">
                  <c:v>147.77951044139124</c:v>
                </c:pt>
                <c:pt idx="611">
                  <c:v>148.47830796467812</c:v>
                </c:pt>
                <c:pt idx="612">
                  <c:v>148.58108788632805</c:v>
                </c:pt>
                <c:pt idx="613">
                  <c:v>149.74788376127569</c:v>
                </c:pt>
                <c:pt idx="614">
                  <c:v>149.49616850887725</c:v>
                </c:pt>
                <c:pt idx="615">
                  <c:v>148.72453816119238</c:v>
                </c:pt>
                <c:pt idx="616">
                  <c:v>147.4138061616151</c:v>
                </c:pt>
                <c:pt idx="617">
                  <c:v>142.2462938266525</c:v>
                </c:pt>
                <c:pt idx="618">
                  <c:v>140.63978157553186</c:v>
                </c:pt>
                <c:pt idx="619">
                  <c:v>140.39957523624591</c:v>
                </c:pt>
                <c:pt idx="620">
                  <c:v>136.4262809556451</c:v>
                </c:pt>
                <c:pt idx="621">
                  <c:v>137.05715351789991</c:v>
                </c:pt>
                <c:pt idx="622">
                  <c:v>139.18841378302639</c:v>
                </c:pt>
                <c:pt idx="623">
                  <c:v>139.48235537374489</c:v>
                </c:pt>
                <c:pt idx="624">
                  <c:v>140.51665144786398</c:v>
                </c:pt>
                <c:pt idx="625">
                  <c:v>141.53698034098787</c:v>
                </c:pt>
                <c:pt idx="626">
                  <c:v>142.69728595822568</c:v>
                </c:pt>
                <c:pt idx="627">
                  <c:v>142.66686453145269</c:v>
                </c:pt>
                <c:pt idx="628">
                  <c:v>143.77302875163562</c:v>
                </c:pt>
                <c:pt idx="629">
                  <c:v>142.23812170415502</c:v>
                </c:pt>
                <c:pt idx="630">
                  <c:v>144.86016381784805</c:v>
                </c:pt>
                <c:pt idx="631">
                  <c:v>145.67223586312576</c:v>
                </c:pt>
                <c:pt idx="632">
                  <c:v>146.14990167689587</c:v>
                </c:pt>
                <c:pt idx="633">
                  <c:v>145.67386609724539</c:v>
                </c:pt>
                <c:pt idx="634">
                  <c:v>145.07472514008913</c:v>
                </c:pt>
                <c:pt idx="635">
                  <c:v>145.59155482258527</c:v>
                </c:pt>
                <c:pt idx="636">
                  <c:v>146.30270718704554</c:v>
                </c:pt>
                <c:pt idx="637">
                  <c:v>148.16639583808245</c:v>
                </c:pt>
                <c:pt idx="638">
                  <c:v>149.96823397502976</c:v>
                </c:pt>
                <c:pt idx="639">
                  <c:v>149.26590930424524</c:v>
                </c:pt>
                <c:pt idx="640">
                  <c:v>151.28895170796275</c:v>
                </c:pt>
                <c:pt idx="641">
                  <c:v>153.43383100130481</c:v>
                </c:pt>
                <c:pt idx="642">
                  <c:v>153.86427967061917</c:v>
                </c:pt>
                <c:pt idx="643">
                  <c:v>153.73262184405621</c:v>
                </c:pt>
                <c:pt idx="644">
                  <c:v>151.06695418366277</c:v>
                </c:pt>
                <c:pt idx="645">
                  <c:v>149.51537041935273</c:v>
                </c:pt>
                <c:pt idx="646">
                  <c:v>151.68024209047724</c:v>
                </c:pt>
                <c:pt idx="647">
                  <c:v>151.2600799564137</c:v>
                </c:pt>
                <c:pt idx="648">
                  <c:v>149.59575966168981</c:v>
                </c:pt>
                <c:pt idx="649">
                  <c:v>149.08037381995999</c:v>
                </c:pt>
                <c:pt idx="650">
                  <c:v>147.78315384023526</c:v>
                </c:pt>
                <c:pt idx="651">
                  <c:v>149.56712795750931</c:v>
                </c:pt>
                <c:pt idx="652">
                  <c:v>152.16986503163207</c:v>
                </c:pt>
                <c:pt idx="653">
                  <c:v>152.87983580608363</c:v>
                </c:pt>
                <c:pt idx="654">
                  <c:v>153.16849593761253</c:v>
                </c:pt>
                <c:pt idx="655">
                  <c:v>153.82763024522436</c:v>
                </c:pt>
                <c:pt idx="656">
                  <c:v>154.28075363022376</c:v>
                </c:pt>
                <c:pt idx="657">
                  <c:v>155.05703778551811</c:v>
                </c:pt>
                <c:pt idx="658">
                  <c:v>155.96198120085819</c:v>
                </c:pt>
                <c:pt idx="659">
                  <c:v>156.72846985764764</c:v>
                </c:pt>
                <c:pt idx="660">
                  <c:v>156.2722902703124</c:v>
                </c:pt>
                <c:pt idx="661">
                  <c:v>155.11340379976957</c:v>
                </c:pt>
                <c:pt idx="662">
                  <c:v>153.52719701052379</c:v>
                </c:pt>
                <c:pt idx="663">
                  <c:v>154.11173670626704</c:v>
                </c:pt>
                <c:pt idx="664">
                  <c:v>154.16371964367616</c:v>
                </c:pt>
                <c:pt idx="665">
                  <c:v>152.40558876347069</c:v>
                </c:pt>
                <c:pt idx="666">
                  <c:v>154.36111051923504</c:v>
                </c:pt>
                <c:pt idx="667">
                  <c:v>155.96922003767472</c:v>
                </c:pt>
                <c:pt idx="668">
                  <c:v>155.39645857249513</c:v>
                </c:pt>
                <c:pt idx="669">
                  <c:v>153.97361481181363</c:v>
                </c:pt>
                <c:pt idx="670">
                  <c:v>154.43287448108649</c:v>
                </c:pt>
                <c:pt idx="671">
                  <c:v>156.4560340383853</c:v>
                </c:pt>
                <c:pt idx="672">
                  <c:v>157.74350164118914</c:v>
                </c:pt>
                <c:pt idx="673">
                  <c:v>159.99655902255776</c:v>
                </c:pt>
                <c:pt idx="674">
                  <c:v>161.16034391793022</c:v>
                </c:pt>
                <c:pt idx="675">
                  <c:v>162.81731691977333</c:v>
                </c:pt>
                <c:pt idx="676">
                  <c:v>163.4282915109448</c:v>
                </c:pt>
                <c:pt idx="677">
                  <c:v>164.73380082454185</c:v>
                </c:pt>
                <c:pt idx="678">
                  <c:v>164.27292989857563</c:v>
                </c:pt>
                <c:pt idx="679">
                  <c:v>164.32708835587394</c:v>
                </c:pt>
                <c:pt idx="680">
                  <c:v>166.07318205012473</c:v>
                </c:pt>
                <c:pt idx="681">
                  <c:v>165.88694056553447</c:v>
                </c:pt>
                <c:pt idx="682">
                  <c:v>165.36440031236998</c:v>
                </c:pt>
                <c:pt idx="683">
                  <c:v>166.97886458443776</c:v>
                </c:pt>
                <c:pt idx="684">
                  <c:v>168.86181789169689</c:v>
                </c:pt>
                <c:pt idx="685">
                  <c:v>170.40477908452436</c:v>
                </c:pt>
                <c:pt idx="686">
                  <c:v>172.23358720089513</c:v>
                </c:pt>
                <c:pt idx="687">
                  <c:v>171.70361138681159</c:v>
                </c:pt>
                <c:pt idx="688">
                  <c:v>170.4971376180888</c:v>
                </c:pt>
                <c:pt idx="689">
                  <c:v>171.18660102194863</c:v>
                </c:pt>
                <c:pt idx="690">
                  <c:v>171.55796649289763</c:v>
                </c:pt>
                <c:pt idx="691">
                  <c:v>171.58010856573068</c:v>
                </c:pt>
                <c:pt idx="692">
                  <c:v>167.79731845966171</c:v>
                </c:pt>
                <c:pt idx="693">
                  <c:v>168.94394015845413</c:v>
                </c:pt>
                <c:pt idx="694">
                  <c:v>166.01292034909167</c:v>
                </c:pt>
                <c:pt idx="695">
                  <c:v>167.99862244813409</c:v>
                </c:pt>
                <c:pt idx="696">
                  <c:v>169.11102142263582</c:v>
                </c:pt>
                <c:pt idx="697">
                  <c:v>171.18886748113241</c:v>
                </c:pt>
                <c:pt idx="698">
                  <c:v>170.7870546520746</c:v>
                </c:pt>
                <c:pt idx="699">
                  <c:v>169.74317277513995</c:v>
                </c:pt>
                <c:pt idx="700">
                  <c:v>168.16770276514316</c:v>
                </c:pt>
                <c:pt idx="701">
                  <c:v>166.28090485822699</c:v>
                </c:pt>
                <c:pt idx="702">
                  <c:v>163.95041895321705</c:v>
                </c:pt>
                <c:pt idx="703">
                  <c:v>163.13710588910047</c:v>
                </c:pt>
                <c:pt idx="704">
                  <c:v>154.73025888784835</c:v>
                </c:pt>
                <c:pt idx="705">
                  <c:v>151.64799582915271</c:v>
                </c:pt>
                <c:pt idx="706">
                  <c:v>152.57832187494122</c:v>
                </c:pt>
                <c:pt idx="707">
                  <c:v>155.24210388725274</c:v>
                </c:pt>
                <c:pt idx="708">
                  <c:v>155.09131849619712</c:v>
                </c:pt>
                <c:pt idx="709">
                  <c:v>157.46196437187379</c:v>
                </c:pt>
                <c:pt idx="710">
                  <c:v>157.8690406918989</c:v>
                </c:pt>
                <c:pt idx="711">
                  <c:v>156.60830716564863</c:v>
                </c:pt>
                <c:pt idx="712">
                  <c:v>154.8603838419256</c:v>
                </c:pt>
                <c:pt idx="713">
                  <c:v>153.20458753121</c:v>
                </c:pt>
                <c:pt idx="714">
                  <c:v>151.7121063351114</c:v>
                </c:pt>
                <c:pt idx="715">
                  <c:v>149.63701720385913</c:v>
                </c:pt>
                <c:pt idx="716">
                  <c:v>152.73419353806375</c:v>
                </c:pt>
                <c:pt idx="717">
                  <c:v>154.24631449747775</c:v>
                </c:pt>
                <c:pt idx="718">
                  <c:v>152.46230986884254</c:v>
                </c:pt>
                <c:pt idx="719">
                  <c:v>151.74077274658774</c:v>
                </c:pt>
                <c:pt idx="720">
                  <c:v>150.2795444125357</c:v>
                </c:pt>
                <c:pt idx="721">
                  <c:v>149.25128006266542</c:v>
                </c:pt>
                <c:pt idx="722">
                  <c:v>147.61065397286143</c:v>
                </c:pt>
                <c:pt idx="723">
                  <c:v>145.34359450845466</c:v>
                </c:pt>
                <c:pt idx="724">
                  <c:v>146.14894422568619</c:v>
                </c:pt>
                <c:pt idx="725">
                  <c:v>144.91443626289197</c:v>
                </c:pt>
                <c:pt idx="726">
                  <c:v>147.77385084903955</c:v>
                </c:pt>
                <c:pt idx="727">
                  <c:v>148.29109536268561</c:v>
                </c:pt>
                <c:pt idx="728">
                  <c:v>148.98922485783231</c:v>
                </c:pt>
                <c:pt idx="729">
                  <c:v>147.55877785806624</c:v>
                </c:pt>
                <c:pt idx="730">
                  <c:v>144.93796358307958</c:v>
                </c:pt>
                <c:pt idx="731">
                  <c:v>145.13465038390399</c:v>
                </c:pt>
                <c:pt idx="732">
                  <c:v>145.67592446292448</c:v>
                </c:pt>
                <c:pt idx="733">
                  <c:v>144.7546606320837</c:v>
                </c:pt>
                <c:pt idx="734">
                  <c:v>142.48596907277141</c:v>
                </c:pt>
                <c:pt idx="735">
                  <c:v>144.83389744042594</c:v>
                </c:pt>
                <c:pt idx="736">
                  <c:v>146.98752514434796</c:v>
                </c:pt>
                <c:pt idx="737">
                  <c:v>144.86638112940517</c:v>
                </c:pt>
                <c:pt idx="738">
                  <c:v>148.84435905438096</c:v>
                </c:pt>
                <c:pt idx="739">
                  <c:v>147.10541177625146</c:v>
                </c:pt>
                <c:pt idx="740">
                  <c:v>149.94236375150004</c:v>
                </c:pt>
                <c:pt idx="741">
                  <c:v>150.88293029391767</c:v>
                </c:pt>
                <c:pt idx="742">
                  <c:v>151.60526375561906</c:v>
                </c:pt>
                <c:pt idx="743">
                  <c:v>150.45091429716604</c:v>
                </c:pt>
                <c:pt idx="744">
                  <c:v>151.54930631813713</c:v>
                </c:pt>
                <c:pt idx="745">
                  <c:v>152.24323050739645</c:v>
                </c:pt>
                <c:pt idx="746">
                  <c:v>152.05841767262569</c:v>
                </c:pt>
                <c:pt idx="747">
                  <c:v>151.75492127895845</c:v>
                </c:pt>
                <c:pt idx="748">
                  <c:v>152.53205568424153</c:v>
                </c:pt>
                <c:pt idx="749">
                  <c:v>151.47421602141063</c:v>
                </c:pt>
                <c:pt idx="750">
                  <c:v>151.77755922275537</c:v>
                </c:pt>
                <c:pt idx="751">
                  <c:v>151.35441312573514</c:v>
                </c:pt>
                <c:pt idx="752">
                  <c:v>149.97903528656718</c:v>
                </c:pt>
                <c:pt idx="753">
                  <c:v>150.24206079767617</c:v>
                </c:pt>
                <c:pt idx="754">
                  <c:v>151.35970376089637</c:v>
                </c:pt>
                <c:pt idx="755">
                  <c:v>152.63524063340265</c:v>
                </c:pt>
                <c:pt idx="756">
                  <c:v>150.62184246620319</c:v>
                </c:pt>
                <c:pt idx="757">
                  <c:v>149.13942479011962</c:v>
                </c:pt>
                <c:pt idx="758">
                  <c:v>148.37165074205114</c:v>
                </c:pt>
                <c:pt idx="759">
                  <c:v>148.73077573067883</c:v>
                </c:pt>
                <c:pt idx="760">
                  <c:v>148.57122915554339</c:v>
                </c:pt>
                <c:pt idx="761">
                  <c:v>147.12411248754785</c:v>
                </c:pt>
                <c:pt idx="762">
                  <c:v>144.81943353818676</c:v>
                </c:pt>
                <c:pt idx="763">
                  <c:v>145.78211849328744</c:v>
                </c:pt>
                <c:pt idx="764">
                  <c:v>142.06596613298288</c:v>
                </c:pt>
                <c:pt idx="765">
                  <c:v>141.33491584448825</c:v>
                </c:pt>
                <c:pt idx="766">
                  <c:v>142.09118731819606</c:v>
                </c:pt>
                <c:pt idx="767">
                  <c:v>139.65224536631078</c:v>
                </c:pt>
                <c:pt idx="768">
                  <c:v>137.01951353717456</c:v>
                </c:pt>
                <c:pt idx="769">
                  <c:v>137.51383934316183</c:v>
                </c:pt>
                <c:pt idx="770">
                  <c:v>136.29164779192217</c:v>
                </c:pt>
                <c:pt idx="771">
                  <c:v>135.3656839384272</c:v>
                </c:pt>
                <c:pt idx="772">
                  <c:v>138.26541625605029</c:v>
                </c:pt>
                <c:pt idx="773">
                  <c:v>140.20942179721271</c:v>
                </c:pt>
                <c:pt idx="774">
                  <c:v>140.62545471435072</c:v>
                </c:pt>
                <c:pt idx="775">
                  <c:v>140.95202595047704</c:v>
                </c:pt>
                <c:pt idx="776">
                  <c:v>140.78374204619388</c:v>
                </c:pt>
                <c:pt idx="777">
                  <c:v>139.3649305751895</c:v>
                </c:pt>
                <c:pt idx="778">
                  <c:v>138.0600532559767</c:v>
                </c:pt>
                <c:pt idx="779">
                  <c:v>136.05657797292102</c:v>
                </c:pt>
                <c:pt idx="780">
                  <c:v>138.27430891650005</c:v>
                </c:pt>
                <c:pt idx="781">
                  <c:v>140.42868861049541</c:v>
                </c:pt>
                <c:pt idx="782">
                  <c:v>140.09614457676548</c:v>
                </c:pt>
                <c:pt idx="783">
                  <c:v>140.44462774241293</c:v>
                </c:pt>
                <c:pt idx="784">
                  <c:v>141.386005225177</c:v>
                </c:pt>
                <c:pt idx="785">
                  <c:v>140.54464789098881</c:v>
                </c:pt>
                <c:pt idx="786">
                  <c:v>140.52465884372398</c:v>
                </c:pt>
                <c:pt idx="787">
                  <c:v>139.0338217684226</c:v>
                </c:pt>
                <c:pt idx="788">
                  <c:v>138.4426299611672</c:v>
                </c:pt>
                <c:pt idx="789">
                  <c:v>136.50103086501025</c:v>
                </c:pt>
                <c:pt idx="790">
                  <c:v>137.33888561208397</c:v>
                </c:pt>
                <c:pt idx="791">
                  <c:v>136.33346470969337</c:v>
                </c:pt>
                <c:pt idx="792">
                  <c:v>137.84664788970358</c:v>
                </c:pt>
                <c:pt idx="793">
                  <c:v>136.3390279782372</c:v>
                </c:pt>
                <c:pt idx="794">
                  <c:v>136.0407408403118</c:v>
                </c:pt>
                <c:pt idx="795">
                  <c:v>133.29809119685694</c:v>
                </c:pt>
                <c:pt idx="796">
                  <c:v>130.03442500233146</c:v>
                </c:pt>
                <c:pt idx="797">
                  <c:v>133.18938875537478</c:v>
                </c:pt>
                <c:pt idx="798">
                  <c:v>132.23676814212823</c:v>
                </c:pt>
                <c:pt idx="799">
                  <c:v>133.31486550505124</c:v>
                </c:pt>
                <c:pt idx="800">
                  <c:v>133.50500398726888</c:v>
                </c:pt>
                <c:pt idx="801">
                  <c:v>132.45398583441528</c:v>
                </c:pt>
                <c:pt idx="802">
                  <c:v>132.90570456934475</c:v>
                </c:pt>
                <c:pt idx="803">
                  <c:v>135.45670257258516</c:v>
                </c:pt>
                <c:pt idx="804">
                  <c:v>136.16083742276618</c:v>
                </c:pt>
                <c:pt idx="805">
                  <c:v>135.42602868727835</c:v>
                </c:pt>
                <c:pt idx="806">
                  <c:v>135.22179030327973</c:v>
                </c:pt>
                <c:pt idx="807">
                  <c:v>134.1121625542749</c:v>
                </c:pt>
                <c:pt idx="808">
                  <c:v>130.32875807822438</c:v>
                </c:pt>
                <c:pt idx="809">
                  <c:v>133.93451987415446</c:v>
                </c:pt>
                <c:pt idx="810">
                  <c:v>132.01273967307048</c:v>
                </c:pt>
                <c:pt idx="811">
                  <c:v>130.5458422693265</c:v>
                </c:pt>
                <c:pt idx="812">
                  <c:v>131.74511276180527</c:v>
                </c:pt>
                <c:pt idx="813">
                  <c:v>133.48065501645692</c:v>
                </c:pt>
                <c:pt idx="814">
                  <c:v>134.56242832599952</c:v>
                </c:pt>
                <c:pt idx="815">
                  <c:v>135.11379384241766</c:v>
                </c:pt>
                <c:pt idx="816">
                  <c:v>136.10987110478104</c:v>
                </c:pt>
                <c:pt idx="817">
                  <c:v>137.32844245083339</c:v>
                </c:pt>
                <c:pt idx="818">
                  <c:v>137.37955969649713</c:v>
                </c:pt>
                <c:pt idx="819">
                  <c:v>138.22135051105897</c:v>
                </c:pt>
                <c:pt idx="820">
                  <c:v>138.43099741432704</c:v>
                </c:pt>
                <c:pt idx="821">
                  <c:v>139.09155738873804</c:v>
                </c:pt>
                <c:pt idx="822">
                  <c:v>139.56847971159499</c:v>
                </c:pt>
                <c:pt idx="823">
                  <c:v>140.42508639179155</c:v>
                </c:pt>
                <c:pt idx="824">
                  <c:v>139.79467409314606</c:v>
                </c:pt>
                <c:pt idx="825">
                  <c:v>140.08827069550904</c:v>
                </c:pt>
                <c:pt idx="826">
                  <c:v>140.82136622840443</c:v>
                </c:pt>
                <c:pt idx="827">
                  <c:v>139.4132586093213</c:v>
                </c:pt>
                <c:pt idx="828">
                  <c:v>137.48742216020148</c:v>
                </c:pt>
                <c:pt idx="829">
                  <c:v>139.12751743202057</c:v>
                </c:pt>
                <c:pt idx="830">
                  <c:v>137.49321783702527</c:v>
                </c:pt>
                <c:pt idx="831">
                  <c:v>139.0794373105434</c:v>
                </c:pt>
                <c:pt idx="832">
                  <c:v>141.12881956620541</c:v>
                </c:pt>
                <c:pt idx="833">
                  <c:v>141.57847595273722</c:v>
                </c:pt>
                <c:pt idx="834">
                  <c:v>140.52479624440414</c:v>
                </c:pt>
                <c:pt idx="835">
                  <c:v>139.96922911305452</c:v>
                </c:pt>
                <c:pt idx="836">
                  <c:v>141.26872339591714</c:v>
                </c:pt>
                <c:pt idx="837">
                  <c:v>141.09496511221934</c:v>
                </c:pt>
                <c:pt idx="838">
                  <c:v>140.71425813146431</c:v>
                </c:pt>
                <c:pt idx="839">
                  <c:v>134.74135328755187</c:v>
                </c:pt>
                <c:pt idx="840">
                  <c:v>134.99577017609212</c:v>
                </c:pt>
                <c:pt idx="841">
                  <c:v>136.79632556365323</c:v>
                </c:pt>
                <c:pt idx="842">
                  <c:v>133.19112545099583</c:v>
                </c:pt>
                <c:pt idx="843">
                  <c:v>131.85723079303284</c:v>
                </c:pt>
                <c:pt idx="844">
                  <c:v>131.51239381428667</c:v>
                </c:pt>
                <c:pt idx="845">
                  <c:v>135.63414235591833</c:v>
                </c:pt>
                <c:pt idx="846">
                  <c:v>133.380009688288</c:v>
                </c:pt>
                <c:pt idx="847">
                  <c:v>131.8209122055658</c:v>
                </c:pt>
                <c:pt idx="848">
                  <c:v>130.06299388805596</c:v>
                </c:pt>
                <c:pt idx="849">
                  <c:v>128.28309082244357</c:v>
                </c:pt>
                <c:pt idx="850">
                  <c:v>123.34138167591297</c:v>
                </c:pt>
                <c:pt idx="851">
                  <c:v>123.25149762497111</c:v>
                </c:pt>
                <c:pt idx="852">
                  <c:v>123.80146573482838</c:v>
                </c:pt>
                <c:pt idx="853">
                  <c:v>118.78592111528282</c:v>
                </c:pt>
                <c:pt idx="854">
                  <c:v>119.27146106131563</c:v>
                </c:pt>
                <c:pt idx="855">
                  <c:v>117.52921272135194</c:v>
                </c:pt>
                <c:pt idx="856">
                  <c:v>114.00131214953547</c:v>
                </c:pt>
                <c:pt idx="857">
                  <c:v>109.36197335677421</c:v>
                </c:pt>
                <c:pt idx="858">
                  <c:v>108.49826677002341</c:v>
                </c:pt>
                <c:pt idx="859">
                  <c:v>112.94155863435022</c:v>
                </c:pt>
                <c:pt idx="860">
                  <c:v>109.92360406009517</c:v>
                </c:pt>
                <c:pt idx="861">
                  <c:v>113.99523129126634</c:v>
                </c:pt>
                <c:pt idx="862">
                  <c:v>114.78711383190375</c:v>
                </c:pt>
                <c:pt idx="863">
                  <c:v>116.66752093603284</c:v>
                </c:pt>
                <c:pt idx="864">
                  <c:v>112.97557832203083</c:v>
                </c:pt>
                <c:pt idx="865">
                  <c:v>111.76312465552553</c:v>
                </c:pt>
                <c:pt idx="866">
                  <c:v>110.07942397058112</c:v>
                </c:pt>
                <c:pt idx="867">
                  <c:v>112.30342372748619</c:v>
                </c:pt>
                <c:pt idx="868">
                  <c:v>111.58567698971974</c:v>
                </c:pt>
                <c:pt idx="869">
                  <c:v>111.30132313147415</c:v>
                </c:pt>
                <c:pt idx="870">
                  <c:v>114.61085774098078</c:v>
                </c:pt>
                <c:pt idx="871">
                  <c:v>115.16320584129188</c:v>
                </c:pt>
                <c:pt idx="872">
                  <c:v>116.70051224836534</c:v>
                </c:pt>
                <c:pt idx="873">
                  <c:v>117.97916861684593</c:v>
                </c:pt>
                <c:pt idx="874">
                  <c:v>119.36575188160933</c:v>
                </c:pt>
                <c:pt idx="875">
                  <c:v>118.69513073481318</c:v>
                </c:pt>
                <c:pt idx="876">
                  <c:v>119.62011356722138</c:v>
                </c:pt>
                <c:pt idx="877">
                  <c:v>121.59604639591198</c:v>
                </c:pt>
                <c:pt idx="878">
                  <c:v>120.16183217621742</c:v>
                </c:pt>
                <c:pt idx="879">
                  <c:v>121.0441787326216</c:v>
                </c:pt>
                <c:pt idx="880">
                  <c:v>121.81314371378031</c:v>
                </c:pt>
                <c:pt idx="881">
                  <c:v>122.30733164123228</c:v>
                </c:pt>
                <c:pt idx="882">
                  <c:v>122.4924318457972</c:v>
                </c:pt>
                <c:pt idx="883">
                  <c:v>122.91210055058036</c:v>
                </c:pt>
                <c:pt idx="884">
                  <c:v>122.68727363969153</c:v>
                </c:pt>
                <c:pt idx="885">
                  <c:v>123.30176997004148</c:v>
                </c:pt>
                <c:pt idx="886">
                  <c:v>122.98267362450109</c:v>
                </c:pt>
                <c:pt idx="887">
                  <c:v>124.97974761430302</c:v>
                </c:pt>
                <c:pt idx="888">
                  <c:v>126.23267002952524</c:v>
                </c:pt>
                <c:pt idx="889">
                  <c:v>126.47117713196739</c:v>
                </c:pt>
                <c:pt idx="890">
                  <c:v>125.60532435899292</c:v>
                </c:pt>
                <c:pt idx="891">
                  <c:v>123.76750769850717</c:v>
                </c:pt>
                <c:pt idx="892">
                  <c:v>120.57598144547023</c:v>
                </c:pt>
                <c:pt idx="893">
                  <c:v>121.41028838244775</c:v>
                </c:pt>
                <c:pt idx="894">
                  <c:v>118.53693100422819</c:v>
                </c:pt>
                <c:pt idx="895">
                  <c:v>121.47194957971293</c:v>
                </c:pt>
                <c:pt idx="896">
                  <c:v>123.16918501022293</c:v>
                </c:pt>
                <c:pt idx="897">
                  <c:v>123.19222100487606</c:v>
                </c:pt>
                <c:pt idx="898">
                  <c:v>123.86591441084313</c:v>
                </c:pt>
                <c:pt idx="899">
                  <c:v>125.16590520901075</c:v>
                </c:pt>
                <c:pt idx="900">
                  <c:v>128.74834781183679</c:v>
                </c:pt>
                <c:pt idx="901">
                  <c:v>126.99278585099347</c:v>
                </c:pt>
                <c:pt idx="902">
                  <c:v>126.15249367811134</c:v>
                </c:pt>
                <c:pt idx="903">
                  <c:v>126.12748252893726</c:v>
                </c:pt>
                <c:pt idx="904">
                  <c:v>125.94150352033741</c:v>
                </c:pt>
                <c:pt idx="905">
                  <c:v>127.73020775814585</c:v>
                </c:pt>
                <c:pt idx="906">
                  <c:v>128.32353045075615</c:v>
                </c:pt>
                <c:pt idx="907">
                  <c:v>128.45274773408326</c:v>
                </c:pt>
                <c:pt idx="908">
                  <c:v>127.57066990452741</c:v>
                </c:pt>
                <c:pt idx="909">
                  <c:v>125.15763897622384</c:v>
                </c:pt>
                <c:pt idx="910">
                  <c:v>126.81306962040223</c:v>
                </c:pt>
                <c:pt idx="911">
                  <c:v>127.67000186836498</c:v>
                </c:pt>
                <c:pt idx="912">
                  <c:v>126.51451149004731</c:v>
                </c:pt>
                <c:pt idx="913">
                  <c:v>125.66725104685749</c:v>
                </c:pt>
                <c:pt idx="914">
                  <c:v>126.03634835181218</c:v>
                </c:pt>
                <c:pt idx="915">
                  <c:v>125.85474436891445</c:v>
                </c:pt>
                <c:pt idx="916">
                  <c:v>124.74771387125007</c:v>
                </c:pt>
                <c:pt idx="917">
                  <c:v>125.21916494698625</c:v>
                </c:pt>
                <c:pt idx="918">
                  <c:v>124.81065902448664</c:v>
                </c:pt>
                <c:pt idx="919">
                  <c:v>124.1843069062861</c:v>
                </c:pt>
                <c:pt idx="920">
                  <c:v>123.69475399186977</c:v>
                </c:pt>
                <c:pt idx="921">
                  <c:v>122.71322893050895</c:v>
                </c:pt>
                <c:pt idx="922">
                  <c:v>122.17613447352052</c:v>
                </c:pt>
                <c:pt idx="923">
                  <c:v>122.33693284391769</c:v>
                </c:pt>
                <c:pt idx="924">
                  <c:v>121.78835832845878</c:v>
                </c:pt>
                <c:pt idx="925">
                  <c:v>120.19312713399268</c:v>
                </c:pt>
                <c:pt idx="926">
                  <c:v>117.6246696551465</c:v>
                </c:pt>
                <c:pt idx="927">
                  <c:v>118.04992960039081</c:v>
                </c:pt>
                <c:pt idx="928">
                  <c:v>118.40560819578329</c:v>
                </c:pt>
                <c:pt idx="929">
                  <c:v>119.55225835032068</c:v>
                </c:pt>
                <c:pt idx="930">
                  <c:v>120.02778593887176</c:v>
                </c:pt>
                <c:pt idx="931">
                  <c:v>118.05650435712502</c:v>
                </c:pt>
                <c:pt idx="932">
                  <c:v>117.00161085370738</c:v>
                </c:pt>
                <c:pt idx="933">
                  <c:v>117.3594591187932</c:v>
                </c:pt>
                <c:pt idx="934">
                  <c:v>118.40435472257717</c:v>
                </c:pt>
                <c:pt idx="935">
                  <c:v>116.94699799183265</c:v>
                </c:pt>
                <c:pt idx="936">
                  <c:v>115.20503064996014</c:v>
                </c:pt>
                <c:pt idx="937">
                  <c:v>115.63483511687006</c:v>
                </c:pt>
                <c:pt idx="938">
                  <c:v>115.86956970585818</c:v>
                </c:pt>
                <c:pt idx="939">
                  <c:v>115.93743541764071</c:v>
                </c:pt>
                <c:pt idx="940">
                  <c:v>114.32148505804768</c:v>
                </c:pt>
                <c:pt idx="941">
                  <c:v>113.25474351942167</c:v>
                </c:pt>
                <c:pt idx="942">
                  <c:v>113.74404862702673</c:v>
                </c:pt>
                <c:pt idx="943">
                  <c:v>115.04008871067393</c:v>
                </c:pt>
                <c:pt idx="944">
                  <c:v>116.32518519460675</c:v>
                </c:pt>
                <c:pt idx="945">
                  <c:v>116.69216690363255</c:v>
                </c:pt>
                <c:pt idx="946">
                  <c:v>117.39661120908592</c:v>
                </c:pt>
                <c:pt idx="947">
                  <c:v>117.1434560760903</c:v>
                </c:pt>
                <c:pt idx="948">
                  <c:v>117.98492503540135</c:v>
                </c:pt>
                <c:pt idx="949">
                  <c:v>120.06850231883614</c:v>
                </c:pt>
                <c:pt idx="950">
                  <c:v>123.27261498917181</c:v>
                </c:pt>
                <c:pt idx="951">
                  <c:v>124.30041752832477</c:v>
                </c:pt>
                <c:pt idx="952">
                  <c:v>124.90767030808479</c:v>
                </c:pt>
                <c:pt idx="953">
                  <c:v>124.54197724687941</c:v>
                </c:pt>
                <c:pt idx="954">
                  <c:v>127.51251525524974</c:v>
                </c:pt>
                <c:pt idx="955">
                  <c:v>128.71682984461572</c:v>
                </c:pt>
                <c:pt idx="956">
                  <c:v>127.98338936477111</c:v>
                </c:pt>
                <c:pt idx="957">
                  <c:v>129.65324267263173</c:v>
                </c:pt>
                <c:pt idx="958">
                  <c:v>130.43780432335464</c:v>
                </c:pt>
                <c:pt idx="959">
                  <c:v>131.38164213776088</c:v>
                </c:pt>
                <c:pt idx="960">
                  <c:v>130.19927249811619</c:v>
                </c:pt>
                <c:pt idx="961">
                  <c:v>129.80307512944509</c:v>
                </c:pt>
                <c:pt idx="962">
                  <c:v>128.19996774324781</c:v>
                </c:pt>
                <c:pt idx="963">
                  <c:v>129.92710390693844</c:v>
                </c:pt>
                <c:pt idx="964">
                  <c:v>130.49364158067678</c:v>
                </c:pt>
                <c:pt idx="965">
                  <c:v>131.64956641796752</c:v>
                </c:pt>
                <c:pt idx="966">
                  <c:v>132.60219936922792</c:v>
                </c:pt>
                <c:pt idx="967">
                  <c:v>133.14361810367905</c:v>
                </c:pt>
                <c:pt idx="968">
                  <c:v>133.02483297225996</c:v>
                </c:pt>
                <c:pt idx="969">
                  <c:v>132.06599526296074</c:v>
                </c:pt>
                <c:pt idx="970">
                  <c:v>132.46632755595309</c:v>
                </c:pt>
                <c:pt idx="971">
                  <c:v>130.81524481671684</c:v>
                </c:pt>
                <c:pt idx="972">
                  <c:v>130.94996859416008</c:v>
                </c:pt>
                <c:pt idx="973">
                  <c:v>131.31827746086088</c:v>
                </c:pt>
                <c:pt idx="974">
                  <c:v>131.65375336379265</c:v>
                </c:pt>
                <c:pt idx="975">
                  <c:v>132.45495669509435</c:v>
                </c:pt>
                <c:pt idx="976">
                  <c:v>131.75679292406701</c:v>
                </c:pt>
                <c:pt idx="977">
                  <c:v>130.82166647988348</c:v>
                </c:pt>
                <c:pt idx="978">
                  <c:v>127.93467007722055</c:v>
                </c:pt>
                <c:pt idx="979">
                  <c:v>128.05406084284226</c:v>
                </c:pt>
                <c:pt idx="980">
                  <c:v>128.23649214257244</c:v>
                </c:pt>
                <c:pt idx="981">
                  <c:v>127.66797416711347</c:v>
                </c:pt>
                <c:pt idx="982">
                  <c:v>126.96347745710493</c:v>
                </c:pt>
                <c:pt idx="983">
                  <c:v>126.36002393031488</c:v>
                </c:pt>
                <c:pt idx="984">
                  <c:v>126.13074212203988</c:v>
                </c:pt>
                <c:pt idx="985">
                  <c:v>125.56640991782244</c:v>
                </c:pt>
                <c:pt idx="986">
                  <c:v>122.44929970027306</c:v>
                </c:pt>
                <c:pt idx="987">
                  <c:v>121.87595039642001</c:v>
                </c:pt>
                <c:pt idx="988">
                  <c:v>122.3502743236122</c:v>
                </c:pt>
                <c:pt idx="989">
                  <c:v>119.09845728959351</c:v>
                </c:pt>
                <c:pt idx="990">
                  <c:v>119.39748952087005</c:v>
                </c:pt>
                <c:pt idx="991">
                  <c:v>119.23654195133723</c:v>
                </c:pt>
                <c:pt idx="992">
                  <c:v>126.85582196605073</c:v>
                </c:pt>
                <c:pt idx="993">
                  <c:v>125.07494743946476</c:v>
                </c:pt>
                <c:pt idx="994">
                  <c:v>124.9174527653072</c:v>
                </c:pt>
                <c:pt idx="995">
                  <c:v>124.86661397294957</c:v>
                </c:pt>
                <c:pt idx="996">
                  <c:v>127.73547570175283</c:v>
                </c:pt>
                <c:pt idx="997">
                  <c:v>129.87128028903257</c:v>
                </c:pt>
                <c:pt idx="998">
                  <c:v>129.84990371422697</c:v>
                </c:pt>
                <c:pt idx="999">
                  <c:v>128.36566990540442</c:v>
                </c:pt>
                <c:pt idx="1000">
                  <c:v>129.55518518735246</c:v>
                </c:pt>
                <c:pt idx="1001">
                  <c:v>129.24217849595345</c:v>
                </c:pt>
                <c:pt idx="1002">
                  <c:v>131.18907494317705</c:v>
                </c:pt>
                <c:pt idx="1003">
                  <c:v>131.35851248738805</c:v>
                </c:pt>
                <c:pt idx="1004">
                  <c:v>129.13564628836008</c:v>
                </c:pt>
                <c:pt idx="1005">
                  <c:v>128.89687709788865</c:v>
                </c:pt>
                <c:pt idx="1006">
                  <c:v>128.67287115999261</c:v>
                </c:pt>
                <c:pt idx="1007">
                  <c:v>129.61649350836225</c:v>
                </c:pt>
                <c:pt idx="1008">
                  <c:v>128.62152589018493</c:v>
                </c:pt>
                <c:pt idx="1009">
                  <c:v>128.39713136444806</c:v>
                </c:pt>
                <c:pt idx="1010">
                  <c:v>126.8421179710286</c:v>
                </c:pt>
                <c:pt idx="1011">
                  <c:v>124.86949998137499</c:v>
                </c:pt>
                <c:pt idx="1012">
                  <c:v>124.73345797067873</c:v>
                </c:pt>
                <c:pt idx="1013">
                  <c:v>123.62966354184057</c:v>
                </c:pt>
                <c:pt idx="1014">
                  <c:v>125.84962885651754</c:v>
                </c:pt>
                <c:pt idx="1015">
                  <c:v>125.46850524365246</c:v>
                </c:pt>
                <c:pt idx="1016">
                  <c:v>126.59325746328813</c:v>
                </c:pt>
                <c:pt idx="1017">
                  <c:v>127.86767442427944</c:v>
                </c:pt>
                <c:pt idx="1018">
                  <c:v>128.58068692075611</c:v>
                </c:pt>
                <c:pt idx="1019">
                  <c:v>128.68481625179805</c:v>
                </c:pt>
                <c:pt idx="1020">
                  <c:v>128.81472073525237</c:v>
                </c:pt>
                <c:pt idx="1021">
                  <c:v>129.24654118931801</c:v>
                </c:pt>
                <c:pt idx="1022">
                  <c:v>129.97055042680964</c:v>
                </c:pt>
                <c:pt idx="1023">
                  <c:v>129.9271540965502</c:v>
                </c:pt>
                <c:pt idx="1024">
                  <c:v>127.8528824451584</c:v>
                </c:pt>
                <c:pt idx="1025">
                  <c:v>124.72393083593688</c:v>
                </c:pt>
                <c:pt idx="1026">
                  <c:v>125.11877259042309</c:v>
                </c:pt>
                <c:pt idx="1027">
                  <c:v>124.20352916020521</c:v>
                </c:pt>
                <c:pt idx="1028">
                  <c:v>125.40920872678296</c:v>
                </c:pt>
                <c:pt idx="1029">
                  <c:v>125.58897400876509</c:v>
                </c:pt>
                <c:pt idx="1030">
                  <c:v>124.58302256111341</c:v>
                </c:pt>
                <c:pt idx="1031">
                  <c:v>125.5521385779912</c:v>
                </c:pt>
                <c:pt idx="1032">
                  <c:v>124.70506279737064</c:v>
                </c:pt>
                <c:pt idx="1033">
                  <c:v>122.46776013426154</c:v>
                </c:pt>
                <c:pt idx="1034">
                  <c:v>119.92470547601764</c:v>
                </c:pt>
                <c:pt idx="1035">
                  <c:v>118.27659689011442</c:v>
                </c:pt>
                <c:pt idx="1036">
                  <c:v>116.48467959641823</c:v>
                </c:pt>
                <c:pt idx="1037">
                  <c:v>116.98672786355799</c:v>
                </c:pt>
                <c:pt idx="1038">
                  <c:v>117.58876965663207</c:v>
                </c:pt>
                <c:pt idx="1039">
                  <c:v>116.74171026657619</c:v>
                </c:pt>
                <c:pt idx="1040">
                  <c:v>114.75490549603073</c:v>
                </c:pt>
                <c:pt idx="1041">
                  <c:v>116.15600747492486</c:v>
                </c:pt>
                <c:pt idx="1042">
                  <c:v>114.60455563022003</c:v>
                </c:pt>
                <c:pt idx="1043">
                  <c:v>113.7153747135187</c:v>
                </c:pt>
                <c:pt idx="1044">
                  <c:v>110.59168657784269</c:v>
                </c:pt>
                <c:pt idx="1045">
                  <c:v>112.25764512774035</c:v>
                </c:pt>
                <c:pt idx="1046">
                  <c:v>111.04982385958454</c:v>
                </c:pt>
                <c:pt idx="1047">
                  <c:v>111.99588996059697</c:v>
                </c:pt>
                <c:pt idx="1048">
                  <c:v>113.60519702899231</c:v>
                </c:pt>
                <c:pt idx="1049">
                  <c:v>110.02256188883611</c:v>
                </c:pt>
                <c:pt idx="1050">
                  <c:v>111.39781500775062</c:v>
                </c:pt>
                <c:pt idx="1051">
                  <c:v>111.46477075632245</c:v>
                </c:pt>
                <c:pt idx="1052">
                  <c:v>111.70543555415988</c:v>
                </c:pt>
                <c:pt idx="1053">
                  <c:v>110.2772131877508</c:v>
                </c:pt>
                <c:pt idx="1054">
                  <c:v>108.69789224766571</c:v>
                </c:pt>
                <c:pt idx="1055">
                  <c:v>106.31478892525618</c:v>
                </c:pt>
                <c:pt idx="1056">
                  <c:v>107.53813094296498</c:v>
                </c:pt>
                <c:pt idx="1057">
                  <c:v>108.54837986415136</c:v>
                </c:pt>
                <c:pt idx="1058">
                  <c:v>109.90499830230171</c:v>
                </c:pt>
                <c:pt idx="1059">
                  <c:v>109.01749705062799</c:v>
                </c:pt>
                <c:pt idx="1060">
                  <c:v>109.57537938573074</c:v>
                </c:pt>
                <c:pt idx="1061">
                  <c:v>106.9936450312661</c:v>
                </c:pt>
                <c:pt idx="1062">
                  <c:v>108.33577027388368</c:v>
                </c:pt>
                <c:pt idx="1063">
                  <c:v>109.29931466032053</c:v>
                </c:pt>
                <c:pt idx="1064">
                  <c:v>110.86953896031589</c:v>
                </c:pt>
                <c:pt idx="1065">
                  <c:v>111.74048471054031</c:v>
                </c:pt>
                <c:pt idx="1066">
                  <c:v>111.87994610178292</c:v>
                </c:pt>
                <c:pt idx="1067">
                  <c:v>113.07415731509032</c:v>
                </c:pt>
                <c:pt idx="1068">
                  <c:v>111.96092501444662</c:v>
                </c:pt>
                <c:pt idx="1069">
                  <c:v>109.32852014603515</c:v>
                </c:pt>
                <c:pt idx="1070">
                  <c:v>110.46122088031053</c:v>
                </c:pt>
                <c:pt idx="1071">
                  <c:v>108.95617184571996</c:v>
                </c:pt>
                <c:pt idx="1072">
                  <c:v>115.66929326301947</c:v>
                </c:pt>
                <c:pt idx="1073">
                  <c:v>118.60991768937606</c:v>
                </c:pt>
                <c:pt idx="1074">
                  <c:v>117.94788149508396</c:v>
                </c:pt>
                <c:pt idx="1075">
                  <c:v>115.39851587647831</c:v>
                </c:pt>
                <c:pt idx="1076">
                  <c:v>116.55514570471988</c:v>
                </c:pt>
                <c:pt idx="1077">
                  <c:v>115.39194130228751</c:v>
                </c:pt>
                <c:pt idx="1078">
                  <c:v>111.40400560601003</c:v>
                </c:pt>
                <c:pt idx="1079">
                  <c:v>111.01148195629477</c:v>
                </c:pt>
                <c:pt idx="1080">
                  <c:v>110.39255318058377</c:v>
                </c:pt>
                <c:pt idx="1081">
                  <c:v>109.8788561570062</c:v>
                </c:pt>
                <c:pt idx="1082">
                  <c:v>111.06867845416711</c:v>
                </c:pt>
                <c:pt idx="1083">
                  <c:v>109.87561738167155</c:v>
                </c:pt>
                <c:pt idx="1084">
                  <c:v>110.04407730442416</c:v>
                </c:pt>
                <c:pt idx="1085">
                  <c:v>110.28773403118335</c:v>
                </c:pt>
                <c:pt idx="1086">
                  <c:v>110.0898352847975</c:v>
                </c:pt>
                <c:pt idx="1087">
                  <c:v>109.63474122741124</c:v>
                </c:pt>
                <c:pt idx="1088">
                  <c:v>111.76371620468757</c:v>
                </c:pt>
                <c:pt idx="1089">
                  <c:v>114.39786008488983</c:v>
                </c:pt>
                <c:pt idx="1090">
                  <c:v>115.01551628850054</c:v>
                </c:pt>
                <c:pt idx="1091">
                  <c:v>115.06167833389451</c:v>
                </c:pt>
                <c:pt idx="1092">
                  <c:v>114.69569482121015</c:v>
                </c:pt>
                <c:pt idx="1093">
                  <c:v>115.24490669955664</c:v>
                </c:pt>
                <c:pt idx="1094">
                  <c:v>116.6710029492485</c:v>
                </c:pt>
                <c:pt idx="1095">
                  <c:v>117.782543614856</c:v>
                </c:pt>
                <c:pt idx="1096">
                  <c:v>119.76030572035569</c:v>
                </c:pt>
                <c:pt idx="1097">
                  <c:v>119.85962305642698</c:v>
                </c:pt>
                <c:pt idx="1098">
                  <c:v>118.48315691789493</c:v>
                </c:pt>
                <c:pt idx="1099">
                  <c:v>118.22012163322871</c:v>
                </c:pt>
                <c:pt idx="1100">
                  <c:v>118.82659003128352</c:v>
                </c:pt>
                <c:pt idx="1101">
                  <c:v>117.84080839609314</c:v>
                </c:pt>
                <c:pt idx="1102">
                  <c:v>118.21179905014857</c:v>
                </c:pt>
                <c:pt idx="1103">
                  <c:v>116.79518080776597</c:v>
                </c:pt>
                <c:pt idx="1104">
                  <c:v>117.71582789101825</c:v>
                </c:pt>
                <c:pt idx="1105">
                  <c:v>118.60689151423155</c:v>
                </c:pt>
                <c:pt idx="1106">
                  <c:v>118.69260892363395</c:v>
                </c:pt>
                <c:pt idx="1107">
                  <c:v>117.98066130285585</c:v>
                </c:pt>
                <c:pt idx="1108">
                  <c:v>117.93253869161916</c:v>
                </c:pt>
                <c:pt idx="1109">
                  <c:v>119.62462621500768</c:v>
                </c:pt>
                <c:pt idx="1110">
                  <c:v>118.69477340953254</c:v>
                </c:pt>
                <c:pt idx="1111">
                  <c:v>119.97370088632312</c:v>
                </c:pt>
                <c:pt idx="1112">
                  <c:v>121.16196704386105</c:v>
                </c:pt>
                <c:pt idx="1113">
                  <c:v>121.235177754989</c:v>
                </c:pt>
                <c:pt idx="1114">
                  <c:v>119.7963868034561</c:v>
                </c:pt>
                <c:pt idx="1115">
                  <c:v>118.69772208077259</c:v>
                </c:pt>
                <c:pt idx="1116">
                  <c:v>119.05065534887096</c:v>
                </c:pt>
                <c:pt idx="1117">
                  <c:v>117.86152691473312</c:v>
                </c:pt>
                <c:pt idx="1118">
                  <c:v>118.0837556038223</c:v>
                </c:pt>
                <c:pt idx="1119">
                  <c:v>117.00635424965402</c:v>
                </c:pt>
                <c:pt idx="1120">
                  <c:v>117.92569990250482</c:v>
                </c:pt>
                <c:pt idx="1121">
                  <c:v>119.08632249254957</c:v>
                </c:pt>
                <c:pt idx="1122">
                  <c:v>120.28241448427029</c:v>
                </c:pt>
                <c:pt idx="1123">
                  <c:v>119.26425422389178</c:v>
                </c:pt>
                <c:pt idx="1124">
                  <c:v>119.90332452111969</c:v>
                </c:pt>
                <c:pt idx="1125">
                  <c:v>119.42102655111401</c:v>
                </c:pt>
                <c:pt idx="1126">
                  <c:v>119.47608019599667</c:v>
                </c:pt>
                <c:pt idx="1127">
                  <c:v>119.35693670934036</c:v>
                </c:pt>
                <c:pt idx="1128">
                  <c:v>119.13092556768004</c:v>
                </c:pt>
                <c:pt idx="1129">
                  <c:v>118.95163749339044</c:v>
                </c:pt>
                <c:pt idx="1130">
                  <c:v>118.86510225567098</c:v>
                </c:pt>
                <c:pt idx="1131">
                  <c:v>119.95335658681051</c:v>
                </c:pt>
                <c:pt idx="1132">
                  <c:v>120.25643348350596</c:v>
                </c:pt>
                <c:pt idx="1133">
                  <c:v>120.42331157058229</c:v>
                </c:pt>
                <c:pt idx="1134">
                  <c:v>120.71024330258061</c:v>
                </c:pt>
                <c:pt idx="1135">
                  <c:v>122.45839007185204</c:v>
                </c:pt>
                <c:pt idx="1136">
                  <c:v>121.16149672022389</c:v>
                </c:pt>
                <c:pt idx="1137">
                  <c:v>117.79503449456253</c:v>
                </c:pt>
                <c:pt idx="1138">
                  <c:v>119.1319719967822</c:v>
                </c:pt>
                <c:pt idx="1139">
                  <c:v>119.10067824493386</c:v>
                </c:pt>
                <c:pt idx="1140">
                  <c:v>121.82033384022706</c:v>
                </c:pt>
                <c:pt idx="1141">
                  <c:v>122.8193856885797</c:v>
                </c:pt>
                <c:pt idx="1142">
                  <c:v>124.3446644180916</c:v>
                </c:pt>
                <c:pt idx="1143">
                  <c:v>125.02733409775817</c:v>
                </c:pt>
                <c:pt idx="1144">
                  <c:v>126.42014499467371</c:v>
                </c:pt>
                <c:pt idx="1145">
                  <c:v>127.4202517465455</c:v>
                </c:pt>
                <c:pt idx="1146">
                  <c:v>127.80308576525633</c:v>
                </c:pt>
                <c:pt idx="1147">
                  <c:v>127.08783990657858</c:v>
                </c:pt>
                <c:pt idx="1148">
                  <c:v>126.69333185133151</c:v>
                </c:pt>
                <c:pt idx="1149">
                  <c:v>126.5033345566783</c:v>
                </c:pt>
                <c:pt idx="1150">
                  <c:v>128.26238124520472</c:v>
                </c:pt>
                <c:pt idx="1151">
                  <c:v>129.44135156649105</c:v>
                </c:pt>
                <c:pt idx="1152">
                  <c:v>128.70331229477341</c:v>
                </c:pt>
                <c:pt idx="1153">
                  <c:v>128.41178550978722</c:v>
                </c:pt>
                <c:pt idx="1154">
                  <c:v>128.95005558426806</c:v>
                </c:pt>
                <c:pt idx="1155">
                  <c:v>127.4107556744561</c:v>
                </c:pt>
                <c:pt idx="1156">
                  <c:v>126.52264570510475</c:v>
                </c:pt>
                <c:pt idx="1157">
                  <c:v>123.08282752043691</c:v>
                </c:pt>
                <c:pt idx="1158">
                  <c:v>124.27843313608292</c:v>
                </c:pt>
                <c:pt idx="1159">
                  <c:v>126.48119280365459</c:v>
                </c:pt>
                <c:pt idx="1160">
                  <c:v>127.69814195192276</c:v>
                </c:pt>
                <c:pt idx="1161">
                  <c:v>128.63665606432545</c:v>
                </c:pt>
                <c:pt idx="1162">
                  <c:v>128.16055718741492</c:v>
                </c:pt>
                <c:pt idx="1163">
                  <c:v>128.4026851169487</c:v>
                </c:pt>
                <c:pt idx="1164">
                  <c:v>128.09089112637693</c:v>
                </c:pt>
                <c:pt idx="1165">
                  <c:v>127.39948345816393</c:v>
                </c:pt>
                <c:pt idx="1166">
                  <c:v>126.51957742309496</c:v>
                </c:pt>
                <c:pt idx="1167">
                  <c:v>125.43655948166315</c:v>
                </c:pt>
                <c:pt idx="1168">
                  <c:v>124.71139773878824</c:v>
                </c:pt>
                <c:pt idx="1169">
                  <c:v>126.57233134340018</c:v>
                </c:pt>
                <c:pt idx="1170">
                  <c:v>127.07980654902012</c:v>
                </c:pt>
                <c:pt idx="1171">
                  <c:v>124.19839643749167</c:v>
                </c:pt>
                <c:pt idx="1172">
                  <c:v>123.73582641928758</c:v>
                </c:pt>
                <c:pt idx="1173">
                  <c:v>122.64933362982134</c:v>
                </c:pt>
                <c:pt idx="1174">
                  <c:v>121.84559245392548</c:v>
                </c:pt>
                <c:pt idx="1175">
                  <c:v>116.81395796963932</c:v>
                </c:pt>
                <c:pt idx="1176">
                  <c:v>115.93186613825753</c:v>
                </c:pt>
                <c:pt idx="1177">
                  <c:v>117.22064881598989</c:v>
                </c:pt>
                <c:pt idx="1178">
                  <c:v>114.95916851417633</c:v>
                </c:pt>
                <c:pt idx="1179">
                  <c:v>106.19571559922097</c:v>
                </c:pt>
                <c:pt idx="1180">
                  <c:v>105.45531665796706</c:v>
                </c:pt>
                <c:pt idx="1181">
                  <c:v>96.469704586750609</c:v>
                </c:pt>
                <c:pt idx="1182">
                  <c:v>99.075771723886731</c:v>
                </c:pt>
                <c:pt idx="1183">
                  <c:v>92.631172256590446</c:v>
                </c:pt>
                <c:pt idx="1184">
                  <c:v>90.587772221791326</c:v>
                </c:pt>
                <c:pt idx="1185">
                  <c:v>85.304134140229209</c:v>
                </c:pt>
                <c:pt idx="1186">
                  <c:v>80.746760579244111</c:v>
                </c:pt>
                <c:pt idx="1187">
                  <c:v>84.740410739228111</c:v>
                </c:pt>
                <c:pt idx="1188">
                  <c:v>72.762304921270982</c:v>
                </c:pt>
                <c:pt idx="1189">
                  <c:v>73.292573576799867</c:v>
                </c:pt>
                <c:pt idx="1190">
                  <c:v>79.043663858917938</c:v>
                </c:pt>
                <c:pt idx="1191">
                  <c:v>78.956879700364141</c:v>
                </c:pt>
                <c:pt idx="1192">
                  <c:v>76.316248595419481</c:v>
                </c:pt>
                <c:pt idx="1193">
                  <c:v>77.991527829174942</c:v>
                </c:pt>
                <c:pt idx="1194">
                  <c:v>76.440240733198763</c:v>
                </c:pt>
                <c:pt idx="1195">
                  <c:v>74.973408560915061</c:v>
                </c:pt>
                <c:pt idx="1196">
                  <c:v>79.016329695635335</c:v>
                </c:pt>
                <c:pt idx="1197">
                  <c:v>82.481473152342261</c:v>
                </c:pt>
                <c:pt idx="1198">
                  <c:v>81.415482397689317</c:v>
                </c:pt>
                <c:pt idx="1199">
                  <c:v>83.531217879908894</c:v>
                </c:pt>
                <c:pt idx="1200">
                  <c:v>85.625482510169491</c:v>
                </c:pt>
                <c:pt idx="1201">
                  <c:v>85.96418773830392</c:v>
                </c:pt>
                <c:pt idx="1202">
                  <c:v>83.289914678079754</c:v>
                </c:pt>
                <c:pt idx="1203">
                  <c:v>83.740587144505923</c:v>
                </c:pt>
                <c:pt idx="1204">
                  <c:v>83.459900144685008</c:v>
                </c:pt>
                <c:pt idx="1205">
                  <c:v>85.913367065542445</c:v>
                </c:pt>
                <c:pt idx="1206">
                  <c:v>87.78468420054179</c:v>
                </c:pt>
                <c:pt idx="1207">
                  <c:v>90.299267192677704</c:v>
                </c:pt>
                <c:pt idx="1208">
                  <c:v>85.202943941503946</c:v>
                </c:pt>
                <c:pt idx="1209">
                  <c:v>85.293349174827753</c:v>
                </c:pt>
                <c:pt idx="1210">
                  <c:v>85.16079115436338</c:v>
                </c:pt>
                <c:pt idx="1211">
                  <c:v>85.381850367913344</c:v>
                </c:pt>
                <c:pt idx="1212">
                  <c:v>84.646820667912635</c:v>
                </c:pt>
                <c:pt idx="1213">
                  <c:v>87.053016474079143</c:v>
                </c:pt>
                <c:pt idx="1214">
                  <c:v>86.68400866949581</c:v>
                </c:pt>
                <c:pt idx="1215">
                  <c:v>86.373146841025289</c:v>
                </c:pt>
                <c:pt idx="1216">
                  <c:v>82.096081937333608</c:v>
                </c:pt>
                <c:pt idx="1217">
                  <c:v>82.800150432201832</c:v>
                </c:pt>
                <c:pt idx="1218">
                  <c:v>84.073608201147835</c:v>
                </c:pt>
                <c:pt idx="1219">
                  <c:v>84.60719897408103</c:v>
                </c:pt>
                <c:pt idx="1220">
                  <c:v>83.970933193052943</c:v>
                </c:pt>
                <c:pt idx="1221">
                  <c:v>85.740470893853882</c:v>
                </c:pt>
                <c:pt idx="1222">
                  <c:v>87.074803264458595</c:v>
                </c:pt>
                <c:pt idx="1223">
                  <c:v>88.155229277674252</c:v>
                </c:pt>
                <c:pt idx="1224">
                  <c:v>92.183712721058498</c:v>
                </c:pt>
                <c:pt idx="1225">
                  <c:v>92.86263100543114</c:v>
                </c:pt>
                <c:pt idx="1226">
                  <c:v>92.536561788233513</c:v>
                </c:pt>
                <c:pt idx="1227">
                  <c:v>94.245788068153232</c:v>
                </c:pt>
                <c:pt idx="1228">
                  <c:v>94.470263518330597</c:v>
                </c:pt>
                <c:pt idx="1229">
                  <c:v>94.283075249128643</c:v>
                </c:pt>
                <c:pt idx="1230">
                  <c:v>95.467331311691922</c:v>
                </c:pt>
                <c:pt idx="1231">
                  <c:v>93.84093039721219</c:v>
                </c:pt>
                <c:pt idx="1232">
                  <c:v>94.816293924078451</c:v>
                </c:pt>
                <c:pt idx="1233">
                  <c:v>93.523641513707005</c:v>
                </c:pt>
                <c:pt idx="1234">
                  <c:v>94.260944101232468</c:v>
                </c:pt>
                <c:pt idx="1235">
                  <c:v>93.919752616213131</c:v>
                </c:pt>
                <c:pt idx="1236">
                  <c:v>95.176624520643188</c:v>
                </c:pt>
                <c:pt idx="1237">
                  <c:v>96.008881309666094</c:v>
                </c:pt>
                <c:pt idx="1238">
                  <c:v>97.534783060898448</c:v>
                </c:pt>
                <c:pt idx="1239">
                  <c:v>99.018500055293273</c:v>
                </c:pt>
                <c:pt idx="1240">
                  <c:v>98.26989070321315</c:v>
                </c:pt>
                <c:pt idx="1241">
                  <c:v>99.238858426078039</c:v>
                </c:pt>
                <c:pt idx="1242">
                  <c:v>99.673463079317713</c:v>
                </c:pt>
                <c:pt idx="1243">
                  <c:v>97.955916582011611</c:v>
                </c:pt>
                <c:pt idx="1244">
                  <c:v>97.801605006057386</c:v>
                </c:pt>
                <c:pt idx="1245">
                  <c:v>98.221227908208604</c:v>
                </c:pt>
                <c:pt idx="1246">
                  <c:v>99.454749153089566</c:v>
                </c:pt>
                <c:pt idx="1247">
                  <c:v>100.10625686931682</c:v>
                </c:pt>
                <c:pt idx="1248">
                  <c:v>101.79991073836523</c:v>
                </c:pt>
                <c:pt idx="1249">
                  <c:v>103.10142098094079</c:v>
                </c:pt>
                <c:pt idx="1250">
                  <c:v>102.47384617295614</c:v>
                </c:pt>
                <c:pt idx="1251">
                  <c:v>102.89489813849632</c:v>
                </c:pt>
                <c:pt idx="1252">
                  <c:v>101.7813108184229</c:v>
                </c:pt>
                <c:pt idx="1253">
                  <c:v>101.71347601883664</c:v>
                </c:pt>
                <c:pt idx="1254">
                  <c:v>100.373639391818</c:v>
                </c:pt>
                <c:pt idx="1255">
                  <c:v>101.95643100435761</c:v>
                </c:pt>
                <c:pt idx="1256">
                  <c:v>103.11989228698488</c:v>
                </c:pt>
                <c:pt idx="1257">
                  <c:v>103.48683794763495</c:v>
                </c:pt>
                <c:pt idx="1258">
                  <c:v>103.74245757511675</c:v>
                </c:pt>
                <c:pt idx="1259">
                  <c:v>104.6422347343352</c:v>
                </c:pt>
                <c:pt idx="1260">
                  <c:v>104.19618025659545</c:v>
                </c:pt>
                <c:pt idx="1261">
                  <c:v>102.96700493058471</c:v>
                </c:pt>
                <c:pt idx="1262">
                  <c:v>103.90539647058488</c:v>
                </c:pt>
                <c:pt idx="1263">
                  <c:v>104.37990968149482</c:v>
                </c:pt>
                <c:pt idx="1264">
                  <c:v>103.40778245537891</c:v>
                </c:pt>
                <c:pt idx="1265">
                  <c:v>103.94397428387755</c:v>
                </c:pt>
                <c:pt idx="1266">
                  <c:v>103.64004936082692</c:v>
                </c:pt>
                <c:pt idx="1267">
                  <c:v>104.63621512126103</c:v>
                </c:pt>
                <c:pt idx="1268">
                  <c:v>105.46083432637499</c:v>
                </c:pt>
                <c:pt idx="1269">
                  <c:v>106.73475676750861</c:v>
                </c:pt>
                <c:pt idx="1270">
                  <c:v>107.92567473222886</c:v>
                </c:pt>
                <c:pt idx="1271">
                  <c:v>109.44203885055494</c:v>
                </c:pt>
                <c:pt idx="1272">
                  <c:v>109.1165417073379</c:v>
                </c:pt>
                <c:pt idx="1273">
                  <c:v>109.21990939800688</c:v>
                </c:pt>
                <c:pt idx="1274">
                  <c:v>110.92589926933651</c:v>
                </c:pt>
                <c:pt idx="1275">
                  <c:v>110.07107726014981</c:v>
                </c:pt>
                <c:pt idx="1276">
                  <c:v>110.44640987588204</c:v>
                </c:pt>
                <c:pt idx="1277">
                  <c:v>111.86059462202596</c:v>
                </c:pt>
                <c:pt idx="1278">
                  <c:v>112.6447775120713</c:v>
                </c:pt>
                <c:pt idx="1279">
                  <c:v>113.18814455416415</c:v>
                </c:pt>
                <c:pt idx="1280">
                  <c:v>113.93756579975265</c:v>
                </c:pt>
                <c:pt idx="1281">
                  <c:v>114.81011680395292</c:v>
                </c:pt>
                <c:pt idx="1282">
                  <c:v>115.87134074821388</c:v>
                </c:pt>
                <c:pt idx="1283">
                  <c:v>116.54208356618888</c:v>
                </c:pt>
                <c:pt idx="1284">
                  <c:v>116.72427161165422</c:v>
                </c:pt>
                <c:pt idx="1285">
                  <c:v>118.95213193652017</c:v>
                </c:pt>
                <c:pt idx="1286">
                  <c:v>113.87512336061016</c:v>
                </c:pt>
                <c:pt idx="1287">
                  <c:v>116.02989279526621</c:v>
                </c:pt>
                <c:pt idx="1288">
                  <c:v>117.44664233087148</c:v>
                </c:pt>
                <c:pt idx="1289">
                  <c:v>117.8860750995234</c:v>
                </c:pt>
                <c:pt idx="1290">
                  <c:v>115.91413368360058</c:v>
                </c:pt>
                <c:pt idx="1291">
                  <c:v>114.91463776537194</c:v>
                </c:pt>
                <c:pt idx="1292">
                  <c:v>113.15881279439718</c:v>
                </c:pt>
                <c:pt idx="1293">
                  <c:v>112.16968589722232</c:v>
                </c:pt>
                <c:pt idx="1294">
                  <c:v>114.04656922106817</c:v>
                </c:pt>
                <c:pt idx="1295">
                  <c:v>114.63180666460858</c:v>
                </c:pt>
                <c:pt idx="1296">
                  <c:v>117.79041951183794</c:v>
                </c:pt>
                <c:pt idx="1297">
                  <c:v>119.01444439689523</c:v>
                </c:pt>
                <c:pt idx="1298">
                  <c:v>118.8904728516098</c:v>
                </c:pt>
                <c:pt idx="1299">
                  <c:v>118.67395782042716</c:v>
                </c:pt>
                <c:pt idx="1300">
                  <c:v>119.2509489100199</c:v>
                </c:pt>
                <c:pt idx="1301">
                  <c:v>114.87356628488446</c:v>
                </c:pt>
                <c:pt idx="1302">
                  <c:v>112.83454196793961</c:v>
                </c:pt>
                <c:pt idx="1303">
                  <c:v>112.26144727768725</c:v>
                </c:pt>
                <c:pt idx="1304">
                  <c:v>108.99900991636952</c:v>
                </c:pt>
                <c:pt idx="1305">
                  <c:v>112.4499541412694</c:v>
                </c:pt>
                <c:pt idx="1306">
                  <c:v>116.06381733737408</c:v>
                </c:pt>
                <c:pt idx="1307">
                  <c:v>115.45795046257365</c:v>
                </c:pt>
                <c:pt idx="1308">
                  <c:v>115.6071891323548</c:v>
                </c:pt>
                <c:pt idx="1309">
                  <c:v>117.23184637164097</c:v>
                </c:pt>
                <c:pt idx="1310">
                  <c:v>117.30590162116916</c:v>
                </c:pt>
                <c:pt idx="1311">
                  <c:v>117.88050370391508</c:v>
                </c:pt>
                <c:pt idx="1312">
                  <c:v>117.29196466756312</c:v>
                </c:pt>
                <c:pt idx="1313">
                  <c:v>117.52063783548394</c:v>
                </c:pt>
                <c:pt idx="1314">
                  <c:v>117.29107476353511</c:v>
                </c:pt>
                <c:pt idx="1315">
                  <c:v>116.61449775379826</c:v>
                </c:pt>
                <c:pt idx="1316">
                  <c:v>115.78845357707495</c:v>
                </c:pt>
                <c:pt idx="1317">
                  <c:v>115.48347368510184</c:v>
                </c:pt>
                <c:pt idx="1318">
                  <c:v>113.81459594819322</c:v>
                </c:pt>
                <c:pt idx="1319">
                  <c:v>114.91858471973703</c:v>
                </c:pt>
                <c:pt idx="1320">
                  <c:v>115.7440463091462</c:v>
                </c:pt>
                <c:pt idx="1321">
                  <c:v>116.61427512591595</c:v>
                </c:pt>
                <c:pt idx="1322">
                  <c:v>117.11422495394655</c:v>
                </c:pt>
                <c:pt idx="1323">
                  <c:v>118.15890269627933</c:v>
                </c:pt>
                <c:pt idx="1324">
                  <c:v>115.89119677991279</c:v>
                </c:pt>
                <c:pt idx="1325">
                  <c:v>117.27946748129106</c:v>
                </c:pt>
                <c:pt idx="1326">
                  <c:v>116.09822457786244</c:v>
                </c:pt>
                <c:pt idx="1327">
                  <c:v>115.27200351547117</c:v>
                </c:pt>
                <c:pt idx="1328">
                  <c:v>115.89983816453874</c:v>
                </c:pt>
                <c:pt idx="1329">
                  <c:v>115.82022421851364</c:v>
                </c:pt>
                <c:pt idx="1330">
                  <c:v>116.62298014916487</c:v>
                </c:pt>
                <c:pt idx="1331">
                  <c:v>116.80668509497272</c:v>
                </c:pt>
                <c:pt idx="1332">
                  <c:v>119.56911994002068</c:v>
                </c:pt>
                <c:pt idx="1333">
                  <c:v>120.76870047100989</c:v>
                </c:pt>
                <c:pt idx="1334">
                  <c:v>122.02821043445537</c:v>
                </c:pt>
                <c:pt idx="1335">
                  <c:v>121.90043055915683</c:v>
                </c:pt>
                <c:pt idx="1336">
                  <c:v>122.28626562220228</c:v>
                </c:pt>
                <c:pt idx="1337">
                  <c:v>122.69058472787734</c:v>
                </c:pt>
                <c:pt idx="1338">
                  <c:v>123.47397106849746</c:v>
                </c:pt>
                <c:pt idx="1339">
                  <c:v>124.10804550556121</c:v>
                </c:pt>
                <c:pt idx="1340">
                  <c:v>127.8417787164104</c:v>
                </c:pt>
                <c:pt idx="1341">
                  <c:v>127.20229774512606</c:v>
                </c:pt>
                <c:pt idx="1342">
                  <c:v>128.45201409931553</c:v>
                </c:pt>
                <c:pt idx="1343">
                  <c:v>130.17081069517411</c:v>
                </c:pt>
                <c:pt idx="1344">
                  <c:v>131.41898371148503</c:v>
                </c:pt>
                <c:pt idx="1345">
                  <c:v>129.24647183087578</c:v>
                </c:pt>
                <c:pt idx="1346">
                  <c:v>130.35914347896849</c:v>
                </c:pt>
                <c:pt idx="1347">
                  <c:v>133.88118894911358</c:v>
                </c:pt>
                <c:pt idx="1348">
                  <c:v>136.02361290066889</c:v>
                </c:pt>
                <c:pt idx="1349">
                  <c:v>136.4288994728671</c:v>
                </c:pt>
                <c:pt idx="1350">
                  <c:v>137.59260792722466</c:v>
                </c:pt>
                <c:pt idx="1351">
                  <c:v>139.12122715644776</c:v>
                </c:pt>
                <c:pt idx="1352">
                  <c:v>139.20283089278524</c:v>
                </c:pt>
                <c:pt idx="1353">
                  <c:v>140.3783919791839</c:v>
                </c:pt>
                <c:pt idx="1354">
                  <c:v>139.0612451734456</c:v>
                </c:pt>
                <c:pt idx="1355">
                  <c:v>139.51047692270097</c:v>
                </c:pt>
                <c:pt idx="1356">
                  <c:v>140.5205018921705</c:v>
                </c:pt>
                <c:pt idx="1357">
                  <c:v>142.85059821493891</c:v>
                </c:pt>
                <c:pt idx="1358">
                  <c:v>142.63019788260343</c:v>
                </c:pt>
                <c:pt idx="1359">
                  <c:v>142.11802492962528</c:v>
                </c:pt>
                <c:pt idx="1360">
                  <c:v>135.03554078844172</c:v>
                </c:pt>
                <c:pt idx="1361">
                  <c:v>135.73959666648381</c:v>
                </c:pt>
                <c:pt idx="1362">
                  <c:v>139.11003995739759</c:v>
                </c:pt>
                <c:pt idx="1363">
                  <c:v>139.3536872965777</c:v>
                </c:pt>
                <c:pt idx="1364">
                  <c:v>141.0064737859602</c:v>
                </c:pt>
                <c:pt idx="1365">
                  <c:v>140.85062115838409</c:v>
                </c:pt>
                <c:pt idx="1366">
                  <c:v>141.16368757185575</c:v>
                </c:pt>
                <c:pt idx="1367">
                  <c:v>141.84971136485453</c:v>
                </c:pt>
                <c:pt idx="1368">
                  <c:v>143.54061028718141</c:v>
                </c:pt>
                <c:pt idx="1369">
                  <c:v>147.16403490474752</c:v>
                </c:pt>
                <c:pt idx="1370">
                  <c:v>147.96797127300744</c:v>
                </c:pt>
                <c:pt idx="1371">
                  <c:v>148.71420419076921</c:v>
                </c:pt>
                <c:pt idx="1372">
                  <c:v>150.87649159490277</c:v>
                </c:pt>
                <c:pt idx="1373">
                  <c:v>152.03453834241296</c:v>
                </c:pt>
                <c:pt idx="1374">
                  <c:v>151.42374281958493</c:v>
                </c:pt>
                <c:pt idx="1375">
                  <c:v>152.60644083069531</c:v>
                </c:pt>
                <c:pt idx="1376">
                  <c:v>152.14154648616812</c:v>
                </c:pt>
                <c:pt idx="1377">
                  <c:v>152.30525813553399</c:v>
                </c:pt>
                <c:pt idx="1378">
                  <c:v>150.89269440259932</c:v>
                </c:pt>
                <c:pt idx="1379">
                  <c:v>147.70000263186424</c:v>
                </c:pt>
                <c:pt idx="1380">
                  <c:v>150.81088941194051</c:v>
                </c:pt>
                <c:pt idx="1381">
                  <c:v>152.49244407230134</c:v>
                </c:pt>
                <c:pt idx="1382">
                  <c:v>150.95060617611986</c:v>
                </c:pt>
                <c:pt idx="1383">
                  <c:v>148.97152429189185</c:v>
                </c:pt>
                <c:pt idx="1384">
                  <c:v>147.78854031370781</c:v>
                </c:pt>
                <c:pt idx="1385">
                  <c:v>145.67152791374627</c:v>
                </c:pt>
                <c:pt idx="1386">
                  <c:v>144.3112532981493</c:v>
                </c:pt>
                <c:pt idx="1387">
                  <c:v>143.98818797505328</c:v>
                </c:pt>
                <c:pt idx="1388">
                  <c:v>148.6104067766486</c:v>
                </c:pt>
                <c:pt idx="1389">
                  <c:v>154.51538378212356</c:v>
                </c:pt>
                <c:pt idx="1390">
                  <c:v>156.2091826209504</c:v>
                </c:pt>
                <c:pt idx="1391">
                  <c:v>154.54090765936616</c:v>
                </c:pt>
                <c:pt idx="1392">
                  <c:v>156.95555290722771</c:v>
                </c:pt>
                <c:pt idx="1393">
                  <c:v>156.77856949745751</c:v>
                </c:pt>
                <c:pt idx="1394">
                  <c:v>158.10482152793139</c:v>
                </c:pt>
                <c:pt idx="1395">
                  <c:v>158.54133257648363</c:v>
                </c:pt>
                <c:pt idx="1396">
                  <c:v>158.12122279978587</c:v>
                </c:pt>
                <c:pt idx="1397">
                  <c:v>160.18655225420969</c:v>
                </c:pt>
                <c:pt idx="1398">
                  <c:v>161.06855988052416</c:v>
                </c:pt>
                <c:pt idx="1399">
                  <c:v>161.31167692536138</c:v>
                </c:pt>
                <c:pt idx="1400">
                  <c:v>162.30661687192799</c:v>
                </c:pt>
                <c:pt idx="1401">
                  <c:v>159.67888689010201</c:v>
                </c:pt>
                <c:pt idx="1402">
                  <c:v>158.43259528457989</c:v>
                </c:pt>
                <c:pt idx="1403">
                  <c:v>160.02357674058351</c:v>
                </c:pt>
                <c:pt idx="1404">
                  <c:v>161.84713793751345</c:v>
                </c:pt>
                <c:pt idx="1405">
                  <c:v>160.03526123375821</c:v>
                </c:pt>
                <c:pt idx="1406">
                  <c:v>162.3339673142473</c:v>
                </c:pt>
                <c:pt idx="1407">
                  <c:v>164.96241254929063</c:v>
                </c:pt>
                <c:pt idx="1408">
                  <c:v>168.367185937253</c:v>
                </c:pt>
                <c:pt idx="1409">
                  <c:v>170.01431767395567</c:v>
                </c:pt>
                <c:pt idx="1410">
                  <c:v>166.24924364112113</c:v>
                </c:pt>
                <c:pt idx="1411">
                  <c:v>166.18067039173403</c:v>
                </c:pt>
                <c:pt idx="1412">
                  <c:v>165.05835872884427</c:v>
                </c:pt>
                <c:pt idx="1413">
                  <c:v>166.73328073007184</c:v>
                </c:pt>
                <c:pt idx="1414">
                  <c:v>166.67434246968639</c:v>
                </c:pt>
                <c:pt idx="1415">
                  <c:v>165.48841486788481</c:v>
                </c:pt>
                <c:pt idx="1416">
                  <c:v>166.6756378610082</c:v>
                </c:pt>
                <c:pt idx="1417">
                  <c:v>162.33742720487129</c:v>
                </c:pt>
                <c:pt idx="1418">
                  <c:v>162.19382668274235</c:v>
                </c:pt>
                <c:pt idx="1419">
                  <c:v>163.82839712571428</c:v>
                </c:pt>
                <c:pt idx="1420">
                  <c:v>165.44276089222512</c:v>
                </c:pt>
                <c:pt idx="1421">
                  <c:v>161.3427262386526</c:v>
                </c:pt>
                <c:pt idx="1422">
                  <c:v>158.14803956640463</c:v>
                </c:pt>
                <c:pt idx="1423">
                  <c:v>161.0629578267426</c:v>
                </c:pt>
                <c:pt idx="1424">
                  <c:v>162.38002176479159</c:v>
                </c:pt>
                <c:pt idx="1425">
                  <c:v>161.92735894331716</c:v>
                </c:pt>
                <c:pt idx="1426">
                  <c:v>164.8292916513233</c:v>
                </c:pt>
                <c:pt idx="1427">
                  <c:v>162.80682653089005</c:v>
                </c:pt>
                <c:pt idx="1428">
                  <c:v>164.56198389771762</c:v>
                </c:pt>
                <c:pt idx="1429">
                  <c:v>165.23958434553205</c:v>
                </c:pt>
                <c:pt idx="1430">
                  <c:v>164.38278689546979</c:v>
                </c:pt>
                <c:pt idx="1431">
                  <c:v>155.12587372384399</c:v>
                </c:pt>
                <c:pt idx="1432">
                  <c:v>157.25007431418129</c:v>
                </c:pt>
                <c:pt idx="1433">
                  <c:v>160.08881592159702</c:v>
                </c:pt>
                <c:pt idx="1434">
                  <c:v>156.01313385131365</c:v>
                </c:pt>
                <c:pt idx="1435">
                  <c:v>156.80510696657558</c:v>
                </c:pt>
                <c:pt idx="1436">
                  <c:v>157.07904100850251</c:v>
                </c:pt>
                <c:pt idx="1437">
                  <c:v>157.5364879748027</c:v>
                </c:pt>
                <c:pt idx="1438">
                  <c:v>164.1582473997297</c:v>
                </c:pt>
                <c:pt idx="1439">
                  <c:v>164.74372105420107</c:v>
                </c:pt>
                <c:pt idx="1440">
                  <c:v>164.20510731692741</c:v>
                </c:pt>
                <c:pt idx="1441">
                  <c:v>164.31309776599375</c:v>
                </c:pt>
                <c:pt idx="1442">
                  <c:v>165.78545949210243</c:v>
                </c:pt>
                <c:pt idx="1443">
                  <c:v>167.39897922450049</c:v>
                </c:pt>
                <c:pt idx="1444">
                  <c:v>167.20858086959396</c:v>
                </c:pt>
                <c:pt idx="1445">
                  <c:v>169.54376767158476</c:v>
                </c:pt>
                <c:pt idx="1446">
                  <c:v>170.78875905887941</c:v>
                </c:pt>
                <c:pt idx="1447">
                  <c:v>169.44132385106511</c:v>
                </c:pt>
                <c:pt idx="1448">
                  <c:v>166.81082537682619</c:v>
                </c:pt>
                <c:pt idx="1449">
                  <c:v>170.1859562682105</c:v>
                </c:pt>
                <c:pt idx="1450">
                  <c:v>173.79113945863278</c:v>
                </c:pt>
                <c:pt idx="1451">
                  <c:v>173.72077500958011</c:v>
                </c:pt>
                <c:pt idx="1452">
                  <c:v>173.21981589998447</c:v>
                </c:pt>
                <c:pt idx="1453">
                  <c:v>174.82914986718583</c:v>
                </c:pt>
                <c:pt idx="1454">
                  <c:v>176.31196830233498</c:v>
                </c:pt>
                <c:pt idx="1455">
                  <c:v>176.25823291325312</c:v>
                </c:pt>
                <c:pt idx="1456">
                  <c:v>176.40554976698786</c:v>
                </c:pt>
                <c:pt idx="1457">
                  <c:v>177.29842100226983</c:v>
                </c:pt>
                <c:pt idx="1458">
                  <c:v>177.85284297873744</c:v>
                </c:pt>
                <c:pt idx="1459">
                  <c:v>177.75453338948449</c:v>
                </c:pt>
                <c:pt idx="1460">
                  <c:v>179.2211714082128</c:v>
                </c:pt>
                <c:pt idx="1461">
                  <c:v>181.11968804275307</c:v>
                </c:pt>
                <c:pt idx="1462">
                  <c:v>182.65102349876818</c:v>
                </c:pt>
                <c:pt idx="1463">
                  <c:v>185.47322805250909</c:v>
                </c:pt>
                <c:pt idx="1464">
                  <c:v>186.5018226730721</c:v>
                </c:pt>
                <c:pt idx="1465">
                  <c:v>187.66443329852333</c:v>
                </c:pt>
                <c:pt idx="1466">
                  <c:v>188.10855892795908</c:v>
                </c:pt>
                <c:pt idx="1467">
                  <c:v>186.68532886034066</c:v>
                </c:pt>
                <c:pt idx="1468">
                  <c:v>187.60007896996544</c:v>
                </c:pt>
                <c:pt idx="1469">
                  <c:v>185.60854612357869</c:v>
                </c:pt>
                <c:pt idx="1470">
                  <c:v>182.43739145047084</c:v>
                </c:pt>
                <c:pt idx="1471">
                  <c:v>179.5233225188129</c:v>
                </c:pt>
                <c:pt idx="1472">
                  <c:v>180.91906569247857</c:v>
                </c:pt>
                <c:pt idx="1473">
                  <c:v>181.16003499534278</c:v>
                </c:pt>
                <c:pt idx="1474">
                  <c:v>180.18206453743255</c:v>
                </c:pt>
                <c:pt idx="1475">
                  <c:v>180.01228724145187</c:v>
                </c:pt>
                <c:pt idx="1476">
                  <c:v>182.13905193866589</c:v>
                </c:pt>
                <c:pt idx="1477">
                  <c:v>183.03981286679888</c:v>
                </c:pt>
                <c:pt idx="1478">
                  <c:v>182.08399336653687</c:v>
                </c:pt>
                <c:pt idx="1479">
                  <c:v>182.24275010316171</c:v>
                </c:pt>
                <c:pt idx="1480">
                  <c:v>181.52825938593574</c:v>
                </c:pt>
                <c:pt idx="1481">
                  <c:v>182.45674605261107</c:v>
                </c:pt>
                <c:pt idx="1482">
                  <c:v>183.4216969229231</c:v>
                </c:pt>
                <c:pt idx="1483">
                  <c:v>183.48990224304126</c:v>
                </c:pt>
                <c:pt idx="1484">
                  <c:v>183.67532858481795</c:v>
                </c:pt>
                <c:pt idx="1485">
                  <c:v>183.01376544551468</c:v>
                </c:pt>
                <c:pt idx="1486">
                  <c:v>184.28549762355826</c:v>
                </c:pt>
                <c:pt idx="1487">
                  <c:v>185.54293375237006</c:v>
                </c:pt>
                <c:pt idx="1488">
                  <c:v>185.87247153561592</c:v>
                </c:pt>
                <c:pt idx="1489">
                  <c:v>186.08848959504775</c:v>
                </c:pt>
                <c:pt idx="1490">
                  <c:v>187.10442101528386</c:v>
                </c:pt>
                <c:pt idx="1491">
                  <c:v>187.49166356555051</c:v>
                </c:pt>
                <c:pt idx="1492">
                  <c:v>185.55665059052586</c:v>
                </c:pt>
                <c:pt idx="1493">
                  <c:v>182.71681550077483</c:v>
                </c:pt>
                <c:pt idx="1494">
                  <c:v>186.02231792381448</c:v>
                </c:pt>
                <c:pt idx="1495">
                  <c:v>186.19010439652146</c:v>
                </c:pt>
                <c:pt idx="1496">
                  <c:v>186.03723377598413</c:v>
                </c:pt>
                <c:pt idx="1497">
                  <c:v>185.34012000349176</c:v>
                </c:pt>
                <c:pt idx="1498">
                  <c:v>184.34928246380693</c:v>
                </c:pt>
                <c:pt idx="1499">
                  <c:v>186.06068744010449</c:v>
                </c:pt>
                <c:pt idx="1500">
                  <c:v>190.74093886887235</c:v>
                </c:pt>
                <c:pt idx="1501">
                  <c:v>191.12079475755908</c:v>
                </c:pt>
                <c:pt idx="1502">
                  <c:v>189.21200143084764</c:v>
                </c:pt>
                <c:pt idx="1503">
                  <c:v>188.93056225536245</c:v>
                </c:pt>
                <c:pt idx="1504">
                  <c:v>189.22972521220373</c:v>
                </c:pt>
                <c:pt idx="1505">
                  <c:v>187.75934762571683</c:v>
                </c:pt>
                <c:pt idx="1506">
                  <c:v>185.30903071569105</c:v>
                </c:pt>
                <c:pt idx="1507">
                  <c:v>184.98187572622587</c:v>
                </c:pt>
                <c:pt idx="1508">
                  <c:v>187.22354277797905</c:v>
                </c:pt>
                <c:pt idx="1509">
                  <c:v>186.61716844095892</c:v>
                </c:pt>
                <c:pt idx="1510">
                  <c:v>185.9907185130219</c:v>
                </c:pt>
                <c:pt idx="1511">
                  <c:v>186.60161706660108</c:v>
                </c:pt>
                <c:pt idx="1512">
                  <c:v>187.1278567540713</c:v>
                </c:pt>
                <c:pt idx="1513">
                  <c:v>183.08175063419719</c:v>
                </c:pt>
                <c:pt idx="1514">
                  <c:v>181.88442471470407</c:v>
                </c:pt>
                <c:pt idx="1515">
                  <c:v>184.82656433705586</c:v>
                </c:pt>
                <c:pt idx="1516">
                  <c:v>185.00911818485466</c:v>
                </c:pt>
                <c:pt idx="1517">
                  <c:v>193.02902482689876</c:v>
                </c:pt>
                <c:pt idx="1518">
                  <c:v>197.12764189742839</c:v>
                </c:pt>
                <c:pt idx="1519">
                  <c:v>199.10515312286032</c:v>
                </c:pt>
                <c:pt idx="1520">
                  <c:v>200.0925316386226</c:v>
                </c:pt>
                <c:pt idx="1521">
                  <c:v>200.90708448670264</c:v>
                </c:pt>
                <c:pt idx="1522">
                  <c:v>199.51996887539764</c:v>
                </c:pt>
                <c:pt idx="1523">
                  <c:v>199.54329843081103</c:v>
                </c:pt>
                <c:pt idx="1524">
                  <c:v>200.02675518132148</c:v>
                </c:pt>
                <c:pt idx="1525">
                  <c:v>200.92902336650363</c:v>
                </c:pt>
                <c:pt idx="1526">
                  <c:v>203.82987093730986</c:v>
                </c:pt>
                <c:pt idx="1527">
                  <c:v>205.76473304339569</c:v>
                </c:pt>
                <c:pt idx="1528">
                  <c:v>207.17292763723609</c:v>
                </c:pt>
                <c:pt idx="1529">
                  <c:v>204.37657147361691</c:v>
                </c:pt>
                <c:pt idx="1530">
                  <c:v>203.75313709881974</c:v>
                </c:pt>
                <c:pt idx="1531">
                  <c:v>207.01001498018763</c:v>
                </c:pt>
                <c:pt idx="1532">
                  <c:v>205.48420319641153</c:v>
                </c:pt>
                <c:pt idx="1533">
                  <c:v>205.64722075893835</c:v>
                </c:pt>
                <c:pt idx="1534">
                  <c:v>203.94896637231426</c:v>
                </c:pt>
                <c:pt idx="1535">
                  <c:v>205.09515644053076</c:v>
                </c:pt>
                <c:pt idx="1536">
                  <c:v>205.55660471767314</c:v>
                </c:pt>
                <c:pt idx="1537">
                  <c:v>205.61771553473992</c:v>
                </c:pt>
                <c:pt idx="1538">
                  <c:v>208.91507020620568</c:v>
                </c:pt>
                <c:pt idx="1539">
                  <c:v>209.01187217792193</c:v>
                </c:pt>
                <c:pt idx="1540">
                  <c:v>206.84313790127442</c:v>
                </c:pt>
                <c:pt idx="1541">
                  <c:v>210.07045152421455</c:v>
                </c:pt>
                <c:pt idx="1542">
                  <c:v>210.58994853476887</c:v>
                </c:pt>
                <c:pt idx="1543">
                  <c:v>211.88311962890367</c:v>
                </c:pt>
                <c:pt idx="1544">
                  <c:v>212.06820012344764</c:v>
                </c:pt>
                <c:pt idx="1545">
                  <c:v>214.99758999898685</c:v>
                </c:pt>
                <c:pt idx="1546">
                  <c:v>216.83307484830547</c:v>
                </c:pt>
                <c:pt idx="1547">
                  <c:v>219.26153947527717</c:v>
                </c:pt>
                <c:pt idx="1548">
                  <c:v>214.50023135300501</c:v>
                </c:pt>
                <c:pt idx="1549">
                  <c:v>210.7022743151137</c:v>
                </c:pt>
                <c:pt idx="1550">
                  <c:v>210.69092977201555</c:v>
                </c:pt>
                <c:pt idx="1551">
                  <c:v>208.79577538247497</c:v>
                </c:pt>
                <c:pt idx="1552">
                  <c:v>208.00024758572036</c:v>
                </c:pt>
                <c:pt idx="1553">
                  <c:v>204.87342965833412</c:v>
                </c:pt>
                <c:pt idx="1554">
                  <c:v>204.67250386036255</c:v>
                </c:pt>
                <c:pt idx="1555">
                  <c:v>207.99433217202522</c:v>
                </c:pt>
                <c:pt idx="1556">
                  <c:v>210.19158480962656</c:v>
                </c:pt>
                <c:pt idx="1557">
                  <c:v>210.17337483771902</c:v>
                </c:pt>
                <c:pt idx="1558">
                  <c:v>211.82491752035278</c:v>
                </c:pt>
                <c:pt idx="1559">
                  <c:v>215.68198376793063</c:v>
                </c:pt>
                <c:pt idx="1560">
                  <c:v>218.73981559664466</c:v>
                </c:pt>
                <c:pt idx="1561">
                  <c:v>217.05073487712329</c:v>
                </c:pt>
                <c:pt idx="1562">
                  <c:v>214.38096490858788</c:v>
                </c:pt>
                <c:pt idx="1563">
                  <c:v>215.3660335878223</c:v>
                </c:pt>
                <c:pt idx="1564">
                  <c:v>214.30884985839211</c:v>
                </c:pt>
                <c:pt idx="1565">
                  <c:v>211.84502931782043</c:v>
                </c:pt>
                <c:pt idx="1566">
                  <c:v>204.84747433571039</c:v>
                </c:pt>
                <c:pt idx="1567">
                  <c:v>208.11456006263094</c:v>
                </c:pt>
                <c:pt idx="1568">
                  <c:v>207.56431646156756</c:v>
                </c:pt>
                <c:pt idx="1569">
                  <c:v>208.80221152546707</c:v>
                </c:pt>
                <c:pt idx="1570">
                  <c:v>202.00881085300634</c:v>
                </c:pt>
                <c:pt idx="1571">
                  <c:v>197.45637029756011</c:v>
                </c:pt>
                <c:pt idx="1572">
                  <c:v>198.36881300624637</c:v>
                </c:pt>
                <c:pt idx="1573">
                  <c:v>202.93153505289152</c:v>
                </c:pt>
                <c:pt idx="1574">
                  <c:v>202.94720123742422</c:v>
                </c:pt>
                <c:pt idx="1575">
                  <c:v>199.23544521822538</c:v>
                </c:pt>
                <c:pt idx="1576">
                  <c:v>201.88499175404533</c:v>
                </c:pt>
                <c:pt idx="1577">
                  <c:v>204.8023514262421</c:v>
                </c:pt>
                <c:pt idx="1578">
                  <c:v>205.96999577490163</c:v>
                </c:pt>
                <c:pt idx="1579">
                  <c:v>207.0168194353929</c:v>
                </c:pt>
                <c:pt idx="1580">
                  <c:v>206.5036404037493</c:v>
                </c:pt>
                <c:pt idx="1581">
                  <c:v>205.62797241748862</c:v>
                </c:pt>
                <c:pt idx="1582">
                  <c:v>204.44519252319461</c:v>
                </c:pt>
                <c:pt idx="1583">
                  <c:v>202.09990842229834</c:v>
                </c:pt>
                <c:pt idx="1584">
                  <c:v>197.44751097544219</c:v>
                </c:pt>
                <c:pt idx="1585">
                  <c:v>190.65331283466764</c:v>
                </c:pt>
                <c:pt idx="1586">
                  <c:v>197.09665636786892</c:v>
                </c:pt>
                <c:pt idx="1587">
                  <c:v>196.78930650367835</c:v>
                </c:pt>
                <c:pt idx="1588">
                  <c:v>197.65520244538709</c:v>
                </c:pt>
                <c:pt idx="1589">
                  <c:v>199.99239049372906</c:v>
                </c:pt>
                <c:pt idx="1590">
                  <c:v>200.26119702359949</c:v>
                </c:pt>
                <c:pt idx="1591">
                  <c:v>199.51657967694973</c:v>
                </c:pt>
                <c:pt idx="1592">
                  <c:v>202.30532282305924</c:v>
                </c:pt>
                <c:pt idx="1593">
                  <c:v>208.13172203965891</c:v>
                </c:pt>
                <c:pt idx="1594">
                  <c:v>207.96023063924281</c:v>
                </c:pt>
                <c:pt idx="1595">
                  <c:v>208.52333982091412</c:v>
                </c:pt>
                <c:pt idx="1596">
                  <c:v>208.91240556671349</c:v>
                </c:pt>
                <c:pt idx="1597">
                  <c:v>210.36871328904806</c:v>
                </c:pt>
                <c:pt idx="1598">
                  <c:v>212.50179598219805</c:v>
                </c:pt>
                <c:pt idx="1599">
                  <c:v>213.36151879463941</c:v>
                </c:pt>
                <c:pt idx="1600">
                  <c:v>215.82990308915038</c:v>
                </c:pt>
                <c:pt idx="1601">
                  <c:v>217.40814045671237</c:v>
                </c:pt>
                <c:pt idx="1602">
                  <c:v>216.82628024116647</c:v>
                </c:pt>
                <c:pt idx="1603">
                  <c:v>217.1716200300759</c:v>
                </c:pt>
                <c:pt idx="1604">
                  <c:v>211.85833306214019</c:v>
                </c:pt>
                <c:pt idx="1605">
                  <c:v>211.21360104512269</c:v>
                </c:pt>
                <c:pt idx="1606">
                  <c:v>211.53104098175933</c:v>
                </c:pt>
                <c:pt idx="1607">
                  <c:v>205.9971206797706</c:v>
                </c:pt>
                <c:pt idx="1608">
                  <c:v>197.92178290693548</c:v>
                </c:pt>
                <c:pt idx="1609">
                  <c:v>196.2364489620208</c:v>
                </c:pt>
                <c:pt idx="1610">
                  <c:v>199.76575930094518</c:v>
                </c:pt>
                <c:pt idx="1611">
                  <c:v>202.86610887850654</c:v>
                </c:pt>
                <c:pt idx="1612">
                  <c:v>206.33390866776645</c:v>
                </c:pt>
                <c:pt idx="1613">
                  <c:v>207.91238261220488</c:v>
                </c:pt>
                <c:pt idx="1614">
                  <c:v>205.84928983949959</c:v>
                </c:pt>
                <c:pt idx="1615">
                  <c:v>204.65604478759062</c:v>
                </c:pt>
                <c:pt idx="1616">
                  <c:v>201.2177446408684</c:v>
                </c:pt>
                <c:pt idx="1617">
                  <c:v>203.15802496688892</c:v>
                </c:pt>
                <c:pt idx="1618">
                  <c:v>203.4150637999698</c:v>
                </c:pt>
                <c:pt idx="1619">
                  <c:v>198.19446750729716</c:v>
                </c:pt>
                <c:pt idx="1620">
                  <c:v>189.88844501469788</c:v>
                </c:pt>
                <c:pt idx="1621">
                  <c:v>195.03937522218729</c:v>
                </c:pt>
                <c:pt idx="1622">
                  <c:v>195.97397806925599</c:v>
                </c:pt>
                <c:pt idx="1623">
                  <c:v>195.36747013064851</c:v>
                </c:pt>
                <c:pt idx="1624">
                  <c:v>194.00598231852581</c:v>
                </c:pt>
                <c:pt idx="1625">
                  <c:v>191.60155487296637</c:v>
                </c:pt>
                <c:pt idx="1626">
                  <c:v>189.75754665613542</c:v>
                </c:pt>
                <c:pt idx="1627">
                  <c:v>191.63965149275776</c:v>
                </c:pt>
                <c:pt idx="1628">
                  <c:v>179.11208778896071</c:v>
                </c:pt>
                <c:pt idx="1629">
                  <c:v>186.52711588805914</c:v>
                </c:pt>
                <c:pt idx="1630">
                  <c:v>187.2037188279229</c:v>
                </c:pt>
                <c:pt idx="1631">
                  <c:v>186.46794164355728</c:v>
                </c:pt>
                <c:pt idx="1632">
                  <c:v>181.58935164194511</c:v>
                </c:pt>
                <c:pt idx="1633">
                  <c:v>175.44979164013995</c:v>
                </c:pt>
                <c:pt idx="1634">
                  <c:v>177.7198135094882</c:v>
                </c:pt>
                <c:pt idx="1635">
                  <c:v>181.61394648127987</c:v>
                </c:pt>
                <c:pt idx="1636">
                  <c:v>185.05226278010878</c:v>
                </c:pt>
                <c:pt idx="1637">
                  <c:v>185.40598624252502</c:v>
                </c:pt>
                <c:pt idx="1638">
                  <c:v>185.36270710560783</c:v>
                </c:pt>
                <c:pt idx="1639">
                  <c:v>184.0386529580181</c:v>
                </c:pt>
                <c:pt idx="1640">
                  <c:v>188.08115156268616</c:v>
                </c:pt>
                <c:pt idx="1641">
                  <c:v>191.8115736650866</c:v>
                </c:pt>
                <c:pt idx="1642">
                  <c:v>190.58430856324975</c:v>
                </c:pt>
                <c:pt idx="1643">
                  <c:v>192.12330593386801</c:v>
                </c:pt>
                <c:pt idx="1644">
                  <c:v>192.86353923842555</c:v>
                </c:pt>
                <c:pt idx="1645">
                  <c:v>193.05136218516344</c:v>
                </c:pt>
                <c:pt idx="1646">
                  <c:v>192.50030848648842</c:v>
                </c:pt>
                <c:pt idx="1647">
                  <c:v>194.0201968311336</c:v>
                </c:pt>
                <c:pt idx="1648">
                  <c:v>196.19280493749238</c:v>
                </c:pt>
                <c:pt idx="1649">
                  <c:v>196.76449012593386</c:v>
                </c:pt>
                <c:pt idx="1650">
                  <c:v>199.69518380138027</c:v>
                </c:pt>
                <c:pt idx="1651">
                  <c:v>202.9466158596704</c:v>
                </c:pt>
                <c:pt idx="1652">
                  <c:v>207.51172827168088</c:v>
                </c:pt>
                <c:pt idx="1653">
                  <c:v>204.85385091415861</c:v>
                </c:pt>
                <c:pt idx="1654">
                  <c:v>206.92069937373975</c:v>
                </c:pt>
                <c:pt idx="1655">
                  <c:v>207.70859152564122</c:v>
                </c:pt>
                <c:pt idx="1656">
                  <c:v>203.31776951488504</c:v>
                </c:pt>
                <c:pt idx="1657">
                  <c:v>202.96202814707794</c:v>
                </c:pt>
                <c:pt idx="1658">
                  <c:v>200.44343351289336</c:v>
                </c:pt>
                <c:pt idx="1659">
                  <c:v>201.73177816579479</c:v>
                </c:pt>
                <c:pt idx="1660">
                  <c:v>199.52591559458901</c:v>
                </c:pt>
                <c:pt idx="1661">
                  <c:v>194.6482139513175</c:v>
                </c:pt>
                <c:pt idx="1662">
                  <c:v>198.25835515898291</c:v>
                </c:pt>
                <c:pt idx="1663">
                  <c:v>196.33984933752959</c:v>
                </c:pt>
                <c:pt idx="1664">
                  <c:v>197.58540873221241</c:v>
                </c:pt>
                <c:pt idx="1665">
                  <c:v>196.41182410735095</c:v>
                </c:pt>
                <c:pt idx="1666">
                  <c:v>195.22205788036001</c:v>
                </c:pt>
                <c:pt idx="1667">
                  <c:v>190.96375225474426</c:v>
                </c:pt>
                <c:pt idx="1668">
                  <c:v>192.15436087919394</c:v>
                </c:pt>
                <c:pt idx="1669">
                  <c:v>187.10157195660304</c:v>
                </c:pt>
                <c:pt idx="1670">
                  <c:v>178.90856538293656</c:v>
                </c:pt>
                <c:pt idx="1671">
                  <c:v>178.48014694662984</c:v>
                </c:pt>
                <c:pt idx="1672">
                  <c:v>173.58916114388339</c:v>
                </c:pt>
                <c:pt idx="1673">
                  <c:v>175.9006871346968</c:v>
                </c:pt>
                <c:pt idx="1674">
                  <c:v>178.10775429102227</c:v>
                </c:pt>
                <c:pt idx="1675">
                  <c:v>182.26253239596821</c:v>
                </c:pt>
                <c:pt idx="1676">
                  <c:v>182.0525948086983</c:v>
                </c:pt>
                <c:pt idx="1677">
                  <c:v>176.32253623792255</c:v>
                </c:pt>
                <c:pt idx="1678">
                  <c:v>179.83466969557446</c:v>
                </c:pt>
                <c:pt idx="1679">
                  <c:v>178.56194571801274</c:v>
                </c:pt>
                <c:pt idx="1680">
                  <c:v>174.45693647453189</c:v>
                </c:pt>
                <c:pt idx="1681">
                  <c:v>176.54964101156551</c:v>
                </c:pt>
                <c:pt idx="1682">
                  <c:v>178.90751240733169</c:v>
                </c:pt>
                <c:pt idx="1683">
                  <c:v>183.23574520530491</c:v>
                </c:pt>
                <c:pt idx="1684">
                  <c:v>182.97837531733714</c:v>
                </c:pt>
                <c:pt idx="1685">
                  <c:v>183.30979710374726</c:v>
                </c:pt>
                <c:pt idx="1686">
                  <c:v>184.47021891562167</c:v>
                </c:pt>
                <c:pt idx="1687">
                  <c:v>181.41556560605258</c:v>
                </c:pt>
                <c:pt idx="1688">
                  <c:v>181.04775910321021</c:v>
                </c:pt>
                <c:pt idx="1689">
                  <c:v>179.70687844572873</c:v>
                </c:pt>
                <c:pt idx="1690">
                  <c:v>178.84338945374148</c:v>
                </c:pt>
                <c:pt idx="1691">
                  <c:v>179.57366305760809</c:v>
                </c:pt>
                <c:pt idx="1692">
                  <c:v>177.96639394123443</c:v>
                </c:pt>
                <c:pt idx="1693">
                  <c:v>172.14629586271607</c:v>
                </c:pt>
                <c:pt idx="1694">
                  <c:v>172.05816427999039</c:v>
                </c:pt>
                <c:pt idx="1695">
                  <c:v>172.49576487641005</c:v>
                </c:pt>
                <c:pt idx="1696">
                  <c:v>168.42746606886456</c:v>
                </c:pt>
                <c:pt idx="1697">
                  <c:v>166.47798455934367</c:v>
                </c:pt>
                <c:pt idx="1698">
                  <c:v>162.71581383434477</c:v>
                </c:pt>
                <c:pt idx="1699">
                  <c:v>168.51840901973935</c:v>
                </c:pt>
                <c:pt idx="1700">
                  <c:v>165.50843323932315</c:v>
                </c:pt>
                <c:pt idx="1701">
                  <c:v>167.39597998544861</c:v>
                </c:pt>
                <c:pt idx="1702">
                  <c:v>169.62512316919103</c:v>
                </c:pt>
                <c:pt idx="1703">
                  <c:v>171.41090539687687</c:v>
                </c:pt>
                <c:pt idx="1704">
                  <c:v>171.01954056436458</c:v>
                </c:pt>
                <c:pt idx="1705">
                  <c:v>169.74099774475013</c:v>
                </c:pt>
                <c:pt idx="1706">
                  <c:v>168.33516834322003</c:v>
                </c:pt>
                <c:pt idx="1707">
                  <c:v>168.86652329050429</c:v>
                </c:pt>
                <c:pt idx="1708">
                  <c:v>170.02406557082963</c:v>
                </c:pt>
                <c:pt idx="1709">
                  <c:v>169.60231535854783</c:v>
                </c:pt>
                <c:pt idx="1710">
                  <c:v>172.26725643374138</c:v>
                </c:pt>
                <c:pt idx="1711">
                  <c:v>175.27977189443885</c:v>
                </c:pt>
                <c:pt idx="1712">
                  <c:v>175.26455530784528</c:v>
                </c:pt>
                <c:pt idx="1713">
                  <c:v>176.55008648606946</c:v>
                </c:pt>
                <c:pt idx="1714">
                  <c:v>175.24476623406829</c:v>
                </c:pt>
                <c:pt idx="1715">
                  <c:v>175.49155667033483</c:v>
                </c:pt>
                <c:pt idx="1716">
                  <c:v>174.87318588223863</c:v>
                </c:pt>
                <c:pt idx="1717">
                  <c:v>176.21759012926969</c:v>
                </c:pt>
                <c:pt idx="1718">
                  <c:v>179.71594376242564</c:v>
                </c:pt>
                <c:pt idx="1719">
                  <c:v>179.99325360132437</c:v>
                </c:pt>
                <c:pt idx="1720">
                  <c:v>182.46712193390562</c:v>
                </c:pt>
                <c:pt idx="1721">
                  <c:v>182.6102170707866</c:v>
                </c:pt>
                <c:pt idx="1722">
                  <c:v>182.57990393999438</c:v>
                </c:pt>
                <c:pt idx="1723">
                  <c:v>180.42439194289457</c:v>
                </c:pt>
                <c:pt idx="1724">
                  <c:v>182.19091405154364</c:v>
                </c:pt>
                <c:pt idx="1725">
                  <c:v>184.07492061602304</c:v>
                </c:pt>
                <c:pt idx="1726">
                  <c:v>187.44547779755425</c:v>
                </c:pt>
                <c:pt idx="1727">
                  <c:v>191.17365024038659</c:v>
                </c:pt>
                <c:pt idx="1728">
                  <c:v>193.17745065909551</c:v>
                </c:pt>
                <c:pt idx="1729">
                  <c:v>191.26165285326456</c:v>
                </c:pt>
                <c:pt idx="1730">
                  <c:v>190.67240374150563</c:v>
                </c:pt>
                <c:pt idx="1731">
                  <c:v>192.12978389826509</c:v>
                </c:pt>
                <c:pt idx="1732">
                  <c:v>191.69253883058235</c:v>
                </c:pt>
                <c:pt idx="1733">
                  <c:v>191.57595328227782</c:v>
                </c:pt>
                <c:pt idx="1734">
                  <c:v>194.17280569820329</c:v>
                </c:pt>
                <c:pt idx="1735">
                  <c:v>196.99781585078335</c:v>
                </c:pt>
                <c:pt idx="1736">
                  <c:v>198.59035876522648</c:v>
                </c:pt>
                <c:pt idx="1737">
                  <c:v>191.07690683390243</c:v>
                </c:pt>
                <c:pt idx="1738">
                  <c:v>193.26213401433881</c:v>
                </c:pt>
                <c:pt idx="1739">
                  <c:v>194.92308758568095</c:v>
                </c:pt>
                <c:pt idx="1740">
                  <c:v>194.61994545555754</c:v>
                </c:pt>
                <c:pt idx="1741">
                  <c:v>195.59349085003601</c:v>
                </c:pt>
                <c:pt idx="1742">
                  <c:v>193.52643830797777</c:v>
                </c:pt>
                <c:pt idx="1743">
                  <c:v>198.38407814435033</c:v>
                </c:pt>
                <c:pt idx="1744">
                  <c:v>199.40857645344738</c:v>
                </c:pt>
                <c:pt idx="1745">
                  <c:v>197.71165759882524</c:v>
                </c:pt>
                <c:pt idx="1746">
                  <c:v>198.46718821001801</c:v>
                </c:pt>
                <c:pt idx="1747">
                  <c:v>200.29400645920472</c:v>
                </c:pt>
                <c:pt idx="1748">
                  <c:v>201.28702004503464</c:v>
                </c:pt>
                <c:pt idx="1749">
                  <c:v>202.08834828076951</c:v>
                </c:pt>
                <c:pt idx="1750">
                  <c:v>203.93389741627414</c:v>
                </c:pt>
                <c:pt idx="1751">
                  <c:v>205.85527380011874</c:v>
                </c:pt>
                <c:pt idx="1752">
                  <c:v>203.83568505579817</c:v>
                </c:pt>
                <c:pt idx="1753">
                  <c:v>204.61983480184517</c:v>
                </c:pt>
                <c:pt idx="1754">
                  <c:v>198.22202267193492</c:v>
                </c:pt>
                <c:pt idx="1755">
                  <c:v>198.66095581547395</c:v>
                </c:pt>
                <c:pt idx="1756">
                  <c:v>201.47481285262623</c:v>
                </c:pt>
                <c:pt idx="1757">
                  <c:v>199.36940417956171</c:v>
                </c:pt>
                <c:pt idx="1758">
                  <c:v>198.05695578860758</c:v>
                </c:pt>
                <c:pt idx="1759">
                  <c:v>192.9472674915057</c:v>
                </c:pt>
                <c:pt idx="1760">
                  <c:v>185.43519066934468</c:v>
                </c:pt>
                <c:pt idx="1761">
                  <c:v>186.19972054045871</c:v>
                </c:pt>
                <c:pt idx="1762">
                  <c:v>184.41831576463358</c:v>
                </c:pt>
                <c:pt idx="1763">
                  <c:v>185.23546649827924</c:v>
                </c:pt>
                <c:pt idx="1764">
                  <c:v>188.91513087902692</c:v>
                </c:pt>
                <c:pt idx="1765">
                  <c:v>186.1194001587435</c:v>
                </c:pt>
                <c:pt idx="1766">
                  <c:v>191.81157694598917</c:v>
                </c:pt>
                <c:pt idx="1767">
                  <c:v>193.57050571740947</c:v>
                </c:pt>
                <c:pt idx="1768">
                  <c:v>191.47365287267871</c:v>
                </c:pt>
                <c:pt idx="1769">
                  <c:v>189.66022909034564</c:v>
                </c:pt>
                <c:pt idx="1770">
                  <c:v>187.87170100896384</c:v>
                </c:pt>
                <c:pt idx="1771">
                  <c:v>186.21484427502116</c:v>
                </c:pt>
                <c:pt idx="1772">
                  <c:v>186.12218055021879</c:v>
                </c:pt>
                <c:pt idx="1773">
                  <c:v>186.37756128518157</c:v>
                </c:pt>
                <c:pt idx="1774">
                  <c:v>188.82709677280951</c:v>
                </c:pt>
                <c:pt idx="1775">
                  <c:v>188.9595031618112</c:v>
                </c:pt>
                <c:pt idx="1776">
                  <c:v>186.57140438596002</c:v>
                </c:pt>
                <c:pt idx="1777">
                  <c:v>186.07195222270224</c:v>
                </c:pt>
                <c:pt idx="1778">
                  <c:v>187.00164964639458</c:v>
                </c:pt>
                <c:pt idx="1779">
                  <c:v>188.06063930671999</c:v>
                </c:pt>
                <c:pt idx="1780">
                  <c:v>190.06994401393709</c:v>
                </c:pt>
                <c:pt idx="1781">
                  <c:v>191.64443490238818</c:v>
                </c:pt>
                <c:pt idx="1782">
                  <c:v>192.28760751017282</c:v>
                </c:pt>
                <c:pt idx="1783">
                  <c:v>192.66031011180732</c:v>
                </c:pt>
                <c:pt idx="1784">
                  <c:v>193.00788864430032</c:v>
                </c:pt>
                <c:pt idx="1785">
                  <c:v>195.31587256967143</c:v>
                </c:pt>
                <c:pt idx="1786">
                  <c:v>195.60555998563845</c:v>
                </c:pt>
                <c:pt idx="1787">
                  <c:v>192.71883648061953</c:v>
                </c:pt>
                <c:pt idx="1788">
                  <c:v>195.47615512323105</c:v>
                </c:pt>
                <c:pt idx="1789">
                  <c:v>194.17661046876626</c:v>
                </c:pt>
                <c:pt idx="1790">
                  <c:v>192.68976591015684</c:v>
                </c:pt>
                <c:pt idx="1791">
                  <c:v>191.21135760450088</c:v>
                </c:pt>
                <c:pt idx="1792">
                  <c:v>190.10647556278985</c:v>
                </c:pt>
                <c:pt idx="1793">
                  <c:v>189.83725556520071</c:v>
                </c:pt>
                <c:pt idx="1794">
                  <c:v>190.86996224514547</c:v>
                </c:pt>
                <c:pt idx="1795">
                  <c:v>191.26642848889173</c:v>
                </c:pt>
                <c:pt idx="1796">
                  <c:v>192.11743888477628</c:v>
                </c:pt>
                <c:pt idx="1797">
                  <c:v>193.94962865484803</c:v>
                </c:pt>
                <c:pt idx="1798">
                  <c:v>195.51775477490804</c:v>
                </c:pt>
                <c:pt idx="1799">
                  <c:v>194.74865232757446</c:v>
                </c:pt>
                <c:pt idx="1800">
                  <c:v>197.24333860246699</c:v>
                </c:pt>
                <c:pt idx="1801">
                  <c:v>199.84941352627422</c:v>
                </c:pt>
                <c:pt idx="1802">
                  <c:v>201.53700268182439</c:v>
                </c:pt>
                <c:pt idx="1803">
                  <c:v>201.02140371223686</c:v>
                </c:pt>
                <c:pt idx="1804">
                  <c:v>198.39845568702114</c:v>
                </c:pt>
                <c:pt idx="1805">
                  <c:v>196.63787076064935</c:v>
                </c:pt>
                <c:pt idx="1806">
                  <c:v>198.44097480293519</c:v>
                </c:pt>
                <c:pt idx="1807">
                  <c:v>197.83142314189541</c:v>
                </c:pt>
                <c:pt idx="1808">
                  <c:v>197.50202063937004</c:v>
                </c:pt>
                <c:pt idx="1809">
                  <c:v>198.39903375875849</c:v>
                </c:pt>
                <c:pt idx="1810">
                  <c:v>200.06857367140108</c:v>
                </c:pt>
                <c:pt idx="1811">
                  <c:v>198.12837066293244</c:v>
                </c:pt>
                <c:pt idx="1812">
                  <c:v>194.16590905341451</c:v>
                </c:pt>
                <c:pt idx="1813">
                  <c:v>195.65827744985535</c:v>
                </c:pt>
                <c:pt idx="1814">
                  <c:v>194.88057988563077</c:v>
                </c:pt>
                <c:pt idx="1815">
                  <c:v>191.84448882309223</c:v>
                </c:pt>
                <c:pt idx="1816">
                  <c:v>190.42685748241701</c:v>
                </c:pt>
                <c:pt idx="1817">
                  <c:v>182.81865110809224</c:v>
                </c:pt>
                <c:pt idx="1818">
                  <c:v>187.78563168467613</c:v>
                </c:pt>
                <c:pt idx="1819">
                  <c:v>189.64518046342405</c:v>
                </c:pt>
                <c:pt idx="1820">
                  <c:v>189.89857618942784</c:v>
                </c:pt>
                <c:pt idx="1821">
                  <c:v>190.05225039168135</c:v>
                </c:pt>
                <c:pt idx="1822">
                  <c:v>191.0112744073225</c:v>
                </c:pt>
                <c:pt idx="1823">
                  <c:v>192.69259748404863</c:v>
                </c:pt>
                <c:pt idx="1824">
                  <c:v>193.34313632369199</c:v>
                </c:pt>
                <c:pt idx="1825">
                  <c:v>190.89047803826878</c:v>
                </c:pt>
                <c:pt idx="1826">
                  <c:v>192.3325346562653</c:v>
                </c:pt>
                <c:pt idx="1827">
                  <c:v>191.01112832242532</c:v>
                </c:pt>
                <c:pt idx="1828">
                  <c:v>193.44215169410683</c:v>
                </c:pt>
                <c:pt idx="1829">
                  <c:v>192.8462515828964</c:v>
                </c:pt>
                <c:pt idx="1830">
                  <c:v>193.41729756286071</c:v>
                </c:pt>
                <c:pt idx="1831">
                  <c:v>192.78299193770297</c:v>
                </c:pt>
                <c:pt idx="1832">
                  <c:v>193.26394621043818</c:v>
                </c:pt>
                <c:pt idx="1833">
                  <c:v>192.799422060598</c:v>
                </c:pt>
                <c:pt idx="1834">
                  <c:v>191.78018291160001</c:v>
                </c:pt>
                <c:pt idx="1835">
                  <c:v>193.0679837505098</c:v>
                </c:pt>
                <c:pt idx="1836">
                  <c:v>193.54258081464857</c:v>
                </c:pt>
                <c:pt idx="1837">
                  <c:v>193.30029090677283</c:v>
                </c:pt>
                <c:pt idx="1838">
                  <c:v>191.77667220195539</c:v>
                </c:pt>
                <c:pt idx="1839">
                  <c:v>188.90357208601176</c:v>
                </c:pt>
                <c:pt idx="1840">
                  <c:v>186.30613997029812</c:v>
                </c:pt>
                <c:pt idx="1841">
                  <c:v>185.70869302547067</c:v>
                </c:pt>
                <c:pt idx="1842">
                  <c:v>188.53408597642397</c:v>
                </c:pt>
                <c:pt idx="1843">
                  <c:v>186.50052763918455</c:v>
                </c:pt>
                <c:pt idx="1844">
                  <c:v>186.54738886377774</c:v>
                </c:pt>
                <c:pt idx="1845">
                  <c:v>185.58597041719887</c:v>
                </c:pt>
                <c:pt idx="1846">
                  <c:v>186.86335959327911</c:v>
                </c:pt>
                <c:pt idx="1847">
                  <c:v>186.27498600563572</c:v>
                </c:pt>
                <c:pt idx="1848">
                  <c:v>188.02566231757081</c:v>
                </c:pt>
                <c:pt idx="1849">
                  <c:v>188.24899784563914</c:v>
                </c:pt>
                <c:pt idx="1850">
                  <c:v>188.76373300614259</c:v>
                </c:pt>
                <c:pt idx="1851">
                  <c:v>185.65749653044662</c:v>
                </c:pt>
                <c:pt idx="1852">
                  <c:v>185.12372608023122</c:v>
                </c:pt>
                <c:pt idx="1853">
                  <c:v>185.94516262293391</c:v>
                </c:pt>
                <c:pt idx="1854">
                  <c:v>187.75167079351706</c:v>
                </c:pt>
                <c:pt idx="1855">
                  <c:v>185.88983393297232</c:v>
                </c:pt>
                <c:pt idx="1856">
                  <c:v>186.04058632627613</c:v>
                </c:pt>
                <c:pt idx="1857">
                  <c:v>185.48978061113908</c:v>
                </c:pt>
                <c:pt idx="1858">
                  <c:v>183.19770319093408</c:v>
                </c:pt>
                <c:pt idx="1859">
                  <c:v>183.10071425818384</c:v>
                </c:pt>
                <c:pt idx="1860">
                  <c:v>182.76611670384941</c:v>
                </c:pt>
                <c:pt idx="1861">
                  <c:v>181.12541572329232</c:v>
                </c:pt>
                <c:pt idx="1862">
                  <c:v>182.98685505044097</c:v>
                </c:pt>
                <c:pt idx="1863">
                  <c:v>185.51455163391381</c:v>
                </c:pt>
                <c:pt idx="1864">
                  <c:v>187.45912699231067</c:v>
                </c:pt>
                <c:pt idx="1865">
                  <c:v>190.26292828783804</c:v>
                </c:pt>
                <c:pt idx="1866">
                  <c:v>190.43941695860102</c:v>
                </c:pt>
                <c:pt idx="1867">
                  <c:v>189.79566445577069</c:v>
                </c:pt>
                <c:pt idx="1868">
                  <c:v>188.15092116196575</c:v>
                </c:pt>
                <c:pt idx="1869">
                  <c:v>184.63922628458067</c:v>
                </c:pt>
                <c:pt idx="1870">
                  <c:v>182.67275502854892</c:v>
                </c:pt>
                <c:pt idx="1871">
                  <c:v>182.51020627033026</c:v>
                </c:pt>
                <c:pt idx="1872">
                  <c:v>182.2533447284421</c:v>
                </c:pt>
                <c:pt idx="1873">
                  <c:v>181.34469950117708</c:v>
                </c:pt>
                <c:pt idx="1874">
                  <c:v>182.02353985484712</c:v>
                </c:pt>
                <c:pt idx="1875">
                  <c:v>182.52450005636263</c:v>
                </c:pt>
                <c:pt idx="1876">
                  <c:v>182.92430278337432</c:v>
                </c:pt>
                <c:pt idx="1877">
                  <c:v>180.60326727615035</c:v>
                </c:pt>
                <c:pt idx="1878">
                  <c:v>179.20045298317683</c:v>
                </c:pt>
                <c:pt idx="1879">
                  <c:v>181.61615535217894</c:v>
                </c:pt>
                <c:pt idx="1880">
                  <c:v>183.94329967887546</c:v>
                </c:pt>
                <c:pt idx="1881">
                  <c:v>184.34498261153058</c:v>
                </c:pt>
                <c:pt idx="1882">
                  <c:v>186.87327987210304</c:v>
                </c:pt>
                <c:pt idx="1883">
                  <c:v>187.40773096330545</c:v>
                </c:pt>
                <c:pt idx="1884">
                  <c:v>188.67385667573294</c:v>
                </c:pt>
                <c:pt idx="1885">
                  <c:v>189.26546767050937</c:v>
                </c:pt>
                <c:pt idx="1886">
                  <c:v>191.21933579218171</c:v>
                </c:pt>
                <c:pt idx="1887">
                  <c:v>190.92993944584063</c:v>
                </c:pt>
                <c:pt idx="1888">
                  <c:v>190.87995807636793</c:v>
                </c:pt>
                <c:pt idx="1889">
                  <c:v>190.09323564162037</c:v>
                </c:pt>
                <c:pt idx="1890">
                  <c:v>191.08676894454399</c:v>
                </c:pt>
                <c:pt idx="1891">
                  <c:v>191.2565455913242</c:v>
                </c:pt>
                <c:pt idx="1892">
                  <c:v>191.51481146019941</c:v>
                </c:pt>
                <c:pt idx="1893">
                  <c:v>193.21044557406796</c:v>
                </c:pt>
                <c:pt idx="1894">
                  <c:v>195.30147816865343</c:v>
                </c:pt>
                <c:pt idx="1895">
                  <c:v>197.2367490623167</c:v>
                </c:pt>
                <c:pt idx="1896">
                  <c:v>198.9775731508241</c:v>
                </c:pt>
                <c:pt idx="1897">
                  <c:v>197.59161659121716</c:v>
                </c:pt>
                <c:pt idx="1898">
                  <c:v>199.54116807048271</c:v>
                </c:pt>
                <c:pt idx="1899">
                  <c:v>199.07953209922053</c:v>
                </c:pt>
                <c:pt idx="1900">
                  <c:v>199.62059500332245</c:v>
                </c:pt>
                <c:pt idx="1901">
                  <c:v>198.52292527291326</c:v>
                </c:pt>
                <c:pt idx="1902">
                  <c:v>199.69599992259009</c:v>
                </c:pt>
                <c:pt idx="1903">
                  <c:v>200.23131992147873</c:v>
                </c:pt>
                <c:pt idx="1904">
                  <c:v>199.81436135897965</c:v>
                </c:pt>
                <c:pt idx="1905">
                  <c:v>198.38018909134561</c:v>
                </c:pt>
                <c:pt idx="1906">
                  <c:v>197.72809381291239</c:v>
                </c:pt>
                <c:pt idx="1907">
                  <c:v>198.74120930524882</c:v>
                </c:pt>
                <c:pt idx="1908">
                  <c:v>199.99320006685386</c:v>
                </c:pt>
                <c:pt idx="1909">
                  <c:v>200.5972611775158</c:v>
                </c:pt>
                <c:pt idx="1910">
                  <c:v>201.29524062509427</c:v>
                </c:pt>
                <c:pt idx="1911">
                  <c:v>202.99451191997656</c:v>
                </c:pt>
                <c:pt idx="1912">
                  <c:v>203.75911723307135</c:v>
                </c:pt>
                <c:pt idx="1913">
                  <c:v>204.23398582065505</c:v>
                </c:pt>
                <c:pt idx="1914">
                  <c:v>205.13769760952061</c:v>
                </c:pt>
                <c:pt idx="1915">
                  <c:v>205.99913024206927</c:v>
                </c:pt>
                <c:pt idx="1916">
                  <c:v>207.28856218574262</c:v>
                </c:pt>
                <c:pt idx="1917">
                  <c:v>206.9320008792055</c:v>
                </c:pt>
                <c:pt idx="1918">
                  <c:v>206.90059736630104</c:v>
                </c:pt>
                <c:pt idx="1919">
                  <c:v>209.32144141841584</c:v>
                </c:pt>
                <c:pt idx="1920">
                  <c:v>208.05178545671444</c:v>
                </c:pt>
                <c:pt idx="1921">
                  <c:v>207.76374052035769</c:v>
                </c:pt>
                <c:pt idx="1922">
                  <c:v>211.94671326434772</c:v>
                </c:pt>
                <c:pt idx="1923">
                  <c:v>212.58524782622911</c:v>
                </c:pt>
                <c:pt idx="1924">
                  <c:v>213.33531545631067</c:v>
                </c:pt>
                <c:pt idx="1925">
                  <c:v>215.61147439969889</c:v>
                </c:pt>
                <c:pt idx="1926">
                  <c:v>215.69583111680512</c:v>
                </c:pt>
                <c:pt idx="1927">
                  <c:v>216.1324832982375</c:v>
                </c:pt>
                <c:pt idx="1928">
                  <c:v>217.93198122669256</c:v>
                </c:pt>
                <c:pt idx="1929">
                  <c:v>216.0759719067299</c:v>
                </c:pt>
                <c:pt idx="1930">
                  <c:v>213.06247242959975</c:v>
                </c:pt>
                <c:pt idx="1931">
                  <c:v>215.22982421047914</c:v>
                </c:pt>
                <c:pt idx="1932">
                  <c:v>216.34013838632652</c:v>
                </c:pt>
                <c:pt idx="1933">
                  <c:v>219.69002279942868</c:v>
                </c:pt>
                <c:pt idx="1934">
                  <c:v>219.25056307493978</c:v>
                </c:pt>
                <c:pt idx="1935">
                  <c:v>220.26400322196412</c:v>
                </c:pt>
                <c:pt idx="1936">
                  <c:v>221.59718962131083</c:v>
                </c:pt>
                <c:pt idx="1937">
                  <c:v>219.20704043252849</c:v>
                </c:pt>
                <c:pt idx="1938">
                  <c:v>218.4796518563335</c:v>
                </c:pt>
                <c:pt idx="1939">
                  <c:v>221.14352183428846</c:v>
                </c:pt>
                <c:pt idx="1940">
                  <c:v>222.28391900541524</c:v>
                </c:pt>
                <c:pt idx="1941">
                  <c:v>220.92417455206902</c:v>
                </c:pt>
                <c:pt idx="1942">
                  <c:v>223.50931205541431</c:v>
                </c:pt>
                <c:pt idx="1943">
                  <c:v>224.07650617361969</c:v>
                </c:pt>
                <c:pt idx="1944">
                  <c:v>224.03749761259601</c:v>
                </c:pt>
                <c:pt idx="1945">
                  <c:v>225.40429543850959</c:v>
                </c:pt>
                <c:pt idx="1946">
                  <c:v>226.13208254978969</c:v>
                </c:pt>
                <c:pt idx="1947">
                  <c:v>225.38540930236357</c:v>
                </c:pt>
                <c:pt idx="1948">
                  <c:v>225.30373948538198</c:v>
                </c:pt>
                <c:pt idx="1949">
                  <c:v>226.51335549463641</c:v>
                </c:pt>
                <c:pt idx="1950">
                  <c:v>227.01359430746922</c:v>
                </c:pt>
                <c:pt idx="1951">
                  <c:v>227.62363884441689</c:v>
                </c:pt>
                <c:pt idx="1952">
                  <c:v>228.1755707313398</c:v>
                </c:pt>
                <c:pt idx="1953">
                  <c:v>230.39560717502866</c:v>
                </c:pt>
                <c:pt idx="1954">
                  <c:v>230.37087197296779</c:v>
                </c:pt>
                <c:pt idx="1955">
                  <c:v>226.62129151779379</c:v>
                </c:pt>
                <c:pt idx="1956">
                  <c:v>226.68911323490727</c:v>
                </c:pt>
                <c:pt idx="1957">
                  <c:v>228.31535897628481</c:v>
                </c:pt>
                <c:pt idx="1958">
                  <c:v>229.6413527183451</c:v>
                </c:pt>
                <c:pt idx="1959">
                  <c:v>230.02833567173434</c:v>
                </c:pt>
                <c:pt idx="1960">
                  <c:v>230.72865502179889</c:v>
                </c:pt>
                <c:pt idx="1961">
                  <c:v>230.49286108874568</c:v>
                </c:pt>
                <c:pt idx="1962">
                  <c:v>229.61277823304223</c:v>
                </c:pt>
                <c:pt idx="1963">
                  <c:v>229.01397589210754</c:v>
                </c:pt>
                <c:pt idx="1964">
                  <c:v>228.62828561706283</c:v>
                </c:pt>
                <c:pt idx="1965">
                  <c:v>230.44179767973284</c:v>
                </c:pt>
                <c:pt idx="1966">
                  <c:v>233.1009905077324</c:v>
                </c:pt>
                <c:pt idx="1967">
                  <c:v>234.42013380562574</c:v>
                </c:pt>
                <c:pt idx="1968">
                  <c:v>236.04532048969239</c:v>
                </c:pt>
                <c:pt idx="1969">
                  <c:v>233.82664799387339</c:v>
                </c:pt>
                <c:pt idx="1970">
                  <c:v>235.09979461711413</c:v>
                </c:pt>
                <c:pt idx="1971">
                  <c:v>235.80035145970442</c:v>
                </c:pt>
                <c:pt idx="1972">
                  <c:v>237.17458551777267</c:v>
                </c:pt>
                <c:pt idx="1973">
                  <c:v>237.68645010044523</c:v>
                </c:pt>
                <c:pt idx="1974">
                  <c:v>239.71249114347702</c:v>
                </c:pt>
                <c:pt idx="1975">
                  <c:v>242.05063230415024</c:v>
                </c:pt>
                <c:pt idx="1976">
                  <c:v>243.79927019195901</c:v>
                </c:pt>
                <c:pt idx="1977">
                  <c:v>243.55475907346664</c:v>
                </c:pt>
                <c:pt idx="1978">
                  <c:v>245.15414600039068</c:v>
                </c:pt>
                <c:pt idx="1979">
                  <c:v>247.54392751569389</c:v>
                </c:pt>
                <c:pt idx="1980">
                  <c:v>251.20143150863234</c:v>
                </c:pt>
                <c:pt idx="1981">
                  <c:v>243.20103637993566</c:v>
                </c:pt>
                <c:pt idx="1982">
                  <c:v>243.7221175401445</c:v>
                </c:pt>
                <c:pt idx="1983">
                  <c:v>246.5050591719482</c:v>
                </c:pt>
                <c:pt idx="1984">
                  <c:v>246.95711769078119</c:v>
                </c:pt>
                <c:pt idx="1985">
                  <c:v>244.63901891863307</c:v>
                </c:pt>
                <c:pt idx="1986">
                  <c:v>242.77680014308592</c:v>
                </c:pt>
                <c:pt idx="1987">
                  <c:v>243.09532991320339</c:v>
                </c:pt>
                <c:pt idx="1988">
                  <c:v>244.27036460000366</c:v>
                </c:pt>
                <c:pt idx="1989">
                  <c:v>243.46798883948017</c:v>
                </c:pt>
                <c:pt idx="1990">
                  <c:v>245.33171612053388</c:v>
                </c:pt>
                <c:pt idx="1991">
                  <c:v>241.63402708940296</c:v>
                </c:pt>
                <c:pt idx="1992">
                  <c:v>241.67566322826514</c:v>
                </c:pt>
                <c:pt idx="1993">
                  <c:v>243.12357395398337</c:v>
                </c:pt>
                <c:pt idx="1994">
                  <c:v>239.86429968574137</c:v>
                </c:pt>
                <c:pt idx="1995">
                  <c:v>243.07929982226</c:v>
                </c:pt>
                <c:pt idx="1996">
                  <c:v>244.34572732562145</c:v>
                </c:pt>
                <c:pt idx="1997">
                  <c:v>244.92091603817957</c:v>
                </c:pt>
                <c:pt idx="1998">
                  <c:v>244.40542622220627</c:v>
                </c:pt>
                <c:pt idx="1999">
                  <c:v>244.89809140807535</c:v>
                </c:pt>
                <c:pt idx="2000">
                  <c:v>245.78187068055848</c:v>
                </c:pt>
                <c:pt idx="2001">
                  <c:v>243.56768374598889</c:v>
                </c:pt>
                <c:pt idx="2002">
                  <c:v>243.30798576823</c:v>
                </c:pt>
                <c:pt idx="2003">
                  <c:v>240.79091832707439</c:v>
                </c:pt>
                <c:pt idx="2004">
                  <c:v>234.4721053238263</c:v>
                </c:pt>
                <c:pt idx="2005">
                  <c:v>230.02567937732022</c:v>
                </c:pt>
                <c:pt idx="2006">
                  <c:v>233.53447135895345</c:v>
                </c:pt>
                <c:pt idx="2007">
                  <c:v>233.69123902196492</c:v>
                </c:pt>
                <c:pt idx="2008">
                  <c:v>234.54178776189809</c:v>
                </c:pt>
                <c:pt idx="2009">
                  <c:v>233.88513061779358</c:v>
                </c:pt>
                <c:pt idx="2010">
                  <c:v>237.18699260267121</c:v>
                </c:pt>
                <c:pt idx="2011">
                  <c:v>238.83469923897678</c:v>
                </c:pt>
                <c:pt idx="2012">
                  <c:v>241.07631176780413</c:v>
                </c:pt>
                <c:pt idx="2013">
                  <c:v>241.62969410159053</c:v>
                </c:pt>
                <c:pt idx="2014">
                  <c:v>244.01327895033796</c:v>
                </c:pt>
                <c:pt idx="2015">
                  <c:v>244.52663683826322</c:v>
                </c:pt>
                <c:pt idx="2016">
                  <c:v>245.49259379404771</c:v>
                </c:pt>
                <c:pt idx="2017">
                  <c:v>246.99810467353632</c:v>
                </c:pt>
                <c:pt idx="2018">
                  <c:v>247.24367199782321</c:v>
                </c:pt>
                <c:pt idx="2019">
                  <c:v>251.82387040881676</c:v>
                </c:pt>
                <c:pt idx="2020">
                  <c:v>252.2584145634051</c:v>
                </c:pt>
                <c:pt idx="2021">
                  <c:v>252.33002765175414</c:v>
                </c:pt>
                <c:pt idx="2022">
                  <c:v>252.44552839173576</c:v>
                </c:pt>
                <c:pt idx="2023">
                  <c:v>253.33883230824625</c:v>
                </c:pt>
                <c:pt idx="2024">
                  <c:v>253.34003790574081</c:v>
                </c:pt>
                <c:pt idx="2025">
                  <c:v>254.68265966322545</c:v>
                </c:pt>
                <c:pt idx="2026">
                  <c:v>256.96165015130197</c:v>
                </c:pt>
                <c:pt idx="2027">
                  <c:v>258.61531771972676</c:v>
                </c:pt>
                <c:pt idx="2028">
                  <c:v>261.43735800975571</c:v>
                </c:pt>
                <c:pt idx="2029">
                  <c:v>264.74628111522151</c:v>
                </c:pt>
                <c:pt idx="2030">
                  <c:v>265.79485916158347</c:v>
                </c:pt>
                <c:pt idx="2031">
                  <c:v>266.57841441185894</c:v>
                </c:pt>
                <c:pt idx="2032">
                  <c:v>268.12676121842389</c:v>
                </c:pt>
                <c:pt idx="2033">
                  <c:v>267.5454822249298</c:v>
                </c:pt>
                <c:pt idx="2034">
                  <c:v>269.46602578950547</c:v>
                </c:pt>
                <c:pt idx="2035">
                  <c:v>268.44455559345903</c:v>
                </c:pt>
                <c:pt idx="2036">
                  <c:v>270.75495661554078</c:v>
                </c:pt>
                <c:pt idx="2037">
                  <c:v>274.43889873354277</c:v>
                </c:pt>
                <c:pt idx="2038">
                  <c:v>275.31482587205858</c:v>
                </c:pt>
                <c:pt idx="2039">
                  <c:v>276.45150022776875</c:v>
                </c:pt>
                <c:pt idx="2040">
                  <c:v>274.87131744539994</c:v>
                </c:pt>
                <c:pt idx="2041">
                  <c:v>265.97285593420509</c:v>
                </c:pt>
                <c:pt idx="2042">
                  <c:v>270.06832021722403</c:v>
                </c:pt>
                <c:pt idx="2043">
                  <c:v>274.84166256833606</c:v>
                </c:pt>
                <c:pt idx="2044">
                  <c:v>276.38783336718598</c:v>
                </c:pt>
                <c:pt idx="2045">
                  <c:v>278.59820004958402</c:v>
                </c:pt>
                <c:pt idx="2046">
                  <c:v>280.35249762393266</c:v>
                </c:pt>
                <c:pt idx="2047">
                  <c:v>279.66741415028969</c:v>
                </c:pt>
                <c:pt idx="2048">
                  <c:v>280.52107360898503</c:v>
                </c:pt>
                <c:pt idx="2049">
                  <c:v>285.30999611650424</c:v>
                </c:pt>
                <c:pt idx="2050">
                  <c:v>286.25905081995751</c:v>
                </c:pt>
                <c:pt idx="2051">
                  <c:v>283.5931441852623</c:v>
                </c:pt>
                <c:pt idx="2052">
                  <c:v>283.84480963676884</c:v>
                </c:pt>
                <c:pt idx="2053">
                  <c:v>284.58525429286021</c:v>
                </c:pt>
                <c:pt idx="2054">
                  <c:v>286.71081832652033</c:v>
                </c:pt>
                <c:pt idx="2055">
                  <c:v>287.61110188855923</c:v>
                </c:pt>
                <c:pt idx="2056">
                  <c:v>288.5854400086057</c:v>
                </c:pt>
                <c:pt idx="2057">
                  <c:v>284.93492556296565</c:v>
                </c:pt>
                <c:pt idx="2058">
                  <c:v>284.64543436015236</c:v>
                </c:pt>
                <c:pt idx="2059">
                  <c:v>290.46497138664205</c:v>
                </c:pt>
                <c:pt idx="2060">
                  <c:v>281.51335096929978</c:v>
                </c:pt>
                <c:pt idx="2061">
                  <c:v>286.52697148201202</c:v>
                </c:pt>
                <c:pt idx="2062">
                  <c:v>285.33330824600586</c:v>
                </c:pt>
                <c:pt idx="2063">
                  <c:v>289.87119085273156</c:v>
                </c:pt>
                <c:pt idx="2064">
                  <c:v>288.84657585020642</c:v>
                </c:pt>
                <c:pt idx="2065">
                  <c:v>293.67647049304941</c:v>
                </c:pt>
                <c:pt idx="2066">
                  <c:v>292.48100481152426</c:v>
                </c:pt>
                <c:pt idx="2067">
                  <c:v>293.97145223138199</c:v>
                </c:pt>
                <c:pt idx="2068">
                  <c:v>292.90247885803132</c:v>
                </c:pt>
                <c:pt idx="2069">
                  <c:v>296.25479643087493</c:v>
                </c:pt>
                <c:pt idx="2070">
                  <c:v>298.78772581777514</c:v>
                </c:pt>
                <c:pt idx="2071">
                  <c:v>298.64193826721998</c:v>
                </c:pt>
                <c:pt idx="2072">
                  <c:v>295.90264748056831</c:v>
                </c:pt>
                <c:pt idx="2073">
                  <c:v>288.57355315046613</c:v>
                </c:pt>
                <c:pt idx="2074">
                  <c:v>289.45874004774601</c:v>
                </c:pt>
                <c:pt idx="2075">
                  <c:v>292.22438666559833</c:v>
                </c:pt>
                <c:pt idx="2076">
                  <c:v>295.45203486549957</c:v>
                </c:pt>
                <c:pt idx="2077">
                  <c:v>297.23664059557882</c:v>
                </c:pt>
                <c:pt idx="2078">
                  <c:v>298.3195481265563</c:v>
                </c:pt>
                <c:pt idx="2079">
                  <c:v>298.18229651809827</c:v>
                </c:pt>
                <c:pt idx="2080">
                  <c:v>294.74390237428895</c:v>
                </c:pt>
                <c:pt idx="2081">
                  <c:v>297.62176235988898</c:v>
                </c:pt>
                <c:pt idx="2082">
                  <c:v>298.67277148879015</c:v>
                </c:pt>
                <c:pt idx="2083">
                  <c:v>297.6015849358958</c:v>
                </c:pt>
                <c:pt idx="2084">
                  <c:v>297.21030038711427</c:v>
                </c:pt>
                <c:pt idx="2085">
                  <c:v>291.35587200080653</c:v>
                </c:pt>
                <c:pt idx="2086">
                  <c:v>292.81763459970642</c:v>
                </c:pt>
                <c:pt idx="2087">
                  <c:v>297.76914029094644</c:v>
                </c:pt>
                <c:pt idx="2088">
                  <c:v>298.45496353843544</c:v>
                </c:pt>
                <c:pt idx="2089">
                  <c:v>297.52904844339048</c:v>
                </c:pt>
                <c:pt idx="2090">
                  <c:v>296.03750699836911</c:v>
                </c:pt>
                <c:pt idx="2091">
                  <c:v>297.16048059923088</c:v>
                </c:pt>
                <c:pt idx="2092">
                  <c:v>296.36185481203125</c:v>
                </c:pt>
                <c:pt idx="2093">
                  <c:v>291.94236964368935</c:v>
                </c:pt>
                <c:pt idx="2094">
                  <c:v>278.56843017870614</c:v>
                </c:pt>
                <c:pt idx="2095">
                  <c:v>284.31163568517428</c:v>
                </c:pt>
                <c:pt idx="2096">
                  <c:v>282.93310050175421</c:v>
                </c:pt>
                <c:pt idx="2097">
                  <c:v>278.16957845019431</c:v>
                </c:pt>
                <c:pt idx="2098">
                  <c:v>277.58824980967603</c:v>
                </c:pt>
                <c:pt idx="2099">
                  <c:v>284.22240596919704</c:v>
                </c:pt>
                <c:pt idx="2100">
                  <c:v>288.12009654191496</c:v>
                </c:pt>
                <c:pt idx="2101">
                  <c:v>288.40453233669007</c:v>
                </c:pt>
                <c:pt idx="2102">
                  <c:v>289.67327302001758</c:v>
                </c:pt>
                <c:pt idx="2103">
                  <c:v>294.71244210834436</c:v>
                </c:pt>
                <c:pt idx="2104">
                  <c:v>298.18523270961259</c:v>
                </c:pt>
                <c:pt idx="2105">
                  <c:v>299.51412550613674</c:v>
                </c:pt>
                <c:pt idx="2106">
                  <c:v>301.28474048065016</c:v>
                </c:pt>
                <c:pt idx="2107">
                  <c:v>300.51290042170518</c:v>
                </c:pt>
                <c:pt idx="2108">
                  <c:v>304.10190278458566</c:v>
                </c:pt>
                <c:pt idx="2109">
                  <c:v>301.60534839603343</c:v>
                </c:pt>
                <c:pt idx="2110">
                  <c:v>296.22675717206062</c:v>
                </c:pt>
                <c:pt idx="2111">
                  <c:v>294.71058381797013</c:v>
                </c:pt>
                <c:pt idx="2112">
                  <c:v>292.89806585036382</c:v>
                </c:pt>
                <c:pt idx="2113">
                  <c:v>295.69038489959308</c:v>
                </c:pt>
                <c:pt idx="2114">
                  <c:v>298.93758287475879</c:v>
                </c:pt>
                <c:pt idx="2115">
                  <c:v>301.49081237916965</c:v>
                </c:pt>
                <c:pt idx="2116">
                  <c:v>302.63757434774578</c:v>
                </c:pt>
                <c:pt idx="2117">
                  <c:v>305.15388660466397</c:v>
                </c:pt>
                <c:pt idx="2118">
                  <c:v>306.05570570664793</c:v>
                </c:pt>
                <c:pt idx="2119">
                  <c:v>307.69614334665147</c:v>
                </c:pt>
                <c:pt idx="2120">
                  <c:v>306.88170886272553</c:v>
                </c:pt>
                <c:pt idx="2121">
                  <c:v>304.89703243818383</c:v>
                </c:pt>
                <c:pt idx="2122">
                  <c:v>298.84888299125265</c:v>
                </c:pt>
                <c:pt idx="2123">
                  <c:v>300.97827428585384</c:v>
                </c:pt>
                <c:pt idx="2124">
                  <c:v>295.46147512210621</c:v>
                </c:pt>
                <c:pt idx="2125">
                  <c:v>298.01832700659958</c:v>
                </c:pt>
                <c:pt idx="2126">
                  <c:v>299.13698578480717</c:v>
                </c:pt>
                <c:pt idx="2127">
                  <c:v>302.09481593048002</c:v>
                </c:pt>
                <c:pt idx="2128">
                  <c:v>305.03708599108779</c:v>
                </c:pt>
                <c:pt idx="2129">
                  <c:v>307.74717726078472</c:v>
                </c:pt>
                <c:pt idx="2130">
                  <c:v>310.53697279910352</c:v>
                </c:pt>
                <c:pt idx="2131">
                  <c:v>313.77680898242272</c:v>
                </c:pt>
                <c:pt idx="2132">
                  <c:v>314.87067085743155</c:v>
                </c:pt>
                <c:pt idx="2133">
                  <c:v>316.83365757895223</c:v>
                </c:pt>
                <c:pt idx="2134">
                  <c:v>318.87217191150853</c:v>
                </c:pt>
                <c:pt idx="2135">
                  <c:v>315.88830610313011</c:v>
                </c:pt>
                <c:pt idx="2136">
                  <c:v>314.2527540411283</c:v>
                </c:pt>
                <c:pt idx="2137">
                  <c:v>309.68225442750531</c:v>
                </c:pt>
                <c:pt idx="2138">
                  <c:v>311.82606281753601</c:v>
                </c:pt>
                <c:pt idx="2139">
                  <c:v>322.6646890605773</c:v>
                </c:pt>
                <c:pt idx="2140">
                  <c:v>295.69640129428939</c:v>
                </c:pt>
                <c:pt idx="2141">
                  <c:v>308.84113640709631</c:v>
                </c:pt>
                <c:pt idx="2142">
                  <c:v>315.46678175214731</c:v>
                </c:pt>
                <c:pt idx="2143">
                  <c:v>320.31770734490573</c:v>
                </c:pt>
                <c:pt idx="2144">
                  <c:v>320.31092513272529</c:v>
                </c:pt>
                <c:pt idx="2145">
                  <c:v>322.85046495583816</c:v>
                </c:pt>
                <c:pt idx="2146">
                  <c:v>325.98630805081933</c:v>
                </c:pt>
                <c:pt idx="2147">
                  <c:v>328.61733026915311</c:v>
                </c:pt>
                <c:pt idx="2148">
                  <c:v>333.91533639985192</c:v>
                </c:pt>
                <c:pt idx="2149">
                  <c:v>330.67577685087218</c:v>
                </c:pt>
                <c:pt idx="2150">
                  <c:v>333.63856712578922</c:v>
                </c:pt>
                <c:pt idx="2151">
                  <c:v>333.13268587234586</c:v>
                </c:pt>
                <c:pt idx="2152">
                  <c:v>334.31038969770526</c:v>
                </c:pt>
                <c:pt idx="2153">
                  <c:v>333.40069046453146</c:v>
                </c:pt>
                <c:pt idx="2154">
                  <c:v>332.20992614571719</c:v>
                </c:pt>
                <c:pt idx="2155">
                  <c:v>333.48792658351908</c:v>
                </c:pt>
                <c:pt idx="2156">
                  <c:v>335.51468043753624</c:v>
                </c:pt>
                <c:pt idx="2157">
                  <c:v>339.05859178778621</c:v>
                </c:pt>
                <c:pt idx="2158">
                  <c:v>339.06341031376098</c:v>
                </c:pt>
                <c:pt idx="2159">
                  <c:v>341.02274343821927</c:v>
                </c:pt>
                <c:pt idx="2160">
                  <c:v>343.85874713219761</c:v>
                </c:pt>
                <c:pt idx="2161">
                  <c:v>343.45778836422596</c:v>
                </c:pt>
                <c:pt idx="2162">
                  <c:v>342.4838301372738</c:v>
                </c:pt>
                <c:pt idx="2163">
                  <c:v>343.85024802981769</c:v>
                </c:pt>
                <c:pt idx="2164">
                  <c:v>346.65080246927346</c:v>
                </c:pt>
                <c:pt idx="2165">
                  <c:v>346.59723646891644</c:v>
                </c:pt>
                <c:pt idx="2166">
                  <c:v>343.02262535269074</c:v>
                </c:pt>
                <c:pt idx="2167">
                  <c:v>335.79372551741204</c:v>
                </c:pt>
                <c:pt idx="2168">
                  <c:v>339.99473651197775</c:v>
                </c:pt>
                <c:pt idx="2169">
                  <c:v>337.96870247070314</c:v>
                </c:pt>
                <c:pt idx="2170">
                  <c:v>341.33192221543749</c:v>
                </c:pt>
                <c:pt idx="2171">
                  <c:v>340.5267234198331</c:v>
                </c:pt>
                <c:pt idx="2172">
                  <c:v>346.60437200546687</c:v>
                </c:pt>
                <c:pt idx="2173">
                  <c:v>350.12667513695914</c:v>
                </c:pt>
                <c:pt idx="2174">
                  <c:v>351.71266907448324</c:v>
                </c:pt>
                <c:pt idx="2175">
                  <c:v>353.8702698324895</c:v>
                </c:pt>
                <c:pt idx="2176">
                  <c:v>350.94710444031216</c:v>
                </c:pt>
                <c:pt idx="2177">
                  <c:v>347.43506258822845</c:v>
                </c:pt>
                <c:pt idx="2178">
                  <c:v>334.69270620562821</c:v>
                </c:pt>
                <c:pt idx="2179">
                  <c:v>332.37259418838522</c:v>
                </c:pt>
                <c:pt idx="2180">
                  <c:v>340.32552919600914</c:v>
                </c:pt>
                <c:pt idx="2181">
                  <c:v>339.14654329135135</c:v>
                </c:pt>
                <c:pt idx="2182">
                  <c:v>342.33583960936625</c:v>
                </c:pt>
                <c:pt idx="2183">
                  <c:v>342.98847561032659</c:v>
                </c:pt>
                <c:pt idx="2184">
                  <c:v>338.43168832012583</c:v>
                </c:pt>
                <c:pt idx="2185">
                  <c:v>344.98884207146614</c:v>
                </c:pt>
                <c:pt idx="2186">
                  <c:v>345.76482795010065</c:v>
                </c:pt>
                <c:pt idx="2187">
                  <c:v>349.26114983997826</c:v>
                </c:pt>
                <c:pt idx="2188">
                  <c:v>349.86179463777995</c:v>
                </c:pt>
                <c:pt idx="2189">
                  <c:v>352.09915418357826</c:v>
                </c:pt>
                <c:pt idx="2190">
                  <c:v>350.71005907254568</c:v>
                </c:pt>
                <c:pt idx="2191">
                  <c:v>353.06304144077853</c:v>
                </c:pt>
                <c:pt idx="2192">
                  <c:v>354.40639721366182</c:v>
                </c:pt>
                <c:pt idx="2193">
                  <c:v>353.86018860987406</c:v>
                </c:pt>
                <c:pt idx="2194">
                  <c:v>352.61438039563274</c:v>
                </c:pt>
                <c:pt idx="2195">
                  <c:v>355.10624420930509</c:v>
                </c:pt>
                <c:pt idx="2196">
                  <c:v>354.3036311973699</c:v>
                </c:pt>
                <c:pt idx="2197">
                  <c:v>354.82826519467523</c:v>
                </c:pt>
                <c:pt idx="2198">
                  <c:v>354.31804132218349</c:v>
                </c:pt>
                <c:pt idx="2199">
                  <c:v>355.60252986083157</c:v>
                </c:pt>
                <c:pt idx="2200">
                  <c:v>350.15604140368367</c:v>
                </c:pt>
                <c:pt idx="2201">
                  <c:v>349.18221430358761</c:v>
                </c:pt>
                <c:pt idx="2202">
                  <c:v>353.18494069071039</c:v>
                </c:pt>
                <c:pt idx="2203">
                  <c:v>352.68215227078002</c:v>
                </c:pt>
                <c:pt idx="2204">
                  <c:v>359.38089916369336</c:v>
                </c:pt>
                <c:pt idx="2205">
                  <c:v>360.63671680528978</c:v>
                </c:pt>
                <c:pt idx="2206">
                  <c:v>358.07250065442787</c:v>
                </c:pt>
                <c:pt idx="2207">
                  <c:v>356.57575232861274</c:v>
                </c:pt>
                <c:pt idx="2208">
                  <c:v>362.26528847880627</c:v>
                </c:pt>
                <c:pt idx="2209">
                  <c:v>365.20526268549679</c:v>
                </c:pt>
                <c:pt idx="2210">
                  <c:v>365.51671870797628</c:v>
                </c:pt>
                <c:pt idx="2211">
                  <c:v>363.56882978217754</c:v>
                </c:pt>
                <c:pt idx="2212">
                  <c:v>362.92471706417075</c:v>
                </c:pt>
                <c:pt idx="2213">
                  <c:v>362.53557764006302</c:v>
                </c:pt>
                <c:pt idx="2214">
                  <c:v>361.76639802695331</c:v>
                </c:pt>
                <c:pt idx="2215">
                  <c:v>353.20753438892893</c:v>
                </c:pt>
                <c:pt idx="2216">
                  <c:v>349.84482336461787</c:v>
                </c:pt>
                <c:pt idx="2217">
                  <c:v>342.79535914899867</c:v>
                </c:pt>
                <c:pt idx="2218">
                  <c:v>350.32112434626589</c:v>
                </c:pt>
                <c:pt idx="2219">
                  <c:v>353.61988039516172</c:v>
                </c:pt>
                <c:pt idx="2220">
                  <c:v>352.59454471617767</c:v>
                </c:pt>
                <c:pt idx="2221">
                  <c:v>353.8713151116317</c:v>
                </c:pt>
                <c:pt idx="2222">
                  <c:v>355.38181834648617</c:v>
                </c:pt>
                <c:pt idx="2223">
                  <c:v>356.08222901669507</c:v>
                </c:pt>
                <c:pt idx="2224">
                  <c:v>355.25422984464774</c:v>
                </c:pt>
                <c:pt idx="2225">
                  <c:v>349.52579032060027</c:v>
                </c:pt>
                <c:pt idx="2226">
                  <c:v>350.45155397339346</c:v>
                </c:pt>
                <c:pt idx="2227">
                  <c:v>344.63315461487718</c:v>
                </c:pt>
                <c:pt idx="2228">
                  <c:v>335.65898887394786</c:v>
                </c:pt>
                <c:pt idx="2229">
                  <c:v>337.79406782661391</c:v>
                </c:pt>
                <c:pt idx="2230">
                  <c:v>336.70076936546371</c:v>
                </c:pt>
                <c:pt idx="2231">
                  <c:v>330.28354060821147</c:v>
                </c:pt>
                <c:pt idx="2232">
                  <c:v>333.02228760680737</c:v>
                </c:pt>
                <c:pt idx="2233">
                  <c:v>335.2703550474489</c:v>
                </c:pt>
                <c:pt idx="2234">
                  <c:v>337.55994825211025</c:v>
                </c:pt>
                <c:pt idx="2235">
                  <c:v>333.19803692356464</c:v>
                </c:pt>
                <c:pt idx="2236">
                  <c:v>335.10671497864922</c:v>
                </c:pt>
                <c:pt idx="2237">
                  <c:v>342.04966671160815</c:v>
                </c:pt>
                <c:pt idx="2238">
                  <c:v>340.09598066244655</c:v>
                </c:pt>
                <c:pt idx="2239">
                  <c:v>335.51157097265389</c:v>
                </c:pt>
                <c:pt idx="2240">
                  <c:v>332.50711884853968</c:v>
                </c:pt>
                <c:pt idx="2241">
                  <c:v>328.8938415212267</c:v>
                </c:pt>
                <c:pt idx="2242">
                  <c:v>321.65098209418954</c:v>
                </c:pt>
                <c:pt idx="2243">
                  <c:v>321.72759405185838</c:v>
                </c:pt>
                <c:pt idx="2244">
                  <c:v>323.49199138187583</c:v>
                </c:pt>
                <c:pt idx="2245">
                  <c:v>327.08811539047684</c:v>
                </c:pt>
                <c:pt idx="2246">
                  <c:v>333.20907095862754</c:v>
                </c:pt>
                <c:pt idx="2247">
                  <c:v>333.26807792814509</c:v>
                </c:pt>
                <c:pt idx="2248">
                  <c:v>334.65785062031739</c:v>
                </c:pt>
                <c:pt idx="2249">
                  <c:v>334.82674854190088</c:v>
                </c:pt>
                <c:pt idx="2250">
                  <c:v>338.14807482251888</c:v>
                </c:pt>
                <c:pt idx="2251">
                  <c:v>341.16259029414891</c:v>
                </c:pt>
                <c:pt idx="2252">
                  <c:v>344.71244507526546</c:v>
                </c:pt>
                <c:pt idx="2253">
                  <c:v>346.48087476787958</c:v>
                </c:pt>
                <c:pt idx="2254">
                  <c:v>348.35160914755602</c:v>
                </c:pt>
                <c:pt idx="2255">
                  <c:v>349.79675942375417</c:v>
                </c:pt>
                <c:pt idx="2256">
                  <c:v>350.10035373338576</c:v>
                </c:pt>
                <c:pt idx="2257">
                  <c:v>351.07603219644164</c:v>
                </c:pt>
                <c:pt idx="2258">
                  <c:v>349.3445162381405</c:v>
                </c:pt>
                <c:pt idx="2259">
                  <c:v>349.29815718575571</c:v>
                </c:pt>
                <c:pt idx="2260">
                  <c:v>352.03437346517336</c:v>
                </c:pt>
                <c:pt idx="2261">
                  <c:v>349.60015396646082</c:v>
                </c:pt>
                <c:pt idx="2262">
                  <c:v>347.31672788510326</c:v>
                </c:pt>
                <c:pt idx="2263">
                  <c:v>345.77177619635501</c:v>
                </c:pt>
                <c:pt idx="2264">
                  <c:v>335.97597955314029</c:v>
                </c:pt>
                <c:pt idx="2265">
                  <c:v>337.14104724288029</c:v>
                </c:pt>
                <c:pt idx="2266">
                  <c:v>336.93436766182026</c:v>
                </c:pt>
                <c:pt idx="2267">
                  <c:v>337.33473553598787</c:v>
                </c:pt>
                <c:pt idx="2268">
                  <c:v>336.47317693951209</c:v>
                </c:pt>
                <c:pt idx="2269">
                  <c:v>337.71295916932769</c:v>
                </c:pt>
                <c:pt idx="2270">
                  <c:v>337.77023893893573</c:v>
                </c:pt>
                <c:pt idx="2271">
                  <c:v>339.25508410057972</c:v>
                </c:pt>
                <c:pt idx="2272">
                  <c:v>340.28080652547135</c:v>
                </c:pt>
                <c:pt idx="2273">
                  <c:v>339.34410877722814</c:v>
                </c:pt>
                <c:pt idx="2274">
                  <c:v>329.92003943232231</c:v>
                </c:pt>
                <c:pt idx="2275">
                  <c:v>333.28287275050809</c:v>
                </c:pt>
                <c:pt idx="2276">
                  <c:v>329.29314402849525</c:v>
                </c:pt>
                <c:pt idx="2277">
                  <c:v>326.22262207437086</c:v>
                </c:pt>
                <c:pt idx="2278">
                  <c:v>319.24260313920445</c:v>
                </c:pt>
                <c:pt idx="2279">
                  <c:v>304.48473973312809</c:v>
                </c:pt>
                <c:pt idx="2280">
                  <c:v>311.5527046541909</c:v>
                </c:pt>
                <c:pt idx="2281">
                  <c:v>313.0207108037979</c:v>
                </c:pt>
                <c:pt idx="2282">
                  <c:v>316.47356947326648</c:v>
                </c:pt>
                <c:pt idx="2283">
                  <c:v>316.8300962494373</c:v>
                </c:pt>
                <c:pt idx="2284">
                  <c:v>319.72265149554579</c:v>
                </c:pt>
                <c:pt idx="2285">
                  <c:v>312.60160047152584</c:v>
                </c:pt>
                <c:pt idx="2286">
                  <c:v>308.22626072763393</c:v>
                </c:pt>
                <c:pt idx="2287">
                  <c:v>314.33214055327016</c:v>
                </c:pt>
                <c:pt idx="2288">
                  <c:v>310.0810466528356</c:v>
                </c:pt>
                <c:pt idx="2289">
                  <c:v>301.09688604092867</c:v>
                </c:pt>
                <c:pt idx="2290">
                  <c:v>299.13841431469325</c:v>
                </c:pt>
                <c:pt idx="2291">
                  <c:v>305.89813622226256</c:v>
                </c:pt>
                <c:pt idx="2292">
                  <c:v>305.84550877917547</c:v>
                </c:pt>
                <c:pt idx="2293">
                  <c:v>311.4297636613714</c:v>
                </c:pt>
                <c:pt idx="2294">
                  <c:v>310.11909870861109</c:v>
                </c:pt>
                <c:pt idx="2295">
                  <c:v>310.30257876236294</c:v>
                </c:pt>
                <c:pt idx="2296">
                  <c:v>312.04993736266556</c:v>
                </c:pt>
                <c:pt idx="2297">
                  <c:v>306.94407921257613</c:v>
                </c:pt>
                <c:pt idx="2298">
                  <c:v>307.85900826447192</c:v>
                </c:pt>
                <c:pt idx="2299">
                  <c:v>294.22351895789996</c:v>
                </c:pt>
                <c:pt idx="2300">
                  <c:v>293.59791639669044</c:v>
                </c:pt>
                <c:pt idx="2301">
                  <c:v>294.19780433270262</c:v>
                </c:pt>
                <c:pt idx="2302">
                  <c:v>287.08963800082756</c:v>
                </c:pt>
                <c:pt idx="2303">
                  <c:v>288.2211333976224</c:v>
                </c:pt>
                <c:pt idx="2304">
                  <c:v>287.36106082488118</c:v>
                </c:pt>
                <c:pt idx="2305">
                  <c:v>291.84202994212188</c:v>
                </c:pt>
                <c:pt idx="2306">
                  <c:v>296.45494566606311</c:v>
                </c:pt>
                <c:pt idx="2307">
                  <c:v>292.70738155127799</c:v>
                </c:pt>
                <c:pt idx="2308">
                  <c:v>289.8140577349389</c:v>
                </c:pt>
                <c:pt idx="2309">
                  <c:v>286.98393892951634</c:v>
                </c:pt>
                <c:pt idx="2310">
                  <c:v>275.40476721375325</c:v>
                </c:pt>
                <c:pt idx="2311">
                  <c:v>276.01975388494265</c:v>
                </c:pt>
                <c:pt idx="2312">
                  <c:v>276.00696472593347</c:v>
                </c:pt>
                <c:pt idx="2313">
                  <c:v>283.61685068652662</c:v>
                </c:pt>
                <c:pt idx="2314">
                  <c:v>284.66592355664426</c:v>
                </c:pt>
                <c:pt idx="2315">
                  <c:v>283.83790785990908</c:v>
                </c:pt>
                <c:pt idx="2316">
                  <c:v>278.9369426864115</c:v>
                </c:pt>
                <c:pt idx="2317">
                  <c:v>280.51342506086189</c:v>
                </c:pt>
                <c:pt idx="2318">
                  <c:v>279.1366249917964</c:v>
                </c:pt>
                <c:pt idx="2319">
                  <c:v>277.61922824782732</c:v>
                </c:pt>
                <c:pt idx="2320">
                  <c:v>295.11975862126258</c:v>
                </c:pt>
                <c:pt idx="2321">
                  <c:v>297.70084876853281</c:v>
                </c:pt>
                <c:pt idx="2322">
                  <c:v>302.11179762501257</c:v>
                </c:pt>
                <c:pt idx="2323">
                  <c:v>307.41338681803001</c:v>
                </c:pt>
                <c:pt idx="2324">
                  <c:v>302.14646987344747</c:v>
                </c:pt>
                <c:pt idx="2325">
                  <c:v>303.65649814156774</c:v>
                </c:pt>
                <c:pt idx="2326">
                  <c:v>303.31261837014068</c:v>
                </c:pt>
              </c:numCache>
            </c:numRef>
          </c:val>
          <c:smooth val="0"/>
          <c:extLst>
            <c:ext xmlns:c16="http://schemas.microsoft.com/office/drawing/2014/chart" uri="{C3380CC4-5D6E-409C-BE32-E72D297353CC}">
              <c16:uniqueId val="{00000001-AF2F-5546-ACD5-CCD7865E1BD1}"/>
            </c:ext>
          </c:extLst>
        </c:ser>
        <c:ser>
          <c:idx val="2"/>
          <c:order val="2"/>
          <c:tx>
            <c:strRef>
              <c:f>FX!$BK$2</c:f>
              <c:strCache>
                <c:ptCount val="1"/>
                <c:pt idx="0">
                  <c:v>NIFTY SMALLCAP 100</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FX!$BH$3:$BH$2329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FX!$BK$3:$BK$2329</c:f>
              <c:numCache>
                <c:formatCode>_(* #,##0.0_);_(* \(#,##0.0\);_(* "-"??_);_(@_)</c:formatCode>
                <c:ptCount val="2327"/>
                <c:pt idx="0" formatCode="General">
                  <c:v>100</c:v>
                </c:pt>
                <c:pt idx="1">
                  <c:v>100.38302335599631</c:v>
                </c:pt>
                <c:pt idx="2">
                  <c:v>100.34088142196249</c:v>
                </c:pt>
                <c:pt idx="3">
                  <c:v>96.785462757450347</c:v>
                </c:pt>
                <c:pt idx="4">
                  <c:v>96.823863887498874</c:v>
                </c:pt>
                <c:pt idx="5">
                  <c:v>99.36566613741428</c:v>
                </c:pt>
                <c:pt idx="6">
                  <c:v>100.40746933068212</c:v>
                </c:pt>
                <c:pt idx="7">
                  <c:v>101.93940143669381</c:v>
                </c:pt>
                <c:pt idx="8">
                  <c:v>101.709652038594</c:v>
                </c:pt>
                <c:pt idx="9">
                  <c:v>101.11923081912281</c:v>
                </c:pt>
                <c:pt idx="10">
                  <c:v>103.64501045958416</c:v>
                </c:pt>
                <c:pt idx="11">
                  <c:v>103.49002323986578</c:v>
                </c:pt>
                <c:pt idx="12">
                  <c:v>104.73879767437801</c:v>
                </c:pt>
                <c:pt idx="13">
                  <c:v>105.82452122557017</c:v>
                </c:pt>
                <c:pt idx="14">
                  <c:v>105.81405620532459</c:v>
                </c:pt>
                <c:pt idx="15">
                  <c:v>105.66642966724697</c:v>
                </c:pt>
                <c:pt idx="16">
                  <c:v>106.3816720568755</c:v>
                </c:pt>
                <c:pt idx="17">
                  <c:v>106.76032509225809</c:v>
                </c:pt>
                <c:pt idx="18">
                  <c:v>106.28092293645672</c:v>
                </c:pt>
                <c:pt idx="19">
                  <c:v>105.0538483974246</c:v>
                </c:pt>
                <c:pt idx="20">
                  <c:v>106.45498293556707</c:v>
                </c:pt>
                <c:pt idx="21">
                  <c:v>106.60775794434609</c:v>
                </c:pt>
                <c:pt idx="22">
                  <c:v>106.77726984750979</c:v>
                </c:pt>
                <c:pt idx="23">
                  <c:v>104.64346009889505</c:v>
                </c:pt>
                <c:pt idx="24">
                  <c:v>103.52123338998506</c:v>
                </c:pt>
                <c:pt idx="25">
                  <c:v>101.81188870918629</c:v>
                </c:pt>
                <c:pt idx="26">
                  <c:v>101.94896554387333</c:v>
                </c:pt>
                <c:pt idx="27">
                  <c:v>104.97984830951505</c:v>
                </c:pt>
                <c:pt idx="28">
                  <c:v>106.01154222835697</c:v>
                </c:pt>
                <c:pt idx="29">
                  <c:v>107.98834379275108</c:v>
                </c:pt>
                <c:pt idx="30">
                  <c:v>107.86531656214052</c:v>
                </c:pt>
                <c:pt idx="31">
                  <c:v>108.03201793193831</c:v>
                </c:pt>
                <c:pt idx="32">
                  <c:v>107.64050154797989</c:v>
                </c:pt>
                <c:pt idx="33">
                  <c:v>107.60705107363465</c:v>
                </c:pt>
                <c:pt idx="34">
                  <c:v>107.6671101799617</c:v>
                </c:pt>
                <c:pt idx="35">
                  <c:v>106.87383198679755</c:v>
                </c:pt>
                <c:pt idx="36">
                  <c:v>109.55430804813462</c:v>
                </c:pt>
                <c:pt idx="37">
                  <c:v>109.31220969562766</c:v>
                </c:pt>
                <c:pt idx="38">
                  <c:v>112.1779631707246</c:v>
                </c:pt>
                <c:pt idx="39">
                  <c:v>110.6737888227149</c:v>
                </c:pt>
                <c:pt idx="40">
                  <c:v>111.32676135274609</c:v>
                </c:pt>
                <c:pt idx="41">
                  <c:v>109.18029343215858</c:v>
                </c:pt>
                <c:pt idx="42">
                  <c:v>108.48847148834743</c:v>
                </c:pt>
                <c:pt idx="43">
                  <c:v>107.91212763231776</c:v>
                </c:pt>
                <c:pt idx="44">
                  <c:v>109.94340810098463</c:v>
                </c:pt>
                <c:pt idx="45">
                  <c:v>107.79551623863105</c:v>
                </c:pt>
                <c:pt idx="46">
                  <c:v>106.60892139309334</c:v>
                </c:pt>
                <c:pt idx="47">
                  <c:v>107.65740041186442</c:v>
                </c:pt>
                <c:pt idx="48">
                  <c:v>108.41281265676523</c:v>
                </c:pt>
                <c:pt idx="49">
                  <c:v>108.1169510589511</c:v>
                </c:pt>
                <c:pt idx="50">
                  <c:v>105.09877948451845</c:v>
                </c:pt>
                <c:pt idx="51">
                  <c:v>104.84586665721038</c:v>
                </c:pt>
                <c:pt idx="52">
                  <c:v>104.67237111621263</c:v>
                </c:pt>
                <c:pt idx="53">
                  <c:v>103.81017623514484</c:v>
                </c:pt>
                <c:pt idx="54">
                  <c:v>102.26950422398724</c:v>
                </c:pt>
                <c:pt idx="55">
                  <c:v>108.28792038594788</c:v>
                </c:pt>
                <c:pt idx="56">
                  <c:v>111.3286224489718</c:v>
                </c:pt>
                <c:pt idx="57">
                  <c:v>112.45084986801194</c:v>
                </c:pt>
                <c:pt idx="58">
                  <c:v>113.63709585842363</c:v>
                </c:pt>
                <c:pt idx="59">
                  <c:v>113.96852328736624</c:v>
                </c:pt>
                <c:pt idx="60">
                  <c:v>114.35162164793294</c:v>
                </c:pt>
                <c:pt idx="61">
                  <c:v>114.56839617781628</c:v>
                </c:pt>
                <c:pt idx="62">
                  <c:v>113.30748012262266</c:v>
                </c:pt>
                <c:pt idx="63">
                  <c:v>111.8586400439433</c:v>
                </c:pt>
                <c:pt idx="64">
                  <c:v>108.81902778494396</c:v>
                </c:pt>
                <c:pt idx="65">
                  <c:v>108.330663621474</c:v>
                </c:pt>
                <c:pt idx="66">
                  <c:v>108.37246818739943</c:v>
                </c:pt>
                <c:pt idx="67">
                  <c:v>107.28187280801619</c:v>
                </c:pt>
                <c:pt idx="68">
                  <c:v>103.51643161350258</c:v>
                </c:pt>
                <c:pt idx="69">
                  <c:v>99.776971882744206</c:v>
                </c:pt>
                <c:pt idx="70">
                  <c:v>101.88973489348095</c:v>
                </c:pt>
                <c:pt idx="71">
                  <c:v>102.78305705309926</c:v>
                </c:pt>
                <c:pt idx="72">
                  <c:v>101.99546495638826</c:v>
                </c:pt>
                <c:pt idx="73">
                  <c:v>100.82562697861184</c:v>
                </c:pt>
                <c:pt idx="74">
                  <c:v>98.420032897326166</c:v>
                </c:pt>
                <c:pt idx="75">
                  <c:v>100.10527485068665</c:v>
                </c:pt>
                <c:pt idx="76">
                  <c:v>101.40031444686552</c:v>
                </c:pt>
                <c:pt idx="77">
                  <c:v>98.299703969374832</c:v>
                </c:pt>
                <c:pt idx="78">
                  <c:v>99.387086736952739</c:v>
                </c:pt>
                <c:pt idx="79">
                  <c:v>100.69355642150792</c:v>
                </c:pt>
                <c:pt idx="80">
                  <c:v>101.28894082983408</c:v>
                </c:pt>
                <c:pt idx="81">
                  <c:v>102.48248843612372</c:v>
                </c:pt>
                <c:pt idx="82">
                  <c:v>102.7813038820676</c:v>
                </c:pt>
                <c:pt idx="83">
                  <c:v>102.61377579331726</c:v>
                </c:pt>
                <c:pt idx="84">
                  <c:v>103.20619837908082</c:v>
                </c:pt>
                <c:pt idx="85">
                  <c:v>103.41421224329049</c:v>
                </c:pt>
                <c:pt idx="86">
                  <c:v>102.67932777553064</c:v>
                </c:pt>
                <c:pt idx="87">
                  <c:v>101.81006483918635</c:v>
                </c:pt>
                <c:pt idx="88">
                  <c:v>101.82163507492174</c:v>
                </c:pt>
                <c:pt idx="89">
                  <c:v>102.19085821419874</c:v>
                </c:pt>
                <c:pt idx="90">
                  <c:v>103.6175166810894</c:v>
                </c:pt>
                <c:pt idx="91">
                  <c:v>103.63857187233258</c:v>
                </c:pt>
                <c:pt idx="92">
                  <c:v>100.9147569862685</c:v>
                </c:pt>
                <c:pt idx="93">
                  <c:v>97.659116522415374</c:v>
                </c:pt>
                <c:pt idx="94">
                  <c:v>97.076169263084353</c:v>
                </c:pt>
                <c:pt idx="95">
                  <c:v>97.733611959275493</c:v>
                </c:pt>
                <c:pt idx="96">
                  <c:v>95.745668031175299</c:v>
                </c:pt>
                <c:pt idx="97">
                  <c:v>95.331061335036978</c:v>
                </c:pt>
                <c:pt idx="98">
                  <c:v>96.316571988324398</c:v>
                </c:pt>
                <c:pt idx="99">
                  <c:v>94.627874383164126</c:v>
                </c:pt>
                <c:pt idx="100">
                  <c:v>94.452499938721616</c:v>
                </c:pt>
                <c:pt idx="101">
                  <c:v>95.046491597895667</c:v>
                </c:pt>
                <c:pt idx="102">
                  <c:v>95.263993452170837</c:v>
                </c:pt>
                <c:pt idx="103">
                  <c:v>96.320268222235995</c:v>
                </c:pt>
                <c:pt idx="104">
                  <c:v>97.904709789076719</c:v>
                </c:pt>
                <c:pt idx="105">
                  <c:v>98.299614020284281</c:v>
                </c:pt>
                <c:pt idx="106">
                  <c:v>100.63303391681104</c:v>
                </c:pt>
                <c:pt idx="107">
                  <c:v>100.53354703956808</c:v>
                </c:pt>
                <c:pt idx="108">
                  <c:v>99.634687394562718</c:v>
                </c:pt>
                <c:pt idx="109">
                  <c:v>99.859312914942478</c:v>
                </c:pt>
                <c:pt idx="110">
                  <c:v>100.21598212578158</c:v>
                </c:pt>
                <c:pt idx="111">
                  <c:v>97.695489803958679</c:v>
                </c:pt>
                <c:pt idx="112">
                  <c:v>99.143908117301365</c:v>
                </c:pt>
                <c:pt idx="113">
                  <c:v>100.76746159987151</c:v>
                </c:pt>
                <c:pt idx="114">
                  <c:v>101.21402467800611</c:v>
                </c:pt>
                <c:pt idx="115">
                  <c:v>100.96563066239231</c:v>
                </c:pt>
                <c:pt idx="116">
                  <c:v>102.62150056190211</c:v>
                </c:pt>
                <c:pt idx="117">
                  <c:v>104.00763279521983</c:v>
                </c:pt>
                <c:pt idx="118">
                  <c:v>102.1013821384951</c:v>
                </c:pt>
                <c:pt idx="119">
                  <c:v>102.50308630510163</c:v>
                </c:pt>
                <c:pt idx="120">
                  <c:v>103.07912617742225</c:v>
                </c:pt>
                <c:pt idx="121">
                  <c:v>104.09340373855871</c:v>
                </c:pt>
                <c:pt idx="122">
                  <c:v>104.23612979344122</c:v>
                </c:pt>
                <c:pt idx="123">
                  <c:v>104.94549397506538</c:v>
                </c:pt>
                <c:pt idx="124">
                  <c:v>105.41381782524942</c:v>
                </c:pt>
                <c:pt idx="125">
                  <c:v>106.331999649137</c:v>
                </c:pt>
                <c:pt idx="126">
                  <c:v>106.59882564451127</c:v>
                </c:pt>
                <c:pt idx="127">
                  <c:v>104.46158323664012</c:v>
                </c:pt>
                <c:pt idx="128">
                  <c:v>105.38444895019082</c:v>
                </c:pt>
                <c:pt idx="129">
                  <c:v>105.49379472498896</c:v>
                </c:pt>
                <c:pt idx="130">
                  <c:v>104.4818731599329</c:v>
                </c:pt>
                <c:pt idx="131">
                  <c:v>102.95947223553239</c:v>
                </c:pt>
                <c:pt idx="132">
                  <c:v>102.30233044942045</c:v>
                </c:pt>
                <c:pt idx="133">
                  <c:v>103.6361905032354</c:v>
                </c:pt>
                <c:pt idx="134">
                  <c:v>104.70321075696728</c:v>
                </c:pt>
                <c:pt idx="135">
                  <c:v>106.1563045699743</c:v>
                </c:pt>
                <c:pt idx="136">
                  <c:v>107.83586040389075</c:v>
                </c:pt>
                <c:pt idx="137">
                  <c:v>109.15279652065136</c:v>
                </c:pt>
                <c:pt idx="138">
                  <c:v>110.38264367465285</c:v>
                </c:pt>
                <c:pt idx="139">
                  <c:v>110.38180386474187</c:v>
                </c:pt>
                <c:pt idx="140">
                  <c:v>109.54126908686786</c:v>
                </c:pt>
                <c:pt idx="141">
                  <c:v>108.90884344973662</c:v>
                </c:pt>
                <c:pt idx="142">
                  <c:v>106.69783661188967</c:v>
                </c:pt>
                <c:pt idx="143">
                  <c:v>102.99635211290696</c:v>
                </c:pt>
                <c:pt idx="144">
                  <c:v>101.22877961533381</c:v>
                </c:pt>
                <c:pt idx="145">
                  <c:v>103.10903163482838</c:v>
                </c:pt>
                <c:pt idx="146">
                  <c:v>104.36515821261162</c:v>
                </c:pt>
                <c:pt idx="147">
                  <c:v>104.02720659195178</c:v>
                </c:pt>
                <c:pt idx="148">
                  <c:v>100.99055160401232</c:v>
                </c:pt>
                <c:pt idx="149">
                  <c:v>99.180865903415636</c:v>
                </c:pt>
                <c:pt idx="150">
                  <c:v>87.752165471857595</c:v>
                </c:pt>
                <c:pt idx="151">
                  <c:v>89.057646730287672</c:v>
                </c:pt>
                <c:pt idx="152">
                  <c:v>90.059765534082757</c:v>
                </c:pt>
                <c:pt idx="153">
                  <c:v>92.942881951421541</c:v>
                </c:pt>
                <c:pt idx="154">
                  <c:v>92.453944090311865</c:v>
                </c:pt>
                <c:pt idx="155">
                  <c:v>92.523497185805596</c:v>
                </c:pt>
                <c:pt idx="156">
                  <c:v>90.329793392123875</c:v>
                </c:pt>
                <c:pt idx="157">
                  <c:v>90.472069598917599</c:v>
                </c:pt>
                <c:pt idx="158">
                  <c:v>91.573734004852128</c:v>
                </c:pt>
                <c:pt idx="159">
                  <c:v>88.771995305950625</c:v>
                </c:pt>
                <c:pt idx="160">
                  <c:v>86.806952950946595</c:v>
                </c:pt>
                <c:pt idx="161">
                  <c:v>87.613391939396578</c:v>
                </c:pt>
                <c:pt idx="162">
                  <c:v>90.22030117976341</c:v>
                </c:pt>
                <c:pt idx="163">
                  <c:v>89.389972236386853</c:v>
                </c:pt>
                <c:pt idx="164">
                  <c:v>90.366621743427515</c:v>
                </c:pt>
                <c:pt idx="165">
                  <c:v>91.278076438696061</c:v>
                </c:pt>
                <c:pt idx="166">
                  <c:v>89.636092173457968</c:v>
                </c:pt>
                <c:pt idx="167">
                  <c:v>92.130804494145025</c:v>
                </c:pt>
                <c:pt idx="168">
                  <c:v>93.830949413829728</c:v>
                </c:pt>
                <c:pt idx="169">
                  <c:v>92.569872119829924</c:v>
                </c:pt>
                <c:pt idx="170">
                  <c:v>92.474419483992492</c:v>
                </c:pt>
                <c:pt idx="171">
                  <c:v>92.893095506195607</c:v>
                </c:pt>
                <c:pt idx="172">
                  <c:v>92.79355862417313</c:v>
                </c:pt>
                <c:pt idx="173">
                  <c:v>94.511245552461418</c:v>
                </c:pt>
                <c:pt idx="174">
                  <c:v>94.965250702674538</c:v>
                </c:pt>
                <c:pt idx="175">
                  <c:v>97.911653234021102</c:v>
                </c:pt>
                <c:pt idx="176">
                  <c:v>98.744203288875397</c:v>
                </c:pt>
                <c:pt idx="177">
                  <c:v>98.758988986868104</c:v>
                </c:pt>
                <c:pt idx="178">
                  <c:v>99.29134740576167</c:v>
                </c:pt>
                <c:pt idx="179">
                  <c:v>99.294096335645534</c:v>
                </c:pt>
                <c:pt idx="180">
                  <c:v>99.50248985440733</c:v>
                </c:pt>
                <c:pt idx="181">
                  <c:v>99.541561816324318</c:v>
                </c:pt>
                <c:pt idx="182">
                  <c:v>100.61270608785382</c:v>
                </c:pt>
                <c:pt idx="183">
                  <c:v>100.59142097734222</c:v>
                </c:pt>
                <c:pt idx="184">
                  <c:v>101.88221666143617</c:v>
                </c:pt>
                <c:pt idx="185">
                  <c:v>102.31799536220116</c:v>
                </c:pt>
                <c:pt idx="186">
                  <c:v>101.37837893526994</c:v>
                </c:pt>
                <c:pt idx="187">
                  <c:v>100.07531104247742</c:v>
                </c:pt>
                <c:pt idx="188">
                  <c:v>100.34595848638767</c:v>
                </c:pt>
                <c:pt idx="189">
                  <c:v>99.714874835850708</c:v>
                </c:pt>
                <c:pt idx="190">
                  <c:v>98.902387331416051</c:v>
                </c:pt>
                <c:pt idx="191">
                  <c:v>97.612673868981616</c:v>
                </c:pt>
                <c:pt idx="192">
                  <c:v>97.048516735865817</c:v>
                </c:pt>
                <c:pt idx="193">
                  <c:v>97.290821527667376</c:v>
                </c:pt>
                <c:pt idx="194">
                  <c:v>96.968581072935606</c:v>
                </c:pt>
                <c:pt idx="195">
                  <c:v>95.069101464156375</c:v>
                </c:pt>
                <c:pt idx="196">
                  <c:v>94.244997675737551</c:v>
                </c:pt>
                <c:pt idx="197">
                  <c:v>94.44323558763864</c:v>
                </c:pt>
                <c:pt idx="198">
                  <c:v>93.168728791376907</c:v>
                </c:pt>
                <c:pt idx="199">
                  <c:v>94.61903809833548</c:v>
                </c:pt>
                <c:pt idx="200">
                  <c:v>96.484241683760203</c:v>
                </c:pt>
                <c:pt idx="201">
                  <c:v>95.303108906167282</c:v>
                </c:pt>
                <c:pt idx="202">
                  <c:v>96.466985679510117</c:v>
                </c:pt>
                <c:pt idx="203">
                  <c:v>96.740528376515442</c:v>
                </c:pt>
                <c:pt idx="204">
                  <c:v>96.59025375048158</c:v>
                </c:pt>
                <c:pt idx="205">
                  <c:v>96.900079445230332</c:v>
                </c:pt>
                <c:pt idx="206">
                  <c:v>97.407110065522176</c:v>
                </c:pt>
                <c:pt idx="207">
                  <c:v>98.148429967148189</c:v>
                </c:pt>
                <c:pt idx="208">
                  <c:v>99.663976746031921</c:v>
                </c:pt>
                <c:pt idx="209">
                  <c:v>99.329156192054043</c:v>
                </c:pt>
                <c:pt idx="210">
                  <c:v>99.07757247531876</c:v>
                </c:pt>
                <c:pt idx="211">
                  <c:v>97.237951013665366</c:v>
                </c:pt>
                <c:pt idx="212">
                  <c:v>97.877819762347542</c:v>
                </c:pt>
                <c:pt idx="213">
                  <c:v>95.635399485852233</c:v>
                </c:pt>
                <c:pt idx="214">
                  <c:v>93.495501631983558</c:v>
                </c:pt>
                <c:pt idx="215">
                  <c:v>94.787479301811715</c:v>
                </c:pt>
                <c:pt idx="216">
                  <c:v>93.785065851278716</c:v>
                </c:pt>
                <c:pt idx="217">
                  <c:v>94.308282341929868</c:v>
                </c:pt>
                <c:pt idx="218">
                  <c:v>94.958792375874083</c:v>
                </c:pt>
                <c:pt idx="219">
                  <c:v>95.507508204846246</c:v>
                </c:pt>
                <c:pt idx="220">
                  <c:v>97.57901678024551</c:v>
                </c:pt>
                <c:pt idx="221">
                  <c:v>98.103206398739061</c:v>
                </c:pt>
                <c:pt idx="222">
                  <c:v>99.052682977423018</c:v>
                </c:pt>
                <c:pt idx="223">
                  <c:v>98.868488902476187</c:v>
                </c:pt>
                <c:pt idx="224">
                  <c:v>99.54344246975235</c:v>
                </c:pt>
                <c:pt idx="225">
                  <c:v>100.48586453255373</c:v>
                </c:pt>
                <c:pt idx="226">
                  <c:v>100.31408738484409</c:v>
                </c:pt>
                <c:pt idx="227">
                  <c:v>100.05531475675353</c:v>
                </c:pt>
                <c:pt idx="228">
                  <c:v>101.19596112825488</c:v>
                </c:pt>
                <c:pt idx="229">
                  <c:v>102.32815728649203</c:v>
                </c:pt>
                <c:pt idx="230">
                  <c:v>100.90491285292572</c:v>
                </c:pt>
                <c:pt idx="231">
                  <c:v>101.63489548920529</c:v>
                </c:pt>
                <c:pt idx="232">
                  <c:v>100.80954904696226</c:v>
                </c:pt>
                <c:pt idx="233">
                  <c:v>96.710844600025155</c:v>
                </c:pt>
                <c:pt idx="234">
                  <c:v>98.533631163559861</c:v>
                </c:pt>
                <c:pt idx="235">
                  <c:v>97.96029215834244</c:v>
                </c:pt>
                <c:pt idx="236">
                  <c:v>96.789871424181555</c:v>
                </c:pt>
                <c:pt idx="237">
                  <c:v>94.310490327289386</c:v>
                </c:pt>
                <c:pt idx="238">
                  <c:v>92.874896492800289</c:v>
                </c:pt>
                <c:pt idx="239">
                  <c:v>88.168077784705645</c:v>
                </c:pt>
                <c:pt idx="240">
                  <c:v>84.580717276556356</c:v>
                </c:pt>
                <c:pt idx="241">
                  <c:v>86.004811214338233</c:v>
                </c:pt>
                <c:pt idx="242">
                  <c:v>83.45596491987196</c:v>
                </c:pt>
                <c:pt idx="243">
                  <c:v>83.464851164795206</c:v>
                </c:pt>
                <c:pt idx="244">
                  <c:v>85.854543688768359</c:v>
                </c:pt>
                <c:pt idx="245">
                  <c:v>86.884047157359618</c:v>
                </c:pt>
                <c:pt idx="246">
                  <c:v>86.611446034439709</c:v>
                </c:pt>
                <c:pt idx="247">
                  <c:v>87.990030643848058</c:v>
                </c:pt>
                <c:pt idx="248">
                  <c:v>88.552260372831469</c:v>
                </c:pt>
                <c:pt idx="249">
                  <c:v>87.04399764346681</c:v>
                </c:pt>
                <c:pt idx="250">
                  <c:v>83.848831519439869</c:v>
                </c:pt>
                <c:pt idx="251">
                  <c:v>83.463385022835013</c:v>
                </c:pt>
                <c:pt idx="252">
                  <c:v>85.252318214889073</c:v>
                </c:pt>
                <c:pt idx="253">
                  <c:v>85.007135591537093</c:v>
                </c:pt>
                <c:pt idx="254">
                  <c:v>83.34322585911525</c:v>
                </c:pt>
                <c:pt idx="255">
                  <c:v>81.668331535598313</c:v>
                </c:pt>
                <c:pt idx="256">
                  <c:v>77.096971005158423</c:v>
                </c:pt>
                <c:pt idx="257">
                  <c:v>75.539176751059543</c:v>
                </c:pt>
                <c:pt idx="258">
                  <c:v>78.628055529385577</c:v>
                </c:pt>
                <c:pt idx="259">
                  <c:v>77.021966298755103</c:v>
                </c:pt>
                <c:pt idx="260">
                  <c:v>77.085781455148279</c:v>
                </c:pt>
                <c:pt idx="261">
                  <c:v>77.741793831290664</c:v>
                </c:pt>
                <c:pt idx="262">
                  <c:v>78.23064182345415</c:v>
                </c:pt>
                <c:pt idx="263">
                  <c:v>77.059901715081992</c:v>
                </c:pt>
                <c:pt idx="264">
                  <c:v>76.566417728898003</c:v>
                </c:pt>
                <c:pt idx="265">
                  <c:v>75.915817482880641</c:v>
                </c:pt>
                <c:pt idx="266">
                  <c:v>75.461626271427079</c:v>
                </c:pt>
                <c:pt idx="267">
                  <c:v>75.484848433880813</c:v>
                </c:pt>
                <c:pt idx="268">
                  <c:v>78.73926287197915</c:v>
                </c:pt>
                <c:pt idx="269">
                  <c:v>81.166230558095378</c:v>
                </c:pt>
                <c:pt idx="270">
                  <c:v>83.090348589961351</c:v>
                </c:pt>
                <c:pt idx="271">
                  <c:v>84.511708578103566</c:v>
                </c:pt>
                <c:pt idx="272">
                  <c:v>84.700404744567606</c:v>
                </c:pt>
                <c:pt idx="273">
                  <c:v>84.836611901171466</c:v>
                </c:pt>
                <c:pt idx="274">
                  <c:v>84.351970693847178</c:v>
                </c:pt>
                <c:pt idx="275">
                  <c:v>84.792668802455353</c:v>
                </c:pt>
                <c:pt idx="276">
                  <c:v>84.488050077882988</c:v>
                </c:pt>
                <c:pt idx="277">
                  <c:v>84.399969426959146</c:v>
                </c:pt>
                <c:pt idx="278">
                  <c:v>84.991121560005226</c:v>
                </c:pt>
                <c:pt idx="279">
                  <c:v>85.870841278052026</c:v>
                </c:pt>
                <c:pt idx="280">
                  <c:v>87.086409644699302</c:v>
                </c:pt>
                <c:pt idx="281">
                  <c:v>87.282539326635984</c:v>
                </c:pt>
                <c:pt idx="282">
                  <c:v>86.545201665277702</c:v>
                </c:pt>
                <c:pt idx="283">
                  <c:v>86.821004943996684</c:v>
                </c:pt>
                <c:pt idx="284">
                  <c:v>87.431592048424505</c:v>
                </c:pt>
                <c:pt idx="285">
                  <c:v>89.21696955373794</c:v>
                </c:pt>
                <c:pt idx="286">
                  <c:v>89.943623726213389</c:v>
                </c:pt>
                <c:pt idx="287">
                  <c:v>88.843042327573684</c:v>
                </c:pt>
                <c:pt idx="288">
                  <c:v>88.397771174910801</c:v>
                </c:pt>
                <c:pt idx="289">
                  <c:v>89.099730623122881</c:v>
                </c:pt>
                <c:pt idx="290">
                  <c:v>89.904718890474257</c:v>
                </c:pt>
                <c:pt idx="291">
                  <c:v>91.421487968427726</c:v>
                </c:pt>
                <c:pt idx="292">
                  <c:v>92.20317630976291</c:v>
                </c:pt>
                <c:pt idx="293">
                  <c:v>93.528718895118772</c:v>
                </c:pt>
                <c:pt idx="294">
                  <c:v>92.277626996284653</c:v>
                </c:pt>
                <c:pt idx="295">
                  <c:v>93.569620720745704</c:v>
                </c:pt>
                <c:pt idx="296">
                  <c:v>92.81305877684234</c:v>
                </c:pt>
                <c:pt idx="297">
                  <c:v>92.841422742431149</c:v>
                </c:pt>
                <c:pt idx="298">
                  <c:v>93.520362632840587</c:v>
                </c:pt>
                <c:pt idx="299">
                  <c:v>93.295336995181984</c:v>
                </c:pt>
                <c:pt idx="300">
                  <c:v>91.317064766572472</c:v>
                </c:pt>
                <c:pt idx="301">
                  <c:v>91.299131676770756</c:v>
                </c:pt>
                <c:pt idx="302">
                  <c:v>91.062106810811727</c:v>
                </c:pt>
                <c:pt idx="303">
                  <c:v>92.997505095443714</c:v>
                </c:pt>
                <c:pt idx="304">
                  <c:v>92.681258540453385</c:v>
                </c:pt>
                <c:pt idx="305">
                  <c:v>92.277379541084102</c:v>
                </c:pt>
                <c:pt idx="306">
                  <c:v>93.319027278505047</c:v>
                </c:pt>
                <c:pt idx="307">
                  <c:v>92.776126247229655</c:v>
                </c:pt>
                <c:pt idx="308">
                  <c:v>92.766073393639019</c:v>
                </c:pt>
                <c:pt idx="309">
                  <c:v>93.498111729377641</c:v>
                </c:pt>
                <c:pt idx="310">
                  <c:v>93.742633264490365</c:v>
                </c:pt>
                <c:pt idx="311">
                  <c:v>92.190177622902951</c:v>
                </c:pt>
                <c:pt idx="312">
                  <c:v>90.723668071388957</c:v>
                </c:pt>
                <c:pt idx="313">
                  <c:v>90.288986924350098</c:v>
                </c:pt>
                <c:pt idx="314">
                  <c:v>89.105428366336838</c:v>
                </c:pt>
                <c:pt idx="315">
                  <c:v>90.283292181490012</c:v>
                </c:pt>
                <c:pt idx="316">
                  <c:v>91.378073161530693</c:v>
                </c:pt>
                <c:pt idx="317">
                  <c:v>92.469443105731628</c:v>
                </c:pt>
                <c:pt idx="318">
                  <c:v>92.761560893469564</c:v>
                </c:pt>
                <c:pt idx="319">
                  <c:v>92.17481918108237</c:v>
                </c:pt>
                <c:pt idx="320">
                  <c:v>92.271841282816112</c:v>
                </c:pt>
                <c:pt idx="321">
                  <c:v>92.438436910941476</c:v>
                </c:pt>
                <c:pt idx="322">
                  <c:v>92.229578242860356</c:v>
                </c:pt>
                <c:pt idx="323">
                  <c:v>92.986801199654451</c:v>
                </c:pt>
                <c:pt idx="324">
                  <c:v>94.152568799559418</c:v>
                </c:pt>
                <c:pt idx="325">
                  <c:v>95.39549115774075</c:v>
                </c:pt>
                <c:pt idx="326">
                  <c:v>95.692634453403741</c:v>
                </c:pt>
                <c:pt idx="327">
                  <c:v>95.790393902524286</c:v>
                </c:pt>
                <c:pt idx="328">
                  <c:v>95.468004496496306</c:v>
                </c:pt>
                <c:pt idx="329">
                  <c:v>96.371122998183765</c:v>
                </c:pt>
                <c:pt idx="330">
                  <c:v>97.144599806341645</c:v>
                </c:pt>
                <c:pt idx="331">
                  <c:v>97.204706520523672</c:v>
                </c:pt>
                <c:pt idx="332">
                  <c:v>98.389794059553907</c:v>
                </c:pt>
                <c:pt idx="333">
                  <c:v>98.57917855109342</c:v>
                </c:pt>
                <c:pt idx="334">
                  <c:v>98.837820080681396</c:v>
                </c:pt>
                <c:pt idx="335">
                  <c:v>98.08758917839279</c:v>
                </c:pt>
                <c:pt idx="336">
                  <c:v>98.105250116762406</c:v>
                </c:pt>
                <c:pt idx="337">
                  <c:v>95.29931477537319</c:v>
                </c:pt>
                <c:pt idx="338">
                  <c:v>97.964892857520269</c:v>
                </c:pt>
                <c:pt idx="339">
                  <c:v>98.804476423797652</c:v>
                </c:pt>
                <c:pt idx="340">
                  <c:v>100.61656469204037</c:v>
                </c:pt>
                <c:pt idx="341">
                  <c:v>102.07752268358396</c:v>
                </c:pt>
                <c:pt idx="342">
                  <c:v>102.73134953458315</c:v>
                </c:pt>
                <c:pt idx="343">
                  <c:v>104.32190696797838</c:v>
                </c:pt>
                <c:pt idx="344">
                  <c:v>104.99651532713349</c:v>
                </c:pt>
                <c:pt idx="345">
                  <c:v>104.9598405280184</c:v>
                </c:pt>
                <c:pt idx="346">
                  <c:v>104.33446905526338</c:v>
                </c:pt>
                <c:pt idx="347">
                  <c:v>106.12049294285738</c:v>
                </c:pt>
                <c:pt idx="348">
                  <c:v>104.95347736818655</c:v>
                </c:pt>
                <c:pt idx="349">
                  <c:v>106.72758381164964</c:v>
                </c:pt>
                <c:pt idx="350">
                  <c:v>105.61952539098888</c:v>
                </c:pt>
                <c:pt idx="351">
                  <c:v>104.52815106987484</c:v>
                </c:pt>
                <c:pt idx="352">
                  <c:v>104.42831071120747</c:v>
                </c:pt>
                <c:pt idx="353">
                  <c:v>105.43560539028003</c:v>
                </c:pt>
                <c:pt idx="354">
                  <c:v>105.46283009763529</c:v>
                </c:pt>
                <c:pt idx="355">
                  <c:v>106.59305259794191</c:v>
                </c:pt>
                <c:pt idx="356">
                  <c:v>105.58828205630698</c:v>
                </c:pt>
                <c:pt idx="357">
                  <c:v>106.72848647348897</c:v>
                </c:pt>
                <c:pt idx="358">
                  <c:v>107.90691429875586</c:v>
                </c:pt>
                <c:pt idx="359">
                  <c:v>107.79189267670756</c:v>
                </c:pt>
                <c:pt idx="360">
                  <c:v>108.31775250124733</c:v>
                </c:pt>
                <c:pt idx="361">
                  <c:v>107.61740857509864</c:v>
                </c:pt>
                <c:pt idx="362">
                  <c:v>105.8739652053868</c:v>
                </c:pt>
                <c:pt idx="363">
                  <c:v>106.60835546741247</c:v>
                </c:pt>
                <c:pt idx="364">
                  <c:v>108.4691026759009</c:v>
                </c:pt>
                <c:pt idx="365">
                  <c:v>109.28267044983663</c:v>
                </c:pt>
                <c:pt idx="366">
                  <c:v>108.01688740315262</c:v>
                </c:pt>
                <c:pt idx="367">
                  <c:v>106.5431147471545</c:v>
                </c:pt>
                <c:pt idx="368">
                  <c:v>106.00463062187616</c:v>
                </c:pt>
                <c:pt idx="369">
                  <c:v>106.09221581858606</c:v>
                </c:pt>
                <c:pt idx="370">
                  <c:v>105.75709596065012</c:v>
                </c:pt>
                <c:pt idx="371">
                  <c:v>106.62759411588662</c:v>
                </c:pt>
                <c:pt idx="372">
                  <c:v>107.82955672920406</c:v>
                </c:pt>
                <c:pt idx="373">
                  <c:v>108.26648461165581</c:v>
                </c:pt>
                <c:pt idx="374">
                  <c:v>108.15671374278199</c:v>
                </c:pt>
                <c:pt idx="375">
                  <c:v>107.75291459221782</c:v>
                </c:pt>
                <c:pt idx="376">
                  <c:v>107.30825372665797</c:v>
                </c:pt>
                <c:pt idx="377">
                  <c:v>107.25804821223801</c:v>
                </c:pt>
                <c:pt idx="378">
                  <c:v>108.74367554215294</c:v>
                </c:pt>
                <c:pt idx="379">
                  <c:v>109.39630036877905</c:v>
                </c:pt>
                <c:pt idx="380">
                  <c:v>108.41798341952511</c:v>
                </c:pt>
                <c:pt idx="381">
                  <c:v>109.77427823013899</c:v>
                </c:pt>
                <c:pt idx="382">
                  <c:v>111.09856905698339</c:v>
                </c:pt>
                <c:pt idx="383">
                  <c:v>112.27027099330596</c:v>
                </c:pt>
                <c:pt idx="384">
                  <c:v>113.7929877085331</c:v>
                </c:pt>
                <c:pt idx="385">
                  <c:v>113.10226086328842</c:v>
                </c:pt>
                <c:pt idx="386">
                  <c:v>109.066656739092</c:v>
                </c:pt>
                <c:pt idx="387">
                  <c:v>110.92630439592567</c:v>
                </c:pt>
                <c:pt idx="388">
                  <c:v>110.84590344395635</c:v>
                </c:pt>
                <c:pt idx="389">
                  <c:v>110.77520931247771</c:v>
                </c:pt>
                <c:pt idx="390">
                  <c:v>111.7373576992608</c:v>
                </c:pt>
                <c:pt idx="391">
                  <c:v>111.45310566369211</c:v>
                </c:pt>
                <c:pt idx="392">
                  <c:v>113.10565563986951</c:v>
                </c:pt>
                <c:pt idx="393">
                  <c:v>112.87392902361078</c:v>
                </c:pt>
                <c:pt idx="394">
                  <c:v>111.88064896924736</c:v>
                </c:pt>
                <c:pt idx="395">
                  <c:v>112.12584884998067</c:v>
                </c:pt>
                <c:pt idx="396">
                  <c:v>113.73239434480095</c:v>
                </c:pt>
                <c:pt idx="397">
                  <c:v>106.95824927671465</c:v>
                </c:pt>
                <c:pt idx="398">
                  <c:v>109.31047072667833</c:v>
                </c:pt>
                <c:pt idx="399">
                  <c:v>112.85042858115064</c:v>
                </c:pt>
                <c:pt idx="400">
                  <c:v>113.35800011606372</c:v>
                </c:pt>
                <c:pt idx="401">
                  <c:v>114.20475466917875</c:v>
                </c:pt>
                <c:pt idx="402">
                  <c:v>113.05506201904933</c:v>
                </c:pt>
                <c:pt idx="403">
                  <c:v>113.0873378391654</c:v>
                </c:pt>
                <c:pt idx="404">
                  <c:v>113.25443877772409</c:v>
                </c:pt>
                <c:pt idx="405">
                  <c:v>111.16330436564223</c:v>
                </c:pt>
                <c:pt idx="406">
                  <c:v>111.63785017492175</c:v>
                </c:pt>
                <c:pt idx="407">
                  <c:v>111.48255776277097</c:v>
                </c:pt>
                <c:pt idx="408">
                  <c:v>113.0585075878393</c:v>
                </c:pt>
                <c:pt idx="409">
                  <c:v>113.86853925561958</c:v>
                </c:pt>
                <c:pt idx="410">
                  <c:v>115.7024492642196</c:v>
                </c:pt>
                <c:pt idx="411">
                  <c:v>115.3050017004348</c:v>
                </c:pt>
                <c:pt idx="412">
                  <c:v>114.74354097657962</c:v>
                </c:pt>
                <c:pt idx="413">
                  <c:v>113.68987653605159</c:v>
                </c:pt>
                <c:pt idx="414">
                  <c:v>114.5063105080871</c:v>
                </c:pt>
                <c:pt idx="415">
                  <c:v>115.42175010714291</c:v>
                </c:pt>
                <c:pt idx="416">
                  <c:v>115.70640503974765</c:v>
                </c:pt>
                <c:pt idx="417">
                  <c:v>113.28353152639203</c:v>
                </c:pt>
                <c:pt idx="418">
                  <c:v>111.33891245056415</c:v>
                </c:pt>
                <c:pt idx="419">
                  <c:v>108.19801176856544</c:v>
                </c:pt>
                <c:pt idx="420">
                  <c:v>109.53518303017508</c:v>
                </c:pt>
                <c:pt idx="421">
                  <c:v>109.6055383880922</c:v>
                </c:pt>
                <c:pt idx="422">
                  <c:v>109.67053442958706</c:v>
                </c:pt>
                <c:pt idx="423">
                  <c:v>105.07066375793751</c:v>
                </c:pt>
                <c:pt idx="424">
                  <c:v>99.375454375795883</c:v>
                </c:pt>
                <c:pt idx="425">
                  <c:v>98.728767899117372</c:v>
                </c:pt>
                <c:pt idx="426">
                  <c:v>98.105319976996498</c:v>
                </c:pt>
                <c:pt idx="427">
                  <c:v>98.704297638625519</c:v>
                </c:pt>
                <c:pt idx="428">
                  <c:v>94.944956765673311</c:v>
                </c:pt>
                <c:pt idx="429">
                  <c:v>95.56887002799894</c:v>
                </c:pt>
                <c:pt idx="430">
                  <c:v>97.194077712306353</c:v>
                </c:pt>
                <c:pt idx="431">
                  <c:v>98.732822844082463</c:v>
                </c:pt>
                <c:pt idx="432">
                  <c:v>99.273751453572473</c:v>
                </c:pt>
                <c:pt idx="433">
                  <c:v>99.650501113575658</c:v>
                </c:pt>
                <c:pt idx="434">
                  <c:v>101.20196763590094</c:v>
                </c:pt>
                <c:pt idx="435">
                  <c:v>101.12619546898435</c:v>
                </c:pt>
                <c:pt idx="436">
                  <c:v>99.73226776199931</c:v>
                </c:pt>
                <c:pt idx="437">
                  <c:v>100.34576282520645</c:v>
                </c:pt>
                <c:pt idx="438">
                  <c:v>101.25583739369507</c:v>
                </c:pt>
                <c:pt idx="439">
                  <c:v>101.04414999070769</c:v>
                </c:pt>
                <c:pt idx="440">
                  <c:v>103.11435098953478</c:v>
                </c:pt>
                <c:pt idx="441">
                  <c:v>103.88107731729825</c:v>
                </c:pt>
                <c:pt idx="442">
                  <c:v>103.0290675005465</c:v>
                </c:pt>
                <c:pt idx="443">
                  <c:v>103.27385088564677</c:v>
                </c:pt>
                <c:pt idx="444">
                  <c:v>102.36463917718677</c:v>
                </c:pt>
                <c:pt idx="445">
                  <c:v>102.49029417407155</c:v>
                </c:pt>
                <c:pt idx="446">
                  <c:v>101.96366936232531</c:v>
                </c:pt>
                <c:pt idx="447">
                  <c:v>101.59158696548386</c:v>
                </c:pt>
                <c:pt idx="448">
                  <c:v>100.04461126121031</c:v>
                </c:pt>
                <c:pt idx="449">
                  <c:v>98.548657489910198</c:v>
                </c:pt>
                <c:pt idx="450">
                  <c:v>98.411602703309498</c:v>
                </c:pt>
                <c:pt idx="451">
                  <c:v>96.221939298458096</c:v>
                </c:pt>
                <c:pt idx="452">
                  <c:v>97.898495949358306</c:v>
                </c:pt>
                <c:pt idx="453">
                  <c:v>98.39064199344179</c:v>
                </c:pt>
                <c:pt idx="454">
                  <c:v>99.728160338315746</c:v>
                </c:pt>
                <c:pt idx="455">
                  <c:v>100.99942676646347</c:v>
                </c:pt>
                <c:pt idx="456">
                  <c:v>102.8138295739567</c:v>
                </c:pt>
                <c:pt idx="457">
                  <c:v>104.53753963890559</c:v>
                </c:pt>
                <c:pt idx="458">
                  <c:v>106.61753616080503</c:v>
                </c:pt>
                <c:pt idx="459">
                  <c:v>106.19281743359362</c:v>
                </c:pt>
                <c:pt idx="460">
                  <c:v>106.5101009367027</c:v>
                </c:pt>
                <c:pt idx="461">
                  <c:v>107.89214208601815</c:v>
                </c:pt>
                <c:pt idx="462">
                  <c:v>108.73517376807348</c:v>
                </c:pt>
                <c:pt idx="463">
                  <c:v>108.73504694263788</c:v>
                </c:pt>
                <c:pt idx="464">
                  <c:v>109.27620345051778</c:v>
                </c:pt>
                <c:pt idx="465">
                  <c:v>109.96685851398432</c:v>
                </c:pt>
                <c:pt idx="466">
                  <c:v>110.23411976192435</c:v>
                </c:pt>
                <c:pt idx="467">
                  <c:v>109.89534923009816</c:v>
                </c:pt>
                <c:pt idx="468">
                  <c:v>107.88919378702153</c:v>
                </c:pt>
                <c:pt idx="469">
                  <c:v>108.98144423484858</c:v>
                </c:pt>
                <c:pt idx="470">
                  <c:v>109.26181006855555</c:v>
                </c:pt>
                <c:pt idx="471">
                  <c:v>110.55238174274146</c:v>
                </c:pt>
                <c:pt idx="472">
                  <c:v>111.32861878924321</c:v>
                </c:pt>
                <c:pt idx="473">
                  <c:v>111.53145867269653</c:v>
                </c:pt>
                <c:pt idx="474">
                  <c:v>112.46188799350138</c:v>
                </c:pt>
                <c:pt idx="475">
                  <c:v>114.39572160749552</c:v>
                </c:pt>
                <c:pt idx="476">
                  <c:v>115.88077557254441</c:v>
                </c:pt>
                <c:pt idx="477">
                  <c:v>117.18085010610898</c:v>
                </c:pt>
                <c:pt idx="478">
                  <c:v>116.71140977824504</c:v>
                </c:pt>
                <c:pt idx="479">
                  <c:v>117.28100287985023</c:v>
                </c:pt>
                <c:pt idx="480">
                  <c:v>117.8742841214947</c:v>
                </c:pt>
                <c:pt idx="481">
                  <c:v>117.79484111921559</c:v>
                </c:pt>
                <c:pt idx="482">
                  <c:v>116.37415083723688</c:v>
                </c:pt>
                <c:pt idx="483">
                  <c:v>115.86663854604448</c:v>
                </c:pt>
                <c:pt idx="484">
                  <c:v>113.81389148589892</c:v>
                </c:pt>
                <c:pt idx="485">
                  <c:v>115.52370681204962</c:v>
                </c:pt>
                <c:pt idx="486">
                  <c:v>116.16630510477681</c:v>
                </c:pt>
                <c:pt idx="487">
                  <c:v>117.38814836327388</c:v>
                </c:pt>
                <c:pt idx="488">
                  <c:v>118.08583857174904</c:v>
                </c:pt>
                <c:pt idx="489">
                  <c:v>117.31525154822504</c:v>
                </c:pt>
                <c:pt idx="490">
                  <c:v>118.54064471594883</c:v>
                </c:pt>
                <c:pt idx="491">
                  <c:v>119.33870085380504</c:v>
                </c:pt>
                <c:pt idx="492">
                  <c:v>117.65677152449841</c:v>
                </c:pt>
                <c:pt idx="493">
                  <c:v>118.10757682540458</c:v>
                </c:pt>
                <c:pt idx="494">
                  <c:v>118.74627904655306</c:v>
                </c:pt>
                <c:pt idx="495">
                  <c:v>118.76549667867741</c:v>
                </c:pt>
                <c:pt idx="496">
                  <c:v>117.75145537343158</c:v>
                </c:pt>
                <c:pt idx="497">
                  <c:v>117.42852939285774</c:v>
                </c:pt>
                <c:pt idx="498">
                  <c:v>117.45198655538559</c:v>
                </c:pt>
                <c:pt idx="499">
                  <c:v>118.72847409731912</c:v>
                </c:pt>
                <c:pt idx="500">
                  <c:v>121.90730342964849</c:v>
                </c:pt>
                <c:pt idx="501">
                  <c:v>123.50912115299317</c:v>
                </c:pt>
                <c:pt idx="502">
                  <c:v>123.9762685081978</c:v>
                </c:pt>
                <c:pt idx="503">
                  <c:v>122.81329056020242</c:v>
                </c:pt>
                <c:pt idx="504">
                  <c:v>124.11999579292136</c:v>
                </c:pt>
                <c:pt idx="505">
                  <c:v>124.45906173141269</c:v>
                </c:pt>
                <c:pt idx="506">
                  <c:v>124.63062606949823</c:v>
                </c:pt>
                <c:pt idx="507">
                  <c:v>124.84495138344181</c:v>
                </c:pt>
                <c:pt idx="508">
                  <c:v>125.67745588617227</c:v>
                </c:pt>
                <c:pt idx="509">
                  <c:v>126.95320189348192</c:v>
                </c:pt>
                <c:pt idx="510">
                  <c:v>127.89933416626145</c:v>
                </c:pt>
                <c:pt idx="511">
                  <c:v>130.75102588398778</c:v>
                </c:pt>
                <c:pt idx="512">
                  <c:v>130.13946890737347</c:v>
                </c:pt>
                <c:pt idx="513">
                  <c:v>128.94360110160341</c:v>
                </c:pt>
                <c:pt idx="514">
                  <c:v>131.01096065882473</c:v>
                </c:pt>
                <c:pt idx="515">
                  <c:v>130.6434474885543</c:v>
                </c:pt>
                <c:pt idx="516">
                  <c:v>131.48284341645865</c:v>
                </c:pt>
                <c:pt idx="517">
                  <c:v>130.97462005106479</c:v>
                </c:pt>
                <c:pt idx="518">
                  <c:v>132.01869328739653</c:v>
                </c:pt>
                <c:pt idx="519">
                  <c:v>134.44530498206868</c:v>
                </c:pt>
                <c:pt idx="520">
                  <c:v>135.03475336735454</c:v>
                </c:pt>
                <c:pt idx="521">
                  <c:v>138.34495654317732</c:v>
                </c:pt>
                <c:pt idx="522">
                  <c:v>137.04732182293102</c:v>
                </c:pt>
                <c:pt idx="523">
                  <c:v>137.09464158398242</c:v>
                </c:pt>
                <c:pt idx="524">
                  <c:v>137.61646256579752</c:v>
                </c:pt>
                <c:pt idx="525">
                  <c:v>137.80825273286646</c:v>
                </c:pt>
                <c:pt idx="526">
                  <c:v>139.4261158333797</c:v>
                </c:pt>
                <c:pt idx="527">
                  <c:v>139.97126717575279</c:v>
                </c:pt>
                <c:pt idx="528">
                  <c:v>137.68633483791461</c:v>
                </c:pt>
                <c:pt idx="529">
                  <c:v>139.53940556692262</c:v>
                </c:pt>
                <c:pt idx="530">
                  <c:v>139.71582777141097</c:v>
                </c:pt>
                <c:pt idx="531">
                  <c:v>140.14276528419765</c:v>
                </c:pt>
                <c:pt idx="532">
                  <c:v>139.60586427979044</c:v>
                </c:pt>
                <c:pt idx="533">
                  <c:v>140.60971913882935</c:v>
                </c:pt>
                <c:pt idx="534">
                  <c:v>141.65252986038379</c:v>
                </c:pt>
                <c:pt idx="535">
                  <c:v>141.62470299639551</c:v>
                </c:pt>
                <c:pt idx="536">
                  <c:v>137.5994597564374</c:v>
                </c:pt>
                <c:pt idx="537">
                  <c:v>133.60247578623873</c:v>
                </c:pt>
                <c:pt idx="538">
                  <c:v>129.73384988882674</c:v>
                </c:pt>
                <c:pt idx="539">
                  <c:v>126.92639721359716</c:v>
                </c:pt>
                <c:pt idx="540">
                  <c:v>131.34405137831965</c:v>
                </c:pt>
                <c:pt idx="541">
                  <c:v>133.46462046226759</c:v>
                </c:pt>
                <c:pt idx="542">
                  <c:v>130.71677079910685</c:v>
                </c:pt>
                <c:pt idx="543">
                  <c:v>130.55208166927616</c:v>
                </c:pt>
                <c:pt idx="544">
                  <c:v>132.1238021194273</c:v>
                </c:pt>
                <c:pt idx="545">
                  <c:v>133.84662944578187</c:v>
                </c:pt>
                <c:pt idx="546">
                  <c:v>134.84924213826415</c:v>
                </c:pt>
                <c:pt idx="547">
                  <c:v>135.53004839171308</c:v>
                </c:pt>
                <c:pt idx="548">
                  <c:v>134.54399872768528</c:v>
                </c:pt>
                <c:pt idx="549">
                  <c:v>134.87141629067162</c:v>
                </c:pt>
                <c:pt idx="550">
                  <c:v>135.3661552686342</c:v>
                </c:pt>
                <c:pt idx="551">
                  <c:v>136.2367288688996</c:v>
                </c:pt>
                <c:pt idx="552">
                  <c:v>134.95868751538302</c:v>
                </c:pt>
                <c:pt idx="553">
                  <c:v>135.21274398285141</c:v>
                </c:pt>
                <c:pt idx="554">
                  <c:v>136.5766044407481</c:v>
                </c:pt>
                <c:pt idx="555">
                  <c:v>136.81289614393276</c:v>
                </c:pt>
                <c:pt idx="556">
                  <c:v>136.82917879657913</c:v>
                </c:pt>
                <c:pt idx="557">
                  <c:v>136.95769653612427</c:v>
                </c:pt>
                <c:pt idx="558">
                  <c:v>137.02263432950505</c:v>
                </c:pt>
                <c:pt idx="559">
                  <c:v>136.8937714058288</c:v>
                </c:pt>
                <c:pt idx="560">
                  <c:v>136.32490422112218</c:v>
                </c:pt>
                <c:pt idx="561">
                  <c:v>132.44524669279897</c:v>
                </c:pt>
                <c:pt idx="562">
                  <c:v>132.889455386772</c:v>
                </c:pt>
                <c:pt idx="563">
                  <c:v>134.40395253280974</c:v>
                </c:pt>
                <c:pt idx="564">
                  <c:v>134.0808475454163</c:v>
                </c:pt>
                <c:pt idx="565">
                  <c:v>135.5544246786973</c:v>
                </c:pt>
                <c:pt idx="566">
                  <c:v>135.12619784531697</c:v>
                </c:pt>
                <c:pt idx="567">
                  <c:v>137.41812437414561</c:v>
                </c:pt>
                <c:pt idx="568">
                  <c:v>138.22812453555869</c:v>
                </c:pt>
                <c:pt idx="569">
                  <c:v>139.6687416911183</c:v>
                </c:pt>
                <c:pt idx="570">
                  <c:v>138.5894343314711</c:v>
                </c:pt>
                <c:pt idx="571">
                  <c:v>140.21922312582353</c:v>
                </c:pt>
                <c:pt idx="572">
                  <c:v>139.67882757577121</c:v>
                </c:pt>
                <c:pt idx="573">
                  <c:v>140.64711631211969</c:v>
                </c:pt>
                <c:pt idx="574">
                  <c:v>139.89141326806285</c:v>
                </c:pt>
                <c:pt idx="575">
                  <c:v>141.93609654205372</c:v>
                </c:pt>
                <c:pt idx="576">
                  <c:v>142.11457005716451</c:v>
                </c:pt>
                <c:pt idx="577">
                  <c:v>143.12192392699123</c:v>
                </c:pt>
                <c:pt idx="578">
                  <c:v>143.5757257508694</c:v>
                </c:pt>
                <c:pt idx="579">
                  <c:v>143.93977522592397</c:v>
                </c:pt>
                <c:pt idx="580">
                  <c:v>144.48999576428125</c:v>
                </c:pt>
                <c:pt idx="581">
                  <c:v>143.57230124683716</c:v>
                </c:pt>
                <c:pt idx="582">
                  <c:v>144.42350642388348</c:v>
                </c:pt>
                <c:pt idx="583">
                  <c:v>144.53663989103023</c:v>
                </c:pt>
                <c:pt idx="584">
                  <c:v>144.0235101434491</c:v>
                </c:pt>
                <c:pt idx="585">
                  <c:v>143.50684338812539</c:v>
                </c:pt>
                <c:pt idx="586">
                  <c:v>142.98528636892965</c:v>
                </c:pt>
                <c:pt idx="587">
                  <c:v>142.92404005093141</c:v>
                </c:pt>
                <c:pt idx="588">
                  <c:v>145.03212787589368</c:v>
                </c:pt>
                <c:pt idx="589">
                  <c:v>142.54564117440418</c:v>
                </c:pt>
                <c:pt idx="590">
                  <c:v>139.98063676852527</c:v>
                </c:pt>
                <c:pt idx="591">
                  <c:v>133.10844092074842</c:v>
                </c:pt>
                <c:pt idx="592">
                  <c:v>132.58960244657368</c:v>
                </c:pt>
                <c:pt idx="593">
                  <c:v>136.64183396863919</c:v>
                </c:pt>
                <c:pt idx="594">
                  <c:v>138.45163442038836</c:v>
                </c:pt>
                <c:pt idx="595">
                  <c:v>139.55770989375677</c:v>
                </c:pt>
                <c:pt idx="596">
                  <c:v>139.26804172098574</c:v>
                </c:pt>
                <c:pt idx="597">
                  <c:v>137.37757885250642</c:v>
                </c:pt>
                <c:pt idx="598">
                  <c:v>136.41649420902877</c:v>
                </c:pt>
                <c:pt idx="599">
                  <c:v>138.26637192715179</c:v>
                </c:pt>
                <c:pt idx="600">
                  <c:v>141.65932488269414</c:v>
                </c:pt>
                <c:pt idx="601">
                  <c:v>142.14956785703308</c:v>
                </c:pt>
                <c:pt idx="602">
                  <c:v>143.70598661033333</c:v>
                </c:pt>
                <c:pt idx="603">
                  <c:v>145.34461995611818</c:v>
                </c:pt>
                <c:pt idx="604">
                  <c:v>144.51606747848771</c:v>
                </c:pt>
                <c:pt idx="605">
                  <c:v>145.80253249704319</c:v>
                </c:pt>
                <c:pt idx="606">
                  <c:v>147.08434707685305</c:v>
                </c:pt>
                <c:pt idx="607">
                  <c:v>146.42727585860416</c:v>
                </c:pt>
                <c:pt idx="608">
                  <c:v>147.16820690714331</c:v>
                </c:pt>
                <c:pt idx="609">
                  <c:v>148.57063243588561</c:v>
                </c:pt>
                <c:pt idx="610">
                  <c:v>147.22552207601959</c:v>
                </c:pt>
                <c:pt idx="611">
                  <c:v>147.55346418715229</c:v>
                </c:pt>
                <c:pt idx="612">
                  <c:v>147.01696847062868</c:v>
                </c:pt>
                <c:pt idx="613">
                  <c:v>148.90854976397114</c:v>
                </c:pt>
                <c:pt idx="614">
                  <c:v>148.91174612187424</c:v>
                </c:pt>
                <c:pt idx="615">
                  <c:v>147.80347449085022</c:v>
                </c:pt>
                <c:pt idx="616">
                  <c:v>146.42856017132706</c:v>
                </c:pt>
                <c:pt idx="617">
                  <c:v>140.87788361188424</c:v>
                </c:pt>
                <c:pt idx="618">
                  <c:v>137.84896010498704</c:v>
                </c:pt>
                <c:pt idx="619">
                  <c:v>137.80967523981201</c:v>
                </c:pt>
                <c:pt idx="620">
                  <c:v>133.87241578966149</c:v>
                </c:pt>
                <c:pt idx="621">
                  <c:v>135.0560747209658</c:v>
                </c:pt>
                <c:pt idx="622">
                  <c:v>137.78233737854549</c:v>
                </c:pt>
                <c:pt idx="623">
                  <c:v>138.20576326549252</c:v>
                </c:pt>
                <c:pt idx="624">
                  <c:v>139.83316866722868</c:v>
                </c:pt>
                <c:pt idx="625">
                  <c:v>141.45377017866736</c:v>
                </c:pt>
                <c:pt idx="626">
                  <c:v>143.23391405583314</c:v>
                </c:pt>
                <c:pt idx="627">
                  <c:v>143.69351049891628</c:v>
                </c:pt>
                <c:pt idx="628">
                  <c:v>144.7730639491227</c:v>
                </c:pt>
                <c:pt idx="629">
                  <c:v>142.75069637886085</c:v>
                </c:pt>
                <c:pt idx="630">
                  <c:v>146.07721370380821</c:v>
                </c:pt>
                <c:pt idx="631">
                  <c:v>146.84684156349471</c:v>
                </c:pt>
                <c:pt idx="632">
                  <c:v>147.51750281611905</c:v>
                </c:pt>
                <c:pt idx="633">
                  <c:v>147.42590947511519</c:v>
                </c:pt>
                <c:pt idx="634">
                  <c:v>147.2197142877761</c:v>
                </c:pt>
                <c:pt idx="635">
                  <c:v>147.5623492131397</c:v>
                </c:pt>
                <c:pt idx="636">
                  <c:v>149.53686518396739</c:v>
                </c:pt>
                <c:pt idx="637">
                  <c:v>151.40633258331673</c:v>
                </c:pt>
                <c:pt idx="638">
                  <c:v>153.07978367240835</c:v>
                </c:pt>
                <c:pt idx="639">
                  <c:v>152.70371507372656</c:v>
                </c:pt>
                <c:pt idx="640">
                  <c:v>155.55867597817567</c:v>
                </c:pt>
                <c:pt idx="641">
                  <c:v>159.21649638821984</c:v>
                </c:pt>
                <c:pt idx="642">
                  <c:v>159.91020654837988</c:v>
                </c:pt>
                <c:pt idx="643">
                  <c:v>159.7619161614528</c:v>
                </c:pt>
                <c:pt idx="644">
                  <c:v>156.7977278585378</c:v>
                </c:pt>
                <c:pt idx="645">
                  <c:v>154.51041602640566</c:v>
                </c:pt>
                <c:pt idx="646">
                  <c:v>156.17115279874341</c:v>
                </c:pt>
                <c:pt idx="647">
                  <c:v>156.30670004242515</c:v>
                </c:pt>
                <c:pt idx="648">
                  <c:v>154.26919753848856</c:v>
                </c:pt>
                <c:pt idx="649">
                  <c:v>153.07797647952066</c:v>
                </c:pt>
                <c:pt idx="650">
                  <c:v>150.53734891222717</c:v>
                </c:pt>
                <c:pt idx="651">
                  <c:v>151.90352299657141</c:v>
                </c:pt>
                <c:pt idx="652">
                  <c:v>154.35234538519387</c:v>
                </c:pt>
                <c:pt idx="653">
                  <c:v>154.67875812060038</c:v>
                </c:pt>
                <c:pt idx="654">
                  <c:v>155.0621012159686</c:v>
                </c:pt>
                <c:pt idx="655">
                  <c:v>156.57249129700443</c:v>
                </c:pt>
                <c:pt idx="656">
                  <c:v>157.90561617532452</c:v>
                </c:pt>
                <c:pt idx="657">
                  <c:v>158.50157984169869</c:v>
                </c:pt>
                <c:pt idx="658">
                  <c:v>159.59246642276776</c:v>
                </c:pt>
                <c:pt idx="659">
                  <c:v>161.18690452412875</c:v>
                </c:pt>
                <c:pt idx="660">
                  <c:v>160.49842119647718</c:v>
                </c:pt>
                <c:pt idx="661">
                  <c:v>160.53702195544076</c:v>
                </c:pt>
                <c:pt idx="662">
                  <c:v>158.04211951436312</c:v>
                </c:pt>
                <c:pt idx="663">
                  <c:v>157.00659798160174</c:v>
                </c:pt>
                <c:pt idx="664">
                  <c:v>156.62418492721736</c:v>
                </c:pt>
                <c:pt idx="665">
                  <c:v>155.68032278512615</c:v>
                </c:pt>
                <c:pt idx="666">
                  <c:v>157.69212914425049</c:v>
                </c:pt>
                <c:pt idx="667">
                  <c:v>159.06030672636334</c:v>
                </c:pt>
                <c:pt idx="668">
                  <c:v>158.2107832494319</c:v>
                </c:pt>
                <c:pt idx="669">
                  <c:v>156.33028293873173</c:v>
                </c:pt>
                <c:pt idx="670">
                  <c:v>156.25172361725106</c:v>
                </c:pt>
                <c:pt idx="671">
                  <c:v>158.41264381386495</c:v>
                </c:pt>
                <c:pt idx="672">
                  <c:v>158.72428113588779</c:v>
                </c:pt>
                <c:pt idx="673">
                  <c:v>160.77565280821912</c:v>
                </c:pt>
                <c:pt idx="674">
                  <c:v>161.56209678187207</c:v>
                </c:pt>
                <c:pt idx="675">
                  <c:v>163.93141067939348</c:v>
                </c:pt>
                <c:pt idx="676">
                  <c:v>165.52216139222853</c:v>
                </c:pt>
                <c:pt idx="677">
                  <c:v>166.90088190796095</c:v>
                </c:pt>
                <c:pt idx="678">
                  <c:v>165.99436739953089</c:v>
                </c:pt>
                <c:pt idx="679">
                  <c:v>166.77086137092871</c:v>
                </c:pt>
                <c:pt idx="680">
                  <c:v>168.88069342904765</c:v>
                </c:pt>
                <c:pt idx="681">
                  <c:v>170.46210722999709</c:v>
                </c:pt>
                <c:pt idx="682">
                  <c:v>169.84614170945386</c:v>
                </c:pt>
                <c:pt idx="683">
                  <c:v>172.5518888219683</c:v>
                </c:pt>
                <c:pt idx="684">
                  <c:v>174.36692674262477</c:v>
                </c:pt>
                <c:pt idx="685">
                  <c:v>176.0544153768399</c:v>
                </c:pt>
                <c:pt idx="686">
                  <c:v>178.70432660650988</c:v>
                </c:pt>
                <c:pt idx="687">
                  <c:v>178.25846227737429</c:v>
                </c:pt>
                <c:pt idx="688">
                  <c:v>177.26511322015142</c:v>
                </c:pt>
                <c:pt idx="689">
                  <c:v>178.18958005202981</c:v>
                </c:pt>
                <c:pt idx="690">
                  <c:v>178.65382277611999</c:v>
                </c:pt>
                <c:pt idx="691">
                  <c:v>179.04910147262697</c:v>
                </c:pt>
                <c:pt idx="692">
                  <c:v>173.96692386410797</c:v>
                </c:pt>
                <c:pt idx="693">
                  <c:v>175.08966297943508</c:v>
                </c:pt>
                <c:pt idx="694">
                  <c:v>171.09795721255358</c:v>
                </c:pt>
                <c:pt idx="695">
                  <c:v>173.07784158312774</c:v>
                </c:pt>
                <c:pt idx="696">
                  <c:v>173.94482083088997</c:v>
                </c:pt>
                <c:pt idx="697">
                  <c:v>174.78780809583679</c:v>
                </c:pt>
                <c:pt idx="698">
                  <c:v>173.72619445997248</c:v>
                </c:pt>
                <c:pt idx="699">
                  <c:v>172.61727678171695</c:v>
                </c:pt>
                <c:pt idx="700">
                  <c:v>169.59333802153162</c:v>
                </c:pt>
                <c:pt idx="701">
                  <c:v>166.17727179549053</c:v>
                </c:pt>
                <c:pt idx="702">
                  <c:v>164.36412479072402</c:v>
                </c:pt>
                <c:pt idx="703">
                  <c:v>163.93345970305444</c:v>
                </c:pt>
                <c:pt idx="704">
                  <c:v>154.15461660164559</c:v>
                </c:pt>
                <c:pt idx="705">
                  <c:v>149.32036858294268</c:v>
                </c:pt>
                <c:pt idx="706">
                  <c:v>153.06920759717897</c:v>
                </c:pt>
                <c:pt idx="707">
                  <c:v>156.67850461468291</c:v>
                </c:pt>
                <c:pt idx="708">
                  <c:v>156.44945968173579</c:v>
                </c:pt>
                <c:pt idx="709">
                  <c:v>159.45161510390156</c:v>
                </c:pt>
                <c:pt idx="710">
                  <c:v>158.75019629975199</c:v>
                </c:pt>
                <c:pt idx="711">
                  <c:v>156.82771483099887</c:v>
                </c:pt>
                <c:pt idx="712">
                  <c:v>155.24801081649633</c:v>
                </c:pt>
                <c:pt idx="713">
                  <c:v>153.03733427934307</c:v>
                </c:pt>
                <c:pt idx="714">
                  <c:v>151.79799968069599</c:v>
                </c:pt>
                <c:pt idx="715">
                  <c:v>149.42416732860758</c:v>
                </c:pt>
                <c:pt idx="716">
                  <c:v>152.80308999366977</c:v>
                </c:pt>
                <c:pt idx="717">
                  <c:v>154.12215244061466</c:v>
                </c:pt>
                <c:pt idx="718">
                  <c:v>153.19741277156476</c:v>
                </c:pt>
                <c:pt idx="719">
                  <c:v>152.39396194780036</c:v>
                </c:pt>
                <c:pt idx="720">
                  <c:v>151.80463845247345</c:v>
                </c:pt>
                <c:pt idx="721">
                  <c:v>150.5812337540269</c:v>
                </c:pt>
                <c:pt idx="722">
                  <c:v>148.59483205557424</c:v>
                </c:pt>
                <c:pt idx="723">
                  <c:v>145.36398639136638</c:v>
                </c:pt>
                <c:pt idx="724">
                  <c:v>146.01966287483356</c:v>
                </c:pt>
                <c:pt idx="725">
                  <c:v>145.29276857460789</c:v>
                </c:pt>
                <c:pt idx="726">
                  <c:v>149.10727115490653</c:v>
                </c:pt>
                <c:pt idx="727">
                  <c:v>148.97023903315852</c:v>
                </c:pt>
                <c:pt idx="728">
                  <c:v>150.34451682522862</c:v>
                </c:pt>
                <c:pt idx="729">
                  <c:v>148.46084544377794</c:v>
                </c:pt>
                <c:pt idx="730">
                  <c:v>144.84050848976301</c:v>
                </c:pt>
                <c:pt idx="731">
                  <c:v>144.85300196425294</c:v>
                </c:pt>
                <c:pt idx="732">
                  <c:v>145.05877200236827</c:v>
                </c:pt>
                <c:pt idx="733">
                  <c:v>143.2759191931691</c:v>
                </c:pt>
                <c:pt idx="734">
                  <c:v>140.01815013661613</c:v>
                </c:pt>
                <c:pt idx="735">
                  <c:v>141.47169704008547</c:v>
                </c:pt>
                <c:pt idx="736">
                  <c:v>144.17152276971689</c:v>
                </c:pt>
                <c:pt idx="737">
                  <c:v>142.22737128984372</c:v>
                </c:pt>
                <c:pt idx="738">
                  <c:v>147.18244871578557</c:v>
                </c:pt>
                <c:pt idx="739">
                  <c:v>145.09908114671634</c:v>
                </c:pt>
                <c:pt idx="740">
                  <c:v>148.33802706427412</c:v>
                </c:pt>
                <c:pt idx="741">
                  <c:v>149.89450615888754</c:v>
                </c:pt>
                <c:pt idx="742">
                  <c:v>150.22874092638099</c:v>
                </c:pt>
                <c:pt idx="743">
                  <c:v>148.39188665988559</c:v>
                </c:pt>
                <c:pt idx="744">
                  <c:v>149.33828843633404</c:v>
                </c:pt>
                <c:pt idx="745">
                  <c:v>149.68484112796654</c:v>
                </c:pt>
                <c:pt idx="746">
                  <c:v>149.82387255317076</c:v>
                </c:pt>
                <c:pt idx="747">
                  <c:v>148.95883748317104</c:v>
                </c:pt>
                <c:pt idx="748">
                  <c:v>150.07371009037578</c:v>
                </c:pt>
                <c:pt idx="749">
                  <c:v>149.65615358465155</c:v>
                </c:pt>
                <c:pt idx="750">
                  <c:v>149.47539431200352</c:v>
                </c:pt>
                <c:pt idx="751">
                  <c:v>148.55281832321873</c:v>
                </c:pt>
                <c:pt idx="752">
                  <c:v>146.62069240138845</c:v>
                </c:pt>
                <c:pt idx="753">
                  <c:v>146.35638703306969</c:v>
                </c:pt>
                <c:pt idx="754">
                  <c:v>147.19089516261423</c:v>
                </c:pt>
                <c:pt idx="755">
                  <c:v>149.16033052472872</c:v>
                </c:pt>
                <c:pt idx="756">
                  <c:v>147.66564599007066</c:v>
                </c:pt>
                <c:pt idx="757">
                  <c:v>146.41378518535723</c:v>
                </c:pt>
                <c:pt idx="758">
                  <c:v>145.56573653682855</c:v>
                </c:pt>
                <c:pt idx="759">
                  <c:v>145.88296429636827</c:v>
                </c:pt>
                <c:pt idx="760">
                  <c:v>146.83373667422984</c:v>
                </c:pt>
                <c:pt idx="761">
                  <c:v>145.7910423146273</c:v>
                </c:pt>
                <c:pt idx="762">
                  <c:v>143.18229957410551</c:v>
                </c:pt>
                <c:pt idx="763">
                  <c:v>143.05395489146608</c:v>
                </c:pt>
                <c:pt idx="764">
                  <c:v>138.97807968415913</c:v>
                </c:pt>
                <c:pt idx="765">
                  <c:v>138.69925528216089</c:v>
                </c:pt>
                <c:pt idx="766">
                  <c:v>140.2806862955876</c:v>
                </c:pt>
                <c:pt idx="767">
                  <c:v>136.52211724247923</c:v>
                </c:pt>
                <c:pt idx="768">
                  <c:v>132.91511155503068</c:v>
                </c:pt>
                <c:pt idx="769">
                  <c:v>135.01652433518149</c:v>
                </c:pt>
                <c:pt idx="770">
                  <c:v>134.00006950781543</c:v>
                </c:pt>
                <c:pt idx="771">
                  <c:v>133.639617102107</c:v>
                </c:pt>
                <c:pt idx="772">
                  <c:v>135.91921961993111</c:v>
                </c:pt>
                <c:pt idx="773">
                  <c:v>138.27252058794912</c:v>
                </c:pt>
                <c:pt idx="774">
                  <c:v>138.81845989204109</c:v>
                </c:pt>
                <c:pt idx="775">
                  <c:v>138.81469480024688</c:v>
                </c:pt>
                <c:pt idx="776">
                  <c:v>137.81294705195913</c:v>
                </c:pt>
                <c:pt idx="777">
                  <c:v>136.07806767964763</c:v>
                </c:pt>
                <c:pt idx="778">
                  <c:v>132.56653453989563</c:v>
                </c:pt>
                <c:pt idx="779">
                  <c:v>129.05341336781248</c:v>
                </c:pt>
                <c:pt idx="780">
                  <c:v>131.55835052445292</c:v>
                </c:pt>
                <c:pt idx="781">
                  <c:v>134.44950949676797</c:v>
                </c:pt>
                <c:pt idx="782">
                  <c:v>134.65294367103792</c:v>
                </c:pt>
                <c:pt idx="783">
                  <c:v>135.30238419183348</c:v>
                </c:pt>
                <c:pt idx="784">
                  <c:v>135.99133232204167</c:v>
                </c:pt>
                <c:pt idx="785">
                  <c:v>135.36433117557434</c:v>
                </c:pt>
                <c:pt idx="786">
                  <c:v>135.24315131080331</c:v>
                </c:pt>
                <c:pt idx="787">
                  <c:v>133.25497521548942</c:v>
                </c:pt>
                <c:pt idx="788">
                  <c:v>132.06204790729319</c:v>
                </c:pt>
                <c:pt idx="789">
                  <c:v>129.86635300702636</c:v>
                </c:pt>
                <c:pt idx="790">
                  <c:v>130.7119013085202</c:v>
                </c:pt>
                <c:pt idx="791">
                  <c:v>129.09824681446517</c:v>
                </c:pt>
                <c:pt idx="792">
                  <c:v>130.22332702477019</c:v>
                </c:pt>
                <c:pt idx="793">
                  <c:v>128.69963808996982</c:v>
                </c:pt>
                <c:pt idx="794">
                  <c:v>127.46031099629982</c:v>
                </c:pt>
                <c:pt idx="795">
                  <c:v>123.92128688495352</c:v>
                </c:pt>
                <c:pt idx="796">
                  <c:v>120.75622388167933</c:v>
                </c:pt>
                <c:pt idx="797">
                  <c:v>124.26986144293245</c:v>
                </c:pt>
                <c:pt idx="798">
                  <c:v>123.36213107967924</c:v>
                </c:pt>
                <c:pt idx="799">
                  <c:v>124.10353572414286</c:v>
                </c:pt>
                <c:pt idx="800">
                  <c:v>124.64969152511534</c:v>
                </c:pt>
                <c:pt idx="801">
                  <c:v>123.66836795899282</c:v>
                </c:pt>
                <c:pt idx="802">
                  <c:v>124.50614416865832</c:v>
                </c:pt>
                <c:pt idx="803">
                  <c:v>127.01597133617662</c:v>
                </c:pt>
                <c:pt idx="804">
                  <c:v>128.51121528656674</c:v>
                </c:pt>
                <c:pt idx="805">
                  <c:v>127.80045568207244</c:v>
                </c:pt>
                <c:pt idx="806">
                  <c:v>127.9402574362998</c:v>
                </c:pt>
                <c:pt idx="807">
                  <c:v>125.06568451756429</c:v>
                </c:pt>
                <c:pt idx="808">
                  <c:v>120.89370699461803</c:v>
                </c:pt>
                <c:pt idx="809">
                  <c:v>123.3784128926151</c:v>
                </c:pt>
                <c:pt idx="810">
                  <c:v>121.53027213259965</c:v>
                </c:pt>
                <c:pt idx="811">
                  <c:v>120.33307193022195</c:v>
                </c:pt>
                <c:pt idx="812">
                  <c:v>121.24612333982424</c:v>
                </c:pt>
                <c:pt idx="813">
                  <c:v>122.38368218961638</c:v>
                </c:pt>
                <c:pt idx="814">
                  <c:v>124.59730022564706</c:v>
                </c:pt>
                <c:pt idx="815">
                  <c:v>125.53233253023755</c:v>
                </c:pt>
                <c:pt idx="816">
                  <c:v>126.47851360515011</c:v>
                </c:pt>
                <c:pt idx="817">
                  <c:v>127.9272661499553</c:v>
                </c:pt>
                <c:pt idx="818">
                  <c:v>128.44042843492727</c:v>
                </c:pt>
                <c:pt idx="819">
                  <c:v>129.1964835163399</c:v>
                </c:pt>
                <c:pt idx="820">
                  <c:v>129.24167091639629</c:v>
                </c:pt>
                <c:pt idx="821">
                  <c:v>129.84058299773196</c:v>
                </c:pt>
                <c:pt idx="822">
                  <c:v>130.84814139008091</c:v>
                </c:pt>
                <c:pt idx="823">
                  <c:v>131.32774726315941</c:v>
                </c:pt>
                <c:pt idx="824">
                  <c:v>129.98457839592032</c:v>
                </c:pt>
                <c:pt idx="825">
                  <c:v>130.67148279880254</c:v>
                </c:pt>
                <c:pt idx="826">
                  <c:v>131.90009782285094</c:v>
                </c:pt>
                <c:pt idx="827">
                  <c:v>129.77846875874775</c:v>
                </c:pt>
                <c:pt idx="828">
                  <c:v>127.55870019438841</c:v>
                </c:pt>
                <c:pt idx="829">
                  <c:v>128.05774744950838</c:v>
                </c:pt>
                <c:pt idx="830">
                  <c:v>125.93542344727706</c:v>
                </c:pt>
                <c:pt idx="831">
                  <c:v>127.17291864767718</c:v>
                </c:pt>
                <c:pt idx="832">
                  <c:v>128.48907667182823</c:v>
                </c:pt>
                <c:pt idx="833">
                  <c:v>129.30093519744784</c:v>
                </c:pt>
                <c:pt idx="834">
                  <c:v>128.0039864052095</c:v>
                </c:pt>
                <c:pt idx="835">
                  <c:v>127.50371917004442</c:v>
                </c:pt>
                <c:pt idx="836">
                  <c:v>128.07341930717539</c:v>
                </c:pt>
                <c:pt idx="837">
                  <c:v>128.37518169995431</c:v>
                </c:pt>
                <c:pt idx="838">
                  <c:v>128.08809750118471</c:v>
                </c:pt>
                <c:pt idx="839">
                  <c:v>123.02492416578809</c:v>
                </c:pt>
                <c:pt idx="840">
                  <c:v>123.51497052414209</c:v>
                </c:pt>
                <c:pt idx="841">
                  <c:v>124.17682874844603</c:v>
                </c:pt>
                <c:pt idx="842">
                  <c:v>121.51018675076283</c:v>
                </c:pt>
                <c:pt idx="843">
                  <c:v>120.05935839070153</c:v>
                </c:pt>
                <c:pt idx="844">
                  <c:v>118.82232463774847</c:v>
                </c:pt>
                <c:pt idx="845">
                  <c:v>122.1491668480525</c:v>
                </c:pt>
                <c:pt idx="846">
                  <c:v>121.11109137779486</c:v>
                </c:pt>
                <c:pt idx="847">
                  <c:v>118.87335476949417</c:v>
                </c:pt>
                <c:pt idx="848">
                  <c:v>117.07990448739828</c:v>
                </c:pt>
                <c:pt idx="849">
                  <c:v>114.05543825022303</c:v>
                </c:pt>
                <c:pt idx="850">
                  <c:v>109.79487263082146</c:v>
                </c:pt>
                <c:pt idx="851">
                  <c:v>108.30684097250641</c:v>
                </c:pt>
                <c:pt idx="852">
                  <c:v>108.54008140312941</c:v>
                </c:pt>
                <c:pt idx="853">
                  <c:v>100.66203203173579</c:v>
                </c:pt>
                <c:pt idx="854">
                  <c:v>100.56543899247141</c:v>
                </c:pt>
                <c:pt idx="855">
                  <c:v>100.72039709377771</c:v>
                </c:pt>
                <c:pt idx="856">
                  <c:v>97.546391385821394</c:v>
                </c:pt>
                <c:pt idx="857">
                  <c:v>92.889979713417318</c:v>
                </c:pt>
                <c:pt idx="858">
                  <c:v>92.231071749669283</c:v>
                </c:pt>
                <c:pt idx="859">
                  <c:v>95.920399635825689</c:v>
                </c:pt>
                <c:pt idx="860">
                  <c:v>93.576173261479155</c:v>
                </c:pt>
                <c:pt idx="861">
                  <c:v>96.927591414139286</c:v>
                </c:pt>
                <c:pt idx="862">
                  <c:v>98.089477124564795</c:v>
                </c:pt>
                <c:pt idx="863">
                  <c:v>100.14270612511753</c:v>
                </c:pt>
                <c:pt idx="864">
                  <c:v>96.895252195583879</c:v>
                </c:pt>
                <c:pt idx="865">
                  <c:v>95.141055860958659</c:v>
                </c:pt>
                <c:pt idx="866">
                  <c:v>93.374853256885743</c:v>
                </c:pt>
                <c:pt idx="867">
                  <c:v>94.959444195576495</c:v>
                </c:pt>
                <c:pt idx="868">
                  <c:v>93.720701752727564</c:v>
                </c:pt>
                <c:pt idx="869">
                  <c:v>93.00715980167999</c:v>
                </c:pt>
                <c:pt idx="870">
                  <c:v>95.28317996567236</c:v>
                </c:pt>
                <c:pt idx="871">
                  <c:v>96.461840798122779</c:v>
                </c:pt>
                <c:pt idx="872">
                  <c:v>97.276977795468852</c:v>
                </c:pt>
                <c:pt idx="873">
                  <c:v>99.098074342543001</c:v>
                </c:pt>
                <c:pt idx="874">
                  <c:v>101.03338653253475</c:v>
                </c:pt>
                <c:pt idx="875">
                  <c:v>100.61420468295175</c:v>
                </c:pt>
                <c:pt idx="876">
                  <c:v>101.73608478813416</c:v>
                </c:pt>
                <c:pt idx="877">
                  <c:v>103.24471912967721</c:v>
                </c:pt>
                <c:pt idx="878">
                  <c:v>101.84909739930799</c:v>
                </c:pt>
                <c:pt idx="879">
                  <c:v>102.64019671134979</c:v>
                </c:pt>
                <c:pt idx="880">
                  <c:v>103.11268534176521</c:v>
                </c:pt>
                <c:pt idx="881">
                  <c:v>103.15004213122143</c:v>
                </c:pt>
                <c:pt idx="882">
                  <c:v>103.30030282566568</c:v>
                </c:pt>
                <c:pt idx="883">
                  <c:v>103.70112528362466</c:v>
                </c:pt>
                <c:pt idx="884">
                  <c:v>103.14807786045385</c:v>
                </c:pt>
                <c:pt idx="885">
                  <c:v>103.64160535138683</c:v>
                </c:pt>
                <c:pt idx="886">
                  <c:v>103.75003412944308</c:v>
                </c:pt>
                <c:pt idx="887">
                  <c:v>104.79853030325599</c:v>
                </c:pt>
                <c:pt idx="888">
                  <c:v>105.95029265868506</c:v>
                </c:pt>
                <c:pt idx="889">
                  <c:v>106.28150310479189</c:v>
                </c:pt>
                <c:pt idx="890">
                  <c:v>105.85971079358985</c:v>
                </c:pt>
                <c:pt idx="891">
                  <c:v>103.9744823736345</c:v>
                </c:pt>
                <c:pt idx="892">
                  <c:v>101.1690420482598</c:v>
                </c:pt>
                <c:pt idx="893">
                  <c:v>101.90177998510572</c:v>
                </c:pt>
                <c:pt idx="894">
                  <c:v>99.584717026338993</c:v>
                </c:pt>
                <c:pt idx="895">
                  <c:v>102.41447435751579</c:v>
                </c:pt>
                <c:pt idx="896">
                  <c:v>104.20276189173686</c:v>
                </c:pt>
                <c:pt idx="897">
                  <c:v>103.95442669699493</c:v>
                </c:pt>
                <c:pt idx="898">
                  <c:v>104.33384607597644</c:v>
                </c:pt>
                <c:pt idx="899">
                  <c:v>105.80416641874467</c:v>
                </c:pt>
                <c:pt idx="900">
                  <c:v>108.80946486548903</c:v>
                </c:pt>
                <c:pt idx="901">
                  <c:v>108.13423406631276</c:v>
                </c:pt>
                <c:pt idx="902">
                  <c:v>106.98658399674073</c:v>
                </c:pt>
                <c:pt idx="903">
                  <c:v>107.11805021296983</c:v>
                </c:pt>
                <c:pt idx="904">
                  <c:v>106.8460781403291</c:v>
                </c:pt>
                <c:pt idx="905">
                  <c:v>108.57766815658614</c:v>
                </c:pt>
                <c:pt idx="906">
                  <c:v>109.41663962248973</c:v>
                </c:pt>
                <c:pt idx="907">
                  <c:v>109.88150955506322</c:v>
                </c:pt>
                <c:pt idx="908">
                  <c:v>109.33873493163229</c:v>
                </c:pt>
                <c:pt idx="909">
                  <c:v>107.27840874641268</c:v>
                </c:pt>
                <c:pt idx="910">
                  <c:v>108.44634641252757</c:v>
                </c:pt>
                <c:pt idx="911">
                  <c:v>109.14503136358667</c:v>
                </c:pt>
                <c:pt idx="912">
                  <c:v>108.57415833530929</c:v>
                </c:pt>
                <c:pt idx="913">
                  <c:v>107.68788439453208</c:v>
                </c:pt>
                <c:pt idx="914">
                  <c:v>108.00793452279682</c:v>
                </c:pt>
                <c:pt idx="915">
                  <c:v>107.75749804344116</c:v>
                </c:pt>
                <c:pt idx="916">
                  <c:v>106.91173194450585</c:v>
                </c:pt>
                <c:pt idx="917">
                  <c:v>107.80340693461278</c:v>
                </c:pt>
                <c:pt idx="918">
                  <c:v>107.66510361130032</c:v>
                </c:pt>
                <c:pt idx="919">
                  <c:v>107.17804751219128</c:v>
                </c:pt>
                <c:pt idx="920">
                  <c:v>106.32628117352915</c:v>
                </c:pt>
                <c:pt idx="921">
                  <c:v>105.35083366998307</c:v>
                </c:pt>
                <c:pt idx="922">
                  <c:v>104.76863825570979</c:v>
                </c:pt>
                <c:pt idx="923">
                  <c:v>104.73308836774538</c:v>
                </c:pt>
                <c:pt idx="924">
                  <c:v>104.23126743068765</c:v>
                </c:pt>
                <c:pt idx="925">
                  <c:v>102.82317898315726</c:v>
                </c:pt>
                <c:pt idx="926">
                  <c:v>100.97341676972687</c:v>
                </c:pt>
                <c:pt idx="927">
                  <c:v>101.20674502265601</c:v>
                </c:pt>
                <c:pt idx="928">
                  <c:v>101.58406589140893</c:v>
                </c:pt>
                <c:pt idx="929">
                  <c:v>102.50646322057757</c:v>
                </c:pt>
                <c:pt idx="930">
                  <c:v>102.49563682927855</c:v>
                </c:pt>
                <c:pt idx="931">
                  <c:v>100.13528017493442</c:v>
                </c:pt>
                <c:pt idx="932">
                  <c:v>98.62089503811346</c:v>
                </c:pt>
                <c:pt idx="933">
                  <c:v>99.32226619921245</c:v>
                </c:pt>
                <c:pt idx="934">
                  <c:v>100.17375826610754</c:v>
                </c:pt>
                <c:pt idx="935">
                  <c:v>98.777697948465118</c:v>
                </c:pt>
                <c:pt idx="936">
                  <c:v>97.182245393367779</c:v>
                </c:pt>
                <c:pt idx="937">
                  <c:v>97.169866824726824</c:v>
                </c:pt>
                <c:pt idx="938">
                  <c:v>96.861677846842511</c:v>
                </c:pt>
                <c:pt idx="939">
                  <c:v>96.966754122215463</c:v>
                </c:pt>
                <c:pt idx="940">
                  <c:v>95.433973040127526</c:v>
                </c:pt>
                <c:pt idx="941">
                  <c:v>94.497512703694099</c:v>
                </c:pt>
                <c:pt idx="942">
                  <c:v>94.742458734754081</c:v>
                </c:pt>
                <c:pt idx="943">
                  <c:v>95.84163796336594</c:v>
                </c:pt>
                <c:pt idx="944">
                  <c:v>97.253979573288973</c:v>
                </c:pt>
                <c:pt idx="945">
                  <c:v>98.007599122561246</c:v>
                </c:pt>
                <c:pt idx="946">
                  <c:v>98.993182704984463</c:v>
                </c:pt>
                <c:pt idx="947">
                  <c:v>98.15262636630564</c:v>
                </c:pt>
                <c:pt idx="948">
                  <c:v>98.961809338401039</c:v>
                </c:pt>
                <c:pt idx="949">
                  <c:v>101.95734403548924</c:v>
                </c:pt>
                <c:pt idx="950">
                  <c:v>106.28804802212166</c:v>
                </c:pt>
                <c:pt idx="951">
                  <c:v>107.33364402032713</c:v>
                </c:pt>
                <c:pt idx="952">
                  <c:v>107.80805960495442</c:v>
                </c:pt>
                <c:pt idx="953">
                  <c:v>107.54587154021132</c:v>
                </c:pt>
                <c:pt idx="954">
                  <c:v>110.37306041314531</c:v>
                </c:pt>
                <c:pt idx="955">
                  <c:v>112.34525837798539</c:v>
                </c:pt>
                <c:pt idx="956">
                  <c:v>111.94145566040238</c:v>
                </c:pt>
                <c:pt idx="957">
                  <c:v>112.11003464603299</c:v>
                </c:pt>
                <c:pt idx="958">
                  <c:v>113.26384815896306</c:v>
                </c:pt>
                <c:pt idx="959">
                  <c:v>114.43783035017509</c:v>
                </c:pt>
                <c:pt idx="960">
                  <c:v>113.63469892556074</c:v>
                </c:pt>
                <c:pt idx="961">
                  <c:v>113.10629995295888</c:v>
                </c:pt>
                <c:pt idx="962">
                  <c:v>110.76159893258372</c:v>
                </c:pt>
                <c:pt idx="963">
                  <c:v>112.27707873562727</c:v>
                </c:pt>
                <c:pt idx="964">
                  <c:v>113.58114330970506</c:v>
                </c:pt>
                <c:pt idx="965">
                  <c:v>114.48033427692907</c:v>
                </c:pt>
                <c:pt idx="966">
                  <c:v>114.52762686796346</c:v>
                </c:pt>
                <c:pt idx="967">
                  <c:v>115.64843585920039</c:v>
                </c:pt>
                <c:pt idx="968">
                  <c:v>115.30512434969476</c:v>
                </c:pt>
                <c:pt idx="969">
                  <c:v>114.16850937347691</c:v>
                </c:pt>
                <c:pt idx="970">
                  <c:v>114.7232375817325</c:v>
                </c:pt>
                <c:pt idx="971">
                  <c:v>113.58260531688641</c:v>
                </c:pt>
                <c:pt idx="972">
                  <c:v>113.63735330952558</c:v>
                </c:pt>
                <c:pt idx="973">
                  <c:v>114.64845011404462</c:v>
                </c:pt>
                <c:pt idx="974">
                  <c:v>115.43409198877842</c:v>
                </c:pt>
                <c:pt idx="975">
                  <c:v>116.32168061872062</c:v>
                </c:pt>
                <c:pt idx="976">
                  <c:v>115.73630929098387</c:v>
                </c:pt>
                <c:pt idx="977">
                  <c:v>114.23604114525034</c:v>
                </c:pt>
                <c:pt idx="978">
                  <c:v>111.70020294523816</c:v>
                </c:pt>
                <c:pt idx="979">
                  <c:v>110.97842281902321</c:v>
                </c:pt>
                <c:pt idx="980">
                  <c:v>111.5996440507656</c:v>
                </c:pt>
                <c:pt idx="981">
                  <c:v>111.5640091764794</c:v>
                </c:pt>
                <c:pt idx="982">
                  <c:v>111.12225476662476</c:v>
                </c:pt>
                <c:pt idx="983">
                  <c:v>109.9510851690049</c:v>
                </c:pt>
                <c:pt idx="984">
                  <c:v>110.41552664465846</c:v>
                </c:pt>
                <c:pt idx="985">
                  <c:v>109.65887605013383</c:v>
                </c:pt>
                <c:pt idx="986">
                  <c:v>106.81939499008793</c:v>
                </c:pt>
                <c:pt idx="987">
                  <c:v>105.90951727623097</c:v>
                </c:pt>
                <c:pt idx="988">
                  <c:v>106.43135007537691</c:v>
                </c:pt>
                <c:pt idx="989">
                  <c:v>103.07260408043587</c:v>
                </c:pt>
                <c:pt idx="990">
                  <c:v>103.56434461249866</c:v>
                </c:pt>
                <c:pt idx="991">
                  <c:v>103.16134341016179</c:v>
                </c:pt>
                <c:pt idx="992">
                  <c:v>109.57823595052537</c:v>
                </c:pt>
                <c:pt idx="993">
                  <c:v>108.32280256234444</c:v>
                </c:pt>
                <c:pt idx="994">
                  <c:v>108.75889004181339</c:v>
                </c:pt>
                <c:pt idx="995">
                  <c:v>108.68515009553124</c:v>
                </c:pt>
                <c:pt idx="996">
                  <c:v>111.69431257921207</c:v>
                </c:pt>
                <c:pt idx="997">
                  <c:v>113.52185783137855</c:v>
                </c:pt>
                <c:pt idx="998">
                  <c:v>113.34397797037983</c:v>
                </c:pt>
                <c:pt idx="999">
                  <c:v>112.15813149057638</c:v>
                </c:pt>
                <c:pt idx="1000">
                  <c:v>112.73423306710747</c:v>
                </c:pt>
                <c:pt idx="1001">
                  <c:v>111.37445386011201</c:v>
                </c:pt>
                <c:pt idx="1002">
                  <c:v>112.28290109669091</c:v>
                </c:pt>
                <c:pt idx="1003">
                  <c:v>112.33154376451564</c:v>
                </c:pt>
                <c:pt idx="1004">
                  <c:v>110.19284942112607</c:v>
                </c:pt>
                <c:pt idx="1005">
                  <c:v>110.18624968168393</c:v>
                </c:pt>
                <c:pt idx="1006">
                  <c:v>109.36287374410112</c:v>
                </c:pt>
                <c:pt idx="1007">
                  <c:v>109.53541397744671</c:v>
                </c:pt>
                <c:pt idx="1008">
                  <c:v>109.29593677931079</c:v>
                </c:pt>
                <c:pt idx="1009">
                  <c:v>108.67749411893062</c:v>
                </c:pt>
                <c:pt idx="1010">
                  <c:v>107.49018312562937</c:v>
                </c:pt>
                <c:pt idx="1011">
                  <c:v>105.37942452206813</c:v>
                </c:pt>
                <c:pt idx="1012">
                  <c:v>105.15979902009232</c:v>
                </c:pt>
                <c:pt idx="1013">
                  <c:v>103.42923904038396</c:v>
                </c:pt>
                <c:pt idx="1014">
                  <c:v>105.15976000306344</c:v>
                </c:pt>
                <c:pt idx="1015">
                  <c:v>104.62083882433355</c:v>
                </c:pt>
                <c:pt idx="1016">
                  <c:v>105.49711587064716</c:v>
                </c:pt>
                <c:pt idx="1017">
                  <c:v>106.31952926541815</c:v>
                </c:pt>
                <c:pt idx="1018">
                  <c:v>106.55951646157119</c:v>
                </c:pt>
                <c:pt idx="1019">
                  <c:v>106.8111803390475</c:v>
                </c:pt>
                <c:pt idx="1020">
                  <c:v>107.36188171895562</c:v>
                </c:pt>
                <c:pt idx="1021">
                  <c:v>107.23809209723281</c:v>
                </c:pt>
                <c:pt idx="1022">
                  <c:v>107.78990709950169</c:v>
                </c:pt>
                <c:pt idx="1023">
                  <c:v>108.31219680015812</c:v>
                </c:pt>
                <c:pt idx="1024">
                  <c:v>106.87805478383416</c:v>
                </c:pt>
                <c:pt idx="1025">
                  <c:v>104.62471139193853</c:v>
                </c:pt>
                <c:pt idx="1026">
                  <c:v>104.98264999537365</c:v>
                </c:pt>
                <c:pt idx="1027">
                  <c:v>104.58442138067242</c:v>
                </c:pt>
                <c:pt idx="1028">
                  <c:v>105.1772705862177</c:v>
                </c:pt>
                <c:pt idx="1029">
                  <c:v>105.18859553101706</c:v>
                </c:pt>
                <c:pt idx="1030">
                  <c:v>104.44360165799819</c:v>
                </c:pt>
                <c:pt idx="1031">
                  <c:v>104.56126767290178</c:v>
                </c:pt>
                <c:pt idx="1032">
                  <c:v>103.96930600228576</c:v>
                </c:pt>
                <c:pt idx="1033">
                  <c:v>102.74931000361998</c:v>
                </c:pt>
                <c:pt idx="1034">
                  <c:v>100.99553744011494</c:v>
                </c:pt>
                <c:pt idx="1035">
                  <c:v>99.640630823406298</c:v>
                </c:pt>
                <c:pt idx="1036">
                  <c:v>98.164449855976343</c:v>
                </c:pt>
                <c:pt idx="1037">
                  <c:v>98.276734680441379</c:v>
                </c:pt>
                <c:pt idx="1038">
                  <c:v>98.129886454230885</c:v>
                </c:pt>
                <c:pt idx="1039">
                  <c:v>97.25639082102694</c:v>
                </c:pt>
                <c:pt idx="1040">
                  <c:v>94.962946012539689</c:v>
                </c:pt>
                <c:pt idx="1041">
                  <c:v>95.204983191078</c:v>
                </c:pt>
                <c:pt idx="1042">
                  <c:v>93.790024598150694</c:v>
                </c:pt>
                <c:pt idx="1043">
                  <c:v>93.025879754135985</c:v>
                </c:pt>
                <c:pt idx="1044">
                  <c:v>89.904717809103431</c:v>
                </c:pt>
                <c:pt idx="1045">
                  <c:v>91.035788343877115</c:v>
                </c:pt>
                <c:pt idx="1046">
                  <c:v>90.213226604179681</c:v>
                </c:pt>
                <c:pt idx="1047">
                  <c:v>91.25446263477852</c:v>
                </c:pt>
                <c:pt idx="1048">
                  <c:v>92.618408788346244</c:v>
                </c:pt>
                <c:pt idx="1049">
                  <c:v>90.21427174800553</c:v>
                </c:pt>
                <c:pt idx="1050">
                  <c:v>90.99989898752203</c:v>
                </c:pt>
                <c:pt idx="1051">
                  <c:v>91.029826232551486</c:v>
                </c:pt>
                <c:pt idx="1052">
                  <c:v>91.376450004630243</c:v>
                </c:pt>
                <c:pt idx="1053">
                  <c:v>90.42078017921358</c:v>
                </c:pt>
                <c:pt idx="1054">
                  <c:v>88.809195260432929</c:v>
                </c:pt>
                <c:pt idx="1055">
                  <c:v>86.219688427102128</c:v>
                </c:pt>
                <c:pt idx="1056">
                  <c:v>86.7908824145984</c:v>
                </c:pt>
                <c:pt idx="1057">
                  <c:v>88.261217124272861</c:v>
                </c:pt>
                <c:pt idx="1058">
                  <c:v>90.302553302821849</c:v>
                </c:pt>
                <c:pt idx="1059">
                  <c:v>89.861920614317128</c:v>
                </c:pt>
                <c:pt idx="1060">
                  <c:v>90.103993030231919</c:v>
                </c:pt>
                <c:pt idx="1061">
                  <c:v>87.905014461538698</c:v>
                </c:pt>
                <c:pt idx="1062">
                  <c:v>89.163632843753533</c:v>
                </c:pt>
                <c:pt idx="1063">
                  <c:v>90.113569992435487</c:v>
                </c:pt>
                <c:pt idx="1064">
                  <c:v>90.880715339906899</c:v>
                </c:pt>
                <c:pt idx="1065">
                  <c:v>92.135228950650387</c:v>
                </c:pt>
                <c:pt idx="1066">
                  <c:v>92.858542516021515</c:v>
                </c:pt>
                <c:pt idx="1067">
                  <c:v>94.036789314209997</c:v>
                </c:pt>
                <c:pt idx="1068">
                  <c:v>93.263592526504553</c:v>
                </c:pt>
                <c:pt idx="1069">
                  <c:v>90.877528018645791</c:v>
                </c:pt>
                <c:pt idx="1070">
                  <c:v>91.756396326324577</c:v>
                </c:pt>
                <c:pt idx="1071">
                  <c:v>90.633853092991444</c:v>
                </c:pt>
                <c:pt idx="1072">
                  <c:v>94.455370224496875</c:v>
                </c:pt>
                <c:pt idx="1073">
                  <c:v>97.550291196877964</c:v>
                </c:pt>
                <c:pt idx="1074">
                  <c:v>97.692424929378674</c:v>
                </c:pt>
                <c:pt idx="1075">
                  <c:v>95.528014190841091</c:v>
                </c:pt>
                <c:pt idx="1076">
                  <c:v>96.299403803875961</c:v>
                </c:pt>
                <c:pt idx="1077">
                  <c:v>95.258305914566876</c:v>
                </c:pt>
                <c:pt idx="1078">
                  <c:v>91.96343943102778</c:v>
                </c:pt>
                <c:pt idx="1079">
                  <c:v>91.500185023213135</c:v>
                </c:pt>
                <c:pt idx="1080">
                  <c:v>90.746017861649037</c:v>
                </c:pt>
                <c:pt idx="1081">
                  <c:v>89.477576903153732</c:v>
                </c:pt>
                <c:pt idx="1082">
                  <c:v>90.091833769516725</c:v>
                </c:pt>
                <c:pt idx="1083">
                  <c:v>89.744298210046736</c:v>
                </c:pt>
                <c:pt idx="1084">
                  <c:v>90.240838736562011</c:v>
                </c:pt>
                <c:pt idx="1085">
                  <c:v>90.290149756877057</c:v>
                </c:pt>
                <c:pt idx="1086">
                  <c:v>90.034601171052984</c:v>
                </c:pt>
                <c:pt idx="1087">
                  <c:v>90.130403850289696</c:v>
                </c:pt>
                <c:pt idx="1088">
                  <c:v>90.990798037342515</c:v>
                </c:pt>
                <c:pt idx="1089">
                  <c:v>92.840336267912164</c:v>
                </c:pt>
                <c:pt idx="1090">
                  <c:v>94.21246052655718</c:v>
                </c:pt>
                <c:pt idx="1091">
                  <c:v>94.433031465407481</c:v>
                </c:pt>
                <c:pt idx="1092">
                  <c:v>93.99619611321684</c:v>
                </c:pt>
                <c:pt idx="1093">
                  <c:v>94.819681725277292</c:v>
                </c:pt>
                <c:pt idx="1094">
                  <c:v>95.505945533191891</c:v>
                </c:pt>
                <c:pt idx="1095">
                  <c:v>96.14331658149041</c:v>
                </c:pt>
                <c:pt idx="1096">
                  <c:v>97.070553956174379</c:v>
                </c:pt>
                <c:pt idx="1097">
                  <c:v>97.383267503196663</c:v>
                </c:pt>
                <c:pt idx="1098">
                  <c:v>96.498386300590255</c:v>
                </c:pt>
                <c:pt idx="1099">
                  <c:v>96.045774360963748</c:v>
                </c:pt>
                <c:pt idx="1100">
                  <c:v>96.335739310789052</c:v>
                </c:pt>
                <c:pt idx="1101">
                  <c:v>95.699876406814056</c:v>
                </c:pt>
                <c:pt idx="1102">
                  <c:v>95.427305135563302</c:v>
                </c:pt>
                <c:pt idx="1103">
                  <c:v>93.684770790793507</c:v>
                </c:pt>
                <c:pt idx="1104">
                  <c:v>93.960183430371231</c:v>
                </c:pt>
                <c:pt idx="1105">
                  <c:v>94.175664363719719</c:v>
                </c:pt>
                <c:pt idx="1106">
                  <c:v>94.393152784550153</c:v>
                </c:pt>
                <c:pt idx="1107">
                  <c:v>94.352515194105322</c:v>
                </c:pt>
                <c:pt idx="1108">
                  <c:v>94.213343008137997</c:v>
                </c:pt>
                <c:pt idx="1109">
                  <c:v>95.193807559142414</c:v>
                </c:pt>
                <c:pt idx="1110">
                  <c:v>94.872472987720897</c:v>
                </c:pt>
                <c:pt idx="1111">
                  <c:v>95.211681842936855</c:v>
                </c:pt>
                <c:pt idx="1112">
                  <c:v>95.843054630499026</c:v>
                </c:pt>
                <c:pt idx="1113">
                  <c:v>96.741450691852279</c:v>
                </c:pt>
                <c:pt idx="1114">
                  <c:v>95.386054894530346</c:v>
                </c:pt>
                <c:pt idx="1115">
                  <c:v>94.874063204253289</c:v>
                </c:pt>
                <c:pt idx="1116">
                  <c:v>95.006720195620417</c:v>
                </c:pt>
                <c:pt idx="1117">
                  <c:v>94.842549537928321</c:v>
                </c:pt>
                <c:pt idx="1118">
                  <c:v>94.339843907229124</c:v>
                </c:pt>
                <c:pt idx="1119">
                  <c:v>93.622166350457974</c:v>
                </c:pt>
                <c:pt idx="1120">
                  <c:v>93.459356808738661</c:v>
                </c:pt>
                <c:pt idx="1121">
                  <c:v>94.056056294790821</c:v>
                </c:pt>
                <c:pt idx="1122">
                  <c:v>94.892946493410506</c:v>
                </c:pt>
                <c:pt idx="1123">
                  <c:v>94.514674523043851</c:v>
                </c:pt>
                <c:pt idx="1124">
                  <c:v>95.189665019743828</c:v>
                </c:pt>
                <c:pt idx="1125">
                  <c:v>95.097806563590254</c:v>
                </c:pt>
                <c:pt idx="1126">
                  <c:v>95.053478712690847</c:v>
                </c:pt>
                <c:pt idx="1127">
                  <c:v>94.988937773906329</c:v>
                </c:pt>
                <c:pt idx="1128">
                  <c:v>94.745100286469793</c:v>
                </c:pt>
                <c:pt idx="1129">
                  <c:v>94.752607227305418</c:v>
                </c:pt>
                <c:pt idx="1130">
                  <c:v>94.6974027360978</c:v>
                </c:pt>
                <c:pt idx="1131">
                  <c:v>95.973305049620024</c:v>
                </c:pt>
                <c:pt idx="1132">
                  <c:v>96.453863883188504</c:v>
                </c:pt>
                <c:pt idx="1133">
                  <c:v>97.097044959961707</c:v>
                </c:pt>
                <c:pt idx="1134">
                  <c:v>97.786821302322622</c:v>
                </c:pt>
                <c:pt idx="1135">
                  <c:v>99.230898216020378</c:v>
                </c:pt>
                <c:pt idx="1136">
                  <c:v>98.70902697488745</c:v>
                </c:pt>
                <c:pt idx="1137">
                  <c:v>96.00963706108169</c:v>
                </c:pt>
                <c:pt idx="1138">
                  <c:v>97.60270954656194</c:v>
                </c:pt>
                <c:pt idx="1139">
                  <c:v>96.976399569207643</c:v>
                </c:pt>
                <c:pt idx="1140">
                  <c:v>99.836178412718183</c:v>
                </c:pt>
                <c:pt idx="1141">
                  <c:v>101.11440199321179</c:v>
                </c:pt>
                <c:pt idx="1142">
                  <c:v>102.5324394597251</c:v>
                </c:pt>
                <c:pt idx="1143">
                  <c:v>103.19887687072676</c:v>
                </c:pt>
                <c:pt idx="1144">
                  <c:v>104.34903223958781</c:v>
                </c:pt>
                <c:pt idx="1145">
                  <c:v>104.99975133158532</c:v>
                </c:pt>
                <c:pt idx="1146">
                  <c:v>105.08523453704083</c:v>
                </c:pt>
                <c:pt idx="1147">
                  <c:v>104.35493051050359</c:v>
                </c:pt>
                <c:pt idx="1148">
                  <c:v>104.21849583116737</c:v>
                </c:pt>
                <c:pt idx="1149">
                  <c:v>104.09099412441232</c:v>
                </c:pt>
                <c:pt idx="1150">
                  <c:v>104.91474261824702</c:v>
                </c:pt>
                <c:pt idx="1151">
                  <c:v>105.73881562518399</c:v>
                </c:pt>
                <c:pt idx="1152">
                  <c:v>105.54102466846177</c:v>
                </c:pt>
                <c:pt idx="1153">
                  <c:v>105.49678393598396</c:v>
                </c:pt>
                <c:pt idx="1154">
                  <c:v>105.53709485795467</c:v>
                </c:pt>
                <c:pt idx="1155">
                  <c:v>103.42698490717994</c:v>
                </c:pt>
                <c:pt idx="1156">
                  <c:v>103.37014529052547</c:v>
                </c:pt>
                <c:pt idx="1157">
                  <c:v>100.56426442639832</c:v>
                </c:pt>
                <c:pt idx="1158">
                  <c:v>100.18147094995329</c:v>
                </c:pt>
                <c:pt idx="1159">
                  <c:v>102.71130027581466</c:v>
                </c:pt>
                <c:pt idx="1160">
                  <c:v>103.37643109132397</c:v>
                </c:pt>
                <c:pt idx="1161">
                  <c:v>103.97456052286573</c:v>
                </c:pt>
                <c:pt idx="1162">
                  <c:v>102.8647809995396</c:v>
                </c:pt>
                <c:pt idx="1163">
                  <c:v>103.18922808621514</c:v>
                </c:pt>
                <c:pt idx="1164">
                  <c:v>102.90417627065173</c:v>
                </c:pt>
                <c:pt idx="1165">
                  <c:v>102.58337650157992</c:v>
                </c:pt>
                <c:pt idx="1166">
                  <c:v>102.44550580580355</c:v>
                </c:pt>
                <c:pt idx="1167">
                  <c:v>101.13577999189762</c:v>
                </c:pt>
                <c:pt idx="1168">
                  <c:v>100.76022284582733</c:v>
                </c:pt>
                <c:pt idx="1169">
                  <c:v>102.09211944961147</c:v>
                </c:pt>
                <c:pt idx="1170">
                  <c:v>102.19183067992853</c:v>
                </c:pt>
                <c:pt idx="1171">
                  <c:v>99.811838716352952</c:v>
                </c:pt>
                <c:pt idx="1172">
                  <c:v>99.562038080496848</c:v>
                </c:pt>
                <c:pt idx="1173">
                  <c:v>99.17475549610846</c:v>
                </c:pt>
                <c:pt idx="1174">
                  <c:v>98.015192847164741</c:v>
                </c:pt>
                <c:pt idx="1175">
                  <c:v>93.334230406285542</c:v>
                </c:pt>
                <c:pt idx="1176">
                  <c:v>92.149446816646673</c:v>
                </c:pt>
                <c:pt idx="1177">
                  <c:v>92.700379596758509</c:v>
                </c:pt>
                <c:pt idx="1178">
                  <c:v>90.456709897150702</c:v>
                </c:pt>
                <c:pt idx="1179">
                  <c:v>82.998702477302913</c:v>
                </c:pt>
                <c:pt idx="1180">
                  <c:v>83.061569045217468</c:v>
                </c:pt>
                <c:pt idx="1181">
                  <c:v>74.770556051369198</c:v>
                </c:pt>
                <c:pt idx="1182">
                  <c:v>75.682542980662902</c:v>
                </c:pt>
                <c:pt idx="1183">
                  <c:v>70.637053807586298</c:v>
                </c:pt>
                <c:pt idx="1184">
                  <c:v>68.766534992493135</c:v>
                </c:pt>
                <c:pt idx="1185">
                  <c:v>64.330045071107392</c:v>
                </c:pt>
                <c:pt idx="1186">
                  <c:v>60.035764935626204</c:v>
                </c:pt>
                <c:pt idx="1187">
                  <c:v>61.456205645217757</c:v>
                </c:pt>
                <c:pt idx="1188">
                  <c:v>52.769285088076536</c:v>
                </c:pt>
                <c:pt idx="1189">
                  <c:v>52.06717618419701</c:v>
                </c:pt>
                <c:pt idx="1190">
                  <c:v>56.028527362668129</c:v>
                </c:pt>
                <c:pt idx="1191">
                  <c:v>56.583365242428492</c:v>
                </c:pt>
                <c:pt idx="1192">
                  <c:v>54.9554561622626</c:v>
                </c:pt>
                <c:pt idx="1193">
                  <c:v>56.613217358571745</c:v>
                </c:pt>
                <c:pt idx="1194">
                  <c:v>55.761226501760909</c:v>
                </c:pt>
                <c:pt idx="1195">
                  <c:v>54.577616252131826</c:v>
                </c:pt>
                <c:pt idx="1196">
                  <c:v>56.582981622676755</c:v>
                </c:pt>
                <c:pt idx="1197">
                  <c:v>59.351555070797637</c:v>
                </c:pt>
                <c:pt idx="1198">
                  <c:v>59.117546322141486</c:v>
                </c:pt>
                <c:pt idx="1199">
                  <c:v>61.242042904106526</c:v>
                </c:pt>
                <c:pt idx="1200">
                  <c:v>63.456661996908281</c:v>
                </c:pt>
                <c:pt idx="1201">
                  <c:v>63.610652167708338</c:v>
                </c:pt>
                <c:pt idx="1202">
                  <c:v>61.163836641504723</c:v>
                </c:pt>
                <c:pt idx="1203">
                  <c:v>61.355093369539581</c:v>
                </c:pt>
                <c:pt idx="1204">
                  <c:v>61.518440605335364</c:v>
                </c:pt>
                <c:pt idx="1205">
                  <c:v>62.520346401668967</c:v>
                </c:pt>
                <c:pt idx="1206">
                  <c:v>63.533416874827026</c:v>
                </c:pt>
                <c:pt idx="1207">
                  <c:v>64.456413549589286</c:v>
                </c:pt>
                <c:pt idx="1208">
                  <c:v>61.219531324924858</c:v>
                </c:pt>
                <c:pt idx="1209">
                  <c:v>61.962633610590856</c:v>
                </c:pt>
                <c:pt idx="1210">
                  <c:v>61.543329413800876</c:v>
                </c:pt>
                <c:pt idx="1211">
                  <c:v>61.255760607004547</c:v>
                </c:pt>
                <c:pt idx="1212">
                  <c:v>60.759098653942743</c:v>
                </c:pt>
                <c:pt idx="1213">
                  <c:v>62.611491851498158</c:v>
                </c:pt>
                <c:pt idx="1214">
                  <c:v>61.943821947992042</c:v>
                </c:pt>
                <c:pt idx="1215">
                  <c:v>61.828630346855192</c:v>
                </c:pt>
                <c:pt idx="1216">
                  <c:v>59.490749095610035</c:v>
                </c:pt>
                <c:pt idx="1217">
                  <c:v>59.814243155075154</c:v>
                </c:pt>
                <c:pt idx="1218">
                  <c:v>60.432813074270584</c:v>
                </c:pt>
                <c:pt idx="1219">
                  <c:v>60.714632814818309</c:v>
                </c:pt>
                <c:pt idx="1220">
                  <c:v>60.326566259202636</c:v>
                </c:pt>
                <c:pt idx="1221">
                  <c:v>61.296846099726515</c:v>
                </c:pt>
                <c:pt idx="1222">
                  <c:v>62.199745491886333</c:v>
                </c:pt>
                <c:pt idx="1223">
                  <c:v>62.831245587846894</c:v>
                </c:pt>
                <c:pt idx="1224">
                  <c:v>66.420133453025485</c:v>
                </c:pt>
                <c:pt idx="1225">
                  <c:v>67.43050519882847</c:v>
                </c:pt>
                <c:pt idx="1226">
                  <c:v>67.255564477304418</c:v>
                </c:pt>
                <c:pt idx="1227">
                  <c:v>69.585389128055851</c:v>
                </c:pt>
                <c:pt idx="1228">
                  <c:v>70.291431912832621</c:v>
                </c:pt>
                <c:pt idx="1229">
                  <c:v>69.42008606118327</c:v>
                </c:pt>
                <c:pt idx="1230">
                  <c:v>69.798760425228309</c:v>
                </c:pt>
                <c:pt idx="1231">
                  <c:v>68.899982389781812</c:v>
                </c:pt>
                <c:pt idx="1232">
                  <c:v>68.658914812937482</c:v>
                </c:pt>
                <c:pt idx="1233">
                  <c:v>68.790424696086362</c:v>
                </c:pt>
                <c:pt idx="1234">
                  <c:v>68.954502812993923</c:v>
                </c:pt>
                <c:pt idx="1235">
                  <c:v>68.972667514221442</c:v>
                </c:pt>
                <c:pt idx="1236">
                  <c:v>70.052921810140816</c:v>
                </c:pt>
                <c:pt idx="1237">
                  <c:v>71.296064823032211</c:v>
                </c:pt>
                <c:pt idx="1238">
                  <c:v>72.943425691560236</c:v>
                </c:pt>
                <c:pt idx="1239">
                  <c:v>74.093073276405335</c:v>
                </c:pt>
                <c:pt idx="1240">
                  <c:v>73.243265678129049</c:v>
                </c:pt>
                <c:pt idx="1241">
                  <c:v>73.690686781782688</c:v>
                </c:pt>
                <c:pt idx="1242">
                  <c:v>74.063971940930912</c:v>
                </c:pt>
                <c:pt idx="1243">
                  <c:v>72.94913477990427</c:v>
                </c:pt>
                <c:pt idx="1244">
                  <c:v>72.545467109527507</c:v>
                </c:pt>
                <c:pt idx="1245">
                  <c:v>73.108355880578415</c:v>
                </c:pt>
                <c:pt idx="1246">
                  <c:v>73.852531014528253</c:v>
                </c:pt>
                <c:pt idx="1247">
                  <c:v>74.015314377002113</c:v>
                </c:pt>
                <c:pt idx="1248">
                  <c:v>75.362405680952435</c:v>
                </c:pt>
                <c:pt idx="1249">
                  <c:v>76.753782509330335</c:v>
                </c:pt>
                <c:pt idx="1250">
                  <c:v>76.397188066884382</c:v>
                </c:pt>
                <c:pt idx="1251">
                  <c:v>77.250148608476607</c:v>
                </c:pt>
                <c:pt idx="1252">
                  <c:v>76.803274158017061</c:v>
                </c:pt>
                <c:pt idx="1253">
                  <c:v>76.973845804414722</c:v>
                </c:pt>
                <c:pt idx="1254">
                  <c:v>75.563460768697922</c:v>
                </c:pt>
                <c:pt idx="1255">
                  <c:v>76.70315526648902</c:v>
                </c:pt>
                <c:pt idx="1256">
                  <c:v>77.728032335834243</c:v>
                </c:pt>
                <c:pt idx="1257">
                  <c:v>78.253906689363518</c:v>
                </c:pt>
                <c:pt idx="1258">
                  <c:v>78.334536896506194</c:v>
                </c:pt>
                <c:pt idx="1259">
                  <c:v>79.069580240674554</c:v>
                </c:pt>
                <c:pt idx="1260">
                  <c:v>79.122865955250305</c:v>
                </c:pt>
                <c:pt idx="1261">
                  <c:v>78.759380816128257</c:v>
                </c:pt>
                <c:pt idx="1262">
                  <c:v>79.851015271380234</c:v>
                </c:pt>
                <c:pt idx="1263">
                  <c:v>79.757213118295155</c:v>
                </c:pt>
                <c:pt idx="1264">
                  <c:v>78.829121838322152</c:v>
                </c:pt>
                <c:pt idx="1265">
                  <c:v>79.560048269950968</c:v>
                </c:pt>
                <c:pt idx="1266">
                  <c:v>80.160193292891904</c:v>
                </c:pt>
                <c:pt idx="1267">
                  <c:v>81.138732493317846</c:v>
                </c:pt>
                <c:pt idx="1268">
                  <c:v>82.249893021845892</c:v>
                </c:pt>
                <c:pt idx="1269">
                  <c:v>82.603201654758735</c:v>
                </c:pt>
                <c:pt idx="1270">
                  <c:v>83.361678704159601</c:v>
                </c:pt>
                <c:pt idx="1271">
                  <c:v>84.847342470620433</c:v>
                </c:pt>
                <c:pt idx="1272">
                  <c:v>85.201285541929735</c:v>
                </c:pt>
                <c:pt idx="1273">
                  <c:v>85.567367428048499</c:v>
                </c:pt>
                <c:pt idx="1274">
                  <c:v>86.202765789756725</c:v>
                </c:pt>
                <c:pt idx="1275">
                  <c:v>85.256532665749674</c:v>
                </c:pt>
                <c:pt idx="1276">
                  <c:v>85.888892369531561</c:v>
                </c:pt>
                <c:pt idx="1277">
                  <c:v>87.228690637874109</c:v>
                </c:pt>
                <c:pt idx="1278">
                  <c:v>88.376450080491196</c:v>
                </c:pt>
                <c:pt idx="1279">
                  <c:v>88.671420607170347</c:v>
                </c:pt>
                <c:pt idx="1280">
                  <c:v>89.738748032177838</c:v>
                </c:pt>
                <c:pt idx="1281">
                  <c:v>91.297985764396728</c:v>
                </c:pt>
                <c:pt idx="1282">
                  <c:v>92.327279316221976</c:v>
                </c:pt>
                <c:pt idx="1283">
                  <c:v>93.357911981411434</c:v>
                </c:pt>
                <c:pt idx="1284">
                  <c:v>93.891240900087482</c:v>
                </c:pt>
                <c:pt idx="1285">
                  <c:v>94.96580473735871</c:v>
                </c:pt>
                <c:pt idx="1286">
                  <c:v>90.157039400551284</c:v>
                </c:pt>
                <c:pt idx="1287">
                  <c:v>91.454425150340512</c:v>
                </c:pt>
                <c:pt idx="1288">
                  <c:v>92.784508583890684</c:v>
                </c:pt>
                <c:pt idx="1289">
                  <c:v>92.990278396386188</c:v>
                </c:pt>
                <c:pt idx="1290">
                  <c:v>91.912364804671043</c:v>
                </c:pt>
                <c:pt idx="1291">
                  <c:v>92.018375826078469</c:v>
                </c:pt>
                <c:pt idx="1292">
                  <c:v>91.05114096748872</c:v>
                </c:pt>
                <c:pt idx="1293">
                  <c:v>89.379490865452055</c:v>
                </c:pt>
                <c:pt idx="1294">
                  <c:v>91.201029032949691</c:v>
                </c:pt>
                <c:pt idx="1295">
                  <c:v>91.300599044832111</c:v>
                </c:pt>
                <c:pt idx="1296">
                  <c:v>96.390115001887111</c:v>
                </c:pt>
                <c:pt idx="1297">
                  <c:v>97.823587217755076</c:v>
                </c:pt>
                <c:pt idx="1298">
                  <c:v>97.372964283465578</c:v>
                </c:pt>
                <c:pt idx="1299">
                  <c:v>96.942524845028586</c:v>
                </c:pt>
                <c:pt idx="1300">
                  <c:v>97.049807922346673</c:v>
                </c:pt>
                <c:pt idx="1301">
                  <c:v>93.242100411171535</c:v>
                </c:pt>
                <c:pt idx="1302">
                  <c:v>91.380591751482172</c:v>
                </c:pt>
                <c:pt idx="1303">
                  <c:v>91.229407709122697</c:v>
                </c:pt>
                <c:pt idx="1304">
                  <c:v>88.525735990325558</c:v>
                </c:pt>
                <c:pt idx="1305">
                  <c:v>91.060835433261289</c:v>
                </c:pt>
                <c:pt idx="1306">
                  <c:v>94.523857307686953</c:v>
                </c:pt>
                <c:pt idx="1307">
                  <c:v>93.875205223427059</c:v>
                </c:pt>
                <c:pt idx="1308">
                  <c:v>93.679595758950882</c:v>
                </c:pt>
                <c:pt idx="1309">
                  <c:v>94.826703743757818</c:v>
                </c:pt>
                <c:pt idx="1310">
                  <c:v>95.545112213708634</c:v>
                </c:pt>
                <c:pt idx="1311">
                  <c:v>95.85739136314811</c:v>
                </c:pt>
                <c:pt idx="1312">
                  <c:v>95.548362946251729</c:v>
                </c:pt>
                <c:pt idx="1313">
                  <c:v>95.413313164542402</c:v>
                </c:pt>
                <c:pt idx="1314">
                  <c:v>95.301392300777124</c:v>
                </c:pt>
                <c:pt idx="1315">
                  <c:v>94.951103005317705</c:v>
                </c:pt>
                <c:pt idx="1316">
                  <c:v>94.570208581732103</c:v>
                </c:pt>
                <c:pt idx="1317">
                  <c:v>94.713006388099231</c:v>
                </c:pt>
                <c:pt idx="1318">
                  <c:v>93.32117748049258</c:v>
                </c:pt>
                <c:pt idx="1319">
                  <c:v>94.473664183244196</c:v>
                </c:pt>
                <c:pt idx="1320">
                  <c:v>95.118795184317548</c:v>
                </c:pt>
                <c:pt idx="1321">
                  <c:v>95.590366584257296</c:v>
                </c:pt>
                <c:pt idx="1322">
                  <c:v>96.027589497087376</c:v>
                </c:pt>
                <c:pt idx="1323">
                  <c:v>96.721162616805714</c:v>
                </c:pt>
                <c:pt idx="1324">
                  <c:v>95.52898098574606</c:v>
                </c:pt>
                <c:pt idx="1325">
                  <c:v>95.809039224964636</c:v>
                </c:pt>
                <c:pt idx="1326">
                  <c:v>94.850349565342441</c:v>
                </c:pt>
                <c:pt idx="1327">
                  <c:v>93.716717966315088</c:v>
                </c:pt>
                <c:pt idx="1328">
                  <c:v>93.394918340478114</c:v>
                </c:pt>
                <c:pt idx="1329">
                  <c:v>91.511677308994777</c:v>
                </c:pt>
                <c:pt idx="1330">
                  <c:v>91.574606329388729</c:v>
                </c:pt>
                <c:pt idx="1331">
                  <c:v>91.016889454394814</c:v>
                </c:pt>
                <c:pt idx="1332">
                  <c:v>93.112523907291958</c:v>
                </c:pt>
                <c:pt idx="1333">
                  <c:v>93.935770867524397</c:v>
                </c:pt>
                <c:pt idx="1334">
                  <c:v>94.406375794810117</c:v>
                </c:pt>
                <c:pt idx="1335">
                  <c:v>93.988395440109144</c:v>
                </c:pt>
                <c:pt idx="1336">
                  <c:v>94.612478315543157</c:v>
                </c:pt>
                <c:pt idx="1337">
                  <c:v>95.599490570282114</c:v>
                </c:pt>
                <c:pt idx="1338">
                  <c:v>96.090445248090901</c:v>
                </c:pt>
                <c:pt idx="1339">
                  <c:v>96.815476157880425</c:v>
                </c:pt>
                <c:pt idx="1340">
                  <c:v>97.77742173601716</c:v>
                </c:pt>
                <c:pt idx="1341">
                  <c:v>97.718152446760755</c:v>
                </c:pt>
                <c:pt idx="1342">
                  <c:v>98.974550028445634</c:v>
                </c:pt>
                <c:pt idx="1343">
                  <c:v>101.0398418564484</c:v>
                </c:pt>
                <c:pt idx="1344">
                  <c:v>102.39532073963416</c:v>
                </c:pt>
                <c:pt idx="1345">
                  <c:v>101.48229688346785</c:v>
                </c:pt>
                <c:pt idx="1346">
                  <c:v>102.35216348441105</c:v>
                </c:pt>
                <c:pt idx="1347">
                  <c:v>105.49620162324446</c:v>
                </c:pt>
                <c:pt idx="1348">
                  <c:v>107.13273427070021</c:v>
                </c:pt>
                <c:pt idx="1349">
                  <c:v>106.91848411426739</c:v>
                </c:pt>
                <c:pt idx="1350">
                  <c:v>107.86169655719728</c:v>
                </c:pt>
                <c:pt idx="1351">
                  <c:v>109.18601451518228</c:v>
                </c:pt>
                <c:pt idx="1352">
                  <c:v>109.17167444790046</c:v>
                </c:pt>
                <c:pt idx="1353">
                  <c:v>109.98825143074308</c:v>
                </c:pt>
                <c:pt idx="1354">
                  <c:v>109.28997753502902</c:v>
                </c:pt>
                <c:pt idx="1355">
                  <c:v>110.09156812886962</c:v>
                </c:pt>
                <c:pt idx="1356">
                  <c:v>111.06685141240305</c:v>
                </c:pt>
                <c:pt idx="1357">
                  <c:v>112.43212378215577</c:v>
                </c:pt>
                <c:pt idx="1358">
                  <c:v>112.72993059352126</c:v>
                </c:pt>
                <c:pt idx="1359">
                  <c:v>112.36668453177874</c:v>
                </c:pt>
                <c:pt idx="1360">
                  <c:v>106.52392023645133</c:v>
                </c:pt>
                <c:pt idx="1361">
                  <c:v>106.99535359760478</c:v>
                </c:pt>
                <c:pt idx="1362">
                  <c:v>110.02619962986758</c:v>
                </c:pt>
                <c:pt idx="1363">
                  <c:v>111.01781790164522</c:v>
                </c:pt>
                <c:pt idx="1364">
                  <c:v>112.88846194070018</c:v>
                </c:pt>
                <c:pt idx="1365">
                  <c:v>112.86674767197513</c:v>
                </c:pt>
                <c:pt idx="1366">
                  <c:v>113.65650366782721</c:v>
                </c:pt>
                <c:pt idx="1367">
                  <c:v>114.00151927090313</c:v>
                </c:pt>
                <c:pt idx="1368">
                  <c:v>115.32287273443164</c:v>
                </c:pt>
                <c:pt idx="1369">
                  <c:v>118.02665291854069</c:v>
                </c:pt>
                <c:pt idx="1370">
                  <c:v>118.58115258182582</c:v>
                </c:pt>
                <c:pt idx="1371">
                  <c:v>118.47991687330114</c:v>
                </c:pt>
                <c:pt idx="1372">
                  <c:v>120.10986341893701</c:v>
                </c:pt>
                <c:pt idx="1373">
                  <c:v>120.49958010771806</c:v>
                </c:pt>
                <c:pt idx="1374">
                  <c:v>120.26212773369585</c:v>
                </c:pt>
                <c:pt idx="1375">
                  <c:v>120.50179158807434</c:v>
                </c:pt>
                <c:pt idx="1376">
                  <c:v>120.64571910440129</c:v>
                </c:pt>
                <c:pt idx="1377">
                  <c:v>121.47050060877351</c:v>
                </c:pt>
                <c:pt idx="1378">
                  <c:v>120.33828806049145</c:v>
                </c:pt>
                <c:pt idx="1379">
                  <c:v>118.20924855261188</c:v>
                </c:pt>
                <c:pt idx="1380">
                  <c:v>119.98517851626166</c:v>
                </c:pt>
                <c:pt idx="1381">
                  <c:v>120.78284222062517</c:v>
                </c:pt>
                <c:pt idx="1382">
                  <c:v>120.25368890403848</c:v>
                </c:pt>
                <c:pt idx="1383">
                  <c:v>119.44765257596264</c:v>
                </c:pt>
                <c:pt idx="1384">
                  <c:v>118.21519644052111</c:v>
                </c:pt>
                <c:pt idx="1385">
                  <c:v>118.57575541187765</c:v>
                </c:pt>
                <c:pt idx="1386">
                  <c:v>117.34972564039766</c:v>
                </c:pt>
                <c:pt idx="1387">
                  <c:v>116.79993785862125</c:v>
                </c:pt>
                <c:pt idx="1388">
                  <c:v>119.03255236755848</c:v>
                </c:pt>
                <c:pt idx="1389">
                  <c:v>122.09275727052572</c:v>
                </c:pt>
                <c:pt idx="1390">
                  <c:v>124.02481755232363</c:v>
                </c:pt>
                <c:pt idx="1391">
                  <c:v>124.37960159657467</c:v>
                </c:pt>
                <c:pt idx="1392">
                  <c:v>126.33665277147038</c:v>
                </c:pt>
                <c:pt idx="1393">
                  <c:v>125.70760458707964</c:v>
                </c:pt>
                <c:pt idx="1394">
                  <c:v>126.71485419570872</c:v>
                </c:pt>
                <c:pt idx="1395">
                  <c:v>129.12797798174327</c:v>
                </c:pt>
                <c:pt idx="1396">
                  <c:v>129.33823708240277</c:v>
                </c:pt>
                <c:pt idx="1397">
                  <c:v>129.88131187968978</c:v>
                </c:pt>
                <c:pt idx="1398">
                  <c:v>130.19915874414369</c:v>
                </c:pt>
                <c:pt idx="1399">
                  <c:v>130.0361295018748</c:v>
                </c:pt>
                <c:pt idx="1400">
                  <c:v>131.47435443215909</c:v>
                </c:pt>
                <c:pt idx="1401">
                  <c:v>130.26640804013255</c:v>
                </c:pt>
                <c:pt idx="1402">
                  <c:v>129.36382759808799</c:v>
                </c:pt>
                <c:pt idx="1403">
                  <c:v>130.57672795624248</c:v>
                </c:pt>
                <c:pt idx="1404">
                  <c:v>131.9418398281648</c:v>
                </c:pt>
                <c:pt idx="1405">
                  <c:v>130.84579920257255</c:v>
                </c:pt>
                <c:pt idx="1406">
                  <c:v>133.09507232657788</c:v>
                </c:pt>
                <c:pt idx="1407">
                  <c:v>134.6397695212512</c:v>
                </c:pt>
                <c:pt idx="1408">
                  <c:v>136.50451302121249</c:v>
                </c:pt>
                <c:pt idx="1409">
                  <c:v>138.7782826319602</c:v>
                </c:pt>
                <c:pt idx="1410">
                  <c:v>136.54733939649489</c:v>
                </c:pt>
                <c:pt idx="1411">
                  <c:v>136.70769868068908</c:v>
                </c:pt>
                <c:pt idx="1412">
                  <c:v>135.15973490913751</c:v>
                </c:pt>
                <c:pt idx="1413">
                  <c:v>137.30557006909225</c:v>
                </c:pt>
                <c:pt idx="1414">
                  <c:v>138.56317291664709</c:v>
                </c:pt>
                <c:pt idx="1415">
                  <c:v>137.42446473202088</c:v>
                </c:pt>
                <c:pt idx="1416">
                  <c:v>138.27224628355222</c:v>
                </c:pt>
                <c:pt idx="1417">
                  <c:v>135.05290897220652</c:v>
                </c:pt>
                <c:pt idx="1418">
                  <c:v>134.3673733644838</c:v>
                </c:pt>
                <c:pt idx="1419">
                  <c:v>134.66922836821979</c:v>
                </c:pt>
                <c:pt idx="1420">
                  <c:v>135.31582026865823</c:v>
                </c:pt>
                <c:pt idx="1421">
                  <c:v>131.80223014952162</c:v>
                </c:pt>
                <c:pt idx="1422">
                  <c:v>129.03253624558235</c:v>
                </c:pt>
                <c:pt idx="1423">
                  <c:v>130.89603971715613</c:v>
                </c:pt>
                <c:pt idx="1424">
                  <c:v>131.39612794460038</c:v>
                </c:pt>
                <c:pt idx="1425">
                  <c:v>131.04478042938885</c:v>
                </c:pt>
                <c:pt idx="1426">
                  <c:v>133.78100769485195</c:v>
                </c:pt>
                <c:pt idx="1427">
                  <c:v>131.9625154039831</c:v>
                </c:pt>
                <c:pt idx="1428">
                  <c:v>133.96606223920097</c:v>
                </c:pt>
                <c:pt idx="1429">
                  <c:v>136.00082412816545</c:v>
                </c:pt>
                <c:pt idx="1430">
                  <c:v>135.69071170538194</c:v>
                </c:pt>
                <c:pt idx="1431">
                  <c:v>128.22522501410538</c:v>
                </c:pt>
                <c:pt idx="1432">
                  <c:v>129.05562430843716</c:v>
                </c:pt>
                <c:pt idx="1433">
                  <c:v>131.58450639884109</c:v>
                </c:pt>
                <c:pt idx="1434">
                  <c:v>127.87442526505886</c:v>
                </c:pt>
                <c:pt idx="1435">
                  <c:v>129.4258784866517</c:v>
                </c:pt>
                <c:pt idx="1436">
                  <c:v>130.16375218819402</c:v>
                </c:pt>
                <c:pt idx="1437">
                  <c:v>130.75641237676757</c:v>
                </c:pt>
                <c:pt idx="1438">
                  <c:v>136.32362756214761</c:v>
                </c:pt>
                <c:pt idx="1439">
                  <c:v>137.85837388623054</c:v>
                </c:pt>
                <c:pt idx="1440">
                  <c:v>137.37576101119163</c:v>
                </c:pt>
                <c:pt idx="1441">
                  <c:v>138.5723667280885</c:v>
                </c:pt>
                <c:pt idx="1442">
                  <c:v>138.3010391927404</c:v>
                </c:pt>
                <c:pt idx="1443">
                  <c:v>139.31153266915859</c:v>
                </c:pt>
                <c:pt idx="1444">
                  <c:v>140.66598581552347</c:v>
                </c:pt>
                <c:pt idx="1445">
                  <c:v>143.45721794152618</c:v>
                </c:pt>
                <c:pt idx="1446">
                  <c:v>144.55112380418154</c:v>
                </c:pt>
                <c:pt idx="1447">
                  <c:v>143.73010349709367</c:v>
                </c:pt>
                <c:pt idx="1448">
                  <c:v>141.73322792736286</c:v>
                </c:pt>
                <c:pt idx="1449">
                  <c:v>143.61098915990596</c:v>
                </c:pt>
                <c:pt idx="1450">
                  <c:v>146.30124797636557</c:v>
                </c:pt>
                <c:pt idx="1451">
                  <c:v>147.29243549249415</c:v>
                </c:pt>
                <c:pt idx="1452">
                  <c:v>146.73972872846491</c:v>
                </c:pt>
                <c:pt idx="1453">
                  <c:v>147.75515018106765</c:v>
                </c:pt>
                <c:pt idx="1454">
                  <c:v>149.49998513427013</c:v>
                </c:pt>
                <c:pt idx="1455">
                  <c:v>149.56993072694496</c:v>
                </c:pt>
                <c:pt idx="1456">
                  <c:v>150.46847389795786</c:v>
                </c:pt>
                <c:pt idx="1457">
                  <c:v>150.91203785896602</c:v>
                </c:pt>
                <c:pt idx="1458">
                  <c:v>151.12485071525856</c:v>
                </c:pt>
                <c:pt idx="1459">
                  <c:v>150.21463805447735</c:v>
                </c:pt>
                <c:pt idx="1460">
                  <c:v>151.27218680695321</c:v>
                </c:pt>
                <c:pt idx="1461">
                  <c:v>153.28481513683457</c:v>
                </c:pt>
                <c:pt idx="1462">
                  <c:v>154.04514273362119</c:v>
                </c:pt>
                <c:pt idx="1463">
                  <c:v>156.91224297598436</c:v>
                </c:pt>
                <c:pt idx="1464">
                  <c:v>157.68422846659766</c:v>
                </c:pt>
                <c:pt idx="1465">
                  <c:v>157.73887226439282</c:v>
                </c:pt>
                <c:pt idx="1466">
                  <c:v>158.60689686499731</c:v>
                </c:pt>
                <c:pt idx="1467">
                  <c:v>157.62767386942005</c:v>
                </c:pt>
                <c:pt idx="1468">
                  <c:v>158.14319718594851</c:v>
                </c:pt>
                <c:pt idx="1469">
                  <c:v>157.12552477733732</c:v>
                </c:pt>
                <c:pt idx="1470">
                  <c:v>155.52669934286206</c:v>
                </c:pt>
                <c:pt idx="1471">
                  <c:v>153.30295312287177</c:v>
                </c:pt>
                <c:pt idx="1472">
                  <c:v>154.28380450729435</c:v>
                </c:pt>
                <c:pt idx="1473">
                  <c:v>155.13488497942734</c:v>
                </c:pt>
                <c:pt idx="1474">
                  <c:v>153.81718122418894</c:v>
                </c:pt>
                <c:pt idx="1475">
                  <c:v>154.15881814775662</c:v>
                </c:pt>
                <c:pt idx="1476">
                  <c:v>155.1091405339175</c:v>
                </c:pt>
                <c:pt idx="1477">
                  <c:v>155.62683245174469</c:v>
                </c:pt>
                <c:pt idx="1478">
                  <c:v>155.36942405054467</c:v>
                </c:pt>
                <c:pt idx="1479">
                  <c:v>155.44265949602533</c:v>
                </c:pt>
                <c:pt idx="1480">
                  <c:v>156.37269873210721</c:v>
                </c:pt>
                <c:pt idx="1481">
                  <c:v>158.04360638613764</c:v>
                </c:pt>
                <c:pt idx="1482">
                  <c:v>159.28920660005431</c:v>
                </c:pt>
                <c:pt idx="1483">
                  <c:v>158.37122068705665</c:v>
                </c:pt>
                <c:pt idx="1484">
                  <c:v>158.46572971427204</c:v>
                </c:pt>
                <c:pt idx="1485">
                  <c:v>158.499507288713</c:v>
                </c:pt>
                <c:pt idx="1486">
                  <c:v>159.47395044163085</c:v>
                </c:pt>
                <c:pt idx="1487">
                  <c:v>160.81718950518277</c:v>
                </c:pt>
                <c:pt idx="1488">
                  <c:v>162.42399861096538</c:v>
                </c:pt>
                <c:pt idx="1489">
                  <c:v>162.96657405250778</c:v>
                </c:pt>
                <c:pt idx="1490">
                  <c:v>164.6315394268531</c:v>
                </c:pt>
                <c:pt idx="1491">
                  <c:v>166.21311810974777</c:v>
                </c:pt>
                <c:pt idx="1492">
                  <c:v>165.899899874711</c:v>
                </c:pt>
                <c:pt idx="1493">
                  <c:v>163.41392427153144</c:v>
                </c:pt>
                <c:pt idx="1494">
                  <c:v>166.90742569819452</c:v>
                </c:pt>
                <c:pt idx="1495">
                  <c:v>166.01335152476003</c:v>
                </c:pt>
                <c:pt idx="1496">
                  <c:v>166.38620122766983</c:v>
                </c:pt>
                <c:pt idx="1497">
                  <c:v>166.45096963043866</c:v>
                </c:pt>
                <c:pt idx="1498">
                  <c:v>165.5814360616188</c:v>
                </c:pt>
                <c:pt idx="1499">
                  <c:v>167.43236938090314</c:v>
                </c:pt>
                <c:pt idx="1500">
                  <c:v>169.42298628520871</c:v>
                </c:pt>
                <c:pt idx="1501">
                  <c:v>169.25890646728448</c:v>
                </c:pt>
                <c:pt idx="1502">
                  <c:v>167.88069124466494</c:v>
                </c:pt>
                <c:pt idx="1503">
                  <c:v>166.66445971103644</c:v>
                </c:pt>
                <c:pt idx="1504">
                  <c:v>166.90790042924306</c:v>
                </c:pt>
                <c:pt idx="1505">
                  <c:v>165.31004620154624</c:v>
                </c:pt>
                <c:pt idx="1506">
                  <c:v>161.16111017619824</c:v>
                </c:pt>
                <c:pt idx="1507">
                  <c:v>159.96135084446496</c:v>
                </c:pt>
                <c:pt idx="1508">
                  <c:v>163.6730184596816</c:v>
                </c:pt>
                <c:pt idx="1509">
                  <c:v>162.99725542369507</c:v>
                </c:pt>
                <c:pt idx="1510">
                  <c:v>161.71966337150718</c:v>
                </c:pt>
                <c:pt idx="1511">
                  <c:v>161.32256315265954</c:v>
                </c:pt>
                <c:pt idx="1512">
                  <c:v>160.88829496453616</c:v>
                </c:pt>
                <c:pt idx="1513">
                  <c:v>157.14045857318902</c:v>
                </c:pt>
                <c:pt idx="1514">
                  <c:v>154.54350320585587</c:v>
                </c:pt>
                <c:pt idx="1515">
                  <c:v>157.92407286184564</c:v>
                </c:pt>
                <c:pt idx="1516">
                  <c:v>158.82280145828977</c:v>
                </c:pt>
                <c:pt idx="1517">
                  <c:v>164.65341657230479</c:v>
                </c:pt>
                <c:pt idx="1518">
                  <c:v>167.57191186111032</c:v>
                </c:pt>
                <c:pt idx="1519">
                  <c:v>169.3057987768137</c:v>
                </c:pt>
                <c:pt idx="1520">
                  <c:v>169.99577348564358</c:v>
                </c:pt>
                <c:pt idx="1521">
                  <c:v>171.84682591794072</c:v>
                </c:pt>
                <c:pt idx="1522">
                  <c:v>170.9324824667579</c:v>
                </c:pt>
                <c:pt idx="1523">
                  <c:v>171.18178984233742</c:v>
                </c:pt>
                <c:pt idx="1524">
                  <c:v>172.19906075617618</c:v>
                </c:pt>
                <c:pt idx="1525">
                  <c:v>173.12065662764147</c:v>
                </c:pt>
                <c:pt idx="1526">
                  <c:v>173.77806747115304</c:v>
                </c:pt>
                <c:pt idx="1527">
                  <c:v>174.78227944702098</c:v>
                </c:pt>
                <c:pt idx="1528">
                  <c:v>175.7045976786182</c:v>
                </c:pt>
                <c:pt idx="1529">
                  <c:v>174.28195838199397</c:v>
                </c:pt>
                <c:pt idx="1530">
                  <c:v>172.77226693599286</c:v>
                </c:pt>
                <c:pt idx="1531">
                  <c:v>174.2994287256351</c:v>
                </c:pt>
                <c:pt idx="1532">
                  <c:v>174.58509159022304</c:v>
                </c:pt>
                <c:pt idx="1533">
                  <c:v>174.46115654675194</c:v>
                </c:pt>
                <c:pt idx="1534">
                  <c:v>173.2482258778187</c:v>
                </c:pt>
                <c:pt idx="1535">
                  <c:v>173.06390189726525</c:v>
                </c:pt>
                <c:pt idx="1536">
                  <c:v>174.11939976215447</c:v>
                </c:pt>
                <c:pt idx="1537">
                  <c:v>174.3285461162173</c:v>
                </c:pt>
                <c:pt idx="1538">
                  <c:v>177.13044960433794</c:v>
                </c:pt>
                <c:pt idx="1539">
                  <c:v>177.22303289391988</c:v>
                </c:pt>
                <c:pt idx="1540">
                  <c:v>175.52551218868211</c:v>
                </c:pt>
                <c:pt idx="1541">
                  <c:v>177.11979042856913</c:v>
                </c:pt>
                <c:pt idx="1542">
                  <c:v>178.98491629675522</c:v>
                </c:pt>
                <c:pt idx="1543">
                  <c:v>181.05487019662883</c:v>
                </c:pt>
                <c:pt idx="1544">
                  <c:v>181.66268766985243</c:v>
                </c:pt>
                <c:pt idx="1545">
                  <c:v>181.35857623617184</c:v>
                </c:pt>
                <c:pt idx="1546">
                  <c:v>182.8237676416374</c:v>
                </c:pt>
                <c:pt idx="1547">
                  <c:v>184.01438859271263</c:v>
                </c:pt>
                <c:pt idx="1548">
                  <c:v>180.91243378245917</c:v>
                </c:pt>
                <c:pt idx="1549">
                  <c:v>177.21080237582478</c:v>
                </c:pt>
                <c:pt idx="1550">
                  <c:v>176.46472480000267</c:v>
                </c:pt>
                <c:pt idx="1551">
                  <c:v>174.21296297615592</c:v>
                </c:pt>
                <c:pt idx="1552">
                  <c:v>173.72093626159733</c:v>
                </c:pt>
                <c:pt idx="1553">
                  <c:v>171.64431437120379</c:v>
                </c:pt>
                <c:pt idx="1554">
                  <c:v>170.92867194622605</c:v>
                </c:pt>
                <c:pt idx="1555">
                  <c:v>172.07450468199036</c:v>
                </c:pt>
                <c:pt idx="1556">
                  <c:v>174.21490155445957</c:v>
                </c:pt>
                <c:pt idx="1557">
                  <c:v>173.52155924057686</c:v>
                </c:pt>
                <c:pt idx="1558">
                  <c:v>175.77050589721742</c:v>
                </c:pt>
                <c:pt idx="1559">
                  <c:v>178.75935748266249</c:v>
                </c:pt>
                <c:pt idx="1560">
                  <c:v>180.09876205641439</c:v>
                </c:pt>
                <c:pt idx="1561">
                  <c:v>179.33853995966865</c:v>
                </c:pt>
                <c:pt idx="1562">
                  <c:v>177.68026547789435</c:v>
                </c:pt>
                <c:pt idx="1563">
                  <c:v>178.20504040243821</c:v>
                </c:pt>
                <c:pt idx="1564">
                  <c:v>179.09610720976889</c:v>
                </c:pt>
                <c:pt idx="1565">
                  <c:v>176.70582033619183</c:v>
                </c:pt>
                <c:pt idx="1566">
                  <c:v>171.32932384755725</c:v>
                </c:pt>
                <c:pt idx="1567">
                  <c:v>174.3116836127779</c:v>
                </c:pt>
                <c:pt idx="1568">
                  <c:v>175.63640560369942</c:v>
                </c:pt>
                <c:pt idx="1569">
                  <c:v>176.98472387334101</c:v>
                </c:pt>
                <c:pt idx="1570">
                  <c:v>171.86909266331614</c:v>
                </c:pt>
                <c:pt idx="1571">
                  <c:v>165.86063163426638</c:v>
                </c:pt>
                <c:pt idx="1572">
                  <c:v>168.56439232328557</c:v>
                </c:pt>
                <c:pt idx="1573">
                  <c:v>169.99424249077794</c:v>
                </c:pt>
                <c:pt idx="1574">
                  <c:v>171.426566884095</c:v>
                </c:pt>
                <c:pt idx="1575">
                  <c:v>168.85897154517525</c:v>
                </c:pt>
                <c:pt idx="1576">
                  <c:v>170.5814288997841</c:v>
                </c:pt>
                <c:pt idx="1577">
                  <c:v>173.42084033842977</c:v>
                </c:pt>
                <c:pt idx="1578">
                  <c:v>175.51648815045056</c:v>
                </c:pt>
                <c:pt idx="1579">
                  <c:v>176.41691486608676</c:v>
                </c:pt>
                <c:pt idx="1580">
                  <c:v>176.21699702047539</c:v>
                </c:pt>
                <c:pt idx="1581">
                  <c:v>176.18939084786712</c:v>
                </c:pt>
                <c:pt idx="1582">
                  <c:v>175.49876491455836</c:v>
                </c:pt>
                <c:pt idx="1583">
                  <c:v>173.22752811344833</c:v>
                </c:pt>
                <c:pt idx="1584">
                  <c:v>169.10425689775317</c:v>
                </c:pt>
                <c:pt idx="1585">
                  <c:v>162.67868230989959</c:v>
                </c:pt>
                <c:pt idx="1586">
                  <c:v>169.1318603910828</c:v>
                </c:pt>
                <c:pt idx="1587">
                  <c:v>170.39615987956185</c:v>
                </c:pt>
                <c:pt idx="1588">
                  <c:v>170.74482383787532</c:v>
                </c:pt>
                <c:pt idx="1589">
                  <c:v>173.39357053019822</c:v>
                </c:pt>
                <c:pt idx="1590">
                  <c:v>174.40972179609381</c:v>
                </c:pt>
                <c:pt idx="1591">
                  <c:v>174.82984616027781</c:v>
                </c:pt>
                <c:pt idx="1592">
                  <c:v>177.300334477517</c:v>
                </c:pt>
                <c:pt idx="1593">
                  <c:v>182.4302055683041</c:v>
                </c:pt>
                <c:pt idx="1594">
                  <c:v>182.37555389153914</c:v>
                </c:pt>
                <c:pt idx="1595">
                  <c:v>182.13512886787527</c:v>
                </c:pt>
                <c:pt idx="1596">
                  <c:v>182.62050527623018</c:v>
                </c:pt>
                <c:pt idx="1597">
                  <c:v>183.66310550200535</c:v>
                </c:pt>
                <c:pt idx="1598">
                  <c:v>186.34451502546767</c:v>
                </c:pt>
                <c:pt idx="1599">
                  <c:v>187.03229200922695</c:v>
                </c:pt>
                <c:pt idx="1600">
                  <c:v>188.51126459848638</c:v>
                </c:pt>
                <c:pt idx="1601">
                  <c:v>189.82628441170243</c:v>
                </c:pt>
                <c:pt idx="1602">
                  <c:v>190.77820268624239</c:v>
                </c:pt>
                <c:pt idx="1603">
                  <c:v>191.91955597071234</c:v>
                </c:pt>
                <c:pt idx="1604">
                  <c:v>186.47692694683423</c:v>
                </c:pt>
                <c:pt idx="1605">
                  <c:v>186.04089627333528</c:v>
                </c:pt>
                <c:pt idx="1606">
                  <c:v>186.5408437541065</c:v>
                </c:pt>
                <c:pt idx="1607">
                  <c:v>181.86098345375473</c:v>
                </c:pt>
                <c:pt idx="1608">
                  <c:v>173.05962307743329</c:v>
                </c:pt>
                <c:pt idx="1609">
                  <c:v>171.97563529941962</c:v>
                </c:pt>
                <c:pt idx="1610">
                  <c:v>174.11610500446369</c:v>
                </c:pt>
                <c:pt idx="1611">
                  <c:v>176.05133480450229</c:v>
                </c:pt>
                <c:pt idx="1612">
                  <c:v>178.08690224934188</c:v>
                </c:pt>
                <c:pt idx="1613">
                  <c:v>179.91329716553744</c:v>
                </c:pt>
                <c:pt idx="1614">
                  <c:v>179.24194639884908</c:v>
                </c:pt>
                <c:pt idx="1615">
                  <c:v>177.91304833455462</c:v>
                </c:pt>
                <c:pt idx="1616">
                  <c:v>172.587383376318</c:v>
                </c:pt>
                <c:pt idx="1617">
                  <c:v>172.99982052430076</c:v>
                </c:pt>
                <c:pt idx="1618">
                  <c:v>173.53061432195301</c:v>
                </c:pt>
                <c:pt idx="1619">
                  <c:v>168.48061043168477</c:v>
                </c:pt>
                <c:pt idx="1620">
                  <c:v>160.58021538631112</c:v>
                </c:pt>
                <c:pt idx="1621">
                  <c:v>164.37396470105239</c:v>
                </c:pt>
                <c:pt idx="1622">
                  <c:v>166.84547272144113</c:v>
                </c:pt>
                <c:pt idx="1623">
                  <c:v>165.10424160761849</c:v>
                </c:pt>
                <c:pt idx="1624">
                  <c:v>163.71129662538127</c:v>
                </c:pt>
                <c:pt idx="1625">
                  <c:v>159.23702880147411</c:v>
                </c:pt>
                <c:pt idx="1626">
                  <c:v>156.05756714341842</c:v>
                </c:pt>
                <c:pt idx="1627">
                  <c:v>158.41577595532965</c:v>
                </c:pt>
                <c:pt idx="1628">
                  <c:v>147.26486421047733</c:v>
                </c:pt>
                <c:pt idx="1629">
                  <c:v>154.33902059844351</c:v>
                </c:pt>
                <c:pt idx="1630">
                  <c:v>155.12922588438178</c:v>
                </c:pt>
                <c:pt idx="1631">
                  <c:v>155.69392220667243</c:v>
                </c:pt>
                <c:pt idx="1632">
                  <c:v>152.09396266844166</c:v>
                </c:pt>
                <c:pt idx="1633">
                  <c:v>147.43678395089773</c:v>
                </c:pt>
                <c:pt idx="1634">
                  <c:v>149.74465471238753</c:v>
                </c:pt>
                <c:pt idx="1635">
                  <c:v>153.35933988328952</c:v>
                </c:pt>
                <c:pt idx="1636">
                  <c:v>157.01741284065324</c:v>
                </c:pt>
                <c:pt idx="1637">
                  <c:v>157.78778545659071</c:v>
                </c:pt>
                <c:pt idx="1638">
                  <c:v>157.77219411602888</c:v>
                </c:pt>
                <c:pt idx="1639">
                  <c:v>155.78993660936396</c:v>
                </c:pt>
                <c:pt idx="1640">
                  <c:v>157.90374202092079</c:v>
                </c:pt>
                <c:pt idx="1641">
                  <c:v>160.80282380715889</c:v>
                </c:pt>
                <c:pt idx="1642">
                  <c:v>160.60343191459637</c:v>
                </c:pt>
                <c:pt idx="1643">
                  <c:v>160.68092596863733</c:v>
                </c:pt>
                <c:pt idx="1644">
                  <c:v>161.05303749306645</c:v>
                </c:pt>
                <c:pt idx="1645">
                  <c:v>160.59804421901592</c:v>
                </c:pt>
                <c:pt idx="1646">
                  <c:v>159.26664390534148</c:v>
                </c:pt>
                <c:pt idx="1647">
                  <c:v>160.40780488164521</c:v>
                </c:pt>
                <c:pt idx="1648">
                  <c:v>162.40545255664659</c:v>
                </c:pt>
                <c:pt idx="1649">
                  <c:v>163.44820372515551</c:v>
                </c:pt>
                <c:pt idx="1650">
                  <c:v>166.18897920671665</c:v>
                </c:pt>
                <c:pt idx="1651">
                  <c:v>168.88747006475103</c:v>
                </c:pt>
                <c:pt idx="1652">
                  <c:v>170.99233952313548</c:v>
                </c:pt>
                <c:pt idx="1653">
                  <c:v>170.00804713220737</c:v>
                </c:pt>
                <c:pt idx="1654">
                  <c:v>170.71572952227561</c:v>
                </c:pt>
                <c:pt idx="1655">
                  <c:v>170.20674465008264</c:v>
                </c:pt>
                <c:pt idx="1656">
                  <c:v>167.17903687328069</c:v>
                </c:pt>
                <c:pt idx="1657">
                  <c:v>167.25243349919094</c:v>
                </c:pt>
                <c:pt idx="1658">
                  <c:v>164.8386347512658</c:v>
                </c:pt>
                <c:pt idx="1659">
                  <c:v>164.68611229186629</c:v>
                </c:pt>
                <c:pt idx="1660">
                  <c:v>163.90325537686667</c:v>
                </c:pt>
                <c:pt idx="1661">
                  <c:v>159.09113006322264</c:v>
                </c:pt>
                <c:pt idx="1662">
                  <c:v>161.31408900374493</c:v>
                </c:pt>
                <c:pt idx="1663">
                  <c:v>160.16628717994254</c:v>
                </c:pt>
                <c:pt idx="1664">
                  <c:v>160.80141405123152</c:v>
                </c:pt>
                <c:pt idx="1665">
                  <c:v>159.34299674006161</c:v>
                </c:pt>
                <c:pt idx="1666">
                  <c:v>157.18858639412906</c:v>
                </c:pt>
                <c:pt idx="1667">
                  <c:v>153.38932738090477</c:v>
                </c:pt>
                <c:pt idx="1668">
                  <c:v>153.02618022446529</c:v>
                </c:pt>
                <c:pt idx="1669">
                  <c:v>147.87796459513621</c:v>
                </c:pt>
                <c:pt idx="1670">
                  <c:v>140.38916032266837</c:v>
                </c:pt>
                <c:pt idx="1671">
                  <c:v>136.46222771904422</c:v>
                </c:pt>
                <c:pt idx="1672">
                  <c:v>133.34992406290297</c:v>
                </c:pt>
                <c:pt idx="1673">
                  <c:v>135.01386809011117</c:v>
                </c:pt>
                <c:pt idx="1674">
                  <c:v>136.52721321509455</c:v>
                </c:pt>
                <c:pt idx="1675">
                  <c:v>140.56880989921964</c:v>
                </c:pt>
                <c:pt idx="1676">
                  <c:v>140.16616673218013</c:v>
                </c:pt>
                <c:pt idx="1677">
                  <c:v>136.1805295928005</c:v>
                </c:pt>
                <c:pt idx="1678">
                  <c:v>138.68639606286732</c:v>
                </c:pt>
                <c:pt idx="1679">
                  <c:v>136.85283914579577</c:v>
                </c:pt>
                <c:pt idx="1680">
                  <c:v>132.32073763168793</c:v>
                </c:pt>
                <c:pt idx="1681">
                  <c:v>133.14295960894748</c:v>
                </c:pt>
                <c:pt idx="1682">
                  <c:v>134.90260480526891</c:v>
                </c:pt>
                <c:pt idx="1683">
                  <c:v>139.05942828729277</c:v>
                </c:pt>
                <c:pt idx="1684">
                  <c:v>140.77120761110527</c:v>
                </c:pt>
                <c:pt idx="1685">
                  <c:v>141.35669563816802</c:v>
                </c:pt>
                <c:pt idx="1686">
                  <c:v>142.16428406738189</c:v>
                </c:pt>
                <c:pt idx="1687">
                  <c:v>140.91548127357075</c:v>
                </c:pt>
                <c:pt idx="1688">
                  <c:v>139.34182215738969</c:v>
                </c:pt>
                <c:pt idx="1689">
                  <c:v>138.42745724895389</c:v>
                </c:pt>
                <c:pt idx="1690">
                  <c:v>138.01584554830791</c:v>
                </c:pt>
                <c:pt idx="1691">
                  <c:v>138.19990613759668</c:v>
                </c:pt>
                <c:pt idx="1692">
                  <c:v>136.58970370966483</c:v>
                </c:pt>
                <c:pt idx="1693">
                  <c:v>130.77889363128048</c:v>
                </c:pt>
                <c:pt idx="1694">
                  <c:v>130.24279707304257</c:v>
                </c:pt>
                <c:pt idx="1695">
                  <c:v>130.8956776454757</c:v>
                </c:pt>
                <c:pt idx="1696">
                  <c:v>126.39978205716963</c:v>
                </c:pt>
                <c:pt idx="1697">
                  <c:v>125.38153788095389</c:v>
                </c:pt>
                <c:pt idx="1698">
                  <c:v>121.36838600759212</c:v>
                </c:pt>
                <c:pt idx="1699">
                  <c:v>125.52061843253432</c:v>
                </c:pt>
                <c:pt idx="1700">
                  <c:v>123.54934566922685</c:v>
                </c:pt>
                <c:pt idx="1701">
                  <c:v>125.08308763850503</c:v>
                </c:pt>
                <c:pt idx="1702">
                  <c:v>127.17697697371413</c:v>
                </c:pt>
                <c:pt idx="1703">
                  <c:v>129.83880803632684</c:v>
                </c:pt>
                <c:pt idx="1704">
                  <c:v>128.7258894553382</c:v>
                </c:pt>
                <c:pt idx="1705">
                  <c:v>127.60789235019341</c:v>
                </c:pt>
                <c:pt idx="1706">
                  <c:v>127.01333918078046</c:v>
                </c:pt>
                <c:pt idx="1707">
                  <c:v>127.25430379516629</c:v>
                </c:pt>
                <c:pt idx="1708">
                  <c:v>128.07389023077752</c:v>
                </c:pt>
                <c:pt idx="1709">
                  <c:v>128.01327581819984</c:v>
                </c:pt>
                <c:pt idx="1710">
                  <c:v>128.2358871279873</c:v>
                </c:pt>
                <c:pt idx="1711">
                  <c:v>130.76323719333578</c:v>
                </c:pt>
                <c:pt idx="1712">
                  <c:v>130.78739606169759</c:v>
                </c:pt>
                <c:pt idx="1713">
                  <c:v>131.75823175955932</c:v>
                </c:pt>
                <c:pt idx="1714">
                  <c:v>130.82787229578844</c:v>
                </c:pt>
                <c:pt idx="1715">
                  <c:v>131.0848847815578</c:v>
                </c:pt>
                <c:pt idx="1716">
                  <c:v>129.24422525191338</c:v>
                </c:pt>
                <c:pt idx="1717">
                  <c:v>129.68496400986007</c:v>
                </c:pt>
                <c:pt idx="1718">
                  <c:v>132.95958591893501</c:v>
                </c:pt>
                <c:pt idx="1719">
                  <c:v>133.98746188008266</c:v>
                </c:pt>
                <c:pt idx="1720">
                  <c:v>135.01496696129757</c:v>
                </c:pt>
                <c:pt idx="1721">
                  <c:v>135.62982034653098</c:v>
                </c:pt>
                <c:pt idx="1722">
                  <c:v>134.94811972099131</c:v>
                </c:pt>
                <c:pt idx="1723">
                  <c:v>133.03446901923598</c:v>
                </c:pt>
                <c:pt idx="1724">
                  <c:v>132.87075052072481</c:v>
                </c:pt>
                <c:pt idx="1725">
                  <c:v>134.2637405736576</c:v>
                </c:pt>
                <c:pt idx="1726">
                  <c:v>137.10079867346272</c:v>
                </c:pt>
                <c:pt idx="1727">
                  <c:v>140.01726885455605</c:v>
                </c:pt>
                <c:pt idx="1728">
                  <c:v>142.01520787285901</c:v>
                </c:pt>
                <c:pt idx="1729">
                  <c:v>140.90990549977874</c:v>
                </c:pt>
                <c:pt idx="1730">
                  <c:v>139.16166352989174</c:v>
                </c:pt>
                <c:pt idx="1731">
                  <c:v>139.83147915119949</c:v>
                </c:pt>
                <c:pt idx="1732">
                  <c:v>139.49063570049239</c:v>
                </c:pt>
                <c:pt idx="1733">
                  <c:v>139.13053636263703</c:v>
                </c:pt>
                <c:pt idx="1734">
                  <c:v>140.34780221494711</c:v>
                </c:pt>
                <c:pt idx="1735">
                  <c:v>141.68773224904263</c:v>
                </c:pt>
                <c:pt idx="1736">
                  <c:v>142.86393235679142</c:v>
                </c:pt>
                <c:pt idx="1737">
                  <c:v>138.30177108520675</c:v>
                </c:pt>
                <c:pt idx="1738">
                  <c:v>139.84454522170671</c:v>
                </c:pt>
                <c:pt idx="1739">
                  <c:v>141.16215050797089</c:v>
                </c:pt>
                <c:pt idx="1740">
                  <c:v>141.65487303227937</c:v>
                </c:pt>
                <c:pt idx="1741">
                  <c:v>142.58305601071521</c:v>
                </c:pt>
                <c:pt idx="1742">
                  <c:v>140.86007021261096</c:v>
                </c:pt>
                <c:pt idx="1743">
                  <c:v>143.29945108998169</c:v>
                </c:pt>
                <c:pt idx="1744">
                  <c:v>144.05779820709154</c:v>
                </c:pt>
                <c:pt idx="1745">
                  <c:v>143.10192842385999</c:v>
                </c:pt>
                <c:pt idx="1746">
                  <c:v>144.80345909233611</c:v>
                </c:pt>
                <c:pt idx="1747">
                  <c:v>146.11899585832094</c:v>
                </c:pt>
                <c:pt idx="1748">
                  <c:v>147.98120336158334</c:v>
                </c:pt>
                <c:pt idx="1749">
                  <c:v>148.13716162825753</c:v>
                </c:pt>
                <c:pt idx="1750">
                  <c:v>150.02627256842678</c:v>
                </c:pt>
                <c:pt idx="1751">
                  <c:v>151.42562447020248</c:v>
                </c:pt>
                <c:pt idx="1752">
                  <c:v>150.32795799965862</c:v>
                </c:pt>
                <c:pt idx="1753">
                  <c:v>150.30312775149892</c:v>
                </c:pt>
                <c:pt idx="1754">
                  <c:v>146.02366821550268</c:v>
                </c:pt>
                <c:pt idx="1755">
                  <c:v>144.92286657076855</c:v>
                </c:pt>
                <c:pt idx="1756">
                  <c:v>146.50783470471316</c:v>
                </c:pt>
                <c:pt idx="1757">
                  <c:v>144.55880682302177</c:v>
                </c:pt>
                <c:pt idx="1758">
                  <c:v>143.97927440257254</c:v>
                </c:pt>
                <c:pt idx="1759">
                  <c:v>140.70265117345309</c:v>
                </c:pt>
                <c:pt idx="1760">
                  <c:v>134.80897192173617</c:v>
                </c:pt>
                <c:pt idx="1761">
                  <c:v>135.48672411137258</c:v>
                </c:pt>
                <c:pt idx="1762">
                  <c:v>133.88187588606232</c:v>
                </c:pt>
                <c:pt idx="1763">
                  <c:v>134.78898405987681</c:v>
                </c:pt>
                <c:pt idx="1764">
                  <c:v>137.45629405213339</c:v>
                </c:pt>
                <c:pt idx="1765">
                  <c:v>136.22767991220218</c:v>
                </c:pt>
                <c:pt idx="1766">
                  <c:v>139.16480425164892</c:v>
                </c:pt>
                <c:pt idx="1767">
                  <c:v>140.41814209854599</c:v>
                </c:pt>
                <c:pt idx="1768">
                  <c:v>139.56196499606546</c:v>
                </c:pt>
                <c:pt idx="1769">
                  <c:v>138.92078769639636</c:v>
                </c:pt>
                <c:pt idx="1770">
                  <c:v>137.92172741678391</c:v>
                </c:pt>
                <c:pt idx="1771">
                  <c:v>136.96986491961053</c:v>
                </c:pt>
                <c:pt idx="1772">
                  <c:v>137.1668959651185</c:v>
                </c:pt>
                <c:pt idx="1773">
                  <c:v>137.75376113051439</c:v>
                </c:pt>
                <c:pt idx="1774">
                  <c:v>139.09461200693261</c:v>
                </c:pt>
                <c:pt idx="1775">
                  <c:v>139.17372335444358</c:v>
                </c:pt>
                <c:pt idx="1776">
                  <c:v>137.94132262532077</c:v>
                </c:pt>
                <c:pt idx="1777">
                  <c:v>138.31696198422631</c:v>
                </c:pt>
                <c:pt idx="1778">
                  <c:v>139.60004935623516</c:v>
                </c:pt>
                <c:pt idx="1779">
                  <c:v>139.58465263153329</c:v>
                </c:pt>
                <c:pt idx="1780">
                  <c:v>140.79918884780508</c:v>
                </c:pt>
                <c:pt idx="1781">
                  <c:v>139.57312212277094</c:v>
                </c:pt>
                <c:pt idx="1782">
                  <c:v>139.09074771023458</c:v>
                </c:pt>
                <c:pt idx="1783">
                  <c:v>139.22851221930625</c:v>
                </c:pt>
                <c:pt idx="1784">
                  <c:v>140.34560279542876</c:v>
                </c:pt>
                <c:pt idx="1785">
                  <c:v>142.05169176272335</c:v>
                </c:pt>
                <c:pt idx="1786">
                  <c:v>142.52794430577475</c:v>
                </c:pt>
                <c:pt idx="1787">
                  <c:v>140.43106642514999</c:v>
                </c:pt>
                <c:pt idx="1788">
                  <c:v>142.87666912687811</c:v>
                </c:pt>
                <c:pt idx="1789">
                  <c:v>142.5333995555338</c:v>
                </c:pt>
                <c:pt idx="1790">
                  <c:v>141.54134626452949</c:v>
                </c:pt>
                <c:pt idx="1791">
                  <c:v>140.54380951530686</c:v>
                </c:pt>
                <c:pt idx="1792">
                  <c:v>139.70843255265274</c:v>
                </c:pt>
                <c:pt idx="1793">
                  <c:v>139.91749828845809</c:v>
                </c:pt>
                <c:pt idx="1794">
                  <c:v>139.95636233604873</c:v>
                </c:pt>
                <c:pt idx="1795">
                  <c:v>140.63274899953177</c:v>
                </c:pt>
                <c:pt idx="1796">
                  <c:v>141.34887853459176</c:v>
                </c:pt>
                <c:pt idx="1797">
                  <c:v>142.93132890537782</c:v>
                </c:pt>
                <c:pt idx="1798">
                  <c:v>144.80423391994907</c:v>
                </c:pt>
                <c:pt idx="1799">
                  <c:v>144.07804428635711</c:v>
                </c:pt>
                <c:pt idx="1800">
                  <c:v>145.15423590710057</c:v>
                </c:pt>
                <c:pt idx="1801">
                  <c:v>146.58585544647647</c:v>
                </c:pt>
                <c:pt idx="1802">
                  <c:v>147.42468643217802</c:v>
                </c:pt>
                <c:pt idx="1803">
                  <c:v>147.31758397711718</c:v>
                </c:pt>
                <c:pt idx="1804">
                  <c:v>145.837485229652</c:v>
                </c:pt>
                <c:pt idx="1805">
                  <c:v>144.52385650375075</c:v>
                </c:pt>
                <c:pt idx="1806">
                  <c:v>145.45166408227394</c:v>
                </c:pt>
                <c:pt idx="1807">
                  <c:v>143.98018680558818</c:v>
                </c:pt>
                <c:pt idx="1808">
                  <c:v>144.01397806697076</c:v>
                </c:pt>
                <c:pt idx="1809">
                  <c:v>144.50357332499021</c:v>
                </c:pt>
                <c:pt idx="1810">
                  <c:v>145.8782408115986</c:v>
                </c:pt>
                <c:pt idx="1811">
                  <c:v>145.10649301664969</c:v>
                </c:pt>
                <c:pt idx="1812">
                  <c:v>143.60710468691886</c:v>
                </c:pt>
                <c:pt idx="1813">
                  <c:v>144.58497729857385</c:v>
                </c:pt>
                <c:pt idx="1814">
                  <c:v>143.69536997297718</c:v>
                </c:pt>
                <c:pt idx="1815">
                  <c:v>140.49835682687549</c:v>
                </c:pt>
                <c:pt idx="1816">
                  <c:v>138.41170485009764</c:v>
                </c:pt>
                <c:pt idx="1817">
                  <c:v>131.55855625717049</c:v>
                </c:pt>
                <c:pt idx="1818">
                  <c:v>136.57372879832982</c:v>
                </c:pt>
                <c:pt idx="1819">
                  <c:v>138.19554720044158</c:v>
                </c:pt>
                <c:pt idx="1820">
                  <c:v>138.09955618194203</c:v>
                </c:pt>
                <c:pt idx="1821">
                  <c:v>138.38394748301906</c:v>
                </c:pt>
                <c:pt idx="1822">
                  <c:v>139.42050721263729</c:v>
                </c:pt>
                <c:pt idx="1823">
                  <c:v>140.38471550293875</c:v>
                </c:pt>
                <c:pt idx="1824">
                  <c:v>140.91558893008281</c:v>
                </c:pt>
                <c:pt idx="1825">
                  <c:v>139.36746636311423</c:v>
                </c:pt>
                <c:pt idx="1826">
                  <c:v>139.76588241588675</c:v>
                </c:pt>
                <c:pt idx="1827">
                  <c:v>138.7337176305785</c:v>
                </c:pt>
                <c:pt idx="1828">
                  <c:v>139.95662595313817</c:v>
                </c:pt>
                <c:pt idx="1829">
                  <c:v>139.39435776019204</c:v>
                </c:pt>
                <c:pt idx="1830">
                  <c:v>140.194776066657</c:v>
                </c:pt>
                <c:pt idx="1831">
                  <c:v>140.16694578894587</c:v>
                </c:pt>
                <c:pt idx="1832">
                  <c:v>141.06799986126691</c:v>
                </c:pt>
                <c:pt idx="1833">
                  <c:v>140.96958744675803</c:v>
                </c:pt>
                <c:pt idx="1834">
                  <c:v>140.32623356935889</c:v>
                </c:pt>
                <c:pt idx="1835">
                  <c:v>140.6256200997399</c:v>
                </c:pt>
                <c:pt idx="1836">
                  <c:v>140.43784373500469</c:v>
                </c:pt>
                <c:pt idx="1837">
                  <c:v>139.74546475860305</c:v>
                </c:pt>
                <c:pt idx="1838">
                  <c:v>138.67167290953341</c:v>
                </c:pt>
                <c:pt idx="1839">
                  <c:v>137.02819248242369</c:v>
                </c:pt>
                <c:pt idx="1840">
                  <c:v>134.57046255363719</c:v>
                </c:pt>
                <c:pt idx="1841">
                  <c:v>134.24695781039978</c:v>
                </c:pt>
                <c:pt idx="1842">
                  <c:v>138.01337389020483</c:v>
                </c:pt>
                <c:pt idx="1843">
                  <c:v>136.24569788618055</c:v>
                </c:pt>
                <c:pt idx="1844">
                  <c:v>136.87712554508275</c:v>
                </c:pt>
                <c:pt idx="1845">
                  <c:v>135.94493208650513</c:v>
                </c:pt>
                <c:pt idx="1846">
                  <c:v>136.30720655161556</c:v>
                </c:pt>
                <c:pt idx="1847">
                  <c:v>134.95004755917367</c:v>
                </c:pt>
                <c:pt idx="1848">
                  <c:v>136.1229679740629</c:v>
                </c:pt>
                <c:pt idx="1849">
                  <c:v>136.17363157293107</c:v>
                </c:pt>
                <c:pt idx="1850">
                  <c:v>136.96389120376045</c:v>
                </c:pt>
                <c:pt idx="1851">
                  <c:v>134.76940286535108</c:v>
                </c:pt>
                <c:pt idx="1852">
                  <c:v>134.2141764318535</c:v>
                </c:pt>
                <c:pt idx="1853">
                  <c:v>134.38145284421901</c:v>
                </c:pt>
                <c:pt idx="1854">
                  <c:v>136.07134255081465</c:v>
                </c:pt>
                <c:pt idx="1855">
                  <c:v>135.02324793450347</c:v>
                </c:pt>
                <c:pt idx="1856">
                  <c:v>134.55943281584936</c:v>
                </c:pt>
                <c:pt idx="1857">
                  <c:v>134.1602520157395</c:v>
                </c:pt>
                <c:pt idx="1858">
                  <c:v>132.49065194698653</c:v>
                </c:pt>
                <c:pt idx="1859">
                  <c:v>132.51701587300209</c:v>
                </c:pt>
                <c:pt idx="1860">
                  <c:v>132.32095525331144</c:v>
                </c:pt>
                <c:pt idx="1861">
                  <c:v>130.56494164021507</c:v>
                </c:pt>
                <c:pt idx="1862">
                  <c:v>131.46903099963555</c:v>
                </c:pt>
                <c:pt idx="1863">
                  <c:v>133.20725103817989</c:v>
                </c:pt>
                <c:pt idx="1864">
                  <c:v>134.75903473891202</c:v>
                </c:pt>
                <c:pt idx="1865">
                  <c:v>137.13676873216249</c:v>
                </c:pt>
                <c:pt idx="1866">
                  <c:v>136.85174625471026</c:v>
                </c:pt>
                <c:pt idx="1867">
                  <c:v>136.39816571973552</c:v>
                </c:pt>
                <c:pt idx="1868">
                  <c:v>135.01860943835834</c:v>
                </c:pt>
                <c:pt idx="1869">
                  <c:v>132.16450953229278</c:v>
                </c:pt>
                <c:pt idx="1870">
                  <c:v>130.35836523519774</c:v>
                </c:pt>
                <c:pt idx="1871">
                  <c:v>130.67969613594838</c:v>
                </c:pt>
                <c:pt idx="1872">
                  <c:v>129.69809969285996</c:v>
                </c:pt>
                <c:pt idx="1873">
                  <c:v>129.59865343840451</c:v>
                </c:pt>
                <c:pt idx="1874">
                  <c:v>130.17067797168994</c:v>
                </c:pt>
                <c:pt idx="1875">
                  <c:v>130.88004713791182</c:v>
                </c:pt>
                <c:pt idx="1876">
                  <c:v>131.14782015952042</c:v>
                </c:pt>
                <c:pt idx="1877">
                  <c:v>128.83343838224621</c:v>
                </c:pt>
                <c:pt idx="1878">
                  <c:v>125.6685811185453</c:v>
                </c:pt>
                <c:pt idx="1879">
                  <c:v>127.60679186133002</c:v>
                </c:pt>
                <c:pt idx="1880">
                  <c:v>130.58495072956995</c:v>
                </c:pt>
                <c:pt idx="1881">
                  <c:v>131.84131647249103</c:v>
                </c:pt>
                <c:pt idx="1882">
                  <c:v>133.69380726074934</c:v>
                </c:pt>
                <c:pt idx="1883">
                  <c:v>133.95198270747696</c:v>
                </c:pt>
                <c:pt idx="1884">
                  <c:v>134.69128167815902</c:v>
                </c:pt>
                <c:pt idx="1885">
                  <c:v>135.23303786652701</c:v>
                </c:pt>
                <c:pt idx="1886">
                  <c:v>135.92087301348036</c:v>
                </c:pt>
                <c:pt idx="1887">
                  <c:v>135.71043123022346</c:v>
                </c:pt>
                <c:pt idx="1888">
                  <c:v>135.84257910491436</c:v>
                </c:pt>
                <c:pt idx="1889">
                  <c:v>135.40276530633508</c:v>
                </c:pt>
                <c:pt idx="1890">
                  <c:v>136.37937527803948</c:v>
                </c:pt>
                <c:pt idx="1891">
                  <c:v>137.32363578332192</c:v>
                </c:pt>
                <c:pt idx="1892">
                  <c:v>137.92636593856651</c:v>
                </c:pt>
                <c:pt idx="1893">
                  <c:v>139.47856442600107</c:v>
                </c:pt>
                <c:pt idx="1894">
                  <c:v>140.41835875426321</c:v>
                </c:pt>
                <c:pt idx="1895">
                  <c:v>141.41975142283934</c:v>
                </c:pt>
                <c:pt idx="1896">
                  <c:v>142.49381650693448</c:v>
                </c:pt>
                <c:pt idx="1897">
                  <c:v>141.33103744809739</c:v>
                </c:pt>
                <c:pt idx="1898">
                  <c:v>142.60872240858629</c:v>
                </c:pt>
                <c:pt idx="1899">
                  <c:v>142.27307889080325</c:v>
                </c:pt>
                <c:pt idx="1900">
                  <c:v>142.99093811592905</c:v>
                </c:pt>
                <c:pt idx="1901">
                  <c:v>141.72079416802094</c:v>
                </c:pt>
                <c:pt idx="1902">
                  <c:v>142.65805932385763</c:v>
                </c:pt>
                <c:pt idx="1903">
                  <c:v>142.65338615421732</c:v>
                </c:pt>
                <c:pt idx="1904">
                  <c:v>143.2373528980045</c:v>
                </c:pt>
                <c:pt idx="1905">
                  <c:v>142.364691895509</c:v>
                </c:pt>
                <c:pt idx="1906">
                  <c:v>142.00918881785569</c:v>
                </c:pt>
                <c:pt idx="1907">
                  <c:v>142.62258154393317</c:v>
                </c:pt>
                <c:pt idx="1908">
                  <c:v>142.65351461428585</c:v>
                </c:pt>
                <c:pt idx="1909">
                  <c:v>142.80005019444772</c:v>
                </c:pt>
                <c:pt idx="1910">
                  <c:v>142.87613790120582</c:v>
                </c:pt>
                <c:pt idx="1911">
                  <c:v>143.68557151349256</c:v>
                </c:pt>
                <c:pt idx="1912">
                  <c:v>144.11329257785329</c:v>
                </c:pt>
                <c:pt idx="1913">
                  <c:v>144.39852673012584</c:v>
                </c:pt>
                <c:pt idx="1914">
                  <c:v>145.98676555008083</c:v>
                </c:pt>
                <c:pt idx="1915">
                  <c:v>147.87211427845861</c:v>
                </c:pt>
                <c:pt idx="1916">
                  <c:v>148.86771522954325</c:v>
                </c:pt>
                <c:pt idx="1917">
                  <c:v>148.93862869735591</c:v>
                </c:pt>
                <c:pt idx="1918">
                  <c:v>149.63286722334334</c:v>
                </c:pt>
                <c:pt idx="1919">
                  <c:v>151.8427073743471</c:v>
                </c:pt>
                <c:pt idx="1920">
                  <c:v>150.31750334085157</c:v>
                </c:pt>
                <c:pt idx="1921">
                  <c:v>150.13850771981788</c:v>
                </c:pt>
                <c:pt idx="1922">
                  <c:v>152.85089129117165</c:v>
                </c:pt>
                <c:pt idx="1923">
                  <c:v>153.18284329518266</c:v>
                </c:pt>
                <c:pt idx="1924">
                  <c:v>153.63347335187552</c:v>
                </c:pt>
                <c:pt idx="1925">
                  <c:v>155.73071038879721</c:v>
                </c:pt>
                <c:pt idx="1926">
                  <c:v>156.14611794455709</c:v>
                </c:pt>
                <c:pt idx="1927">
                  <c:v>156.50885510918039</c:v>
                </c:pt>
                <c:pt idx="1928">
                  <c:v>156.65302453713466</c:v>
                </c:pt>
                <c:pt idx="1929">
                  <c:v>155.80249762886064</c:v>
                </c:pt>
                <c:pt idx="1930">
                  <c:v>153.7283301143587</c:v>
                </c:pt>
                <c:pt idx="1931">
                  <c:v>154.82703026742746</c:v>
                </c:pt>
                <c:pt idx="1932">
                  <c:v>155.77316813390081</c:v>
                </c:pt>
                <c:pt idx="1933">
                  <c:v>158.90927329730795</c:v>
                </c:pt>
                <c:pt idx="1934">
                  <c:v>159.29965682688683</c:v>
                </c:pt>
                <c:pt idx="1935">
                  <c:v>160.08392093653268</c:v>
                </c:pt>
                <c:pt idx="1936">
                  <c:v>160.79361424654022</c:v>
                </c:pt>
                <c:pt idx="1937">
                  <c:v>159.66487657553083</c:v>
                </c:pt>
                <c:pt idx="1938">
                  <c:v>158.82345282855263</c:v>
                </c:pt>
                <c:pt idx="1939">
                  <c:v>161.37922470694932</c:v>
                </c:pt>
                <c:pt idx="1940">
                  <c:v>162.74260813002545</c:v>
                </c:pt>
                <c:pt idx="1941">
                  <c:v>161.43140292399903</c:v>
                </c:pt>
                <c:pt idx="1942">
                  <c:v>163.75224087575751</c:v>
                </c:pt>
                <c:pt idx="1943">
                  <c:v>165.11283437102261</c:v>
                </c:pt>
                <c:pt idx="1944">
                  <c:v>163.76212734916737</c:v>
                </c:pt>
                <c:pt idx="1945">
                  <c:v>164.92273726612109</c:v>
                </c:pt>
                <c:pt idx="1946">
                  <c:v>165.65061415414468</c:v>
                </c:pt>
                <c:pt idx="1947">
                  <c:v>166.89167772165413</c:v>
                </c:pt>
                <c:pt idx="1948">
                  <c:v>167.70112673779687</c:v>
                </c:pt>
                <c:pt idx="1949">
                  <c:v>167.74984400940258</c:v>
                </c:pt>
                <c:pt idx="1950">
                  <c:v>167.67350869967268</c:v>
                </c:pt>
                <c:pt idx="1951">
                  <c:v>167.66187168222783</c:v>
                </c:pt>
                <c:pt idx="1952">
                  <c:v>167.45473160484934</c:v>
                </c:pt>
                <c:pt idx="1953">
                  <c:v>168.93179592719042</c:v>
                </c:pt>
                <c:pt idx="1954">
                  <c:v>170.01308605742307</c:v>
                </c:pt>
                <c:pt idx="1955">
                  <c:v>166.80883601492084</c:v>
                </c:pt>
                <c:pt idx="1956">
                  <c:v>166.63908360532156</c:v>
                </c:pt>
                <c:pt idx="1957">
                  <c:v>167.74139542708477</c:v>
                </c:pt>
                <c:pt idx="1958">
                  <c:v>168.22891163680947</c:v>
                </c:pt>
                <c:pt idx="1959">
                  <c:v>168.57355185516201</c:v>
                </c:pt>
                <c:pt idx="1960">
                  <c:v>169.52538122421211</c:v>
                </c:pt>
                <c:pt idx="1961">
                  <c:v>168.69198292852755</c:v>
                </c:pt>
                <c:pt idx="1962">
                  <c:v>168.4995652012357</c:v>
                </c:pt>
                <c:pt idx="1963">
                  <c:v>167.7533695875959</c:v>
                </c:pt>
                <c:pt idx="1964">
                  <c:v>166.94039689269013</c:v>
                </c:pt>
                <c:pt idx="1965">
                  <c:v>167.94124880143744</c:v>
                </c:pt>
                <c:pt idx="1966">
                  <c:v>169.40519075289276</c:v>
                </c:pt>
                <c:pt idx="1967">
                  <c:v>171.24394418222872</c:v>
                </c:pt>
                <c:pt idx="1968">
                  <c:v>171.407678964886</c:v>
                </c:pt>
                <c:pt idx="1969">
                  <c:v>170.49870906343619</c:v>
                </c:pt>
                <c:pt idx="1970">
                  <c:v>171.84025283588662</c:v>
                </c:pt>
                <c:pt idx="1971">
                  <c:v>172.6902442976909</c:v>
                </c:pt>
                <c:pt idx="1972">
                  <c:v>174.21495728736431</c:v>
                </c:pt>
                <c:pt idx="1973">
                  <c:v>175.81837644558124</c:v>
                </c:pt>
                <c:pt idx="1974">
                  <c:v>177.89827873282383</c:v>
                </c:pt>
                <c:pt idx="1975">
                  <c:v>180.25800950280254</c:v>
                </c:pt>
                <c:pt idx="1976">
                  <c:v>181.16133517501027</c:v>
                </c:pt>
                <c:pt idx="1977">
                  <c:v>181.10910722896071</c:v>
                </c:pt>
                <c:pt idx="1978">
                  <c:v>181.75284575816667</c:v>
                </c:pt>
                <c:pt idx="1979">
                  <c:v>182.92120813825559</c:v>
                </c:pt>
                <c:pt idx="1980">
                  <c:v>185.96923759000157</c:v>
                </c:pt>
                <c:pt idx="1981">
                  <c:v>178.14328951519025</c:v>
                </c:pt>
                <c:pt idx="1982">
                  <c:v>180.00298216159268</c:v>
                </c:pt>
                <c:pt idx="1983">
                  <c:v>182.31772287199888</c:v>
                </c:pt>
                <c:pt idx="1984">
                  <c:v>182.88323060052292</c:v>
                </c:pt>
                <c:pt idx="1985">
                  <c:v>179.86789440423746</c:v>
                </c:pt>
                <c:pt idx="1986">
                  <c:v>177.68604956988182</c:v>
                </c:pt>
                <c:pt idx="1987">
                  <c:v>178.57691095554964</c:v>
                </c:pt>
                <c:pt idx="1988">
                  <c:v>178.3320737470992</c:v>
                </c:pt>
                <c:pt idx="1989">
                  <c:v>179.04791546881015</c:v>
                </c:pt>
                <c:pt idx="1990">
                  <c:v>180.83785268432908</c:v>
                </c:pt>
                <c:pt idx="1991">
                  <c:v>180.47287689281421</c:v>
                </c:pt>
                <c:pt idx="1992">
                  <c:v>181.6410669573624</c:v>
                </c:pt>
                <c:pt idx="1993">
                  <c:v>183.09928788274809</c:v>
                </c:pt>
                <c:pt idx="1994">
                  <c:v>179.84583129472938</c:v>
                </c:pt>
                <c:pt idx="1995">
                  <c:v>181.96639662216666</c:v>
                </c:pt>
                <c:pt idx="1996">
                  <c:v>183.53080889336354</c:v>
                </c:pt>
                <c:pt idx="1997">
                  <c:v>184.84620346056687</c:v>
                </c:pt>
                <c:pt idx="1998">
                  <c:v>183.87048451721898</c:v>
                </c:pt>
                <c:pt idx="1999">
                  <c:v>184.53631260004181</c:v>
                </c:pt>
                <c:pt idx="2000">
                  <c:v>186.16915292557937</c:v>
                </c:pt>
                <c:pt idx="2001">
                  <c:v>185.53108701371721</c:v>
                </c:pt>
                <c:pt idx="2002">
                  <c:v>185.77931233847099</c:v>
                </c:pt>
                <c:pt idx="2003">
                  <c:v>184.47713553436236</c:v>
                </c:pt>
                <c:pt idx="2004">
                  <c:v>177.93117587071222</c:v>
                </c:pt>
                <c:pt idx="2005">
                  <c:v>176.72137983164447</c:v>
                </c:pt>
                <c:pt idx="2006">
                  <c:v>180.24992171825187</c:v>
                </c:pt>
                <c:pt idx="2007">
                  <c:v>180.47940527620264</c:v>
                </c:pt>
                <c:pt idx="2008">
                  <c:v>180.3631995503103</c:v>
                </c:pt>
                <c:pt idx="2009">
                  <c:v>180.20022182689658</c:v>
                </c:pt>
                <c:pt idx="2010">
                  <c:v>182.65824935102401</c:v>
                </c:pt>
                <c:pt idx="2011">
                  <c:v>184.86190911691099</c:v>
                </c:pt>
                <c:pt idx="2012">
                  <c:v>187.52528446269571</c:v>
                </c:pt>
                <c:pt idx="2013">
                  <c:v>188.82491004531667</c:v>
                </c:pt>
                <c:pt idx="2014">
                  <c:v>190.13385557360209</c:v>
                </c:pt>
                <c:pt idx="2015">
                  <c:v>189.65089100411882</c:v>
                </c:pt>
                <c:pt idx="2016">
                  <c:v>190.37053027692178</c:v>
                </c:pt>
                <c:pt idx="2017">
                  <c:v>192.54270172719794</c:v>
                </c:pt>
                <c:pt idx="2018">
                  <c:v>193.92308492613049</c:v>
                </c:pt>
                <c:pt idx="2019">
                  <c:v>197.81832745019867</c:v>
                </c:pt>
                <c:pt idx="2020">
                  <c:v>197.93958302936764</c:v>
                </c:pt>
                <c:pt idx="2021">
                  <c:v>197.65302364252932</c:v>
                </c:pt>
                <c:pt idx="2022">
                  <c:v>197.40211366534191</c:v>
                </c:pt>
                <c:pt idx="2023">
                  <c:v>195.03250389812803</c:v>
                </c:pt>
                <c:pt idx="2024">
                  <c:v>196.39374741965045</c:v>
                </c:pt>
                <c:pt idx="2025">
                  <c:v>197.45118854022115</c:v>
                </c:pt>
                <c:pt idx="2026">
                  <c:v>199.66458338280631</c:v>
                </c:pt>
                <c:pt idx="2027">
                  <c:v>201.86028443126003</c:v>
                </c:pt>
                <c:pt idx="2028">
                  <c:v>202.80352768066319</c:v>
                </c:pt>
                <c:pt idx="2029">
                  <c:v>205.68953078905841</c:v>
                </c:pt>
                <c:pt idx="2030">
                  <c:v>205.77369232188605</c:v>
                </c:pt>
                <c:pt idx="2031">
                  <c:v>206.64330157545029</c:v>
                </c:pt>
                <c:pt idx="2032">
                  <c:v>207.38759307232306</c:v>
                </c:pt>
                <c:pt idx="2033">
                  <c:v>205.12901471600748</c:v>
                </c:pt>
                <c:pt idx="2034">
                  <c:v>206.81486025111414</c:v>
                </c:pt>
                <c:pt idx="2035">
                  <c:v>206.88681321318845</c:v>
                </c:pt>
                <c:pt idx="2036">
                  <c:v>208.65911185867145</c:v>
                </c:pt>
                <c:pt idx="2037">
                  <c:v>210.54293634836924</c:v>
                </c:pt>
                <c:pt idx="2038">
                  <c:v>212.47011167413493</c:v>
                </c:pt>
                <c:pt idx="2039">
                  <c:v>214.07316221944856</c:v>
                </c:pt>
                <c:pt idx="2040">
                  <c:v>213.40670167088842</c:v>
                </c:pt>
                <c:pt idx="2041">
                  <c:v>205.71711116920696</c:v>
                </c:pt>
                <c:pt idx="2042">
                  <c:v>209.41261477522474</c:v>
                </c:pt>
                <c:pt idx="2043">
                  <c:v>212.91139136867994</c:v>
                </c:pt>
                <c:pt idx="2044">
                  <c:v>214.59234393741821</c:v>
                </c:pt>
                <c:pt idx="2045">
                  <c:v>215.90973170121305</c:v>
                </c:pt>
                <c:pt idx="2046">
                  <c:v>217.08525790386335</c:v>
                </c:pt>
                <c:pt idx="2047">
                  <c:v>216.42552473268753</c:v>
                </c:pt>
                <c:pt idx="2048">
                  <c:v>216.42008525724557</c:v>
                </c:pt>
                <c:pt idx="2049">
                  <c:v>218.62624575791062</c:v>
                </c:pt>
                <c:pt idx="2050">
                  <c:v>220.37510300181472</c:v>
                </c:pt>
                <c:pt idx="2051">
                  <c:v>219.28329470633116</c:v>
                </c:pt>
                <c:pt idx="2052">
                  <c:v>220.08367861660554</c:v>
                </c:pt>
                <c:pt idx="2053">
                  <c:v>219.68673939582894</c:v>
                </c:pt>
                <c:pt idx="2054">
                  <c:v>221.53621907328125</c:v>
                </c:pt>
                <c:pt idx="2055">
                  <c:v>222.3876116203563</c:v>
                </c:pt>
                <c:pt idx="2056">
                  <c:v>222.28255975120072</c:v>
                </c:pt>
                <c:pt idx="2057">
                  <c:v>219.2018420770209</c:v>
                </c:pt>
                <c:pt idx="2058">
                  <c:v>218.82314999095647</c:v>
                </c:pt>
                <c:pt idx="2059">
                  <c:v>221.65545620893792</c:v>
                </c:pt>
                <c:pt idx="2060">
                  <c:v>215.34283283375109</c:v>
                </c:pt>
                <c:pt idx="2061">
                  <c:v>218.93028497703565</c:v>
                </c:pt>
                <c:pt idx="2062">
                  <c:v>220.11488522941957</c:v>
                </c:pt>
                <c:pt idx="2063">
                  <c:v>223.29689621728497</c:v>
                </c:pt>
                <c:pt idx="2064">
                  <c:v>223.88220047947436</c:v>
                </c:pt>
                <c:pt idx="2065">
                  <c:v>229.02327910974813</c:v>
                </c:pt>
                <c:pt idx="2066">
                  <c:v>230.81300974264244</c:v>
                </c:pt>
                <c:pt idx="2067">
                  <c:v>233.29168380544152</c:v>
                </c:pt>
                <c:pt idx="2068">
                  <c:v>233.36325041153123</c:v>
                </c:pt>
                <c:pt idx="2069">
                  <c:v>235.118561422819</c:v>
                </c:pt>
                <c:pt idx="2070">
                  <c:v>237.0354210632089</c:v>
                </c:pt>
                <c:pt idx="2071">
                  <c:v>236.10261150558344</c:v>
                </c:pt>
                <c:pt idx="2072">
                  <c:v>232.72278927890048</c:v>
                </c:pt>
                <c:pt idx="2073">
                  <c:v>223.40368465016036</c:v>
                </c:pt>
                <c:pt idx="2074">
                  <c:v>223.72197680865978</c:v>
                </c:pt>
                <c:pt idx="2075">
                  <c:v>227.14574251648543</c:v>
                </c:pt>
                <c:pt idx="2076">
                  <c:v>230.3409875109553</c:v>
                </c:pt>
                <c:pt idx="2077">
                  <c:v>231.53959607693119</c:v>
                </c:pt>
                <c:pt idx="2078">
                  <c:v>232.45894867837288</c:v>
                </c:pt>
                <c:pt idx="2079">
                  <c:v>231.41697580866563</c:v>
                </c:pt>
                <c:pt idx="2080">
                  <c:v>229.25588667112194</c:v>
                </c:pt>
                <c:pt idx="2081">
                  <c:v>230.71763234607047</c:v>
                </c:pt>
                <c:pt idx="2082">
                  <c:v>231.69216683640454</c:v>
                </c:pt>
                <c:pt idx="2083">
                  <c:v>231.09224387007148</c:v>
                </c:pt>
                <c:pt idx="2084">
                  <c:v>231.71403455431712</c:v>
                </c:pt>
                <c:pt idx="2085">
                  <c:v>227.31482319696403</c:v>
                </c:pt>
                <c:pt idx="2086">
                  <c:v>228.73651377819675</c:v>
                </c:pt>
                <c:pt idx="2087">
                  <c:v>231.51335976455653</c:v>
                </c:pt>
                <c:pt idx="2088">
                  <c:v>230.40763994536741</c:v>
                </c:pt>
                <c:pt idx="2089">
                  <c:v>227.46829227973319</c:v>
                </c:pt>
                <c:pt idx="2090">
                  <c:v>223.05981734738728</c:v>
                </c:pt>
                <c:pt idx="2091">
                  <c:v>225.30790352566629</c:v>
                </c:pt>
                <c:pt idx="2092">
                  <c:v>221.10279115573903</c:v>
                </c:pt>
                <c:pt idx="2093">
                  <c:v>216.54754646427958</c:v>
                </c:pt>
                <c:pt idx="2094">
                  <c:v>204.72111540167009</c:v>
                </c:pt>
                <c:pt idx="2095">
                  <c:v>211.86980492655923</c:v>
                </c:pt>
                <c:pt idx="2096">
                  <c:v>212.6490958520904</c:v>
                </c:pt>
                <c:pt idx="2097">
                  <c:v>208.8057646547511</c:v>
                </c:pt>
                <c:pt idx="2098">
                  <c:v>208.49415717705031</c:v>
                </c:pt>
                <c:pt idx="2099">
                  <c:v>213.66020843337085</c:v>
                </c:pt>
                <c:pt idx="2100">
                  <c:v>215.33436500731719</c:v>
                </c:pt>
                <c:pt idx="2101">
                  <c:v>217.48698522959276</c:v>
                </c:pt>
                <c:pt idx="2102">
                  <c:v>217.4537928366596</c:v>
                </c:pt>
                <c:pt idx="2103">
                  <c:v>224.54481309982265</c:v>
                </c:pt>
                <c:pt idx="2104">
                  <c:v>227.32861986369542</c:v>
                </c:pt>
                <c:pt idx="2105">
                  <c:v>229.79937491299765</c:v>
                </c:pt>
                <c:pt idx="2106">
                  <c:v>232.80984417669922</c:v>
                </c:pt>
                <c:pt idx="2107">
                  <c:v>234.18418287659014</c:v>
                </c:pt>
                <c:pt idx="2108">
                  <c:v>236.40111471757612</c:v>
                </c:pt>
                <c:pt idx="2109">
                  <c:v>234.85762812924975</c:v>
                </c:pt>
                <c:pt idx="2110">
                  <c:v>232.23583030749418</c:v>
                </c:pt>
                <c:pt idx="2111">
                  <c:v>231.5230969195604</c:v>
                </c:pt>
                <c:pt idx="2112">
                  <c:v>231.28409385499432</c:v>
                </c:pt>
                <c:pt idx="2113">
                  <c:v>234.63252943093426</c:v>
                </c:pt>
                <c:pt idx="2114">
                  <c:v>237.62044185469458</c:v>
                </c:pt>
                <c:pt idx="2115">
                  <c:v>238.69479900736212</c:v>
                </c:pt>
                <c:pt idx="2116">
                  <c:v>240.46550864553024</c:v>
                </c:pt>
                <c:pt idx="2117">
                  <c:v>241.91640401280614</c:v>
                </c:pt>
                <c:pt idx="2118">
                  <c:v>242.14741432432703</c:v>
                </c:pt>
                <c:pt idx="2119">
                  <c:v>242.13071077795931</c:v>
                </c:pt>
                <c:pt idx="2120">
                  <c:v>241.16255382193739</c:v>
                </c:pt>
                <c:pt idx="2121">
                  <c:v>237.29030815649043</c:v>
                </c:pt>
                <c:pt idx="2122">
                  <c:v>232.71360405951899</c:v>
                </c:pt>
                <c:pt idx="2123">
                  <c:v>234.01316341356056</c:v>
                </c:pt>
                <c:pt idx="2124">
                  <c:v>227.44400189941629</c:v>
                </c:pt>
                <c:pt idx="2125">
                  <c:v>229.03148499858978</c:v>
                </c:pt>
                <c:pt idx="2126">
                  <c:v>227.97230206873664</c:v>
                </c:pt>
                <c:pt idx="2127">
                  <c:v>232.6062087553087</c:v>
                </c:pt>
                <c:pt idx="2128">
                  <c:v>233.97725452830548</c:v>
                </c:pt>
                <c:pt idx="2129">
                  <c:v>235.97560535676567</c:v>
                </c:pt>
                <c:pt idx="2130">
                  <c:v>239.9334753260292</c:v>
                </c:pt>
                <c:pt idx="2131">
                  <c:v>241.26248535664024</c:v>
                </c:pt>
                <c:pt idx="2132">
                  <c:v>240.79656335524055</c:v>
                </c:pt>
                <c:pt idx="2133">
                  <c:v>241.14587754284219</c:v>
                </c:pt>
                <c:pt idx="2134">
                  <c:v>243.09769796375255</c:v>
                </c:pt>
                <c:pt idx="2135">
                  <c:v>240.91678493284508</c:v>
                </c:pt>
                <c:pt idx="2136">
                  <c:v>240.59486499416502</c:v>
                </c:pt>
                <c:pt idx="2137">
                  <c:v>236.43040891338339</c:v>
                </c:pt>
                <c:pt idx="2138">
                  <c:v>237.97833768172373</c:v>
                </c:pt>
                <c:pt idx="2139">
                  <c:v>244.39123907784571</c:v>
                </c:pt>
                <c:pt idx="2140">
                  <c:v>223.11598817596885</c:v>
                </c:pt>
                <c:pt idx="2141">
                  <c:v>231.91971036137602</c:v>
                </c:pt>
                <c:pt idx="2142">
                  <c:v>239.34539483259235</c:v>
                </c:pt>
                <c:pt idx="2143">
                  <c:v>245.00010970779476</c:v>
                </c:pt>
                <c:pt idx="2144">
                  <c:v>248.49753240057157</c:v>
                </c:pt>
                <c:pt idx="2145">
                  <c:v>249.82865244635417</c:v>
                </c:pt>
                <c:pt idx="2146">
                  <c:v>252.73083216136601</c:v>
                </c:pt>
                <c:pt idx="2147">
                  <c:v>254.48648368881126</c:v>
                </c:pt>
                <c:pt idx="2148">
                  <c:v>259.38469776663646</c:v>
                </c:pt>
                <c:pt idx="2149">
                  <c:v>258.20357870018006</c:v>
                </c:pt>
                <c:pt idx="2150">
                  <c:v>259.64219785998597</c:v>
                </c:pt>
                <c:pt idx="2151">
                  <c:v>259.01134039570672</c:v>
                </c:pt>
                <c:pt idx="2152">
                  <c:v>258.97940370540681</c:v>
                </c:pt>
                <c:pt idx="2153">
                  <c:v>259.60304354298574</c:v>
                </c:pt>
                <c:pt idx="2154">
                  <c:v>259.90362940956476</c:v>
                </c:pt>
                <c:pt idx="2155">
                  <c:v>258.31432217507114</c:v>
                </c:pt>
                <c:pt idx="2156">
                  <c:v>260.59882464505563</c:v>
                </c:pt>
                <c:pt idx="2157">
                  <c:v>264.68032699788864</c:v>
                </c:pt>
                <c:pt idx="2158">
                  <c:v>266.20204688376765</c:v>
                </c:pt>
                <c:pt idx="2159">
                  <c:v>267.51735948858732</c:v>
                </c:pt>
                <c:pt idx="2160">
                  <c:v>269.62769600010807</c:v>
                </c:pt>
                <c:pt idx="2161">
                  <c:v>269.59058550496763</c:v>
                </c:pt>
                <c:pt idx="2162">
                  <c:v>267.19000076287404</c:v>
                </c:pt>
                <c:pt idx="2163">
                  <c:v>269.03717707437886</c:v>
                </c:pt>
                <c:pt idx="2164">
                  <c:v>270.61968955862278</c:v>
                </c:pt>
                <c:pt idx="2165">
                  <c:v>270.78880297730956</c:v>
                </c:pt>
                <c:pt idx="2166">
                  <c:v>267.28027119756337</c:v>
                </c:pt>
                <c:pt idx="2167">
                  <c:v>261.15226474294354</c:v>
                </c:pt>
                <c:pt idx="2168">
                  <c:v>263.42002761698359</c:v>
                </c:pt>
                <c:pt idx="2169">
                  <c:v>261.12250458193705</c:v>
                </c:pt>
                <c:pt idx="2170">
                  <c:v>265.57825098761634</c:v>
                </c:pt>
                <c:pt idx="2171">
                  <c:v>264.84789596893921</c:v>
                </c:pt>
                <c:pt idx="2172">
                  <c:v>267.3512684008121</c:v>
                </c:pt>
                <c:pt idx="2173">
                  <c:v>270.00508570393862</c:v>
                </c:pt>
                <c:pt idx="2174">
                  <c:v>272.34648556298339</c:v>
                </c:pt>
                <c:pt idx="2175">
                  <c:v>271.31915525145877</c:v>
                </c:pt>
                <c:pt idx="2176">
                  <c:v>268.71872728682797</c:v>
                </c:pt>
                <c:pt idx="2177">
                  <c:v>266.561369116447</c:v>
                </c:pt>
                <c:pt idx="2178">
                  <c:v>254.07991963918485</c:v>
                </c:pt>
                <c:pt idx="2179">
                  <c:v>252.87198266867279</c:v>
                </c:pt>
                <c:pt idx="2180">
                  <c:v>259.97916827810735</c:v>
                </c:pt>
                <c:pt idx="2181">
                  <c:v>258.88414322724151</c:v>
                </c:pt>
                <c:pt idx="2182">
                  <c:v>260.52058970994449</c:v>
                </c:pt>
                <c:pt idx="2183">
                  <c:v>260.78824512276105</c:v>
                </c:pt>
                <c:pt idx="2184">
                  <c:v>255.84233189854322</c:v>
                </c:pt>
                <c:pt idx="2185">
                  <c:v>260.72342681126838</c:v>
                </c:pt>
                <c:pt idx="2186">
                  <c:v>265.30379447176728</c:v>
                </c:pt>
                <c:pt idx="2187">
                  <c:v>266.98257599639436</c:v>
                </c:pt>
                <c:pt idx="2188">
                  <c:v>269.76111489707995</c:v>
                </c:pt>
                <c:pt idx="2189">
                  <c:v>270.09316064285116</c:v>
                </c:pt>
                <c:pt idx="2190">
                  <c:v>270.06985062584465</c:v>
                </c:pt>
                <c:pt idx="2191">
                  <c:v>270.89823938290505</c:v>
                </c:pt>
                <c:pt idx="2192">
                  <c:v>273.44507108471885</c:v>
                </c:pt>
                <c:pt idx="2193">
                  <c:v>273.17294474893134</c:v>
                </c:pt>
                <c:pt idx="2194">
                  <c:v>271.93561849358792</c:v>
                </c:pt>
                <c:pt idx="2195">
                  <c:v>273.30730342170153</c:v>
                </c:pt>
                <c:pt idx="2196">
                  <c:v>272.41831964604995</c:v>
                </c:pt>
                <c:pt idx="2197">
                  <c:v>273.31895996880564</c:v>
                </c:pt>
                <c:pt idx="2198">
                  <c:v>273.20473397180194</c:v>
                </c:pt>
                <c:pt idx="2199">
                  <c:v>275.96733742287006</c:v>
                </c:pt>
                <c:pt idx="2200">
                  <c:v>272.67298912141644</c:v>
                </c:pt>
                <c:pt idx="2201">
                  <c:v>270.10812258268243</c:v>
                </c:pt>
                <c:pt idx="2202">
                  <c:v>273.11420133163239</c:v>
                </c:pt>
                <c:pt idx="2203">
                  <c:v>270.99292283402139</c:v>
                </c:pt>
                <c:pt idx="2204">
                  <c:v>275.96706095847532</c:v>
                </c:pt>
                <c:pt idx="2205">
                  <c:v>275.68416246392985</c:v>
                </c:pt>
                <c:pt idx="2206">
                  <c:v>274.61063207230126</c:v>
                </c:pt>
                <c:pt idx="2207">
                  <c:v>271.83285235295131</c:v>
                </c:pt>
                <c:pt idx="2208">
                  <c:v>274.90314026030745</c:v>
                </c:pt>
                <c:pt idx="2209">
                  <c:v>277.91676409283434</c:v>
                </c:pt>
                <c:pt idx="2210">
                  <c:v>275.97587888698081</c:v>
                </c:pt>
                <c:pt idx="2211">
                  <c:v>275.08643677294054</c:v>
                </c:pt>
                <c:pt idx="2212">
                  <c:v>273.21281876316169</c:v>
                </c:pt>
                <c:pt idx="2213">
                  <c:v>273.04376024461817</c:v>
                </c:pt>
                <c:pt idx="2214">
                  <c:v>273.8325561838285</c:v>
                </c:pt>
                <c:pt idx="2215">
                  <c:v>268.03885919436351</c:v>
                </c:pt>
                <c:pt idx="2216">
                  <c:v>265.24284665251429</c:v>
                </c:pt>
                <c:pt idx="2217">
                  <c:v>257.93143625847767</c:v>
                </c:pt>
                <c:pt idx="2218">
                  <c:v>263.3308135712341</c:v>
                </c:pt>
                <c:pt idx="2219">
                  <c:v>266.7534920107347</c:v>
                </c:pt>
                <c:pt idx="2220">
                  <c:v>267.23333693423467</c:v>
                </c:pt>
                <c:pt idx="2221">
                  <c:v>268.48374071576114</c:v>
                </c:pt>
                <c:pt idx="2222">
                  <c:v>269.63839255088561</c:v>
                </c:pt>
                <c:pt idx="2223">
                  <c:v>272.5771577169603</c:v>
                </c:pt>
                <c:pt idx="2224">
                  <c:v>272.63037057337169</c:v>
                </c:pt>
                <c:pt idx="2225">
                  <c:v>269.38130884287619</c:v>
                </c:pt>
                <c:pt idx="2226">
                  <c:v>269.41846210647333</c:v>
                </c:pt>
                <c:pt idx="2227">
                  <c:v>265.4481470309143</c:v>
                </c:pt>
                <c:pt idx="2228">
                  <c:v>255.05693206959396</c:v>
                </c:pt>
                <c:pt idx="2229">
                  <c:v>258.22721989021346</c:v>
                </c:pt>
                <c:pt idx="2230">
                  <c:v>257.70779167452486</c:v>
                </c:pt>
                <c:pt idx="2231">
                  <c:v>252.03155570033269</c:v>
                </c:pt>
                <c:pt idx="2232">
                  <c:v>255.05783662007531</c:v>
                </c:pt>
                <c:pt idx="2233">
                  <c:v>262.68741586113686</c:v>
                </c:pt>
                <c:pt idx="2234">
                  <c:v>265.40288520790006</c:v>
                </c:pt>
                <c:pt idx="2235">
                  <c:v>260.08813467903883</c:v>
                </c:pt>
                <c:pt idx="2236">
                  <c:v>261.14768770345307</c:v>
                </c:pt>
                <c:pt idx="2237">
                  <c:v>266.46892750132815</c:v>
                </c:pt>
                <c:pt idx="2238">
                  <c:v>264.08914405274851</c:v>
                </c:pt>
                <c:pt idx="2239">
                  <c:v>259.55162255962512</c:v>
                </c:pt>
                <c:pt idx="2240">
                  <c:v>256.42036604290479</c:v>
                </c:pt>
                <c:pt idx="2241">
                  <c:v>253.08539839754494</c:v>
                </c:pt>
                <c:pt idx="2242">
                  <c:v>247.58025100320694</c:v>
                </c:pt>
                <c:pt idx="2243">
                  <c:v>246.31174671156163</c:v>
                </c:pt>
                <c:pt idx="2244">
                  <c:v>247.36779673639987</c:v>
                </c:pt>
                <c:pt idx="2245">
                  <c:v>249.48013269952531</c:v>
                </c:pt>
                <c:pt idx="2246">
                  <c:v>255.20680131737046</c:v>
                </c:pt>
                <c:pt idx="2247">
                  <c:v>257.29399534369657</c:v>
                </c:pt>
                <c:pt idx="2248">
                  <c:v>260.0622925429218</c:v>
                </c:pt>
                <c:pt idx="2249">
                  <c:v>260.18457326968138</c:v>
                </c:pt>
                <c:pt idx="2250">
                  <c:v>264.21390795173983</c:v>
                </c:pt>
                <c:pt idx="2251">
                  <c:v>266.43613099759807</c:v>
                </c:pt>
                <c:pt idx="2252">
                  <c:v>268.79641664159533</c:v>
                </c:pt>
                <c:pt idx="2253">
                  <c:v>270.89559346132876</c:v>
                </c:pt>
                <c:pt idx="2254">
                  <c:v>273.36135087498911</c:v>
                </c:pt>
                <c:pt idx="2255">
                  <c:v>273.63829436321174</c:v>
                </c:pt>
                <c:pt idx="2256">
                  <c:v>274.00687740177233</c:v>
                </c:pt>
                <c:pt idx="2257">
                  <c:v>275.07801820474617</c:v>
                </c:pt>
                <c:pt idx="2258">
                  <c:v>272.3102563829454</c:v>
                </c:pt>
                <c:pt idx="2259">
                  <c:v>271.58413706845425</c:v>
                </c:pt>
                <c:pt idx="2260">
                  <c:v>273.36466143991953</c:v>
                </c:pt>
                <c:pt idx="2261">
                  <c:v>271.18770490601474</c:v>
                </c:pt>
                <c:pt idx="2262">
                  <c:v>268.80392107358398</c:v>
                </c:pt>
                <c:pt idx="2263">
                  <c:v>267.01423766841725</c:v>
                </c:pt>
                <c:pt idx="2264">
                  <c:v>261.1264268228968</c:v>
                </c:pt>
                <c:pt idx="2265">
                  <c:v>260.80775401049141</c:v>
                </c:pt>
                <c:pt idx="2266">
                  <c:v>261.43368257176513</c:v>
                </c:pt>
                <c:pt idx="2267">
                  <c:v>261.37785839684665</c:v>
                </c:pt>
                <c:pt idx="2268">
                  <c:v>261.75746278629236</c:v>
                </c:pt>
                <c:pt idx="2269">
                  <c:v>260.13995731802879</c:v>
                </c:pt>
                <c:pt idx="2270">
                  <c:v>261.94377597008287</c:v>
                </c:pt>
                <c:pt idx="2271">
                  <c:v>264.60379790494943</c:v>
                </c:pt>
                <c:pt idx="2272">
                  <c:v>264.07005818791242</c:v>
                </c:pt>
                <c:pt idx="2273">
                  <c:v>263.50261353099688</c:v>
                </c:pt>
                <c:pt idx="2274">
                  <c:v>254.87682131948935</c:v>
                </c:pt>
                <c:pt idx="2275">
                  <c:v>258.63808139393092</c:v>
                </c:pt>
                <c:pt idx="2276">
                  <c:v>254.00381508026712</c:v>
                </c:pt>
                <c:pt idx="2277">
                  <c:v>250.58356349813684</c:v>
                </c:pt>
                <c:pt idx="2278">
                  <c:v>243.8987387914857</c:v>
                </c:pt>
                <c:pt idx="2279">
                  <c:v>232.43464840187173</c:v>
                </c:pt>
                <c:pt idx="2280">
                  <c:v>236.73668455982454</c:v>
                </c:pt>
                <c:pt idx="2281">
                  <c:v>238.18998705298654</c:v>
                </c:pt>
                <c:pt idx="2282">
                  <c:v>242.20475640035573</c:v>
                </c:pt>
                <c:pt idx="2283">
                  <c:v>242.32190074155093</c:v>
                </c:pt>
                <c:pt idx="2284">
                  <c:v>244.96286192504826</c:v>
                </c:pt>
                <c:pt idx="2285">
                  <c:v>239.5614037909238</c:v>
                </c:pt>
                <c:pt idx="2286">
                  <c:v>235.52244418801055</c:v>
                </c:pt>
                <c:pt idx="2287">
                  <c:v>238.44986630887487</c:v>
                </c:pt>
                <c:pt idx="2288">
                  <c:v>233.29610431072302</c:v>
                </c:pt>
                <c:pt idx="2289">
                  <c:v>223.99818513435488</c:v>
                </c:pt>
                <c:pt idx="2290">
                  <c:v>219.63427451301641</c:v>
                </c:pt>
                <c:pt idx="2291">
                  <c:v>226.82642225572465</c:v>
                </c:pt>
                <c:pt idx="2292">
                  <c:v>227.08074685153846</c:v>
                </c:pt>
                <c:pt idx="2293">
                  <c:v>231.72688161337427</c:v>
                </c:pt>
                <c:pt idx="2294">
                  <c:v>232.67582378254292</c:v>
                </c:pt>
                <c:pt idx="2295">
                  <c:v>228.92594812033397</c:v>
                </c:pt>
                <c:pt idx="2296">
                  <c:v>232.87507791146433</c:v>
                </c:pt>
                <c:pt idx="2297">
                  <c:v>231.27444954412823</c:v>
                </c:pt>
                <c:pt idx="2298">
                  <c:v>230.81797114573362</c:v>
                </c:pt>
                <c:pt idx="2299">
                  <c:v>219.64870306447625</c:v>
                </c:pt>
                <c:pt idx="2300">
                  <c:v>219.18445193789319</c:v>
                </c:pt>
                <c:pt idx="2301">
                  <c:v>218.28529356322616</c:v>
                </c:pt>
                <c:pt idx="2302">
                  <c:v>210.53217606173425</c:v>
                </c:pt>
                <c:pt idx="2303">
                  <c:v>210.61279680001013</c:v>
                </c:pt>
                <c:pt idx="2304">
                  <c:v>207.05998261954568</c:v>
                </c:pt>
                <c:pt idx="2305">
                  <c:v>211.9394258578038</c:v>
                </c:pt>
                <c:pt idx="2306">
                  <c:v>215.64819799359947</c:v>
                </c:pt>
                <c:pt idx="2307">
                  <c:v>214.26164922972362</c:v>
                </c:pt>
                <c:pt idx="2308">
                  <c:v>211.96476162944612</c:v>
                </c:pt>
                <c:pt idx="2309">
                  <c:v>210.27052110466963</c:v>
                </c:pt>
                <c:pt idx="2310">
                  <c:v>199.68901978523229</c:v>
                </c:pt>
                <c:pt idx="2311">
                  <c:v>199.31239234132599</c:v>
                </c:pt>
                <c:pt idx="2312">
                  <c:v>200.58729888870781</c:v>
                </c:pt>
                <c:pt idx="2313">
                  <c:v>207.20348785569624</c:v>
                </c:pt>
                <c:pt idx="2314">
                  <c:v>209.95606787682161</c:v>
                </c:pt>
                <c:pt idx="2315">
                  <c:v>211.43322476963263</c:v>
                </c:pt>
                <c:pt idx="2316">
                  <c:v>206.83523559500452</c:v>
                </c:pt>
                <c:pt idx="2317">
                  <c:v>204.96584743744822</c:v>
                </c:pt>
                <c:pt idx="2318">
                  <c:v>204.69220941036912</c:v>
                </c:pt>
                <c:pt idx="2319">
                  <c:v>203.10457786663432</c:v>
                </c:pt>
                <c:pt idx="2320">
                  <c:v>216.14021438674496</c:v>
                </c:pt>
                <c:pt idx="2321">
                  <c:v>218.15469347301439</c:v>
                </c:pt>
                <c:pt idx="2322">
                  <c:v>222.87266071671237</c:v>
                </c:pt>
                <c:pt idx="2323">
                  <c:v>226.34915200800111</c:v>
                </c:pt>
                <c:pt idx="2324">
                  <c:v>220.34952850681609</c:v>
                </c:pt>
                <c:pt idx="2325">
                  <c:v>223.16002565120465</c:v>
                </c:pt>
                <c:pt idx="2326">
                  <c:v>223.29333883795476</c:v>
                </c:pt>
              </c:numCache>
            </c:numRef>
          </c:val>
          <c:smooth val="0"/>
          <c:extLst>
            <c:ext xmlns:c16="http://schemas.microsoft.com/office/drawing/2014/chart" uri="{C3380CC4-5D6E-409C-BE32-E72D297353CC}">
              <c16:uniqueId val="{00000002-AF2F-5546-ACD5-CCD7865E1BD1}"/>
            </c:ext>
          </c:extLst>
        </c:ser>
        <c:ser>
          <c:idx val="3"/>
          <c:order val="3"/>
          <c:tx>
            <c:strRef>
              <c:f>FX!$BL$2</c:f>
              <c:strCache>
                <c:ptCount val="1"/>
                <c:pt idx="0">
                  <c:v>BSE SENSEX</c:v>
                </c:pt>
              </c:strCache>
            </c:strRef>
          </c:tx>
          <c:spPr>
            <a:ln w="12700" cap="rnd">
              <a:solidFill>
                <a:schemeClr val="accent2">
                  <a:lumMod val="50000"/>
                </a:schemeClr>
              </a:solidFill>
              <a:round/>
            </a:ln>
            <a:effectLst>
              <a:outerShdw blurRad="50800" dist="38100" dir="2700000" algn="tl" rotWithShape="0">
                <a:prstClr val="black">
                  <a:alpha val="40000"/>
                </a:prstClr>
              </a:outerShdw>
            </a:effectLst>
          </c:spPr>
          <c:marker>
            <c:symbol val="none"/>
          </c:marker>
          <c:cat>
            <c:numRef>
              <c:f>FX!$BH$3:$BH$2329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FX!$BL$3:$BL$2329</c:f>
              <c:numCache>
                <c:formatCode>_(* #,##0.0_);_(* \(#,##0.0\);_(* "-"??_);_(@_)</c:formatCode>
                <c:ptCount val="2327"/>
                <c:pt idx="0" formatCode="General">
                  <c:v>100</c:v>
                </c:pt>
                <c:pt idx="1">
                  <c:v>101.38274814832589</c:v>
                </c:pt>
                <c:pt idx="2">
                  <c:v>101.2170481257139</c:v>
                </c:pt>
                <c:pt idx="3">
                  <c:v>98.115444435797784</c:v>
                </c:pt>
                <c:pt idx="4">
                  <c:v>97.730286197035014</c:v>
                </c:pt>
                <c:pt idx="5">
                  <c:v>99.818357132719271</c:v>
                </c:pt>
                <c:pt idx="6">
                  <c:v>101.41135844039859</c:v>
                </c:pt>
                <c:pt idx="7">
                  <c:v>102.26480899426993</c:v>
                </c:pt>
                <c:pt idx="8">
                  <c:v>101.76836317078381</c:v>
                </c:pt>
                <c:pt idx="9">
                  <c:v>101.39248562134512</c:v>
                </c:pt>
                <c:pt idx="10">
                  <c:v>104.75901836391171</c:v>
                </c:pt>
                <c:pt idx="11">
                  <c:v>104.70413123171504</c:v>
                </c:pt>
                <c:pt idx="12">
                  <c:v>105.22582955526968</c:v>
                </c:pt>
                <c:pt idx="13">
                  <c:v>108.04740773520125</c:v>
                </c:pt>
                <c:pt idx="14">
                  <c:v>108.34959024675307</c:v>
                </c:pt>
                <c:pt idx="15">
                  <c:v>109.71095966880499</c:v>
                </c:pt>
                <c:pt idx="16">
                  <c:v>110.86820990795935</c:v>
                </c:pt>
                <c:pt idx="17">
                  <c:v>110.92013062917826</c:v>
                </c:pt>
                <c:pt idx="18">
                  <c:v>111.21835835559371</c:v>
                </c:pt>
                <c:pt idx="19">
                  <c:v>108.89377542538084</c:v>
                </c:pt>
                <c:pt idx="20">
                  <c:v>108.44472935289897</c:v>
                </c:pt>
                <c:pt idx="21">
                  <c:v>108.24343585753289</c:v>
                </c:pt>
                <c:pt idx="22">
                  <c:v>107.90990985538397</c:v>
                </c:pt>
                <c:pt idx="23">
                  <c:v>107.45076538027315</c:v>
                </c:pt>
                <c:pt idx="24">
                  <c:v>107.19491642336033</c:v>
                </c:pt>
                <c:pt idx="25">
                  <c:v>104.67816457470646</c:v>
                </c:pt>
                <c:pt idx="26">
                  <c:v>105.45457345239795</c:v>
                </c:pt>
                <c:pt idx="27">
                  <c:v>106.32534912404802</c:v>
                </c:pt>
                <c:pt idx="28">
                  <c:v>107.54632384669272</c:v>
                </c:pt>
                <c:pt idx="29">
                  <c:v>108.54895640467862</c:v>
                </c:pt>
                <c:pt idx="30">
                  <c:v>109.07470335572981</c:v>
                </c:pt>
                <c:pt idx="31">
                  <c:v>108.20262743434809</c:v>
                </c:pt>
                <c:pt idx="32">
                  <c:v>107.37700701011582</c:v>
                </c:pt>
                <c:pt idx="33">
                  <c:v>107.327465748721</c:v>
                </c:pt>
                <c:pt idx="34">
                  <c:v>107.73563506780144</c:v>
                </c:pt>
                <c:pt idx="35">
                  <c:v>106.94966307160135</c:v>
                </c:pt>
                <c:pt idx="36">
                  <c:v>108.97317037424669</c:v>
                </c:pt>
                <c:pt idx="37">
                  <c:v>109.50043127623857</c:v>
                </c:pt>
                <c:pt idx="38">
                  <c:v>110.28146806485661</c:v>
                </c:pt>
                <c:pt idx="39">
                  <c:v>109.4593311403067</c:v>
                </c:pt>
                <c:pt idx="40">
                  <c:v>109.10155592895595</c:v>
                </c:pt>
                <c:pt idx="41">
                  <c:v>106.15606605967152</c:v>
                </c:pt>
                <c:pt idx="42">
                  <c:v>105.52057160917444</c:v>
                </c:pt>
                <c:pt idx="43">
                  <c:v>105.25598368139643</c:v>
                </c:pt>
                <c:pt idx="44">
                  <c:v>106.55475590683511</c:v>
                </c:pt>
                <c:pt idx="45">
                  <c:v>104.80286687429573</c:v>
                </c:pt>
                <c:pt idx="46">
                  <c:v>104.31538680995989</c:v>
                </c:pt>
                <c:pt idx="47">
                  <c:v>105.62844305307011</c:v>
                </c:pt>
                <c:pt idx="48">
                  <c:v>105.24225465122693</c:v>
                </c:pt>
                <c:pt idx="49">
                  <c:v>105.10310213079001</c:v>
                </c:pt>
                <c:pt idx="50">
                  <c:v>104.21362022383815</c:v>
                </c:pt>
                <c:pt idx="51">
                  <c:v>104.29986499287264</c:v>
                </c:pt>
                <c:pt idx="52">
                  <c:v>104.33687205238627</c:v>
                </c:pt>
                <c:pt idx="53">
                  <c:v>103.91282843193522</c:v>
                </c:pt>
                <c:pt idx="54">
                  <c:v>100.95865586797879</c:v>
                </c:pt>
                <c:pt idx="55">
                  <c:v>103.90958522349392</c:v>
                </c:pt>
                <c:pt idx="56">
                  <c:v>105.67667845374361</c:v>
                </c:pt>
                <c:pt idx="57">
                  <c:v>105.42623010287784</c:v>
                </c:pt>
                <c:pt idx="58">
                  <c:v>106.13702101973996</c:v>
                </c:pt>
                <c:pt idx="59">
                  <c:v>106.91909220119271</c:v>
                </c:pt>
                <c:pt idx="60">
                  <c:v>106.70955849260291</c:v>
                </c:pt>
                <c:pt idx="61">
                  <c:v>106.35213856209926</c:v>
                </c:pt>
                <c:pt idx="62">
                  <c:v>105.91685342436509</c:v>
                </c:pt>
                <c:pt idx="63">
                  <c:v>105.12682635162454</c:v>
                </c:pt>
                <c:pt idx="64">
                  <c:v>102.71413827226567</c:v>
                </c:pt>
                <c:pt idx="65">
                  <c:v>101.36232033051319</c:v>
                </c:pt>
                <c:pt idx="66">
                  <c:v>102.31147116028799</c:v>
                </c:pt>
                <c:pt idx="67">
                  <c:v>101.15255515877701</c:v>
                </c:pt>
                <c:pt idx="68">
                  <c:v>99.72885823937473</c:v>
                </c:pt>
                <c:pt idx="69">
                  <c:v>98.452589949442441</c:v>
                </c:pt>
                <c:pt idx="70">
                  <c:v>99.687422537925642</c:v>
                </c:pt>
                <c:pt idx="71">
                  <c:v>99.268208453578382</c:v>
                </c:pt>
                <c:pt idx="72">
                  <c:v>97.903691358887073</c:v>
                </c:pt>
                <c:pt idx="73">
                  <c:v>96.740726776827472</c:v>
                </c:pt>
                <c:pt idx="74">
                  <c:v>95.954211632883514</c:v>
                </c:pt>
                <c:pt idx="75">
                  <c:v>97.522089125077997</c:v>
                </c:pt>
                <c:pt idx="76">
                  <c:v>99.277799334599536</c:v>
                </c:pt>
                <c:pt idx="77">
                  <c:v>96.47186657265803</c:v>
                </c:pt>
                <c:pt idx="78">
                  <c:v>97.832044391371952</c:v>
                </c:pt>
                <c:pt idx="79">
                  <c:v>98.20855907358299</c:v>
                </c:pt>
                <c:pt idx="80">
                  <c:v>99.036417218959215</c:v>
                </c:pt>
                <c:pt idx="81">
                  <c:v>100.39190235400844</c:v>
                </c:pt>
                <c:pt idx="82">
                  <c:v>100.03128395914254</c:v>
                </c:pt>
                <c:pt idx="83">
                  <c:v>100.44316751354832</c:v>
                </c:pt>
                <c:pt idx="84">
                  <c:v>100.60391177334523</c:v>
                </c:pt>
                <c:pt idx="85">
                  <c:v>101.34188247665608</c:v>
                </c:pt>
                <c:pt idx="86">
                  <c:v>100.20505546485857</c:v>
                </c:pt>
                <c:pt idx="87">
                  <c:v>99.371820266668337</c:v>
                </c:pt>
                <c:pt idx="88">
                  <c:v>99.332591235119651</c:v>
                </c:pt>
                <c:pt idx="89">
                  <c:v>99.195612517406516</c:v>
                </c:pt>
                <c:pt idx="90">
                  <c:v>100.57561224446938</c:v>
                </c:pt>
                <c:pt idx="91">
                  <c:v>100.8924350332619</c:v>
                </c:pt>
                <c:pt idx="92">
                  <c:v>98.151860238505179</c:v>
                </c:pt>
                <c:pt idx="93">
                  <c:v>96.856589993258495</c:v>
                </c:pt>
                <c:pt idx="94">
                  <c:v>96.279280044099451</c:v>
                </c:pt>
                <c:pt idx="95">
                  <c:v>96.541689351125356</c:v>
                </c:pt>
                <c:pt idx="96">
                  <c:v>95.336808925671235</c:v>
                </c:pt>
                <c:pt idx="97">
                  <c:v>95.445288626230649</c:v>
                </c:pt>
                <c:pt idx="98">
                  <c:v>96.81798514822195</c:v>
                </c:pt>
                <c:pt idx="99">
                  <c:v>95.114707121621933</c:v>
                </c:pt>
                <c:pt idx="100">
                  <c:v>95.104106707487375</c:v>
                </c:pt>
                <c:pt idx="101">
                  <c:v>95.599294101544828</c:v>
                </c:pt>
                <c:pt idx="102">
                  <c:v>95.863474800738459</c:v>
                </c:pt>
                <c:pt idx="103">
                  <c:v>96.444498609330253</c:v>
                </c:pt>
                <c:pt idx="104">
                  <c:v>97.865116238033565</c:v>
                </c:pt>
                <c:pt idx="105">
                  <c:v>98.634585081363042</c:v>
                </c:pt>
                <c:pt idx="106">
                  <c:v>100.61750527064689</c:v>
                </c:pt>
                <c:pt idx="107">
                  <c:v>100.67931271841508</c:v>
                </c:pt>
                <c:pt idx="108">
                  <c:v>100.3781595789729</c:v>
                </c:pt>
                <c:pt idx="109">
                  <c:v>101.05647608457517</c:v>
                </c:pt>
                <c:pt idx="110">
                  <c:v>100.76408959672889</c:v>
                </c:pt>
                <c:pt idx="111">
                  <c:v>99.670194986984782</c:v>
                </c:pt>
                <c:pt idx="112">
                  <c:v>100.41384216966283</c:v>
                </c:pt>
                <c:pt idx="113">
                  <c:v>101.4921653940131</c:v>
                </c:pt>
                <c:pt idx="114">
                  <c:v>101.30300683734988</c:v>
                </c:pt>
                <c:pt idx="115">
                  <c:v>101.83584286190536</c:v>
                </c:pt>
                <c:pt idx="116">
                  <c:v>102.24342700837727</c:v>
                </c:pt>
                <c:pt idx="117">
                  <c:v>102.43696222284296</c:v>
                </c:pt>
                <c:pt idx="118">
                  <c:v>100.36953954167616</c:v>
                </c:pt>
                <c:pt idx="119">
                  <c:v>100.05466334649267</c:v>
                </c:pt>
                <c:pt idx="120">
                  <c:v>100.57482766417253</c:v>
                </c:pt>
                <c:pt idx="121">
                  <c:v>101.52680581106364</c:v>
                </c:pt>
                <c:pt idx="122">
                  <c:v>101.37186115393656</c:v>
                </c:pt>
                <c:pt idx="123">
                  <c:v>102.51835442233175</c:v>
                </c:pt>
                <c:pt idx="124">
                  <c:v>103.23872300501584</c:v>
                </c:pt>
                <c:pt idx="125">
                  <c:v>103.30574194484399</c:v>
                </c:pt>
                <c:pt idx="126">
                  <c:v>103.05443056412466</c:v>
                </c:pt>
                <c:pt idx="127">
                  <c:v>102.03089687947522</c:v>
                </c:pt>
                <c:pt idx="128">
                  <c:v>103.39857798246973</c:v>
                </c:pt>
                <c:pt idx="129">
                  <c:v>102.61225738067454</c:v>
                </c:pt>
                <c:pt idx="130">
                  <c:v>101.39411175465516</c:v>
                </c:pt>
                <c:pt idx="131">
                  <c:v>99.234617139501637</c:v>
                </c:pt>
                <c:pt idx="132">
                  <c:v>98.829636924321363</c:v>
                </c:pt>
                <c:pt idx="133">
                  <c:v>99.410693611360273</c:v>
                </c:pt>
                <c:pt idx="134">
                  <c:v>99.747707756816908</c:v>
                </c:pt>
                <c:pt idx="135">
                  <c:v>101.22253922178263</c:v>
                </c:pt>
                <c:pt idx="136">
                  <c:v>101.55160599133376</c:v>
                </c:pt>
                <c:pt idx="137">
                  <c:v>101.18583499213628</c:v>
                </c:pt>
                <c:pt idx="138">
                  <c:v>101.91454546351412</c:v>
                </c:pt>
                <c:pt idx="139">
                  <c:v>102.27527541481614</c:v>
                </c:pt>
                <c:pt idx="140">
                  <c:v>101.97863769318302</c:v>
                </c:pt>
                <c:pt idx="141">
                  <c:v>101.56708888251745</c:v>
                </c:pt>
                <c:pt idx="142">
                  <c:v>100.06517028051204</c:v>
                </c:pt>
                <c:pt idx="143">
                  <c:v>97.798159956944261</c:v>
                </c:pt>
                <c:pt idx="144">
                  <c:v>97.788866191952096</c:v>
                </c:pt>
                <c:pt idx="145">
                  <c:v>99.318757141672293</c:v>
                </c:pt>
                <c:pt idx="146">
                  <c:v>98.484463318313658</c:v>
                </c:pt>
                <c:pt idx="147">
                  <c:v>98.641824690042711</c:v>
                </c:pt>
                <c:pt idx="148">
                  <c:v>97.519385781657846</c:v>
                </c:pt>
                <c:pt idx="149">
                  <c:v>95.797277668310329</c:v>
                </c:pt>
                <c:pt idx="150">
                  <c:v>89.189720268127488</c:v>
                </c:pt>
                <c:pt idx="151">
                  <c:v>89.927551790473487</c:v>
                </c:pt>
                <c:pt idx="152">
                  <c:v>89.565548797265308</c:v>
                </c:pt>
                <c:pt idx="153">
                  <c:v>91.503582980683163</c:v>
                </c:pt>
                <c:pt idx="154">
                  <c:v>92.03715340390562</c:v>
                </c:pt>
                <c:pt idx="155">
                  <c:v>91.34510725161725</c:v>
                </c:pt>
                <c:pt idx="156">
                  <c:v>89.368001060465545</c:v>
                </c:pt>
                <c:pt idx="157">
                  <c:v>88.652183917809651</c:v>
                </c:pt>
                <c:pt idx="158">
                  <c:v>89.64906636522673</c:v>
                </c:pt>
                <c:pt idx="159">
                  <c:v>87.462887138888277</c:v>
                </c:pt>
                <c:pt idx="160">
                  <c:v>86.393664544614822</c:v>
                </c:pt>
                <c:pt idx="161">
                  <c:v>87.594570144725679</c:v>
                </c:pt>
                <c:pt idx="162">
                  <c:v>89.402123660320811</c:v>
                </c:pt>
                <c:pt idx="163">
                  <c:v>88.675976934541126</c:v>
                </c:pt>
                <c:pt idx="164">
                  <c:v>88.898101798806678</c:v>
                </c:pt>
                <c:pt idx="165">
                  <c:v>89.775088530950399</c:v>
                </c:pt>
                <c:pt idx="166">
                  <c:v>89.972620211365637</c:v>
                </c:pt>
                <c:pt idx="167">
                  <c:v>91.647841460117391</c:v>
                </c:pt>
                <c:pt idx="168">
                  <c:v>91.797787433295468</c:v>
                </c:pt>
                <c:pt idx="169">
                  <c:v>90.07624841145379</c:v>
                </c:pt>
                <c:pt idx="170">
                  <c:v>90.203831648754488</c:v>
                </c:pt>
                <c:pt idx="171">
                  <c:v>89.333376609404411</c:v>
                </c:pt>
                <c:pt idx="172">
                  <c:v>89.757094036232743</c:v>
                </c:pt>
                <c:pt idx="173">
                  <c:v>91.679431057168401</c:v>
                </c:pt>
                <c:pt idx="174">
                  <c:v>92.174823019812706</c:v>
                </c:pt>
                <c:pt idx="175">
                  <c:v>94.913332229649384</c:v>
                </c:pt>
                <c:pt idx="176">
                  <c:v>95.471140146754536</c:v>
                </c:pt>
                <c:pt idx="177">
                  <c:v>94.946328560198097</c:v>
                </c:pt>
                <c:pt idx="178">
                  <c:v>96.322890608051523</c:v>
                </c:pt>
                <c:pt idx="179">
                  <c:v>95.698985854507157</c:v>
                </c:pt>
                <c:pt idx="180">
                  <c:v>95.146695012688284</c:v>
                </c:pt>
                <c:pt idx="181">
                  <c:v>94.777393659223108</c:v>
                </c:pt>
                <c:pt idx="182">
                  <c:v>96.018461731043757</c:v>
                </c:pt>
                <c:pt idx="183">
                  <c:v>96.528028185341256</c:v>
                </c:pt>
                <c:pt idx="184">
                  <c:v>97.288670705358228</c:v>
                </c:pt>
                <c:pt idx="185">
                  <c:v>96.972624619389393</c:v>
                </c:pt>
                <c:pt idx="186">
                  <c:v>96.516878186779778</c:v>
                </c:pt>
                <c:pt idx="187">
                  <c:v>97.065010352916048</c:v>
                </c:pt>
                <c:pt idx="188">
                  <c:v>96.68723180044428</c:v>
                </c:pt>
                <c:pt idx="189">
                  <c:v>95.803126565095781</c:v>
                </c:pt>
                <c:pt idx="190">
                  <c:v>94.92741672910212</c:v>
                </c:pt>
                <c:pt idx="191">
                  <c:v>94.18196731583042</c:v>
                </c:pt>
                <c:pt idx="192">
                  <c:v>93.469692481079676</c:v>
                </c:pt>
                <c:pt idx="193">
                  <c:v>93.620705596432714</c:v>
                </c:pt>
                <c:pt idx="194">
                  <c:v>93.321977871342881</c:v>
                </c:pt>
                <c:pt idx="195">
                  <c:v>92.295759396238992</c:v>
                </c:pt>
                <c:pt idx="196">
                  <c:v>91.997819708218145</c:v>
                </c:pt>
                <c:pt idx="197">
                  <c:v>90.739527792582962</c:v>
                </c:pt>
                <c:pt idx="198">
                  <c:v>89.410280988204548</c:v>
                </c:pt>
                <c:pt idx="199">
                  <c:v>89.839875284165174</c:v>
                </c:pt>
                <c:pt idx="200">
                  <c:v>90.333630271928229</c:v>
                </c:pt>
                <c:pt idx="201">
                  <c:v>88.820367244713566</c:v>
                </c:pt>
                <c:pt idx="202">
                  <c:v>90.077458201138271</c:v>
                </c:pt>
                <c:pt idx="203">
                  <c:v>90.192371349385638</c:v>
                </c:pt>
                <c:pt idx="204">
                  <c:v>89.675526193071903</c:v>
                </c:pt>
                <c:pt idx="205">
                  <c:v>89.476413716880757</c:v>
                </c:pt>
                <c:pt idx="206">
                  <c:v>90.111287489842482</c:v>
                </c:pt>
                <c:pt idx="207">
                  <c:v>90.6999229848456</c:v>
                </c:pt>
                <c:pt idx="208">
                  <c:v>90.659788668311435</c:v>
                </c:pt>
                <c:pt idx="209">
                  <c:v>90.348708056795601</c:v>
                </c:pt>
                <c:pt idx="210">
                  <c:v>89.37573159398535</c:v>
                </c:pt>
                <c:pt idx="211">
                  <c:v>88.396142701367637</c:v>
                </c:pt>
                <c:pt idx="212">
                  <c:v>88.301360593986345</c:v>
                </c:pt>
                <c:pt idx="213">
                  <c:v>87.316035189188511</c:v>
                </c:pt>
                <c:pt idx="214">
                  <c:v>86.432317838898328</c:v>
                </c:pt>
                <c:pt idx="215">
                  <c:v>87.126428707551483</c:v>
                </c:pt>
                <c:pt idx="216">
                  <c:v>86.415029371645375</c:v>
                </c:pt>
                <c:pt idx="217">
                  <c:v>86.510324825664682</c:v>
                </c:pt>
                <c:pt idx="218">
                  <c:v>87.03134099773915</c:v>
                </c:pt>
                <c:pt idx="219">
                  <c:v>87.887226216665979</c:v>
                </c:pt>
                <c:pt idx="220">
                  <c:v>89.218283356743484</c:v>
                </c:pt>
                <c:pt idx="221">
                  <c:v>88.533834639069838</c:v>
                </c:pt>
                <c:pt idx="222">
                  <c:v>89.41900646997091</c:v>
                </c:pt>
                <c:pt idx="223">
                  <c:v>88.948323808728787</c:v>
                </c:pt>
                <c:pt idx="224">
                  <c:v>89.981787021826179</c:v>
                </c:pt>
                <c:pt idx="225">
                  <c:v>89.941443624976515</c:v>
                </c:pt>
                <c:pt idx="226">
                  <c:v>90.550011992664508</c:v>
                </c:pt>
                <c:pt idx="227">
                  <c:v>90.061753331595511</c:v>
                </c:pt>
                <c:pt idx="228">
                  <c:v>90.742286347427168</c:v>
                </c:pt>
                <c:pt idx="229">
                  <c:v>90.892935510251249</c:v>
                </c:pt>
                <c:pt idx="230">
                  <c:v>88.843099352492416</c:v>
                </c:pt>
                <c:pt idx="231">
                  <c:v>88.587532648509679</c:v>
                </c:pt>
                <c:pt idx="232">
                  <c:v>87.754923945660195</c:v>
                </c:pt>
                <c:pt idx="233">
                  <c:v>85.588909356219958</c:v>
                </c:pt>
                <c:pt idx="234">
                  <c:v>86.185438956212479</c:v>
                </c:pt>
                <c:pt idx="235">
                  <c:v>85.654377224036551</c:v>
                </c:pt>
                <c:pt idx="236">
                  <c:v>85.031462105649183</c:v>
                </c:pt>
                <c:pt idx="237">
                  <c:v>85.689789391114559</c:v>
                </c:pt>
                <c:pt idx="238">
                  <c:v>85.084263789443753</c:v>
                </c:pt>
                <c:pt idx="239">
                  <c:v>83.572248114319521</c:v>
                </c:pt>
                <c:pt idx="240">
                  <c:v>82.660934478985226</c:v>
                </c:pt>
                <c:pt idx="241">
                  <c:v>83.495193270255271</c:v>
                </c:pt>
                <c:pt idx="242">
                  <c:v>81.569569808739004</c:v>
                </c:pt>
                <c:pt idx="243">
                  <c:v>81.132829238810075</c:v>
                </c:pt>
                <c:pt idx="244">
                  <c:v>83.116520802870795</c:v>
                </c:pt>
                <c:pt idx="245">
                  <c:v>83.025573699029891</c:v>
                </c:pt>
                <c:pt idx="246">
                  <c:v>82.819482564161177</c:v>
                </c:pt>
                <c:pt idx="247">
                  <c:v>84.436606073718536</c:v>
                </c:pt>
                <c:pt idx="248">
                  <c:v>84.53460217179817</c:v>
                </c:pt>
                <c:pt idx="249">
                  <c:v>83.362686078325979</c:v>
                </c:pt>
                <c:pt idx="250">
                  <c:v>81.869781969850536</c:v>
                </c:pt>
                <c:pt idx="251">
                  <c:v>82.711188138227868</c:v>
                </c:pt>
                <c:pt idx="252">
                  <c:v>83.871771859782214</c:v>
                </c:pt>
                <c:pt idx="253">
                  <c:v>82.526281455724813</c:v>
                </c:pt>
                <c:pt idx="254">
                  <c:v>81.209904935478434</c:v>
                </c:pt>
                <c:pt idx="255">
                  <c:v>80.660050312973567</c:v>
                </c:pt>
                <c:pt idx="256">
                  <c:v>77.763005061223708</c:v>
                </c:pt>
                <c:pt idx="257">
                  <c:v>77.399981799240123</c:v>
                </c:pt>
                <c:pt idx="258">
                  <c:v>79.312579038877288</c:v>
                </c:pt>
                <c:pt idx="259">
                  <c:v>78.208007144302044</c:v>
                </c:pt>
                <c:pt idx="260">
                  <c:v>78.554011204421542</c:v>
                </c:pt>
                <c:pt idx="261">
                  <c:v>79.653545022160799</c:v>
                </c:pt>
                <c:pt idx="262">
                  <c:v>79.96785689730234</c:v>
                </c:pt>
                <c:pt idx="263">
                  <c:v>78.592716637566653</c:v>
                </c:pt>
                <c:pt idx="264">
                  <c:v>77.60045238311308</c:v>
                </c:pt>
                <c:pt idx="265">
                  <c:v>77.182655252888466</c:v>
                </c:pt>
                <c:pt idx="266">
                  <c:v>77.579790598946673</c:v>
                </c:pt>
                <c:pt idx="267">
                  <c:v>77.250495001376962</c:v>
                </c:pt>
                <c:pt idx="268">
                  <c:v>80.397986264134076</c:v>
                </c:pt>
                <c:pt idx="269">
                  <c:v>82.517639803889992</c:v>
                </c:pt>
                <c:pt idx="270">
                  <c:v>84.158430300764081</c:v>
                </c:pt>
                <c:pt idx="271">
                  <c:v>84.388373107957747</c:v>
                </c:pt>
                <c:pt idx="272">
                  <c:v>84.691699058481049</c:v>
                </c:pt>
                <c:pt idx="273">
                  <c:v>84.625701094862578</c:v>
                </c:pt>
                <c:pt idx="274">
                  <c:v>84.906073539359667</c:v>
                </c:pt>
                <c:pt idx="275">
                  <c:v>85.283501377339064</c:v>
                </c:pt>
                <c:pt idx="276">
                  <c:v>84.154819857504521</c:v>
                </c:pt>
                <c:pt idx="277">
                  <c:v>84.430238052936062</c:v>
                </c:pt>
                <c:pt idx="278">
                  <c:v>85.027969013178293</c:v>
                </c:pt>
                <c:pt idx="279">
                  <c:v>86.327571320508952</c:v>
                </c:pt>
                <c:pt idx="280">
                  <c:v>87.616379267239225</c:v>
                </c:pt>
                <c:pt idx="281">
                  <c:v>87.723133023001452</c:v>
                </c:pt>
                <c:pt idx="282">
                  <c:v>87.324097591178756</c:v>
                </c:pt>
                <c:pt idx="283">
                  <c:v>87.924302736034804</c:v>
                </c:pt>
                <c:pt idx="284">
                  <c:v>88.038359958921419</c:v>
                </c:pt>
                <c:pt idx="285">
                  <c:v>87.787465574837796</c:v>
                </c:pt>
                <c:pt idx="286">
                  <c:v>88.358663971352556</c:v>
                </c:pt>
                <c:pt idx="287">
                  <c:v>86.18358257089362</c:v>
                </c:pt>
                <c:pt idx="288">
                  <c:v>85.58079101045567</c:v>
                </c:pt>
                <c:pt idx="289">
                  <c:v>85.540644820522459</c:v>
                </c:pt>
                <c:pt idx="290">
                  <c:v>86.849473057966009</c:v>
                </c:pt>
                <c:pt idx="291">
                  <c:v>88.898718555762557</c:v>
                </c:pt>
                <c:pt idx="292">
                  <c:v>89.237966983144176</c:v>
                </c:pt>
                <c:pt idx="293">
                  <c:v>89.90817102626275</c:v>
                </c:pt>
                <c:pt idx="294">
                  <c:v>88.739466533313589</c:v>
                </c:pt>
                <c:pt idx="295">
                  <c:v>90.257202168690796</c:v>
                </c:pt>
                <c:pt idx="296">
                  <c:v>88.850227681561606</c:v>
                </c:pt>
                <c:pt idx="297">
                  <c:v>88.711019077128682</c:v>
                </c:pt>
                <c:pt idx="298">
                  <c:v>88.354112108142459</c:v>
                </c:pt>
                <c:pt idx="299">
                  <c:v>87.732205577790737</c:v>
                </c:pt>
                <c:pt idx="300">
                  <c:v>86.933785115243253</c:v>
                </c:pt>
                <c:pt idx="301">
                  <c:v>87.527115400528345</c:v>
                </c:pt>
                <c:pt idx="302">
                  <c:v>87.314841841125727</c:v>
                </c:pt>
                <c:pt idx="303">
                  <c:v>89.102721887445711</c:v>
                </c:pt>
                <c:pt idx="304">
                  <c:v>89.011975721825323</c:v>
                </c:pt>
                <c:pt idx="305">
                  <c:v>88.440812857745286</c:v>
                </c:pt>
                <c:pt idx="306">
                  <c:v>89.23968964528089</c:v>
                </c:pt>
                <c:pt idx="307">
                  <c:v>87.983763352197442</c:v>
                </c:pt>
                <c:pt idx="308">
                  <c:v>88.467859538965399</c:v>
                </c:pt>
                <c:pt idx="309">
                  <c:v>89.014112404763907</c:v>
                </c:pt>
                <c:pt idx="310">
                  <c:v>88.524464458293878</c:v>
                </c:pt>
                <c:pt idx="311">
                  <c:v>87.060657408867243</c:v>
                </c:pt>
                <c:pt idx="312">
                  <c:v>86.498169997771512</c:v>
                </c:pt>
                <c:pt idx="313">
                  <c:v>86.32804653048133</c:v>
                </c:pt>
                <c:pt idx="314">
                  <c:v>86.128565839161951</c:v>
                </c:pt>
                <c:pt idx="315">
                  <c:v>88.426688853658433</c:v>
                </c:pt>
                <c:pt idx="316">
                  <c:v>90.301961994215986</c:v>
                </c:pt>
                <c:pt idx="317">
                  <c:v>91.589615663775604</c:v>
                </c:pt>
                <c:pt idx="318">
                  <c:v>91.83702885853323</c:v>
                </c:pt>
                <c:pt idx="319">
                  <c:v>91.445903994430282</c:v>
                </c:pt>
                <c:pt idx="320">
                  <c:v>91.399521092914966</c:v>
                </c:pt>
                <c:pt idx="321">
                  <c:v>91.977550237745845</c:v>
                </c:pt>
                <c:pt idx="322">
                  <c:v>91.993355952012664</c:v>
                </c:pt>
                <c:pt idx="323">
                  <c:v>92.152448250880511</c:v>
                </c:pt>
                <c:pt idx="324">
                  <c:v>93.134003640608029</c:v>
                </c:pt>
                <c:pt idx="325">
                  <c:v>93.301579450068644</c:v>
                </c:pt>
                <c:pt idx="326">
                  <c:v>92.569268039042299</c:v>
                </c:pt>
                <c:pt idx="327">
                  <c:v>91.893103538044386</c:v>
                </c:pt>
                <c:pt idx="328">
                  <c:v>90.690606113265559</c:v>
                </c:pt>
                <c:pt idx="329">
                  <c:v>90.580835625984037</c:v>
                </c:pt>
                <c:pt idx="330">
                  <c:v>91.705398570235971</c:v>
                </c:pt>
                <c:pt idx="331">
                  <c:v>90.95161489857135</c:v>
                </c:pt>
                <c:pt idx="332">
                  <c:v>91.349085500437511</c:v>
                </c:pt>
                <c:pt idx="333">
                  <c:v>91.846808954025008</c:v>
                </c:pt>
                <c:pt idx="334">
                  <c:v>91.569284505141596</c:v>
                </c:pt>
                <c:pt idx="335">
                  <c:v>91.299605214058275</c:v>
                </c:pt>
                <c:pt idx="336">
                  <c:v>92.362270975382216</c:v>
                </c:pt>
                <c:pt idx="337">
                  <c:v>89.439099516517828</c:v>
                </c:pt>
                <c:pt idx="338">
                  <c:v>89.607816496148089</c:v>
                </c:pt>
                <c:pt idx="339">
                  <c:v>90.037462635726214</c:v>
                </c:pt>
                <c:pt idx="340">
                  <c:v>90.961667405255483</c:v>
                </c:pt>
                <c:pt idx="341">
                  <c:v>92.016986686841364</c:v>
                </c:pt>
                <c:pt idx="342">
                  <c:v>92.752560366127057</c:v>
                </c:pt>
                <c:pt idx="343">
                  <c:v>93.209917940899132</c:v>
                </c:pt>
                <c:pt idx="344">
                  <c:v>92.880083893337371</c:v>
                </c:pt>
                <c:pt idx="345">
                  <c:v>92.868587880861199</c:v>
                </c:pt>
                <c:pt idx="346">
                  <c:v>92.666998136781402</c:v>
                </c:pt>
                <c:pt idx="347">
                  <c:v>94.818229400619913</c:v>
                </c:pt>
                <c:pt idx="348">
                  <c:v>95.376804321446841</c:v>
                </c:pt>
                <c:pt idx="349">
                  <c:v>96.228943081330797</c:v>
                </c:pt>
                <c:pt idx="350">
                  <c:v>95.865236164465202</c:v>
                </c:pt>
                <c:pt idx="351">
                  <c:v>95.288798242547387</c:v>
                </c:pt>
                <c:pt idx="352">
                  <c:v>95.365757604828801</c:v>
                </c:pt>
                <c:pt idx="353">
                  <c:v>95.769325115669162</c:v>
                </c:pt>
                <c:pt idx="354">
                  <c:v>95.434690014825605</c:v>
                </c:pt>
                <c:pt idx="355">
                  <c:v>96.282537454577266</c:v>
                </c:pt>
                <c:pt idx="356">
                  <c:v>95.697595701799798</c:v>
                </c:pt>
                <c:pt idx="357">
                  <c:v>96.049047973168314</c:v>
                </c:pt>
                <c:pt idx="358">
                  <c:v>96.942205892590366</c:v>
                </c:pt>
                <c:pt idx="359">
                  <c:v>96.433636973178537</c:v>
                </c:pt>
                <c:pt idx="360">
                  <c:v>96.688054878468961</c:v>
                </c:pt>
                <c:pt idx="361">
                  <c:v>96.585080407240682</c:v>
                </c:pt>
                <c:pt idx="362">
                  <c:v>95.353657014956823</c:v>
                </c:pt>
                <c:pt idx="363">
                  <c:v>95.400659944792139</c:v>
                </c:pt>
                <c:pt idx="364">
                  <c:v>96.84231845743345</c:v>
                </c:pt>
                <c:pt idx="365">
                  <c:v>97.30911902724462</c:v>
                </c:pt>
                <c:pt idx="366">
                  <c:v>96.649590379091023</c:v>
                </c:pt>
                <c:pt idx="367">
                  <c:v>95.89582231909354</c:v>
                </c:pt>
                <c:pt idx="368">
                  <c:v>96.02602954350813</c:v>
                </c:pt>
                <c:pt idx="369">
                  <c:v>97.081269393061575</c:v>
                </c:pt>
                <c:pt idx="370">
                  <c:v>96.672768671916231</c:v>
                </c:pt>
                <c:pt idx="371">
                  <c:v>96.468707585155201</c:v>
                </c:pt>
                <c:pt idx="372">
                  <c:v>97.026758035940617</c:v>
                </c:pt>
                <c:pt idx="373">
                  <c:v>96.670232705414904</c:v>
                </c:pt>
                <c:pt idx="374">
                  <c:v>96.143741657641513</c:v>
                </c:pt>
                <c:pt idx="375">
                  <c:v>95.615032196488912</c:v>
                </c:pt>
                <c:pt idx="376">
                  <c:v>95.512211452349931</c:v>
                </c:pt>
                <c:pt idx="377">
                  <c:v>95.710668540369383</c:v>
                </c:pt>
                <c:pt idx="378">
                  <c:v>97.355852008562621</c:v>
                </c:pt>
                <c:pt idx="379">
                  <c:v>97.886429572864188</c:v>
                </c:pt>
                <c:pt idx="380">
                  <c:v>97.827811657939947</c:v>
                </c:pt>
                <c:pt idx="381">
                  <c:v>98.368325717586401</c:v>
                </c:pt>
                <c:pt idx="382">
                  <c:v>100.3469433261449</c:v>
                </c:pt>
                <c:pt idx="383">
                  <c:v>100.44698526683344</c:v>
                </c:pt>
                <c:pt idx="384">
                  <c:v>100.7286859414931</c:v>
                </c:pt>
                <c:pt idx="385">
                  <c:v>99.721878191386367</c:v>
                </c:pt>
                <c:pt idx="386">
                  <c:v>97.663803906351006</c:v>
                </c:pt>
                <c:pt idx="387">
                  <c:v>97.636649836851973</c:v>
                </c:pt>
                <c:pt idx="388">
                  <c:v>97.688526925454823</c:v>
                </c:pt>
                <c:pt idx="389">
                  <c:v>98.540589334127915</c:v>
                </c:pt>
                <c:pt idx="390">
                  <c:v>98.67220091896715</c:v>
                </c:pt>
                <c:pt idx="391">
                  <c:v>98.07447101328998</c:v>
                </c:pt>
                <c:pt idx="392">
                  <c:v>99.192276327077408</c:v>
                </c:pt>
                <c:pt idx="393">
                  <c:v>99.117640106802057</c:v>
                </c:pt>
                <c:pt idx="394">
                  <c:v>97.739782583130349</c:v>
                </c:pt>
                <c:pt idx="395">
                  <c:v>97.85830797930582</c:v>
                </c:pt>
                <c:pt idx="396">
                  <c:v>98.119263323127342</c:v>
                </c:pt>
                <c:pt idx="397">
                  <c:v>96.35543538949031</c:v>
                </c:pt>
                <c:pt idx="398">
                  <c:v>96.332919673877129</c:v>
                </c:pt>
                <c:pt idx="399">
                  <c:v>97.822668372656025</c:v>
                </c:pt>
                <c:pt idx="400">
                  <c:v>98.104684266879957</c:v>
                </c:pt>
                <c:pt idx="401">
                  <c:v>97.691137009327477</c:v>
                </c:pt>
                <c:pt idx="402">
                  <c:v>97.203163041866048</c:v>
                </c:pt>
                <c:pt idx="403">
                  <c:v>96.821687602350124</c:v>
                </c:pt>
                <c:pt idx="404">
                  <c:v>96.894835727378904</c:v>
                </c:pt>
                <c:pt idx="405">
                  <c:v>95.294237416916928</c:v>
                </c:pt>
                <c:pt idx="406">
                  <c:v>95.398111271048649</c:v>
                </c:pt>
                <c:pt idx="407">
                  <c:v>95.002212190478559</c:v>
                </c:pt>
                <c:pt idx="408">
                  <c:v>96.874300092348008</c:v>
                </c:pt>
                <c:pt idx="409">
                  <c:v>96.662363831226926</c:v>
                </c:pt>
                <c:pt idx="410">
                  <c:v>97.119831756244764</c:v>
                </c:pt>
                <c:pt idx="411">
                  <c:v>96.794860795932479</c:v>
                </c:pt>
                <c:pt idx="412">
                  <c:v>96.083352631386219</c:v>
                </c:pt>
                <c:pt idx="413">
                  <c:v>96.179113027858321</c:v>
                </c:pt>
                <c:pt idx="414">
                  <c:v>96.309072276755671</c:v>
                </c:pt>
                <c:pt idx="415">
                  <c:v>96.270123325295017</c:v>
                </c:pt>
                <c:pt idx="416">
                  <c:v>96.291230186668898</c:v>
                </c:pt>
                <c:pt idx="417">
                  <c:v>94.919678884546485</c:v>
                </c:pt>
                <c:pt idx="418">
                  <c:v>94.77731313689759</c:v>
                </c:pt>
                <c:pt idx="419">
                  <c:v>94.198490402705644</c:v>
                </c:pt>
                <c:pt idx="420">
                  <c:v>94.825281914080236</c:v>
                </c:pt>
                <c:pt idx="421">
                  <c:v>95.314199529312589</c:v>
                </c:pt>
                <c:pt idx="422">
                  <c:v>95.460927377057033</c:v>
                </c:pt>
                <c:pt idx="423">
                  <c:v>92.201142137873944</c:v>
                </c:pt>
                <c:pt idx="424">
                  <c:v>89.514616241210447</c:v>
                </c:pt>
                <c:pt idx="425">
                  <c:v>89.412869751989135</c:v>
                </c:pt>
                <c:pt idx="426">
                  <c:v>88.998954816742653</c:v>
                </c:pt>
                <c:pt idx="427">
                  <c:v>88.497510296338632</c:v>
                </c:pt>
                <c:pt idx="428">
                  <c:v>86.984809548516495</c:v>
                </c:pt>
                <c:pt idx="429">
                  <c:v>87.67833319391876</c:v>
                </c:pt>
                <c:pt idx="430">
                  <c:v>87.670308412114167</c:v>
                </c:pt>
                <c:pt idx="431">
                  <c:v>88.56051245875264</c:v>
                </c:pt>
                <c:pt idx="432">
                  <c:v>88.356459227251406</c:v>
                </c:pt>
                <c:pt idx="433">
                  <c:v>88.594202047128775</c:v>
                </c:pt>
                <c:pt idx="434">
                  <c:v>89.629278979839626</c:v>
                </c:pt>
                <c:pt idx="435">
                  <c:v>89.515920348154609</c:v>
                </c:pt>
                <c:pt idx="436">
                  <c:v>88.411967461000188</c:v>
                </c:pt>
                <c:pt idx="437">
                  <c:v>89.069801572727556</c:v>
                </c:pt>
                <c:pt idx="438">
                  <c:v>89.398910895256748</c:v>
                </c:pt>
                <c:pt idx="439">
                  <c:v>89.08195908821439</c:v>
                </c:pt>
                <c:pt idx="440">
                  <c:v>91.224558620985846</c:v>
                </c:pt>
                <c:pt idx="441">
                  <c:v>91.200488058526645</c:v>
                </c:pt>
                <c:pt idx="442">
                  <c:v>90.409636791204463</c:v>
                </c:pt>
                <c:pt idx="443">
                  <c:v>91.162972729597726</c:v>
                </c:pt>
                <c:pt idx="444">
                  <c:v>90.739908015421449</c:v>
                </c:pt>
                <c:pt idx="445">
                  <c:v>90.135038289675933</c:v>
                </c:pt>
                <c:pt idx="446">
                  <c:v>90.063764288366826</c:v>
                </c:pt>
                <c:pt idx="447">
                  <c:v>89.741463210004042</c:v>
                </c:pt>
                <c:pt idx="448">
                  <c:v>89.098490309399793</c:v>
                </c:pt>
                <c:pt idx="449">
                  <c:v>88.152783723556922</c:v>
                </c:pt>
                <c:pt idx="450">
                  <c:v>88.362619497352796</c:v>
                </c:pt>
                <c:pt idx="451">
                  <c:v>87.569956169770137</c:v>
                </c:pt>
                <c:pt idx="452">
                  <c:v>88.948769596696238</c:v>
                </c:pt>
                <c:pt idx="453">
                  <c:v>88.531214295689992</c:v>
                </c:pt>
                <c:pt idx="454">
                  <c:v>89.187997079000738</c:v>
                </c:pt>
                <c:pt idx="455">
                  <c:v>90.293594242819054</c:v>
                </c:pt>
                <c:pt idx="456">
                  <c:v>90.1884355263592</c:v>
                </c:pt>
                <c:pt idx="457">
                  <c:v>90.018462347897696</c:v>
                </c:pt>
                <c:pt idx="458">
                  <c:v>91.37066745653145</c:v>
                </c:pt>
                <c:pt idx="459">
                  <c:v>90.966101415972176</c:v>
                </c:pt>
                <c:pt idx="460">
                  <c:v>90.324999802771288</c:v>
                </c:pt>
                <c:pt idx="461">
                  <c:v>91.072448859973264</c:v>
                </c:pt>
                <c:pt idx="462">
                  <c:v>91.667747401969706</c:v>
                </c:pt>
                <c:pt idx="463">
                  <c:v>91.993039997256176</c:v>
                </c:pt>
                <c:pt idx="464">
                  <c:v>92.162280069209245</c:v>
                </c:pt>
                <c:pt idx="465">
                  <c:v>92.22852694000342</c:v>
                </c:pt>
                <c:pt idx="466">
                  <c:v>92.458345920912421</c:v>
                </c:pt>
                <c:pt idx="467">
                  <c:v>92.305555358099411</c:v>
                </c:pt>
                <c:pt idx="468">
                  <c:v>91.379072392159941</c:v>
                </c:pt>
                <c:pt idx="469">
                  <c:v>91.783312114610553</c:v>
                </c:pt>
                <c:pt idx="470">
                  <c:v>92.558066969009062</c:v>
                </c:pt>
                <c:pt idx="471">
                  <c:v>93.684503413201242</c:v>
                </c:pt>
                <c:pt idx="472">
                  <c:v>94.206248059318852</c:v>
                </c:pt>
                <c:pt idx="473">
                  <c:v>94.318883931391454</c:v>
                </c:pt>
                <c:pt idx="474">
                  <c:v>95.866948710248963</c:v>
                </c:pt>
                <c:pt idx="475">
                  <c:v>96.438763887729422</c:v>
                </c:pt>
                <c:pt idx="476">
                  <c:v>96.580411389879202</c:v>
                </c:pt>
                <c:pt idx="477">
                  <c:v>97.529770737644284</c:v>
                </c:pt>
                <c:pt idx="478">
                  <c:v>96.922980675687114</c:v>
                </c:pt>
                <c:pt idx="479">
                  <c:v>96.859499596590567</c:v>
                </c:pt>
                <c:pt idx="480">
                  <c:v>97.4204274281078</c:v>
                </c:pt>
                <c:pt idx="481">
                  <c:v>97.546345761872075</c:v>
                </c:pt>
                <c:pt idx="482">
                  <c:v>97.562323335709635</c:v>
                </c:pt>
                <c:pt idx="483">
                  <c:v>97.553162260499136</c:v>
                </c:pt>
                <c:pt idx="484">
                  <c:v>96.95622521553075</c:v>
                </c:pt>
                <c:pt idx="485">
                  <c:v>97.417935352918491</c:v>
                </c:pt>
                <c:pt idx="486">
                  <c:v>97.8478093282679</c:v>
                </c:pt>
                <c:pt idx="487">
                  <c:v>98.510570885159936</c:v>
                </c:pt>
                <c:pt idx="488">
                  <c:v>98.854307768968312</c:v>
                </c:pt>
                <c:pt idx="489">
                  <c:v>99.330679280687704</c:v>
                </c:pt>
                <c:pt idx="490">
                  <c:v>99.509001765277858</c:v>
                </c:pt>
                <c:pt idx="491">
                  <c:v>99.249547487082069</c:v>
                </c:pt>
                <c:pt idx="492">
                  <c:v>99.57446920174776</c:v>
                </c:pt>
                <c:pt idx="493">
                  <c:v>99.411266228693719</c:v>
                </c:pt>
                <c:pt idx="494">
                  <c:v>100.27444645682606</c:v>
                </c:pt>
                <c:pt idx="495">
                  <c:v>100.28875413160588</c:v>
                </c:pt>
                <c:pt idx="496">
                  <c:v>99.949448044297483</c:v>
                </c:pt>
                <c:pt idx="497">
                  <c:v>99.841628564336943</c:v>
                </c:pt>
                <c:pt idx="498">
                  <c:v>100.02434946757647</c:v>
                </c:pt>
                <c:pt idx="499">
                  <c:v>101.73967084364875</c:v>
                </c:pt>
                <c:pt idx="500">
                  <c:v>103.40558829621121</c:v>
                </c:pt>
                <c:pt idx="501">
                  <c:v>104.2746448147049</c:v>
                </c:pt>
                <c:pt idx="502">
                  <c:v>104.03470696653189</c:v>
                </c:pt>
                <c:pt idx="503">
                  <c:v>102.63661876741401</c:v>
                </c:pt>
                <c:pt idx="504">
                  <c:v>103.31917281872165</c:v>
                </c:pt>
                <c:pt idx="505">
                  <c:v>103.57662949230881</c:v>
                </c:pt>
                <c:pt idx="506">
                  <c:v>103.51110381815073</c:v>
                </c:pt>
                <c:pt idx="507">
                  <c:v>104.12136196455469</c:v>
                </c:pt>
                <c:pt idx="508">
                  <c:v>104.76875091431286</c:v>
                </c:pt>
                <c:pt idx="509">
                  <c:v>105.21730923117867</c:v>
                </c:pt>
                <c:pt idx="510">
                  <c:v>105.27369990974489</c:v>
                </c:pt>
                <c:pt idx="511">
                  <c:v>106.19536007023774</c:v>
                </c:pt>
                <c:pt idx="512">
                  <c:v>106.13483352362302</c:v>
                </c:pt>
                <c:pt idx="513">
                  <c:v>105.35203285361126</c:v>
                </c:pt>
                <c:pt idx="514">
                  <c:v>105.76180989313191</c:v>
                </c:pt>
                <c:pt idx="515">
                  <c:v>105.59382705439559</c:v>
                </c:pt>
                <c:pt idx="516">
                  <c:v>105.55889962371003</c:v>
                </c:pt>
                <c:pt idx="517">
                  <c:v>104.64281913782615</c:v>
                </c:pt>
                <c:pt idx="518">
                  <c:v>104.73987943774037</c:v>
                </c:pt>
                <c:pt idx="519">
                  <c:v>104.8973239075515</c:v>
                </c:pt>
                <c:pt idx="520">
                  <c:v>104.80056677589837</c:v>
                </c:pt>
                <c:pt idx="521">
                  <c:v>107.34937147551852</c:v>
                </c:pt>
                <c:pt idx="522">
                  <c:v>108.49808686064885</c:v>
                </c:pt>
                <c:pt idx="523">
                  <c:v>107.93444756070542</c:v>
                </c:pt>
                <c:pt idx="524">
                  <c:v>107.36204641809495</c:v>
                </c:pt>
                <c:pt idx="525">
                  <c:v>107.38821053728259</c:v>
                </c:pt>
                <c:pt idx="526">
                  <c:v>107.39956664769481</c:v>
                </c:pt>
                <c:pt idx="527">
                  <c:v>108.11659059881397</c:v>
                </c:pt>
                <c:pt idx="528">
                  <c:v>106.9962997296455</c:v>
                </c:pt>
                <c:pt idx="529">
                  <c:v>107.39282899373448</c:v>
                </c:pt>
                <c:pt idx="530">
                  <c:v>106.93353674816618</c:v>
                </c:pt>
                <c:pt idx="531">
                  <c:v>108.18291825868553</c:v>
                </c:pt>
                <c:pt idx="532">
                  <c:v>108.18252699139872</c:v>
                </c:pt>
                <c:pt idx="533">
                  <c:v>108.97773297225626</c:v>
                </c:pt>
                <c:pt idx="534">
                  <c:v>109.98747520259658</c:v>
                </c:pt>
                <c:pt idx="535">
                  <c:v>110.35523442312525</c:v>
                </c:pt>
                <c:pt idx="536">
                  <c:v>108.99953304838934</c:v>
                </c:pt>
                <c:pt idx="537">
                  <c:v>109.11550702320667</c:v>
                </c:pt>
                <c:pt idx="538">
                  <c:v>108.02636807959206</c:v>
                </c:pt>
                <c:pt idx="539">
                  <c:v>107.66138110628668</c:v>
                </c:pt>
                <c:pt idx="540">
                  <c:v>109.84669227463623</c:v>
                </c:pt>
                <c:pt idx="541">
                  <c:v>110.69418317665313</c:v>
                </c:pt>
                <c:pt idx="542">
                  <c:v>110.98340312940358</c:v>
                </c:pt>
                <c:pt idx="543">
                  <c:v>111.09401241879033</c:v>
                </c:pt>
                <c:pt idx="544">
                  <c:v>111.19724106117577</c:v>
                </c:pt>
                <c:pt idx="545">
                  <c:v>111.29812371250705</c:v>
                </c:pt>
                <c:pt idx="546">
                  <c:v>111.86862415629916</c:v>
                </c:pt>
                <c:pt idx="547">
                  <c:v>112.12452427746456</c:v>
                </c:pt>
                <c:pt idx="548">
                  <c:v>111.69259720792603</c:v>
                </c:pt>
                <c:pt idx="549">
                  <c:v>111.80419143141455</c:v>
                </c:pt>
                <c:pt idx="550">
                  <c:v>111.76834060948416</c:v>
                </c:pt>
                <c:pt idx="551">
                  <c:v>112.11107765202902</c:v>
                </c:pt>
                <c:pt idx="552">
                  <c:v>111.37158633806573</c:v>
                </c:pt>
                <c:pt idx="553">
                  <c:v>111.21914046929959</c:v>
                </c:pt>
                <c:pt idx="554">
                  <c:v>111.63368107743936</c:v>
                </c:pt>
                <c:pt idx="555">
                  <c:v>111.3463908474705</c:v>
                </c:pt>
                <c:pt idx="556">
                  <c:v>110.80521219005959</c:v>
                </c:pt>
                <c:pt idx="557">
                  <c:v>112.07878231992487</c:v>
                </c:pt>
                <c:pt idx="558">
                  <c:v>111.87526298409084</c:v>
                </c:pt>
                <c:pt idx="559">
                  <c:v>111.59071008582396</c:v>
                </c:pt>
                <c:pt idx="560">
                  <c:v>111.80211483711626</c:v>
                </c:pt>
                <c:pt idx="561">
                  <c:v>110.67944458315849</c:v>
                </c:pt>
                <c:pt idx="562">
                  <c:v>110.1137675482063</c:v>
                </c:pt>
                <c:pt idx="563">
                  <c:v>110.29498078513971</c:v>
                </c:pt>
                <c:pt idx="564">
                  <c:v>110.06909427362733</c:v>
                </c:pt>
                <c:pt idx="565">
                  <c:v>111.13701502461768</c:v>
                </c:pt>
                <c:pt idx="566">
                  <c:v>111.09490475334601</c:v>
                </c:pt>
                <c:pt idx="567">
                  <c:v>111.59392085605541</c:v>
                </c:pt>
                <c:pt idx="568">
                  <c:v>111.63834422252205</c:v>
                </c:pt>
                <c:pt idx="569">
                  <c:v>113.24113184843443</c:v>
                </c:pt>
                <c:pt idx="570">
                  <c:v>113.42008740765962</c:v>
                </c:pt>
                <c:pt idx="571">
                  <c:v>114.57064745495961</c:v>
                </c:pt>
                <c:pt idx="572">
                  <c:v>114.48429599032919</c:v>
                </c:pt>
                <c:pt idx="573">
                  <c:v>114.83262082737279</c:v>
                </c:pt>
                <c:pt idx="574">
                  <c:v>113.59430246104047</c:v>
                </c:pt>
                <c:pt idx="575">
                  <c:v>114.48584995575438</c:v>
                </c:pt>
                <c:pt idx="576">
                  <c:v>114.11461883160601</c:v>
                </c:pt>
                <c:pt idx="577">
                  <c:v>114.75366484573523</c:v>
                </c:pt>
                <c:pt idx="578">
                  <c:v>115.29662422960089</c:v>
                </c:pt>
                <c:pt idx="579">
                  <c:v>115.39706739520082</c:v>
                </c:pt>
                <c:pt idx="580">
                  <c:v>115.83640900161549</c:v>
                </c:pt>
                <c:pt idx="581">
                  <c:v>116.38029925587162</c:v>
                </c:pt>
                <c:pt idx="582">
                  <c:v>116.06765980786524</c:v>
                </c:pt>
                <c:pt idx="583">
                  <c:v>116.93401277302164</c:v>
                </c:pt>
                <c:pt idx="584">
                  <c:v>117.16729030708514</c:v>
                </c:pt>
                <c:pt idx="585">
                  <c:v>116.8112796902229</c:v>
                </c:pt>
                <c:pt idx="586">
                  <c:v>116.75037881894055</c:v>
                </c:pt>
                <c:pt idx="587">
                  <c:v>116.92415468113812</c:v>
                </c:pt>
                <c:pt idx="588">
                  <c:v>116.6848508731854</c:v>
                </c:pt>
                <c:pt idx="589">
                  <c:v>115.74540221999104</c:v>
                </c:pt>
                <c:pt idx="590">
                  <c:v>114.94327279699125</c:v>
                </c:pt>
                <c:pt idx="591">
                  <c:v>113.63329710464748</c:v>
                </c:pt>
                <c:pt idx="592">
                  <c:v>112.092753403237</c:v>
                </c:pt>
                <c:pt idx="593">
                  <c:v>113.19216420601867</c:v>
                </c:pt>
                <c:pt idx="594">
                  <c:v>113.96363427954027</c:v>
                </c:pt>
                <c:pt idx="595">
                  <c:v>114.0517679923273</c:v>
                </c:pt>
                <c:pt idx="596">
                  <c:v>113.32372220503873</c:v>
                </c:pt>
                <c:pt idx="597">
                  <c:v>112.50199304076254</c:v>
                </c:pt>
                <c:pt idx="598">
                  <c:v>112.47810010942977</c:v>
                </c:pt>
                <c:pt idx="599">
                  <c:v>113.44021538179916</c:v>
                </c:pt>
                <c:pt idx="600">
                  <c:v>114.55622686822677</c:v>
                </c:pt>
                <c:pt idx="601">
                  <c:v>114.0495474911428</c:v>
                </c:pt>
                <c:pt idx="602">
                  <c:v>114.22288008219694</c:v>
                </c:pt>
                <c:pt idx="603">
                  <c:v>114.86818172554671</c:v>
                </c:pt>
                <c:pt idx="604">
                  <c:v>114.18391922134994</c:v>
                </c:pt>
                <c:pt idx="605">
                  <c:v>114.32705064609816</c:v>
                </c:pt>
                <c:pt idx="606">
                  <c:v>113.95754194009857</c:v>
                </c:pt>
                <c:pt idx="607">
                  <c:v>114.33507315532462</c:v>
                </c:pt>
                <c:pt idx="608">
                  <c:v>115.00188325748923</c:v>
                </c:pt>
                <c:pt idx="609">
                  <c:v>115.88710212410025</c:v>
                </c:pt>
                <c:pt idx="610">
                  <c:v>115.92497506430261</c:v>
                </c:pt>
                <c:pt idx="611">
                  <c:v>115.96703953123509</c:v>
                </c:pt>
                <c:pt idx="612">
                  <c:v>116.06273944262885</c:v>
                </c:pt>
                <c:pt idx="613">
                  <c:v>116.67949409393228</c:v>
                </c:pt>
                <c:pt idx="614">
                  <c:v>116.3486164649276</c:v>
                </c:pt>
                <c:pt idx="615">
                  <c:v>116.00352832448576</c:v>
                </c:pt>
                <c:pt idx="616">
                  <c:v>115.60409263585774</c:v>
                </c:pt>
                <c:pt idx="617">
                  <c:v>113.24355487957438</c:v>
                </c:pt>
                <c:pt idx="618">
                  <c:v>112.40842757454473</c:v>
                </c:pt>
                <c:pt idx="619">
                  <c:v>111.45182839915057</c:v>
                </c:pt>
                <c:pt idx="620">
                  <c:v>109.30187493050626</c:v>
                </c:pt>
                <c:pt idx="621">
                  <c:v>109.62208818676118</c:v>
                </c:pt>
                <c:pt idx="622">
                  <c:v>110.30654564462478</c:v>
                </c:pt>
                <c:pt idx="623">
                  <c:v>110.72456151444496</c:v>
                </c:pt>
                <c:pt idx="624">
                  <c:v>111.78558204289018</c:v>
                </c:pt>
                <c:pt idx="625">
                  <c:v>111.6999349234588</c:v>
                </c:pt>
                <c:pt idx="626">
                  <c:v>112.39651832736043</c:v>
                </c:pt>
                <c:pt idx="627">
                  <c:v>112.51193823247691</c:v>
                </c:pt>
                <c:pt idx="628">
                  <c:v>112.7207611031501</c:v>
                </c:pt>
                <c:pt idx="629">
                  <c:v>112.39474012529115</c:v>
                </c:pt>
                <c:pt idx="630">
                  <c:v>115.10587289253031</c:v>
                </c:pt>
                <c:pt idx="631">
                  <c:v>116.12256630178186</c:v>
                </c:pt>
                <c:pt idx="632">
                  <c:v>115.74535194932045</c:v>
                </c:pt>
                <c:pt idx="633">
                  <c:v>115.40521781764474</c:v>
                </c:pt>
                <c:pt idx="634">
                  <c:v>114.71673944408283</c:v>
                </c:pt>
                <c:pt idx="635">
                  <c:v>115.20260193830707</c:v>
                </c:pt>
                <c:pt idx="636">
                  <c:v>115.7342891830408</c:v>
                </c:pt>
                <c:pt idx="637">
                  <c:v>116.89525220727613</c:v>
                </c:pt>
                <c:pt idx="638">
                  <c:v>117.89798904628405</c:v>
                </c:pt>
                <c:pt idx="639">
                  <c:v>117.38278826773164</c:v>
                </c:pt>
                <c:pt idx="640">
                  <c:v>118.05744709822513</c:v>
                </c:pt>
                <c:pt idx="641">
                  <c:v>119.77582043995844</c:v>
                </c:pt>
                <c:pt idx="642">
                  <c:v>120.2075744069128</c:v>
                </c:pt>
                <c:pt idx="643">
                  <c:v>120.0910245378917</c:v>
                </c:pt>
                <c:pt idx="644">
                  <c:v>118.66204367661865</c:v>
                </c:pt>
                <c:pt idx="645">
                  <c:v>117.66201151984806</c:v>
                </c:pt>
                <c:pt idx="646">
                  <c:v>118.07040966623164</c:v>
                </c:pt>
                <c:pt idx="647">
                  <c:v>118.08225973832049</c:v>
                </c:pt>
                <c:pt idx="648">
                  <c:v>116.34772541952626</c:v>
                </c:pt>
                <c:pt idx="649">
                  <c:v>115.8662029545677</c:v>
                </c:pt>
                <c:pt idx="650">
                  <c:v>115.48942242310906</c:v>
                </c:pt>
                <c:pt idx="651">
                  <c:v>116.83860172391221</c:v>
                </c:pt>
                <c:pt idx="652">
                  <c:v>118.48976697817771</c:v>
                </c:pt>
                <c:pt idx="653">
                  <c:v>118.1669816276555</c:v>
                </c:pt>
                <c:pt idx="654">
                  <c:v>118.61873933854898</c:v>
                </c:pt>
                <c:pt idx="655">
                  <c:v>119.45235995400833</c:v>
                </c:pt>
                <c:pt idx="656">
                  <c:v>119.54678560209608</c:v>
                </c:pt>
                <c:pt idx="657">
                  <c:v>119.87124252179754</c:v>
                </c:pt>
                <c:pt idx="658">
                  <c:v>120.12583654655143</c:v>
                </c:pt>
                <c:pt idx="659">
                  <c:v>120.25858202731679</c:v>
                </c:pt>
                <c:pt idx="660">
                  <c:v>120.23015978514636</c:v>
                </c:pt>
                <c:pt idx="661">
                  <c:v>118.55673285761581</c:v>
                </c:pt>
                <c:pt idx="662">
                  <c:v>117.42511079433319</c:v>
                </c:pt>
                <c:pt idx="663">
                  <c:v>117.65470972320399</c:v>
                </c:pt>
                <c:pt idx="664">
                  <c:v>117.41960264091709</c:v>
                </c:pt>
                <c:pt idx="665">
                  <c:v>116.55742411602147</c:v>
                </c:pt>
                <c:pt idx="666">
                  <c:v>117.64787752857626</c:v>
                </c:pt>
                <c:pt idx="667">
                  <c:v>118.85936179370691</c:v>
                </c:pt>
                <c:pt idx="668">
                  <c:v>118.74537298483619</c:v>
                </c:pt>
                <c:pt idx="669">
                  <c:v>118.1767316370822</c:v>
                </c:pt>
                <c:pt idx="670">
                  <c:v>119.18929966495945</c:v>
                </c:pt>
                <c:pt idx="671">
                  <c:v>120.30822480706919</c:v>
                </c:pt>
                <c:pt idx="672">
                  <c:v>120.7875310502818</c:v>
                </c:pt>
                <c:pt idx="673">
                  <c:v>121.60608218503771</c:v>
                </c:pt>
                <c:pt idx="674">
                  <c:v>121.51144563259052</c:v>
                </c:pt>
                <c:pt idx="675">
                  <c:v>121.37700296576209</c:v>
                </c:pt>
                <c:pt idx="676">
                  <c:v>122.12915517657079</c:v>
                </c:pt>
                <c:pt idx="677">
                  <c:v>122.35726263368828</c:v>
                </c:pt>
                <c:pt idx="678">
                  <c:v>121.80518060717002</c:v>
                </c:pt>
                <c:pt idx="679">
                  <c:v>121.54925950478412</c:v>
                </c:pt>
                <c:pt idx="680">
                  <c:v>122.76693001822878</c:v>
                </c:pt>
                <c:pt idx="681">
                  <c:v>121.88707853825106</c:v>
                </c:pt>
                <c:pt idx="682">
                  <c:v>122.37149146429927</c:v>
                </c:pt>
                <c:pt idx="683">
                  <c:v>122.66848990022096</c:v>
                </c:pt>
                <c:pt idx="684">
                  <c:v>123.48712467963796</c:v>
                </c:pt>
                <c:pt idx="685">
                  <c:v>124.17526707741189</c:v>
                </c:pt>
                <c:pt idx="686">
                  <c:v>124.96492468069691</c:v>
                </c:pt>
                <c:pt idx="687">
                  <c:v>125.05592364629992</c:v>
                </c:pt>
                <c:pt idx="688">
                  <c:v>124.31924657588063</c:v>
                </c:pt>
                <c:pt idx="689">
                  <c:v>124.74928513912042</c:v>
                </c:pt>
                <c:pt idx="690">
                  <c:v>125.48444888205543</c:v>
                </c:pt>
                <c:pt idx="691">
                  <c:v>126.39539070490324</c:v>
                </c:pt>
                <c:pt idx="692">
                  <c:v>125.66906622898897</c:v>
                </c:pt>
                <c:pt idx="693">
                  <c:v>126.35813619710844</c:v>
                </c:pt>
                <c:pt idx="694">
                  <c:v>127.27279352575157</c:v>
                </c:pt>
                <c:pt idx="695">
                  <c:v>128.42980359031725</c:v>
                </c:pt>
                <c:pt idx="696">
                  <c:v>129.11894280622667</c:v>
                </c:pt>
                <c:pt idx="697">
                  <c:v>130.59207501491417</c:v>
                </c:pt>
                <c:pt idx="698">
                  <c:v>130.93450597338929</c:v>
                </c:pt>
                <c:pt idx="699">
                  <c:v>130.8302828989639</c:v>
                </c:pt>
                <c:pt idx="700">
                  <c:v>131.57463998761011</c:v>
                </c:pt>
                <c:pt idx="701">
                  <c:v>130.24671711509703</c:v>
                </c:pt>
                <c:pt idx="702">
                  <c:v>130.13308471860856</c:v>
                </c:pt>
                <c:pt idx="703">
                  <c:v>130.07720579062004</c:v>
                </c:pt>
                <c:pt idx="704">
                  <c:v>125.09080390918901</c:v>
                </c:pt>
                <c:pt idx="705">
                  <c:v>122.60564291683143</c:v>
                </c:pt>
                <c:pt idx="706">
                  <c:v>122.45672411813192</c:v>
                </c:pt>
                <c:pt idx="707">
                  <c:v>123.59844871618057</c:v>
                </c:pt>
                <c:pt idx="708">
                  <c:v>121.74244701322813</c:v>
                </c:pt>
                <c:pt idx="709">
                  <c:v>122.95845633993835</c:v>
                </c:pt>
                <c:pt idx="710">
                  <c:v>122.74200194148199</c:v>
                </c:pt>
                <c:pt idx="711">
                  <c:v>123.6434111826411</c:v>
                </c:pt>
                <c:pt idx="712">
                  <c:v>122.63399582367242</c:v>
                </c:pt>
                <c:pt idx="713">
                  <c:v>121.7826803454541</c:v>
                </c:pt>
                <c:pt idx="714">
                  <c:v>120.36693371364021</c:v>
                </c:pt>
                <c:pt idx="715">
                  <c:v>119.8150484793028</c:v>
                </c:pt>
                <c:pt idx="716">
                  <c:v>121.37377771994929</c:v>
                </c:pt>
                <c:pt idx="717">
                  <c:v>122.75384760093999</c:v>
                </c:pt>
                <c:pt idx="718">
                  <c:v>122.0462847356919</c:v>
                </c:pt>
                <c:pt idx="719">
                  <c:v>120.99934865515583</c:v>
                </c:pt>
                <c:pt idx="720">
                  <c:v>120.28697019600432</c:v>
                </c:pt>
                <c:pt idx="721">
                  <c:v>119.54352707069727</c:v>
                </c:pt>
                <c:pt idx="722">
                  <c:v>118.12930254888232</c:v>
                </c:pt>
                <c:pt idx="723">
                  <c:v>117.17768953388324</c:v>
                </c:pt>
                <c:pt idx="724">
                  <c:v>118.38412850795116</c:v>
                </c:pt>
                <c:pt idx="725">
                  <c:v>117.93995001213391</c:v>
                </c:pt>
                <c:pt idx="726">
                  <c:v>120.11162982823843</c:v>
                </c:pt>
                <c:pt idx="727">
                  <c:v>119.97961760428663</c:v>
                </c:pt>
                <c:pt idx="728">
                  <c:v>119.54106458877339</c:v>
                </c:pt>
                <c:pt idx="729">
                  <c:v>117.84711581402736</c:v>
                </c:pt>
                <c:pt idx="730">
                  <c:v>116.65375162471535</c:v>
                </c:pt>
                <c:pt idx="731">
                  <c:v>116.62490272155914</c:v>
                </c:pt>
                <c:pt idx="732">
                  <c:v>117.11767364626326</c:v>
                </c:pt>
                <c:pt idx="733">
                  <c:v>116.90357354677433</c:v>
                </c:pt>
                <c:pt idx="734">
                  <c:v>115.32720326884454</c:v>
                </c:pt>
                <c:pt idx="735">
                  <c:v>117.40017488001553</c:v>
                </c:pt>
                <c:pt idx="736">
                  <c:v>117.97956332097864</c:v>
                </c:pt>
                <c:pt idx="737">
                  <c:v>116.80323935806337</c:v>
                </c:pt>
                <c:pt idx="738">
                  <c:v>118.26417276651399</c:v>
                </c:pt>
                <c:pt idx="739">
                  <c:v>117.01896446952695</c:v>
                </c:pt>
                <c:pt idx="740">
                  <c:v>118.99963213723446</c:v>
                </c:pt>
                <c:pt idx="741">
                  <c:v>119.23776176775361</c:v>
                </c:pt>
                <c:pt idx="742">
                  <c:v>119.92070785458212</c:v>
                </c:pt>
                <c:pt idx="743">
                  <c:v>120.25066184664806</c:v>
                </c:pt>
                <c:pt idx="744">
                  <c:v>120.80769015555914</c:v>
                </c:pt>
                <c:pt idx="745">
                  <c:v>120.79027804682198</c:v>
                </c:pt>
                <c:pt idx="746">
                  <c:v>120.80110935751017</c:v>
                </c:pt>
                <c:pt idx="747">
                  <c:v>120.4518648262527</c:v>
                </c:pt>
                <c:pt idx="748">
                  <c:v>120.59959149196051</c:v>
                </c:pt>
                <c:pt idx="749">
                  <c:v>120.13356261323602</c:v>
                </c:pt>
                <c:pt idx="750">
                  <c:v>119.89071770003716</c:v>
                </c:pt>
                <c:pt idx="751">
                  <c:v>120.20600104024327</c:v>
                </c:pt>
                <c:pt idx="752">
                  <c:v>119.20108821643439</c:v>
                </c:pt>
                <c:pt idx="753">
                  <c:v>119.69959189703336</c:v>
                </c:pt>
                <c:pt idx="754">
                  <c:v>120.67186554040826</c:v>
                </c:pt>
                <c:pt idx="755">
                  <c:v>121.33015596540319</c:v>
                </c:pt>
                <c:pt idx="756">
                  <c:v>121.59753760002458</c:v>
                </c:pt>
                <c:pt idx="757">
                  <c:v>121.44259343197469</c:v>
                </c:pt>
                <c:pt idx="758">
                  <c:v>120.50633723411693</c:v>
                </c:pt>
                <c:pt idx="759">
                  <c:v>120.90502032374665</c:v>
                </c:pt>
                <c:pt idx="760">
                  <c:v>120.97814229000959</c:v>
                </c:pt>
                <c:pt idx="761">
                  <c:v>120.7907926234155</c:v>
                </c:pt>
                <c:pt idx="762">
                  <c:v>120.54596280167939</c:v>
                </c:pt>
                <c:pt idx="763">
                  <c:v>121.82225011544348</c:v>
                </c:pt>
                <c:pt idx="764">
                  <c:v>121.29343334119852</c:v>
                </c:pt>
                <c:pt idx="765">
                  <c:v>120.22886063290926</c:v>
                </c:pt>
                <c:pt idx="766">
                  <c:v>119.6153964236789</c:v>
                </c:pt>
                <c:pt idx="767">
                  <c:v>118.16946675858192</c:v>
                </c:pt>
                <c:pt idx="768">
                  <c:v>117.15717566419458</c:v>
                </c:pt>
                <c:pt idx="769">
                  <c:v>117.39599106870085</c:v>
                </c:pt>
                <c:pt idx="770">
                  <c:v>116.02441534783985</c:v>
                </c:pt>
                <c:pt idx="771">
                  <c:v>116.80333622564331</c:v>
                </c:pt>
                <c:pt idx="772">
                  <c:v>117.90460755647238</c:v>
                </c:pt>
                <c:pt idx="773">
                  <c:v>118.71689483554208</c:v>
                </c:pt>
                <c:pt idx="774">
                  <c:v>118.7514786405506</c:v>
                </c:pt>
                <c:pt idx="775">
                  <c:v>118.9414476416341</c:v>
                </c:pt>
                <c:pt idx="776">
                  <c:v>120.674061971363</c:v>
                </c:pt>
                <c:pt idx="777">
                  <c:v>120.82946012398203</c:v>
                </c:pt>
                <c:pt idx="778">
                  <c:v>120.32396288090413</c:v>
                </c:pt>
                <c:pt idx="779">
                  <c:v>119.72683361609705</c:v>
                </c:pt>
                <c:pt idx="780">
                  <c:v>120.92404867119473</c:v>
                </c:pt>
                <c:pt idx="781">
                  <c:v>121.94033790898943</c:v>
                </c:pt>
                <c:pt idx="782">
                  <c:v>120.96223575326776</c:v>
                </c:pt>
                <c:pt idx="783">
                  <c:v>121.43475993405968</c:v>
                </c:pt>
                <c:pt idx="784">
                  <c:v>121.93003309957378</c:v>
                </c:pt>
                <c:pt idx="785">
                  <c:v>121.78652562881281</c:v>
                </c:pt>
                <c:pt idx="786">
                  <c:v>121.19996010636532</c:v>
                </c:pt>
                <c:pt idx="787">
                  <c:v>120.76490411955727</c:v>
                </c:pt>
                <c:pt idx="788">
                  <c:v>120.42447768996681</c:v>
                </c:pt>
                <c:pt idx="789">
                  <c:v>119.31639935892649</c:v>
                </c:pt>
                <c:pt idx="790">
                  <c:v>120.31678631759495</c:v>
                </c:pt>
                <c:pt idx="791">
                  <c:v>119.73229208539068</c:v>
                </c:pt>
                <c:pt idx="792">
                  <c:v>121.35870990587874</c:v>
                </c:pt>
                <c:pt idx="793">
                  <c:v>119.94582152830161</c:v>
                </c:pt>
                <c:pt idx="794">
                  <c:v>119.97493497429429</c:v>
                </c:pt>
                <c:pt idx="795">
                  <c:v>118.43148425398994</c:v>
                </c:pt>
                <c:pt idx="796">
                  <c:v>117.1208589614055</c:v>
                </c:pt>
                <c:pt idx="797">
                  <c:v>119.03783300674681</c:v>
                </c:pt>
                <c:pt idx="798">
                  <c:v>118.42135609550061</c:v>
                </c:pt>
                <c:pt idx="799">
                  <c:v>118.68242547530527</c:v>
                </c:pt>
                <c:pt idx="800">
                  <c:v>119.57744311638807</c:v>
                </c:pt>
                <c:pt idx="801">
                  <c:v>119.23431308638764</c:v>
                </c:pt>
                <c:pt idx="802">
                  <c:v>119.30283364425019</c:v>
                </c:pt>
                <c:pt idx="803">
                  <c:v>120.61136478365617</c:v>
                </c:pt>
                <c:pt idx="804">
                  <c:v>121.39326883230711</c:v>
                </c:pt>
                <c:pt idx="805">
                  <c:v>121.419356957411</c:v>
                </c:pt>
                <c:pt idx="806">
                  <c:v>122.71759971598689</c:v>
                </c:pt>
                <c:pt idx="807">
                  <c:v>123.09291534809383</c:v>
                </c:pt>
                <c:pt idx="808">
                  <c:v>122.0412600684826</c:v>
                </c:pt>
                <c:pt idx="809">
                  <c:v>123.22063223153172</c:v>
                </c:pt>
                <c:pt idx="810">
                  <c:v>122.24861238669766</c:v>
                </c:pt>
                <c:pt idx="811">
                  <c:v>121.6978253161431</c:v>
                </c:pt>
                <c:pt idx="812">
                  <c:v>122.16088740963416</c:v>
                </c:pt>
                <c:pt idx="813">
                  <c:v>123.15922385662432</c:v>
                </c:pt>
                <c:pt idx="814">
                  <c:v>122.89171169697731</c:v>
                </c:pt>
                <c:pt idx="815">
                  <c:v>123.44920661463227</c:v>
                </c:pt>
                <c:pt idx="816">
                  <c:v>124.05508521392115</c:v>
                </c:pt>
                <c:pt idx="817">
                  <c:v>125.23281602686217</c:v>
                </c:pt>
                <c:pt idx="818">
                  <c:v>125.6715698424956</c:v>
                </c:pt>
                <c:pt idx="819">
                  <c:v>126.31571712770898</c:v>
                </c:pt>
                <c:pt idx="820">
                  <c:v>126.03222384874931</c:v>
                </c:pt>
                <c:pt idx="821">
                  <c:v>125.29008686045172</c:v>
                </c:pt>
                <c:pt idx="822">
                  <c:v>125.80432759274284</c:v>
                </c:pt>
                <c:pt idx="823">
                  <c:v>126.46157238426626</c:v>
                </c:pt>
                <c:pt idx="824">
                  <c:v>126.15924183171636</c:v>
                </c:pt>
                <c:pt idx="825">
                  <c:v>127.18680120485256</c:v>
                </c:pt>
                <c:pt idx="826">
                  <c:v>127.68771168501129</c:v>
                </c:pt>
                <c:pt idx="827">
                  <c:v>126.55800519920967</c:v>
                </c:pt>
                <c:pt idx="828">
                  <c:v>124.87665861319022</c:v>
                </c:pt>
                <c:pt idx="829">
                  <c:v>125.5636562144268</c:v>
                </c:pt>
                <c:pt idx="830">
                  <c:v>123.58623781707969</c:v>
                </c:pt>
                <c:pt idx="831">
                  <c:v>124.51918306007192</c:v>
                </c:pt>
                <c:pt idx="832">
                  <c:v>126.44507968641882</c:v>
                </c:pt>
                <c:pt idx="833">
                  <c:v>126.64078528254456</c:v>
                </c:pt>
                <c:pt idx="834">
                  <c:v>126.0876276206196</c:v>
                </c:pt>
                <c:pt idx="835">
                  <c:v>125.67920427816127</c:v>
                </c:pt>
                <c:pt idx="836">
                  <c:v>126.56478677020664</c:v>
                </c:pt>
                <c:pt idx="837">
                  <c:v>125.56123113449094</c:v>
                </c:pt>
                <c:pt idx="838">
                  <c:v>124.48074693783208</c:v>
                </c:pt>
                <c:pt idx="839">
                  <c:v>122.09910512994456</c:v>
                </c:pt>
                <c:pt idx="840">
                  <c:v>122.53311719855057</c:v>
                </c:pt>
                <c:pt idx="841">
                  <c:v>123.03921497958716</c:v>
                </c:pt>
                <c:pt idx="842">
                  <c:v>120.41226897695601</c:v>
                </c:pt>
                <c:pt idx="843">
                  <c:v>119.20956339694845</c:v>
                </c:pt>
                <c:pt idx="844">
                  <c:v>119.46691603874558</c:v>
                </c:pt>
                <c:pt idx="845">
                  <c:v>122.22994609901477</c:v>
                </c:pt>
                <c:pt idx="846">
                  <c:v>119.38286563769482</c:v>
                </c:pt>
                <c:pt idx="847">
                  <c:v>118.72597443689425</c:v>
                </c:pt>
                <c:pt idx="848">
                  <c:v>117.70108551092756</c:v>
                </c:pt>
                <c:pt idx="849">
                  <c:v>118.16261597681576</c:v>
                </c:pt>
                <c:pt idx="850">
                  <c:v>115.0899657586375</c:v>
                </c:pt>
                <c:pt idx="851">
                  <c:v>115.99755194962178</c:v>
                </c:pt>
                <c:pt idx="852">
                  <c:v>115.80151007258321</c:v>
                </c:pt>
                <c:pt idx="853">
                  <c:v>115.07310925370385</c:v>
                </c:pt>
                <c:pt idx="854">
                  <c:v>115.61454986464607</c:v>
                </c:pt>
                <c:pt idx="855">
                  <c:v>113.51918981896513</c:v>
                </c:pt>
                <c:pt idx="856">
                  <c:v>109.88952575132164</c:v>
                </c:pt>
                <c:pt idx="857">
                  <c:v>107.71861678728884</c:v>
                </c:pt>
                <c:pt idx="858">
                  <c:v>106.66883372351802</c:v>
                </c:pt>
                <c:pt idx="859">
                  <c:v>108.0561159722555</c:v>
                </c:pt>
                <c:pt idx="860">
                  <c:v>105.33077872661634</c:v>
                </c:pt>
                <c:pt idx="861">
                  <c:v>108.46115903300625</c:v>
                </c:pt>
                <c:pt idx="862">
                  <c:v>108.61566861976766</c:v>
                </c:pt>
                <c:pt idx="863">
                  <c:v>109.64092953620241</c:v>
                </c:pt>
                <c:pt idx="864">
                  <c:v>107.68330636000127</c:v>
                </c:pt>
                <c:pt idx="865">
                  <c:v>107.3087045862317</c:v>
                </c:pt>
                <c:pt idx="866">
                  <c:v>105.71473041074242</c:v>
                </c:pt>
                <c:pt idx="867">
                  <c:v>107.04846667013918</c:v>
                </c:pt>
                <c:pt idx="868">
                  <c:v>105.95237686800155</c:v>
                </c:pt>
                <c:pt idx="869">
                  <c:v>104.73854956809778</c:v>
                </c:pt>
                <c:pt idx="870">
                  <c:v>106.92955025038096</c:v>
                </c:pt>
                <c:pt idx="871">
                  <c:v>106.15536421326073</c:v>
                </c:pt>
                <c:pt idx="872">
                  <c:v>107.26460780276518</c:v>
                </c:pt>
                <c:pt idx="873">
                  <c:v>107.47154785516796</c:v>
                </c:pt>
                <c:pt idx="874">
                  <c:v>110.21930739301918</c:v>
                </c:pt>
                <c:pt idx="875">
                  <c:v>110.34857121239905</c:v>
                </c:pt>
                <c:pt idx="876">
                  <c:v>111.12361802598741</c:v>
                </c:pt>
                <c:pt idx="877">
                  <c:v>111.39126650757693</c:v>
                </c:pt>
                <c:pt idx="878">
                  <c:v>110.03457207925331</c:v>
                </c:pt>
                <c:pt idx="879">
                  <c:v>111.57589315099086</c:v>
                </c:pt>
                <c:pt idx="880">
                  <c:v>112.31332480303018</c:v>
                </c:pt>
                <c:pt idx="881">
                  <c:v>112.6035687375968</c:v>
                </c:pt>
                <c:pt idx="882">
                  <c:v>113.79665128677733</c:v>
                </c:pt>
                <c:pt idx="883">
                  <c:v>114.65894457782764</c:v>
                </c:pt>
                <c:pt idx="884">
                  <c:v>114.60916774565931</c:v>
                </c:pt>
                <c:pt idx="885">
                  <c:v>113.72164922964852</c:v>
                </c:pt>
                <c:pt idx="886">
                  <c:v>116.43693600284045</c:v>
                </c:pt>
                <c:pt idx="887">
                  <c:v>119.2168687939528</c:v>
                </c:pt>
                <c:pt idx="888">
                  <c:v>119.73845922789398</c:v>
                </c:pt>
                <c:pt idx="889">
                  <c:v>119.25861138628196</c:v>
                </c:pt>
                <c:pt idx="890">
                  <c:v>118.37142426238916</c:v>
                </c:pt>
                <c:pt idx="891">
                  <c:v>117.55278350452853</c:v>
                </c:pt>
                <c:pt idx="892">
                  <c:v>114.55109466308519</c:v>
                </c:pt>
                <c:pt idx="893">
                  <c:v>116.49526458271302</c:v>
                </c:pt>
                <c:pt idx="894">
                  <c:v>112.61439931477526</c:v>
                </c:pt>
                <c:pt idx="895">
                  <c:v>114.44873071676126</c:v>
                </c:pt>
                <c:pt idx="896">
                  <c:v>115.74056075413577</c:v>
                </c:pt>
                <c:pt idx="897">
                  <c:v>115.52663050711413</c:v>
                </c:pt>
                <c:pt idx="898">
                  <c:v>116.61548607075777</c:v>
                </c:pt>
                <c:pt idx="899">
                  <c:v>117.6488738726045</c:v>
                </c:pt>
                <c:pt idx="900">
                  <c:v>119.92026022153144</c:v>
                </c:pt>
                <c:pt idx="901">
                  <c:v>117.60257246575583</c:v>
                </c:pt>
                <c:pt idx="902">
                  <c:v>116.70787074576904</c:v>
                </c:pt>
                <c:pt idx="903">
                  <c:v>117.37662089164544</c:v>
                </c:pt>
                <c:pt idx="904">
                  <c:v>117.33055482378269</c:v>
                </c:pt>
                <c:pt idx="905">
                  <c:v>118.80213411204149</c:v>
                </c:pt>
                <c:pt idx="906">
                  <c:v>118.77450549432901</c:v>
                </c:pt>
                <c:pt idx="907">
                  <c:v>119.38780153279998</c:v>
                </c:pt>
                <c:pt idx="908">
                  <c:v>118.81927712170801</c:v>
                </c:pt>
                <c:pt idx="909">
                  <c:v>116.3092865047995</c:v>
                </c:pt>
                <c:pt idx="910">
                  <c:v>117.7353416323799</c:v>
                </c:pt>
                <c:pt idx="911">
                  <c:v>118.90054812840386</c:v>
                </c:pt>
                <c:pt idx="912">
                  <c:v>118.41347738784741</c:v>
                </c:pt>
                <c:pt idx="913">
                  <c:v>118.46680903743447</c:v>
                </c:pt>
                <c:pt idx="914">
                  <c:v>117.99788807563473</c:v>
                </c:pt>
                <c:pt idx="915">
                  <c:v>117.74871274782141</c:v>
                </c:pt>
                <c:pt idx="916">
                  <c:v>116.65674780913261</c:v>
                </c:pt>
                <c:pt idx="917">
                  <c:v>117.8280286117528</c:v>
                </c:pt>
                <c:pt idx="918">
                  <c:v>117.58071563752321</c:v>
                </c:pt>
                <c:pt idx="919">
                  <c:v>117.49284890693163</c:v>
                </c:pt>
                <c:pt idx="920">
                  <c:v>117.86294379342637</c:v>
                </c:pt>
                <c:pt idx="921">
                  <c:v>118.48600093556368</c:v>
                </c:pt>
                <c:pt idx="922">
                  <c:v>117.66320788159143</c:v>
                </c:pt>
                <c:pt idx="923">
                  <c:v>116.86021390533743</c:v>
                </c:pt>
                <c:pt idx="924">
                  <c:v>117.01243383706873</c:v>
                </c:pt>
                <c:pt idx="925">
                  <c:v>116.75381790800125</c:v>
                </c:pt>
                <c:pt idx="926">
                  <c:v>115.51199195778038</c:v>
                </c:pt>
                <c:pt idx="927">
                  <c:v>115.36831422167216</c:v>
                </c:pt>
                <c:pt idx="928">
                  <c:v>115.12096594190415</c:v>
                </c:pt>
                <c:pt idx="929">
                  <c:v>117.62138273767637</c:v>
                </c:pt>
                <c:pt idx="930">
                  <c:v>118.1843842245399</c:v>
                </c:pt>
                <c:pt idx="931">
                  <c:v>117.64491447003915</c:v>
                </c:pt>
                <c:pt idx="932">
                  <c:v>117.61020124402111</c:v>
                </c:pt>
                <c:pt idx="933">
                  <c:v>119.04770474591983</c:v>
                </c:pt>
                <c:pt idx="934">
                  <c:v>119.20871601154836</c:v>
                </c:pt>
                <c:pt idx="935">
                  <c:v>118.1269253037086</c:v>
                </c:pt>
                <c:pt idx="936">
                  <c:v>117.85638369549014</c:v>
                </c:pt>
                <c:pt idx="937">
                  <c:v>117.44988298001131</c:v>
                </c:pt>
                <c:pt idx="938">
                  <c:v>117.69282486119842</c:v>
                </c:pt>
                <c:pt idx="939">
                  <c:v>116.53894862054845</c:v>
                </c:pt>
                <c:pt idx="940">
                  <c:v>115.81397311601535</c:v>
                </c:pt>
                <c:pt idx="941">
                  <c:v>114.80971589003543</c:v>
                </c:pt>
                <c:pt idx="942">
                  <c:v>114.33806978760829</c:v>
                </c:pt>
                <c:pt idx="943">
                  <c:v>115.76362318375051</c:v>
                </c:pt>
                <c:pt idx="944">
                  <c:v>116.2619611530156</c:v>
                </c:pt>
                <c:pt idx="945">
                  <c:v>116.07050865023753</c:v>
                </c:pt>
                <c:pt idx="946">
                  <c:v>117.46701269057654</c:v>
                </c:pt>
                <c:pt idx="947">
                  <c:v>116.60230184205291</c:v>
                </c:pt>
                <c:pt idx="948">
                  <c:v>116.09436826230258</c:v>
                </c:pt>
                <c:pt idx="949">
                  <c:v>117.10116470929556</c:v>
                </c:pt>
                <c:pt idx="950">
                  <c:v>118.68158020336473</c:v>
                </c:pt>
                <c:pt idx="951">
                  <c:v>119.61611219466234</c:v>
                </c:pt>
                <c:pt idx="952">
                  <c:v>120.854423756332</c:v>
                </c:pt>
                <c:pt idx="953">
                  <c:v>120.54915366146217</c:v>
                </c:pt>
                <c:pt idx="954">
                  <c:v>122.10369590323214</c:v>
                </c:pt>
                <c:pt idx="955">
                  <c:v>124.28812869900179</c:v>
                </c:pt>
                <c:pt idx="956">
                  <c:v>124.88614417724295</c:v>
                </c:pt>
                <c:pt idx="957">
                  <c:v>126.59992789942966</c:v>
                </c:pt>
                <c:pt idx="958">
                  <c:v>127.95290527447317</c:v>
                </c:pt>
                <c:pt idx="959">
                  <c:v>128.90004416220853</c:v>
                </c:pt>
                <c:pt idx="960">
                  <c:v>128.46173213605351</c:v>
                </c:pt>
                <c:pt idx="961">
                  <c:v>128.08938416123837</c:v>
                </c:pt>
                <c:pt idx="962">
                  <c:v>126.28936246954511</c:v>
                </c:pt>
                <c:pt idx="963">
                  <c:v>127.97331527251237</c:v>
                </c:pt>
                <c:pt idx="964">
                  <c:v>127.53265966263002</c:v>
                </c:pt>
                <c:pt idx="965">
                  <c:v>128.72514838556944</c:v>
                </c:pt>
                <c:pt idx="966">
                  <c:v>128.83728947439388</c:v>
                </c:pt>
                <c:pt idx="967">
                  <c:v>129.50011694493656</c:v>
                </c:pt>
                <c:pt idx="968">
                  <c:v>130.80658463798918</c:v>
                </c:pt>
                <c:pt idx="969">
                  <c:v>129.48843459290234</c:v>
                </c:pt>
                <c:pt idx="970">
                  <c:v>129.42146399765986</c:v>
                </c:pt>
                <c:pt idx="971">
                  <c:v>128.29324901403675</c:v>
                </c:pt>
                <c:pt idx="972">
                  <c:v>129.03710447223739</c:v>
                </c:pt>
                <c:pt idx="973">
                  <c:v>128.58869630309519</c:v>
                </c:pt>
                <c:pt idx="974">
                  <c:v>128.86679760065419</c:v>
                </c:pt>
                <c:pt idx="975">
                  <c:v>129.50482717175569</c:v>
                </c:pt>
                <c:pt idx="976">
                  <c:v>130.08265707389174</c:v>
                </c:pt>
                <c:pt idx="977">
                  <c:v>129.92894801064912</c:v>
                </c:pt>
                <c:pt idx="978">
                  <c:v>127.69066716196755</c:v>
                </c:pt>
                <c:pt idx="979">
                  <c:v>127.41656233510119</c:v>
                </c:pt>
                <c:pt idx="980">
                  <c:v>128.74508014414644</c:v>
                </c:pt>
                <c:pt idx="981">
                  <c:v>127.60963898777372</c:v>
                </c:pt>
                <c:pt idx="982">
                  <c:v>128.34623025012988</c:v>
                </c:pt>
                <c:pt idx="983">
                  <c:v>128.79287123417598</c:v>
                </c:pt>
                <c:pt idx="984">
                  <c:v>129.17281889994848</c:v>
                </c:pt>
                <c:pt idx="985">
                  <c:v>128.25404391718862</c:v>
                </c:pt>
                <c:pt idx="986">
                  <c:v>125.1161323280561</c:v>
                </c:pt>
                <c:pt idx="987">
                  <c:v>123.87823681322988</c:v>
                </c:pt>
                <c:pt idx="988">
                  <c:v>123.46841056144586</c:v>
                </c:pt>
                <c:pt idx="989">
                  <c:v>121.6564977017572</c:v>
                </c:pt>
                <c:pt idx="990">
                  <c:v>122.11941518670696</c:v>
                </c:pt>
                <c:pt idx="991">
                  <c:v>122.66732099376679</c:v>
                </c:pt>
                <c:pt idx="992">
                  <c:v>130.39500832669165</c:v>
                </c:pt>
                <c:pt idx="993">
                  <c:v>128.7876192744211</c:v>
                </c:pt>
                <c:pt idx="994">
                  <c:v>129.18413883176964</c:v>
                </c:pt>
                <c:pt idx="995">
                  <c:v>128.36729340654392</c:v>
                </c:pt>
                <c:pt idx="996">
                  <c:v>130.54824190873936</c:v>
                </c:pt>
                <c:pt idx="997">
                  <c:v>131.37113038090945</c:v>
                </c:pt>
                <c:pt idx="998">
                  <c:v>131.58258104433017</c:v>
                </c:pt>
                <c:pt idx="999">
                  <c:v>130.26488597006534</c:v>
                </c:pt>
                <c:pt idx="1000">
                  <c:v>131.53142689441574</c:v>
                </c:pt>
                <c:pt idx="1001">
                  <c:v>131.10396436297376</c:v>
                </c:pt>
                <c:pt idx="1002">
                  <c:v>133.64374382814751</c:v>
                </c:pt>
                <c:pt idx="1003">
                  <c:v>133.30460551100788</c:v>
                </c:pt>
                <c:pt idx="1004">
                  <c:v>131.40923805918524</c:v>
                </c:pt>
                <c:pt idx="1005">
                  <c:v>131.72981295144021</c:v>
                </c:pt>
                <c:pt idx="1006">
                  <c:v>131.9904552868361</c:v>
                </c:pt>
                <c:pt idx="1007">
                  <c:v>132.61329545430891</c:v>
                </c:pt>
                <c:pt idx="1008">
                  <c:v>132.00244256010325</c:v>
                </c:pt>
                <c:pt idx="1009">
                  <c:v>132.04045035342753</c:v>
                </c:pt>
                <c:pt idx="1010">
                  <c:v>130.69089971858102</c:v>
                </c:pt>
                <c:pt idx="1011">
                  <c:v>128.56115639409481</c:v>
                </c:pt>
                <c:pt idx="1012">
                  <c:v>128.90766558114342</c:v>
                </c:pt>
                <c:pt idx="1013">
                  <c:v>129.37489228725886</c:v>
                </c:pt>
                <c:pt idx="1014">
                  <c:v>131.18644792798597</c:v>
                </c:pt>
                <c:pt idx="1015">
                  <c:v>129.76003628207886</c:v>
                </c:pt>
                <c:pt idx="1016">
                  <c:v>131.05759477271974</c:v>
                </c:pt>
                <c:pt idx="1017">
                  <c:v>131.61865215107846</c:v>
                </c:pt>
                <c:pt idx="1018">
                  <c:v>131.78539672083949</c:v>
                </c:pt>
                <c:pt idx="1019">
                  <c:v>131.72492378920504</c:v>
                </c:pt>
                <c:pt idx="1020">
                  <c:v>132.60756172265894</c:v>
                </c:pt>
                <c:pt idx="1021">
                  <c:v>132.99190004805459</c:v>
                </c:pt>
                <c:pt idx="1022">
                  <c:v>133.2896075516841</c:v>
                </c:pt>
                <c:pt idx="1023">
                  <c:v>133.51982418215857</c:v>
                </c:pt>
                <c:pt idx="1024">
                  <c:v>132.19938242152244</c:v>
                </c:pt>
                <c:pt idx="1025">
                  <c:v>129.88442437512188</c:v>
                </c:pt>
                <c:pt idx="1026">
                  <c:v>129.85919414309035</c:v>
                </c:pt>
                <c:pt idx="1027">
                  <c:v>129.65980922474273</c:v>
                </c:pt>
                <c:pt idx="1028">
                  <c:v>130.86104518453919</c:v>
                </c:pt>
                <c:pt idx="1029">
                  <c:v>130.15138890278183</c:v>
                </c:pt>
                <c:pt idx="1030">
                  <c:v>130.6941323618787</c:v>
                </c:pt>
                <c:pt idx="1031">
                  <c:v>131.51299664890601</c:v>
                </c:pt>
                <c:pt idx="1032">
                  <c:v>131.34153234028719</c:v>
                </c:pt>
                <c:pt idx="1033">
                  <c:v>130.14142312801408</c:v>
                </c:pt>
                <c:pt idx="1034">
                  <c:v>128.36179669808229</c:v>
                </c:pt>
                <c:pt idx="1035">
                  <c:v>126.86716826903292</c:v>
                </c:pt>
                <c:pt idx="1036">
                  <c:v>126.37648560422367</c:v>
                </c:pt>
                <c:pt idx="1037">
                  <c:v>126.36344678910379</c:v>
                </c:pt>
                <c:pt idx="1038">
                  <c:v>126.40719261473095</c:v>
                </c:pt>
                <c:pt idx="1039">
                  <c:v>126.04119639645215</c:v>
                </c:pt>
                <c:pt idx="1040">
                  <c:v>125.35170971707456</c:v>
                </c:pt>
                <c:pt idx="1041">
                  <c:v>125.4375414446292</c:v>
                </c:pt>
                <c:pt idx="1042">
                  <c:v>123.52733094003769</c:v>
                </c:pt>
                <c:pt idx="1043">
                  <c:v>123.25370200599539</c:v>
                </c:pt>
                <c:pt idx="1044">
                  <c:v>120.20179852176781</c:v>
                </c:pt>
                <c:pt idx="1045">
                  <c:v>120.4854998106147</c:v>
                </c:pt>
                <c:pt idx="1046">
                  <c:v>119.16001215925164</c:v>
                </c:pt>
                <c:pt idx="1047">
                  <c:v>121.4092990418342</c:v>
                </c:pt>
                <c:pt idx="1048">
                  <c:v>122.81148381460044</c:v>
                </c:pt>
                <c:pt idx="1049">
                  <c:v>119.55503624367671</c:v>
                </c:pt>
                <c:pt idx="1050">
                  <c:v>120.93599100628047</c:v>
                </c:pt>
                <c:pt idx="1051">
                  <c:v>120.73819959679653</c:v>
                </c:pt>
                <c:pt idx="1052">
                  <c:v>120.81460236879164</c:v>
                </c:pt>
                <c:pt idx="1053">
                  <c:v>120.05750453951318</c:v>
                </c:pt>
                <c:pt idx="1054">
                  <c:v>119.35914827662292</c:v>
                </c:pt>
                <c:pt idx="1055">
                  <c:v>117.21773246649586</c:v>
                </c:pt>
                <c:pt idx="1056">
                  <c:v>117.91290757147198</c:v>
                </c:pt>
                <c:pt idx="1057">
                  <c:v>119.70125692924688</c:v>
                </c:pt>
                <c:pt idx="1058">
                  <c:v>120.77504960762538</c:v>
                </c:pt>
                <c:pt idx="1059">
                  <c:v>120.36198226700668</c:v>
                </c:pt>
                <c:pt idx="1060">
                  <c:v>119.88839252518355</c:v>
                </c:pt>
                <c:pt idx="1061">
                  <c:v>116.71510316575059</c:v>
                </c:pt>
                <c:pt idx="1062">
                  <c:v>117.51020534726909</c:v>
                </c:pt>
                <c:pt idx="1063">
                  <c:v>118.80540207118955</c:v>
                </c:pt>
                <c:pt idx="1064">
                  <c:v>119.57076067015593</c:v>
                </c:pt>
                <c:pt idx="1065">
                  <c:v>119.84798626088077</c:v>
                </c:pt>
                <c:pt idx="1066">
                  <c:v>119.8923435309261</c:v>
                </c:pt>
                <c:pt idx="1067">
                  <c:v>121.44384786471674</c:v>
                </c:pt>
                <c:pt idx="1068">
                  <c:v>119.58627084316188</c:v>
                </c:pt>
                <c:pt idx="1069">
                  <c:v>117.05426033466159</c:v>
                </c:pt>
                <c:pt idx="1070">
                  <c:v>118.15252130373669</c:v>
                </c:pt>
                <c:pt idx="1071">
                  <c:v>116.9196662483518</c:v>
                </c:pt>
                <c:pt idx="1072">
                  <c:v>123.49268495387805</c:v>
                </c:pt>
                <c:pt idx="1073">
                  <c:v>127.01381237636357</c:v>
                </c:pt>
                <c:pt idx="1074">
                  <c:v>127.16854427241357</c:v>
                </c:pt>
                <c:pt idx="1075">
                  <c:v>125.1920701102211</c:v>
                </c:pt>
                <c:pt idx="1076">
                  <c:v>126.7227017647492</c:v>
                </c:pt>
                <c:pt idx="1077">
                  <c:v>126.29318962529291</c:v>
                </c:pt>
                <c:pt idx="1078">
                  <c:v>124.48289983049644</c:v>
                </c:pt>
                <c:pt idx="1079">
                  <c:v>123.48027788232264</c:v>
                </c:pt>
                <c:pt idx="1080">
                  <c:v>122.49852178946816</c:v>
                </c:pt>
                <c:pt idx="1081">
                  <c:v>121.85722275687951</c:v>
                </c:pt>
                <c:pt idx="1082">
                  <c:v>123.71726773932566</c:v>
                </c:pt>
                <c:pt idx="1083">
                  <c:v>122.85781493034838</c:v>
                </c:pt>
                <c:pt idx="1084">
                  <c:v>123.70060408659032</c:v>
                </c:pt>
                <c:pt idx="1085">
                  <c:v>123.98413473701325</c:v>
                </c:pt>
                <c:pt idx="1086">
                  <c:v>124.42005230219395</c:v>
                </c:pt>
                <c:pt idx="1087">
                  <c:v>124.39408174148296</c:v>
                </c:pt>
                <c:pt idx="1088">
                  <c:v>126.02481892217844</c:v>
                </c:pt>
                <c:pt idx="1089">
                  <c:v>127.19309308661852</c:v>
                </c:pt>
                <c:pt idx="1090">
                  <c:v>126.68963578475859</c:v>
                </c:pt>
                <c:pt idx="1091">
                  <c:v>126.88408092492324</c:v>
                </c:pt>
                <c:pt idx="1092">
                  <c:v>126.76484232477189</c:v>
                </c:pt>
                <c:pt idx="1093">
                  <c:v>127.51142195697585</c:v>
                </c:pt>
                <c:pt idx="1094">
                  <c:v>129.36814610466973</c:v>
                </c:pt>
                <c:pt idx="1095">
                  <c:v>130.4902119705614</c:v>
                </c:pt>
                <c:pt idx="1096">
                  <c:v>130.71286957150502</c:v>
                </c:pt>
                <c:pt idx="1097">
                  <c:v>131.39491662873527</c:v>
                </c:pt>
                <c:pt idx="1098">
                  <c:v>131.13345196025764</c:v>
                </c:pt>
                <c:pt idx="1099">
                  <c:v>131.56296045135016</c:v>
                </c:pt>
                <c:pt idx="1100">
                  <c:v>131.93419425004575</c:v>
                </c:pt>
                <c:pt idx="1101">
                  <c:v>130.41895205511673</c:v>
                </c:pt>
                <c:pt idx="1102">
                  <c:v>130.13033225018498</c:v>
                </c:pt>
                <c:pt idx="1103">
                  <c:v>128.85088853338826</c:v>
                </c:pt>
                <c:pt idx="1104">
                  <c:v>129.68528457803313</c:v>
                </c:pt>
                <c:pt idx="1105">
                  <c:v>129.44923925366197</c:v>
                </c:pt>
                <c:pt idx="1106">
                  <c:v>129.86284064285439</c:v>
                </c:pt>
                <c:pt idx="1107">
                  <c:v>130.22734011246968</c:v>
                </c:pt>
                <c:pt idx="1108">
                  <c:v>129.44133124602999</c:v>
                </c:pt>
                <c:pt idx="1109">
                  <c:v>131.51465149710609</c:v>
                </c:pt>
                <c:pt idx="1110">
                  <c:v>131.39849324458152</c:v>
                </c:pt>
                <c:pt idx="1111">
                  <c:v>132.46236225786919</c:v>
                </c:pt>
                <c:pt idx="1112">
                  <c:v>132.81614969323331</c:v>
                </c:pt>
                <c:pt idx="1113">
                  <c:v>131.72998739167181</c:v>
                </c:pt>
                <c:pt idx="1114">
                  <c:v>131.09687923559343</c:v>
                </c:pt>
                <c:pt idx="1115">
                  <c:v>130.91176439079766</c:v>
                </c:pt>
                <c:pt idx="1116">
                  <c:v>131.14602171303514</c:v>
                </c:pt>
                <c:pt idx="1117">
                  <c:v>130.68921612128833</c:v>
                </c:pt>
                <c:pt idx="1118">
                  <c:v>131.10933567533155</c:v>
                </c:pt>
                <c:pt idx="1119">
                  <c:v>130.79680306591953</c:v>
                </c:pt>
                <c:pt idx="1120">
                  <c:v>131.41058155115877</c:v>
                </c:pt>
                <c:pt idx="1121">
                  <c:v>132.18111649317709</c:v>
                </c:pt>
                <c:pt idx="1122">
                  <c:v>133.63475182697692</c:v>
                </c:pt>
                <c:pt idx="1123">
                  <c:v>132.98339323974437</c:v>
                </c:pt>
                <c:pt idx="1124">
                  <c:v>134.27406554613313</c:v>
                </c:pt>
                <c:pt idx="1125">
                  <c:v>134.76904037482879</c:v>
                </c:pt>
                <c:pt idx="1126">
                  <c:v>135.10503448903032</c:v>
                </c:pt>
                <c:pt idx="1127">
                  <c:v>134.98580208412196</c:v>
                </c:pt>
                <c:pt idx="1128">
                  <c:v>134.83580873998875</c:v>
                </c:pt>
                <c:pt idx="1129">
                  <c:v>134.24844914995694</c:v>
                </c:pt>
                <c:pt idx="1130">
                  <c:v>133.09737691879997</c:v>
                </c:pt>
                <c:pt idx="1131">
                  <c:v>134.51954349295923</c:v>
                </c:pt>
                <c:pt idx="1132">
                  <c:v>134.231579610376</c:v>
                </c:pt>
                <c:pt idx="1133">
                  <c:v>133.24882537744244</c:v>
                </c:pt>
                <c:pt idx="1134">
                  <c:v>133.41768882087163</c:v>
                </c:pt>
                <c:pt idx="1135">
                  <c:v>134.45615792204794</c:v>
                </c:pt>
                <c:pt idx="1136">
                  <c:v>133.2753557171327</c:v>
                </c:pt>
                <c:pt idx="1137">
                  <c:v>130.02256054189053</c:v>
                </c:pt>
                <c:pt idx="1138">
                  <c:v>131.21313955247081</c:v>
                </c:pt>
                <c:pt idx="1139">
                  <c:v>130.60787912571007</c:v>
                </c:pt>
                <c:pt idx="1140">
                  <c:v>133.74542209556245</c:v>
                </c:pt>
                <c:pt idx="1141">
                  <c:v>134.80251834165034</c:v>
                </c:pt>
                <c:pt idx="1142">
                  <c:v>136.22357763487022</c:v>
                </c:pt>
                <c:pt idx="1143">
                  <c:v>136.31007307758298</c:v>
                </c:pt>
                <c:pt idx="1144">
                  <c:v>136.14345181897829</c:v>
                </c:pt>
                <c:pt idx="1145">
                  <c:v>136.27810136933999</c:v>
                </c:pt>
                <c:pt idx="1146">
                  <c:v>136.05753230184703</c:v>
                </c:pt>
                <c:pt idx="1147">
                  <c:v>134.70666759610174</c:v>
                </c:pt>
                <c:pt idx="1148">
                  <c:v>133.77937414658751</c:v>
                </c:pt>
                <c:pt idx="1149">
                  <c:v>133.06102565599477</c:v>
                </c:pt>
                <c:pt idx="1150">
                  <c:v>133.86694294598772</c:v>
                </c:pt>
                <c:pt idx="1151">
                  <c:v>134.6005096246725</c:v>
                </c:pt>
                <c:pt idx="1152">
                  <c:v>132.83634938849724</c:v>
                </c:pt>
                <c:pt idx="1153">
                  <c:v>132.35575128459249</c:v>
                </c:pt>
                <c:pt idx="1154">
                  <c:v>133.36488316510662</c:v>
                </c:pt>
                <c:pt idx="1155">
                  <c:v>131.90636176187553</c:v>
                </c:pt>
                <c:pt idx="1156">
                  <c:v>131.23322892174207</c:v>
                </c:pt>
                <c:pt idx="1157">
                  <c:v>128.04948458044117</c:v>
                </c:pt>
                <c:pt idx="1158">
                  <c:v>128.36249935396287</c:v>
                </c:pt>
                <c:pt idx="1159">
                  <c:v>132.1369083855293</c:v>
                </c:pt>
                <c:pt idx="1160">
                  <c:v>133.03653356199464</c:v>
                </c:pt>
                <c:pt idx="1161">
                  <c:v>133.58412883026392</c:v>
                </c:pt>
                <c:pt idx="1162">
                  <c:v>132.4372214145078</c:v>
                </c:pt>
                <c:pt idx="1163">
                  <c:v>133.3433028848514</c:v>
                </c:pt>
                <c:pt idx="1164">
                  <c:v>134.42038655095379</c:v>
                </c:pt>
                <c:pt idx="1165">
                  <c:v>133.67981790125717</c:v>
                </c:pt>
                <c:pt idx="1166">
                  <c:v>133.18384890611293</c:v>
                </c:pt>
                <c:pt idx="1167">
                  <c:v>132.53161258217759</c:v>
                </c:pt>
                <c:pt idx="1168">
                  <c:v>131.98297870312518</c:v>
                </c:pt>
                <c:pt idx="1169">
                  <c:v>133.36631167777193</c:v>
                </c:pt>
                <c:pt idx="1170">
                  <c:v>132.52350697395806</c:v>
                </c:pt>
                <c:pt idx="1171">
                  <c:v>129.45170870480217</c:v>
                </c:pt>
                <c:pt idx="1172">
                  <c:v>129.17430866571354</c:v>
                </c:pt>
                <c:pt idx="1173">
                  <c:v>128.15043755810186</c:v>
                </c:pt>
                <c:pt idx="1174">
                  <c:v>127.89728207963084</c:v>
                </c:pt>
                <c:pt idx="1175">
                  <c:v>122.25189620141707</c:v>
                </c:pt>
                <c:pt idx="1176">
                  <c:v>121.67383433175071</c:v>
                </c:pt>
                <c:pt idx="1177">
                  <c:v>122.13694587835144</c:v>
                </c:pt>
                <c:pt idx="1178">
                  <c:v>120.97379617346455</c:v>
                </c:pt>
                <c:pt idx="1179">
                  <c:v>111.03947913353961</c:v>
                </c:pt>
                <c:pt idx="1180">
                  <c:v>111.44659004385653</c:v>
                </c:pt>
                <c:pt idx="1181">
                  <c:v>101.84069418064448</c:v>
                </c:pt>
                <c:pt idx="1182">
                  <c:v>106.1014999999998</c:v>
                </c:pt>
                <c:pt idx="1183">
                  <c:v>97.392830912010695</c:v>
                </c:pt>
                <c:pt idx="1184">
                  <c:v>95.186060388745361</c:v>
                </c:pt>
                <c:pt idx="1185">
                  <c:v>89.692673058278814</c:v>
                </c:pt>
                <c:pt idx="1186">
                  <c:v>86.849805536677891</c:v>
                </c:pt>
                <c:pt idx="1187">
                  <c:v>91.847220856272529</c:v>
                </c:pt>
                <c:pt idx="1188">
                  <c:v>78.901655018588059</c:v>
                </c:pt>
                <c:pt idx="1189">
                  <c:v>80.717556711690705</c:v>
                </c:pt>
                <c:pt idx="1190">
                  <c:v>91.720757406322136</c:v>
                </c:pt>
                <c:pt idx="1191">
                  <c:v>91.801855919763739</c:v>
                </c:pt>
                <c:pt idx="1192">
                  <c:v>86.984356516958002</c:v>
                </c:pt>
                <c:pt idx="1193">
                  <c:v>90.080205811182353</c:v>
                </c:pt>
                <c:pt idx="1194">
                  <c:v>86.402340642652291</c:v>
                </c:pt>
                <c:pt idx="1195">
                  <c:v>83.849655671896258</c:v>
                </c:pt>
                <c:pt idx="1196">
                  <c:v>91.355566986665295</c:v>
                </c:pt>
                <c:pt idx="1197">
                  <c:v>93.914538819129788</c:v>
                </c:pt>
                <c:pt idx="1198">
                  <c:v>92.615461307808658</c:v>
                </c:pt>
                <c:pt idx="1199">
                  <c:v>91.895403662530612</c:v>
                </c:pt>
                <c:pt idx="1200">
                  <c:v>95.099919769410519</c:v>
                </c:pt>
                <c:pt idx="1201">
                  <c:v>95.167649053918311</c:v>
                </c:pt>
                <c:pt idx="1202">
                  <c:v>92.104852271765665</c:v>
                </c:pt>
                <c:pt idx="1203">
                  <c:v>94.14553125481838</c:v>
                </c:pt>
                <c:pt idx="1204">
                  <c:v>94.469618528954143</c:v>
                </c:pt>
                <c:pt idx="1205">
                  <c:v>96.902468651665188</c:v>
                </c:pt>
                <c:pt idx="1206">
                  <c:v>99.610209465964417</c:v>
                </c:pt>
                <c:pt idx="1207">
                  <c:v>103.44086163336544</c:v>
                </c:pt>
                <c:pt idx="1208">
                  <c:v>95.911984105702459</c:v>
                </c:pt>
                <c:pt idx="1209">
                  <c:v>95.881094440320425</c:v>
                </c:pt>
                <c:pt idx="1210">
                  <c:v>96.655690368365597</c:v>
                </c:pt>
                <c:pt idx="1211">
                  <c:v>96.097627491412027</c:v>
                </c:pt>
                <c:pt idx="1212">
                  <c:v>95.379416969176248</c:v>
                </c:pt>
                <c:pt idx="1213">
                  <c:v>97.841603825152305</c:v>
                </c:pt>
                <c:pt idx="1214">
                  <c:v>95.064213764668565</c:v>
                </c:pt>
                <c:pt idx="1215">
                  <c:v>94.837226198339565</c:v>
                </c:pt>
                <c:pt idx="1216">
                  <c:v>91.130357296661685</c:v>
                </c:pt>
                <c:pt idx="1217">
                  <c:v>91.965636309054275</c:v>
                </c:pt>
                <c:pt idx="1218">
                  <c:v>93.852115924354948</c:v>
                </c:pt>
                <c:pt idx="1219">
                  <c:v>94.066761167298054</c:v>
                </c:pt>
                <c:pt idx="1220">
                  <c:v>93.26501311717729</c:v>
                </c:pt>
                <c:pt idx="1221">
                  <c:v>96.277651292882283</c:v>
                </c:pt>
                <c:pt idx="1222">
                  <c:v>97.958551400733839</c:v>
                </c:pt>
                <c:pt idx="1223">
                  <c:v>98.786138734688308</c:v>
                </c:pt>
                <c:pt idx="1224">
                  <c:v>103.12380176544592</c:v>
                </c:pt>
                <c:pt idx="1225">
                  <c:v>104.35002810389608</c:v>
                </c:pt>
                <c:pt idx="1226">
                  <c:v>103.67647757149025</c:v>
                </c:pt>
                <c:pt idx="1227">
                  <c:v>104.69842084426907</c:v>
                </c:pt>
                <c:pt idx="1228">
                  <c:v>104.72504611497912</c:v>
                </c:pt>
                <c:pt idx="1229">
                  <c:v>103.6524835713785</c:v>
                </c:pt>
                <c:pt idx="1230">
                  <c:v>104.5724606984456</c:v>
                </c:pt>
                <c:pt idx="1231">
                  <c:v>101.97355947960949</c:v>
                </c:pt>
                <c:pt idx="1232">
                  <c:v>102.4645633345483</c:v>
                </c:pt>
                <c:pt idx="1233">
                  <c:v>100.61431031758391</c:v>
                </c:pt>
                <c:pt idx="1234">
                  <c:v>102.10909148139996</c:v>
                </c:pt>
                <c:pt idx="1235">
                  <c:v>101.32956485471726</c:v>
                </c:pt>
                <c:pt idx="1236">
                  <c:v>103.51782152187108</c:v>
                </c:pt>
                <c:pt idx="1237">
                  <c:v>105.01493978625307</c:v>
                </c:pt>
                <c:pt idx="1238">
                  <c:v>105.55794852887004</c:v>
                </c:pt>
                <c:pt idx="1239">
                  <c:v>107.12753073489439</c:v>
                </c:pt>
                <c:pt idx="1240">
                  <c:v>106.13416794312806</c:v>
                </c:pt>
                <c:pt idx="1241">
                  <c:v>106.15583862209149</c:v>
                </c:pt>
                <c:pt idx="1242">
                  <c:v>107.38475048371264</c:v>
                </c:pt>
                <c:pt idx="1243">
                  <c:v>106.61395124274402</c:v>
                </c:pt>
                <c:pt idx="1244">
                  <c:v>106.53236796591314</c:v>
                </c:pt>
                <c:pt idx="1245">
                  <c:v>107.97621762372053</c:v>
                </c:pt>
                <c:pt idx="1246">
                  <c:v>109.42052672835598</c:v>
                </c:pt>
                <c:pt idx="1247">
                  <c:v>109.96305487166047</c:v>
                </c:pt>
                <c:pt idx="1248">
                  <c:v>111.38519172086052</c:v>
                </c:pt>
                <c:pt idx="1249">
                  <c:v>112.89405162080129</c:v>
                </c:pt>
                <c:pt idx="1250">
                  <c:v>111.58298329871791</c:v>
                </c:pt>
                <c:pt idx="1251">
                  <c:v>112.8740997991173</c:v>
                </c:pt>
                <c:pt idx="1252">
                  <c:v>112.01046024035577</c:v>
                </c:pt>
                <c:pt idx="1253">
                  <c:v>112.50858372802074</c:v>
                </c:pt>
                <c:pt idx="1254">
                  <c:v>111.70103865188922</c:v>
                </c:pt>
                <c:pt idx="1255">
                  <c:v>113.59292207873806</c:v>
                </c:pt>
                <c:pt idx="1256">
                  <c:v>115.0233222050224</c:v>
                </c:pt>
                <c:pt idx="1257">
                  <c:v>116.90520445561843</c:v>
                </c:pt>
                <c:pt idx="1258">
                  <c:v>116.85369917665679</c:v>
                </c:pt>
                <c:pt idx="1259">
                  <c:v>117.57335269173709</c:v>
                </c:pt>
                <c:pt idx="1260">
                  <c:v>117.3611253672747</c:v>
                </c:pt>
                <c:pt idx="1261">
                  <c:v>116.92777830304856</c:v>
                </c:pt>
                <c:pt idx="1262">
                  <c:v>118.67414078598252</c:v>
                </c:pt>
                <c:pt idx="1263">
                  <c:v>117.34082143993973</c:v>
                </c:pt>
                <c:pt idx="1264">
                  <c:v>116.19235462029575</c:v>
                </c:pt>
                <c:pt idx="1265">
                  <c:v>115.90149173157492</c:v>
                </c:pt>
                <c:pt idx="1266">
                  <c:v>113.53116073732542</c:v>
                </c:pt>
                <c:pt idx="1267">
                  <c:v>115.66056665344857</c:v>
                </c:pt>
                <c:pt idx="1268">
                  <c:v>115.86413597163018</c:v>
                </c:pt>
                <c:pt idx="1269">
                  <c:v>117.05542688984113</c:v>
                </c:pt>
                <c:pt idx="1270">
                  <c:v>116.95119166587008</c:v>
                </c:pt>
                <c:pt idx="1271">
                  <c:v>117.50788361366062</c:v>
                </c:pt>
                <c:pt idx="1272">
                  <c:v>118.25453254964273</c:v>
                </c:pt>
                <c:pt idx="1273">
                  <c:v>118.1630421918871</c:v>
                </c:pt>
                <c:pt idx="1274">
                  <c:v>117.96781851084</c:v>
                </c:pt>
                <c:pt idx="1275">
                  <c:v>116.73517164354766</c:v>
                </c:pt>
                <c:pt idx="1276">
                  <c:v>117.15329269795733</c:v>
                </c:pt>
                <c:pt idx="1277">
                  <c:v>118.66700755440245</c:v>
                </c:pt>
                <c:pt idx="1278">
                  <c:v>119.02586969234198</c:v>
                </c:pt>
                <c:pt idx="1279">
                  <c:v>117.42477338129426</c:v>
                </c:pt>
                <c:pt idx="1280">
                  <c:v>118.2893927915096</c:v>
                </c:pt>
                <c:pt idx="1281">
                  <c:v>119.48619928650025</c:v>
                </c:pt>
                <c:pt idx="1282">
                  <c:v>120.32041078077364</c:v>
                </c:pt>
                <c:pt idx="1283">
                  <c:v>121.09984980216049</c:v>
                </c:pt>
                <c:pt idx="1284">
                  <c:v>121.2678099148584</c:v>
                </c:pt>
                <c:pt idx="1285">
                  <c:v>123.98889429188371</c:v>
                </c:pt>
                <c:pt idx="1286">
                  <c:v>120.95348903541577</c:v>
                </c:pt>
                <c:pt idx="1287">
                  <c:v>123.10254172365933</c:v>
                </c:pt>
                <c:pt idx="1288">
                  <c:v>123.36312811741882</c:v>
                </c:pt>
                <c:pt idx="1289">
                  <c:v>122.48692340632999</c:v>
                </c:pt>
                <c:pt idx="1290">
                  <c:v>120.49601699119879</c:v>
                </c:pt>
                <c:pt idx="1291">
                  <c:v>120.68465926939342</c:v>
                </c:pt>
                <c:pt idx="1292">
                  <c:v>120.40478952151271</c:v>
                </c:pt>
                <c:pt idx="1293">
                  <c:v>119.46727860363701</c:v>
                </c:pt>
                <c:pt idx="1294">
                  <c:v>122.01699749021891</c:v>
                </c:pt>
                <c:pt idx="1295">
                  <c:v>121.86299147616029</c:v>
                </c:pt>
                <c:pt idx="1296">
                  <c:v>121.70615213188221</c:v>
                </c:pt>
                <c:pt idx="1297">
                  <c:v>122.55293876330423</c:v>
                </c:pt>
                <c:pt idx="1298">
                  <c:v>122.81533389561436</c:v>
                </c:pt>
                <c:pt idx="1299">
                  <c:v>121.87712952981754</c:v>
                </c:pt>
                <c:pt idx="1300">
                  <c:v>122.12925615453639</c:v>
                </c:pt>
                <c:pt idx="1301">
                  <c:v>119.54572811641037</c:v>
                </c:pt>
                <c:pt idx="1302">
                  <c:v>118.31424819138832</c:v>
                </c:pt>
                <c:pt idx="1303">
                  <c:v>117.89629591893772</c:v>
                </c:pt>
                <c:pt idx="1304">
                  <c:v>113.9469893098363</c:v>
                </c:pt>
                <c:pt idx="1305">
                  <c:v>116.85816530046898</c:v>
                </c:pt>
                <c:pt idx="1306">
                  <c:v>118.96393807657618</c:v>
                </c:pt>
                <c:pt idx="1307">
                  <c:v>118.488554493023</c:v>
                </c:pt>
                <c:pt idx="1308">
                  <c:v>118.87143654169718</c:v>
                </c:pt>
                <c:pt idx="1309">
                  <c:v>121.51838216295502</c:v>
                </c:pt>
                <c:pt idx="1310">
                  <c:v>122.58649357463121</c:v>
                </c:pt>
                <c:pt idx="1311">
                  <c:v>124.29931134195179</c:v>
                </c:pt>
                <c:pt idx="1312">
                  <c:v>125.26919157721784</c:v>
                </c:pt>
                <c:pt idx="1313">
                  <c:v>126.33693646089715</c:v>
                </c:pt>
                <c:pt idx="1314">
                  <c:v>127.51057151709966</c:v>
                </c:pt>
                <c:pt idx="1315">
                  <c:v>127.77595171034838</c:v>
                </c:pt>
                <c:pt idx="1316">
                  <c:v>127.58178513397421</c:v>
                </c:pt>
                <c:pt idx="1317">
                  <c:v>127.97934673787137</c:v>
                </c:pt>
                <c:pt idx="1318">
                  <c:v>124.95413070973449</c:v>
                </c:pt>
                <c:pt idx="1319">
                  <c:v>125.55714545688933</c:v>
                </c:pt>
                <c:pt idx="1320">
                  <c:v>126.90386780350414</c:v>
                </c:pt>
                <c:pt idx="1321">
                  <c:v>127.40570981732105</c:v>
                </c:pt>
                <c:pt idx="1322">
                  <c:v>126.89290675387289</c:v>
                </c:pt>
                <c:pt idx="1323">
                  <c:v>127.42466009275873</c:v>
                </c:pt>
                <c:pt idx="1324">
                  <c:v>125.46885379673239</c:v>
                </c:pt>
                <c:pt idx="1325">
                  <c:v>126.6191049044325</c:v>
                </c:pt>
                <c:pt idx="1326">
                  <c:v>124.71788045211302</c:v>
                </c:pt>
                <c:pt idx="1327">
                  <c:v>123.82916772889851</c:v>
                </c:pt>
                <c:pt idx="1328">
                  <c:v>123.40618438696818</c:v>
                </c:pt>
                <c:pt idx="1329">
                  <c:v>123.27194841357459</c:v>
                </c:pt>
                <c:pt idx="1330">
                  <c:v>124.82648567852446</c:v>
                </c:pt>
                <c:pt idx="1331">
                  <c:v>125.31105524854119</c:v>
                </c:pt>
                <c:pt idx="1332">
                  <c:v>128.27268225902276</c:v>
                </c:pt>
                <c:pt idx="1333">
                  <c:v>130.36424057765447</c:v>
                </c:pt>
                <c:pt idx="1334">
                  <c:v>132.78507981725539</c:v>
                </c:pt>
                <c:pt idx="1335">
                  <c:v>134.38590771421525</c:v>
                </c:pt>
                <c:pt idx="1336">
                  <c:v>135.29193380206934</c:v>
                </c:pt>
                <c:pt idx="1337">
                  <c:v>134.20179013856597</c:v>
                </c:pt>
                <c:pt idx="1338">
                  <c:v>134.06882079936921</c:v>
                </c:pt>
                <c:pt idx="1339">
                  <c:v>134.67054578796257</c:v>
                </c:pt>
                <c:pt idx="1340">
                  <c:v>136.9089126308009</c:v>
                </c:pt>
                <c:pt idx="1341">
                  <c:v>135.3066572024934</c:v>
                </c:pt>
                <c:pt idx="1342">
                  <c:v>136.35848332388431</c:v>
                </c:pt>
                <c:pt idx="1343">
                  <c:v>136.99893656441449</c:v>
                </c:pt>
                <c:pt idx="1344">
                  <c:v>138.69485436729795</c:v>
                </c:pt>
                <c:pt idx="1345">
                  <c:v>136.52818460265669</c:v>
                </c:pt>
                <c:pt idx="1346">
                  <c:v>137.87277918015127</c:v>
                </c:pt>
                <c:pt idx="1347">
                  <c:v>137.53005770990765</c:v>
                </c:pt>
                <c:pt idx="1348">
                  <c:v>139.99083150691953</c:v>
                </c:pt>
                <c:pt idx="1349">
                  <c:v>139.60438204715047</c:v>
                </c:pt>
                <c:pt idx="1350">
                  <c:v>140.87387262597957</c:v>
                </c:pt>
                <c:pt idx="1351">
                  <c:v>141.91256486540436</c:v>
                </c:pt>
                <c:pt idx="1352">
                  <c:v>142.48828320011819</c:v>
                </c:pt>
                <c:pt idx="1353">
                  <c:v>144.37343043101583</c:v>
                </c:pt>
                <c:pt idx="1354">
                  <c:v>143.76705117351435</c:v>
                </c:pt>
                <c:pt idx="1355">
                  <c:v>144.3531025627579</c:v>
                </c:pt>
                <c:pt idx="1356">
                  <c:v>144.93468511091044</c:v>
                </c:pt>
                <c:pt idx="1357">
                  <c:v>146.27015524491213</c:v>
                </c:pt>
                <c:pt idx="1358">
                  <c:v>147.14665720050405</c:v>
                </c:pt>
                <c:pt idx="1359">
                  <c:v>147.20502631876599</c:v>
                </c:pt>
                <c:pt idx="1360">
                  <c:v>142.53327314451735</c:v>
                </c:pt>
                <c:pt idx="1361">
                  <c:v>143.48599020178509</c:v>
                </c:pt>
                <c:pt idx="1362">
                  <c:v>144.99700816548923</c:v>
                </c:pt>
                <c:pt idx="1363">
                  <c:v>146.64965046087443</c:v>
                </c:pt>
                <c:pt idx="1364">
                  <c:v>147.83665198559939</c:v>
                </c:pt>
                <c:pt idx="1365">
                  <c:v>148.64627063162902</c:v>
                </c:pt>
                <c:pt idx="1366">
                  <c:v>149.06192877581742</c:v>
                </c:pt>
                <c:pt idx="1367">
                  <c:v>149.07788200637776</c:v>
                </c:pt>
                <c:pt idx="1368">
                  <c:v>149.44518094481677</c:v>
                </c:pt>
                <c:pt idx="1369">
                  <c:v>152.05769537115168</c:v>
                </c:pt>
                <c:pt idx="1370">
                  <c:v>152.67831025782948</c:v>
                </c:pt>
                <c:pt idx="1371">
                  <c:v>151.78393361264025</c:v>
                </c:pt>
                <c:pt idx="1372">
                  <c:v>151.54203694250381</c:v>
                </c:pt>
                <c:pt idx="1373">
                  <c:v>153.29145937316693</c:v>
                </c:pt>
                <c:pt idx="1374">
                  <c:v>154.57528725453756</c:v>
                </c:pt>
                <c:pt idx="1375">
                  <c:v>155.51910269532502</c:v>
                </c:pt>
                <c:pt idx="1376">
                  <c:v>155.9042947857138</c:v>
                </c:pt>
                <c:pt idx="1377">
                  <c:v>156.26186858892669</c:v>
                </c:pt>
                <c:pt idx="1378">
                  <c:v>154.73828411710983</c:v>
                </c:pt>
                <c:pt idx="1379">
                  <c:v>153.25384690464998</c:v>
                </c:pt>
                <c:pt idx="1380">
                  <c:v>155.55338615192665</c:v>
                </c:pt>
                <c:pt idx="1381">
                  <c:v>156.91191763604232</c:v>
                </c:pt>
                <c:pt idx="1382">
                  <c:v>156.70946829010302</c:v>
                </c:pt>
                <c:pt idx="1383">
                  <c:v>154.21661920226595</c:v>
                </c:pt>
                <c:pt idx="1384">
                  <c:v>152.76790338286483</c:v>
                </c:pt>
                <c:pt idx="1385">
                  <c:v>150.03576618093769</c:v>
                </c:pt>
                <c:pt idx="1386">
                  <c:v>147.8336299653179</c:v>
                </c:pt>
                <c:pt idx="1387">
                  <c:v>146.20847164158897</c:v>
                </c:pt>
                <c:pt idx="1388">
                  <c:v>153.37980884774305</c:v>
                </c:pt>
                <c:pt idx="1389">
                  <c:v>158.7758245079753</c:v>
                </c:pt>
                <c:pt idx="1390">
                  <c:v>159.96204335314232</c:v>
                </c:pt>
                <c:pt idx="1391">
                  <c:v>160.3693943818634</c:v>
                </c:pt>
                <c:pt idx="1392">
                  <c:v>162.40115917447037</c:v>
                </c:pt>
                <c:pt idx="1393">
                  <c:v>162.28093772911544</c:v>
                </c:pt>
                <c:pt idx="1394">
                  <c:v>162.31335276500832</c:v>
                </c:pt>
                <c:pt idx="1395">
                  <c:v>163.16968760796982</c:v>
                </c:pt>
                <c:pt idx="1396">
                  <c:v>163.15949907671254</c:v>
                </c:pt>
                <c:pt idx="1397">
                  <c:v>165.0898688231627</c:v>
                </c:pt>
                <c:pt idx="1398">
                  <c:v>165.10833330037934</c:v>
                </c:pt>
                <c:pt idx="1399">
                  <c:v>163.58329826394581</c:v>
                </c:pt>
                <c:pt idx="1400">
                  <c:v>162.61424165328853</c:v>
                </c:pt>
                <c:pt idx="1401">
                  <c:v>161.23623406820104</c:v>
                </c:pt>
                <c:pt idx="1402">
                  <c:v>158.40475197562301</c:v>
                </c:pt>
                <c:pt idx="1403">
                  <c:v>158.4179606866029</c:v>
                </c:pt>
                <c:pt idx="1404">
                  <c:v>161.87391226525585</c:v>
                </c:pt>
                <c:pt idx="1405">
                  <c:v>154.9094081578306</c:v>
                </c:pt>
                <c:pt idx="1406">
                  <c:v>156.73014843578341</c:v>
                </c:pt>
                <c:pt idx="1407">
                  <c:v>158.01518540958932</c:v>
                </c:pt>
                <c:pt idx="1408">
                  <c:v>162.2502849595119</c:v>
                </c:pt>
                <c:pt idx="1409">
                  <c:v>161.14230575045266</c:v>
                </c:pt>
                <c:pt idx="1410">
                  <c:v>159.6474676467152</c:v>
                </c:pt>
                <c:pt idx="1411">
                  <c:v>159.22429916307664</c:v>
                </c:pt>
                <c:pt idx="1412">
                  <c:v>160.81400872160583</c:v>
                </c:pt>
                <c:pt idx="1413">
                  <c:v>161.93447803536128</c:v>
                </c:pt>
                <c:pt idx="1414">
                  <c:v>161.03332944623202</c:v>
                </c:pt>
                <c:pt idx="1415">
                  <c:v>159.71937714182263</c:v>
                </c:pt>
                <c:pt idx="1416">
                  <c:v>160.12410322371522</c:v>
                </c:pt>
                <c:pt idx="1417">
                  <c:v>158.13891191672187</c:v>
                </c:pt>
                <c:pt idx="1418">
                  <c:v>158.44113023181276</c:v>
                </c:pt>
                <c:pt idx="1419">
                  <c:v>158.46703368664635</c:v>
                </c:pt>
                <c:pt idx="1420">
                  <c:v>159.5450118973896</c:v>
                </c:pt>
                <c:pt idx="1421">
                  <c:v>155.98501307530233</c:v>
                </c:pt>
                <c:pt idx="1422">
                  <c:v>153.73382765036675</c:v>
                </c:pt>
                <c:pt idx="1423">
                  <c:v>155.97935903970807</c:v>
                </c:pt>
                <c:pt idx="1424">
                  <c:v>158.17995448676402</c:v>
                </c:pt>
                <c:pt idx="1425">
                  <c:v>155.21439419493007</c:v>
                </c:pt>
                <c:pt idx="1426">
                  <c:v>156.84682281109573</c:v>
                </c:pt>
                <c:pt idx="1427">
                  <c:v>154.26811171414818</c:v>
                </c:pt>
                <c:pt idx="1428">
                  <c:v>154.65062891967617</c:v>
                </c:pt>
                <c:pt idx="1429">
                  <c:v>154.14311273541159</c:v>
                </c:pt>
                <c:pt idx="1430">
                  <c:v>152.59629535751108</c:v>
                </c:pt>
                <c:pt idx="1431">
                  <c:v>147.41450129094576</c:v>
                </c:pt>
                <c:pt idx="1432">
                  <c:v>149.61343648664163</c:v>
                </c:pt>
                <c:pt idx="1433">
                  <c:v>150.92338923979739</c:v>
                </c:pt>
                <c:pt idx="1434">
                  <c:v>147.55436434069347</c:v>
                </c:pt>
                <c:pt idx="1435">
                  <c:v>147.10932754755095</c:v>
                </c:pt>
                <c:pt idx="1436">
                  <c:v>147.84833623066274</c:v>
                </c:pt>
                <c:pt idx="1437">
                  <c:v>147.27752588774828</c:v>
                </c:pt>
                <c:pt idx="1438">
                  <c:v>154.03390078394381</c:v>
                </c:pt>
                <c:pt idx="1439">
                  <c:v>154.85532371572404</c:v>
                </c:pt>
                <c:pt idx="1440">
                  <c:v>151.86468101823036</c:v>
                </c:pt>
                <c:pt idx="1441">
                  <c:v>151.342853281168</c:v>
                </c:pt>
                <c:pt idx="1442">
                  <c:v>151.65428493897741</c:v>
                </c:pt>
                <c:pt idx="1443">
                  <c:v>152.55603407328186</c:v>
                </c:pt>
                <c:pt idx="1444">
                  <c:v>153.76423417866886</c:v>
                </c:pt>
                <c:pt idx="1445">
                  <c:v>155.38605938327493</c:v>
                </c:pt>
                <c:pt idx="1446">
                  <c:v>154.23653639517022</c:v>
                </c:pt>
                <c:pt idx="1447">
                  <c:v>152.7855640007684</c:v>
                </c:pt>
                <c:pt idx="1448">
                  <c:v>153.05591279018952</c:v>
                </c:pt>
                <c:pt idx="1449">
                  <c:v>155.99568371067903</c:v>
                </c:pt>
                <c:pt idx="1450">
                  <c:v>158.37078553091874</c:v>
                </c:pt>
                <c:pt idx="1451">
                  <c:v>157.60098586768603</c:v>
                </c:pt>
                <c:pt idx="1452">
                  <c:v>156.2134489965834</c:v>
                </c:pt>
                <c:pt idx="1453">
                  <c:v>159.49223031195575</c:v>
                </c:pt>
                <c:pt idx="1454">
                  <c:v>160.12276874249847</c:v>
                </c:pt>
                <c:pt idx="1455">
                  <c:v>160.27883036442111</c:v>
                </c:pt>
                <c:pt idx="1456">
                  <c:v>161.48158161927452</c:v>
                </c:pt>
                <c:pt idx="1457">
                  <c:v>162.76463445926339</c:v>
                </c:pt>
                <c:pt idx="1458">
                  <c:v>164.39332912411606</c:v>
                </c:pt>
                <c:pt idx="1459">
                  <c:v>164.45993455847005</c:v>
                </c:pt>
                <c:pt idx="1460">
                  <c:v>163.20854558197991</c:v>
                </c:pt>
                <c:pt idx="1461">
                  <c:v>164.61430446383375</c:v>
                </c:pt>
                <c:pt idx="1462">
                  <c:v>164.406373163724</c:v>
                </c:pt>
                <c:pt idx="1463">
                  <c:v>165.62153735322883</c:v>
                </c:pt>
                <c:pt idx="1464">
                  <c:v>165.37859446158845</c:v>
                </c:pt>
                <c:pt idx="1465">
                  <c:v>165.11107552590803</c:v>
                </c:pt>
                <c:pt idx="1466">
                  <c:v>165.68454077048892</c:v>
                </c:pt>
                <c:pt idx="1467">
                  <c:v>165.46254346394835</c:v>
                </c:pt>
                <c:pt idx="1468">
                  <c:v>165.96219512842734</c:v>
                </c:pt>
                <c:pt idx="1469">
                  <c:v>164.89871037073709</c:v>
                </c:pt>
                <c:pt idx="1470">
                  <c:v>163.53358181569686</c:v>
                </c:pt>
                <c:pt idx="1471">
                  <c:v>162.6879479471512</c:v>
                </c:pt>
                <c:pt idx="1472">
                  <c:v>163.38508843362428</c:v>
                </c:pt>
                <c:pt idx="1473">
                  <c:v>163.47839755814925</c:v>
                </c:pt>
                <c:pt idx="1474">
                  <c:v>162.06698811564385</c:v>
                </c:pt>
                <c:pt idx="1475">
                  <c:v>163.58681987024715</c:v>
                </c:pt>
                <c:pt idx="1476">
                  <c:v>164.41514255821781</c:v>
                </c:pt>
                <c:pt idx="1477">
                  <c:v>163.77514711587489</c:v>
                </c:pt>
                <c:pt idx="1478">
                  <c:v>163.16264481329935</c:v>
                </c:pt>
                <c:pt idx="1479">
                  <c:v>162.67566268351004</c:v>
                </c:pt>
                <c:pt idx="1480">
                  <c:v>162.0608762894588</c:v>
                </c:pt>
                <c:pt idx="1481">
                  <c:v>162.57529085187809</c:v>
                </c:pt>
                <c:pt idx="1482">
                  <c:v>163.79985584833275</c:v>
                </c:pt>
                <c:pt idx="1483">
                  <c:v>163.88570787548855</c:v>
                </c:pt>
                <c:pt idx="1484">
                  <c:v>163.57271566119618</c:v>
                </c:pt>
                <c:pt idx="1485">
                  <c:v>162.17445924072612</c:v>
                </c:pt>
                <c:pt idx="1486">
                  <c:v>161.7260604147416</c:v>
                </c:pt>
                <c:pt idx="1487">
                  <c:v>162.07232130864685</c:v>
                </c:pt>
                <c:pt idx="1488">
                  <c:v>163.2518116839457</c:v>
                </c:pt>
                <c:pt idx="1489">
                  <c:v>163.48652636743714</c:v>
                </c:pt>
                <c:pt idx="1490">
                  <c:v>164.3887845928584</c:v>
                </c:pt>
                <c:pt idx="1491">
                  <c:v>164.10052330282232</c:v>
                </c:pt>
                <c:pt idx="1492">
                  <c:v>161.92647560229673</c:v>
                </c:pt>
                <c:pt idx="1493">
                  <c:v>160.68390211658888</c:v>
                </c:pt>
                <c:pt idx="1494">
                  <c:v>163.72541836109224</c:v>
                </c:pt>
                <c:pt idx="1495">
                  <c:v>164.0262571929776</c:v>
                </c:pt>
                <c:pt idx="1496">
                  <c:v>163.574350632522</c:v>
                </c:pt>
                <c:pt idx="1497">
                  <c:v>162.81928565637105</c:v>
                </c:pt>
                <c:pt idx="1498">
                  <c:v>162.35960252982696</c:v>
                </c:pt>
                <c:pt idx="1499">
                  <c:v>163.34299576631639</c:v>
                </c:pt>
                <c:pt idx="1500">
                  <c:v>163.99837379768783</c:v>
                </c:pt>
                <c:pt idx="1501">
                  <c:v>166.94325110378253</c:v>
                </c:pt>
                <c:pt idx="1502">
                  <c:v>168.97105858078123</c:v>
                </c:pt>
                <c:pt idx="1503">
                  <c:v>169.09104057796054</c:v>
                </c:pt>
                <c:pt idx="1504">
                  <c:v>168.5951425483216</c:v>
                </c:pt>
                <c:pt idx="1505">
                  <c:v>168.8988606600663</c:v>
                </c:pt>
                <c:pt idx="1506">
                  <c:v>169.0072350223214</c:v>
                </c:pt>
                <c:pt idx="1507">
                  <c:v>168.82274155054819</c:v>
                </c:pt>
                <c:pt idx="1508">
                  <c:v>170.14127289869117</c:v>
                </c:pt>
                <c:pt idx="1509">
                  <c:v>171.94598026454335</c:v>
                </c:pt>
                <c:pt idx="1510">
                  <c:v>172.39661613568057</c:v>
                </c:pt>
                <c:pt idx="1511">
                  <c:v>173.04699700028763</c:v>
                </c:pt>
                <c:pt idx="1512">
                  <c:v>172.53481474097077</c:v>
                </c:pt>
                <c:pt idx="1513">
                  <c:v>171.31040448882263</c:v>
                </c:pt>
                <c:pt idx="1514">
                  <c:v>172.36120698108996</c:v>
                </c:pt>
                <c:pt idx="1515">
                  <c:v>173.93678907164193</c:v>
                </c:pt>
                <c:pt idx="1516">
                  <c:v>173.51334010825744</c:v>
                </c:pt>
                <c:pt idx="1517">
                  <c:v>178.36277228779559</c:v>
                </c:pt>
                <c:pt idx="1518">
                  <c:v>181.10387723355521</c:v>
                </c:pt>
                <c:pt idx="1519">
                  <c:v>182.72839877298824</c:v>
                </c:pt>
                <c:pt idx="1520">
                  <c:v>183.60460377805134</c:v>
                </c:pt>
                <c:pt idx="1521">
                  <c:v>184.1319502603171</c:v>
                </c:pt>
                <c:pt idx="1522">
                  <c:v>183.26668669888048</c:v>
                </c:pt>
                <c:pt idx="1523">
                  <c:v>182.25348568030853</c:v>
                </c:pt>
                <c:pt idx="1524">
                  <c:v>182.33377132259395</c:v>
                </c:pt>
                <c:pt idx="1525">
                  <c:v>181.9356427820214</c:v>
                </c:pt>
                <c:pt idx="1526">
                  <c:v>182.31900660091037</c:v>
                </c:pt>
                <c:pt idx="1527">
                  <c:v>183.68506057217454</c:v>
                </c:pt>
                <c:pt idx="1528">
                  <c:v>185.59727972902812</c:v>
                </c:pt>
                <c:pt idx="1529">
                  <c:v>185.04897864628427</c:v>
                </c:pt>
                <c:pt idx="1530">
                  <c:v>183.99535514878315</c:v>
                </c:pt>
                <c:pt idx="1531">
                  <c:v>187.18075572606864</c:v>
                </c:pt>
                <c:pt idx="1532">
                  <c:v>187.77352717396161</c:v>
                </c:pt>
                <c:pt idx="1533">
                  <c:v>187.95934938780354</c:v>
                </c:pt>
                <c:pt idx="1534">
                  <c:v>186.37750622925654</c:v>
                </c:pt>
                <c:pt idx="1535">
                  <c:v>184.63614084047185</c:v>
                </c:pt>
                <c:pt idx="1536">
                  <c:v>183.49182785665516</c:v>
                </c:pt>
                <c:pt idx="1537">
                  <c:v>182.34928787280725</c:v>
                </c:pt>
                <c:pt idx="1538">
                  <c:v>184.05884328536646</c:v>
                </c:pt>
                <c:pt idx="1539">
                  <c:v>184.72572543613026</c:v>
                </c:pt>
                <c:pt idx="1540">
                  <c:v>182.76770186406844</c:v>
                </c:pt>
                <c:pt idx="1541">
                  <c:v>183.70501373339016</c:v>
                </c:pt>
                <c:pt idx="1542">
                  <c:v>184.54989756502101</c:v>
                </c:pt>
                <c:pt idx="1543">
                  <c:v>184.78564331497429</c:v>
                </c:pt>
                <c:pt idx="1544">
                  <c:v>184.38547776093202</c:v>
                </c:pt>
                <c:pt idx="1545">
                  <c:v>185.48659264168441</c:v>
                </c:pt>
                <c:pt idx="1546">
                  <c:v>187.60617194343794</c:v>
                </c:pt>
                <c:pt idx="1547">
                  <c:v>188.91347804339679</c:v>
                </c:pt>
                <c:pt idx="1548">
                  <c:v>188.76195720951068</c:v>
                </c:pt>
                <c:pt idx="1549">
                  <c:v>188.09781800593441</c:v>
                </c:pt>
                <c:pt idx="1550">
                  <c:v>187.78333462395457</c:v>
                </c:pt>
                <c:pt idx="1551">
                  <c:v>187.41896811116158</c:v>
                </c:pt>
                <c:pt idx="1552">
                  <c:v>188.20958454036352</c:v>
                </c:pt>
                <c:pt idx="1553">
                  <c:v>184.74613896240089</c:v>
                </c:pt>
                <c:pt idx="1554">
                  <c:v>182.74605110138603</c:v>
                </c:pt>
                <c:pt idx="1555">
                  <c:v>184.95211694765894</c:v>
                </c:pt>
                <c:pt idx="1556">
                  <c:v>185.03106153324575</c:v>
                </c:pt>
                <c:pt idx="1557">
                  <c:v>184.71586857927286</c:v>
                </c:pt>
                <c:pt idx="1558">
                  <c:v>185.6296836673425</c:v>
                </c:pt>
                <c:pt idx="1559">
                  <c:v>188.26252290014853</c:v>
                </c:pt>
                <c:pt idx="1560">
                  <c:v>188.40073608335339</c:v>
                </c:pt>
                <c:pt idx="1561">
                  <c:v>187.52324147002989</c:v>
                </c:pt>
                <c:pt idx="1562">
                  <c:v>185.40506808240454</c:v>
                </c:pt>
                <c:pt idx="1563">
                  <c:v>187.79208633562675</c:v>
                </c:pt>
                <c:pt idx="1564">
                  <c:v>185.92781133267215</c:v>
                </c:pt>
                <c:pt idx="1565">
                  <c:v>185.32270379861379</c:v>
                </c:pt>
                <c:pt idx="1566">
                  <c:v>181.12856822596009</c:v>
                </c:pt>
                <c:pt idx="1567">
                  <c:v>181.44924821005623</c:v>
                </c:pt>
                <c:pt idx="1568">
                  <c:v>180.68654215216947</c:v>
                </c:pt>
                <c:pt idx="1569">
                  <c:v>182.09292484796021</c:v>
                </c:pt>
                <c:pt idx="1570">
                  <c:v>176.86524458472962</c:v>
                </c:pt>
                <c:pt idx="1571">
                  <c:v>175.72336914457966</c:v>
                </c:pt>
                <c:pt idx="1572">
                  <c:v>175.12861127426766</c:v>
                </c:pt>
                <c:pt idx="1573">
                  <c:v>179.62851820491144</c:v>
                </c:pt>
                <c:pt idx="1574">
                  <c:v>177.31091074150186</c:v>
                </c:pt>
                <c:pt idx="1575">
                  <c:v>173.66941268175171</c:v>
                </c:pt>
                <c:pt idx="1576">
                  <c:v>176.25282821875118</c:v>
                </c:pt>
                <c:pt idx="1577">
                  <c:v>179.07467924713865</c:v>
                </c:pt>
                <c:pt idx="1578">
                  <c:v>179.49378924671151</c:v>
                </c:pt>
                <c:pt idx="1579">
                  <c:v>178.91079285301311</c:v>
                </c:pt>
                <c:pt idx="1580">
                  <c:v>177.3792065851861</c:v>
                </c:pt>
                <c:pt idx="1581">
                  <c:v>176.45433685708355</c:v>
                </c:pt>
                <c:pt idx="1582">
                  <c:v>175.45524925503412</c:v>
                </c:pt>
                <c:pt idx="1583">
                  <c:v>174.98184022805845</c:v>
                </c:pt>
                <c:pt idx="1584">
                  <c:v>172.47391144523462</c:v>
                </c:pt>
                <c:pt idx="1585">
                  <c:v>169.28979232347953</c:v>
                </c:pt>
                <c:pt idx="1586">
                  <c:v>173.54649208413483</c:v>
                </c:pt>
                <c:pt idx="1587">
                  <c:v>174.13711745021766</c:v>
                </c:pt>
                <c:pt idx="1588">
                  <c:v>175.03922720291388</c:v>
                </c:pt>
                <c:pt idx="1589">
                  <c:v>176.49404036270423</c:v>
                </c:pt>
                <c:pt idx="1590">
                  <c:v>176.21666744884678</c:v>
                </c:pt>
                <c:pt idx="1591">
                  <c:v>176.1795685548843</c:v>
                </c:pt>
                <c:pt idx="1592">
                  <c:v>177.58030329405881</c:v>
                </c:pt>
                <c:pt idx="1593">
                  <c:v>183.52890998915109</c:v>
                </c:pt>
                <c:pt idx="1594">
                  <c:v>184.96732478577471</c:v>
                </c:pt>
                <c:pt idx="1595">
                  <c:v>186.32115320304266</c:v>
                </c:pt>
                <c:pt idx="1596">
                  <c:v>184.50843692494485</c:v>
                </c:pt>
                <c:pt idx="1597">
                  <c:v>185.31373900519472</c:v>
                </c:pt>
                <c:pt idx="1598">
                  <c:v>187.66351864855449</c:v>
                </c:pt>
                <c:pt idx="1599">
                  <c:v>188.93989073777405</c:v>
                </c:pt>
                <c:pt idx="1600">
                  <c:v>190.43455440832281</c:v>
                </c:pt>
                <c:pt idx="1601">
                  <c:v>190.85993464265312</c:v>
                </c:pt>
                <c:pt idx="1602">
                  <c:v>190.35590160192396</c:v>
                </c:pt>
                <c:pt idx="1603">
                  <c:v>190.62292146078383</c:v>
                </c:pt>
                <c:pt idx="1604">
                  <c:v>188.14932478926281</c:v>
                </c:pt>
                <c:pt idx="1605">
                  <c:v>185.65864187548954</c:v>
                </c:pt>
                <c:pt idx="1606">
                  <c:v>184.27666680972703</c:v>
                </c:pt>
                <c:pt idx="1607">
                  <c:v>182.52877653579051</c:v>
                </c:pt>
                <c:pt idx="1608">
                  <c:v>177.64388816125808</c:v>
                </c:pt>
                <c:pt idx="1609">
                  <c:v>175.58322086546821</c:v>
                </c:pt>
                <c:pt idx="1610">
                  <c:v>175.86533828568966</c:v>
                </c:pt>
                <c:pt idx="1611">
                  <c:v>178.32966285072789</c:v>
                </c:pt>
                <c:pt idx="1612">
                  <c:v>182.00062977831894</c:v>
                </c:pt>
                <c:pt idx="1613">
                  <c:v>183.40409230687129</c:v>
                </c:pt>
                <c:pt idx="1614">
                  <c:v>180.97488290363259</c:v>
                </c:pt>
                <c:pt idx="1615">
                  <c:v>180.85751858470499</c:v>
                </c:pt>
                <c:pt idx="1616">
                  <c:v>178.35767806856691</c:v>
                </c:pt>
                <c:pt idx="1617">
                  <c:v>180.07728584291658</c:v>
                </c:pt>
                <c:pt idx="1618">
                  <c:v>181.206775076355</c:v>
                </c:pt>
                <c:pt idx="1619">
                  <c:v>177.83858937377676</c:v>
                </c:pt>
                <c:pt idx="1620">
                  <c:v>172.04121854047074</c:v>
                </c:pt>
                <c:pt idx="1621">
                  <c:v>177.08404028496918</c:v>
                </c:pt>
                <c:pt idx="1622">
                  <c:v>178.00492020950495</c:v>
                </c:pt>
                <c:pt idx="1623">
                  <c:v>177.67150884180629</c:v>
                </c:pt>
                <c:pt idx="1624">
                  <c:v>177.87953388428605</c:v>
                </c:pt>
                <c:pt idx="1625">
                  <c:v>177.42007892681738</c:v>
                </c:pt>
                <c:pt idx="1626">
                  <c:v>176.34099233564484</c:v>
                </c:pt>
                <c:pt idx="1627">
                  <c:v>176.73889872016707</c:v>
                </c:pt>
                <c:pt idx="1628">
                  <c:v>166.97259878487642</c:v>
                </c:pt>
                <c:pt idx="1629">
                  <c:v>170.98082557571178</c:v>
                </c:pt>
                <c:pt idx="1630">
                  <c:v>168.81100033155346</c:v>
                </c:pt>
                <c:pt idx="1631">
                  <c:v>167.71613906311407</c:v>
                </c:pt>
                <c:pt idx="1632">
                  <c:v>164.47767980622965</c:v>
                </c:pt>
                <c:pt idx="1633">
                  <c:v>158.30184224776451</c:v>
                </c:pt>
                <c:pt idx="1634">
                  <c:v>160.1313355660096</c:v>
                </c:pt>
                <c:pt idx="1635">
                  <c:v>163.85097218591002</c:v>
                </c:pt>
                <c:pt idx="1636">
                  <c:v>167.91900893075479</c:v>
                </c:pt>
                <c:pt idx="1637">
                  <c:v>167.47530673286619</c:v>
                </c:pt>
                <c:pt idx="1638">
                  <c:v>169.91238400667078</c:v>
                </c:pt>
                <c:pt idx="1639">
                  <c:v>168.04402311335008</c:v>
                </c:pt>
                <c:pt idx="1640">
                  <c:v>171.48993447246397</c:v>
                </c:pt>
                <c:pt idx="1641">
                  <c:v>175.69723264617019</c:v>
                </c:pt>
                <c:pt idx="1642">
                  <c:v>174.95493028645623</c:v>
                </c:pt>
                <c:pt idx="1643">
                  <c:v>174.47828458539101</c:v>
                </c:pt>
                <c:pt idx="1644">
                  <c:v>173.85923665954633</c:v>
                </c:pt>
                <c:pt idx="1645">
                  <c:v>173.52319566559544</c:v>
                </c:pt>
                <c:pt idx="1646">
                  <c:v>174.04272513205444</c:v>
                </c:pt>
                <c:pt idx="1647">
                  <c:v>175.75501743333831</c:v>
                </c:pt>
                <c:pt idx="1648">
                  <c:v>178.48288080959165</c:v>
                </c:pt>
                <c:pt idx="1649">
                  <c:v>178.03941377760054</c:v>
                </c:pt>
                <c:pt idx="1650">
                  <c:v>180.19217206641085</c:v>
                </c:pt>
                <c:pt idx="1651">
                  <c:v>184.25052214157969</c:v>
                </c:pt>
                <c:pt idx="1652">
                  <c:v>181.69919061078019</c:v>
                </c:pt>
                <c:pt idx="1653">
                  <c:v>179.46722906733018</c:v>
                </c:pt>
                <c:pt idx="1654">
                  <c:v>180.7723825810348</c:v>
                </c:pt>
                <c:pt idx="1655">
                  <c:v>178.87610745710694</c:v>
                </c:pt>
                <c:pt idx="1656">
                  <c:v>177.34832192200315</c:v>
                </c:pt>
                <c:pt idx="1657">
                  <c:v>176.36963137513229</c:v>
                </c:pt>
                <c:pt idx="1658">
                  <c:v>172.48896072433297</c:v>
                </c:pt>
                <c:pt idx="1659">
                  <c:v>175.11418057192532</c:v>
                </c:pt>
                <c:pt idx="1660">
                  <c:v>172.6843768312616</c:v>
                </c:pt>
                <c:pt idx="1661">
                  <c:v>169.91097255176865</c:v>
                </c:pt>
                <c:pt idx="1662">
                  <c:v>172.6380173655229</c:v>
                </c:pt>
                <c:pt idx="1663">
                  <c:v>170.8421155394866</c:v>
                </c:pt>
                <c:pt idx="1664">
                  <c:v>173.00769284562199</c:v>
                </c:pt>
                <c:pt idx="1665">
                  <c:v>172.05584592008304</c:v>
                </c:pt>
                <c:pt idx="1666">
                  <c:v>171.77647969010349</c:v>
                </c:pt>
                <c:pt idx="1667">
                  <c:v>167.72755709113227</c:v>
                </c:pt>
                <c:pt idx="1668">
                  <c:v>168.69958654967945</c:v>
                </c:pt>
                <c:pt idx="1669">
                  <c:v>164.65045347205688</c:v>
                </c:pt>
                <c:pt idx="1670">
                  <c:v>161.95668896820752</c:v>
                </c:pt>
                <c:pt idx="1671">
                  <c:v>161.31994266071175</c:v>
                </c:pt>
                <c:pt idx="1672">
                  <c:v>157.20940118893037</c:v>
                </c:pt>
                <c:pt idx="1673">
                  <c:v>157.27468037373765</c:v>
                </c:pt>
                <c:pt idx="1674">
                  <c:v>157.81156424146548</c:v>
                </c:pt>
                <c:pt idx="1675">
                  <c:v>161.19904716159363</c:v>
                </c:pt>
                <c:pt idx="1676">
                  <c:v>161.03730342809783</c:v>
                </c:pt>
                <c:pt idx="1677">
                  <c:v>156.57107421010605</c:v>
                </c:pt>
                <c:pt idx="1678">
                  <c:v>161.23901458748207</c:v>
                </c:pt>
                <c:pt idx="1679">
                  <c:v>160.44254948227177</c:v>
                </c:pt>
                <c:pt idx="1680">
                  <c:v>159.7922618535919</c:v>
                </c:pt>
                <c:pt idx="1681">
                  <c:v>161.05464560630003</c:v>
                </c:pt>
                <c:pt idx="1682">
                  <c:v>162.86195933598427</c:v>
                </c:pt>
                <c:pt idx="1683">
                  <c:v>165.95120738134898</c:v>
                </c:pt>
                <c:pt idx="1684">
                  <c:v>164.87453544181011</c:v>
                </c:pt>
                <c:pt idx="1685">
                  <c:v>164.55534664788706</c:v>
                </c:pt>
                <c:pt idx="1686">
                  <c:v>165.78319551976031</c:v>
                </c:pt>
                <c:pt idx="1687">
                  <c:v>165.61445501596381</c:v>
                </c:pt>
                <c:pt idx="1688">
                  <c:v>165.18132935660529</c:v>
                </c:pt>
                <c:pt idx="1689">
                  <c:v>163.38671661390012</c:v>
                </c:pt>
                <c:pt idx="1690">
                  <c:v>162.74707935961069</c:v>
                </c:pt>
                <c:pt idx="1691">
                  <c:v>163.88497914051982</c:v>
                </c:pt>
                <c:pt idx="1692">
                  <c:v>160.76307975648825</c:v>
                </c:pt>
                <c:pt idx="1693">
                  <c:v>155.84388179262965</c:v>
                </c:pt>
                <c:pt idx="1694">
                  <c:v>155.67406226766852</c:v>
                </c:pt>
                <c:pt idx="1695">
                  <c:v>155.0773872566532</c:v>
                </c:pt>
                <c:pt idx="1696">
                  <c:v>151.97014823597345</c:v>
                </c:pt>
                <c:pt idx="1697">
                  <c:v>151.5684459048604</c:v>
                </c:pt>
                <c:pt idx="1698">
                  <c:v>152.26909010572038</c:v>
                </c:pt>
                <c:pt idx="1699">
                  <c:v>155.02884265638735</c:v>
                </c:pt>
                <c:pt idx="1700">
                  <c:v>152.68966800945134</c:v>
                </c:pt>
                <c:pt idx="1701">
                  <c:v>153.8878395754549</c:v>
                </c:pt>
                <c:pt idx="1702">
                  <c:v>155.12090423929112</c:v>
                </c:pt>
                <c:pt idx="1703">
                  <c:v>156.47906588021135</c:v>
                </c:pt>
                <c:pt idx="1704">
                  <c:v>155.71606281597167</c:v>
                </c:pt>
                <c:pt idx="1705">
                  <c:v>154.80131053302637</c:v>
                </c:pt>
                <c:pt idx="1706">
                  <c:v>154.76906759686122</c:v>
                </c:pt>
                <c:pt idx="1707">
                  <c:v>154.14846047739243</c:v>
                </c:pt>
                <c:pt idx="1708">
                  <c:v>155.10071627009552</c:v>
                </c:pt>
                <c:pt idx="1709">
                  <c:v>154.83740671205192</c:v>
                </c:pt>
                <c:pt idx="1710">
                  <c:v>156.13482644280791</c:v>
                </c:pt>
                <c:pt idx="1711">
                  <c:v>157.99094368077243</c:v>
                </c:pt>
                <c:pt idx="1712">
                  <c:v>158.42172695927755</c:v>
                </c:pt>
                <c:pt idx="1713">
                  <c:v>157.85136983930681</c:v>
                </c:pt>
                <c:pt idx="1714">
                  <c:v>155.92319535765787</c:v>
                </c:pt>
                <c:pt idx="1715">
                  <c:v>154.80832070627275</c:v>
                </c:pt>
                <c:pt idx="1716">
                  <c:v>154.1151844938455</c:v>
                </c:pt>
                <c:pt idx="1717">
                  <c:v>155.1095039278016</c:v>
                </c:pt>
                <c:pt idx="1718">
                  <c:v>157.86254970719361</c:v>
                </c:pt>
                <c:pt idx="1719">
                  <c:v>159.62628451534289</c:v>
                </c:pt>
                <c:pt idx="1720">
                  <c:v>160.44076504564282</c:v>
                </c:pt>
                <c:pt idx="1721">
                  <c:v>161.699249138781</c:v>
                </c:pt>
                <c:pt idx="1722">
                  <c:v>160.9402402787251</c:v>
                </c:pt>
                <c:pt idx="1723">
                  <c:v>159.6116918471356</c:v>
                </c:pt>
                <c:pt idx="1724">
                  <c:v>160.98821332835612</c:v>
                </c:pt>
                <c:pt idx="1725">
                  <c:v>164.3074276515724</c:v>
                </c:pt>
                <c:pt idx="1726">
                  <c:v>167.04298334040595</c:v>
                </c:pt>
                <c:pt idx="1727">
                  <c:v>169.16043914928051</c:v>
                </c:pt>
                <c:pt idx="1728">
                  <c:v>170.42833205548772</c:v>
                </c:pt>
                <c:pt idx="1729">
                  <c:v>170.54740494248145</c:v>
                </c:pt>
                <c:pt idx="1730">
                  <c:v>168.89671863037401</c:v>
                </c:pt>
                <c:pt idx="1731">
                  <c:v>170.06761695025372</c:v>
                </c:pt>
                <c:pt idx="1732">
                  <c:v>170.42571478480716</c:v>
                </c:pt>
                <c:pt idx="1733">
                  <c:v>170.48322828461906</c:v>
                </c:pt>
                <c:pt idx="1734">
                  <c:v>171.9263588571425</c:v>
                </c:pt>
                <c:pt idx="1735">
                  <c:v>173.02341517272623</c:v>
                </c:pt>
                <c:pt idx="1736">
                  <c:v>174.81887009130031</c:v>
                </c:pt>
                <c:pt idx="1737">
                  <c:v>169.57466349754694</c:v>
                </c:pt>
                <c:pt idx="1738">
                  <c:v>170.27462862662443</c:v>
                </c:pt>
                <c:pt idx="1739">
                  <c:v>170.63935513933268</c:v>
                </c:pt>
                <c:pt idx="1740">
                  <c:v>169.57662869900844</c:v>
                </c:pt>
                <c:pt idx="1741">
                  <c:v>169.66400663049359</c:v>
                </c:pt>
                <c:pt idx="1742">
                  <c:v>166.80265677136464</c:v>
                </c:pt>
                <c:pt idx="1743">
                  <c:v>172.1017121572425</c:v>
                </c:pt>
                <c:pt idx="1744">
                  <c:v>170.56432256865688</c:v>
                </c:pt>
                <c:pt idx="1745">
                  <c:v>169.83290368569237</c:v>
                </c:pt>
                <c:pt idx="1746">
                  <c:v>171.11134378111677</c:v>
                </c:pt>
                <c:pt idx="1747">
                  <c:v>170.20032857834153</c:v>
                </c:pt>
                <c:pt idx="1748">
                  <c:v>172.64305615582256</c:v>
                </c:pt>
                <c:pt idx="1749">
                  <c:v>173.02338374406159</c:v>
                </c:pt>
                <c:pt idx="1750">
                  <c:v>173.86377606578409</c:v>
                </c:pt>
                <c:pt idx="1751">
                  <c:v>176.54204608805549</c:v>
                </c:pt>
                <c:pt idx="1752">
                  <c:v>174.74034962463392</c:v>
                </c:pt>
                <c:pt idx="1753">
                  <c:v>173.54605931609737</c:v>
                </c:pt>
                <c:pt idx="1754">
                  <c:v>169.87882951304832</c:v>
                </c:pt>
                <c:pt idx="1755">
                  <c:v>171.07271809076633</c:v>
                </c:pt>
                <c:pt idx="1756">
                  <c:v>172.71980836034749</c:v>
                </c:pt>
                <c:pt idx="1757">
                  <c:v>171.43267919069325</c:v>
                </c:pt>
                <c:pt idx="1758">
                  <c:v>168.76723700876477</c:v>
                </c:pt>
                <c:pt idx="1759">
                  <c:v>165.45997065638838</c:v>
                </c:pt>
                <c:pt idx="1760">
                  <c:v>161.43007270623033</c:v>
                </c:pt>
                <c:pt idx="1761">
                  <c:v>161.72605909439574</c:v>
                </c:pt>
                <c:pt idx="1762">
                  <c:v>159.2496770672129</c:v>
                </c:pt>
                <c:pt idx="1763">
                  <c:v>158.79195601766972</c:v>
                </c:pt>
                <c:pt idx="1764">
                  <c:v>162.27127935863464</c:v>
                </c:pt>
                <c:pt idx="1765">
                  <c:v>160.09617240640864</c:v>
                </c:pt>
                <c:pt idx="1766">
                  <c:v>164.32844800337335</c:v>
                </c:pt>
                <c:pt idx="1767">
                  <c:v>164.21172941618997</c:v>
                </c:pt>
                <c:pt idx="1768">
                  <c:v>162.73928890813445</c:v>
                </c:pt>
                <c:pt idx="1769">
                  <c:v>162.17946026619111</c:v>
                </c:pt>
                <c:pt idx="1770">
                  <c:v>161.46955225886325</c:v>
                </c:pt>
                <c:pt idx="1771">
                  <c:v>160.06328315664635</c:v>
                </c:pt>
                <c:pt idx="1772">
                  <c:v>162.00473502547646</c:v>
                </c:pt>
                <c:pt idx="1773">
                  <c:v>163.34435428425442</c:v>
                </c:pt>
                <c:pt idx="1774">
                  <c:v>165.23589687584081</c:v>
                </c:pt>
                <c:pt idx="1775">
                  <c:v>165.3538668358938</c:v>
                </c:pt>
                <c:pt idx="1776">
                  <c:v>163.96822816779121</c:v>
                </c:pt>
                <c:pt idx="1777">
                  <c:v>164.93544520873107</c:v>
                </c:pt>
                <c:pt idx="1778">
                  <c:v>166.39412751544165</c:v>
                </c:pt>
                <c:pt idx="1779">
                  <c:v>165.79271972132179</c:v>
                </c:pt>
                <c:pt idx="1780">
                  <c:v>167.14008621970245</c:v>
                </c:pt>
                <c:pt idx="1781">
                  <c:v>169.89908926354073</c:v>
                </c:pt>
                <c:pt idx="1782">
                  <c:v>169.58051047088966</c:v>
                </c:pt>
                <c:pt idx="1783">
                  <c:v>169.14432684088681</c:v>
                </c:pt>
                <c:pt idx="1784">
                  <c:v>170.18957373950659</c:v>
                </c:pt>
                <c:pt idx="1785">
                  <c:v>171.50507488144629</c:v>
                </c:pt>
                <c:pt idx="1786">
                  <c:v>172.61538266234007</c:v>
                </c:pt>
                <c:pt idx="1787">
                  <c:v>170.87821457316849</c:v>
                </c:pt>
                <c:pt idx="1788">
                  <c:v>176.57126763232856</c:v>
                </c:pt>
                <c:pt idx="1789">
                  <c:v>174.81514776654711</c:v>
                </c:pt>
                <c:pt idx="1790">
                  <c:v>175.60585816354342</c:v>
                </c:pt>
                <c:pt idx="1791">
                  <c:v>174.31499746780426</c:v>
                </c:pt>
                <c:pt idx="1792">
                  <c:v>173.93256621754099</c:v>
                </c:pt>
                <c:pt idx="1793">
                  <c:v>172.31012356487437</c:v>
                </c:pt>
                <c:pt idx="1794">
                  <c:v>173.08039913421737</c:v>
                </c:pt>
                <c:pt idx="1795">
                  <c:v>173.24892665119992</c:v>
                </c:pt>
                <c:pt idx="1796">
                  <c:v>175.39543554448102</c:v>
                </c:pt>
                <c:pt idx="1797">
                  <c:v>175.45447087633138</c:v>
                </c:pt>
                <c:pt idx="1798">
                  <c:v>176.18279884105789</c:v>
                </c:pt>
                <c:pt idx="1799">
                  <c:v>176.77348964278247</c:v>
                </c:pt>
                <c:pt idx="1800">
                  <c:v>178.2027284214812</c:v>
                </c:pt>
                <c:pt idx="1801">
                  <c:v>179.70571074882193</c:v>
                </c:pt>
                <c:pt idx="1802">
                  <c:v>178.46836105045045</c:v>
                </c:pt>
                <c:pt idx="1803">
                  <c:v>177.47927147116394</c:v>
                </c:pt>
                <c:pt idx="1804">
                  <c:v>175.3980134816899</c:v>
                </c:pt>
                <c:pt idx="1805">
                  <c:v>174.24529735881327</c:v>
                </c:pt>
                <c:pt idx="1806">
                  <c:v>175.23271130456223</c:v>
                </c:pt>
                <c:pt idx="1807">
                  <c:v>174.30252657704537</c:v>
                </c:pt>
                <c:pt idx="1808">
                  <c:v>173.24613985023265</c:v>
                </c:pt>
                <c:pt idx="1809">
                  <c:v>174.21548530064968</c:v>
                </c:pt>
                <c:pt idx="1810">
                  <c:v>175.03811508823372</c:v>
                </c:pt>
                <c:pt idx="1811">
                  <c:v>172.65666415319808</c:v>
                </c:pt>
                <c:pt idx="1812">
                  <c:v>170.672405983473</c:v>
                </c:pt>
                <c:pt idx="1813">
                  <c:v>172.34584499567632</c:v>
                </c:pt>
                <c:pt idx="1814">
                  <c:v>171.7449474749649</c:v>
                </c:pt>
                <c:pt idx="1815">
                  <c:v>170.01142104826911</c:v>
                </c:pt>
                <c:pt idx="1816">
                  <c:v>169.55693495816314</c:v>
                </c:pt>
                <c:pt idx="1817">
                  <c:v>166.41868073115901</c:v>
                </c:pt>
                <c:pt idx="1818">
                  <c:v>168.42400985957767</c:v>
                </c:pt>
                <c:pt idx="1819">
                  <c:v>169.4279118864666</c:v>
                </c:pt>
                <c:pt idx="1820">
                  <c:v>169.38022090903897</c:v>
                </c:pt>
                <c:pt idx="1821">
                  <c:v>170.00201114535477</c:v>
                </c:pt>
                <c:pt idx="1822">
                  <c:v>169.18684303321876</c:v>
                </c:pt>
                <c:pt idx="1823">
                  <c:v>170.09630858235599</c:v>
                </c:pt>
                <c:pt idx="1824">
                  <c:v>170.6265828831888</c:v>
                </c:pt>
                <c:pt idx="1825">
                  <c:v>168.60258078328823</c:v>
                </c:pt>
                <c:pt idx="1826">
                  <c:v>168.17876917097436</c:v>
                </c:pt>
                <c:pt idx="1827">
                  <c:v>167.04301699057376</c:v>
                </c:pt>
                <c:pt idx="1828">
                  <c:v>169.95735017519772</c:v>
                </c:pt>
                <c:pt idx="1829">
                  <c:v>168.50750740926151</c:v>
                </c:pt>
                <c:pt idx="1830">
                  <c:v>169.52687526395545</c:v>
                </c:pt>
                <c:pt idx="1831">
                  <c:v>169.07824360878766</c:v>
                </c:pt>
                <c:pt idx="1832">
                  <c:v>170.52970778922239</c:v>
                </c:pt>
                <c:pt idx="1833">
                  <c:v>170.05369981614211</c:v>
                </c:pt>
                <c:pt idx="1834">
                  <c:v>170.93266927446896</c:v>
                </c:pt>
                <c:pt idx="1835">
                  <c:v>172.29452137296423</c:v>
                </c:pt>
                <c:pt idx="1836">
                  <c:v>172.37871371093203</c:v>
                </c:pt>
                <c:pt idx="1837">
                  <c:v>172.78868507768041</c:v>
                </c:pt>
                <c:pt idx="1838">
                  <c:v>172.20253808138548</c:v>
                </c:pt>
                <c:pt idx="1839">
                  <c:v>169.96696742604615</c:v>
                </c:pt>
                <c:pt idx="1840">
                  <c:v>167.6672056999854</c:v>
                </c:pt>
                <c:pt idx="1841">
                  <c:v>167.91824155356863</c:v>
                </c:pt>
                <c:pt idx="1842">
                  <c:v>167.88616620240242</c:v>
                </c:pt>
                <c:pt idx="1843">
                  <c:v>168.10454002975646</c:v>
                </c:pt>
                <c:pt idx="1844">
                  <c:v>168.52099469839226</c:v>
                </c:pt>
                <c:pt idx="1845">
                  <c:v>170.50466089132058</c:v>
                </c:pt>
                <c:pt idx="1846">
                  <c:v>169.10450246305788</c:v>
                </c:pt>
                <c:pt idx="1847">
                  <c:v>167.99425051393982</c:v>
                </c:pt>
                <c:pt idx="1848">
                  <c:v>169.09053946549739</c:v>
                </c:pt>
                <c:pt idx="1849">
                  <c:v>169.61951525329161</c:v>
                </c:pt>
                <c:pt idx="1850">
                  <c:v>169.3395771444282</c:v>
                </c:pt>
                <c:pt idx="1851">
                  <c:v>168.38291738820362</c:v>
                </c:pt>
                <c:pt idx="1852">
                  <c:v>170.0317486065114</c:v>
                </c:pt>
                <c:pt idx="1853">
                  <c:v>170.40800881965288</c:v>
                </c:pt>
                <c:pt idx="1854">
                  <c:v>170.98691785820802</c:v>
                </c:pt>
                <c:pt idx="1855">
                  <c:v>169.75987621105142</c:v>
                </c:pt>
                <c:pt idx="1856">
                  <c:v>168.8943321151564</c:v>
                </c:pt>
                <c:pt idx="1857">
                  <c:v>168.94863075306537</c:v>
                </c:pt>
                <c:pt idx="1858">
                  <c:v>166.19021093554275</c:v>
                </c:pt>
                <c:pt idx="1859">
                  <c:v>165.964410346357</c:v>
                </c:pt>
                <c:pt idx="1860">
                  <c:v>165.60858212049504</c:v>
                </c:pt>
                <c:pt idx="1861">
                  <c:v>164.77857762956179</c:v>
                </c:pt>
                <c:pt idx="1862">
                  <c:v>164.33347683130432</c:v>
                </c:pt>
                <c:pt idx="1863">
                  <c:v>164.43723963809714</c:v>
                </c:pt>
                <c:pt idx="1864">
                  <c:v>167.53937024144565</c:v>
                </c:pt>
                <c:pt idx="1865">
                  <c:v>169.77531040539003</c:v>
                </c:pt>
                <c:pt idx="1866">
                  <c:v>169.41050862021768</c:v>
                </c:pt>
                <c:pt idx="1867">
                  <c:v>168.24434012011329</c:v>
                </c:pt>
                <c:pt idx="1868">
                  <c:v>166.15592791770834</c:v>
                </c:pt>
                <c:pt idx="1869">
                  <c:v>163.83741294729768</c:v>
                </c:pt>
                <c:pt idx="1870">
                  <c:v>162.00016683754299</c:v>
                </c:pt>
                <c:pt idx="1871">
                  <c:v>160.77600921184407</c:v>
                </c:pt>
                <c:pt idx="1872">
                  <c:v>160.62925033943378</c:v>
                </c:pt>
                <c:pt idx="1873">
                  <c:v>160.96549474938743</c:v>
                </c:pt>
                <c:pt idx="1874">
                  <c:v>161.86333558108512</c:v>
                </c:pt>
                <c:pt idx="1875">
                  <c:v>162.25328692100038</c:v>
                </c:pt>
                <c:pt idx="1876">
                  <c:v>162.47066539480508</c:v>
                </c:pt>
                <c:pt idx="1877">
                  <c:v>161.19912719411241</c:v>
                </c:pt>
                <c:pt idx="1878">
                  <c:v>161.50270392448036</c:v>
                </c:pt>
                <c:pt idx="1879">
                  <c:v>162.17086457722274</c:v>
                </c:pt>
                <c:pt idx="1880">
                  <c:v>165.32531028499406</c:v>
                </c:pt>
                <c:pt idx="1881">
                  <c:v>167.35684443848785</c:v>
                </c:pt>
                <c:pt idx="1882">
                  <c:v>168.36865910618113</c:v>
                </c:pt>
                <c:pt idx="1883">
                  <c:v>168.87802469790995</c:v>
                </c:pt>
                <c:pt idx="1884">
                  <c:v>169.57275318588614</c:v>
                </c:pt>
                <c:pt idx="1885">
                  <c:v>169.87817020703324</c:v>
                </c:pt>
                <c:pt idx="1886">
                  <c:v>167.69890360422849</c:v>
                </c:pt>
                <c:pt idx="1887">
                  <c:v>167.15659986276199</c:v>
                </c:pt>
                <c:pt idx="1888">
                  <c:v>167.24945525563299</c:v>
                </c:pt>
                <c:pt idx="1889">
                  <c:v>167.33213122795402</c:v>
                </c:pt>
                <c:pt idx="1890">
                  <c:v>168.67202923058335</c:v>
                </c:pt>
                <c:pt idx="1891">
                  <c:v>169.19100366545786</c:v>
                </c:pt>
                <c:pt idx="1892">
                  <c:v>169.63558483527973</c:v>
                </c:pt>
                <c:pt idx="1893">
                  <c:v>171.16632585153076</c:v>
                </c:pt>
                <c:pt idx="1894">
                  <c:v>172.19829026477262</c:v>
                </c:pt>
                <c:pt idx="1895">
                  <c:v>172.92407215653029</c:v>
                </c:pt>
                <c:pt idx="1896">
                  <c:v>174.09402033650463</c:v>
                </c:pt>
                <c:pt idx="1897">
                  <c:v>172.13467054078959</c:v>
                </c:pt>
                <c:pt idx="1898">
                  <c:v>174.08241691828042</c:v>
                </c:pt>
                <c:pt idx="1899">
                  <c:v>174.01771568015928</c:v>
                </c:pt>
                <c:pt idx="1900">
                  <c:v>173.87689788264305</c:v>
                </c:pt>
                <c:pt idx="1901">
                  <c:v>173.97437418233702</c:v>
                </c:pt>
                <c:pt idx="1902">
                  <c:v>174.60330432872152</c:v>
                </c:pt>
                <c:pt idx="1903">
                  <c:v>173.46838854455592</c:v>
                </c:pt>
                <c:pt idx="1904">
                  <c:v>172.22594364450435</c:v>
                </c:pt>
                <c:pt idx="1905">
                  <c:v>171.63866164793956</c:v>
                </c:pt>
                <c:pt idx="1906">
                  <c:v>172.01084839526661</c:v>
                </c:pt>
                <c:pt idx="1907">
                  <c:v>172.45590128528781</c:v>
                </c:pt>
                <c:pt idx="1908">
                  <c:v>172.51076526110577</c:v>
                </c:pt>
                <c:pt idx="1909">
                  <c:v>172.08853911835325</c:v>
                </c:pt>
                <c:pt idx="1910">
                  <c:v>172.30765404239202</c:v>
                </c:pt>
                <c:pt idx="1911">
                  <c:v>174.12151503356918</c:v>
                </c:pt>
                <c:pt idx="1912">
                  <c:v>175.08177618837829</c:v>
                </c:pt>
                <c:pt idx="1913">
                  <c:v>175.3918851019175</c:v>
                </c:pt>
                <c:pt idx="1914">
                  <c:v>174.54363227977714</c:v>
                </c:pt>
                <c:pt idx="1915">
                  <c:v>174.47036209007757</c:v>
                </c:pt>
                <c:pt idx="1916">
                  <c:v>175.09633197417375</c:v>
                </c:pt>
                <c:pt idx="1917">
                  <c:v>175.21718843226748</c:v>
                </c:pt>
                <c:pt idx="1918">
                  <c:v>175.09913611578975</c:v>
                </c:pt>
                <c:pt idx="1919">
                  <c:v>176.3008110356657</c:v>
                </c:pt>
                <c:pt idx="1920">
                  <c:v>175.38209006719413</c:v>
                </c:pt>
                <c:pt idx="1921">
                  <c:v>174.75977015850739</c:v>
                </c:pt>
                <c:pt idx="1922">
                  <c:v>176.60778035573873</c:v>
                </c:pt>
                <c:pt idx="1923">
                  <c:v>177.01111862754024</c:v>
                </c:pt>
                <c:pt idx="1924">
                  <c:v>176.38907342142016</c:v>
                </c:pt>
                <c:pt idx="1925">
                  <c:v>178.38144768871175</c:v>
                </c:pt>
                <c:pt idx="1926">
                  <c:v>177.77277694409037</c:v>
                </c:pt>
                <c:pt idx="1927">
                  <c:v>177.71703160528025</c:v>
                </c:pt>
                <c:pt idx="1928">
                  <c:v>178.31031045324505</c:v>
                </c:pt>
                <c:pt idx="1929">
                  <c:v>177.89447154303375</c:v>
                </c:pt>
                <c:pt idx="1930">
                  <c:v>176.87904051660311</c:v>
                </c:pt>
                <c:pt idx="1931">
                  <c:v>177.02115406830893</c:v>
                </c:pt>
                <c:pt idx="1932">
                  <c:v>178.29865597605831</c:v>
                </c:pt>
                <c:pt idx="1933">
                  <c:v>183.32861230593718</c:v>
                </c:pt>
                <c:pt idx="1934">
                  <c:v>184.0989826955286</c:v>
                </c:pt>
                <c:pt idx="1935">
                  <c:v>183.55922983978056</c:v>
                </c:pt>
                <c:pt idx="1936">
                  <c:v>183.85021034799229</c:v>
                </c:pt>
                <c:pt idx="1937">
                  <c:v>181.95279224901094</c:v>
                </c:pt>
                <c:pt idx="1938">
                  <c:v>182.22687512252827</c:v>
                </c:pt>
                <c:pt idx="1939">
                  <c:v>183.61260586265396</c:v>
                </c:pt>
                <c:pt idx="1940">
                  <c:v>183.1452955869307</c:v>
                </c:pt>
                <c:pt idx="1941">
                  <c:v>183.96877880117597</c:v>
                </c:pt>
                <c:pt idx="1942">
                  <c:v>185.41805216417939</c:v>
                </c:pt>
                <c:pt idx="1943">
                  <c:v>186.80293566883168</c:v>
                </c:pt>
                <c:pt idx="1944">
                  <c:v>187.60121507596858</c:v>
                </c:pt>
                <c:pt idx="1945">
                  <c:v>188.32561801088715</c:v>
                </c:pt>
                <c:pt idx="1946">
                  <c:v>189.79209045331805</c:v>
                </c:pt>
                <c:pt idx="1947">
                  <c:v>187.35112767409487</c:v>
                </c:pt>
                <c:pt idx="1948">
                  <c:v>186.73087440092041</c:v>
                </c:pt>
                <c:pt idx="1949">
                  <c:v>186.91330679489366</c:v>
                </c:pt>
                <c:pt idx="1950">
                  <c:v>187.49266734441622</c:v>
                </c:pt>
                <c:pt idx="1951">
                  <c:v>186.24518993745548</c:v>
                </c:pt>
                <c:pt idx="1952">
                  <c:v>185.37079566402497</c:v>
                </c:pt>
                <c:pt idx="1953">
                  <c:v>186.39676725780248</c:v>
                </c:pt>
                <c:pt idx="1954">
                  <c:v>186.12554164887149</c:v>
                </c:pt>
                <c:pt idx="1955">
                  <c:v>183.66969192978206</c:v>
                </c:pt>
                <c:pt idx="1956">
                  <c:v>181.75444508326711</c:v>
                </c:pt>
                <c:pt idx="1957">
                  <c:v>182.91482052505933</c:v>
                </c:pt>
                <c:pt idx="1958">
                  <c:v>183.03571061244813</c:v>
                </c:pt>
                <c:pt idx="1959">
                  <c:v>183.26549519699941</c:v>
                </c:pt>
                <c:pt idx="1960">
                  <c:v>183.63723153271894</c:v>
                </c:pt>
                <c:pt idx="1961">
                  <c:v>182.73568120793053</c:v>
                </c:pt>
                <c:pt idx="1962">
                  <c:v>181.84526833652839</c:v>
                </c:pt>
                <c:pt idx="1963">
                  <c:v>180.61119234862207</c:v>
                </c:pt>
                <c:pt idx="1964">
                  <c:v>180.12771997888521</c:v>
                </c:pt>
                <c:pt idx="1965">
                  <c:v>180.81701992624147</c:v>
                </c:pt>
                <c:pt idx="1966">
                  <c:v>180.9314425039972</c:v>
                </c:pt>
                <c:pt idx="1967">
                  <c:v>181.84103966672404</c:v>
                </c:pt>
                <c:pt idx="1968">
                  <c:v>182.15118357302731</c:v>
                </c:pt>
                <c:pt idx="1969">
                  <c:v>180.90943507875045</c:v>
                </c:pt>
                <c:pt idx="1970">
                  <c:v>181.30341428580348</c:v>
                </c:pt>
                <c:pt idx="1971">
                  <c:v>181.44277333054728</c:v>
                </c:pt>
                <c:pt idx="1972">
                  <c:v>181.21153566912548</c:v>
                </c:pt>
                <c:pt idx="1973">
                  <c:v>180.69874161408126</c:v>
                </c:pt>
                <c:pt idx="1974">
                  <c:v>182.27775414202208</c:v>
                </c:pt>
                <c:pt idx="1975">
                  <c:v>182.94952659999615</c:v>
                </c:pt>
                <c:pt idx="1976">
                  <c:v>182.75629945009376</c:v>
                </c:pt>
                <c:pt idx="1977">
                  <c:v>182.71284018499534</c:v>
                </c:pt>
                <c:pt idx="1978">
                  <c:v>183.5758013483516</c:v>
                </c:pt>
                <c:pt idx="1979">
                  <c:v>184.55269234304882</c:v>
                </c:pt>
                <c:pt idx="1980">
                  <c:v>186.64020399896529</c:v>
                </c:pt>
                <c:pt idx="1981">
                  <c:v>186.6875044576812</c:v>
                </c:pt>
                <c:pt idx="1982">
                  <c:v>187.4227742630772</c:v>
                </c:pt>
                <c:pt idx="1983">
                  <c:v>187.51468938996135</c:v>
                </c:pt>
                <c:pt idx="1984">
                  <c:v>188.22157172021818</c:v>
                </c:pt>
                <c:pt idx="1985">
                  <c:v>184.89780648041162</c:v>
                </c:pt>
                <c:pt idx="1986">
                  <c:v>183.5482531613244</c:v>
                </c:pt>
                <c:pt idx="1987">
                  <c:v>183.38410075154525</c:v>
                </c:pt>
                <c:pt idx="1988">
                  <c:v>183.09523159320494</c:v>
                </c:pt>
                <c:pt idx="1989">
                  <c:v>182.5796703258155</c:v>
                </c:pt>
                <c:pt idx="1990">
                  <c:v>183.09006726874571</c:v>
                </c:pt>
                <c:pt idx="1991">
                  <c:v>180.53141648372642</c:v>
                </c:pt>
                <c:pt idx="1992">
                  <c:v>181.69194112485587</c:v>
                </c:pt>
                <c:pt idx="1993">
                  <c:v>182.70532783875734</c:v>
                </c:pt>
                <c:pt idx="1994">
                  <c:v>181.36750406732276</c:v>
                </c:pt>
                <c:pt idx="1995">
                  <c:v>182.90018380648115</c:v>
                </c:pt>
                <c:pt idx="1996">
                  <c:v>184.0313865371167</c:v>
                </c:pt>
                <c:pt idx="1997">
                  <c:v>183.97048858306738</c:v>
                </c:pt>
                <c:pt idx="1998">
                  <c:v>183.45917049509933</c:v>
                </c:pt>
                <c:pt idx="1999">
                  <c:v>183.12577460213151</c:v>
                </c:pt>
                <c:pt idx="2000">
                  <c:v>183.86563978340254</c:v>
                </c:pt>
                <c:pt idx="2001">
                  <c:v>182.33692161361355</c:v>
                </c:pt>
                <c:pt idx="2002">
                  <c:v>181.61286709254318</c:v>
                </c:pt>
                <c:pt idx="2003">
                  <c:v>181.13801531358484</c:v>
                </c:pt>
                <c:pt idx="2004">
                  <c:v>178.91956182399312</c:v>
                </c:pt>
                <c:pt idx="2005">
                  <c:v>174.81157497870279</c:v>
                </c:pt>
                <c:pt idx="2006">
                  <c:v>176.55171680113878</c:v>
                </c:pt>
                <c:pt idx="2007">
                  <c:v>177.43098031645692</c:v>
                </c:pt>
                <c:pt idx="2008">
                  <c:v>176.76959940582242</c:v>
                </c:pt>
                <c:pt idx="2009">
                  <c:v>175.95300539934001</c:v>
                </c:pt>
                <c:pt idx="2010">
                  <c:v>177.35296610848732</c:v>
                </c:pt>
                <c:pt idx="2011">
                  <c:v>178.12754465314248</c:v>
                </c:pt>
                <c:pt idx="2012">
                  <c:v>179.87233243241732</c:v>
                </c:pt>
                <c:pt idx="2013">
                  <c:v>179.73281738831361</c:v>
                </c:pt>
                <c:pt idx="2014">
                  <c:v>179.81595223519702</c:v>
                </c:pt>
                <c:pt idx="2015">
                  <c:v>179.3938128534129</c:v>
                </c:pt>
                <c:pt idx="2016">
                  <c:v>179.43888942281825</c:v>
                </c:pt>
                <c:pt idx="2017">
                  <c:v>180.41970520991606</c:v>
                </c:pt>
                <c:pt idx="2018">
                  <c:v>179.58041683528796</c:v>
                </c:pt>
                <c:pt idx="2019">
                  <c:v>182.66895677888564</c:v>
                </c:pt>
                <c:pt idx="2020">
                  <c:v>182.09277517161212</c:v>
                </c:pt>
                <c:pt idx="2021">
                  <c:v>181.56178220340021</c:v>
                </c:pt>
                <c:pt idx="2022">
                  <c:v>182.28962823093616</c:v>
                </c:pt>
                <c:pt idx="2023">
                  <c:v>182.56531440154703</c:v>
                </c:pt>
                <c:pt idx="2024">
                  <c:v>182.55029954227624</c:v>
                </c:pt>
                <c:pt idx="2025">
                  <c:v>182.86169338635335</c:v>
                </c:pt>
                <c:pt idx="2026">
                  <c:v>185.03578477372136</c:v>
                </c:pt>
                <c:pt idx="2027">
                  <c:v>185.20632867138832</c:v>
                </c:pt>
                <c:pt idx="2028">
                  <c:v>186.54598216866481</c:v>
                </c:pt>
                <c:pt idx="2029">
                  <c:v>190.42755209534565</c:v>
                </c:pt>
                <c:pt idx="2030">
                  <c:v>191.48760489723904</c:v>
                </c:pt>
                <c:pt idx="2031">
                  <c:v>192.56504644165676</c:v>
                </c:pt>
                <c:pt idx="2032">
                  <c:v>192.17565383644865</c:v>
                </c:pt>
                <c:pt idx="2033">
                  <c:v>193.00851401124504</c:v>
                </c:pt>
                <c:pt idx="2034">
                  <c:v>193.24882688037812</c:v>
                </c:pt>
                <c:pt idx="2035">
                  <c:v>192.22218216792285</c:v>
                </c:pt>
                <c:pt idx="2036">
                  <c:v>192.2804091920039</c:v>
                </c:pt>
                <c:pt idx="2037">
                  <c:v>194.95423860779204</c:v>
                </c:pt>
                <c:pt idx="2038">
                  <c:v>198.03834841338426</c:v>
                </c:pt>
                <c:pt idx="2039">
                  <c:v>197.95862377557347</c:v>
                </c:pt>
                <c:pt idx="2040">
                  <c:v>197.91224613022081</c:v>
                </c:pt>
                <c:pt idx="2041">
                  <c:v>195.39593603816655</c:v>
                </c:pt>
                <c:pt idx="2042">
                  <c:v>196.10576472861359</c:v>
                </c:pt>
                <c:pt idx="2043">
                  <c:v>199.35273364461062</c:v>
                </c:pt>
                <c:pt idx="2044">
                  <c:v>200.38203493947665</c:v>
                </c:pt>
                <c:pt idx="2045">
                  <c:v>199.9112600066023</c:v>
                </c:pt>
                <c:pt idx="2046">
                  <c:v>199.99892841639226</c:v>
                </c:pt>
                <c:pt idx="2047">
                  <c:v>198.81691545811492</c:v>
                </c:pt>
                <c:pt idx="2048">
                  <c:v>197.34428359563498</c:v>
                </c:pt>
                <c:pt idx="2049">
                  <c:v>198.75953558253647</c:v>
                </c:pt>
                <c:pt idx="2050">
                  <c:v>199.55108050883493</c:v>
                </c:pt>
                <c:pt idx="2051">
                  <c:v>197.94751406029954</c:v>
                </c:pt>
                <c:pt idx="2052">
                  <c:v>197.8901965696009</c:v>
                </c:pt>
                <c:pt idx="2053">
                  <c:v>198.58094995220421</c:v>
                </c:pt>
                <c:pt idx="2054">
                  <c:v>199.26779661277635</c:v>
                </c:pt>
                <c:pt idx="2055">
                  <c:v>201.5086955613005</c:v>
                </c:pt>
                <c:pt idx="2056">
                  <c:v>203.09083066137038</c:v>
                </c:pt>
                <c:pt idx="2057">
                  <c:v>198.20265390112243</c:v>
                </c:pt>
                <c:pt idx="2058">
                  <c:v>197.34840946579578</c:v>
                </c:pt>
                <c:pt idx="2059">
                  <c:v>198.00485266159632</c:v>
                </c:pt>
                <c:pt idx="2060">
                  <c:v>195.13560961146322</c:v>
                </c:pt>
                <c:pt idx="2061">
                  <c:v>196.94683922257369</c:v>
                </c:pt>
                <c:pt idx="2062">
                  <c:v>196.02141292341636</c:v>
                </c:pt>
                <c:pt idx="2063">
                  <c:v>199.38037882785588</c:v>
                </c:pt>
                <c:pt idx="2064">
                  <c:v>197.23083728295632</c:v>
                </c:pt>
                <c:pt idx="2065">
                  <c:v>199.02028287636077</c:v>
                </c:pt>
                <c:pt idx="2066">
                  <c:v>199.02394012040691</c:v>
                </c:pt>
                <c:pt idx="2067">
                  <c:v>200.52439555479435</c:v>
                </c:pt>
                <c:pt idx="2068">
                  <c:v>199.08782128172723</c:v>
                </c:pt>
                <c:pt idx="2069">
                  <c:v>200.26635578625942</c:v>
                </c:pt>
                <c:pt idx="2070">
                  <c:v>200.38030106545119</c:v>
                </c:pt>
                <c:pt idx="2071">
                  <c:v>198.37148702585998</c:v>
                </c:pt>
                <c:pt idx="2072">
                  <c:v>198.77969218657853</c:v>
                </c:pt>
                <c:pt idx="2073">
                  <c:v>197.33729193709547</c:v>
                </c:pt>
                <c:pt idx="2074">
                  <c:v>198.621026652859</c:v>
                </c:pt>
                <c:pt idx="2075">
                  <c:v>199.2022302078943</c:v>
                </c:pt>
                <c:pt idx="2076">
                  <c:v>200.01274935458943</c:v>
                </c:pt>
                <c:pt idx="2077">
                  <c:v>200.86378263077145</c:v>
                </c:pt>
                <c:pt idx="2078">
                  <c:v>201.77650376583452</c:v>
                </c:pt>
                <c:pt idx="2079">
                  <c:v>202.90960079407742</c:v>
                </c:pt>
                <c:pt idx="2080">
                  <c:v>201.91096912336624</c:v>
                </c:pt>
                <c:pt idx="2081">
                  <c:v>203.30349746063885</c:v>
                </c:pt>
                <c:pt idx="2082">
                  <c:v>203.35252793198089</c:v>
                </c:pt>
                <c:pt idx="2083">
                  <c:v>202.37413003120903</c:v>
                </c:pt>
                <c:pt idx="2084">
                  <c:v>203.20801854088722</c:v>
                </c:pt>
                <c:pt idx="2085">
                  <c:v>200.95269324763638</c:v>
                </c:pt>
                <c:pt idx="2086">
                  <c:v>201.47358515647753</c:v>
                </c:pt>
                <c:pt idx="2087">
                  <c:v>205.10245677737544</c:v>
                </c:pt>
                <c:pt idx="2088">
                  <c:v>205.35861596177571</c:v>
                </c:pt>
                <c:pt idx="2089">
                  <c:v>204.73773983531655</c:v>
                </c:pt>
                <c:pt idx="2090">
                  <c:v>205.92186334147081</c:v>
                </c:pt>
                <c:pt idx="2091">
                  <c:v>206.33648371950838</c:v>
                </c:pt>
                <c:pt idx="2092">
                  <c:v>204.87085310353831</c:v>
                </c:pt>
                <c:pt idx="2093">
                  <c:v>205.16276283552605</c:v>
                </c:pt>
                <c:pt idx="2094">
                  <c:v>202.25405322861846</c:v>
                </c:pt>
                <c:pt idx="2095">
                  <c:v>203.26424516931985</c:v>
                </c:pt>
                <c:pt idx="2096">
                  <c:v>201.95111323441108</c:v>
                </c:pt>
                <c:pt idx="2097">
                  <c:v>200.07943103159468</c:v>
                </c:pt>
                <c:pt idx="2098">
                  <c:v>199.93769672696641</c:v>
                </c:pt>
                <c:pt idx="2099">
                  <c:v>201.36435591823232</c:v>
                </c:pt>
                <c:pt idx="2100">
                  <c:v>200.34813766581229</c:v>
                </c:pt>
                <c:pt idx="2101">
                  <c:v>201.87612966993498</c:v>
                </c:pt>
                <c:pt idx="2102">
                  <c:v>203.56924476057657</c:v>
                </c:pt>
                <c:pt idx="2103">
                  <c:v>204.57323093180869</c:v>
                </c:pt>
                <c:pt idx="2104">
                  <c:v>204.30504744979638</c:v>
                </c:pt>
                <c:pt idx="2105">
                  <c:v>204.07867736251902</c:v>
                </c:pt>
                <c:pt idx="2106">
                  <c:v>205.13692743305916</c:v>
                </c:pt>
                <c:pt idx="2107">
                  <c:v>206.3400947165112</c:v>
                </c:pt>
                <c:pt idx="2108">
                  <c:v>207.77282273003294</c:v>
                </c:pt>
                <c:pt idx="2109">
                  <c:v>205.16270689589649</c:v>
                </c:pt>
                <c:pt idx="2110">
                  <c:v>201.31333936276494</c:v>
                </c:pt>
                <c:pt idx="2111">
                  <c:v>200.01331601104985</c:v>
                </c:pt>
                <c:pt idx="2112">
                  <c:v>201.65633821283777</c:v>
                </c:pt>
                <c:pt idx="2113">
                  <c:v>203.4704113107789</c:v>
                </c:pt>
                <c:pt idx="2114">
                  <c:v>203.80363967658039</c:v>
                </c:pt>
                <c:pt idx="2115">
                  <c:v>204.31079947382298</c:v>
                </c:pt>
                <c:pt idx="2116">
                  <c:v>205.46649819514948</c:v>
                </c:pt>
                <c:pt idx="2117">
                  <c:v>203.87119197139606</c:v>
                </c:pt>
                <c:pt idx="2118">
                  <c:v>206.22677135388778</c:v>
                </c:pt>
                <c:pt idx="2119">
                  <c:v>206.02761473343818</c:v>
                </c:pt>
                <c:pt idx="2120">
                  <c:v>204.18250207829516</c:v>
                </c:pt>
                <c:pt idx="2121">
                  <c:v>204.00296280009897</c:v>
                </c:pt>
                <c:pt idx="2122">
                  <c:v>202.87335780609132</c:v>
                </c:pt>
                <c:pt idx="2123">
                  <c:v>202.71587269107988</c:v>
                </c:pt>
                <c:pt idx="2124">
                  <c:v>199.82559706067559</c:v>
                </c:pt>
                <c:pt idx="2125">
                  <c:v>200.55139322900615</c:v>
                </c:pt>
                <c:pt idx="2126">
                  <c:v>200.79021787108857</c:v>
                </c:pt>
                <c:pt idx="2127">
                  <c:v>201.70443982454273</c:v>
                </c:pt>
                <c:pt idx="2128">
                  <c:v>201.40631799972738</c:v>
                </c:pt>
                <c:pt idx="2129">
                  <c:v>203.29334612520782</c:v>
                </c:pt>
                <c:pt idx="2130">
                  <c:v>204.04031163416244</c:v>
                </c:pt>
                <c:pt idx="2131">
                  <c:v>204.43448469425064</c:v>
                </c:pt>
                <c:pt idx="2132">
                  <c:v>205.49839422128562</c:v>
                </c:pt>
                <c:pt idx="2133">
                  <c:v>209.0632561848555</c:v>
                </c:pt>
                <c:pt idx="2134">
                  <c:v>209.0081143381482</c:v>
                </c:pt>
                <c:pt idx="2135">
                  <c:v>208.29137558253458</c:v>
                </c:pt>
                <c:pt idx="2136">
                  <c:v>206.03881758131118</c:v>
                </c:pt>
                <c:pt idx="2137">
                  <c:v>204.0963772657079</c:v>
                </c:pt>
                <c:pt idx="2138">
                  <c:v>204.6103882011576</c:v>
                </c:pt>
                <c:pt idx="2139">
                  <c:v>212.14021472593208</c:v>
                </c:pt>
                <c:pt idx="2140">
                  <c:v>198.91777715640956</c:v>
                </c:pt>
                <c:pt idx="2141">
                  <c:v>205.55030566761877</c:v>
                </c:pt>
                <c:pt idx="2142">
                  <c:v>207.2766678707095</c:v>
                </c:pt>
                <c:pt idx="2143">
                  <c:v>211.84559784487044</c:v>
                </c:pt>
                <c:pt idx="2144">
                  <c:v>211.11669838230227</c:v>
                </c:pt>
                <c:pt idx="2145">
                  <c:v>210.99014149591761</c:v>
                </c:pt>
                <c:pt idx="2146">
                  <c:v>211.25456466929569</c:v>
                </c:pt>
                <c:pt idx="2147">
                  <c:v>211.86263330331477</c:v>
                </c:pt>
                <c:pt idx="2148">
                  <c:v>213.38124473093396</c:v>
                </c:pt>
                <c:pt idx="2149">
                  <c:v>213.48186092327526</c:v>
                </c:pt>
                <c:pt idx="2150">
                  <c:v>213.75734209648388</c:v>
                </c:pt>
                <c:pt idx="2151">
                  <c:v>212.86345791454997</c:v>
                </c:pt>
                <c:pt idx="2152">
                  <c:v>213.40948146382536</c:v>
                </c:pt>
                <c:pt idx="2153">
                  <c:v>215.59810203585883</c:v>
                </c:pt>
                <c:pt idx="2154">
                  <c:v>217.0176441505989</c:v>
                </c:pt>
                <c:pt idx="2155">
                  <c:v>218.72140212047003</c:v>
                </c:pt>
                <c:pt idx="2156">
                  <c:v>218.23519775175268</c:v>
                </c:pt>
                <c:pt idx="2157">
                  <c:v>219.58888431658025</c:v>
                </c:pt>
                <c:pt idx="2158">
                  <c:v>220.9996751486633</c:v>
                </c:pt>
                <c:pt idx="2159">
                  <c:v>221.17338192998966</c:v>
                </c:pt>
                <c:pt idx="2160">
                  <c:v>221.0267520765621</c:v>
                </c:pt>
                <c:pt idx="2161">
                  <c:v>221.7950689655261</c:v>
                </c:pt>
                <c:pt idx="2162">
                  <c:v>220.59562581822578</c:v>
                </c:pt>
                <c:pt idx="2163">
                  <c:v>220.51991789918898</c:v>
                </c:pt>
                <c:pt idx="2164">
                  <c:v>222.44238124784522</c:v>
                </c:pt>
                <c:pt idx="2165">
                  <c:v>222.55226415829196</c:v>
                </c:pt>
                <c:pt idx="2166">
                  <c:v>224.11657575061272</c:v>
                </c:pt>
                <c:pt idx="2167">
                  <c:v>222.07797150333127</c:v>
                </c:pt>
                <c:pt idx="2168">
                  <c:v>221.72918477228438</c:v>
                </c:pt>
                <c:pt idx="2169">
                  <c:v>221.53577321301029</c:v>
                </c:pt>
                <c:pt idx="2170">
                  <c:v>220.6577733049005</c:v>
                </c:pt>
                <c:pt idx="2171">
                  <c:v>220.34518453078164</c:v>
                </c:pt>
                <c:pt idx="2172">
                  <c:v>223.85167310892922</c:v>
                </c:pt>
                <c:pt idx="2173">
                  <c:v>223.88886270633253</c:v>
                </c:pt>
                <c:pt idx="2174">
                  <c:v>224.17438432832944</c:v>
                </c:pt>
                <c:pt idx="2175">
                  <c:v>224.93130525392158</c:v>
                </c:pt>
                <c:pt idx="2176">
                  <c:v>225.32945238111375</c:v>
                </c:pt>
                <c:pt idx="2177">
                  <c:v>222.85892586938661</c:v>
                </c:pt>
                <c:pt idx="2178">
                  <c:v>216.48020574516528</c:v>
                </c:pt>
                <c:pt idx="2179">
                  <c:v>215.84595231631999</c:v>
                </c:pt>
                <c:pt idx="2180">
                  <c:v>218.13417678229862</c:v>
                </c:pt>
                <c:pt idx="2181">
                  <c:v>216.52029024721085</c:v>
                </c:pt>
                <c:pt idx="2182">
                  <c:v>218.92248668131535</c:v>
                </c:pt>
                <c:pt idx="2183">
                  <c:v>218.58584145719442</c:v>
                </c:pt>
                <c:pt idx="2184">
                  <c:v>217.17954995990999</c:v>
                </c:pt>
                <c:pt idx="2185">
                  <c:v>220.78249460369582</c:v>
                </c:pt>
                <c:pt idx="2186">
                  <c:v>220.84384462222872</c:v>
                </c:pt>
                <c:pt idx="2187">
                  <c:v>222.25227133812064</c:v>
                </c:pt>
                <c:pt idx="2188">
                  <c:v>222.16839823372575</c:v>
                </c:pt>
                <c:pt idx="2189">
                  <c:v>222.47218951246853</c:v>
                </c:pt>
                <c:pt idx="2190">
                  <c:v>222.78097962755282</c:v>
                </c:pt>
                <c:pt idx="2191">
                  <c:v>224.52693457027252</c:v>
                </c:pt>
                <c:pt idx="2192">
                  <c:v>224.31844017610152</c:v>
                </c:pt>
                <c:pt idx="2193">
                  <c:v>224.45491288936907</c:v>
                </c:pt>
                <c:pt idx="2194">
                  <c:v>225.62040748866656</c:v>
                </c:pt>
                <c:pt idx="2195">
                  <c:v>226.3066188380721</c:v>
                </c:pt>
                <c:pt idx="2196">
                  <c:v>226.83984186892462</c:v>
                </c:pt>
                <c:pt idx="2197">
                  <c:v>226.60738156060728</c:v>
                </c:pt>
                <c:pt idx="2198">
                  <c:v>226.00828066396807</c:v>
                </c:pt>
                <c:pt idx="2199">
                  <c:v>225.55423333632498</c:v>
                </c:pt>
                <c:pt idx="2200">
                  <c:v>222.90019476938645</c:v>
                </c:pt>
                <c:pt idx="2201">
                  <c:v>223.9001937438874</c:v>
                </c:pt>
                <c:pt idx="2202">
                  <c:v>224.8064123318201</c:v>
                </c:pt>
                <c:pt idx="2203">
                  <c:v>223.7782227774797</c:v>
                </c:pt>
                <c:pt idx="2204">
                  <c:v>227.62161919363186</c:v>
                </c:pt>
                <c:pt idx="2205">
                  <c:v>228.37899144709215</c:v>
                </c:pt>
                <c:pt idx="2206">
                  <c:v>228.0177014412605</c:v>
                </c:pt>
                <c:pt idx="2207">
                  <c:v>229.25047965272373</c:v>
                </c:pt>
                <c:pt idx="2208">
                  <c:v>233.34593018723137</c:v>
                </c:pt>
                <c:pt idx="2209">
                  <c:v>234.3488019259234</c:v>
                </c:pt>
                <c:pt idx="2210">
                  <c:v>233.97505256812497</c:v>
                </c:pt>
                <c:pt idx="2211">
                  <c:v>234.9181583288964</c:v>
                </c:pt>
                <c:pt idx="2212">
                  <c:v>236.32075021774708</c:v>
                </c:pt>
                <c:pt idx="2213">
                  <c:v>235.68354891434586</c:v>
                </c:pt>
                <c:pt idx="2214">
                  <c:v>231.68301459946548</c:v>
                </c:pt>
                <c:pt idx="2215">
                  <c:v>226.4560606639314</c:v>
                </c:pt>
                <c:pt idx="2216">
                  <c:v>224.19145597639223</c:v>
                </c:pt>
                <c:pt idx="2217">
                  <c:v>222.42362292883658</c:v>
                </c:pt>
                <c:pt idx="2218">
                  <c:v>224.11375263043493</c:v>
                </c:pt>
                <c:pt idx="2219">
                  <c:v>223.59447673587295</c:v>
                </c:pt>
                <c:pt idx="2220">
                  <c:v>223.97317874681301</c:v>
                </c:pt>
                <c:pt idx="2221">
                  <c:v>223.10254994396269</c:v>
                </c:pt>
                <c:pt idx="2222">
                  <c:v>224.72463573579935</c:v>
                </c:pt>
                <c:pt idx="2223">
                  <c:v>224.26548330403159</c:v>
                </c:pt>
                <c:pt idx="2224">
                  <c:v>223.40240049974719</c:v>
                </c:pt>
                <c:pt idx="2225">
                  <c:v>222.14971936140765</c:v>
                </c:pt>
                <c:pt idx="2226">
                  <c:v>222.64028357589069</c:v>
                </c:pt>
                <c:pt idx="2227">
                  <c:v>222.43009011947655</c:v>
                </c:pt>
                <c:pt idx="2228">
                  <c:v>219.88631261995985</c:v>
                </c:pt>
                <c:pt idx="2229">
                  <c:v>219.49754064044299</c:v>
                </c:pt>
                <c:pt idx="2230">
                  <c:v>219.45464944706612</c:v>
                </c:pt>
                <c:pt idx="2231">
                  <c:v>217.62918019201672</c:v>
                </c:pt>
                <c:pt idx="2232">
                  <c:v>219.28012450629456</c:v>
                </c:pt>
                <c:pt idx="2233">
                  <c:v>217.59182873026111</c:v>
                </c:pt>
                <c:pt idx="2234">
                  <c:v>218.51017085617067</c:v>
                </c:pt>
                <c:pt idx="2235">
                  <c:v>215.85689229248499</c:v>
                </c:pt>
                <c:pt idx="2236">
                  <c:v>217.7154350082522</c:v>
                </c:pt>
                <c:pt idx="2237">
                  <c:v>219.88663004212484</c:v>
                </c:pt>
                <c:pt idx="2238">
                  <c:v>217.29025948710705</c:v>
                </c:pt>
                <c:pt idx="2239">
                  <c:v>217.08991790538542</c:v>
                </c:pt>
                <c:pt idx="2240">
                  <c:v>217.09199149928693</c:v>
                </c:pt>
                <c:pt idx="2241">
                  <c:v>214.80844422844606</c:v>
                </c:pt>
                <c:pt idx="2242">
                  <c:v>211.8094023958011</c:v>
                </c:pt>
                <c:pt idx="2243">
                  <c:v>211.19425544085846</c:v>
                </c:pt>
                <c:pt idx="2244">
                  <c:v>210.52284157169663</c:v>
                </c:pt>
                <c:pt idx="2245">
                  <c:v>215.76875399461935</c:v>
                </c:pt>
                <c:pt idx="2246">
                  <c:v>219.0462127527762</c:v>
                </c:pt>
                <c:pt idx="2247">
                  <c:v>218.74149200402999</c:v>
                </c:pt>
                <c:pt idx="2248">
                  <c:v>218.88396025692771</c:v>
                </c:pt>
                <c:pt idx="2249">
                  <c:v>215.6366327714972</c:v>
                </c:pt>
                <c:pt idx="2250">
                  <c:v>218.37822565993059</c:v>
                </c:pt>
                <c:pt idx="2251">
                  <c:v>220.00465851826405</c:v>
                </c:pt>
                <c:pt idx="2252">
                  <c:v>220.28658914419674</c:v>
                </c:pt>
                <c:pt idx="2253">
                  <c:v>222.37125425299448</c:v>
                </c:pt>
                <c:pt idx="2254">
                  <c:v>222.41563659495858</c:v>
                </c:pt>
                <c:pt idx="2255">
                  <c:v>221.67910253449622</c:v>
                </c:pt>
                <c:pt idx="2256">
                  <c:v>221.36311916999452</c:v>
                </c:pt>
                <c:pt idx="2257">
                  <c:v>221.43389474761025</c:v>
                </c:pt>
                <c:pt idx="2258">
                  <c:v>220.71315624903923</c:v>
                </c:pt>
                <c:pt idx="2259">
                  <c:v>223.08681500468981</c:v>
                </c:pt>
                <c:pt idx="2260">
                  <c:v>222.08194179730344</c:v>
                </c:pt>
                <c:pt idx="2261">
                  <c:v>218.93193259702358</c:v>
                </c:pt>
                <c:pt idx="2262">
                  <c:v>217.54178158922619</c:v>
                </c:pt>
                <c:pt idx="2263">
                  <c:v>214.58014169503792</c:v>
                </c:pt>
                <c:pt idx="2264">
                  <c:v>211.35846679326286</c:v>
                </c:pt>
                <c:pt idx="2265">
                  <c:v>212.75043686990577</c:v>
                </c:pt>
                <c:pt idx="2266">
                  <c:v>212.568133923511</c:v>
                </c:pt>
                <c:pt idx="2267">
                  <c:v>212.56707748741746</c:v>
                </c:pt>
                <c:pt idx="2268">
                  <c:v>213.1808668577531</c:v>
                </c:pt>
                <c:pt idx="2269">
                  <c:v>211.95935585259338</c:v>
                </c:pt>
                <c:pt idx="2270">
                  <c:v>211.66377045124722</c:v>
                </c:pt>
                <c:pt idx="2271">
                  <c:v>212.66169623804998</c:v>
                </c:pt>
                <c:pt idx="2272">
                  <c:v>214.75012495862728</c:v>
                </c:pt>
                <c:pt idx="2273">
                  <c:v>212.87756620975878</c:v>
                </c:pt>
                <c:pt idx="2274">
                  <c:v>209.33067917163436</c:v>
                </c:pt>
                <c:pt idx="2275">
                  <c:v>210.2258025661539</c:v>
                </c:pt>
                <c:pt idx="2276">
                  <c:v>209.78325952667592</c:v>
                </c:pt>
                <c:pt idx="2277">
                  <c:v>208.36513487266467</c:v>
                </c:pt>
                <c:pt idx="2278">
                  <c:v>207.59326750490294</c:v>
                </c:pt>
                <c:pt idx="2279">
                  <c:v>203.49710337965712</c:v>
                </c:pt>
                <c:pt idx="2280">
                  <c:v>203.68346108562429</c:v>
                </c:pt>
                <c:pt idx="2281">
                  <c:v>204.39635675147747</c:v>
                </c:pt>
                <c:pt idx="2282">
                  <c:v>205.28221337722076</c:v>
                </c:pt>
                <c:pt idx="2283">
                  <c:v>203.92026518122444</c:v>
                </c:pt>
                <c:pt idx="2284">
                  <c:v>205.12886660884649</c:v>
                </c:pt>
                <c:pt idx="2285">
                  <c:v>202.00629876029384</c:v>
                </c:pt>
                <c:pt idx="2286">
                  <c:v>203.39278139757488</c:v>
                </c:pt>
                <c:pt idx="2287">
                  <c:v>203.95153121380449</c:v>
                </c:pt>
                <c:pt idx="2288">
                  <c:v>203.46967710666971</c:v>
                </c:pt>
                <c:pt idx="2289">
                  <c:v>200.97240113431667</c:v>
                </c:pt>
                <c:pt idx="2290">
                  <c:v>202.12294586188042</c:v>
                </c:pt>
                <c:pt idx="2291">
                  <c:v>203.70819879795681</c:v>
                </c:pt>
                <c:pt idx="2292">
                  <c:v>204.29468215908571</c:v>
                </c:pt>
                <c:pt idx="2293">
                  <c:v>206.12998288550907</c:v>
                </c:pt>
                <c:pt idx="2294">
                  <c:v>206.14431878791279</c:v>
                </c:pt>
                <c:pt idx="2295">
                  <c:v>207.86142526826353</c:v>
                </c:pt>
                <c:pt idx="2296">
                  <c:v>206.79013518935008</c:v>
                </c:pt>
                <c:pt idx="2297">
                  <c:v>205.43100164641871</c:v>
                </c:pt>
                <c:pt idx="2298">
                  <c:v>205.10559110681112</c:v>
                </c:pt>
                <c:pt idx="2299">
                  <c:v>202.34833397052012</c:v>
                </c:pt>
                <c:pt idx="2300">
                  <c:v>202.11631268053057</c:v>
                </c:pt>
                <c:pt idx="2301">
                  <c:v>201.94735745251535</c:v>
                </c:pt>
                <c:pt idx="2302">
                  <c:v>201.40819437968187</c:v>
                </c:pt>
                <c:pt idx="2303">
                  <c:v>201.56109539624484</c:v>
                </c:pt>
                <c:pt idx="2304">
                  <c:v>201.27900485058655</c:v>
                </c:pt>
                <c:pt idx="2305">
                  <c:v>201.20426119114481</c:v>
                </c:pt>
                <c:pt idx="2306">
                  <c:v>201.30155859084104</c:v>
                </c:pt>
                <c:pt idx="2307">
                  <c:v>200.29441840021693</c:v>
                </c:pt>
                <c:pt idx="2308">
                  <c:v>197.9133977823619</c:v>
                </c:pt>
                <c:pt idx="2309">
                  <c:v>197.59806206510189</c:v>
                </c:pt>
                <c:pt idx="2310">
                  <c:v>192.99544181845951</c:v>
                </c:pt>
                <c:pt idx="2311">
                  <c:v>192.85250780197356</c:v>
                </c:pt>
                <c:pt idx="2312">
                  <c:v>192.49516556270518</c:v>
                </c:pt>
                <c:pt idx="2313">
                  <c:v>195.0927272642777</c:v>
                </c:pt>
                <c:pt idx="2314">
                  <c:v>196.71488533817296</c:v>
                </c:pt>
                <c:pt idx="2315">
                  <c:v>196.7508328732319</c:v>
                </c:pt>
                <c:pt idx="2316">
                  <c:v>195.77498975738592</c:v>
                </c:pt>
                <c:pt idx="2317">
                  <c:v>195.54484053098878</c:v>
                </c:pt>
                <c:pt idx="2318">
                  <c:v>195.50169569073779</c:v>
                </c:pt>
                <c:pt idx="2319">
                  <c:v>195.36800855601777</c:v>
                </c:pt>
                <c:pt idx="2320">
                  <c:v>200.99778932219829</c:v>
                </c:pt>
                <c:pt idx="2321">
                  <c:v>203.85862297796498</c:v>
                </c:pt>
                <c:pt idx="2322">
                  <c:v>205.55081083889863</c:v>
                </c:pt>
                <c:pt idx="2323">
                  <c:v>209.37329542327396</c:v>
                </c:pt>
                <c:pt idx="2324">
                  <c:v>207.41661688825994</c:v>
                </c:pt>
                <c:pt idx="2325">
                  <c:v>208.53041819299003</c:v>
                </c:pt>
                <c:pt idx="2326">
                  <c:v>208.45238579887132</c:v>
                </c:pt>
              </c:numCache>
            </c:numRef>
          </c:val>
          <c:smooth val="0"/>
          <c:extLst>
            <c:ext xmlns:c16="http://schemas.microsoft.com/office/drawing/2014/chart" uri="{C3380CC4-5D6E-409C-BE32-E72D297353CC}">
              <c16:uniqueId val="{00000003-AF2F-5546-ACD5-CCD7865E1BD1}"/>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400"/>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FX!$BU$2</c:f>
              <c:strCache>
                <c:ptCount val="1"/>
                <c:pt idx="0">
                  <c:v>Nifty 50</c:v>
                </c:pt>
              </c:strCache>
            </c:strRef>
          </c:tx>
          <c:spPr>
            <a:ln w="12700" cap="rnd">
              <a:solidFill>
                <a:schemeClr val="dk1">
                  <a:tint val="88500"/>
                </a:schemeClr>
              </a:solidFill>
              <a:round/>
            </a:ln>
            <a:effectLst/>
          </c:spPr>
          <c:marker>
            <c:symbol val="none"/>
          </c:marker>
          <c:cat>
            <c:numRef>
              <c:f>FX!$BT$3:$BT$1422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FX!$BU$3:$BU$1422</c:f>
              <c:numCache>
                <c:formatCode>0.0</c:formatCode>
                <c:ptCount val="1420"/>
                <c:pt idx="0">
                  <c:v>100</c:v>
                </c:pt>
                <c:pt idx="1">
                  <c:v>99.446885069325063</c:v>
                </c:pt>
                <c:pt idx="2">
                  <c:v>97.285566019233983</c:v>
                </c:pt>
                <c:pt idx="3">
                  <c:v>98.483793347419379</c:v>
                </c:pt>
                <c:pt idx="4">
                  <c:v>99.438625361409052</c:v>
                </c:pt>
                <c:pt idx="5">
                  <c:v>98.949368434116764</c:v>
                </c:pt>
                <c:pt idx="6">
                  <c:v>98.842373765337939</c:v>
                </c:pt>
                <c:pt idx="7">
                  <c:v>98.436098403879527</c:v>
                </c:pt>
                <c:pt idx="8">
                  <c:v>98.249349521411517</c:v>
                </c:pt>
                <c:pt idx="9">
                  <c:v>97.243117682112597</c:v>
                </c:pt>
                <c:pt idx="10">
                  <c:v>98.309855553187802</c:v>
                </c:pt>
                <c:pt idx="11">
                  <c:v>98.127051704566483</c:v>
                </c:pt>
                <c:pt idx="12">
                  <c:v>98.04537773035608</c:v>
                </c:pt>
                <c:pt idx="13">
                  <c:v>98.336123182223631</c:v>
                </c:pt>
                <c:pt idx="14">
                  <c:v>98.831096860722596</c:v>
                </c:pt>
                <c:pt idx="15">
                  <c:v>98.155148803716941</c:v>
                </c:pt>
                <c:pt idx="16">
                  <c:v>97.570890012796212</c:v>
                </c:pt>
                <c:pt idx="17">
                  <c:v>97.628819239504026</c:v>
                </c:pt>
                <c:pt idx="18">
                  <c:v>97.246858864738726</c:v>
                </c:pt>
                <c:pt idx="19">
                  <c:v>96.134737845596746</c:v>
                </c:pt>
                <c:pt idx="20">
                  <c:v>96.103994055980309</c:v>
                </c:pt>
                <c:pt idx="21">
                  <c:v>95.897715094814757</c:v>
                </c:pt>
                <c:pt idx="22">
                  <c:v>97.799976522417055</c:v>
                </c:pt>
                <c:pt idx="23">
                  <c:v>98.260418900839099</c:v>
                </c:pt>
                <c:pt idx="24">
                  <c:v>97.675424484068429</c:v>
                </c:pt>
                <c:pt idx="25">
                  <c:v>97.753323097976477</c:v>
                </c:pt>
                <c:pt idx="26">
                  <c:v>99.136945894504976</c:v>
                </c:pt>
                <c:pt idx="27">
                  <c:v>99.344518442782643</c:v>
                </c:pt>
                <c:pt idx="28">
                  <c:v>98.454966575273687</c:v>
                </c:pt>
                <c:pt idx="29">
                  <c:v>98.144309223967312</c:v>
                </c:pt>
                <c:pt idx="30">
                  <c:v>97.939857141944088</c:v>
                </c:pt>
                <c:pt idx="31">
                  <c:v>98.124756162240416</c:v>
                </c:pt>
                <c:pt idx="32">
                  <c:v>97.1599642666216</c:v>
                </c:pt>
                <c:pt idx="33">
                  <c:v>96.542035295091779</c:v>
                </c:pt>
                <c:pt idx="34">
                  <c:v>95.790810718856704</c:v>
                </c:pt>
                <c:pt idx="35">
                  <c:v>95.461334152167638</c:v>
                </c:pt>
                <c:pt idx="36">
                  <c:v>96.741841542837918</c:v>
                </c:pt>
                <c:pt idx="37">
                  <c:v>97.264114320702035</c:v>
                </c:pt>
                <c:pt idx="38">
                  <c:v>97.19289454177013</c:v>
                </c:pt>
                <c:pt idx="39">
                  <c:v>98.232188958490525</c:v>
                </c:pt>
                <c:pt idx="40">
                  <c:v>97.754533412785591</c:v>
                </c:pt>
                <c:pt idx="41">
                  <c:v>97.231481205507336</c:v>
                </c:pt>
                <c:pt idx="42">
                  <c:v>98.182356009049727</c:v>
                </c:pt>
                <c:pt idx="43">
                  <c:v>99.596864236805573</c:v>
                </c:pt>
                <c:pt idx="44">
                  <c:v>100.44647239303902</c:v>
                </c:pt>
                <c:pt idx="45">
                  <c:v>101.28713652849038</c:v>
                </c:pt>
                <c:pt idx="46">
                  <c:v>100.97142187944567</c:v>
                </c:pt>
                <c:pt idx="47">
                  <c:v>102.43395996575944</c:v>
                </c:pt>
                <c:pt idx="48">
                  <c:v>104.15598389171792</c:v>
                </c:pt>
                <c:pt idx="49">
                  <c:v>104.43657578451841</c:v>
                </c:pt>
                <c:pt idx="50">
                  <c:v>105.89430415516188</c:v>
                </c:pt>
                <c:pt idx="51">
                  <c:v>107.1577114171548</c:v>
                </c:pt>
                <c:pt idx="52">
                  <c:v>107.85218633885177</c:v>
                </c:pt>
                <c:pt idx="53">
                  <c:v>107.31453868834421</c:v>
                </c:pt>
                <c:pt idx="54">
                  <c:v>107.02703731457946</c:v>
                </c:pt>
                <c:pt idx="55">
                  <c:v>105.56139925842263</c:v>
                </c:pt>
                <c:pt idx="56">
                  <c:v>106.98312486769623</c:v>
                </c:pt>
                <c:pt idx="57">
                  <c:v>106.5402169289145</c:v>
                </c:pt>
                <c:pt idx="58">
                  <c:v>107.54610101043063</c:v>
                </c:pt>
                <c:pt idx="59">
                  <c:v>107.78558032629097</c:v>
                </c:pt>
                <c:pt idx="60">
                  <c:v>108.20517250359502</c:v>
                </c:pt>
                <c:pt idx="61">
                  <c:v>109.04604668201459</c:v>
                </c:pt>
                <c:pt idx="62">
                  <c:v>108.05595339941124</c:v>
                </c:pt>
                <c:pt idx="63">
                  <c:v>108.13661567697557</c:v>
                </c:pt>
                <c:pt idx="64">
                  <c:v>107.07483065585595</c:v>
                </c:pt>
                <c:pt idx="65">
                  <c:v>107.65763920864759</c:v>
                </c:pt>
                <c:pt idx="66">
                  <c:v>107.45440346314146</c:v>
                </c:pt>
                <c:pt idx="67">
                  <c:v>107.72918257261001</c:v>
                </c:pt>
                <c:pt idx="68">
                  <c:v>108.31104507734075</c:v>
                </c:pt>
                <c:pt idx="69">
                  <c:v>108.6623294990287</c:v>
                </c:pt>
                <c:pt idx="70">
                  <c:v>108.59189501546842</c:v>
                </c:pt>
                <c:pt idx="71">
                  <c:v>106.63212055514492</c:v>
                </c:pt>
                <c:pt idx="72">
                  <c:v>106.45464449847763</c:v>
                </c:pt>
                <c:pt idx="73">
                  <c:v>107.59375779763845</c:v>
                </c:pt>
                <c:pt idx="74">
                  <c:v>106.76294522787614</c:v>
                </c:pt>
                <c:pt idx="75">
                  <c:v>107.48631173234571</c:v>
                </c:pt>
                <c:pt idx="76">
                  <c:v>107.89953730789163</c:v>
                </c:pt>
                <c:pt idx="77">
                  <c:v>108.14116251854755</c:v>
                </c:pt>
                <c:pt idx="78">
                  <c:v>107.26214447463424</c:v>
                </c:pt>
                <c:pt idx="79">
                  <c:v>104.6833937839706</c:v>
                </c:pt>
                <c:pt idx="80">
                  <c:v>103.75373152241131</c:v>
                </c:pt>
                <c:pt idx="81">
                  <c:v>103.46518520445782</c:v>
                </c:pt>
                <c:pt idx="82">
                  <c:v>101.77654376882251</c:v>
                </c:pt>
                <c:pt idx="83">
                  <c:v>102.21307625757581</c:v>
                </c:pt>
                <c:pt idx="84">
                  <c:v>102.78591173781028</c:v>
                </c:pt>
                <c:pt idx="85">
                  <c:v>109.08909280197653</c:v>
                </c:pt>
                <c:pt idx="86">
                  <c:v>107.70689979604518</c:v>
                </c:pt>
                <c:pt idx="87">
                  <c:v>107.91542467427506</c:v>
                </c:pt>
                <c:pt idx="88">
                  <c:v>107.31437953353577</c:v>
                </c:pt>
                <c:pt idx="89">
                  <c:v>109.13609338578038</c:v>
                </c:pt>
                <c:pt idx="90">
                  <c:v>109.87923350884276</c:v>
                </c:pt>
                <c:pt idx="91">
                  <c:v>109.90899255522093</c:v>
                </c:pt>
                <c:pt idx="92">
                  <c:v>108.86963552317437</c:v>
                </c:pt>
                <c:pt idx="93">
                  <c:v>109.79705525350782</c:v>
                </c:pt>
                <c:pt idx="94">
                  <c:v>109.55251114509154</c:v>
                </c:pt>
                <c:pt idx="95">
                  <c:v>111.67114139073099</c:v>
                </c:pt>
                <c:pt idx="96">
                  <c:v>111.28003062359014</c:v>
                </c:pt>
                <c:pt idx="97">
                  <c:v>109.58862123228275</c:v>
                </c:pt>
                <c:pt idx="98">
                  <c:v>109.86595140507842</c:v>
                </c:pt>
                <c:pt idx="99">
                  <c:v>110.09740756494142</c:v>
                </c:pt>
                <c:pt idx="100">
                  <c:v>110.55384103845662</c:v>
                </c:pt>
                <c:pt idx="101">
                  <c:v>110.03166454845001</c:v>
                </c:pt>
                <c:pt idx="102">
                  <c:v>110.17873009539075</c:v>
                </c:pt>
                <c:pt idx="103">
                  <c:v>109.01552093254668</c:v>
                </c:pt>
                <c:pt idx="104">
                  <c:v>107.20300227856643</c:v>
                </c:pt>
                <c:pt idx="105">
                  <c:v>107.43424060779314</c:v>
                </c:pt>
                <c:pt idx="106">
                  <c:v>107.6401288976228</c:v>
                </c:pt>
                <c:pt idx="107">
                  <c:v>109.09352332876279</c:v>
                </c:pt>
                <c:pt idx="108">
                  <c:v>108.00806728919419</c:v>
                </c:pt>
                <c:pt idx="109">
                  <c:v>109.12051638023614</c:v>
                </c:pt>
                <c:pt idx="110">
                  <c:v>109.62553938910769</c:v>
                </c:pt>
                <c:pt idx="111">
                  <c:v>109.72454669006278</c:v>
                </c:pt>
                <c:pt idx="112">
                  <c:v>109.71760880035042</c:v>
                </c:pt>
                <c:pt idx="113">
                  <c:v>110.35430148196382</c:v>
                </c:pt>
                <c:pt idx="114">
                  <c:v>110.728419381615</c:v>
                </c:pt>
                <c:pt idx="115">
                  <c:v>110.97292571560413</c:v>
                </c:pt>
                <c:pt idx="116">
                  <c:v>111.25229616236759</c:v>
                </c:pt>
                <c:pt idx="117">
                  <c:v>109.98954174299686</c:v>
                </c:pt>
                <c:pt idx="118">
                  <c:v>107.9181866035086</c:v>
                </c:pt>
                <c:pt idx="119">
                  <c:v>107.8434713637491</c:v>
                </c:pt>
                <c:pt idx="120">
                  <c:v>107.62968313875874</c:v>
                </c:pt>
                <c:pt idx="121">
                  <c:v>108.67044398893341</c:v>
                </c:pt>
                <c:pt idx="122">
                  <c:v>108.03923632721096</c:v>
                </c:pt>
                <c:pt idx="123">
                  <c:v>108.37744215607874</c:v>
                </c:pt>
                <c:pt idx="124">
                  <c:v>109.09798668635315</c:v>
                </c:pt>
                <c:pt idx="125">
                  <c:v>108.95281809959417</c:v>
                </c:pt>
                <c:pt idx="126">
                  <c:v>107.99665226570896</c:v>
                </c:pt>
                <c:pt idx="127">
                  <c:v>106.42145749233126</c:v>
                </c:pt>
                <c:pt idx="128">
                  <c:v>105.34336424815626</c:v>
                </c:pt>
                <c:pt idx="129">
                  <c:v>104.75516290800913</c:v>
                </c:pt>
                <c:pt idx="130">
                  <c:v>104.61247020038074</c:v>
                </c:pt>
                <c:pt idx="131">
                  <c:v>104.80416098205383</c:v>
                </c:pt>
                <c:pt idx="132">
                  <c:v>104.1600832137598</c:v>
                </c:pt>
                <c:pt idx="133">
                  <c:v>103.42276662332593</c:v>
                </c:pt>
                <c:pt idx="134">
                  <c:v>103.56564527753403</c:v>
                </c:pt>
                <c:pt idx="135">
                  <c:v>101.98182153574058</c:v>
                </c:pt>
                <c:pt idx="136">
                  <c:v>101.64240916709333</c:v>
                </c:pt>
                <c:pt idx="137">
                  <c:v>99.027235411595029</c:v>
                </c:pt>
                <c:pt idx="138">
                  <c:v>99.29414720051291</c:v>
                </c:pt>
                <c:pt idx="139">
                  <c:v>98.129777173955091</c:v>
                </c:pt>
                <c:pt idx="140">
                  <c:v>99.87820222505529</c:v>
                </c:pt>
                <c:pt idx="141">
                  <c:v>101.04959558667963</c:v>
                </c:pt>
                <c:pt idx="142">
                  <c:v>98.375474533239611</c:v>
                </c:pt>
                <c:pt idx="143">
                  <c:v>99.503525707288816</c:v>
                </c:pt>
                <c:pt idx="144">
                  <c:v>99.403145662789115</c:v>
                </c:pt>
                <c:pt idx="145">
                  <c:v>99.382179552937501</c:v>
                </c:pt>
                <c:pt idx="146">
                  <c:v>98.626108165963075</c:v>
                </c:pt>
                <c:pt idx="147">
                  <c:v>97.879325088109226</c:v>
                </c:pt>
                <c:pt idx="148">
                  <c:v>96.085001893718541</c:v>
                </c:pt>
                <c:pt idx="149">
                  <c:v>96.840722292829014</c:v>
                </c:pt>
                <c:pt idx="150">
                  <c:v>98.260803800766766</c:v>
                </c:pt>
                <c:pt idx="151">
                  <c:v>99.178898219318583</c:v>
                </c:pt>
                <c:pt idx="152">
                  <c:v>98.809616819420938</c:v>
                </c:pt>
                <c:pt idx="153">
                  <c:v>98.530439305540455</c:v>
                </c:pt>
                <c:pt idx="154">
                  <c:v>95.939992068539524</c:v>
                </c:pt>
                <c:pt idx="155">
                  <c:v>96.824993915470642</c:v>
                </c:pt>
                <c:pt idx="156">
                  <c:v>97.878193780828539</c:v>
                </c:pt>
                <c:pt idx="157">
                  <c:v>98.584020746627061</c:v>
                </c:pt>
                <c:pt idx="158">
                  <c:v>98.772432992017841</c:v>
                </c:pt>
                <c:pt idx="159">
                  <c:v>98.776717118789307</c:v>
                </c:pt>
                <c:pt idx="160">
                  <c:v>100.14547910089834</c:v>
                </c:pt>
                <c:pt idx="161">
                  <c:v>98.659645636297427</c:v>
                </c:pt>
                <c:pt idx="162">
                  <c:v>96.610517840260471</c:v>
                </c:pt>
                <c:pt idx="163">
                  <c:v>97.503479474308349</c:v>
                </c:pt>
                <c:pt idx="164">
                  <c:v>96.518721407111656</c:v>
                </c:pt>
                <c:pt idx="165">
                  <c:v>101.94135139671357</c:v>
                </c:pt>
                <c:pt idx="166">
                  <c:v>104.91183838856803</c:v>
                </c:pt>
                <c:pt idx="167">
                  <c:v>104.91190299659792</c:v>
                </c:pt>
                <c:pt idx="168">
                  <c:v>103.29281634660094</c:v>
                </c:pt>
                <c:pt idx="169">
                  <c:v>104.67827491307604</c:v>
                </c:pt>
                <c:pt idx="170">
                  <c:v>104.24028574878162</c:v>
                </c:pt>
                <c:pt idx="171">
                  <c:v>102.75386397389374</c:v>
                </c:pt>
                <c:pt idx="172">
                  <c:v>102.04331680737677</c:v>
                </c:pt>
                <c:pt idx="173">
                  <c:v>101.13674147604989</c:v>
                </c:pt>
                <c:pt idx="174">
                  <c:v>100.54918180420265</c:v>
                </c:pt>
                <c:pt idx="175">
                  <c:v>102.04250027452171</c:v>
                </c:pt>
                <c:pt idx="176">
                  <c:v>101.41868715297906</c:v>
                </c:pt>
                <c:pt idx="177">
                  <c:v>102.0903833478577</c:v>
                </c:pt>
                <c:pt idx="178">
                  <c:v>102.41638481081961</c:v>
                </c:pt>
                <c:pt idx="179">
                  <c:v>102.78190496322675</c:v>
                </c:pt>
                <c:pt idx="180">
                  <c:v>102.83336026037217</c:v>
                </c:pt>
                <c:pt idx="181">
                  <c:v>104.07174822137762</c:v>
                </c:pt>
                <c:pt idx="182">
                  <c:v>105.05830850878593</c:v>
                </c:pt>
                <c:pt idx="183">
                  <c:v>104.87573371990062</c:v>
                </c:pt>
                <c:pt idx="184">
                  <c:v>104.9236628700113</c:v>
                </c:pt>
                <c:pt idx="185">
                  <c:v>104.73391682721179</c:v>
                </c:pt>
                <c:pt idx="186">
                  <c:v>105.13675349554636</c:v>
                </c:pt>
                <c:pt idx="187">
                  <c:v>106.55376868698319</c:v>
                </c:pt>
                <c:pt idx="188">
                  <c:v>107.40667604494038</c:v>
                </c:pt>
                <c:pt idx="189">
                  <c:v>107.70803312115925</c:v>
                </c:pt>
                <c:pt idx="190">
                  <c:v>108.36226585126785</c:v>
                </c:pt>
                <c:pt idx="191">
                  <c:v>108.07245269296533</c:v>
                </c:pt>
                <c:pt idx="192">
                  <c:v>108.27487212027067</c:v>
                </c:pt>
                <c:pt idx="193">
                  <c:v>108.50457927462426</c:v>
                </c:pt>
                <c:pt idx="194">
                  <c:v>107.20120556553465</c:v>
                </c:pt>
                <c:pt idx="195">
                  <c:v>106.95462673811879</c:v>
                </c:pt>
                <c:pt idx="196">
                  <c:v>105.6889816060127</c:v>
                </c:pt>
                <c:pt idx="197">
                  <c:v>106.39717788503012</c:v>
                </c:pt>
                <c:pt idx="198">
                  <c:v>106.29671766166638</c:v>
                </c:pt>
                <c:pt idx="199">
                  <c:v>106.64412858180489</c:v>
                </c:pt>
                <c:pt idx="200">
                  <c:v>106.91828646167174</c:v>
                </c:pt>
                <c:pt idx="201">
                  <c:v>106.35904050575078</c:v>
                </c:pt>
                <c:pt idx="202">
                  <c:v>108.08898969984544</c:v>
                </c:pt>
                <c:pt idx="203">
                  <c:v>107.85024649327781</c:v>
                </c:pt>
                <c:pt idx="204">
                  <c:v>108.76143969819859</c:v>
                </c:pt>
                <c:pt idx="205">
                  <c:v>109.21488574948273</c:v>
                </c:pt>
                <c:pt idx="206">
                  <c:v>108.36012421376175</c:v>
                </c:pt>
                <c:pt idx="207">
                  <c:v>107.74703621968209</c:v>
                </c:pt>
                <c:pt idx="208">
                  <c:v>107.44635038790649</c:v>
                </c:pt>
                <c:pt idx="209">
                  <c:v>107.61577754501673</c:v>
                </c:pt>
                <c:pt idx="210">
                  <c:v>107.22061107145839</c:v>
                </c:pt>
                <c:pt idx="211">
                  <c:v>107.59717367180994</c:v>
                </c:pt>
                <c:pt idx="212">
                  <c:v>107.27092330732175</c:v>
                </c:pt>
                <c:pt idx="213">
                  <c:v>107.79662675156617</c:v>
                </c:pt>
                <c:pt idx="214">
                  <c:v>108.53569662893581</c:v>
                </c:pt>
                <c:pt idx="215">
                  <c:v>109.62624241045063</c:v>
                </c:pt>
                <c:pt idx="216">
                  <c:v>108.98496988087601</c:v>
                </c:pt>
                <c:pt idx="217">
                  <c:v>109.94614834259266</c:v>
                </c:pt>
                <c:pt idx="218">
                  <c:v>110.31471701300808</c:v>
                </c:pt>
                <c:pt idx="219">
                  <c:v>110.62698953501308</c:v>
                </c:pt>
                <c:pt idx="220">
                  <c:v>110.61822262354389</c:v>
                </c:pt>
                <c:pt idx="221">
                  <c:v>110.51690853923084</c:v>
                </c:pt>
                <c:pt idx="222">
                  <c:v>110.08251046444408</c:v>
                </c:pt>
                <c:pt idx="223">
                  <c:v>109.13543733579385</c:v>
                </c:pt>
                <c:pt idx="224">
                  <c:v>110.28409888251952</c:v>
                </c:pt>
                <c:pt idx="225">
                  <c:v>110.18375566460685</c:v>
                </c:pt>
                <c:pt idx="226">
                  <c:v>109.39800353439257</c:v>
                </c:pt>
                <c:pt idx="227">
                  <c:v>109.52431723495906</c:v>
                </c:pt>
                <c:pt idx="228">
                  <c:v>110.42300899341298</c:v>
                </c:pt>
                <c:pt idx="229">
                  <c:v>109.38400432800444</c:v>
                </c:pt>
                <c:pt idx="230">
                  <c:v>106.70320537835667</c:v>
                </c:pt>
                <c:pt idx="231">
                  <c:v>107.7074511213267</c:v>
                </c:pt>
                <c:pt idx="232">
                  <c:v>107.10067795869993</c:v>
                </c:pt>
                <c:pt idx="233">
                  <c:v>109.70572970123756</c:v>
                </c:pt>
                <c:pt idx="234">
                  <c:v>110.55000587949972</c:v>
                </c:pt>
                <c:pt idx="235">
                  <c:v>111.68055733987057</c:v>
                </c:pt>
                <c:pt idx="236">
                  <c:v>111.80007879490404</c:v>
                </c:pt>
                <c:pt idx="237">
                  <c:v>111.70454339434205</c:v>
                </c:pt>
                <c:pt idx="238">
                  <c:v>111.76584208271419</c:v>
                </c:pt>
                <c:pt idx="239">
                  <c:v>111.52242932473129</c:v>
                </c:pt>
                <c:pt idx="240">
                  <c:v>110.36859491527069</c:v>
                </c:pt>
                <c:pt idx="241">
                  <c:v>109.65996462630865</c:v>
                </c:pt>
                <c:pt idx="242">
                  <c:v>109.05700981710358</c:v>
                </c:pt>
                <c:pt idx="243">
                  <c:v>109.66032659044333</c:v>
                </c:pt>
                <c:pt idx="244">
                  <c:v>110.27163383329687</c:v>
                </c:pt>
                <c:pt idx="245">
                  <c:v>108.87644130019108</c:v>
                </c:pt>
                <c:pt idx="246">
                  <c:v>108.41272150583457</c:v>
                </c:pt>
                <c:pt idx="247">
                  <c:v>109.28872749092258</c:v>
                </c:pt>
                <c:pt idx="248">
                  <c:v>108.00522011710436</c:v>
                </c:pt>
                <c:pt idx="249">
                  <c:v>107.29520789173625</c:v>
                </c:pt>
                <c:pt idx="250">
                  <c:v>104.60208660287445</c:v>
                </c:pt>
                <c:pt idx="251">
                  <c:v>104.91071432817003</c:v>
                </c:pt>
                <c:pt idx="252">
                  <c:v>108.01777802202676</c:v>
                </c:pt>
                <c:pt idx="253">
                  <c:v>108.80488444743324</c:v>
                </c:pt>
                <c:pt idx="254">
                  <c:v>109.25990608407771</c:v>
                </c:pt>
                <c:pt idx="255">
                  <c:v>108.22708998510913</c:v>
                </c:pt>
                <c:pt idx="256">
                  <c:v>109.03019516938642</c:v>
                </c:pt>
                <c:pt idx="257">
                  <c:v>109.82584916221295</c:v>
                </c:pt>
                <c:pt idx="258">
                  <c:v>109.26203989780143</c:v>
                </c:pt>
                <c:pt idx="259">
                  <c:v>108.83987896256271</c:v>
                </c:pt>
                <c:pt idx="260">
                  <c:v>108.23204074869155</c:v>
                </c:pt>
                <c:pt idx="261">
                  <c:v>107.73035646047586</c:v>
                </c:pt>
                <c:pt idx="262">
                  <c:v>108.92870789277332</c:v>
                </c:pt>
                <c:pt idx="263">
                  <c:v>108.23864617294321</c:v>
                </c:pt>
                <c:pt idx="264">
                  <c:v>105.59872249299507</c:v>
                </c:pt>
                <c:pt idx="265">
                  <c:v>105.30585751169484</c:v>
                </c:pt>
                <c:pt idx="266">
                  <c:v>104.43077893889689</c:v>
                </c:pt>
                <c:pt idx="267">
                  <c:v>104.19541350058992</c:v>
                </c:pt>
                <c:pt idx="268">
                  <c:v>99.528511440356681</c:v>
                </c:pt>
                <c:pt idx="269">
                  <c:v>98.843305750697425</c:v>
                </c:pt>
                <c:pt idx="270">
                  <c:v>99.48841395902086</c:v>
                </c:pt>
                <c:pt idx="271">
                  <c:v>98.632873925624125</c:v>
                </c:pt>
                <c:pt idx="272">
                  <c:v>90.646675676571689</c:v>
                </c:pt>
                <c:pt idx="273">
                  <c:v>90.880251369713363</c:v>
                </c:pt>
                <c:pt idx="274">
                  <c:v>82.934745722422406</c:v>
                </c:pt>
                <c:pt idx="275">
                  <c:v>86.207864633803922</c:v>
                </c:pt>
                <c:pt idx="276">
                  <c:v>79.428041187587482</c:v>
                </c:pt>
                <c:pt idx="277">
                  <c:v>77.69131259256018</c:v>
                </c:pt>
                <c:pt idx="278">
                  <c:v>73.234126093839137</c:v>
                </c:pt>
                <c:pt idx="279">
                  <c:v>70.615258272702064</c:v>
                </c:pt>
                <c:pt idx="280">
                  <c:v>74.734186140292763</c:v>
                </c:pt>
                <c:pt idx="281">
                  <c:v>64.327879310484974</c:v>
                </c:pt>
                <c:pt idx="282">
                  <c:v>65.706223406690683</c:v>
                </c:pt>
                <c:pt idx="283">
                  <c:v>73.667908326595281</c:v>
                </c:pt>
                <c:pt idx="284">
                  <c:v>74.218565326590152</c:v>
                </c:pt>
                <c:pt idx="285">
                  <c:v>70.496698370819644</c:v>
                </c:pt>
                <c:pt idx="286">
                  <c:v>73.15270202769419</c:v>
                </c:pt>
                <c:pt idx="287">
                  <c:v>70.226296890062983</c:v>
                </c:pt>
                <c:pt idx="288">
                  <c:v>68.379238781557078</c:v>
                </c:pt>
                <c:pt idx="289">
                  <c:v>74.355571740046258</c:v>
                </c:pt>
                <c:pt idx="290">
                  <c:v>76.440530891458252</c:v>
                </c:pt>
                <c:pt idx="291">
                  <c:v>75.545053862411734</c:v>
                </c:pt>
                <c:pt idx="292">
                  <c:v>75.163038653873642</c:v>
                </c:pt>
                <c:pt idx="293">
                  <c:v>77.651462772381436</c:v>
                </c:pt>
                <c:pt idx="294">
                  <c:v>77.520200347702712</c:v>
                </c:pt>
                <c:pt idx="295">
                  <c:v>75.155525092607363</c:v>
                </c:pt>
                <c:pt idx="296">
                  <c:v>76.721126228438706</c:v>
                </c:pt>
                <c:pt idx="297">
                  <c:v>76.837683253462899</c:v>
                </c:pt>
                <c:pt idx="298">
                  <c:v>78.786532064142989</c:v>
                </c:pt>
                <c:pt idx="299">
                  <c:v>80.95025030556468</c:v>
                </c:pt>
                <c:pt idx="300">
                  <c:v>84.194127401278635</c:v>
                </c:pt>
                <c:pt idx="301">
                  <c:v>78.132177993484973</c:v>
                </c:pt>
                <c:pt idx="302">
                  <c:v>78.076585118945843</c:v>
                </c:pt>
                <c:pt idx="303">
                  <c:v>78.657496354211148</c:v>
                </c:pt>
                <c:pt idx="304">
                  <c:v>78.301002747634158</c:v>
                </c:pt>
                <c:pt idx="305">
                  <c:v>77.825809745854286</c:v>
                </c:pt>
                <c:pt idx="306">
                  <c:v>79.83585723187268</c:v>
                </c:pt>
                <c:pt idx="307">
                  <c:v>77.729891187873818</c:v>
                </c:pt>
                <c:pt idx="308">
                  <c:v>77.556950071266442</c:v>
                </c:pt>
                <c:pt idx="309">
                  <c:v>74.528975175590958</c:v>
                </c:pt>
                <c:pt idx="310">
                  <c:v>75.269102545896459</c:v>
                </c:pt>
                <c:pt idx="311">
                  <c:v>76.850580895809756</c:v>
                </c:pt>
                <c:pt idx="312">
                  <c:v>77.077779507759345</c:v>
                </c:pt>
                <c:pt idx="313">
                  <c:v>76.502350066020782</c:v>
                </c:pt>
                <c:pt idx="314">
                  <c:v>78.980752945136189</c:v>
                </c:pt>
                <c:pt idx="315">
                  <c:v>80.356939190672506</c:v>
                </c:pt>
                <c:pt idx="316">
                  <c:v>81.242122572836507</c:v>
                </c:pt>
                <c:pt idx="317">
                  <c:v>84.679786076120919</c:v>
                </c:pt>
                <c:pt idx="318">
                  <c:v>85.675307098947073</c:v>
                </c:pt>
                <c:pt idx="319">
                  <c:v>85.169470343805614</c:v>
                </c:pt>
                <c:pt idx="320">
                  <c:v>86.200881222839854</c:v>
                </c:pt>
                <c:pt idx="321">
                  <c:v>86.228298616846871</c:v>
                </c:pt>
                <c:pt idx="322">
                  <c:v>85.359076480955906</c:v>
                </c:pt>
                <c:pt idx="323">
                  <c:v>85.977238583198428</c:v>
                </c:pt>
                <c:pt idx="324">
                  <c:v>83.7997304491752</c:v>
                </c:pt>
                <c:pt idx="325">
                  <c:v>84.197295697859005</c:v>
                </c:pt>
                <c:pt idx="326">
                  <c:v>82.708843222776736</c:v>
                </c:pt>
                <c:pt idx="327">
                  <c:v>83.845673195218652</c:v>
                </c:pt>
                <c:pt idx="328">
                  <c:v>83.170683806631288</c:v>
                </c:pt>
                <c:pt idx="329">
                  <c:v>85.000808723049431</c:v>
                </c:pt>
                <c:pt idx="330">
                  <c:v>86.215484125099081</c:v>
                </c:pt>
                <c:pt idx="331">
                  <c:v>86.777663885705522</c:v>
                </c:pt>
                <c:pt idx="332">
                  <c:v>88.122519061527498</c:v>
                </c:pt>
                <c:pt idx="333">
                  <c:v>87.307326090153197</c:v>
                </c:pt>
                <c:pt idx="334">
                  <c:v>87.253444624290694</c:v>
                </c:pt>
                <c:pt idx="335">
                  <c:v>88.237153224719279</c:v>
                </c:pt>
                <c:pt idx="336">
                  <c:v>87.530126414640563</c:v>
                </c:pt>
                <c:pt idx="337">
                  <c:v>87.490201500534454</c:v>
                </c:pt>
                <c:pt idx="338">
                  <c:v>88.513205997287287</c:v>
                </c:pt>
                <c:pt idx="339">
                  <c:v>89.656643218857894</c:v>
                </c:pt>
                <c:pt idx="340">
                  <c:v>90.129495194855068</c:v>
                </c:pt>
                <c:pt idx="341">
                  <c:v>91.457559235256852</c:v>
                </c:pt>
                <c:pt idx="342">
                  <c:v>92.531664456252329</c:v>
                </c:pt>
                <c:pt idx="343">
                  <c:v>91.524122841786365</c:v>
                </c:pt>
                <c:pt idx="344">
                  <c:v>92.474246930733955</c:v>
                </c:pt>
                <c:pt idx="345">
                  <c:v>91.739404632648032</c:v>
                </c:pt>
                <c:pt idx="346">
                  <c:v>92.193575429865987</c:v>
                </c:pt>
                <c:pt idx="347">
                  <c:v>91.554095089542599</c:v>
                </c:pt>
                <c:pt idx="348">
                  <c:v>93.106824247078819</c:v>
                </c:pt>
                <c:pt idx="349">
                  <c:v>94.305322704460153</c:v>
                </c:pt>
                <c:pt idx="350">
                  <c:v>95.757553557716889</c:v>
                </c:pt>
                <c:pt idx="351">
                  <c:v>95.609358928404902</c:v>
                </c:pt>
                <c:pt idx="352">
                  <c:v>96.230698452010358</c:v>
                </c:pt>
                <c:pt idx="353">
                  <c:v>95.9036603940784</c:v>
                </c:pt>
                <c:pt idx="354">
                  <c:v>95.503693513518584</c:v>
                </c:pt>
                <c:pt idx="355">
                  <c:v>96.972491489309533</c:v>
                </c:pt>
                <c:pt idx="356">
                  <c:v>96.107205625723878</c:v>
                </c:pt>
                <c:pt idx="357">
                  <c:v>95.14852208154376</c:v>
                </c:pt>
                <c:pt idx="358">
                  <c:v>94.990161747706807</c:v>
                </c:pt>
                <c:pt idx="359">
                  <c:v>93.172692362499689</c:v>
                </c:pt>
                <c:pt idx="360">
                  <c:v>94.775138147502147</c:v>
                </c:pt>
                <c:pt idx="361">
                  <c:v>95.058709788591273</c:v>
                </c:pt>
                <c:pt idx="362">
                  <c:v>95.965493771735012</c:v>
                </c:pt>
                <c:pt idx="363">
                  <c:v>95.960874269778046</c:v>
                </c:pt>
                <c:pt idx="364">
                  <c:v>96.540865900291379</c:v>
                </c:pt>
                <c:pt idx="365">
                  <c:v>97.033947342355191</c:v>
                </c:pt>
                <c:pt idx="366">
                  <c:v>96.932471598669238</c:v>
                </c:pt>
                <c:pt idx="367">
                  <c:v>96.853574162323568</c:v>
                </c:pt>
                <c:pt idx="368">
                  <c:v>95.890585899734731</c:v>
                </c:pt>
                <c:pt idx="369">
                  <c:v>96.384137278532961</c:v>
                </c:pt>
                <c:pt idx="370">
                  <c:v>97.604620389746117</c:v>
                </c:pt>
                <c:pt idx="371">
                  <c:v>97.878318174612644</c:v>
                </c:pt>
                <c:pt idx="372">
                  <c:v>96.73547390155187</c:v>
                </c:pt>
                <c:pt idx="373">
                  <c:v>97.413181602136959</c:v>
                </c:pt>
                <c:pt idx="374">
                  <c:v>98.287745424050811</c:v>
                </c:pt>
                <c:pt idx="375">
                  <c:v>98.909812116210446</c:v>
                </c:pt>
                <c:pt idx="376">
                  <c:v>99.631722155847314</c:v>
                </c:pt>
                <c:pt idx="377">
                  <c:v>99.752299667032375</c:v>
                </c:pt>
                <c:pt idx="378">
                  <c:v>101.84876805223975</c:v>
                </c:pt>
                <c:pt idx="379">
                  <c:v>99.246541056685487</c:v>
                </c:pt>
                <c:pt idx="380">
                  <c:v>101.031184147099</c:v>
                </c:pt>
                <c:pt idx="381">
                  <c:v>101.33406936528233</c:v>
                </c:pt>
                <c:pt idx="382">
                  <c:v>100.79368897972802</c:v>
                </c:pt>
                <c:pt idx="383">
                  <c:v>99.100889775526284</c:v>
                </c:pt>
                <c:pt idx="384">
                  <c:v>99.286258283424388</c:v>
                </c:pt>
                <c:pt idx="385">
                  <c:v>98.860640002625189</c:v>
                </c:pt>
                <c:pt idx="386">
                  <c:v>98.188561900393339</c:v>
                </c:pt>
                <c:pt idx="387">
                  <c:v>100.11257808803367</c:v>
                </c:pt>
                <c:pt idx="388">
                  <c:v>100.08229329985676</c:v>
                </c:pt>
                <c:pt idx="389">
                  <c:v>99.992751718581985</c:v>
                </c:pt>
                <c:pt idx="390">
                  <c:v>100.6606979364949</c:v>
                </c:pt>
                <c:pt idx="391">
                  <c:v>100.93247567762873</c:v>
                </c:pt>
                <c:pt idx="392">
                  <c:v>100.22165109973005</c:v>
                </c:pt>
                <c:pt idx="393">
                  <c:v>100.67791813000373</c:v>
                </c:pt>
                <c:pt idx="394">
                  <c:v>98.425649005888332</c:v>
                </c:pt>
                <c:pt idx="395">
                  <c:v>97.340678052488855</c:v>
                </c:pt>
                <c:pt idx="396">
                  <c:v>96.975979397502257</c:v>
                </c:pt>
                <c:pt idx="397">
                  <c:v>93.754829691932045</c:v>
                </c:pt>
                <c:pt idx="398">
                  <c:v>96.131415888181465</c:v>
                </c:pt>
                <c:pt idx="399">
                  <c:v>97.881542243720872</c:v>
                </c:pt>
                <c:pt idx="400">
                  <c:v>97.467267867223654</c:v>
                </c:pt>
                <c:pt idx="401">
                  <c:v>97.757537634464981</c:v>
                </c:pt>
                <c:pt idx="402">
                  <c:v>99.790291592124731</c:v>
                </c:pt>
                <c:pt idx="403">
                  <c:v>100.70925680068518</c:v>
                </c:pt>
                <c:pt idx="404">
                  <c:v>101.95640716282526</c:v>
                </c:pt>
                <c:pt idx="405">
                  <c:v>102.63611040773752</c:v>
                </c:pt>
                <c:pt idx="406">
                  <c:v>103.56647784864175</c:v>
                </c:pt>
                <c:pt idx="407">
                  <c:v>104.38266368354677</c:v>
                </c:pt>
                <c:pt idx="408">
                  <c:v>104.52941374789847</c:v>
                </c:pt>
                <c:pt idx="409">
                  <c:v>104.32013721162556</c:v>
                </c:pt>
                <c:pt idx="410">
                  <c:v>104.53026141066456</c:v>
                </c:pt>
                <c:pt idx="411">
                  <c:v>102.25377780931724</c:v>
                </c:pt>
                <c:pt idx="412">
                  <c:v>102.81065745032825</c:v>
                </c:pt>
                <c:pt idx="413">
                  <c:v>103.72663754329582</c:v>
                </c:pt>
                <c:pt idx="414">
                  <c:v>104.05490766663945</c:v>
                </c:pt>
                <c:pt idx="415">
                  <c:v>103.59696301660418</c:v>
                </c:pt>
                <c:pt idx="416">
                  <c:v>104.0018544427773</c:v>
                </c:pt>
                <c:pt idx="417">
                  <c:v>102.36855312414197</c:v>
                </c:pt>
                <c:pt idx="418">
                  <c:v>103.40494450024063</c:v>
                </c:pt>
                <c:pt idx="419">
                  <c:v>101.99260905670842</c:v>
                </c:pt>
                <c:pt idx="420">
                  <c:v>101.19572329092283</c:v>
                </c:pt>
                <c:pt idx="421">
                  <c:v>100.94947123095588</c:v>
                </c:pt>
                <c:pt idx="422">
                  <c:v>100.70652576548736</c:v>
                </c:pt>
                <c:pt idx="423">
                  <c:v>101.94676323158809</c:v>
                </c:pt>
                <c:pt idx="424">
                  <c:v>102.2637874193979</c:v>
                </c:pt>
                <c:pt idx="425">
                  <c:v>104.67656553391762</c:v>
                </c:pt>
                <c:pt idx="426">
                  <c:v>106.22009210951397</c:v>
                </c:pt>
                <c:pt idx="427">
                  <c:v>108.11715072776369</c:v>
                </c:pt>
                <c:pt idx="428">
                  <c:v>109.17050129730002</c:v>
                </c:pt>
                <c:pt idx="429">
                  <c:v>110.12952732942141</c:v>
                </c:pt>
                <c:pt idx="430">
                  <c:v>109.33526290791885</c:v>
                </c:pt>
                <c:pt idx="431">
                  <c:v>109.26157530556375</c:v>
                </c:pt>
                <c:pt idx="432">
                  <c:v>109.77953905470785</c:v>
                </c:pt>
                <c:pt idx="433">
                  <c:v>111.59767044826768</c:v>
                </c:pt>
                <c:pt idx="434">
                  <c:v>110.3204068722867</c:v>
                </c:pt>
                <c:pt idx="435">
                  <c:v>111.21829476001052</c:v>
                </c:pt>
                <c:pt idx="436">
                  <c:v>111.82966744504712</c:v>
                </c:pt>
                <c:pt idx="437">
                  <c:v>113.19615427434672</c:v>
                </c:pt>
                <c:pt idx="438">
                  <c:v>111.48865485927311</c:v>
                </c:pt>
                <c:pt idx="439">
                  <c:v>112.60368013573847</c:v>
                </c:pt>
                <c:pt idx="440">
                  <c:v>112.44717775439943</c:v>
                </c:pt>
                <c:pt idx="441">
                  <c:v>114.38537819351924</c:v>
                </c:pt>
                <c:pt idx="442">
                  <c:v>114.20616133964279</c:v>
                </c:pt>
                <c:pt idx="443">
                  <c:v>115.32434175983603</c:v>
                </c:pt>
                <c:pt idx="444">
                  <c:v>116.13133876470823</c:v>
                </c:pt>
                <c:pt idx="445">
                  <c:v>116.46182442205566</c:v>
                </c:pt>
                <c:pt idx="446">
                  <c:v>117.92241325467936</c:v>
                </c:pt>
                <c:pt idx="447">
                  <c:v>117.35177687385452</c:v>
                </c:pt>
                <c:pt idx="448">
                  <c:v>117.78437726028896</c:v>
                </c:pt>
                <c:pt idx="449">
                  <c:v>118.2503982892414</c:v>
                </c:pt>
                <c:pt idx="450">
                  <c:v>119.37042549643306</c:v>
                </c:pt>
                <c:pt idx="451">
                  <c:v>120.01898475979327</c:v>
                </c:pt>
                <c:pt idx="452">
                  <c:v>120.05991590089215</c:v>
                </c:pt>
                <c:pt idx="453">
                  <c:v>116.07594084952666</c:v>
                </c:pt>
                <c:pt idx="454">
                  <c:v>116.89901942215866</c:v>
                </c:pt>
                <c:pt idx="455">
                  <c:v>118.18867058908525</c:v>
                </c:pt>
                <c:pt idx="456">
                  <c:v>119.4760408420628</c:v>
                </c:pt>
                <c:pt idx="457">
                  <c:v>120.55312179283275</c:v>
                </c:pt>
                <c:pt idx="458">
                  <c:v>121.06928644370596</c:v>
                </c:pt>
                <c:pt idx="459">
                  <c:v>121.49812020667892</c:v>
                </c:pt>
                <c:pt idx="460">
                  <c:v>121.4963822785615</c:v>
                </c:pt>
                <c:pt idx="461">
                  <c:v>121.81572657013709</c:v>
                </c:pt>
                <c:pt idx="462">
                  <c:v>124.1583156721879</c:v>
                </c:pt>
                <c:pt idx="463">
                  <c:v>124.57768000985972</c:v>
                </c:pt>
                <c:pt idx="464">
                  <c:v>124.05890847522249</c:v>
                </c:pt>
                <c:pt idx="465">
                  <c:v>123.99108040337217</c:v>
                </c:pt>
                <c:pt idx="466">
                  <c:v>125.48636952187364</c:v>
                </c:pt>
                <c:pt idx="467">
                  <c:v>126.48777994214208</c:v>
                </c:pt>
                <c:pt idx="468">
                  <c:v>127.31125328792243</c:v>
                </c:pt>
                <c:pt idx="469">
                  <c:v>127.70278111122704</c:v>
                </c:pt>
                <c:pt idx="470">
                  <c:v>128.02832926620354</c:v>
                </c:pt>
                <c:pt idx="471">
                  <c:v>126.77869191745137</c:v>
                </c:pt>
                <c:pt idx="472">
                  <c:v>125.44008347691154</c:v>
                </c:pt>
                <c:pt idx="473">
                  <c:v>127.27486291822198</c:v>
                </c:pt>
                <c:pt idx="474">
                  <c:v>128.45466005176777</c:v>
                </c:pt>
                <c:pt idx="475">
                  <c:v>128.24386552098775</c:v>
                </c:pt>
                <c:pt idx="476">
                  <c:v>126.21216369489711</c:v>
                </c:pt>
                <c:pt idx="477">
                  <c:v>125.22983260640983</c:v>
                </c:pt>
                <c:pt idx="478">
                  <c:v>123.03204382921358</c:v>
                </c:pt>
                <c:pt idx="479">
                  <c:v>121.29503016105001</c:v>
                </c:pt>
                <c:pt idx="480">
                  <c:v>119.87856018914671</c:v>
                </c:pt>
                <c:pt idx="481">
                  <c:v>125.44843433906647</c:v>
                </c:pt>
                <c:pt idx="482">
                  <c:v>130.05869622639923</c:v>
                </c:pt>
                <c:pt idx="483">
                  <c:v>131.03198663154271</c:v>
                </c:pt>
                <c:pt idx="484">
                  <c:v>131.31346474548417</c:v>
                </c:pt>
                <c:pt idx="485">
                  <c:v>133.0651381183188</c:v>
                </c:pt>
                <c:pt idx="486">
                  <c:v>132.96044041267555</c:v>
                </c:pt>
                <c:pt idx="487">
                  <c:v>133.01337848128097</c:v>
                </c:pt>
                <c:pt idx="488">
                  <c:v>133.72747550946679</c:v>
                </c:pt>
                <c:pt idx="489">
                  <c:v>133.59786473146383</c:v>
                </c:pt>
                <c:pt idx="490">
                  <c:v>134.93179050753787</c:v>
                </c:pt>
                <c:pt idx="491">
                  <c:v>135.06525050534916</c:v>
                </c:pt>
                <c:pt idx="492">
                  <c:v>133.93316200315223</c:v>
                </c:pt>
                <c:pt idx="493">
                  <c:v>133.33002062946147</c:v>
                </c:pt>
                <c:pt idx="494">
                  <c:v>132.12009012302005</c:v>
                </c:pt>
                <c:pt idx="495">
                  <c:v>130.07612927633724</c:v>
                </c:pt>
                <c:pt idx="496">
                  <c:v>130.35293456596261</c:v>
                </c:pt>
                <c:pt idx="497">
                  <c:v>132.92711472167321</c:v>
                </c:pt>
                <c:pt idx="498">
                  <c:v>127.58824708914827</c:v>
                </c:pt>
                <c:pt idx="499">
                  <c:v>129.17986024746051</c:v>
                </c:pt>
                <c:pt idx="500">
                  <c:v>130.45910359677214</c:v>
                </c:pt>
                <c:pt idx="501">
                  <c:v>133.83319456866681</c:v>
                </c:pt>
                <c:pt idx="502">
                  <c:v>133.02985262500647</c:v>
                </c:pt>
                <c:pt idx="503">
                  <c:v>131.69069587467709</c:v>
                </c:pt>
                <c:pt idx="504">
                  <c:v>131.40757222424563</c:v>
                </c:pt>
                <c:pt idx="505">
                  <c:v>132.44689406596129</c:v>
                </c:pt>
                <c:pt idx="506">
                  <c:v>133.38055103717363</c:v>
                </c:pt>
                <c:pt idx="507">
                  <c:v>132.64176023940041</c:v>
                </c:pt>
                <c:pt idx="508">
                  <c:v>131.70091866833556</c:v>
                </c:pt>
                <c:pt idx="509">
                  <c:v>131.94765102618632</c:v>
                </c:pt>
                <c:pt idx="510">
                  <c:v>130.11144841521568</c:v>
                </c:pt>
                <c:pt idx="511">
                  <c:v>130.41284895126478</c:v>
                </c:pt>
                <c:pt idx="512">
                  <c:v>130.59468584436721</c:v>
                </c:pt>
                <c:pt idx="513">
                  <c:v>131.44227078157988</c:v>
                </c:pt>
                <c:pt idx="514">
                  <c:v>128.4430967865386</c:v>
                </c:pt>
                <c:pt idx="515">
                  <c:v>126.54060344563717</c:v>
                </c:pt>
                <c:pt idx="516">
                  <c:v>128.5157589793981</c:v>
                </c:pt>
                <c:pt idx="517">
                  <c:v>130.36287812637951</c:v>
                </c:pt>
                <c:pt idx="518">
                  <c:v>128.1926384776728</c:v>
                </c:pt>
                <c:pt idx="519">
                  <c:v>129.7341576663238</c:v>
                </c:pt>
                <c:pt idx="520">
                  <c:v>127.8557246699781</c:v>
                </c:pt>
                <c:pt idx="521">
                  <c:v>128.46297579215062</c:v>
                </c:pt>
                <c:pt idx="522">
                  <c:v>128.28034984834937</c:v>
                </c:pt>
                <c:pt idx="523">
                  <c:v>127.05610967682743</c:v>
                </c:pt>
                <c:pt idx="524">
                  <c:v>122.62905831281756</c:v>
                </c:pt>
                <c:pt idx="525">
                  <c:v>124.42074940559387</c:v>
                </c:pt>
                <c:pt idx="526">
                  <c:v>125.75039099627905</c:v>
                </c:pt>
                <c:pt idx="527">
                  <c:v>122.99305224736163</c:v>
                </c:pt>
                <c:pt idx="528">
                  <c:v>122.70712767275151</c:v>
                </c:pt>
                <c:pt idx="529">
                  <c:v>123.30137949529177</c:v>
                </c:pt>
                <c:pt idx="530">
                  <c:v>122.78929468711182</c:v>
                </c:pt>
                <c:pt idx="531">
                  <c:v>128.14160500710375</c:v>
                </c:pt>
                <c:pt idx="532">
                  <c:v>129.0047177522296</c:v>
                </c:pt>
                <c:pt idx="533">
                  <c:v>126.77832989645859</c:v>
                </c:pt>
                <c:pt idx="534">
                  <c:v>126.53463173537638</c:v>
                </c:pt>
                <c:pt idx="535">
                  <c:v>126.76038439404715</c:v>
                </c:pt>
                <c:pt idx="536">
                  <c:v>127.73276113487071</c:v>
                </c:pt>
                <c:pt idx="537">
                  <c:v>128.92813330755652</c:v>
                </c:pt>
                <c:pt idx="538">
                  <c:v>130.55054443549687</c:v>
                </c:pt>
                <c:pt idx="539">
                  <c:v>129.68264488567613</c:v>
                </c:pt>
                <c:pt idx="540">
                  <c:v>128.35813633314041</c:v>
                </c:pt>
                <c:pt idx="541">
                  <c:v>128.31162722864235</c:v>
                </c:pt>
                <c:pt idx="542">
                  <c:v>130.68755764053446</c:v>
                </c:pt>
                <c:pt idx="543">
                  <c:v>132.68229798255658</c:v>
                </c:pt>
                <c:pt idx="544">
                  <c:v>132.12128692808486</c:v>
                </c:pt>
                <c:pt idx="545">
                  <c:v>130.76188824744713</c:v>
                </c:pt>
                <c:pt idx="546">
                  <c:v>133.29428414136771</c:v>
                </c:pt>
                <c:pt idx="547">
                  <c:v>133.72397875839377</c:v>
                </c:pt>
                <c:pt idx="548">
                  <c:v>133.98700442335331</c:v>
                </c:pt>
                <c:pt idx="549">
                  <c:v>134.8063378472967</c:v>
                </c:pt>
                <c:pt idx="550">
                  <c:v>135.9886447880838</c:v>
                </c:pt>
                <c:pt idx="551">
                  <c:v>137.28504170564585</c:v>
                </c:pt>
                <c:pt idx="552">
                  <c:v>137.27736221449584</c:v>
                </c:pt>
                <c:pt idx="553">
                  <c:v>136.4690211973724</c:v>
                </c:pt>
                <c:pt idx="554">
                  <c:v>137.63663431122009</c:v>
                </c:pt>
                <c:pt idx="555">
                  <c:v>137.63551308695574</c:v>
                </c:pt>
                <c:pt idx="556">
                  <c:v>138.76456171500803</c:v>
                </c:pt>
                <c:pt idx="557">
                  <c:v>138.59963261635684</c:v>
                </c:pt>
                <c:pt idx="558">
                  <c:v>138.28890222290684</c:v>
                </c:pt>
                <c:pt idx="559">
                  <c:v>138.8496597161438</c:v>
                </c:pt>
                <c:pt idx="560">
                  <c:v>138.57059738857609</c:v>
                </c:pt>
                <c:pt idx="561">
                  <c:v>138.90806126112071</c:v>
                </c:pt>
                <c:pt idx="562">
                  <c:v>137.84146051611387</c:v>
                </c:pt>
                <c:pt idx="563">
                  <c:v>136.50461640296487</c:v>
                </c:pt>
                <c:pt idx="564">
                  <c:v>135.67431801233434</c:v>
                </c:pt>
                <c:pt idx="565">
                  <c:v>136.2058330165487</c:v>
                </c:pt>
                <c:pt idx="566">
                  <c:v>136.47381950742903</c:v>
                </c:pt>
                <c:pt idx="567">
                  <c:v>135.28665911229737</c:v>
                </c:pt>
                <c:pt idx="568">
                  <c:v>136.43145621581934</c:v>
                </c:pt>
                <c:pt idx="569">
                  <c:v>137.14104602212618</c:v>
                </c:pt>
                <c:pt idx="570">
                  <c:v>136.70336946568406</c:v>
                </c:pt>
                <c:pt idx="571">
                  <c:v>136.10143812653493</c:v>
                </c:pt>
                <c:pt idx="572">
                  <c:v>135.63581606355294</c:v>
                </c:pt>
                <c:pt idx="573">
                  <c:v>135.18926266957675</c:v>
                </c:pt>
                <c:pt idx="574">
                  <c:v>135.55310111885331</c:v>
                </c:pt>
                <c:pt idx="575">
                  <c:v>136.52003197398042</c:v>
                </c:pt>
                <c:pt idx="576">
                  <c:v>136.5012835616869</c:v>
                </c:pt>
                <c:pt idx="577">
                  <c:v>136.27039286118963</c:v>
                </c:pt>
                <c:pt idx="578">
                  <c:v>135.05107639022626</c:v>
                </c:pt>
                <c:pt idx="579">
                  <c:v>134.82010889167512</c:v>
                </c:pt>
                <c:pt idx="580">
                  <c:v>135.16770766208708</c:v>
                </c:pt>
                <c:pt idx="581">
                  <c:v>136.15814576807864</c:v>
                </c:pt>
                <c:pt idx="582">
                  <c:v>136.36552935534581</c:v>
                </c:pt>
                <c:pt idx="583">
                  <c:v>137.06554684715968</c:v>
                </c:pt>
                <c:pt idx="584">
                  <c:v>136.86670207541309</c:v>
                </c:pt>
                <c:pt idx="585">
                  <c:v>135.09455606823727</c:v>
                </c:pt>
                <c:pt idx="586">
                  <c:v>133.93857077485063</c:v>
                </c:pt>
                <c:pt idx="587">
                  <c:v>136.47966582715441</c:v>
                </c:pt>
                <c:pt idx="588">
                  <c:v>136.64851933828243</c:v>
                </c:pt>
                <c:pt idx="589">
                  <c:v>136.31832989247914</c:v>
                </c:pt>
                <c:pt idx="590">
                  <c:v>135.72262045377857</c:v>
                </c:pt>
                <c:pt idx="591">
                  <c:v>135.36869512891329</c:v>
                </c:pt>
                <c:pt idx="592">
                  <c:v>136.24332323180627</c:v>
                </c:pt>
                <c:pt idx="593">
                  <c:v>136.9410969414896</c:v>
                </c:pt>
                <c:pt idx="594">
                  <c:v>139.26009714443558</c:v>
                </c:pt>
                <c:pt idx="595">
                  <c:v>140.64276313667423</c:v>
                </c:pt>
                <c:pt idx="596">
                  <c:v>140.73396720379412</c:v>
                </c:pt>
                <c:pt idx="597">
                  <c:v>140.3897562452629</c:v>
                </c:pt>
                <c:pt idx="598">
                  <c:v>140.4924344199232</c:v>
                </c:pt>
                <c:pt idx="599">
                  <c:v>140.37978848739135</c:v>
                </c:pt>
                <c:pt idx="600">
                  <c:v>140.3189602247339</c:v>
                </c:pt>
                <c:pt idx="601">
                  <c:v>141.3041355912581</c:v>
                </c:pt>
                <c:pt idx="602">
                  <c:v>142.69649793214086</c:v>
                </c:pt>
                <c:pt idx="603">
                  <c:v>142.98958987936098</c:v>
                </c:pt>
                <c:pt idx="604">
                  <c:v>143.43462345459506</c:v>
                </c:pt>
                <c:pt idx="605">
                  <c:v>143.03361069082169</c:v>
                </c:pt>
                <c:pt idx="606">
                  <c:v>141.7691000880184</c:v>
                </c:pt>
                <c:pt idx="607">
                  <c:v>142.45403868573416</c:v>
                </c:pt>
                <c:pt idx="608">
                  <c:v>143.82915726724053</c:v>
                </c:pt>
                <c:pt idx="609">
                  <c:v>143.60364529693911</c:v>
                </c:pt>
                <c:pt idx="610">
                  <c:v>147.75019981216059</c:v>
                </c:pt>
                <c:pt idx="611">
                  <c:v>150.12402295117184</c:v>
                </c:pt>
                <c:pt idx="612">
                  <c:v>151.51218388955061</c:v>
                </c:pt>
                <c:pt idx="613">
                  <c:v>152.29857398415464</c:v>
                </c:pt>
                <c:pt idx="614">
                  <c:v>152.77506747915231</c:v>
                </c:pt>
                <c:pt idx="615">
                  <c:v>151.96521390456479</c:v>
                </c:pt>
                <c:pt idx="616">
                  <c:v>151.12597904662445</c:v>
                </c:pt>
                <c:pt idx="617">
                  <c:v>151.18751617235435</c:v>
                </c:pt>
                <c:pt idx="618">
                  <c:v>151.06609090352555</c:v>
                </c:pt>
                <c:pt idx="619">
                  <c:v>151.41941262655178</c:v>
                </c:pt>
                <c:pt idx="620">
                  <c:v>152.53119140604232</c:v>
                </c:pt>
                <c:pt idx="621">
                  <c:v>153.99117594986441</c:v>
                </c:pt>
                <c:pt idx="622">
                  <c:v>153.47508440390726</c:v>
                </c:pt>
                <c:pt idx="623">
                  <c:v>152.49597523284316</c:v>
                </c:pt>
                <c:pt idx="624">
                  <c:v>155.0580052760549</c:v>
                </c:pt>
                <c:pt idx="625">
                  <c:v>155.38981884454438</c:v>
                </c:pt>
                <c:pt idx="626">
                  <c:v>155.48399581573909</c:v>
                </c:pt>
                <c:pt idx="627">
                  <c:v>154.3096552400288</c:v>
                </c:pt>
                <c:pt idx="628">
                  <c:v>153.1996489036656</c:v>
                </c:pt>
                <c:pt idx="629">
                  <c:v>152.18433787706994</c:v>
                </c:pt>
                <c:pt idx="630">
                  <c:v>151.42159536939343</c:v>
                </c:pt>
                <c:pt idx="631">
                  <c:v>152.84089322912087</c:v>
                </c:pt>
                <c:pt idx="632">
                  <c:v>153.37850830045255</c:v>
                </c:pt>
                <c:pt idx="633">
                  <c:v>151.66083379264123</c:v>
                </c:pt>
                <c:pt idx="634">
                  <c:v>152.42863164496171</c:v>
                </c:pt>
                <c:pt idx="635">
                  <c:v>153.05443080905718</c:v>
                </c:pt>
                <c:pt idx="636">
                  <c:v>153.48848644205151</c:v>
                </c:pt>
                <c:pt idx="637">
                  <c:v>153.1703576043609</c:v>
                </c:pt>
                <c:pt idx="638">
                  <c:v>154.37984284522881</c:v>
                </c:pt>
                <c:pt idx="639">
                  <c:v>156.20091055194695</c:v>
                </c:pt>
                <c:pt idx="640">
                  <c:v>157.29794752933427</c:v>
                </c:pt>
                <c:pt idx="641">
                  <c:v>156.80163072871076</c:v>
                </c:pt>
                <c:pt idx="642">
                  <c:v>156.11291738977627</c:v>
                </c:pt>
                <c:pt idx="643">
                  <c:v>155.95336939926</c:v>
                </c:pt>
                <c:pt idx="644">
                  <c:v>155.36942988258392</c:v>
                </c:pt>
                <c:pt idx="645">
                  <c:v>155.99113317656122</c:v>
                </c:pt>
                <c:pt idx="646">
                  <c:v>153.08178958337845</c:v>
                </c:pt>
                <c:pt idx="647">
                  <c:v>151.56318788950864</c:v>
                </c:pt>
                <c:pt idx="648">
                  <c:v>153.48038787857485</c:v>
                </c:pt>
                <c:pt idx="649">
                  <c:v>153.47654717675439</c:v>
                </c:pt>
                <c:pt idx="650">
                  <c:v>153.36029276354896</c:v>
                </c:pt>
                <c:pt idx="651">
                  <c:v>154.11379609774716</c:v>
                </c:pt>
                <c:pt idx="652">
                  <c:v>156.37905681904073</c:v>
                </c:pt>
                <c:pt idx="653">
                  <c:v>156.57344791194566</c:v>
                </c:pt>
                <c:pt idx="654">
                  <c:v>155.81845929635847</c:v>
                </c:pt>
                <c:pt idx="655">
                  <c:v>153.93527447951141</c:v>
                </c:pt>
                <c:pt idx="656">
                  <c:v>155.92022842518097</c:v>
                </c:pt>
                <c:pt idx="657">
                  <c:v>154.35729675769682</c:v>
                </c:pt>
                <c:pt idx="658">
                  <c:v>153.65774083682206</c:v>
                </c:pt>
                <c:pt idx="659">
                  <c:v>150.18293665383374</c:v>
                </c:pt>
                <c:pt idx="660">
                  <c:v>150.68718072423925</c:v>
                </c:pt>
                <c:pt idx="661">
                  <c:v>150.12423600532975</c:v>
                </c:pt>
                <c:pt idx="662">
                  <c:v>151.16902527689925</c:v>
                </c:pt>
                <c:pt idx="663">
                  <c:v>146.77435885242636</c:v>
                </c:pt>
                <c:pt idx="664">
                  <c:v>145.67091102467583</c:v>
                </c:pt>
                <c:pt idx="665">
                  <c:v>145.07142195902387</c:v>
                </c:pt>
                <c:pt idx="666">
                  <c:v>148.8234591687</c:v>
                </c:pt>
                <c:pt idx="667">
                  <c:v>147.09756383809668</c:v>
                </c:pt>
                <c:pt idx="668">
                  <c:v>144.06378448746656</c:v>
                </c:pt>
                <c:pt idx="669">
                  <c:v>146.20888751007203</c:v>
                </c:pt>
                <c:pt idx="670">
                  <c:v>148.46678270338523</c:v>
                </c:pt>
                <c:pt idx="671">
                  <c:v>148.81596486138403</c:v>
                </c:pt>
                <c:pt idx="672">
                  <c:v>148.33722180260875</c:v>
                </c:pt>
                <c:pt idx="673">
                  <c:v>147.12545342568282</c:v>
                </c:pt>
                <c:pt idx="674">
                  <c:v>146.41085782059213</c:v>
                </c:pt>
                <c:pt idx="675">
                  <c:v>145.53619050450772</c:v>
                </c:pt>
                <c:pt idx="676">
                  <c:v>145.08708408507133</c:v>
                </c:pt>
                <c:pt idx="677">
                  <c:v>143.02233168763522</c:v>
                </c:pt>
                <c:pt idx="678">
                  <c:v>140.24222986052342</c:v>
                </c:pt>
                <c:pt idx="679">
                  <c:v>143.86454504750793</c:v>
                </c:pt>
                <c:pt idx="680">
                  <c:v>144.2743635734565</c:v>
                </c:pt>
                <c:pt idx="681">
                  <c:v>144.97436416125683</c:v>
                </c:pt>
                <c:pt idx="682">
                  <c:v>146.22163793588291</c:v>
                </c:pt>
                <c:pt idx="683">
                  <c:v>146.05491052315227</c:v>
                </c:pt>
                <c:pt idx="684">
                  <c:v>145.97303166651869</c:v>
                </c:pt>
                <c:pt idx="685">
                  <c:v>147.24660849353481</c:v>
                </c:pt>
                <c:pt idx="686">
                  <c:v>152.13401997749068</c:v>
                </c:pt>
                <c:pt idx="687">
                  <c:v>153.14752427361361</c:v>
                </c:pt>
                <c:pt idx="688">
                  <c:v>154.36114432687037</c:v>
                </c:pt>
                <c:pt idx="689">
                  <c:v>152.90745664345263</c:v>
                </c:pt>
                <c:pt idx="690">
                  <c:v>153.78444986696894</c:v>
                </c:pt>
                <c:pt idx="691">
                  <c:v>155.70427256748195</c:v>
                </c:pt>
                <c:pt idx="692">
                  <c:v>156.64610991578533</c:v>
                </c:pt>
                <c:pt idx="693">
                  <c:v>157.86616858709829</c:v>
                </c:pt>
                <c:pt idx="694">
                  <c:v>158.39280090150848</c:v>
                </c:pt>
                <c:pt idx="695">
                  <c:v>157.98842816046869</c:v>
                </c:pt>
                <c:pt idx="696">
                  <c:v>158.44147414401908</c:v>
                </c:pt>
                <c:pt idx="697">
                  <c:v>156.13033728970422</c:v>
                </c:pt>
                <c:pt idx="698">
                  <c:v>154.24354580529501</c:v>
                </c:pt>
                <c:pt idx="699">
                  <c:v>153.16353003663656</c:v>
                </c:pt>
                <c:pt idx="700">
                  <c:v>151.60567648028021</c:v>
                </c:pt>
                <c:pt idx="701">
                  <c:v>147.48979087942357</c:v>
                </c:pt>
                <c:pt idx="702">
                  <c:v>145.99268391603925</c:v>
                </c:pt>
                <c:pt idx="703">
                  <c:v>146.35318607204246</c:v>
                </c:pt>
                <c:pt idx="704">
                  <c:v>148.35729758384787</c:v>
                </c:pt>
                <c:pt idx="705">
                  <c:v>151.26860074852027</c:v>
                </c:pt>
                <c:pt idx="706">
                  <c:v>152.39556874122235</c:v>
                </c:pt>
                <c:pt idx="707">
                  <c:v>150.4641379491741</c:v>
                </c:pt>
                <c:pt idx="708">
                  <c:v>150.35689800752036</c:v>
                </c:pt>
                <c:pt idx="709">
                  <c:v>148.28054774949641</c:v>
                </c:pt>
                <c:pt idx="710">
                  <c:v>149.7161319665893</c:v>
                </c:pt>
                <c:pt idx="711">
                  <c:v>150.69481805357171</c:v>
                </c:pt>
                <c:pt idx="712">
                  <c:v>147.8928284561911</c:v>
                </c:pt>
                <c:pt idx="713">
                  <c:v>142.98708176831349</c:v>
                </c:pt>
                <c:pt idx="714">
                  <c:v>147.10382175234713</c:v>
                </c:pt>
                <c:pt idx="715">
                  <c:v>147.98101247425166</c:v>
                </c:pt>
                <c:pt idx="716">
                  <c:v>147.82054504606759</c:v>
                </c:pt>
                <c:pt idx="717">
                  <c:v>147.90242541843432</c:v>
                </c:pt>
                <c:pt idx="718">
                  <c:v>147.30615168329464</c:v>
                </c:pt>
                <c:pt idx="719">
                  <c:v>146.40824770186708</c:v>
                </c:pt>
                <c:pt idx="720">
                  <c:v>146.66571120622572</c:v>
                </c:pt>
                <c:pt idx="721">
                  <c:v>138.47873001079313</c:v>
                </c:pt>
                <c:pt idx="722">
                  <c:v>141.927104757157</c:v>
                </c:pt>
                <c:pt idx="723">
                  <c:v>140.66595146788532</c:v>
                </c:pt>
                <c:pt idx="724">
                  <c:v>139.76834475234764</c:v>
                </c:pt>
                <c:pt idx="725">
                  <c:v>136.8799872428435</c:v>
                </c:pt>
                <c:pt idx="726">
                  <c:v>132.27082473283537</c:v>
                </c:pt>
                <c:pt idx="727">
                  <c:v>133.5974512789245</c:v>
                </c:pt>
                <c:pt idx="728">
                  <c:v>136.41067928867059</c:v>
                </c:pt>
                <c:pt idx="729">
                  <c:v>139.84093961250846</c:v>
                </c:pt>
                <c:pt idx="730">
                  <c:v>139.55405053427842</c:v>
                </c:pt>
                <c:pt idx="731">
                  <c:v>141.25592656480862</c:v>
                </c:pt>
                <c:pt idx="732">
                  <c:v>139.7321537743901</c:v>
                </c:pt>
                <c:pt idx="733">
                  <c:v>142.61191794720739</c:v>
                </c:pt>
                <c:pt idx="734">
                  <c:v>146.10058497300287</c:v>
                </c:pt>
                <c:pt idx="735">
                  <c:v>145.40770776809245</c:v>
                </c:pt>
                <c:pt idx="736">
                  <c:v>145.18892213238118</c:v>
                </c:pt>
                <c:pt idx="737">
                  <c:v>144.70529675690901</c:v>
                </c:pt>
                <c:pt idx="738">
                  <c:v>144.42617108621988</c:v>
                </c:pt>
                <c:pt idx="739">
                  <c:v>144.85721645702353</c:v>
                </c:pt>
                <c:pt idx="740">
                  <c:v>146.27049088934635</c:v>
                </c:pt>
                <c:pt idx="741">
                  <c:v>148.130886536091</c:v>
                </c:pt>
                <c:pt idx="742">
                  <c:v>147.77073232666527</c:v>
                </c:pt>
                <c:pt idx="743">
                  <c:v>149.51117597710152</c:v>
                </c:pt>
                <c:pt idx="744">
                  <c:v>152.75134840284227</c:v>
                </c:pt>
                <c:pt idx="745">
                  <c:v>151.08159716502217</c:v>
                </c:pt>
                <c:pt idx="746">
                  <c:v>149.25797036336678</c:v>
                </c:pt>
                <c:pt idx="747">
                  <c:v>150.52647563336109</c:v>
                </c:pt>
                <c:pt idx="748">
                  <c:v>149.2428266607007</c:v>
                </c:pt>
                <c:pt idx="749">
                  <c:v>147.72977941462077</c:v>
                </c:pt>
                <c:pt idx="750">
                  <c:v>147.05261714663649</c:v>
                </c:pt>
                <c:pt idx="751">
                  <c:v>144.22965302202749</c:v>
                </c:pt>
                <c:pt idx="752">
                  <c:v>146.38404161272936</c:v>
                </c:pt>
                <c:pt idx="753">
                  <c:v>144.30199847134023</c:v>
                </c:pt>
                <c:pt idx="754">
                  <c:v>141.71123969177032</c:v>
                </c:pt>
                <c:pt idx="755">
                  <c:v>144.10388297739857</c:v>
                </c:pt>
                <c:pt idx="756">
                  <c:v>142.59400126160514</c:v>
                </c:pt>
                <c:pt idx="757">
                  <c:v>144.37003579267517</c:v>
                </c:pt>
                <c:pt idx="758">
                  <c:v>143.53770075091501</c:v>
                </c:pt>
                <c:pt idx="759">
                  <c:v>143.23742768535877</c:v>
                </c:pt>
                <c:pt idx="760">
                  <c:v>139.86156813620789</c:v>
                </c:pt>
                <c:pt idx="761">
                  <c:v>140.63083219729532</c:v>
                </c:pt>
                <c:pt idx="762">
                  <c:v>137.1564460775644</c:v>
                </c:pt>
                <c:pt idx="763">
                  <c:v>134.66109130670191</c:v>
                </c:pt>
                <c:pt idx="764">
                  <c:v>134.21164563175563</c:v>
                </c:pt>
                <c:pt idx="765">
                  <c:v>130.68479936545225</c:v>
                </c:pt>
                <c:pt idx="766">
                  <c:v>130.86322178546504</c:v>
                </c:pt>
                <c:pt idx="767">
                  <c:v>131.36197656795002</c:v>
                </c:pt>
                <c:pt idx="768">
                  <c:v>134.30459092622235</c:v>
                </c:pt>
                <c:pt idx="769">
                  <c:v>134.28483782745627</c:v>
                </c:pt>
                <c:pt idx="770">
                  <c:v>130.50615179173815</c:v>
                </c:pt>
                <c:pt idx="771">
                  <c:v>134.04308152516293</c:v>
                </c:pt>
                <c:pt idx="772">
                  <c:v>133.2234636796189</c:v>
                </c:pt>
                <c:pt idx="773">
                  <c:v>132.61023527576518</c:v>
                </c:pt>
                <c:pt idx="774">
                  <c:v>133.61074378029684</c:v>
                </c:pt>
                <c:pt idx="775">
                  <c:v>135.05963737279129</c:v>
                </c:pt>
                <c:pt idx="776">
                  <c:v>137.6113452187914</c:v>
                </c:pt>
                <c:pt idx="777">
                  <c:v>136.96796714822122</c:v>
                </c:pt>
                <c:pt idx="778">
                  <c:v>136.64894253259732</c:v>
                </c:pt>
                <c:pt idx="779">
                  <c:v>137.46099002027123</c:v>
                </c:pt>
                <c:pt idx="780">
                  <c:v>137.08022516148165</c:v>
                </c:pt>
                <c:pt idx="781">
                  <c:v>136.83053380939228</c:v>
                </c:pt>
                <c:pt idx="782">
                  <c:v>135.47462952683657</c:v>
                </c:pt>
                <c:pt idx="783">
                  <c:v>134.9764757099222</c:v>
                </c:pt>
                <c:pt idx="784">
                  <c:v>135.87388304800766</c:v>
                </c:pt>
                <c:pt idx="785">
                  <c:v>133.50462600353737</c:v>
                </c:pt>
                <c:pt idx="786">
                  <c:v>129.47884171360221</c:v>
                </c:pt>
                <c:pt idx="787">
                  <c:v>129.36577834268778</c:v>
                </c:pt>
                <c:pt idx="788">
                  <c:v>128.91499631897685</c:v>
                </c:pt>
                <c:pt idx="789">
                  <c:v>126.17369288792337</c:v>
                </c:pt>
                <c:pt idx="790">
                  <c:v>125.62069471050282</c:v>
                </c:pt>
                <c:pt idx="791">
                  <c:v>126.08601738715299</c:v>
                </c:pt>
                <c:pt idx="792">
                  <c:v>128.45928147389606</c:v>
                </c:pt>
                <c:pt idx="793">
                  <c:v>126.40397838322308</c:v>
                </c:pt>
                <c:pt idx="794">
                  <c:v>127.49041015517118</c:v>
                </c:pt>
                <c:pt idx="795">
                  <c:v>128.55298678362161</c:v>
                </c:pt>
                <c:pt idx="796">
                  <c:v>129.70957631117389</c:v>
                </c:pt>
                <c:pt idx="797">
                  <c:v>129.18578402064384</c:v>
                </c:pt>
                <c:pt idx="798">
                  <c:v>128.37611876278891</c:v>
                </c:pt>
                <c:pt idx="799">
                  <c:v>128.21566141758251</c:v>
                </c:pt>
                <c:pt idx="800">
                  <c:v>127.74078342887165</c:v>
                </c:pt>
                <c:pt idx="801">
                  <c:v>128.41630231432626</c:v>
                </c:pt>
                <c:pt idx="802">
                  <c:v>128.24185976639953</c:v>
                </c:pt>
                <c:pt idx="803">
                  <c:v>129.2797735600362</c:v>
                </c:pt>
                <c:pt idx="804">
                  <c:v>130.94594404941955</c:v>
                </c:pt>
                <c:pt idx="805">
                  <c:v>131.28163105360659</c:v>
                </c:pt>
                <c:pt idx="806">
                  <c:v>130.98010842790916</c:v>
                </c:pt>
                <c:pt idx="807">
                  <c:v>129.33125819704563</c:v>
                </c:pt>
                <c:pt idx="808">
                  <c:v>128.56227401359089</c:v>
                </c:pt>
                <c:pt idx="809">
                  <c:v>127.9966060271871</c:v>
                </c:pt>
                <c:pt idx="810">
                  <c:v>128.88438666082331</c:v>
                </c:pt>
                <c:pt idx="811">
                  <c:v>131.0979760741121</c:v>
                </c:pt>
                <c:pt idx="812">
                  <c:v>132.50139909969843</c:v>
                </c:pt>
                <c:pt idx="813">
                  <c:v>133.1741026094665</c:v>
                </c:pt>
                <c:pt idx="814">
                  <c:v>134.20114894343226</c:v>
                </c:pt>
                <c:pt idx="815">
                  <c:v>133.59366779386986</c:v>
                </c:pt>
                <c:pt idx="816">
                  <c:v>132.50120500433559</c:v>
                </c:pt>
                <c:pt idx="817">
                  <c:v>133.60024402295764</c:v>
                </c:pt>
                <c:pt idx="818">
                  <c:v>136.17205474180474</c:v>
                </c:pt>
                <c:pt idx="819">
                  <c:v>138.5725426899499</c:v>
                </c:pt>
                <c:pt idx="820">
                  <c:v>140.4854163835823</c:v>
                </c:pt>
                <c:pt idx="821">
                  <c:v>141.53166013249313</c:v>
                </c:pt>
                <c:pt idx="822">
                  <c:v>141.45808051717131</c:v>
                </c:pt>
                <c:pt idx="823">
                  <c:v>140.16365516732199</c:v>
                </c:pt>
                <c:pt idx="824">
                  <c:v>141.04557479689683</c:v>
                </c:pt>
                <c:pt idx="825">
                  <c:v>141.25394277933944</c:v>
                </c:pt>
                <c:pt idx="826">
                  <c:v>141.46542240940516</c:v>
                </c:pt>
                <c:pt idx="827">
                  <c:v>142.42925414341843</c:v>
                </c:pt>
                <c:pt idx="828">
                  <c:v>143.45211575333971</c:v>
                </c:pt>
                <c:pt idx="829">
                  <c:v>144.89641093696511</c:v>
                </c:pt>
                <c:pt idx="830">
                  <c:v>140.46170603921053</c:v>
                </c:pt>
                <c:pt idx="831">
                  <c:v>141.12331619049056</c:v>
                </c:pt>
                <c:pt idx="832">
                  <c:v>141.51669223493545</c:v>
                </c:pt>
                <c:pt idx="833">
                  <c:v>140.7162749038749</c:v>
                </c:pt>
                <c:pt idx="834">
                  <c:v>140.93980942487127</c:v>
                </c:pt>
                <c:pt idx="835">
                  <c:v>138.65129436680178</c:v>
                </c:pt>
                <c:pt idx="836">
                  <c:v>142.88862233220181</c:v>
                </c:pt>
                <c:pt idx="837">
                  <c:v>141.71985102578111</c:v>
                </c:pt>
                <c:pt idx="838">
                  <c:v>140.99702760664661</c:v>
                </c:pt>
                <c:pt idx="839">
                  <c:v>142.01273644803555</c:v>
                </c:pt>
                <c:pt idx="840">
                  <c:v>141.44384170987141</c:v>
                </c:pt>
                <c:pt idx="841">
                  <c:v>143.29269900726348</c:v>
                </c:pt>
                <c:pt idx="842">
                  <c:v>143.63505526261991</c:v>
                </c:pt>
                <c:pt idx="843">
                  <c:v>144.38878410191361</c:v>
                </c:pt>
                <c:pt idx="844">
                  <c:v>146.59402349887549</c:v>
                </c:pt>
                <c:pt idx="845">
                  <c:v>145.1024605916449</c:v>
                </c:pt>
                <c:pt idx="846">
                  <c:v>144.08535816160764</c:v>
                </c:pt>
                <c:pt idx="847">
                  <c:v>140.87625925064145</c:v>
                </c:pt>
                <c:pt idx="848">
                  <c:v>141.88152033998034</c:v>
                </c:pt>
                <c:pt idx="849">
                  <c:v>143.42161534397698</c:v>
                </c:pt>
                <c:pt idx="850">
                  <c:v>142.1967189516248</c:v>
                </c:pt>
                <c:pt idx="851">
                  <c:v>140.08035369164037</c:v>
                </c:pt>
                <c:pt idx="852">
                  <c:v>137.35077169261575</c:v>
                </c:pt>
                <c:pt idx="853">
                  <c:v>133.79618775165943</c:v>
                </c:pt>
                <c:pt idx="854">
                  <c:v>134.05984154004577</c:v>
                </c:pt>
                <c:pt idx="855">
                  <c:v>132.02947782257769</c:v>
                </c:pt>
                <c:pt idx="856">
                  <c:v>131.77217349794077</c:v>
                </c:pt>
                <c:pt idx="857">
                  <c:v>134.44752132203448</c:v>
                </c:pt>
                <c:pt idx="858">
                  <c:v>132.51155715584889</c:v>
                </c:pt>
                <c:pt idx="859">
                  <c:v>136.07217849031045</c:v>
                </c:pt>
                <c:pt idx="860">
                  <c:v>136.06112271219229</c:v>
                </c:pt>
                <c:pt idx="861">
                  <c:v>134.77899651360829</c:v>
                </c:pt>
                <c:pt idx="862">
                  <c:v>134.20569742334501</c:v>
                </c:pt>
                <c:pt idx="863">
                  <c:v>133.54941532474353</c:v>
                </c:pt>
                <c:pt idx="864">
                  <c:v>132.43932670936701</c:v>
                </c:pt>
                <c:pt idx="865">
                  <c:v>133.79524480463434</c:v>
                </c:pt>
                <c:pt idx="866">
                  <c:v>134.74911890194358</c:v>
                </c:pt>
                <c:pt idx="867">
                  <c:v>136.40511254929598</c:v>
                </c:pt>
                <c:pt idx="868">
                  <c:v>136.36096407578168</c:v>
                </c:pt>
                <c:pt idx="869">
                  <c:v>135.39823009803601</c:v>
                </c:pt>
                <c:pt idx="870">
                  <c:v>136.05310933760185</c:v>
                </c:pt>
                <c:pt idx="871">
                  <c:v>137.24866259609158</c:v>
                </c:pt>
                <c:pt idx="872">
                  <c:v>136.83674762086679</c:v>
                </c:pt>
                <c:pt idx="873">
                  <c:v>138.08484361068338</c:v>
                </c:pt>
                <c:pt idx="874">
                  <c:v>140.22000549194132</c:v>
                </c:pt>
                <c:pt idx="875">
                  <c:v>140.1380823772125</c:v>
                </c:pt>
                <c:pt idx="876">
                  <c:v>139.70440347247325</c:v>
                </c:pt>
                <c:pt idx="877">
                  <c:v>140.80582703419125</c:v>
                </c:pt>
                <c:pt idx="878">
                  <c:v>142.01794236201798</c:v>
                </c:pt>
                <c:pt idx="879">
                  <c:v>142.93185493405352</c:v>
                </c:pt>
                <c:pt idx="880">
                  <c:v>141.46283004220371</c:v>
                </c:pt>
                <c:pt idx="881">
                  <c:v>145.93835876610973</c:v>
                </c:pt>
                <c:pt idx="882">
                  <c:v>144.72531960086496</c:v>
                </c:pt>
                <c:pt idx="883">
                  <c:v>145.17839372617118</c:v>
                </c:pt>
                <c:pt idx="884">
                  <c:v>144.13163680843024</c:v>
                </c:pt>
                <c:pt idx="885">
                  <c:v>143.73401177933573</c:v>
                </c:pt>
                <c:pt idx="886">
                  <c:v>142.44253750451185</c:v>
                </c:pt>
                <c:pt idx="887">
                  <c:v>143.1015462701084</c:v>
                </c:pt>
                <c:pt idx="888">
                  <c:v>143.20822940696132</c:v>
                </c:pt>
                <c:pt idx="889">
                  <c:v>144.90825018441274</c:v>
                </c:pt>
                <c:pt idx="890">
                  <c:v>145.13285518913483</c:v>
                </c:pt>
                <c:pt idx="891">
                  <c:v>145.6352558221264</c:v>
                </c:pt>
                <c:pt idx="892">
                  <c:v>146.14489964027578</c:v>
                </c:pt>
                <c:pt idx="893">
                  <c:v>147.4538464431285</c:v>
                </c:pt>
                <c:pt idx="894">
                  <c:v>148.69187500632947</c:v>
                </c:pt>
                <c:pt idx="895">
                  <c:v>147.72473903607329</c:v>
                </c:pt>
                <c:pt idx="896">
                  <c:v>147.02420720435347</c:v>
                </c:pt>
                <c:pt idx="897">
                  <c:v>145.32875336435842</c:v>
                </c:pt>
                <c:pt idx="898">
                  <c:v>144.23341792187668</c:v>
                </c:pt>
                <c:pt idx="899">
                  <c:v>145.06063766850582</c:v>
                </c:pt>
                <c:pt idx="900">
                  <c:v>144.31360573835875</c:v>
                </c:pt>
                <c:pt idx="901">
                  <c:v>143.56121310620824</c:v>
                </c:pt>
                <c:pt idx="902">
                  <c:v>144.29430040588883</c:v>
                </c:pt>
                <c:pt idx="903">
                  <c:v>145.04768954931208</c:v>
                </c:pt>
                <c:pt idx="904">
                  <c:v>143.2006945691144</c:v>
                </c:pt>
                <c:pt idx="905">
                  <c:v>141.4893961126665</c:v>
                </c:pt>
                <c:pt idx="906">
                  <c:v>142.96941918588701</c:v>
                </c:pt>
                <c:pt idx="907">
                  <c:v>142.43852901702539</c:v>
                </c:pt>
                <c:pt idx="908">
                  <c:v>141.02424686095091</c:v>
                </c:pt>
                <c:pt idx="909">
                  <c:v>140.6478576382392</c:v>
                </c:pt>
                <c:pt idx="910">
                  <c:v>137.82628561722666</c:v>
                </c:pt>
                <c:pt idx="911">
                  <c:v>139.43467691444232</c:v>
                </c:pt>
                <c:pt idx="912">
                  <c:v>140.34568584457844</c:v>
                </c:pt>
                <c:pt idx="913">
                  <c:v>140.26983293450763</c:v>
                </c:pt>
                <c:pt idx="914">
                  <c:v>140.80002929571685</c:v>
                </c:pt>
                <c:pt idx="915">
                  <c:v>140.13670333724053</c:v>
                </c:pt>
                <c:pt idx="916">
                  <c:v>140.84995289469205</c:v>
                </c:pt>
                <c:pt idx="917">
                  <c:v>141.26962675465069</c:v>
                </c:pt>
                <c:pt idx="918">
                  <c:v>139.59237201958393</c:v>
                </c:pt>
                <c:pt idx="919">
                  <c:v>139.54924770359602</c:v>
                </c:pt>
                <c:pt idx="920">
                  <c:v>138.62481282364035</c:v>
                </c:pt>
                <c:pt idx="921">
                  <c:v>140.95949630231331</c:v>
                </c:pt>
                <c:pt idx="922">
                  <c:v>139.76653996757165</c:v>
                </c:pt>
                <c:pt idx="923">
                  <c:v>140.49054778920603</c:v>
                </c:pt>
                <c:pt idx="924">
                  <c:v>140.16904918197685</c:v>
                </c:pt>
                <c:pt idx="925">
                  <c:v>141.4362057139418</c:v>
                </c:pt>
                <c:pt idx="926">
                  <c:v>140.94982824254765</c:v>
                </c:pt>
                <c:pt idx="927">
                  <c:v>141.60675920191085</c:v>
                </c:pt>
                <c:pt idx="928">
                  <c:v>142.70327745147731</c:v>
                </c:pt>
                <c:pt idx="929">
                  <c:v>142.7591165885901</c:v>
                </c:pt>
                <c:pt idx="930">
                  <c:v>142.98762729204668</c:v>
                </c:pt>
                <c:pt idx="931">
                  <c:v>142.41395560453375</c:v>
                </c:pt>
                <c:pt idx="932">
                  <c:v>140.59286475885338</c:v>
                </c:pt>
                <c:pt idx="933">
                  <c:v>138.47177426895354</c:v>
                </c:pt>
                <c:pt idx="934">
                  <c:v>138.63435440870919</c:v>
                </c:pt>
                <c:pt idx="935">
                  <c:v>138.59626169207715</c:v>
                </c:pt>
                <c:pt idx="936">
                  <c:v>138.04958534650095</c:v>
                </c:pt>
                <c:pt idx="937">
                  <c:v>137.82779135075464</c:v>
                </c:pt>
                <c:pt idx="938">
                  <c:v>139.26579063903543</c:v>
                </c:pt>
                <c:pt idx="939">
                  <c:v>138.19100440567195</c:v>
                </c:pt>
                <c:pt idx="940">
                  <c:v>137.45236368647699</c:v>
                </c:pt>
                <c:pt idx="941">
                  <c:v>138.65313961476687</c:v>
                </c:pt>
                <c:pt idx="942">
                  <c:v>138.92997822016068</c:v>
                </c:pt>
                <c:pt idx="943">
                  <c:v>138.69601573097393</c:v>
                </c:pt>
                <c:pt idx="944">
                  <c:v>137.82109860971858</c:v>
                </c:pt>
                <c:pt idx="945">
                  <c:v>139.03408968273214</c:v>
                </c:pt>
                <c:pt idx="946">
                  <c:v>139.45525160479249</c:v>
                </c:pt>
                <c:pt idx="947">
                  <c:v>139.98287057994671</c:v>
                </c:pt>
                <c:pt idx="948">
                  <c:v>138.99049170000572</c:v>
                </c:pt>
                <c:pt idx="949">
                  <c:v>138.21901941518271</c:v>
                </c:pt>
                <c:pt idx="950">
                  <c:v>138.16760815421085</c:v>
                </c:pt>
                <c:pt idx="951">
                  <c:v>135.91319046963898</c:v>
                </c:pt>
                <c:pt idx="952">
                  <c:v>135.71181745527014</c:v>
                </c:pt>
                <c:pt idx="953">
                  <c:v>135.39162021481792</c:v>
                </c:pt>
                <c:pt idx="954">
                  <c:v>134.54651832990268</c:v>
                </c:pt>
                <c:pt idx="955">
                  <c:v>134.23701222323507</c:v>
                </c:pt>
                <c:pt idx="956">
                  <c:v>134.58155635467253</c:v>
                </c:pt>
                <c:pt idx="957">
                  <c:v>137.18222884231463</c:v>
                </c:pt>
                <c:pt idx="958">
                  <c:v>138.97280019300965</c:v>
                </c:pt>
                <c:pt idx="959">
                  <c:v>138.72568866303382</c:v>
                </c:pt>
                <c:pt idx="960">
                  <c:v>137.72846556414751</c:v>
                </c:pt>
                <c:pt idx="961">
                  <c:v>136.18066872474719</c:v>
                </c:pt>
                <c:pt idx="962">
                  <c:v>134.32437278760275</c:v>
                </c:pt>
                <c:pt idx="963">
                  <c:v>132.72820889568439</c:v>
                </c:pt>
                <c:pt idx="964">
                  <c:v>131.9600066396753</c:v>
                </c:pt>
                <c:pt idx="965">
                  <c:v>131.76331282860116</c:v>
                </c:pt>
                <c:pt idx="966">
                  <c:v>132.07439573433277</c:v>
                </c:pt>
                <c:pt idx="967">
                  <c:v>132.71569366267533</c:v>
                </c:pt>
                <c:pt idx="968">
                  <c:v>133.06013772514055</c:v>
                </c:pt>
                <c:pt idx="969">
                  <c:v>133.31834842633714</c:v>
                </c:pt>
                <c:pt idx="970">
                  <c:v>132.16216111016496</c:v>
                </c:pt>
                <c:pt idx="971">
                  <c:v>132.26386527860384</c:v>
                </c:pt>
                <c:pt idx="972">
                  <c:v>133.02201375494974</c:v>
                </c:pt>
                <c:pt idx="973">
                  <c:v>135.4500566281944</c:v>
                </c:pt>
                <c:pt idx="974">
                  <c:v>137.01639546679451</c:v>
                </c:pt>
                <c:pt idx="975">
                  <c:v>138.00734866393796</c:v>
                </c:pt>
                <c:pt idx="976">
                  <c:v>138.47645236884429</c:v>
                </c:pt>
                <c:pt idx="977">
                  <c:v>139.2091024373683</c:v>
                </c:pt>
                <c:pt idx="978">
                  <c:v>139.49366703767808</c:v>
                </c:pt>
                <c:pt idx="979">
                  <c:v>138.01551475027915</c:v>
                </c:pt>
                <c:pt idx="980">
                  <c:v>137.6135293734369</c:v>
                </c:pt>
                <c:pt idx="981">
                  <c:v>137.58542597393938</c:v>
                </c:pt>
                <c:pt idx="982">
                  <c:v>137.59791215707725</c:v>
                </c:pt>
                <c:pt idx="983">
                  <c:v>138.70651470304972</c:v>
                </c:pt>
                <c:pt idx="984">
                  <c:v>139.16310327589215</c:v>
                </c:pt>
                <c:pt idx="985">
                  <c:v>139.48298708199695</c:v>
                </c:pt>
                <c:pt idx="986">
                  <c:v>140.72914845954932</c:v>
                </c:pt>
                <c:pt idx="987">
                  <c:v>141.68088121904455</c:v>
                </c:pt>
                <c:pt idx="988">
                  <c:v>142.36460040142299</c:v>
                </c:pt>
                <c:pt idx="989">
                  <c:v>143.26071322269507</c:v>
                </c:pt>
                <c:pt idx="990">
                  <c:v>141.79481738520784</c:v>
                </c:pt>
                <c:pt idx="991">
                  <c:v>143.28384185105531</c:v>
                </c:pt>
                <c:pt idx="992">
                  <c:v>143.2201837566929</c:v>
                </c:pt>
                <c:pt idx="993">
                  <c:v>143.04526389846973</c:v>
                </c:pt>
                <c:pt idx="994">
                  <c:v>142.97972506838136</c:v>
                </c:pt>
                <c:pt idx="995">
                  <c:v>143.42030254812008</c:v>
                </c:pt>
                <c:pt idx="996">
                  <c:v>142.56292776349264</c:v>
                </c:pt>
                <c:pt idx="997">
                  <c:v>141.58107350621049</c:v>
                </c:pt>
                <c:pt idx="998">
                  <c:v>140.99151643519889</c:v>
                </c:pt>
                <c:pt idx="999">
                  <c:v>141.18494757005195</c:v>
                </c:pt>
                <c:pt idx="1000">
                  <c:v>141.87557191767806</c:v>
                </c:pt>
                <c:pt idx="1001">
                  <c:v>142.13953527752611</c:v>
                </c:pt>
                <c:pt idx="1002">
                  <c:v>141.78370085569409</c:v>
                </c:pt>
                <c:pt idx="1003">
                  <c:v>142.01455773273958</c:v>
                </c:pt>
                <c:pt idx="1004">
                  <c:v>143.44691683972553</c:v>
                </c:pt>
                <c:pt idx="1005">
                  <c:v>144.216904911857</c:v>
                </c:pt>
                <c:pt idx="1006">
                  <c:v>144.46361235700977</c:v>
                </c:pt>
                <c:pt idx="1007">
                  <c:v>143.78977858616301</c:v>
                </c:pt>
                <c:pt idx="1008">
                  <c:v>143.81249341827069</c:v>
                </c:pt>
                <c:pt idx="1009">
                  <c:v>144.41602089150999</c:v>
                </c:pt>
                <c:pt idx="1010">
                  <c:v>144.4265772309484</c:v>
                </c:pt>
                <c:pt idx="1011">
                  <c:v>144.35680708164767</c:v>
                </c:pt>
                <c:pt idx="1012">
                  <c:v>145.5317465665122</c:v>
                </c:pt>
                <c:pt idx="1013">
                  <c:v>144.73792391316135</c:v>
                </c:pt>
                <c:pt idx="1014">
                  <c:v>144.18528898039287</c:v>
                </c:pt>
                <c:pt idx="1015">
                  <c:v>145.70488395557314</c:v>
                </c:pt>
                <c:pt idx="1016">
                  <c:v>146.15025580438515</c:v>
                </c:pt>
                <c:pt idx="1017">
                  <c:v>145.8272027901611</c:v>
                </c:pt>
                <c:pt idx="1018">
                  <c:v>147.46813705405987</c:v>
                </c:pt>
                <c:pt idx="1019">
                  <c:v>146.91550361789902</c:v>
                </c:pt>
                <c:pt idx="1020">
                  <c:v>146.97818113318806</c:v>
                </c:pt>
                <c:pt idx="1021">
                  <c:v>147.3287991490576</c:v>
                </c:pt>
                <c:pt idx="1022">
                  <c:v>146.97568039035266</c:v>
                </c:pt>
                <c:pt idx="1023">
                  <c:v>145.9122525785088</c:v>
                </c:pt>
                <c:pt idx="1024">
                  <c:v>146.25230898017963</c:v>
                </c:pt>
                <c:pt idx="1025">
                  <c:v>147.25929191628856</c:v>
                </c:pt>
                <c:pt idx="1026">
                  <c:v>151.21244332464002</c:v>
                </c:pt>
                <c:pt idx="1027">
                  <c:v>151.73246096511309</c:v>
                </c:pt>
                <c:pt idx="1028">
                  <c:v>151.43807304106321</c:v>
                </c:pt>
                <c:pt idx="1029">
                  <c:v>151.6636743408622</c:v>
                </c:pt>
                <c:pt idx="1030">
                  <c:v>149.97606371625329</c:v>
                </c:pt>
                <c:pt idx="1031">
                  <c:v>150.24257692224549</c:v>
                </c:pt>
                <c:pt idx="1032">
                  <c:v>151.40404999655459</c:v>
                </c:pt>
                <c:pt idx="1033">
                  <c:v>151.10635286253432</c:v>
                </c:pt>
                <c:pt idx="1034">
                  <c:v>151.63380698819651</c:v>
                </c:pt>
                <c:pt idx="1035">
                  <c:v>152.84468947522188</c:v>
                </c:pt>
                <c:pt idx="1036">
                  <c:v>153.91033507696113</c:v>
                </c:pt>
                <c:pt idx="1037">
                  <c:v>154.38868289925293</c:v>
                </c:pt>
                <c:pt idx="1038">
                  <c:v>154.94202207423794</c:v>
                </c:pt>
                <c:pt idx="1039">
                  <c:v>156.19353658381036</c:v>
                </c:pt>
                <c:pt idx="1040">
                  <c:v>154.40600472692702</c:v>
                </c:pt>
                <c:pt idx="1041">
                  <c:v>154.02028595241359</c:v>
                </c:pt>
                <c:pt idx="1042">
                  <c:v>154.30298490869885</c:v>
                </c:pt>
                <c:pt idx="1043">
                  <c:v>154.73002943067075</c:v>
                </c:pt>
                <c:pt idx="1044">
                  <c:v>153.79574201314239</c:v>
                </c:pt>
                <c:pt idx="1045">
                  <c:v>153.21236694386712</c:v>
                </c:pt>
                <c:pt idx="1046">
                  <c:v>154.04967528728594</c:v>
                </c:pt>
                <c:pt idx="1047">
                  <c:v>153.82589100188508</c:v>
                </c:pt>
                <c:pt idx="1048">
                  <c:v>151.74865997772235</c:v>
                </c:pt>
                <c:pt idx="1049">
                  <c:v>150.29044865892897</c:v>
                </c:pt>
                <c:pt idx="1050">
                  <c:v>151.19248831040082</c:v>
                </c:pt>
                <c:pt idx="1051">
                  <c:v>151.91488454636954</c:v>
                </c:pt>
                <c:pt idx="1052">
                  <c:v>151.6113691940464</c:v>
                </c:pt>
                <c:pt idx="1053">
                  <c:v>152.0530576207679</c:v>
                </c:pt>
                <c:pt idx="1054">
                  <c:v>151.32255095882357</c:v>
                </c:pt>
                <c:pt idx="1055">
                  <c:v>150.53832640856166</c:v>
                </c:pt>
                <c:pt idx="1056">
                  <c:v>149.42409033561569</c:v>
                </c:pt>
                <c:pt idx="1057">
                  <c:v>149.0630750793955</c:v>
                </c:pt>
                <c:pt idx="1058">
                  <c:v>149.66389934045785</c:v>
                </c:pt>
                <c:pt idx="1059">
                  <c:v>149.77156745383152</c:v>
                </c:pt>
                <c:pt idx="1060">
                  <c:v>150.40170751089624</c:v>
                </c:pt>
                <c:pt idx="1061">
                  <c:v>150.63083003589753</c:v>
                </c:pt>
                <c:pt idx="1062">
                  <c:v>149.50920134308913</c:v>
                </c:pt>
                <c:pt idx="1063">
                  <c:v>149.89351453018458</c:v>
                </c:pt>
                <c:pt idx="1064">
                  <c:v>150.11015448583564</c:v>
                </c:pt>
                <c:pt idx="1065">
                  <c:v>149.9297177774973</c:v>
                </c:pt>
                <c:pt idx="1066">
                  <c:v>149.36890237206205</c:v>
                </c:pt>
                <c:pt idx="1067">
                  <c:v>150.801796452438</c:v>
                </c:pt>
                <c:pt idx="1068">
                  <c:v>151.52727884624224</c:v>
                </c:pt>
                <c:pt idx="1069">
                  <c:v>151.37368880185488</c:v>
                </c:pt>
                <c:pt idx="1070">
                  <c:v>151.38643760767869</c:v>
                </c:pt>
                <c:pt idx="1071">
                  <c:v>152.11210551563016</c:v>
                </c:pt>
                <c:pt idx="1072">
                  <c:v>152.87268408087843</c:v>
                </c:pt>
                <c:pt idx="1073">
                  <c:v>154.7505661262002</c:v>
                </c:pt>
                <c:pt idx="1074">
                  <c:v>154.54886652953584</c:v>
                </c:pt>
                <c:pt idx="1075">
                  <c:v>155.18597604568899</c:v>
                </c:pt>
                <c:pt idx="1076">
                  <c:v>155.39834836763461</c:v>
                </c:pt>
                <c:pt idx="1077">
                  <c:v>155.93846846437364</c:v>
                </c:pt>
                <c:pt idx="1078">
                  <c:v>153.32308050817721</c:v>
                </c:pt>
                <c:pt idx="1079">
                  <c:v>152.28840781079168</c:v>
                </c:pt>
                <c:pt idx="1080">
                  <c:v>152.13523075674848</c:v>
                </c:pt>
                <c:pt idx="1081">
                  <c:v>151.86444984563028</c:v>
                </c:pt>
                <c:pt idx="1082">
                  <c:v>151.54054621223892</c:v>
                </c:pt>
                <c:pt idx="1083">
                  <c:v>151.96491724434708</c:v>
                </c:pt>
                <c:pt idx="1084">
                  <c:v>149.73212026956276</c:v>
                </c:pt>
                <c:pt idx="1085">
                  <c:v>150.60843071824445</c:v>
                </c:pt>
                <c:pt idx="1086">
                  <c:v>151.44328039347064</c:v>
                </c:pt>
                <c:pt idx="1087">
                  <c:v>150.3556258267248</c:v>
                </c:pt>
                <c:pt idx="1088">
                  <c:v>151.69273923287872</c:v>
                </c:pt>
                <c:pt idx="1089">
                  <c:v>152.66322584736304</c:v>
                </c:pt>
                <c:pt idx="1090">
                  <c:v>152.62752036500808</c:v>
                </c:pt>
                <c:pt idx="1091">
                  <c:v>152.16095776231359</c:v>
                </c:pt>
                <c:pt idx="1092">
                  <c:v>152.00160248692495</c:v>
                </c:pt>
                <c:pt idx="1093">
                  <c:v>152.63011904193851</c:v>
                </c:pt>
                <c:pt idx="1094">
                  <c:v>151.54562094310705</c:v>
                </c:pt>
                <c:pt idx="1095">
                  <c:v>151.15632978432757</c:v>
                </c:pt>
                <c:pt idx="1096">
                  <c:v>150.66250635899604</c:v>
                </c:pt>
                <c:pt idx="1097">
                  <c:v>148.70819931588153</c:v>
                </c:pt>
                <c:pt idx="1098">
                  <c:v>145.29878569531616</c:v>
                </c:pt>
                <c:pt idx="1099">
                  <c:v>146.74885418517735</c:v>
                </c:pt>
                <c:pt idx="1100">
                  <c:v>147.44231817902468</c:v>
                </c:pt>
                <c:pt idx="1101">
                  <c:v>146.96721971028691</c:v>
                </c:pt>
                <c:pt idx="1102">
                  <c:v>146.24410817393715</c:v>
                </c:pt>
                <c:pt idx="1103">
                  <c:v>147.39157915330679</c:v>
                </c:pt>
                <c:pt idx="1104">
                  <c:v>148.13457869643344</c:v>
                </c:pt>
                <c:pt idx="1105">
                  <c:v>149.61180756411161</c:v>
                </c:pt>
                <c:pt idx="1106">
                  <c:v>149.49436143708593</c:v>
                </c:pt>
                <c:pt idx="1107">
                  <c:v>149.77053064444388</c:v>
                </c:pt>
                <c:pt idx="1108">
                  <c:v>149.37821833192803</c:v>
                </c:pt>
                <c:pt idx="1109">
                  <c:v>149.48013603980459</c:v>
                </c:pt>
                <c:pt idx="1110">
                  <c:v>150.25118570589495</c:v>
                </c:pt>
                <c:pt idx="1111">
                  <c:v>149.67088327002952</c:v>
                </c:pt>
                <c:pt idx="1112">
                  <c:v>152.3040314867099</c:v>
                </c:pt>
                <c:pt idx="1113">
                  <c:v>151.99957822828054</c:v>
                </c:pt>
                <c:pt idx="1114">
                  <c:v>151.5875888366842</c:v>
                </c:pt>
                <c:pt idx="1115">
                  <c:v>152.24702524775844</c:v>
                </c:pt>
                <c:pt idx="1116">
                  <c:v>152.48268825708416</c:v>
                </c:pt>
                <c:pt idx="1117">
                  <c:v>152.40687734193327</c:v>
                </c:pt>
                <c:pt idx="1118">
                  <c:v>152.98059384732542</c:v>
                </c:pt>
                <c:pt idx="1119">
                  <c:v>154.70839135821183</c:v>
                </c:pt>
                <c:pt idx="1120">
                  <c:v>154.93222579792095</c:v>
                </c:pt>
                <c:pt idx="1121">
                  <c:v>155.95022016140851</c:v>
                </c:pt>
                <c:pt idx="1122">
                  <c:v>159.22008963934127</c:v>
                </c:pt>
                <c:pt idx="1123">
                  <c:v>160.40502607641116</c:v>
                </c:pt>
                <c:pt idx="1124">
                  <c:v>161.11505568314499</c:v>
                </c:pt>
                <c:pt idx="1125">
                  <c:v>160.81342471187159</c:v>
                </c:pt>
                <c:pt idx="1126">
                  <c:v>161.33250134066287</c:v>
                </c:pt>
                <c:pt idx="1127">
                  <c:v>161.5086757490065</c:v>
                </c:pt>
                <c:pt idx="1128">
                  <c:v>160.82489072023466</c:v>
                </c:pt>
                <c:pt idx="1129">
                  <c:v>160.94943617657549</c:v>
                </c:pt>
                <c:pt idx="1130">
                  <c:v>163.00896374958728</c:v>
                </c:pt>
                <c:pt idx="1131">
                  <c:v>165.45426163384326</c:v>
                </c:pt>
                <c:pt idx="1132">
                  <c:v>165.48519943939564</c:v>
                </c:pt>
                <c:pt idx="1133">
                  <c:v>165.42930073524741</c:v>
                </c:pt>
                <c:pt idx="1134">
                  <c:v>163.1454870189807</c:v>
                </c:pt>
                <c:pt idx="1135">
                  <c:v>163.71714377435336</c:v>
                </c:pt>
                <c:pt idx="1136">
                  <c:v>166.79583530256002</c:v>
                </c:pt>
                <c:pt idx="1137">
                  <c:v>167.75056088404918</c:v>
                </c:pt>
                <c:pt idx="1138">
                  <c:v>167.38623236444906</c:v>
                </c:pt>
                <c:pt idx="1139">
                  <c:v>167.46710867429687</c:v>
                </c:pt>
                <c:pt idx="1140">
                  <c:v>166.77028405042117</c:v>
                </c:pt>
                <c:pt idx="1141">
                  <c:v>165.63543731416306</c:v>
                </c:pt>
                <c:pt idx="1142">
                  <c:v>166.77092671370522</c:v>
                </c:pt>
                <c:pt idx="1143">
                  <c:v>167.42248413337413</c:v>
                </c:pt>
                <c:pt idx="1144">
                  <c:v>166.11136692037635</c:v>
                </c:pt>
                <c:pt idx="1145">
                  <c:v>166.23692687440291</c:v>
                </c:pt>
                <c:pt idx="1146">
                  <c:v>166.75478547553479</c:v>
                </c:pt>
                <c:pt idx="1147">
                  <c:v>167.40387026067273</c:v>
                </c:pt>
                <c:pt idx="1148">
                  <c:v>169.2216948687055</c:v>
                </c:pt>
                <c:pt idx="1149">
                  <c:v>170.30835567395332</c:v>
                </c:pt>
                <c:pt idx="1150">
                  <c:v>166.44175427454471</c:v>
                </c:pt>
                <c:pt idx="1151">
                  <c:v>165.60868749688018</c:v>
                </c:pt>
                <c:pt idx="1152">
                  <c:v>166.45400575173619</c:v>
                </c:pt>
                <c:pt idx="1153">
                  <c:v>163.92667565335478</c:v>
                </c:pt>
                <c:pt idx="1154">
                  <c:v>165.50200288206665</c:v>
                </c:pt>
                <c:pt idx="1155">
                  <c:v>164.78012295312405</c:v>
                </c:pt>
                <c:pt idx="1156">
                  <c:v>167.68266618567776</c:v>
                </c:pt>
                <c:pt idx="1157">
                  <c:v>166.08112777924143</c:v>
                </c:pt>
                <c:pt idx="1158">
                  <c:v>167.72990961182583</c:v>
                </c:pt>
                <c:pt idx="1159">
                  <c:v>167.7646220590504</c:v>
                </c:pt>
                <c:pt idx="1160">
                  <c:v>169.20747861896132</c:v>
                </c:pt>
                <c:pt idx="1161">
                  <c:v>168.19058430964981</c:v>
                </c:pt>
                <c:pt idx="1162">
                  <c:v>169.33833997333804</c:v>
                </c:pt>
                <c:pt idx="1163">
                  <c:v>169.52324482127858</c:v>
                </c:pt>
                <c:pt idx="1164">
                  <c:v>167.88080603401579</c:v>
                </c:pt>
                <c:pt idx="1165">
                  <c:v>168.33256572932947</c:v>
                </c:pt>
                <c:pt idx="1166">
                  <c:v>167.05444718000123</c:v>
                </c:pt>
                <c:pt idx="1167">
                  <c:v>167.9896846209835</c:v>
                </c:pt>
                <c:pt idx="1168">
                  <c:v>168.60070392112306</c:v>
                </c:pt>
                <c:pt idx="1169">
                  <c:v>169.29834783469948</c:v>
                </c:pt>
                <c:pt idx="1170">
                  <c:v>170.24991118128165</c:v>
                </c:pt>
                <c:pt idx="1171">
                  <c:v>170.87983129529044</c:v>
                </c:pt>
                <c:pt idx="1172">
                  <c:v>171.5954469301559</c:v>
                </c:pt>
                <c:pt idx="1173">
                  <c:v>170.67397712675859</c:v>
                </c:pt>
                <c:pt idx="1174">
                  <c:v>171.8501378228905</c:v>
                </c:pt>
                <c:pt idx="1175">
                  <c:v>171.89111051524574</c:v>
                </c:pt>
                <c:pt idx="1176">
                  <c:v>171.19139923898877</c:v>
                </c:pt>
                <c:pt idx="1177">
                  <c:v>171.76972898683314</c:v>
                </c:pt>
                <c:pt idx="1178">
                  <c:v>169.80777491304428</c:v>
                </c:pt>
                <c:pt idx="1179">
                  <c:v>170.03385137334496</c:v>
                </c:pt>
                <c:pt idx="1180">
                  <c:v>173.09376146684056</c:v>
                </c:pt>
                <c:pt idx="1181">
                  <c:v>173.36523684634176</c:v>
                </c:pt>
                <c:pt idx="1182">
                  <c:v>172.91760258249263</c:v>
                </c:pt>
                <c:pt idx="1183">
                  <c:v>173.86885165925193</c:v>
                </c:pt>
                <c:pt idx="1184">
                  <c:v>174.29152248872498</c:v>
                </c:pt>
                <c:pt idx="1185">
                  <c:v>173.25731105521868</c:v>
                </c:pt>
                <c:pt idx="1186">
                  <c:v>173.13845403286612</c:v>
                </c:pt>
                <c:pt idx="1187">
                  <c:v>170.19414269825768</c:v>
                </c:pt>
                <c:pt idx="1188">
                  <c:v>171.41226326524247</c:v>
                </c:pt>
                <c:pt idx="1189">
                  <c:v>170.41482091360714</c:v>
                </c:pt>
                <c:pt idx="1190">
                  <c:v>168.72340488171255</c:v>
                </c:pt>
                <c:pt idx="1191">
                  <c:v>168.56136892998862</c:v>
                </c:pt>
                <c:pt idx="1192">
                  <c:v>169.83697155180141</c:v>
                </c:pt>
                <c:pt idx="1193">
                  <c:v>169.32254010869715</c:v>
                </c:pt>
                <c:pt idx="1194">
                  <c:v>170.30010455035676</c:v>
                </c:pt>
                <c:pt idx="1195">
                  <c:v>171.76471504025926</c:v>
                </c:pt>
                <c:pt idx="1196">
                  <c:v>172.80416126417651</c:v>
                </c:pt>
                <c:pt idx="1197">
                  <c:v>172.76904454879414</c:v>
                </c:pt>
                <c:pt idx="1198">
                  <c:v>172.49750135478587</c:v>
                </c:pt>
                <c:pt idx="1199">
                  <c:v>173.13255845158315</c:v>
                </c:pt>
                <c:pt idx="1200">
                  <c:v>174.1249655933758</c:v>
                </c:pt>
                <c:pt idx="1201">
                  <c:v>175.36165290988228</c:v>
                </c:pt>
                <c:pt idx="1202">
                  <c:v>173.2058998875348</c:v>
                </c:pt>
                <c:pt idx="1203">
                  <c:v>170.13415543451561</c:v>
                </c:pt>
                <c:pt idx="1204">
                  <c:v>168.92801660003539</c:v>
                </c:pt>
                <c:pt idx="1205">
                  <c:v>170.07983111291981</c:v>
                </c:pt>
                <c:pt idx="1206">
                  <c:v>171.76073902017305</c:v>
                </c:pt>
                <c:pt idx="1207">
                  <c:v>172.07554655428169</c:v>
                </c:pt>
                <c:pt idx="1208">
                  <c:v>172.50121332837912</c:v>
                </c:pt>
                <c:pt idx="1209">
                  <c:v>173.63373207658344</c:v>
                </c:pt>
                <c:pt idx="1210">
                  <c:v>172.55176173785568</c:v>
                </c:pt>
                <c:pt idx="1211">
                  <c:v>174.06327777172643</c:v>
                </c:pt>
                <c:pt idx="1212">
                  <c:v>174.07231186727364</c:v>
                </c:pt>
                <c:pt idx="1213">
                  <c:v>172.89908983342858</c:v>
                </c:pt>
                <c:pt idx="1214">
                  <c:v>172.45167784868667</c:v>
                </c:pt>
                <c:pt idx="1215">
                  <c:v>171.31495848940617</c:v>
                </c:pt>
                <c:pt idx="1216">
                  <c:v>171.28789637727999</c:v>
                </c:pt>
                <c:pt idx="1217">
                  <c:v>168.67258608961077</c:v>
                </c:pt>
                <c:pt idx="1218">
                  <c:v>169.42935042198332</c:v>
                </c:pt>
                <c:pt idx="1219">
                  <c:v>169.74598865492507</c:v>
                </c:pt>
                <c:pt idx="1220">
                  <c:v>170.62662319243935</c:v>
                </c:pt>
                <c:pt idx="1221">
                  <c:v>170.51602677635472</c:v>
                </c:pt>
                <c:pt idx="1222">
                  <c:v>172.0942048303871</c:v>
                </c:pt>
                <c:pt idx="1223">
                  <c:v>172.61289227381556</c:v>
                </c:pt>
                <c:pt idx="1224">
                  <c:v>173.34586648142093</c:v>
                </c:pt>
                <c:pt idx="1225">
                  <c:v>174.14921174270489</c:v>
                </c:pt>
                <c:pt idx="1226">
                  <c:v>177.14855809999992</c:v>
                </c:pt>
                <c:pt idx="1227">
                  <c:v>176.95834627197439</c:v>
                </c:pt>
                <c:pt idx="1228">
                  <c:v>176.52608978674252</c:v>
                </c:pt>
                <c:pt idx="1229">
                  <c:v>174.76952714502445</c:v>
                </c:pt>
                <c:pt idx="1230">
                  <c:v>172.90714873091909</c:v>
                </c:pt>
                <c:pt idx="1231">
                  <c:v>173.48895927122311</c:v>
                </c:pt>
                <c:pt idx="1232">
                  <c:v>179.63685264890526</c:v>
                </c:pt>
                <c:pt idx="1233">
                  <c:v>168.10291499008665</c:v>
                </c:pt>
                <c:pt idx="1234">
                  <c:v>173.98919018823912</c:v>
                </c:pt>
                <c:pt idx="1235">
                  <c:v>175.37765852759117</c:v>
                </c:pt>
                <c:pt idx="1236">
                  <c:v>179.06389898150925</c:v>
                </c:pt>
                <c:pt idx="1237">
                  <c:v>178.68426729636369</c:v>
                </c:pt>
                <c:pt idx="1238">
                  <c:v>178.69877198903035</c:v>
                </c:pt>
                <c:pt idx="1239">
                  <c:v>179.01838615611123</c:v>
                </c:pt>
                <c:pt idx="1240">
                  <c:v>179.63916421736593</c:v>
                </c:pt>
                <c:pt idx="1241">
                  <c:v>181.00100725423863</c:v>
                </c:pt>
                <c:pt idx="1242">
                  <c:v>180.67907948461769</c:v>
                </c:pt>
                <c:pt idx="1243">
                  <c:v>180.97383951876282</c:v>
                </c:pt>
                <c:pt idx="1244">
                  <c:v>180.33930252228194</c:v>
                </c:pt>
                <c:pt idx="1245">
                  <c:v>180.77748553648192</c:v>
                </c:pt>
                <c:pt idx="1246">
                  <c:v>182.37487124671</c:v>
                </c:pt>
                <c:pt idx="1247">
                  <c:v>183.25975048983014</c:v>
                </c:pt>
                <c:pt idx="1248">
                  <c:v>184.72224952631359</c:v>
                </c:pt>
                <c:pt idx="1249">
                  <c:v>184.54186173199889</c:v>
                </c:pt>
                <c:pt idx="1250">
                  <c:v>185.66059213507839</c:v>
                </c:pt>
                <c:pt idx="1251">
                  <c:v>186.77223550245864</c:v>
                </c:pt>
                <c:pt idx="1252">
                  <c:v>186.89258983452027</c:v>
                </c:pt>
                <c:pt idx="1253">
                  <c:v>187.05947092114877</c:v>
                </c:pt>
                <c:pt idx="1254">
                  <c:v>187.72044000352707</c:v>
                </c:pt>
                <c:pt idx="1255">
                  <c:v>186.86699548936062</c:v>
                </c:pt>
                <c:pt idx="1256">
                  <c:v>186.80169619331653</c:v>
                </c:pt>
                <c:pt idx="1257">
                  <c:v>188.71545372411663</c:v>
                </c:pt>
                <c:pt idx="1258">
                  <c:v>188.88960134752452</c:v>
                </c:pt>
                <c:pt idx="1259">
                  <c:v>190.19188150763108</c:v>
                </c:pt>
                <c:pt idx="1260">
                  <c:v>188.11912052373711</c:v>
                </c:pt>
                <c:pt idx="1261">
                  <c:v>187.89700276840432</c:v>
                </c:pt>
                <c:pt idx="1262">
                  <c:v>187.67205608079897</c:v>
                </c:pt>
                <c:pt idx="1263">
                  <c:v>187.07936687784596</c:v>
                </c:pt>
                <c:pt idx="1264">
                  <c:v>187.01223808026035</c:v>
                </c:pt>
                <c:pt idx="1265">
                  <c:v>190.25262676251455</c:v>
                </c:pt>
                <c:pt idx="1266">
                  <c:v>190.23973347189838</c:v>
                </c:pt>
                <c:pt idx="1267">
                  <c:v>190.41191949949169</c:v>
                </c:pt>
                <c:pt idx="1268">
                  <c:v>191.10532561353546</c:v>
                </c:pt>
                <c:pt idx="1269">
                  <c:v>191.6062007568591</c:v>
                </c:pt>
                <c:pt idx="1270">
                  <c:v>189.33196052680151</c:v>
                </c:pt>
                <c:pt idx="1271">
                  <c:v>184.03738722929765</c:v>
                </c:pt>
                <c:pt idx="1272">
                  <c:v>183.40456289607206</c:v>
                </c:pt>
                <c:pt idx="1273">
                  <c:v>185.63806826618224</c:v>
                </c:pt>
                <c:pt idx="1274">
                  <c:v>184.24461773470691</c:v>
                </c:pt>
                <c:pt idx="1275">
                  <c:v>186.28800642011453</c:v>
                </c:pt>
                <c:pt idx="1276">
                  <c:v>185.97803916842352</c:v>
                </c:pt>
                <c:pt idx="1277">
                  <c:v>184.49685205574204</c:v>
                </c:pt>
                <c:pt idx="1278">
                  <c:v>187.49021950497971</c:v>
                </c:pt>
                <c:pt idx="1279">
                  <c:v>187.81143224567788</c:v>
                </c:pt>
                <c:pt idx="1280">
                  <c:v>189.09074811302281</c:v>
                </c:pt>
                <c:pt idx="1281">
                  <c:v>189.32540598048951</c:v>
                </c:pt>
                <c:pt idx="1282">
                  <c:v>189.55389377554965</c:v>
                </c:pt>
                <c:pt idx="1283">
                  <c:v>189.82878647811151</c:v>
                </c:pt>
                <c:pt idx="1284">
                  <c:v>191.31746605799989</c:v>
                </c:pt>
                <c:pt idx="1285">
                  <c:v>191.16251344704577</c:v>
                </c:pt>
                <c:pt idx="1286">
                  <c:v>191.37051551574785</c:v>
                </c:pt>
                <c:pt idx="1287">
                  <c:v>192.3082488612134</c:v>
                </c:pt>
                <c:pt idx="1288">
                  <c:v>192.9938026528479</c:v>
                </c:pt>
                <c:pt idx="1289">
                  <c:v>193.32111948139541</c:v>
                </c:pt>
                <c:pt idx="1290">
                  <c:v>193.14208755746898</c:v>
                </c:pt>
                <c:pt idx="1291">
                  <c:v>192.48594956180793</c:v>
                </c:pt>
                <c:pt idx="1292">
                  <c:v>192.04388178391386</c:v>
                </c:pt>
                <c:pt idx="1293">
                  <c:v>189.92337332146488</c:v>
                </c:pt>
                <c:pt idx="1294">
                  <c:v>190.54060057366905</c:v>
                </c:pt>
                <c:pt idx="1295">
                  <c:v>191.26670982853815</c:v>
                </c:pt>
                <c:pt idx="1296">
                  <c:v>190.38464200967681</c:v>
                </c:pt>
                <c:pt idx="1297">
                  <c:v>193.80716241652115</c:v>
                </c:pt>
                <c:pt idx="1298">
                  <c:v>194.48507786029839</c:v>
                </c:pt>
                <c:pt idx="1299">
                  <c:v>194.17137435666532</c:v>
                </c:pt>
                <c:pt idx="1300">
                  <c:v>194.95937899780901</c:v>
                </c:pt>
                <c:pt idx="1301">
                  <c:v>198.1332021402346</c:v>
                </c:pt>
                <c:pt idx="1302">
                  <c:v>199.22180013885767</c:v>
                </c:pt>
                <c:pt idx="1303">
                  <c:v>198.94855557345784</c:v>
                </c:pt>
                <c:pt idx="1304">
                  <c:v>199.63989736735073</c:v>
                </c:pt>
                <c:pt idx="1305">
                  <c:v>200.89684083622839</c:v>
                </c:pt>
                <c:pt idx="1306">
                  <c:v>200.68949671500803</c:v>
                </c:pt>
                <c:pt idx="1307">
                  <c:v>197.4158028214633</c:v>
                </c:pt>
                <c:pt idx="1308">
                  <c:v>192.92230439137123</c:v>
                </c:pt>
                <c:pt idx="1309">
                  <c:v>191.08475363977618</c:v>
                </c:pt>
                <c:pt idx="1310">
                  <c:v>189.39966762313455</c:v>
                </c:pt>
                <c:pt idx="1311">
                  <c:v>191.13295803082571</c:v>
                </c:pt>
                <c:pt idx="1312">
                  <c:v>190.84431240400451</c:v>
                </c:pt>
                <c:pt idx="1313">
                  <c:v>190.95555045806861</c:v>
                </c:pt>
                <c:pt idx="1314">
                  <c:v>190.4900019219007</c:v>
                </c:pt>
                <c:pt idx="1315">
                  <c:v>191.73911668860165</c:v>
                </c:pt>
                <c:pt idx="1316">
                  <c:v>191.16638863430362</c:v>
                </c:pt>
                <c:pt idx="1317">
                  <c:v>190.51896085166089</c:v>
                </c:pt>
                <c:pt idx="1318">
                  <c:v>188.91739759922061</c:v>
                </c:pt>
                <c:pt idx="1319">
                  <c:v>189.62107447606886</c:v>
                </c:pt>
                <c:pt idx="1320">
                  <c:v>189.05704673412589</c:v>
                </c:pt>
                <c:pt idx="1321">
                  <c:v>186.70543127963145</c:v>
                </c:pt>
                <c:pt idx="1322">
                  <c:v>186.41899333771414</c:v>
                </c:pt>
                <c:pt idx="1323">
                  <c:v>186.1463091795911</c:v>
                </c:pt>
                <c:pt idx="1324">
                  <c:v>184.47131154422317</c:v>
                </c:pt>
                <c:pt idx="1325">
                  <c:v>185.67840719275054</c:v>
                </c:pt>
                <c:pt idx="1326">
                  <c:v>184.65767430428107</c:v>
                </c:pt>
                <c:pt idx="1327">
                  <c:v>185.41292509619791</c:v>
                </c:pt>
                <c:pt idx="1328">
                  <c:v>182.99480323813464</c:v>
                </c:pt>
                <c:pt idx="1329">
                  <c:v>184.61961080223438</c:v>
                </c:pt>
                <c:pt idx="1330">
                  <c:v>186.43105417005108</c:v>
                </c:pt>
                <c:pt idx="1331">
                  <c:v>184.00205426365017</c:v>
                </c:pt>
                <c:pt idx="1332">
                  <c:v>183.57185648145241</c:v>
                </c:pt>
                <c:pt idx="1333">
                  <c:v>183.49846331999791</c:v>
                </c:pt>
                <c:pt idx="1334">
                  <c:v>181.50338889030965</c:v>
                </c:pt>
                <c:pt idx="1335">
                  <c:v>178.82966166723793</c:v>
                </c:pt>
                <c:pt idx="1336">
                  <c:v>178.26692872977708</c:v>
                </c:pt>
                <c:pt idx="1337">
                  <c:v>177.33309677476169</c:v>
                </c:pt>
                <c:pt idx="1338">
                  <c:v>181.47710142299377</c:v>
                </c:pt>
                <c:pt idx="1339">
                  <c:v>184.34531690648896</c:v>
                </c:pt>
                <c:pt idx="1340">
                  <c:v>184.1237735109286</c:v>
                </c:pt>
                <c:pt idx="1341">
                  <c:v>184.32599308872057</c:v>
                </c:pt>
                <c:pt idx="1342">
                  <c:v>181.58671910585119</c:v>
                </c:pt>
                <c:pt idx="1343">
                  <c:v>183.87673272263618</c:v>
                </c:pt>
                <c:pt idx="1344">
                  <c:v>185.24845820087788</c:v>
                </c:pt>
                <c:pt idx="1345">
                  <c:v>185.31050015987515</c:v>
                </c:pt>
                <c:pt idx="1346">
                  <c:v>187.03605445781966</c:v>
                </c:pt>
                <c:pt idx="1347">
                  <c:v>186.97144981855914</c:v>
                </c:pt>
                <c:pt idx="1348">
                  <c:v>186.36594138410675</c:v>
                </c:pt>
                <c:pt idx="1349">
                  <c:v>186.02900984583931</c:v>
                </c:pt>
                <c:pt idx="1350">
                  <c:v>186.29179147944268</c:v>
                </c:pt>
                <c:pt idx="1351">
                  <c:v>185.52134420239668</c:v>
                </c:pt>
                <c:pt idx="1352">
                  <c:v>187.25173656246758</c:v>
                </c:pt>
                <c:pt idx="1353">
                  <c:v>186.52862768204977</c:v>
                </c:pt>
                <c:pt idx="1354">
                  <c:v>183.79874297471989</c:v>
                </c:pt>
                <c:pt idx="1355">
                  <c:v>182.73995461121143</c:v>
                </c:pt>
                <c:pt idx="1356">
                  <c:v>180.58255592932667</c:v>
                </c:pt>
                <c:pt idx="1357">
                  <c:v>177.8072750531083</c:v>
                </c:pt>
                <c:pt idx="1358">
                  <c:v>179.09332199531192</c:v>
                </c:pt>
                <c:pt idx="1359">
                  <c:v>178.89879834895828</c:v>
                </c:pt>
                <c:pt idx="1360">
                  <c:v>179.06881804761235</c:v>
                </c:pt>
                <c:pt idx="1361">
                  <c:v>179.54532558441662</c:v>
                </c:pt>
                <c:pt idx="1362">
                  <c:v>178.27489014214569</c:v>
                </c:pt>
                <c:pt idx="1363">
                  <c:v>178.27413617452416</c:v>
                </c:pt>
                <c:pt idx="1364">
                  <c:v>179.01377841124093</c:v>
                </c:pt>
                <c:pt idx="1365">
                  <c:v>180.85679444355759</c:v>
                </c:pt>
                <c:pt idx="1366">
                  <c:v>179.53505902209835</c:v>
                </c:pt>
                <c:pt idx="1367">
                  <c:v>176.48775832459793</c:v>
                </c:pt>
                <c:pt idx="1368">
                  <c:v>177.39908188435089</c:v>
                </c:pt>
                <c:pt idx="1369">
                  <c:v>176.99871836144098</c:v>
                </c:pt>
                <c:pt idx="1370">
                  <c:v>175.7849270453288</c:v>
                </c:pt>
                <c:pt idx="1371">
                  <c:v>174.97049510805235</c:v>
                </c:pt>
                <c:pt idx="1372">
                  <c:v>171.31079696467856</c:v>
                </c:pt>
                <c:pt idx="1373">
                  <c:v>171.75521124079719</c:v>
                </c:pt>
                <c:pt idx="1374">
                  <c:v>172.12761312216088</c:v>
                </c:pt>
                <c:pt idx="1375">
                  <c:v>172.88966450207752</c:v>
                </c:pt>
                <c:pt idx="1376">
                  <c:v>171.8873804402424</c:v>
                </c:pt>
                <c:pt idx="1377">
                  <c:v>172.93597109589837</c:v>
                </c:pt>
                <c:pt idx="1378">
                  <c:v>170.70376032227514</c:v>
                </c:pt>
                <c:pt idx="1379">
                  <c:v>171.56916367558256</c:v>
                </c:pt>
                <c:pt idx="1380">
                  <c:v>172.15199011285065</c:v>
                </c:pt>
                <c:pt idx="1381">
                  <c:v>171.64789537353394</c:v>
                </c:pt>
                <c:pt idx="1382">
                  <c:v>169.44306148910161</c:v>
                </c:pt>
                <c:pt idx="1383">
                  <c:v>170.16087552251128</c:v>
                </c:pt>
                <c:pt idx="1384">
                  <c:v>171.60532205475931</c:v>
                </c:pt>
                <c:pt idx="1385">
                  <c:v>172.23081657626537</c:v>
                </c:pt>
                <c:pt idx="1386">
                  <c:v>174.03372446217713</c:v>
                </c:pt>
                <c:pt idx="1387">
                  <c:v>173.83939455171398</c:v>
                </c:pt>
                <c:pt idx="1388">
                  <c:v>174.77603642645403</c:v>
                </c:pt>
                <c:pt idx="1389">
                  <c:v>174.25369374464807</c:v>
                </c:pt>
                <c:pt idx="1390">
                  <c:v>172.90015894414367</c:v>
                </c:pt>
                <c:pt idx="1391">
                  <c:v>172.74698521340548</c:v>
                </c:pt>
                <c:pt idx="1392">
                  <c:v>170.32055968571055</c:v>
                </c:pt>
                <c:pt idx="1393">
                  <c:v>170.20281918856634</c:v>
                </c:pt>
                <c:pt idx="1394">
                  <c:v>170.03001281772458</c:v>
                </c:pt>
                <c:pt idx="1395">
                  <c:v>169.26804684149599</c:v>
                </c:pt>
                <c:pt idx="1396">
                  <c:v>169.49135804517493</c:v>
                </c:pt>
                <c:pt idx="1397">
                  <c:v>169.2150877375152</c:v>
                </c:pt>
                <c:pt idx="1398">
                  <c:v>169.12364125008884</c:v>
                </c:pt>
                <c:pt idx="1399">
                  <c:v>169.51333693454075</c:v>
                </c:pt>
                <c:pt idx="1400">
                  <c:v>168.74888118609249</c:v>
                </c:pt>
                <c:pt idx="1401">
                  <c:v>166.86678568248595</c:v>
                </c:pt>
                <c:pt idx="1402">
                  <c:v>166.22829207781342</c:v>
                </c:pt>
                <c:pt idx="1403">
                  <c:v>162.36735147786004</c:v>
                </c:pt>
                <c:pt idx="1404">
                  <c:v>162.45642982072127</c:v>
                </c:pt>
                <c:pt idx="1405">
                  <c:v>162.09967388536955</c:v>
                </c:pt>
                <c:pt idx="1406">
                  <c:v>164.51300699456894</c:v>
                </c:pt>
                <c:pt idx="1407">
                  <c:v>166.04762735597157</c:v>
                </c:pt>
                <c:pt idx="1408">
                  <c:v>166.15221538577526</c:v>
                </c:pt>
                <c:pt idx="1409">
                  <c:v>165.13522628674485</c:v>
                </c:pt>
                <c:pt idx="1410">
                  <c:v>165.24586879688826</c:v>
                </c:pt>
                <c:pt idx="1411">
                  <c:v>165.16993415747623</c:v>
                </c:pt>
                <c:pt idx="1412">
                  <c:v>164.96613273337545</c:v>
                </c:pt>
                <c:pt idx="1413">
                  <c:v>169.86001903202043</c:v>
                </c:pt>
                <c:pt idx="1414">
                  <c:v>172.35269311837615</c:v>
                </c:pt>
                <c:pt idx="1415">
                  <c:v>173.71212564661275</c:v>
                </c:pt>
                <c:pt idx="1416">
                  <c:v>176.79590016152056</c:v>
                </c:pt>
                <c:pt idx="1417">
                  <c:v>175.43955378920546</c:v>
                </c:pt>
                <c:pt idx="1418">
                  <c:v>176.44510715125807</c:v>
                </c:pt>
                <c:pt idx="1419">
                  <c:v>176.27129216112854</c:v>
                </c:pt>
              </c:numCache>
            </c:numRef>
          </c:val>
          <c:smooth val="0"/>
          <c:extLst>
            <c:ext xmlns:c16="http://schemas.microsoft.com/office/drawing/2014/chart" uri="{C3380CC4-5D6E-409C-BE32-E72D297353CC}">
              <c16:uniqueId val="{00000000-C9F5-7A4A-B402-9C2ABB2F5BCB}"/>
            </c:ext>
          </c:extLst>
        </c:ser>
        <c:ser>
          <c:idx val="1"/>
          <c:order val="1"/>
          <c:tx>
            <c:strRef>
              <c:f>FX!$BV$2</c:f>
              <c:strCache>
                <c:ptCount val="1"/>
                <c:pt idx="0">
                  <c:v>NIFTY MIDCAP 100</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FX!$BT$3:$BT$1422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FX!$BV$3:$BV$1422</c:f>
              <c:numCache>
                <c:formatCode>0.00</c:formatCode>
                <c:ptCount val="1420"/>
                <c:pt idx="0">
                  <c:v>100</c:v>
                </c:pt>
                <c:pt idx="1">
                  <c:v>99.313305596714912</c:v>
                </c:pt>
                <c:pt idx="2">
                  <c:v>97.434769737521847</c:v>
                </c:pt>
                <c:pt idx="3">
                  <c:v>98.723516512799392</c:v>
                </c:pt>
                <c:pt idx="4">
                  <c:v>99.390635171667412</c:v>
                </c:pt>
                <c:pt idx="5">
                  <c:v>98.49109008703465</c:v>
                </c:pt>
                <c:pt idx="6">
                  <c:v>97.831500893237276</c:v>
                </c:pt>
                <c:pt idx="7">
                  <c:v>98.11884181156374</c:v>
                </c:pt>
                <c:pt idx="8">
                  <c:v>97.977463767028894</c:v>
                </c:pt>
                <c:pt idx="9">
                  <c:v>97.115644524394938</c:v>
                </c:pt>
                <c:pt idx="10">
                  <c:v>97.482667483461682</c:v>
                </c:pt>
                <c:pt idx="11">
                  <c:v>97.164647098763268</c:v>
                </c:pt>
                <c:pt idx="12">
                  <c:v>96.677034237808996</c:v>
                </c:pt>
                <c:pt idx="13">
                  <c:v>96.295919062733276</c:v>
                </c:pt>
                <c:pt idx="14">
                  <c:v>95.531805348799551</c:v>
                </c:pt>
                <c:pt idx="15">
                  <c:v>95.113679254603184</c:v>
                </c:pt>
                <c:pt idx="16">
                  <c:v>95.238860204978849</c:v>
                </c:pt>
                <c:pt idx="17">
                  <c:v>94.811796926741664</c:v>
                </c:pt>
                <c:pt idx="18">
                  <c:v>93.569915205559283</c:v>
                </c:pt>
                <c:pt idx="19">
                  <c:v>91.570380338338481</c:v>
                </c:pt>
                <c:pt idx="20">
                  <c:v>91.901443669209883</c:v>
                </c:pt>
                <c:pt idx="21">
                  <c:v>92.178338170625139</c:v>
                </c:pt>
                <c:pt idx="22">
                  <c:v>93.071001172985461</c:v>
                </c:pt>
                <c:pt idx="23">
                  <c:v>93.441197682549813</c:v>
                </c:pt>
                <c:pt idx="24">
                  <c:v>91.906562093572305</c:v>
                </c:pt>
                <c:pt idx="25">
                  <c:v>91.085331312583918</c:v>
                </c:pt>
                <c:pt idx="26">
                  <c:v>91.363914894016233</c:v>
                </c:pt>
                <c:pt idx="27">
                  <c:v>92.177362346263081</c:v>
                </c:pt>
                <c:pt idx="28">
                  <c:v>91.042815396935481</c:v>
                </c:pt>
                <c:pt idx="29">
                  <c:v>89.68670011516771</c:v>
                </c:pt>
                <c:pt idx="30">
                  <c:v>90.021301339736056</c:v>
                </c:pt>
                <c:pt idx="31">
                  <c:v>90.204041369146751</c:v>
                </c:pt>
                <c:pt idx="32">
                  <c:v>90.256874580564713</c:v>
                </c:pt>
                <c:pt idx="33">
                  <c:v>88.99886306419117</c:v>
                </c:pt>
                <c:pt idx="34">
                  <c:v>88.16840863060105</c:v>
                </c:pt>
                <c:pt idx="35">
                  <c:v>88.54933088896955</c:v>
                </c:pt>
                <c:pt idx="36">
                  <c:v>89.558293411383005</c:v>
                </c:pt>
                <c:pt idx="37">
                  <c:v>90.558736380959004</c:v>
                </c:pt>
                <c:pt idx="38">
                  <c:v>90.844430315498656</c:v>
                </c:pt>
                <c:pt idx="39">
                  <c:v>91.39283766207538</c:v>
                </c:pt>
                <c:pt idx="40">
                  <c:v>91.195757305709861</c:v>
                </c:pt>
                <c:pt idx="41">
                  <c:v>91.85083785023275</c:v>
                </c:pt>
                <c:pt idx="42">
                  <c:v>93.472895237240238</c:v>
                </c:pt>
                <c:pt idx="43">
                  <c:v>95.967285374357957</c:v>
                </c:pt>
                <c:pt idx="44">
                  <c:v>96.767425937548296</c:v>
                </c:pt>
                <c:pt idx="45">
                  <c:v>97.240170032534209</c:v>
                </c:pt>
                <c:pt idx="46">
                  <c:v>96.955479305666756</c:v>
                </c:pt>
                <c:pt idx="47">
                  <c:v>99.268032412370076</c:v>
                </c:pt>
                <c:pt idx="48">
                  <c:v>100.20558696889782</c:v>
                </c:pt>
                <c:pt idx="49">
                  <c:v>99.634606205323223</c:v>
                </c:pt>
                <c:pt idx="50">
                  <c:v>100.93458097216704</c:v>
                </c:pt>
                <c:pt idx="51">
                  <c:v>101.54535938256514</c:v>
                </c:pt>
                <c:pt idx="52">
                  <c:v>102.28013371091203</c:v>
                </c:pt>
                <c:pt idx="53">
                  <c:v>101.35966321845329</c:v>
                </c:pt>
                <c:pt idx="54">
                  <c:v>101.0512249984385</c:v>
                </c:pt>
                <c:pt idx="55">
                  <c:v>99.803211690450766</c:v>
                </c:pt>
                <c:pt idx="56">
                  <c:v>101.14778095359028</c:v>
                </c:pt>
                <c:pt idx="57">
                  <c:v>101.58882848564554</c:v>
                </c:pt>
                <c:pt idx="58">
                  <c:v>102.4887117950191</c:v>
                </c:pt>
                <c:pt idx="59">
                  <c:v>103.23033310562936</c:v>
                </c:pt>
                <c:pt idx="60">
                  <c:v>103.65182563420645</c:v>
                </c:pt>
                <c:pt idx="61">
                  <c:v>103.55935183857773</c:v>
                </c:pt>
                <c:pt idx="62">
                  <c:v>102.81290014625257</c:v>
                </c:pt>
                <c:pt idx="63">
                  <c:v>103.12455738991162</c:v>
                </c:pt>
                <c:pt idx="64">
                  <c:v>101.83919544292218</c:v>
                </c:pt>
                <c:pt idx="65">
                  <c:v>101.94407741689298</c:v>
                </c:pt>
                <c:pt idx="66">
                  <c:v>102.23080453888748</c:v>
                </c:pt>
                <c:pt idx="67">
                  <c:v>102.49197131721616</c:v>
                </c:pt>
                <c:pt idx="68">
                  <c:v>103.115705215817</c:v>
                </c:pt>
                <c:pt idx="69">
                  <c:v>102.57218724259883</c:v>
                </c:pt>
                <c:pt idx="70">
                  <c:v>101.84419468449538</c:v>
                </c:pt>
                <c:pt idx="71">
                  <c:v>99.596678415992145</c:v>
                </c:pt>
                <c:pt idx="72">
                  <c:v>99.689623695659407</c:v>
                </c:pt>
                <c:pt idx="73">
                  <c:v>99.831645803359152</c:v>
                </c:pt>
                <c:pt idx="74">
                  <c:v>99.38905661356938</c:v>
                </c:pt>
                <c:pt idx="75">
                  <c:v>98.840608470235807</c:v>
                </c:pt>
                <c:pt idx="76">
                  <c:v>98.370822079959993</c:v>
                </c:pt>
                <c:pt idx="77">
                  <c:v>98.192327020633073</c:v>
                </c:pt>
                <c:pt idx="78">
                  <c:v>97.752996438631286</c:v>
                </c:pt>
                <c:pt idx="79">
                  <c:v>95.32633739666025</c:v>
                </c:pt>
                <c:pt idx="80">
                  <c:v>94.879987035171695</c:v>
                </c:pt>
                <c:pt idx="81">
                  <c:v>95.249246498717085</c:v>
                </c:pt>
                <c:pt idx="82">
                  <c:v>92.717718686832171</c:v>
                </c:pt>
                <c:pt idx="83">
                  <c:v>92.95051419845143</c:v>
                </c:pt>
                <c:pt idx="84">
                  <c:v>92.82521709708773</c:v>
                </c:pt>
                <c:pt idx="85">
                  <c:v>98.756799059418782</c:v>
                </c:pt>
                <c:pt idx="86">
                  <c:v>97.370394674926644</c:v>
                </c:pt>
                <c:pt idx="87">
                  <c:v>97.247785640136982</c:v>
                </c:pt>
                <c:pt idx="88">
                  <c:v>97.208207823971549</c:v>
                </c:pt>
                <c:pt idx="89">
                  <c:v>99.441606314397191</c:v>
                </c:pt>
                <c:pt idx="90">
                  <c:v>101.10432246874616</c:v>
                </c:pt>
                <c:pt idx="91">
                  <c:v>101.08768088249543</c:v>
                </c:pt>
                <c:pt idx="92">
                  <c:v>99.932210224993312</c:v>
                </c:pt>
                <c:pt idx="93">
                  <c:v>100.85824357416737</c:v>
                </c:pt>
                <c:pt idx="94">
                  <c:v>100.61456899583374</c:v>
                </c:pt>
                <c:pt idx="95">
                  <c:v>102.13022084569059</c:v>
                </c:pt>
                <c:pt idx="96">
                  <c:v>102.26212736166623</c:v>
                </c:pt>
                <c:pt idx="97">
                  <c:v>100.53163405713245</c:v>
                </c:pt>
                <c:pt idx="98">
                  <c:v>100.34575310504435</c:v>
                </c:pt>
                <c:pt idx="99">
                  <c:v>100.17136529174529</c:v>
                </c:pt>
                <c:pt idx="100">
                  <c:v>100.90597188056118</c:v>
                </c:pt>
                <c:pt idx="101">
                  <c:v>100.13139318471494</c:v>
                </c:pt>
                <c:pt idx="102">
                  <c:v>99.956702857185789</c:v>
                </c:pt>
                <c:pt idx="103">
                  <c:v>98.746130548807798</c:v>
                </c:pt>
                <c:pt idx="104">
                  <c:v>97.210454571103341</c:v>
                </c:pt>
                <c:pt idx="105">
                  <c:v>97.104546357307953</c:v>
                </c:pt>
                <c:pt idx="106">
                  <c:v>96.245246382563025</c:v>
                </c:pt>
                <c:pt idx="107">
                  <c:v>97.973481359110693</c:v>
                </c:pt>
                <c:pt idx="108">
                  <c:v>97.676778003528085</c:v>
                </c:pt>
                <c:pt idx="109">
                  <c:v>98.552393542686559</c:v>
                </c:pt>
                <c:pt idx="110">
                  <c:v>99.544522542238639</c:v>
                </c:pt>
                <c:pt idx="111">
                  <c:v>100.09960019456936</c:v>
                </c:pt>
                <c:pt idx="112">
                  <c:v>100.18066450255716</c:v>
                </c:pt>
                <c:pt idx="113">
                  <c:v>100.28179467357012</c:v>
                </c:pt>
                <c:pt idx="114">
                  <c:v>100.61796533685525</c:v>
                </c:pt>
                <c:pt idx="115">
                  <c:v>101.18160391233394</c:v>
                </c:pt>
                <c:pt idx="116">
                  <c:v>101.14782002602169</c:v>
                </c:pt>
                <c:pt idx="117">
                  <c:v>99.533007039937615</c:v>
                </c:pt>
                <c:pt idx="118">
                  <c:v>97.097129517333798</c:v>
                </c:pt>
                <c:pt idx="119">
                  <c:v>97.404512396603607</c:v>
                </c:pt>
                <c:pt idx="120">
                  <c:v>96.691998693033341</c:v>
                </c:pt>
                <c:pt idx="121">
                  <c:v>97.630615879388671</c:v>
                </c:pt>
                <c:pt idx="122">
                  <c:v>97.770562501904109</c:v>
                </c:pt>
                <c:pt idx="123">
                  <c:v>96.987432934497619</c:v>
                </c:pt>
                <c:pt idx="124">
                  <c:v>97.741886252136268</c:v>
                </c:pt>
                <c:pt idx="125">
                  <c:v>97.082440817481853</c:v>
                </c:pt>
                <c:pt idx="126">
                  <c:v>95.340708777821121</c:v>
                </c:pt>
                <c:pt idx="127">
                  <c:v>93.360949914656572</c:v>
                </c:pt>
                <c:pt idx="128">
                  <c:v>92.077903335291026</c:v>
                </c:pt>
                <c:pt idx="129">
                  <c:v>90.682902196502056</c:v>
                </c:pt>
                <c:pt idx="130">
                  <c:v>91.073744958526163</c:v>
                </c:pt>
                <c:pt idx="131">
                  <c:v>91.542432319204821</c:v>
                </c:pt>
                <c:pt idx="132">
                  <c:v>90.882999644545791</c:v>
                </c:pt>
                <c:pt idx="133">
                  <c:v>89.336279309175112</c:v>
                </c:pt>
                <c:pt idx="134">
                  <c:v>90.42703213744052</c:v>
                </c:pt>
                <c:pt idx="135">
                  <c:v>89.219232481868673</c:v>
                </c:pt>
                <c:pt idx="136">
                  <c:v>88.527008350904907</c:v>
                </c:pt>
                <c:pt idx="137">
                  <c:v>86.095228423438883</c:v>
                </c:pt>
                <c:pt idx="138">
                  <c:v>87.39217113528062</c:v>
                </c:pt>
                <c:pt idx="139">
                  <c:v>86.451886641984942</c:v>
                </c:pt>
                <c:pt idx="140">
                  <c:v>87.188395683403755</c:v>
                </c:pt>
                <c:pt idx="141">
                  <c:v>88.441235421582689</c:v>
                </c:pt>
                <c:pt idx="142">
                  <c:v>85.652166909344402</c:v>
                </c:pt>
                <c:pt idx="143">
                  <c:v>86.722796493509861</c:v>
                </c:pt>
                <c:pt idx="144">
                  <c:v>86.774921301856068</c:v>
                </c:pt>
                <c:pt idx="145">
                  <c:v>86.962277977429594</c:v>
                </c:pt>
                <c:pt idx="146">
                  <c:v>85.850412025472139</c:v>
                </c:pt>
                <c:pt idx="147">
                  <c:v>84.620916379840224</c:v>
                </c:pt>
                <c:pt idx="148">
                  <c:v>82.765679053704616</c:v>
                </c:pt>
                <c:pt idx="149">
                  <c:v>83.718046394449487</c:v>
                </c:pt>
                <c:pt idx="150">
                  <c:v>84.504521529475596</c:v>
                </c:pt>
                <c:pt idx="151">
                  <c:v>85.560644081994866</c:v>
                </c:pt>
                <c:pt idx="152">
                  <c:v>84.869727564186334</c:v>
                </c:pt>
                <c:pt idx="153">
                  <c:v>85.304036946386276</c:v>
                </c:pt>
                <c:pt idx="154">
                  <c:v>83.294166079467004</c:v>
                </c:pt>
                <c:pt idx="155">
                  <c:v>84.3390057316292</c:v>
                </c:pt>
                <c:pt idx="156">
                  <c:v>85.089121555100363</c:v>
                </c:pt>
                <c:pt idx="157">
                  <c:v>86.311535499289363</c:v>
                </c:pt>
                <c:pt idx="158">
                  <c:v>86.989563619036105</c:v>
                </c:pt>
                <c:pt idx="159">
                  <c:v>87.098133808232305</c:v>
                </c:pt>
                <c:pt idx="160">
                  <c:v>88.027822923002816</c:v>
                </c:pt>
                <c:pt idx="161">
                  <c:v>87.161175599157104</c:v>
                </c:pt>
                <c:pt idx="162">
                  <c:v>85.111857920207214</c:v>
                </c:pt>
                <c:pt idx="163">
                  <c:v>85.993661349294044</c:v>
                </c:pt>
                <c:pt idx="164">
                  <c:v>84.821986113738745</c:v>
                </c:pt>
                <c:pt idx="165">
                  <c:v>90.048126882013079</c:v>
                </c:pt>
                <c:pt idx="166">
                  <c:v>92.337392373199094</c:v>
                </c:pt>
                <c:pt idx="167">
                  <c:v>91.821999587937214</c:v>
                </c:pt>
                <c:pt idx="168">
                  <c:v>89.837327664933099</c:v>
                </c:pt>
                <c:pt idx="169">
                  <c:v>90.737759807214687</c:v>
                </c:pt>
                <c:pt idx="170">
                  <c:v>89.832209382680077</c:v>
                </c:pt>
                <c:pt idx="171">
                  <c:v>86.727615851887634</c:v>
                </c:pt>
                <c:pt idx="172">
                  <c:v>86.422037608806505</c:v>
                </c:pt>
                <c:pt idx="173">
                  <c:v>85.940203793159142</c:v>
                </c:pt>
                <c:pt idx="174">
                  <c:v>85.540292516336166</c:v>
                </c:pt>
                <c:pt idx="175">
                  <c:v>86.466564875744183</c:v>
                </c:pt>
                <c:pt idx="176">
                  <c:v>85.537771141440118</c:v>
                </c:pt>
                <c:pt idx="177">
                  <c:v>85.668916582642638</c:v>
                </c:pt>
                <c:pt idx="178">
                  <c:v>85.858602464071652</c:v>
                </c:pt>
                <c:pt idx="179">
                  <c:v>85.704539005035699</c:v>
                </c:pt>
                <c:pt idx="180">
                  <c:v>85.350249925655035</c:v>
                </c:pt>
                <c:pt idx="181">
                  <c:v>87.007649253292328</c:v>
                </c:pt>
                <c:pt idx="182">
                  <c:v>89.058320746638145</c:v>
                </c:pt>
                <c:pt idx="183">
                  <c:v>89.539163869503327</c:v>
                </c:pt>
                <c:pt idx="184">
                  <c:v>89.575100855055041</c:v>
                </c:pt>
                <c:pt idx="185">
                  <c:v>89.290184012760633</c:v>
                </c:pt>
                <c:pt idx="186">
                  <c:v>89.717743475702932</c:v>
                </c:pt>
                <c:pt idx="187">
                  <c:v>90.827954253477898</c:v>
                </c:pt>
                <c:pt idx="188">
                  <c:v>91.693284645559928</c:v>
                </c:pt>
                <c:pt idx="189">
                  <c:v>93.232965298864414</c:v>
                </c:pt>
                <c:pt idx="190">
                  <c:v>93.310283486153708</c:v>
                </c:pt>
                <c:pt idx="191">
                  <c:v>92.238709570598758</c:v>
                </c:pt>
                <c:pt idx="192">
                  <c:v>92.03393755185553</c:v>
                </c:pt>
                <c:pt idx="193">
                  <c:v>92.506071008517964</c:v>
                </c:pt>
                <c:pt idx="194">
                  <c:v>91.738643567237304</c:v>
                </c:pt>
                <c:pt idx="195">
                  <c:v>92.027458450997855</c:v>
                </c:pt>
                <c:pt idx="196">
                  <c:v>90.924626267668302</c:v>
                </c:pt>
                <c:pt idx="197">
                  <c:v>91.641346695601968</c:v>
                </c:pt>
                <c:pt idx="198">
                  <c:v>92.335036506782913</c:v>
                </c:pt>
                <c:pt idx="199">
                  <c:v>92.40176720029821</c:v>
                </c:pt>
                <c:pt idx="200">
                  <c:v>91.84751854985133</c:v>
                </c:pt>
                <c:pt idx="201">
                  <c:v>91.810055270874756</c:v>
                </c:pt>
                <c:pt idx="202">
                  <c:v>93.12733929417287</c:v>
                </c:pt>
                <c:pt idx="203">
                  <c:v>92.403452244749786</c:v>
                </c:pt>
                <c:pt idx="204">
                  <c:v>93.399092664554701</c:v>
                </c:pt>
                <c:pt idx="205">
                  <c:v>94.324153574888697</c:v>
                </c:pt>
                <c:pt idx="206">
                  <c:v>94.381147848985108</c:v>
                </c:pt>
                <c:pt idx="207">
                  <c:v>93.261054291693981</c:v>
                </c:pt>
                <c:pt idx="208">
                  <c:v>92.405747774656362</c:v>
                </c:pt>
                <c:pt idx="209">
                  <c:v>92.680505048692254</c:v>
                </c:pt>
                <c:pt idx="210">
                  <c:v>91.754772859140715</c:v>
                </c:pt>
                <c:pt idx="211">
                  <c:v>91.927777090665003</c:v>
                </c:pt>
                <c:pt idx="212">
                  <c:v>91.089024029190085</c:v>
                </c:pt>
                <c:pt idx="213">
                  <c:v>91.804731298258375</c:v>
                </c:pt>
                <c:pt idx="214">
                  <c:v>92.708271791177552</c:v>
                </c:pt>
                <c:pt idx="215">
                  <c:v>93.639425085147423</c:v>
                </c:pt>
                <c:pt idx="216">
                  <c:v>92.846791001144595</c:v>
                </c:pt>
                <c:pt idx="217">
                  <c:v>93.344304918519782</c:v>
                </c:pt>
                <c:pt idx="218">
                  <c:v>92.968837691455008</c:v>
                </c:pt>
                <c:pt idx="219">
                  <c:v>93.011696755082539</c:v>
                </c:pt>
                <c:pt idx="220">
                  <c:v>92.918943981196406</c:v>
                </c:pt>
                <c:pt idx="221">
                  <c:v>92.742995124011813</c:v>
                </c:pt>
                <c:pt idx="222">
                  <c:v>92.603420005960814</c:v>
                </c:pt>
                <c:pt idx="223">
                  <c:v>92.536052636055572</c:v>
                </c:pt>
                <c:pt idx="224">
                  <c:v>93.383254700889864</c:v>
                </c:pt>
                <c:pt idx="225">
                  <c:v>93.619198969924</c:v>
                </c:pt>
                <c:pt idx="226">
                  <c:v>93.749112957767835</c:v>
                </c:pt>
                <c:pt idx="227">
                  <c:v>93.972488274419149</c:v>
                </c:pt>
                <c:pt idx="228">
                  <c:v>95.333414218090169</c:v>
                </c:pt>
                <c:pt idx="229">
                  <c:v>94.323787429636482</c:v>
                </c:pt>
                <c:pt idx="230">
                  <c:v>91.70300875028083</c:v>
                </c:pt>
                <c:pt idx="231">
                  <c:v>92.743809765287011</c:v>
                </c:pt>
                <c:pt idx="232">
                  <c:v>92.719447692540129</c:v>
                </c:pt>
                <c:pt idx="233">
                  <c:v>94.836689747122961</c:v>
                </c:pt>
                <c:pt idx="234">
                  <c:v>95.614448001404</c:v>
                </c:pt>
                <c:pt idx="235">
                  <c:v>96.801871981363902</c:v>
                </c:pt>
                <c:pt idx="236">
                  <c:v>97.333327860439226</c:v>
                </c:pt>
                <c:pt idx="237">
                  <c:v>98.417626111340681</c:v>
                </c:pt>
                <c:pt idx="238">
                  <c:v>99.196205604199932</c:v>
                </c:pt>
                <c:pt idx="239">
                  <c:v>99.494240504553602</c:v>
                </c:pt>
                <c:pt idx="240">
                  <c:v>98.937424187818664</c:v>
                </c:pt>
                <c:pt idx="241">
                  <c:v>98.630301092200838</c:v>
                </c:pt>
                <c:pt idx="242">
                  <c:v>98.482388884790112</c:v>
                </c:pt>
                <c:pt idx="243">
                  <c:v>99.85180037621879</c:v>
                </c:pt>
                <c:pt idx="244">
                  <c:v>100.76962451161756</c:v>
                </c:pt>
                <c:pt idx="245">
                  <c:v>100.19506360518567</c:v>
                </c:pt>
                <c:pt idx="246">
                  <c:v>99.968111056385624</c:v>
                </c:pt>
                <c:pt idx="247">
                  <c:v>100.38715236455222</c:v>
                </c:pt>
                <c:pt idx="248">
                  <c:v>99.188812946388467</c:v>
                </c:pt>
                <c:pt idx="249">
                  <c:v>98.497422544067248</c:v>
                </c:pt>
                <c:pt idx="250">
                  <c:v>95.819536515666513</c:v>
                </c:pt>
                <c:pt idx="251">
                  <c:v>96.750311167619543</c:v>
                </c:pt>
                <c:pt idx="252">
                  <c:v>98.465151610061241</c:v>
                </c:pt>
                <c:pt idx="253">
                  <c:v>99.412542125044581</c:v>
                </c:pt>
                <c:pt idx="254">
                  <c:v>100.14317197061671</c:v>
                </c:pt>
                <c:pt idx="255">
                  <c:v>99.772530715128639</c:v>
                </c:pt>
                <c:pt idx="256">
                  <c:v>99.961026433441347</c:v>
                </c:pt>
                <c:pt idx="257">
                  <c:v>99.718295938320111</c:v>
                </c:pt>
                <c:pt idx="258">
                  <c:v>99.180037566732508</c:v>
                </c:pt>
                <c:pt idx="259">
                  <c:v>98.495033897608593</c:v>
                </c:pt>
                <c:pt idx="260">
                  <c:v>97.651908343242241</c:v>
                </c:pt>
                <c:pt idx="261">
                  <c:v>97.087372546486748</c:v>
                </c:pt>
                <c:pt idx="262">
                  <c:v>98.53610263396169</c:v>
                </c:pt>
                <c:pt idx="263">
                  <c:v>98.931170247984625</c:v>
                </c:pt>
                <c:pt idx="264">
                  <c:v>96.688002886945824</c:v>
                </c:pt>
                <c:pt idx="265">
                  <c:v>96.327893799079774</c:v>
                </c:pt>
                <c:pt idx="266">
                  <c:v>95.482063088073545</c:v>
                </c:pt>
                <c:pt idx="267">
                  <c:v>94.856353486625608</c:v>
                </c:pt>
                <c:pt idx="268">
                  <c:v>90.939244220343184</c:v>
                </c:pt>
                <c:pt idx="269">
                  <c:v>90.2525389166872</c:v>
                </c:pt>
                <c:pt idx="270">
                  <c:v>91.255851574817598</c:v>
                </c:pt>
                <c:pt idx="271">
                  <c:v>89.495297330781355</c:v>
                </c:pt>
                <c:pt idx="272">
                  <c:v>82.672980899608518</c:v>
                </c:pt>
                <c:pt idx="273">
                  <c:v>82.096582998968316</c:v>
                </c:pt>
                <c:pt idx="274">
                  <c:v>75.101316467326626</c:v>
                </c:pt>
                <c:pt idx="275">
                  <c:v>77.130130317639185</c:v>
                </c:pt>
                <c:pt idx="276">
                  <c:v>72.113032917249129</c:v>
                </c:pt>
                <c:pt idx="277">
                  <c:v>70.5222533731406</c:v>
                </c:pt>
                <c:pt idx="278">
                  <c:v>66.408960216889838</c:v>
                </c:pt>
                <c:pt idx="279">
                  <c:v>62.861061365851199</c:v>
                </c:pt>
                <c:pt idx="280">
                  <c:v>65.970103585992305</c:v>
                </c:pt>
                <c:pt idx="281">
                  <c:v>56.645191484653971</c:v>
                </c:pt>
                <c:pt idx="282">
                  <c:v>57.058003717076296</c:v>
                </c:pt>
                <c:pt idx="283">
                  <c:v>61.535206722514303</c:v>
                </c:pt>
                <c:pt idx="284">
                  <c:v>61.467645568638908</c:v>
                </c:pt>
                <c:pt idx="285">
                  <c:v>59.411923794270038</c:v>
                </c:pt>
                <c:pt idx="286">
                  <c:v>60.716122624818638</c:v>
                </c:pt>
                <c:pt idx="287">
                  <c:v>59.508451225536795</c:v>
                </c:pt>
                <c:pt idx="288">
                  <c:v>58.366527679206541</c:v>
                </c:pt>
                <c:pt idx="289">
                  <c:v>61.513927175159509</c:v>
                </c:pt>
                <c:pt idx="290">
                  <c:v>64.211528836340236</c:v>
                </c:pt>
                <c:pt idx="291">
                  <c:v>63.381658885360523</c:v>
                </c:pt>
                <c:pt idx="292">
                  <c:v>65.028751313931579</c:v>
                </c:pt>
                <c:pt idx="293">
                  <c:v>66.65912876182864</c:v>
                </c:pt>
                <c:pt idx="294">
                  <c:v>66.922809558159756</c:v>
                </c:pt>
                <c:pt idx="295">
                  <c:v>64.84089764315712</c:v>
                </c:pt>
                <c:pt idx="296">
                  <c:v>65.191744529950952</c:v>
                </c:pt>
                <c:pt idx="297">
                  <c:v>64.973230714736985</c:v>
                </c:pt>
                <c:pt idx="298">
                  <c:v>66.883245848034477</c:v>
                </c:pt>
                <c:pt idx="299">
                  <c:v>68.340059476399404</c:v>
                </c:pt>
                <c:pt idx="300">
                  <c:v>70.297653250369493</c:v>
                </c:pt>
                <c:pt idx="301">
                  <c:v>66.330184012791236</c:v>
                </c:pt>
                <c:pt idx="302">
                  <c:v>66.400564160291822</c:v>
                </c:pt>
                <c:pt idx="303">
                  <c:v>66.297368220303994</c:v>
                </c:pt>
                <c:pt idx="304">
                  <c:v>66.469462019346423</c:v>
                </c:pt>
                <c:pt idx="305">
                  <c:v>65.897244053622302</c:v>
                </c:pt>
                <c:pt idx="306">
                  <c:v>67.770458794927563</c:v>
                </c:pt>
                <c:pt idx="307">
                  <c:v>67.483187552316821</c:v>
                </c:pt>
                <c:pt idx="308">
                  <c:v>67.241182742023426</c:v>
                </c:pt>
                <c:pt idx="309">
                  <c:v>63.911503167908087</c:v>
                </c:pt>
                <c:pt idx="310">
                  <c:v>64.459617947302107</c:v>
                </c:pt>
                <c:pt idx="311">
                  <c:v>65.451000219312547</c:v>
                </c:pt>
                <c:pt idx="312">
                  <c:v>65.86639870813103</c:v>
                </c:pt>
                <c:pt idx="313">
                  <c:v>65.371068096484436</c:v>
                </c:pt>
                <c:pt idx="314">
                  <c:v>66.748646803063878</c:v>
                </c:pt>
                <c:pt idx="315">
                  <c:v>67.787419732520391</c:v>
                </c:pt>
                <c:pt idx="316">
                  <c:v>68.628527480135332</c:v>
                </c:pt>
                <c:pt idx="317">
                  <c:v>71.764687285547851</c:v>
                </c:pt>
                <c:pt idx="318">
                  <c:v>72.29322271694096</c:v>
                </c:pt>
                <c:pt idx="319">
                  <c:v>72.03937900946913</c:v>
                </c:pt>
                <c:pt idx="320">
                  <c:v>73.370005492802974</c:v>
                </c:pt>
                <c:pt idx="321">
                  <c:v>73.544758819716662</c:v>
                </c:pt>
                <c:pt idx="322">
                  <c:v>73.399033428470489</c:v>
                </c:pt>
                <c:pt idx="323">
                  <c:v>74.32097249435553</c:v>
                </c:pt>
                <c:pt idx="324">
                  <c:v>73.054825258761454</c:v>
                </c:pt>
                <c:pt idx="325">
                  <c:v>73.81414224035332</c:v>
                </c:pt>
                <c:pt idx="326">
                  <c:v>72.807817009345086</c:v>
                </c:pt>
                <c:pt idx="327">
                  <c:v>73.38180440979508</c:v>
                </c:pt>
                <c:pt idx="328">
                  <c:v>73.116188071462133</c:v>
                </c:pt>
                <c:pt idx="329">
                  <c:v>74.09465830787309</c:v>
                </c:pt>
                <c:pt idx="330">
                  <c:v>74.742567211111037</c:v>
                </c:pt>
                <c:pt idx="331">
                  <c:v>75.930476211229276</c:v>
                </c:pt>
                <c:pt idx="332">
                  <c:v>77.085544530566708</c:v>
                </c:pt>
                <c:pt idx="333">
                  <c:v>76.502754854763239</c:v>
                </c:pt>
                <c:pt idx="334">
                  <c:v>77.257092726048626</c:v>
                </c:pt>
                <c:pt idx="335">
                  <c:v>77.595430878331186</c:v>
                </c:pt>
                <c:pt idx="336">
                  <c:v>76.25832713582372</c:v>
                </c:pt>
                <c:pt idx="337">
                  <c:v>76.138196131484548</c:v>
                </c:pt>
                <c:pt idx="338">
                  <c:v>76.464871044675121</c:v>
                </c:pt>
                <c:pt idx="339">
                  <c:v>77.425162876995074</c:v>
                </c:pt>
                <c:pt idx="340">
                  <c:v>77.932359280123777</c:v>
                </c:pt>
                <c:pt idx="341">
                  <c:v>79.250862697858778</c:v>
                </c:pt>
                <c:pt idx="342">
                  <c:v>80.264083719233795</c:v>
                </c:pt>
                <c:pt idx="343">
                  <c:v>79.775518998700292</c:v>
                </c:pt>
                <c:pt idx="344">
                  <c:v>80.10330643257582</c:v>
                </c:pt>
                <c:pt idx="345">
                  <c:v>79.236382727386811</c:v>
                </c:pt>
                <c:pt idx="346">
                  <c:v>79.183573581001951</c:v>
                </c:pt>
                <c:pt idx="347">
                  <c:v>78.140515607814564</c:v>
                </c:pt>
                <c:pt idx="348">
                  <c:v>79.37271315941247</c:v>
                </c:pt>
                <c:pt idx="349">
                  <c:v>80.278463564250686</c:v>
                </c:pt>
                <c:pt idx="350">
                  <c:v>80.564129435260085</c:v>
                </c:pt>
                <c:pt idx="351">
                  <c:v>80.763128391678649</c:v>
                </c:pt>
                <c:pt idx="352">
                  <c:v>81.463601659156836</c:v>
                </c:pt>
                <c:pt idx="353">
                  <c:v>81.116349859870184</c:v>
                </c:pt>
                <c:pt idx="354">
                  <c:v>80.159441309688503</c:v>
                </c:pt>
                <c:pt idx="355">
                  <c:v>80.889975733088136</c:v>
                </c:pt>
                <c:pt idx="356">
                  <c:v>81.259382553323903</c:v>
                </c:pt>
                <c:pt idx="357">
                  <c:v>80.502585020173143</c:v>
                </c:pt>
                <c:pt idx="358">
                  <c:v>80.920008421351483</c:v>
                </c:pt>
                <c:pt idx="359">
                  <c:v>80.683403966863835</c:v>
                </c:pt>
                <c:pt idx="360">
                  <c:v>81.458915412127979</c:v>
                </c:pt>
                <c:pt idx="361">
                  <c:v>82.100878483888081</c:v>
                </c:pt>
                <c:pt idx="362">
                  <c:v>83.092622501517681</c:v>
                </c:pt>
                <c:pt idx="363">
                  <c:v>84.01974783416189</c:v>
                </c:pt>
                <c:pt idx="364">
                  <c:v>85.200231821522891</c:v>
                </c:pt>
                <c:pt idx="365">
                  <c:v>84.946833471578003</c:v>
                </c:pt>
                <c:pt idx="366">
                  <c:v>85.027304845287318</c:v>
                </c:pt>
                <c:pt idx="367">
                  <c:v>86.355411796227202</c:v>
                </c:pt>
                <c:pt idx="368">
                  <c:v>85.689935950621845</c:v>
                </c:pt>
                <c:pt idx="369">
                  <c:v>85.982131035859908</c:v>
                </c:pt>
                <c:pt idx="370">
                  <c:v>87.083068751160084</c:v>
                </c:pt>
                <c:pt idx="371">
                  <c:v>87.693552297739188</c:v>
                </c:pt>
                <c:pt idx="372">
                  <c:v>88.11656157677595</c:v>
                </c:pt>
                <c:pt idx="373">
                  <c:v>88.699983308742262</c:v>
                </c:pt>
                <c:pt idx="374">
                  <c:v>89.379261112909276</c:v>
                </c:pt>
                <c:pt idx="375">
                  <c:v>90.205420119221728</c:v>
                </c:pt>
                <c:pt idx="376">
                  <c:v>90.727590979562947</c:v>
                </c:pt>
                <c:pt idx="377">
                  <c:v>90.86942371469641</c:v>
                </c:pt>
                <c:pt idx="378">
                  <c:v>92.603804928150851</c:v>
                </c:pt>
                <c:pt idx="379">
                  <c:v>88.651372095479815</c:v>
                </c:pt>
                <c:pt idx="380">
                  <c:v>90.328852314989589</c:v>
                </c:pt>
                <c:pt idx="381">
                  <c:v>91.431786709618635</c:v>
                </c:pt>
                <c:pt idx="382">
                  <c:v>91.77388353230522</c:v>
                </c:pt>
                <c:pt idx="383">
                  <c:v>90.238734264805672</c:v>
                </c:pt>
                <c:pt idx="384">
                  <c:v>89.460630303730625</c:v>
                </c:pt>
                <c:pt idx="385">
                  <c:v>88.093726907775576</c:v>
                </c:pt>
                <c:pt idx="386">
                  <c:v>87.323695192126721</c:v>
                </c:pt>
                <c:pt idx="387">
                  <c:v>88.784842078397517</c:v>
                </c:pt>
                <c:pt idx="388">
                  <c:v>89.24044731367978</c:v>
                </c:pt>
                <c:pt idx="389">
                  <c:v>91.699416002904073</c:v>
                </c:pt>
                <c:pt idx="390">
                  <c:v>92.652314953412471</c:v>
                </c:pt>
                <c:pt idx="391">
                  <c:v>92.555803553327777</c:v>
                </c:pt>
                <c:pt idx="392">
                  <c:v>92.387247383839792</c:v>
                </c:pt>
                <c:pt idx="393">
                  <c:v>92.836432862368596</c:v>
                </c:pt>
                <c:pt idx="394">
                  <c:v>89.428656304565962</c:v>
                </c:pt>
                <c:pt idx="395">
                  <c:v>87.841283240997143</c:v>
                </c:pt>
                <c:pt idx="396">
                  <c:v>87.395131095276795</c:v>
                </c:pt>
                <c:pt idx="397">
                  <c:v>84.855335396961735</c:v>
                </c:pt>
                <c:pt idx="398">
                  <c:v>87.541883007483747</c:v>
                </c:pt>
                <c:pt idx="399">
                  <c:v>90.355262448448229</c:v>
                </c:pt>
                <c:pt idx="400">
                  <c:v>89.883597275465974</c:v>
                </c:pt>
                <c:pt idx="401">
                  <c:v>89.999779040678277</c:v>
                </c:pt>
                <c:pt idx="402">
                  <c:v>91.264568831434218</c:v>
                </c:pt>
                <c:pt idx="403">
                  <c:v>91.322220575623831</c:v>
                </c:pt>
                <c:pt idx="404">
                  <c:v>91.769546220954084</c:v>
                </c:pt>
                <c:pt idx="405">
                  <c:v>91.311370707596964</c:v>
                </c:pt>
                <c:pt idx="406">
                  <c:v>91.489391942607213</c:v>
                </c:pt>
                <c:pt idx="407">
                  <c:v>91.310677920526459</c:v>
                </c:pt>
                <c:pt idx="408">
                  <c:v>90.783965162978078</c:v>
                </c:pt>
                <c:pt idx="409">
                  <c:v>90.14089275596865</c:v>
                </c:pt>
                <c:pt idx="410">
                  <c:v>89.90346701198655</c:v>
                </c:pt>
                <c:pt idx="411">
                  <c:v>88.604251723604037</c:v>
                </c:pt>
                <c:pt idx="412">
                  <c:v>89.46370299344315</c:v>
                </c:pt>
                <c:pt idx="413">
                  <c:v>90.106321858333459</c:v>
                </c:pt>
                <c:pt idx="414">
                  <c:v>90.783791847976076</c:v>
                </c:pt>
                <c:pt idx="415">
                  <c:v>91.173000982735545</c:v>
                </c:pt>
                <c:pt idx="416">
                  <c:v>91.9862788306298</c:v>
                </c:pt>
                <c:pt idx="417">
                  <c:v>90.220877968157765</c:v>
                </c:pt>
                <c:pt idx="418">
                  <c:v>91.301641693237585</c:v>
                </c:pt>
                <c:pt idx="419">
                  <c:v>90.382048360852068</c:v>
                </c:pt>
                <c:pt idx="420">
                  <c:v>89.738838248989239</c:v>
                </c:pt>
                <c:pt idx="421">
                  <c:v>90.227605254866987</c:v>
                </c:pt>
                <c:pt idx="422">
                  <c:v>90.165626085538577</c:v>
                </c:pt>
                <c:pt idx="423">
                  <c:v>90.790568677123346</c:v>
                </c:pt>
                <c:pt idx="424">
                  <c:v>90.933582313692767</c:v>
                </c:pt>
                <c:pt idx="425">
                  <c:v>93.084127859644511</c:v>
                </c:pt>
                <c:pt idx="426">
                  <c:v>94.017996968830502</c:v>
                </c:pt>
                <c:pt idx="427">
                  <c:v>94.998520924653434</c:v>
                </c:pt>
                <c:pt idx="428">
                  <c:v>94.899044753413349</c:v>
                </c:pt>
                <c:pt idx="429">
                  <c:v>95.199415955938491</c:v>
                </c:pt>
                <c:pt idx="430">
                  <c:v>95.514176918866326</c:v>
                </c:pt>
                <c:pt idx="431">
                  <c:v>96.124040354595905</c:v>
                </c:pt>
                <c:pt idx="432">
                  <c:v>96.617665012883762</c:v>
                </c:pt>
                <c:pt idx="433">
                  <c:v>99.524362827226042</c:v>
                </c:pt>
                <c:pt idx="434">
                  <c:v>99.026529201581724</c:v>
                </c:pt>
                <c:pt idx="435">
                  <c:v>99.999428867984008</c:v>
                </c:pt>
                <c:pt idx="436">
                  <c:v>101.33750580769787</c:v>
                </c:pt>
                <c:pt idx="437">
                  <c:v>102.30920399113791</c:v>
                </c:pt>
                <c:pt idx="438">
                  <c:v>100.61791134155857</c:v>
                </c:pt>
                <c:pt idx="439">
                  <c:v>101.48412219941901</c:v>
                </c:pt>
                <c:pt idx="440">
                  <c:v>104.22602187246942</c:v>
                </c:pt>
                <c:pt idx="441">
                  <c:v>105.89389117799058</c:v>
                </c:pt>
                <c:pt idx="442">
                  <c:v>106.20940531011115</c:v>
                </c:pt>
                <c:pt idx="443">
                  <c:v>107.11534813724833</c:v>
                </c:pt>
                <c:pt idx="444">
                  <c:v>108.30537268416388</c:v>
                </c:pt>
                <c:pt idx="445">
                  <c:v>108.3689008980612</c:v>
                </c:pt>
                <c:pt idx="446">
                  <c:v>109.28407095641779</c:v>
                </c:pt>
                <c:pt idx="447">
                  <c:v>108.25867692711684</c:v>
                </c:pt>
                <c:pt idx="448">
                  <c:v>108.60840222079865</c:v>
                </c:pt>
                <c:pt idx="449">
                  <c:v>109.39470301022234</c:v>
                </c:pt>
                <c:pt idx="450">
                  <c:v>111.20867457865627</c:v>
                </c:pt>
                <c:pt idx="451">
                  <c:v>111.03709371625871</c:v>
                </c:pt>
                <c:pt idx="452">
                  <c:v>110.63836892289079</c:v>
                </c:pt>
                <c:pt idx="453">
                  <c:v>105.12468060861246</c:v>
                </c:pt>
                <c:pt idx="454">
                  <c:v>105.67278556585292</c:v>
                </c:pt>
                <c:pt idx="455">
                  <c:v>108.29666349012366</c:v>
                </c:pt>
                <c:pt idx="456">
                  <c:v>108.48634206335629</c:v>
                </c:pt>
                <c:pt idx="457">
                  <c:v>109.77303037367878</c:v>
                </c:pt>
                <c:pt idx="458">
                  <c:v>109.65169966621991</c:v>
                </c:pt>
                <c:pt idx="459">
                  <c:v>109.89542073797134</c:v>
                </c:pt>
                <c:pt idx="460">
                  <c:v>110.42948778215708</c:v>
                </c:pt>
                <c:pt idx="461">
                  <c:v>111.74584648382323</c:v>
                </c:pt>
                <c:pt idx="462">
                  <c:v>114.5666694568492</c:v>
                </c:pt>
                <c:pt idx="463">
                  <c:v>115.1925310148473</c:v>
                </c:pt>
                <c:pt idx="464">
                  <c:v>115.77347064512021</c:v>
                </c:pt>
                <c:pt idx="465">
                  <c:v>117.45680357670517</c:v>
                </c:pt>
                <c:pt idx="466">
                  <c:v>118.35833878551792</c:v>
                </c:pt>
                <c:pt idx="467">
                  <c:v>117.8828366778538</c:v>
                </c:pt>
                <c:pt idx="468">
                  <c:v>118.80356280631214</c:v>
                </c:pt>
                <c:pt idx="469">
                  <c:v>118.44164423880156</c:v>
                </c:pt>
                <c:pt idx="470">
                  <c:v>118.56909316632841</c:v>
                </c:pt>
                <c:pt idx="471">
                  <c:v>117.46941740395476</c:v>
                </c:pt>
                <c:pt idx="472">
                  <c:v>114.9839183959114</c:v>
                </c:pt>
                <c:pt idx="473">
                  <c:v>117.40573251429545</c:v>
                </c:pt>
                <c:pt idx="474">
                  <c:v>118.71481674178267</c:v>
                </c:pt>
                <c:pt idx="475">
                  <c:v>117.51450151040022</c:v>
                </c:pt>
                <c:pt idx="476">
                  <c:v>115.97379341412422</c:v>
                </c:pt>
                <c:pt idx="477">
                  <c:v>115.05284466133226</c:v>
                </c:pt>
                <c:pt idx="478">
                  <c:v>113.40475815691269</c:v>
                </c:pt>
                <c:pt idx="479">
                  <c:v>112.3457892834613</c:v>
                </c:pt>
                <c:pt idx="480">
                  <c:v>112.09428409669425</c:v>
                </c:pt>
                <c:pt idx="481">
                  <c:v>115.69266473325644</c:v>
                </c:pt>
                <c:pt idx="482">
                  <c:v>120.28966799682162</c:v>
                </c:pt>
                <c:pt idx="483">
                  <c:v>121.60828427300534</c:v>
                </c:pt>
                <c:pt idx="484">
                  <c:v>120.30953824303498</c:v>
                </c:pt>
                <c:pt idx="485">
                  <c:v>122.18933084417127</c:v>
                </c:pt>
                <c:pt idx="486">
                  <c:v>122.05154989912167</c:v>
                </c:pt>
                <c:pt idx="487">
                  <c:v>123.08403231298129</c:v>
                </c:pt>
                <c:pt idx="488">
                  <c:v>123.42385458712671</c:v>
                </c:pt>
                <c:pt idx="489">
                  <c:v>123.09680064386077</c:v>
                </c:pt>
                <c:pt idx="490">
                  <c:v>124.70465216191423</c:v>
                </c:pt>
                <c:pt idx="491">
                  <c:v>125.39129191222955</c:v>
                </c:pt>
                <c:pt idx="492">
                  <c:v>125.58055765323223</c:v>
                </c:pt>
                <c:pt idx="493">
                  <c:v>126.3551148068295</c:v>
                </c:pt>
                <c:pt idx="494">
                  <c:v>124.30943651019564</c:v>
                </c:pt>
                <c:pt idx="495">
                  <c:v>123.33920299825698</c:v>
                </c:pt>
                <c:pt idx="496">
                  <c:v>124.57777631340099</c:v>
                </c:pt>
                <c:pt idx="497">
                  <c:v>125.99741211652527</c:v>
                </c:pt>
                <c:pt idx="498">
                  <c:v>124.58687264912041</c:v>
                </c:pt>
                <c:pt idx="499">
                  <c:v>126.37640702735555</c:v>
                </c:pt>
                <c:pt idx="500">
                  <c:v>128.42264214603486</c:v>
                </c:pt>
                <c:pt idx="501">
                  <c:v>131.07324592682028</c:v>
                </c:pt>
                <c:pt idx="502">
                  <c:v>132.35553203261264</c:v>
                </c:pt>
                <c:pt idx="503">
                  <c:v>129.42443550159189</c:v>
                </c:pt>
                <c:pt idx="504">
                  <c:v>129.37105147470515</c:v>
                </c:pt>
                <c:pt idx="505">
                  <c:v>128.49733590015543</c:v>
                </c:pt>
                <c:pt idx="506">
                  <c:v>129.8012566264718</c:v>
                </c:pt>
                <c:pt idx="507">
                  <c:v>129.75537340371079</c:v>
                </c:pt>
                <c:pt idx="508">
                  <c:v>128.83213305056816</c:v>
                </c:pt>
                <c:pt idx="509">
                  <c:v>129.75638186117445</c:v>
                </c:pt>
                <c:pt idx="510">
                  <c:v>126.37910053970545</c:v>
                </c:pt>
                <c:pt idx="511">
                  <c:v>126.26730805206928</c:v>
                </c:pt>
                <c:pt idx="512">
                  <c:v>127.53981523607732</c:v>
                </c:pt>
                <c:pt idx="513">
                  <c:v>128.79659159546887</c:v>
                </c:pt>
                <c:pt idx="514">
                  <c:v>125.60472943144556</c:v>
                </c:pt>
                <c:pt idx="515">
                  <c:v>123.11767739978217</c:v>
                </c:pt>
                <c:pt idx="516">
                  <c:v>125.3869307336013</c:v>
                </c:pt>
                <c:pt idx="517">
                  <c:v>126.41226025070554</c:v>
                </c:pt>
                <c:pt idx="518">
                  <c:v>126.05986387969796</c:v>
                </c:pt>
                <c:pt idx="519">
                  <c:v>128.31900800794469</c:v>
                </c:pt>
                <c:pt idx="520">
                  <c:v>126.74452621903033</c:v>
                </c:pt>
                <c:pt idx="521">
                  <c:v>128.11090988756891</c:v>
                </c:pt>
                <c:pt idx="522">
                  <c:v>128.6384193879629</c:v>
                </c:pt>
                <c:pt idx="523">
                  <c:v>127.97140566877337</c:v>
                </c:pt>
                <c:pt idx="524">
                  <c:v>120.76493221069755</c:v>
                </c:pt>
                <c:pt idx="525">
                  <c:v>122.4186146953531</c:v>
                </c:pt>
                <c:pt idx="526">
                  <c:v>124.62856478010515</c:v>
                </c:pt>
                <c:pt idx="527">
                  <c:v>121.45566101418444</c:v>
                </c:pt>
                <c:pt idx="528">
                  <c:v>122.07220922294789</c:v>
                </c:pt>
                <c:pt idx="529">
                  <c:v>122.28546588484042</c:v>
                </c:pt>
                <c:pt idx="530">
                  <c:v>122.64158669530931</c:v>
                </c:pt>
                <c:pt idx="531">
                  <c:v>127.7966024826205</c:v>
                </c:pt>
                <c:pt idx="532">
                  <c:v>128.25239160725909</c:v>
                </c:pt>
                <c:pt idx="533">
                  <c:v>127.83308275884995</c:v>
                </c:pt>
                <c:pt idx="534">
                  <c:v>127.91715293326918</c:v>
                </c:pt>
                <c:pt idx="535">
                  <c:v>129.06338121727342</c:v>
                </c:pt>
                <c:pt idx="536">
                  <c:v>130.31950049915775</c:v>
                </c:pt>
                <c:pt idx="537">
                  <c:v>130.17127606778888</c:v>
                </c:pt>
                <c:pt idx="538">
                  <c:v>131.98921055590509</c:v>
                </c:pt>
                <c:pt idx="539">
                  <c:v>132.95843185265147</c:v>
                </c:pt>
                <c:pt idx="540">
                  <c:v>131.90945841176901</c:v>
                </c:pt>
                <c:pt idx="541">
                  <c:v>129.86162485379447</c:v>
                </c:pt>
                <c:pt idx="542">
                  <c:v>132.48915205809482</c:v>
                </c:pt>
                <c:pt idx="543">
                  <c:v>135.29577414599717</c:v>
                </c:pt>
                <c:pt idx="544">
                  <c:v>135.24099567664254</c:v>
                </c:pt>
                <c:pt idx="545">
                  <c:v>134.85100081983131</c:v>
                </c:pt>
                <c:pt idx="546">
                  <c:v>136.10386149863356</c:v>
                </c:pt>
                <c:pt idx="547">
                  <c:v>137.25823029284479</c:v>
                </c:pt>
                <c:pt idx="548">
                  <c:v>137.21639748659521</c:v>
                </c:pt>
                <c:pt idx="549">
                  <c:v>137.33108312495906</c:v>
                </c:pt>
                <c:pt idx="550">
                  <c:v>138.02618015560441</c:v>
                </c:pt>
                <c:pt idx="551">
                  <c:v>138.45779566110949</c:v>
                </c:pt>
                <c:pt idx="552">
                  <c:v>138.38126200107718</c:v>
                </c:pt>
                <c:pt idx="553">
                  <c:v>139.52303439956606</c:v>
                </c:pt>
                <c:pt idx="554">
                  <c:v>141.00102274004942</c:v>
                </c:pt>
                <c:pt idx="555">
                  <c:v>142.1931618597086</c:v>
                </c:pt>
                <c:pt idx="556">
                  <c:v>144.39023790792464</c:v>
                </c:pt>
                <c:pt idx="557">
                  <c:v>145.19099510363083</c:v>
                </c:pt>
                <c:pt idx="558">
                  <c:v>146.096083274931</c:v>
                </c:pt>
                <c:pt idx="559">
                  <c:v>146.44183347278209</c:v>
                </c:pt>
                <c:pt idx="560">
                  <c:v>145.33385400739556</c:v>
                </c:pt>
                <c:pt idx="561">
                  <c:v>146.04598366266649</c:v>
                </c:pt>
                <c:pt idx="562">
                  <c:v>144.49558253733633</c:v>
                </c:pt>
                <c:pt idx="563">
                  <c:v>142.02685008198034</c:v>
                </c:pt>
                <c:pt idx="564">
                  <c:v>139.75825794746993</c:v>
                </c:pt>
                <c:pt idx="565">
                  <c:v>140.84483896522678</c:v>
                </c:pt>
                <c:pt idx="566">
                  <c:v>141.03243269686345</c:v>
                </c:pt>
                <c:pt idx="567">
                  <c:v>140.27108622887292</c:v>
                </c:pt>
                <c:pt idx="568">
                  <c:v>140.13891521737216</c:v>
                </c:pt>
                <c:pt idx="569">
                  <c:v>141.79459384996687</c:v>
                </c:pt>
                <c:pt idx="570">
                  <c:v>142.4958329779906</c:v>
                </c:pt>
                <c:pt idx="571">
                  <c:v>141.75173095049587</c:v>
                </c:pt>
                <c:pt idx="572">
                  <c:v>141.87532249635635</c:v>
                </c:pt>
                <c:pt idx="573">
                  <c:v>141.31909405451324</c:v>
                </c:pt>
                <c:pt idx="574">
                  <c:v>142.04191756981663</c:v>
                </c:pt>
                <c:pt idx="575">
                  <c:v>142.79312833590288</c:v>
                </c:pt>
                <c:pt idx="576">
                  <c:v>142.84622593118311</c:v>
                </c:pt>
                <c:pt idx="577">
                  <c:v>142.99057966829471</c:v>
                </c:pt>
                <c:pt idx="578">
                  <c:v>142.47555515463245</c:v>
                </c:pt>
                <c:pt idx="579">
                  <c:v>143.46559406036008</c:v>
                </c:pt>
                <c:pt idx="580">
                  <c:v>144.44450354341362</c:v>
                </c:pt>
                <c:pt idx="581">
                  <c:v>144.70104751702175</c:v>
                </c:pt>
                <c:pt idx="582">
                  <c:v>144.86921679579734</c:v>
                </c:pt>
                <c:pt idx="583">
                  <c:v>145.66011573580232</c:v>
                </c:pt>
                <c:pt idx="584">
                  <c:v>145.96158266204378</c:v>
                </c:pt>
                <c:pt idx="585">
                  <c:v>144.45518205235777</c:v>
                </c:pt>
                <c:pt idx="586">
                  <c:v>142.24438069555853</c:v>
                </c:pt>
                <c:pt idx="587">
                  <c:v>144.81770238882626</c:v>
                </c:pt>
                <c:pt idx="588">
                  <c:v>144.9483235516015</c:v>
                </c:pt>
                <c:pt idx="589">
                  <c:v>144.82931432584806</c:v>
                </c:pt>
                <c:pt idx="590">
                  <c:v>144.28661377269563</c:v>
                </c:pt>
                <c:pt idx="591">
                  <c:v>143.51525032803346</c:v>
                </c:pt>
                <c:pt idx="592">
                  <c:v>144.84757291862564</c:v>
                </c:pt>
                <c:pt idx="593">
                  <c:v>148.4911317457647</c:v>
                </c:pt>
                <c:pt idx="594">
                  <c:v>148.78684818265486</c:v>
                </c:pt>
                <c:pt idx="595">
                  <c:v>147.30085947444681</c:v>
                </c:pt>
                <c:pt idx="596">
                  <c:v>147.08176009319587</c:v>
                </c:pt>
                <c:pt idx="597">
                  <c:v>147.31465737419495</c:v>
                </c:pt>
                <c:pt idx="598">
                  <c:v>146.16997373571741</c:v>
                </c:pt>
                <c:pt idx="599">
                  <c:v>144.2624108744711</c:v>
                </c:pt>
                <c:pt idx="600">
                  <c:v>144.00772189721195</c:v>
                </c:pt>
                <c:pt idx="601">
                  <c:v>145.75285159766321</c:v>
                </c:pt>
                <c:pt idx="602">
                  <c:v>145.28079136717639</c:v>
                </c:pt>
                <c:pt idx="603">
                  <c:v>144.79310236169567</c:v>
                </c:pt>
                <c:pt idx="604">
                  <c:v>145.26868467842729</c:v>
                </c:pt>
                <c:pt idx="605">
                  <c:v>145.67836037377296</c:v>
                </c:pt>
                <c:pt idx="606">
                  <c:v>142.52848137838538</c:v>
                </c:pt>
                <c:pt idx="607">
                  <c:v>141.59636747610298</c:v>
                </c:pt>
                <c:pt idx="608">
                  <c:v>143.88681254189672</c:v>
                </c:pt>
                <c:pt idx="609">
                  <c:v>144.0289300528251</c:v>
                </c:pt>
                <c:pt idx="610">
                  <c:v>150.27239839703407</c:v>
                </c:pt>
                <c:pt idx="611">
                  <c:v>153.46315697778036</c:v>
                </c:pt>
                <c:pt idx="612">
                  <c:v>155.00264232185853</c:v>
                </c:pt>
                <c:pt idx="613">
                  <c:v>155.77131292889476</c:v>
                </c:pt>
                <c:pt idx="614">
                  <c:v>156.40543937807456</c:v>
                </c:pt>
                <c:pt idx="615">
                  <c:v>155.32557488644332</c:v>
                </c:pt>
                <c:pt idx="616">
                  <c:v>155.34373686104095</c:v>
                </c:pt>
                <c:pt idx="617">
                  <c:v>155.7201061945419</c:v>
                </c:pt>
                <c:pt idx="618">
                  <c:v>156.42251871673255</c:v>
                </c:pt>
                <c:pt idx="619">
                  <c:v>158.68081806958986</c:v>
                </c:pt>
                <c:pt idx="620">
                  <c:v>160.18710122835208</c:v>
                </c:pt>
                <c:pt idx="621">
                  <c:v>161.2833756317269</c:v>
                </c:pt>
                <c:pt idx="622">
                  <c:v>159.10642246182815</c:v>
                </c:pt>
                <c:pt idx="623">
                  <c:v>158.62108105357134</c:v>
                </c:pt>
                <c:pt idx="624">
                  <c:v>161.15654871683233</c:v>
                </c:pt>
                <c:pt idx="625">
                  <c:v>159.96870975605373</c:v>
                </c:pt>
                <c:pt idx="626">
                  <c:v>160.09561833948419</c:v>
                </c:pt>
                <c:pt idx="627">
                  <c:v>158.77353343543859</c:v>
                </c:pt>
                <c:pt idx="628">
                  <c:v>159.66583826226042</c:v>
                </c:pt>
                <c:pt idx="629">
                  <c:v>160.02507407876288</c:v>
                </c:pt>
                <c:pt idx="630">
                  <c:v>160.07264862905063</c:v>
                </c:pt>
                <c:pt idx="631">
                  <c:v>162.63962732715666</c:v>
                </c:pt>
                <c:pt idx="632">
                  <c:v>162.71498731238378</c:v>
                </c:pt>
                <c:pt idx="633">
                  <c:v>161.02663551383984</c:v>
                </c:pt>
                <c:pt idx="634">
                  <c:v>163.53908750873305</c:v>
                </c:pt>
                <c:pt idx="635">
                  <c:v>163.94351405446159</c:v>
                </c:pt>
                <c:pt idx="636">
                  <c:v>164.95024307890554</c:v>
                </c:pt>
                <c:pt idx="637">
                  <c:v>165.09432757519605</c:v>
                </c:pt>
                <c:pt idx="638">
                  <c:v>167.37484700916215</c:v>
                </c:pt>
                <c:pt idx="639">
                  <c:v>168.80376533258979</c:v>
                </c:pt>
                <c:pt idx="640">
                  <c:v>170.69431627043272</c:v>
                </c:pt>
                <c:pt idx="641">
                  <c:v>166.98765510026544</c:v>
                </c:pt>
                <c:pt idx="642">
                  <c:v>164.03095926861718</c:v>
                </c:pt>
                <c:pt idx="643">
                  <c:v>164.0221275828041</c:v>
                </c:pt>
                <c:pt idx="644">
                  <c:v>162.5467567379049</c:v>
                </c:pt>
                <c:pt idx="645">
                  <c:v>161.92744122244278</c:v>
                </c:pt>
                <c:pt idx="646">
                  <c:v>159.49322476343855</c:v>
                </c:pt>
                <c:pt idx="647">
                  <c:v>159.33680475568011</c:v>
                </c:pt>
                <c:pt idx="648">
                  <c:v>161.92283609425402</c:v>
                </c:pt>
                <c:pt idx="649">
                  <c:v>163.63338933376119</c:v>
                </c:pt>
                <c:pt idx="650">
                  <c:v>163.61921293642538</c:v>
                </c:pt>
                <c:pt idx="651">
                  <c:v>164.90493294768797</c:v>
                </c:pt>
                <c:pt idx="652">
                  <c:v>167.9076450855105</c:v>
                </c:pt>
                <c:pt idx="653">
                  <c:v>170.28815611595118</c:v>
                </c:pt>
                <c:pt idx="654">
                  <c:v>168.97321287859981</c:v>
                </c:pt>
                <c:pt idx="655">
                  <c:v>166.89480660420679</c:v>
                </c:pt>
                <c:pt idx="656">
                  <c:v>167.6616790118517</c:v>
                </c:pt>
                <c:pt idx="657">
                  <c:v>166.83866529818735</c:v>
                </c:pt>
                <c:pt idx="658">
                  <c:v>164.92058990935087</c:v>
                </c:pt>
                <c:pt idx="659">
                  <c:v>159.47301863855481</c:v>
                </c:pt>
                <c:pt idx="660">
                  <c:v>162.01643307269671</c:v>
                </c:pt>
                <c:pt idx="661">
                  <c:v>161.58807041734698</c:v>
                </c:pt>
                <c:pt idx="662">
                  <c:v>162.55176725196992</c:v>
                </c:pt>
                <c:pt idx="663">
                  <c:v>157.26312937360851</c:v>
                </c:pt>
                <c:pt idx="664">
                  <c:v>153.71907084955851</c:v>
                </c:pt>
                <c:pt idx="665">
                  <c:v>154.42940420153565</c:v>
                </c:pt>
                <c:pt idx="666">
                  <c:v>157.98146682933609</c:v>
                </c:pt>
                <c:pt idx="667">
                  <c:v>157.99366289739152</c:v>
                </c:pt>
                <c:pt idx="668">
                  <c:v>155.10407424734353</c:v>
                </c:pt>
                <c:pt idx="669">
                  <c:v>157.16673665243658</c:v>
                </c:pt>
                <c:pt idx="670">
                  <c:v>159.43789061656676</c:v>
                </c:pt>
                <c:pt idx="671">
                  <c:v>160.3468975231973</c:v>
                </c:pt>
                <c:pt idx="672">
                  <c:v>161.16184596062456</c:v>
                </c:pt>
                <c:pt idx="673">
                  <c:v>160.7623379386506</c:v>
                </c:pt>
                <c:pt idx="674">
                  <c:v>160.08063357521149</c:v>
                </c:pt>
                <c:pt idx="675">
                  <c:v>159.15984370099056</c:v>
                </c:pt>
                <c:pt idx="676">
                  <c:v>157.33404850215888</c:v>
                </c:pt>
                <c:pt idx="677">
                  <c:v>153.71217389929922</c:v>
                </c:pt>
                <c:pt idx="678">
                  <c:v>148.42291519473685</c:v>
                </c:pt>
                <c:pt idx="679">
                  <c:v>153.43903485497174</c:v>
                </c:pt>
                <c:pt idx="680">
                  <c:v>153.19976409618124</c:v>
                </c:pt>
                <c:pt idx="681">
                  <c:v>153.87386095824391</c:v>
                </c:pt>
                <c:pt idx="682">
                  <c:v>155.69335340941382</c:v>
                </c:pt>
                <c:pt idx="683">
                  <c:v>155.90261832169651</c:v>
                </c:pt>
                <c:pt idx="684">
                  <c:v>155.32293640769711</c:v>
                </c:pt>
                <c:pt idx="685">
                  <c:v>157.49396287097107</c:v>
                </c:pt>
                <c:pt idx="686">
                  <c:v>162.02979360980527</c:v>
                </c:pt>
                <c:pt idx="687">
                  <c:v>161.89628817419472</c:v>
                </c:pt>
                <c:pt idx="688">
                  <c:v>162.33466663756323</c:v>
                </c:pt>
                <c:pt idx="689">
                  <c:v>162.63755291493956</c:v>
                </c:pt>
                <c:pt idx="690">
                  <c:v>163.77128321501019</c:v>
                </c:pt>
                <c:pt idx="691">
                  <c:v>165.43188038461358</c:v>
                </c:pt>
                <c:pt idx="692">
                  <c:v>166.10117148784565</c:v>
                </c:pt>
                <c:pt idx="693">
                  <c:v>168.02279974263465</c:v>
                </c:pt>
                <c:pt idx="694">
                  <c:v>169.25145183097237</c:v>
                </c:pt>
                <c:pt idx="695">
                  <c:v>168.7984757554816</c:v>
                </c:pt>
                <c:pt idx="696">
                  <c:v>169.06732153340479</c:v>
                </c:pt>
                <c:pt idx="697">
                  <c:v>164.93094682623621</c:v>
                </c:pt>
                <c:pt idx="698">
                  <c:v>164.4290252804611</c:v>
                </c:pt>
                <c:pt idx="699">
                  <c:v>164.67615112419455</c:v>
                </c:pt>
                <c:pt idx="700">
                  <c:v>160.36801416363315</c:v>
                </c:pt>
                <c:pt idx="701">
                  <c:v>154.08139288438088</c:v>
                </c:pt>
                <c:pt idx="702">
                  <c:v>152.76936649752338</c:v>
                </c:pt>
                <c:pt idx="703">
                  <c:v>155.51692184466984</c:v>
                </c:pt>
                <c:pt idx="704">
                  <c:v>157.93053278896787</c:v>
                </c:pt>
                <c:pt idx="705">
                  <c:v>160.63020239544355</c:v>
                </c:pt>
                <c:pt idx="706">
                  <c:v>161.85903865802479</c:v>
                </c:pt>
                <c:pt idx="707">
                  <c:v>160.2529283886079</c:v>
                </c:pt>
                <c:pt idx="708">
                  <c:v>159.32399142699524</c:v>
                </c:pt>
                <c:pt idx="709">
                  <c:v>156.64728718565036</c:v>
                </c:pt>
                <c:pt idx="710">
                  <c:v>158.15778840905526</c:v>
                </c:pt>
                <c:pt idx="711">
                  <c:v>158.35789221190498</c:v>
                </c:pt>
                <c:pt idx="712">
                  <c:v>154.29367686052919</c:v>
                </c:pt>
                <c:pt idx="713">
                  <c:v>147.82746836042455</c:v>
                </c:pt>
                <c:pt idx="714">
                  <c:v>151.83744891619483</c:v>
                </c:pt>
                <c:pt idx="715">
                  <c:v>152.56503385583619</c:v>
                </c:pt>
                <c:pt idx="716">
                  <c:v>152.09286961699638</c:v>
                </c:pt>
                <c:pt idx="717">
                  <c:v>151.03295627443308</c:v>
                </c:pt>
                <c:pt idx="718">
                  <c:v>149.1611181954712</c:v>
                </c:pt>
                <c:pt idx="719">
                  <c:v>147.72556446123085</c:v>
                </c:pt>
                <c:pt idx="720">
                  <c:v>149.19077627633237</c:v>
                </c:pt>
                <c:pt idx="721">
                  <c:v>139.43811319610694</c:v>
                </c:pt>
                <c:pt idx="722">
                  <c:v>145.21068578011165</c:v>
                </c:pt>
                <c:pt idx="723">
                  <c:v>145.73741872417014</c:v>
                </c:pt>
                <c:pt idx="724">
                  <c:v>145.16461884456868</c:v>
                </c:pt>
                <c:pt idx="725">
                  <c:v>141.36665415508489</c:v>
                </c:pt>
                <c:pt idx="726">
                  <c:v>136.58702887644546</c:v>
                </c:pt>
                <c:pt idx="727">
                  <c:v>138.35423269994604</c:v>
                </c:pt>
                <c:pt idx="728">
                  <c:v>141.38580114864368</c:v>
                </c:pt>
                <c:pt idx="729">
                  <c:v>144.06251796434523</c:v>
                </c:pt>
                <c:pt idx="730">
                  <c:v>144.33789040180255</c:v>
                </c:pt>
                <c:pt idx="731">
                  <c:v>144.30419775008383</c:v>
                </c:pt>
                <c:pt idx="732">
                  <c:v>143.27342638010836</c:v>
                </c:pt>
                <c:pt idx="733">
                  <c:v>146.42049693794232</c:v>
                </c:pt>
                <c:pt idx="734">
                  <c:v>149.32461706632057</c:v>
                </c:pt>
                <c:pt idx="735">
                  <c:v>148.36919561875646</c:v>
                </c:pt>
                <c:pt idx="736">
                  <c:v>149.56729951125101</c:v>
                </c:pt>
                <c:pt idx="737">
                  <c:v>150.14356846432153</c:v>
                </c:pt>
                <c:pt idx="738">
                  <c:v>150.28978794973631</c:v>
                </c:pt>
                <c:pt idx="739">
                  <c:v>149.86079463632288</c:v>
                </c:pt>
                <c:pt idx="740">
                  <c:v>151.04402222113998</c:v>
                </c:pt>
                <c:pt idx="741">
                  <c:v>152.73538978211766</c:v>
                </c:pt>
                <c:pt idx="742">
                  <c:v>153.1804446357709</c:v>
                </c:pt>
                <c:pt idx="743">
                  <c:v>155.46197907325399</c:v>
                </c:pt>
                <c:pt idx="744">
                  <c:v>157.99320718292518</c:v>
                </c:pt>
                <c:pt idx="745">
                  <c:v>161.54713070152593</c:v>
                </c:pt>
                <c:pt idx="746">
                  <c:v>159.47798278183762</c:v>
                </c:pt>
                <c:pt idx="747">
                  <c:v>161.08701683991774</c:v>
                </c:pt>
                <c:pt idx="748">
                  <c:v>161.70038803344994</c:v>
                </c:pt>
                <c:pt idx="749">
                  <c:v>158.28214896249924</c:v>
                </c:pt>
                <c:pt idx="750">
                  <c:v>158.00520559298602</c:v>
                </c:pt>
                <c:pt idx="751">
                  <c:v>156.04448877017546</c:v>
                </c:pt>
                <c:pt idx="752">
                  <c:v>157.04746042755758</c:v>
                </c:pt>
                <c:pt idx="753">
                  <c:v>155.33020438584779</c:v>
                </c:pt>
                <c:pt idx="754">
                  <c:v>151.53293128012251</c:v>
                </c:pt>
                <c:pt idx="755">
                  <c:v>154.3434131665349</c:v>
                </c:pt>
                <c:pt idx="756">
                  <c:v>152.84986331626237</c:v>
                </c:pt>
                <c:pt idx="757">
                  <c:v>153.8195268047082</c:v>
                </c:pt>
                <c:pt idx="758">
                  <c:v>152.9058954145172</c:v>
                </c:pt>
                <c:pt idx="759">
                  <c:v>151.97966670553393</c:v>
                </c:pt>
                <c:pt idx="760">
                  <c:v>148.66459116162179</c:v>
                </c:pt>
                <c:pt idx="761">
                  <c:v>149.59147567398301</c:v>
                </c:pt>
                <c:pt idx="762">
                  <c:v>145.65789775391318</c:v>
                </c:pt>
                <c:pt idx="763">
                  <c:v>139.27967173836134</c:v>
                </c:pt>
                <c:pt idx="764">
                  <c:v>138.94614953360974</c:v>
                </c:pt>
                <c:pt idx="765">
                  <c:v>135.13853475773004</c:v>
                </c:pt>
                <c:pt idx="766">
                  <c:v>136.9380493898332</c:v>
                </c:pt>
                <c:pt idx="767">
                  <c:v>138.65624319670641</c:v>
                </c:pt>
                <c:pt idx="768">
                  <c:v>141.89072293983108</c:v>
                </c:pt>
                <c:pt idx="769">
                  <c:v>141.72728728666425</c:v>
                </c:pt>
                <c:pt idx="770">
                  <c:v>137.26645739251686</c:v>
                </c:pt>
                <c:pt idx="771">
                  <c:v>140.00064059965428</c:v>
                </c:pt>
                <c:pt idx="772">
                  <c:v>139.00982958158525</c:v>
                </c:pt>
                <c:pt idx="773">
                  <c:v>135.81409471729191</c:v>
                </c:pt>
                <c:pt idx="774">
                  <c:v>137.44325763824853</c:v>
                </c:pt>
                <c:pt idx="775">
                  <c:v>139.27885200065745</c:v>
                </c:pt>
                <c:pt idx="776">
                  <c:v>142.64836559559691</c:v>
                </c:pt>
                <c:pt idx="777">
                  <c:v>142.44800406771387</c:v>
                </c:pt>
                <c:pt idx="778">
                  <c:v>142.7060147309783</c:v>
                </c:pt>
                <c:pt idx="779">
                  <c:v>143.60939891881731</c:v>
                </c:pt>
                <c:pt idx="780">
                  <c:v>141.23136235404667</c:v>
                </c:pt>
                <c:pt idx="781">
                  <c:v>140.94502632050086</c:v>
                </c:pt>
                <c:pt idx="782">
                  <c:v>139.90115557337032</c:v>
                </c:pt>
                <c:pt idx="783">
                  <c:v>139.22893251296929</c:v>
                </c:pt>
                <c:pt idx="784">
                  <c:v>139.79744787503722</c:v>
                </c:pt>
                <c:pt idx="785">
                  <c:v>138.54619467514385</c:v>
                </c:pt>
                <c:pt idx="786">
                  <c:v>134.01526934953941</c:v>
                </c:pt>
                <c:pt idx="787">
                  <c:v>133.94665923081456</c:v>
                </c:pt>
                <c:pt idx="788">
                  <c:v>134.28732971403815</c:v>
                </c:pt>
                <c:pt idx="789">
                  <c:v>131.1201737914825</c:v>
                </c:pt>
                <c:pt idx="790">
                  <c:v>129.60250947996724</c:v>
                </c:pt>
                <c:pt idx="791">
                  <c:v>126.67367316360665</c:v>
                </c:pt>
                <c:pt idx="792">
                  <c:v>131.1909725501537</c:v>
                </c:pt>
                <c:pt idx="793">
                  <c:v>128.84771728040477</c:v>
                </c:pt>
                <c:pt idx="794">
                  <c:v>130.31716560239238</c:v>
                </c:pt>
                <c:pt idx="795">
                  <c:v>132.05254551684706</c:v>
                </c:pt>
                <c:pt idx="796">
                  <c:v>133.44277052891351</c:v>
                </c:pt>
                <c:pt idx="797">
                  <c:v>133.13809442083797</c:v>
                </c:pt>
                <c:pt idx="798">
                  <c:v>132.14275345525488</c:v>
                </c:pt>
                <c:pt idx="799">
                  <c:v>131.04832034554795</c:v>
                </c:pt>
                <c:pt idx="800">
                  <c:v>131.46197825217698</c:v>
                </c:pt>
                <c:pt idx="801">
                  <c:v>132.36312073510902</c:v>
                </c:pt>
                <c:pt idx="802">
                  <c:v>132.03478971866792</c:v>
                </c:pt>
                <c:pt idx="803">
                  <c:v>134.10943671704152</c:v>
                </c:pt>
                <c:pt idx="804">
                  <c:v>136.45466911871333</c:v>
                </c:pt>
                <c:pt idx="805">
                  <c:v>136.44282306102909</c:v>
                </c:pt>
                <c:pt idx="806">
                  <c:v>137.44360443854032</c:v>
                </c:pt>
                <c:pt idx="807">
                  <c:v>136.42741733859336</c:v>
                </c:pt>
                <c:pt idx="808">
                  <c:v>136.61954280155149</c:v>
                </c:pt>
                <c:pt idx="809">
                  <c:v>136.13814337724619</c:v>
                </c:pt>
                <c:pt idx="810">
                  <c:v>137.18475722611004</c:v>
                </c:pt>
                <c:pt idx="811">
                  <c:v>139.90821288966507</c:v>
                </c:pt>
                <c:pt idx="812">
                  <c:v>140.12409759730309</c:v>
                </c:pt>
                <c:pt idx="813">
                  <c:v>142.0499951559155</c:v>
                </c:pt>
                <c:pt idx="814">
                  <c:v>142.16139420296213</c:v>
                </c:pt>
                <c:pt idx="815">
                  <c:v>142.13779554016438</c:v>
                </c:pt>
                <c:pt idx="816">
                  <c:v>140.45973723847507</c:v>
                </c:pt>
                <c:pt idx="817">
                  <c:v>141.83496831745987</c:v>
                </c:pt>
                <c:pt idx="818">
                  <c:v>143.30166062082699</c:v>
                </c:pt>
                <c:pt idx="819">
                  <c:v>145.92562720853189</c:v>
                </c:pt>
                <c:pt idx="820">
                  <c:v>148.8279959850646</c:v>
                </c:pt>
                <c:pt idx="821">
                  <c:v>150.38794737112377</c:v>
                </c:pt>
                <c:pt idx="822">
                  <c:v>148.89650570122899</c:v>
                </c:pt>
                <c:pt idx="823">
                  <c:v>148.43777739673311</c:v>
                </c:pt>
                <c:pt idx="824">
                  <c:v>149.57234258312869</c:v>
                </c:pt>
                <c:pt idx="825">
                  <c:v>149.23194887774224</c:v>
                </c:pt>
                <c:pt idx="826">
                  <c:v>149.14118744962093</c:v>
                </c:pt>
                <c:pt idx="827">
                  <c:v>151.16282767276459</c:v>
                </c:pt>
                <c:pt idx="828">
                  <c:v>153.36208786954003</c:v>
                </c:pt>
                <c:pt idx="829">
                  <c:v>154.60187677443753</c:v>
                </c:pt>
                <c:pt idx="830">
                  <c:v>148.75268159265903</c:v>
                </c:pt>
                <c:pt idx="831">
                  <c:v>150.45387305721232</c:v>
                </c:pt>
                <c:pt idx="832">
                  <c:v>151.74691941133202</c:v>
                </c:pt>
                <c:pt idx="833">
                  <c:v>151.51092435830992</c:v>
                </c:pt>
                <c:pt idx="834">
                  <c:v>152.26882593040696</c:v>
                </c:pt>
                <c:pt idx="835">
                  <c:v>150.65963299485577</c:v>
                </c:pt>
                <c:pt idx="836">
                  <c:v>154.44128805639531</c:v>
                </c:pt>
                <c:pt idx="837">
                  <c:v>155.23885628842561</c:v>
                </c:pt>
                <c:pt idx="838">
                  <c:v>153.91781109121811</c:v>
                </c:pt>
                <c:pt idx="839">
                  <c:v>154.50598894223367</c:v>
                </c:pt>
                <c:pt idx="840">
                  <c:v>155.92816034877183</c:v>
                </c:pt>
                <c:pt idx="841">
                  <c:v>156.7012178374957</c:v>
                </c:pt>
                <c:pt idx="842">
                  <c:v>157.32504897374648</c:v>
                </c:pt>
                <c:pt idx="843">
                  <c:v>158.76180230760679</c:v>
                </c:pt>
                <c:pt idx="844">
                  <c:v>160.25758688032931</c:v>
                </c:pt>
                <c:pt idx="845">
                  <c:v>158.68534433982609</c:v>
                </c:pt>
                <c:pt idx="846">
                  <c:v>159.29580208392224</c:v>
                </c:pt>
                <c:pt idx="847">
                  <c:v>154.31512845664048</c:v>
                </c:pt>
                <c:pt idx="848">
                  <c:v>154.65683632298186</c:v>
                </c:pt>
                <c:pt idx="849">
                  <c:v>156.84741385969397</c:v>
                </c:pt>
                <c:pt idx="850">
                  <c:v>155.20836081473846</c:v>
                </c:pt>
                <c:pt idx="851">
                  <c:v>154.18662448437118</c:v>
                </c:pt>
                <c:pt idx="852">
                  <c:v>150.20875060682695</c:v>
                </c:pt>
                <c:pt idx="853">
                  <c:v>144.36062594256353</c:v>
                </c:pt>
                <c:pt idx="854">
                  <c:v>144.95580968491268</c:v>
                </c:pt>
                <c:pt idx="855">
                  <c:v>143.56899250330366</c:v>
                </c:pt>
                <c:pt idx="856">
                  <c:v>144.20514139700992</c:v>
                </c:pt>
                <c:pt idx="857">
                  <c:v>147.06974682247358</c:v>
                </c:pt>
                <c:pt idx="858">
                  <c:v>144.89328055795193</c:v>
                </c:pt>
                <c:pt idx="859">
                  <c:v>149.32461962049138</c:v>
                </c:pt>
                <c:pt idx="860">
                  <c:v>150.69393931387896</c:v>
                </c:pt>
                <c:pt idx="861">
                  <c:v>149.06154695036832</c:v>
                </c:pt>
                <c:pt idx="862">
                  <c:v>147.64980308788037</c:v>
                </c:pt>
                <c:pt idx="863">
                  <c:v>146.25744043863261</c:v>
                </c:pt>
                <c:pt idx="864">
                  <c:v>144.96758345762618</c:v>
                </c:pt>
                <c:pt idx="865">
                  <c:v>144.89544508266965</c:v>
                </c:pt>
                <c:pt idx="866">
                  <c:v>145.09425806212531</c:v>
                </c:pt>
                <c:pt idx="867">
                  <c:v>147.00121258885824</c:v>
                </c:pt>
                <c:pt idx="868">
                  <c:v>147.10429048430021</c:v>
                </c:pt>
                <c:pt idx="869">
                  <c:v>145.24516421570928</c:v>
                </c:pt>
                <c:pt idx="870">
                  <c:v>144.85634251117733</c:v>
                </c:pt>
                <c:pt idx="871">
                  <c:v>145.58010859644392</c:v>
                </c:pt>
                <c:pt idx="872">
                  <c:v>146.40452822078524</c:v>
                </c:pt>
                <c:pt idx="873">
                  <c:v>147.96876467556055</c:v>
                </c:pt>
                <c:pt idx="874">
                  <c:v>149.19450014344679</c:v>
                </c:pt>
                <c:pt idx="875">
                  <c:v>149.69520769476838</c:v>
                </c:pt>
                <c:pt idx="876">
                  <c:v>149.98535532353381</c:v>
                </c:pt>
                <c:pt idx="877">
                  <c:v>150.25594395524806</c:v>
                </c:pt>
                <c:pt idx="878">
                  <c:v>152.05270110220221</c:v>
                </c:pt>
                <c:pt idx="879">
                  <c:v>152.27822170886662</c:v>
                </c:pt>
                <c:pt idx="880">
                  <c:v>150.03091789019325</c:v>
                </c:pt>
                <c:pt idx="881">
                  <c:v>152.17748049103352</c:v>
                </c:pt>
                <c:pt idx="882">
                  <c:v>151.16578967290087</c:v>
                </c:pt>
                <c:pt idx="883">
                  <c:v>150.00828655612256</c:v>
                </c:pt>
                <c:pt idx="884">
                  <c:v>148.85735103178757</c:v>
                </c:pt>
                <c:pt idx="885">
                  <c:v>147.99720435435074</c:v>
                </c:pt>
                <c:pt idx="886">
                  <c:v>147.78761755894294</c:v>
                </c:pt>
                <c:pt idx="887">
                  <c:v>148.59157597802061</c:v>
                </c:pt>
                <c:pt idx="888">
                  <c:v>148.90022351630995</c:v>
                </c:pt>
                <c:pt idx="889">
                  <c:v>149.56273203473125</c:v>
                </c:pt>
                <c:pt idx="890">
                  <c:v>150.98908515087064</c:v>
                </c:pt>
                <c:pt idx="891">
                  <c:v>152.20986566956088</c:v>
                </c:pt>
                <c:pt idx="892">
                  <c:v>151.61112219314592</c:v>
                </c:pt>
                <c:pt idx="893">
                  <c:v>153.55322644463061</c:v>
                </c:pt>
                <c:pt idx="894">
                  <c:v>155.58204635683848</c:v>
                </c:pt>
                <c:pt idx="895">
                  <c:v>156.89582841702745</c:v>
                </c:pt>
                <c:pt idx="896">
                  <c:v>156.49443648210763</c:v>
                </c:pt>
                <c:pt idx="897">
                  <c:v>154.45248092141722</c:v>
                </c:pt>
                <c:pt idx="898">
                  <c:v>153.08187191738372</c:v>
                </c:pt>
                <c:pt idx="899">
                  <c:v>154.48558189953104</c:v>
                </c:pt>
                <c:pt idx="900">
                  <c:v>154.01104813377489</c:v>
                </c:pt>
                <c:pt idx="901">
                  <c:v>153.75460947571887</c:v>
                </c:pt>
                <c:pt idx="902">
                  <c:v>154.45293094817612</c:v>
                </c:pt>
                <c:pt idx="903">
                  <c:v>155.75266173797502</c:v>
                </c:pt>
                <c:pt idx="904">
                  <c:v>154.24222070600493</c:v>
                </c:pt>
                <c:pt idx="905">
                  <c:v>151.15745865971471</c:v>
                </c:pt>
                <c:pt idx="906">
                  <c:v>152.31926206428668</c:v>
                </c:pt>
                <c:pt idx="907">
                  <c:v>151.71382732042699</c:v>
                </c:pt>
                <c:pt idx="908">
                  <c:v>149.35024139790261</c:v>
                </c:pt>
                <c:pt idx="909">
                  <c:v>148.24662052121266</c:v>
                </c:pt>
                <c:pt idx="910">
                  <c:v>142.3236593479142</c:v>
                </c:pt>
                <c:pt idx="911">
                  <c:v>146.19043578065063</c:v>
                </c:pt>
                <c:pt idx="912">
                  <c:v>147.63808778619392</c:v>
                </c:pt>
                <c:pt idx="913">
                  <c:v>147.835355443347</c:v>
                </c:pt>
                <c:pt idx="914">
                  <c:v>147.95499025456306</c:v>
                </c:pt>
                <c:pt idx="915">
                  <c:v>148.70158698570225</c:v>
                </c:pt>
                <c:pt idx="916">
                  <c:v>150.0104909261666</c:v>
                </c:pt>
                <c:pt idx="917">
                  <c:v>150.51693306237536</c:v>
                </c:pt>
                <c:pt idx="918">
                  <c:v>148.60754744884176</c:v>
                </c:pt>
                <c:pt idx="919">
                  <c:v>149.73018331567567</c:v>
                </c:pt>
                <c:pt idx="920">
                  <c:v>148.70147325913763</c:v>
                </c:pt>
                <c:pt idx="921">
                  <c:v>150.59401617049215</c:v>
                </c:pt>
                <c:pt idx="922">
                  <c:v>150.13011008695392</c:v>
                </c:pt>
                <c:pt idx="923">
                  <c:v>150.5746673191172</c:v>
                </c:pt>
                <c:pt idx="924">
                  <c:v>150.08086268173344</c:v>
                </c:pt>
                <c:pt idx="925">
                  <c:v>150.45528384532807</c:v>
                </c:pt>
                <c:pt idx="926">
                  <c:v>150.09365347304376</c:v>
                </c:pt>
                <c:pt idx="927">
                  <c:v>149.30017947814878</c:v>
                </c:pt>
                <c:pt idx="928">
                  <c:v>150.30272777830328</c:v>
                </c:pt>
                <c:pt idx="929">
                  <c:v>150.67219987797472</c:v>
                </c:pt>
                <c:pt idx="930">
                  <c:v>150.48357806010802</c:v>
                </c:pt>
                <c:pt idx="931">
                  <c:v>149.29744640337495</c:v>
                </c:pt>
                <c:pt idx="932">
                  <c:v>147.0607483438742</c:v>
                </c:pt>
                <c:pt idx="933">
                  <c:v>145.03865682653998</c:v>
                </c:pt>
                <c:pt idx="934">
                  <c:v>144.57354653861972</c:v>
                </c:pt>
                <c:pt idx="935">
                  <c:v>146.77310474254566</c:v>
                </c:pt>
                <c:pt idx="936">
                  <c:v>145.18998692442847</c:v>
                </c:pt>
                <c:pt idx="937">
                  <c:v>145.22646821846055</c:v>
                </c:pt>
                <c:pt idx="938">
                  <c:v>144.47800743148761</c:v>
                </c:pt>
                <c:pt idx="939">
                  <c:v>145.47245028974757</c:v>
                </c:pt>
                <c:pt idx="940">
                  <c:v>145.01440357761228</c:v>
                </c:pt>
                <c:pt idx="941">
                  <c:v>146.37729876110751</c:v>
                </c:pt>
                <c:pt idx="942">
                  <c:v>146.55116466277795</c:v>
                </c:pt>
                <c:pt idx="943">
                  <c:v>146.95188412544684</c:v>
                </c:pt>
                <c:pt idx="944">
                  <c:v>144.53369025222091</c:v>
                </c:pt>
                <c:pt idx="945">
                  <c:v>144.11815188528743</c:v>
                </c:pt>
                <c:pt idx="946">
                  <c:v>144.75763726585959</c:v>
                </c:pt>
                <c:pt idx="947">
                  <c:v>146.16399734958694</c:v>
                </c:pt>
                <c:pt idx="948">
                  <c:v>144.71456408063187</c:v>
                </c:pt>
                <c:pt idx="949">
                  <c:v>144.83192427413732</c:v>
                </c:pt>
                <c:pt idx="950">
                  <c:v>144.40312401501225</c:v>
                </c:pt>
                <c:pt idx="951">
                  <c:v>142.61875002485834</c:v>
                </c:pt>
                <c:pt idx="952">
                  <c:v>142.54324449114173</c:v>
                </c:pt>
                <c:pt idx="953">
                  <c:v>142.28276150402255</c:v>
                </c:pt>
                <c:pt idx="954">
                  <c:v>141.00548171865464</c:v>
                </c:pt>
                <c:pt idx="955">
                  <c:v>142.45460550929718</c:v>
                </c:pt>
                <c:pt idx="956">
                  <c:v>144.42240816674251</c:v>
                </c:pt>
                <c:pt idx="957">
                  <c:v>145.93625305733406</c:v>
                </c:pt>
                <c:pt idx="958">
                  <c:v>148.11900223552342</c:v>
                </c:pt>
                <c:pt idx="959">
                  <c:v>148.25639802804344</c:v>
                </c:pt>
                <c:pt idx="960">
                  <c:v>147.75523903052397</c:v>
                </c:pt>
                <c:pt idx="961">
                  <c:v>146.47481231889785</c:v>
                </c:pt>
                <c:pt idx="962">
                  <c:v>143.74097054491349</c:v>
                </c:pt>
                <c:pt idx="963">
                  <c:v>142.210079777125</c:v>
                </c:pt>
                <c:pt idx="964">
                  <c:v>142.08353615615459</c:v>
                </c:pt>
                <c:pt idx="965">
                  <c:v>141.88357037385785</c:v>
                </c:pt>
                <c:pt idx="966">
                  <c:v>141.17619334744649</c:v>
                </c:pt>
                <c:pt idx="967">
                  <c:v>141.70466811006921</c:v>
                </c:pt>
                <c:pt idx="968">
                  <c:v>142.09466381693611</c:v>
                </c:pt>
                <c:pt idx="969">
                  <c:v>142.40590879539258</c:v>
                </c:pt>
                <c:pt idx="970">
                  <c:v>140.5989910391225</c:v>
                </c:pt>
                <c:pt idx="971">
                  <c:v>139.50690518053304</c:v>
                </c:pt>
                <c:pt idx="972">
                  <c:v>141.38752074665777</c:v>
                </c:pt>
                <c:pt idx="973">
                  <c:v>143.19919419681554</c:v>
                </c:pt>
                <c:pt idx="974">
                  <c:v>143.51190290857207</c:v>
                </c:pt>
                <c:pt idx="975">
                  <c:v>145.48017319096917</c:v>
                </c:pt>
                <c:pt idx="976">
                  <c:v>145.89624143445181</c:v>
                </c:pt>
                <c:pt idx="977">
                  <c:v>146.88191572695396</c:v>
                </c:pt>
                <c:pt idx="978">
                  <c:v>147.34248274884527</c:v>
                </c:pt>
                <c:pt idx="979">
                  <c:v>148.86356202207122</c:v>
                </c:pt>
                <c:pt idx="980">
                  <c:v>148.63826801205892</c:v>
                </c:pt>
                <c:pt idx="981">
                  <c:v>148.59935769651148</c:v>
                </c:pt>
                <c:pt idx="982">
                  <c:v>147.9868971235573</c:v>
                </c:pt>
                <c:pt idx="983">
                  <c:v>148.76035921016083</c:v>
                </c:pt>
                <c:pt idx="984">
                  <c:v>148.89252971626138</c:v>
                </c:pt>
                <c:pt idx="985">
                  <c:v>149.09358876204362</c:v>
                </c:pt>
                <c:pt idx="986">
                  <c:v>150.41363379321632</c:v>
                </c:pt>
                <c:pt idx="987">
                  <c:v>152.0414951130179</c:v>
                </c:pt>
                <c:pt idx="988">
                  <c:v>153.54809651143219</c:v>
                </c:pt>
                <c:pt idx="989">
                  <c:v>154.90332177458592</c:v>
                </c:pt>
                <c:pt idx="990">
                  <c:v>153.82435960051387</c:v>
                </c:pt>
                <c:pt idx="991">
                  <c:v>155.34207838322251</c:v>
                </c:pt>
                <c:pt idx="992">
                  <c:v>154.98269644752594</c:v>
                </c:pt>
                <c:pt idx="993">
                  <c:v>155.40391196346181</c:v>
                </c:pt>
                <c:pt idx="994">
                  <c:v>154.54938004431477</c:v>
                </c:pt>
                <c:pt idx="995">
                  <c:v>155.46261442066714</c:v>
                </c:pt>
                <c:pt idx="996">
                  <c:v>155.87935910564408</c:v>
                </c:pt>
                <c:pt idx="997">
                  <c:v>155.55475837124621</c:v>
                </c:pt>
                <c:pt idx="998">
                  <c:v>154.43826044268263</c:v>
                </c:pt>
                <c:pt idx="999">
                  <c:v>153.93060662449949</c:v>
                </c:pt>
                <c:pt idx="1000">
                  <c:v>154.71931337480873</c:v>
                </c:pt>
                <c:pt idx="1001">
                  <c:v>155.69398365916643</c:v>
                </c:pt>
                <c:pt idx="1002">
                  <c:v>156.16424305129127</c:v>
                </c:pt>
                <c:pt idx="1003">
                  <c:v>156.70761752937045</c:v>
                </c:pt>
                <c:pt idx="1004">
                  <c:v>158.03049409282087</c:v>
                </c:pt>
                <c:pt idx="1005">
                  <c:v>158.62573656647947</c:v>
                </c:pt>
                <c:pt idx="1006">
                  <c:v>158.99542004617174</c:v>
                </c:pt>
                <c:pt idx="1007">
                  <c:v>159.69895640861407</c:v>
                </c:pt>
                <c:pt idx="1008">
                  <c:v>160.36957860062194</c:v>
                </c:pt>
                <c:pt idx="1009">
                  <c:v>161.37339670994155</c:v>
                </c:pt>
                <c:pt idx="1010">
                  <c:v>161.09581502108949</c:v>
                </c:pt>
                <c:pt idx="1011">
                  <c:v>161.071367499757</c:v>
                </c:pt>
                <c:pt idx="1012">
                  <c:v>162.95598584760762</c:v>
                </c:pt>
                <c:pt idx="1013">
                  <c:v>161.96756326880083</c:v>
                </c:pt>
                <c:pt idx="1014">
                  <c:v>161.74332132657858</c:v>
                </c:pt>
                <c:pt idx="1015">
                  <c:v>164.99975049432939</c:v>
                </c:pt>
                <c:pt idx="1016">
                  <c:v>165.49684734367295</c:v>
                </c:pt>
                <c:pt idx="1017">
                  <c:v>166.08077228363169</c:v>
                </c:pt>
                <c:pt idx="1018">
                  <c:v>167.85275379709859</c:v>
                </c:pt>
                <c:pt idx="1019">
                  <c:v>167.9184251965776</c:v>
                </c:pt>
                <c:pt idx="1020">
                  <c:v>168.25835734216028</c:v>
                </c:pt>
                <c:pt idx="1021">
                  <c:v>169.65925997771953</c:v>
                </c:pt>
                <c:pt idx="1022">
                  <c:v>168.2143634280522</c:v>
                </c:pt>
                <c:pt idx="1023">
                  <c:v>165.86836497314289</c:v>
                </c:pt>
                <c:pt idx="1024">
                  <c:v>167.55564050372641</c:v>
                </c:pt>
                <c:pt idx="1025">
                  <c:v>168.42001607796163</c:v>
                </c:pt>
                <c:pt idx="1026">
                  <c:v>171.02788899013703</c:v>
                </c:pt>
                <c:pt idx="1027">
                  <c:v>170.68577118242874</c:v>
                </c:pt>
                <c:pt idx="1028">
                  <c:v>171.47473067523953</c:v>
                </c:pt>
                <c:pt idx="1029">
                  <c:v>172.51261147021216</c:v>
                </c:pt>
                <c:pt idx="1030">
                  <c:v>170.65188896256265</c:v>
                </c:pt>
                <c:pt idx="1031">
                  <c:v>170.08561958411326</c:v>
                </c:pt>
                <c:pt idx="1032">
                  <c:v>172.15943273715655</c:v>
                </c:pt>
                <c:pt idx="1033">
                  <c:v>173.04722781452429</c:v>
                </c:pt>
                <c:pt idx="1034">
                  <c:v>171.98867167046959</c:v>
                </c:pt>
                <c:pt idx="1035">
                  <c:v>174.00119187649656</c:v>
                </c:pt>
                <c:pt idx="1036">
                  <c:v>174.44275044819761</c:v>
                </c:pt>
                <c:pt idx="1037">
                  <c:v>174.41238242438203</c:v>
                </c:pt>
                <c:pt idx="1038">
                  <c:v>175.47642959349596</c:v>
                </c:pt>
                <c:pt idx="1039">
                  <c:v>176.0430092300692</c:v>
                </c:pt>
                <c:pt idx="1040">
                  <c:v>175.46172680474353</c:v>
                </c:pt>
                <c:pt idx="1041">
                  <c:v>175.39814714730355</c:v>
                </c:pt>
                <c:pt idx="1042">
                  <c:v>176.33982884005997</c:v>
                </c:pt>
                <c:pt idx="1043">
                  <c:v>176.72926294844382</c:v>
                </c:pt>
                <c:pt idx="1044">
                  <c:v>177.20418041631345</c:v>
                </c:pt>
                <c:pt idx="1045">
                  <c:v>177.63385739610487</c:v>
                </c:pt>
                <c:pt idx="1046">
                  <c:v>179.36214774633132</c:v>
                </c:pt>
                <c:pt idx="1047">
                  <c:v>179.34289148089735</c:v>
                </c:pt>
                <c:pt idx="1048">
                  <c:v>176.42385664410571</c:v>
                </c:pt>
                <c:pt idx="1049">
                  <c:v>176.47665560583278</c:v>
                </c:pt>
                <c:pt idx="1050">
                  <c:v>177.74268203972744</c:v>
                </c:pt>
                <c:pt idx="1051">
                  <c:v>178.77496337699031</c:v>
                </c:pt>
                <c:pt idx="1052">
                  <c:v>179.07622820800066</c:v>
                </c:pt>
                <c:pt idx="1053">
                  <c:v>179.62142429171101</c:v>
                </c:pt>
                <c:pt idx="1054">
                  <c:v>179.43785956677314</c:v>
                </c:pt>
                <c:pt idx="1055">
                  <c:v>178.75271824342414</c:v>
                </c:pt>
                <c:pt idx="1056">
                  <c:v>178.28655278453158</c:v>
                </c:pt>
                <c:pt idx="1057">
                  <c:v>177.98629429894189</c:v>
                </c:pt>
                <c:pt idx="1058">
                  <c:v>179.39810688735318</c:v>
                </c:pt>
                <c:pt idx="1059">
                  <c:v>181.46827889605518</c:v>
                </c:pt>
                <c:pt idx="1060">
                  <c:v>182.49522718728531</c:v>
                </c:pt>
                <c:pt idx="1061">
                  <c:v>183.76042914888993</c:v>
                </c:pt>
                <c:pt idx="1062">
                  <c:v>182.03320062715213</c:v>
                </c:pt>
                <c:pt idx="1063">
                  <c:v>183.02434067335523</c:v>
                </c:pt>
                <c:pt idx="1064">
                  <c:v>183.56972164413878</c:v>
                </c:pt>
                <c:pt idx="1065">
                  <c:v>184.63955789311737</c:v>
                </c:pt>
                <c:pt idx="1066">
                  <c:v>185.03804262131655</c:v>
                </c:pt>
                <c:pt idx="1067">
                  <c:v>186.61530825305377</c:v>
                </c:pt>
                <c:pt idx="1068">
                  <c:v>188.43554269872988</c:v>
                </c:pt>
                <c:pt idx="1069">
                  <c:v>189.79685097640777</c:v>
                </c:pt>
                <c:pt idx="1070">
                  <c:v>189.60649995410145</c:v>
                </c:pt>
                <c:pt idx="1071">
                  <c:v>190.85161689798733</c:v>
                </c:pt>
                <c:pt idx="1072">
                  <c:v>192.71205317316179</c:v>
                </c:pt>
                <c:pt idx="1073">
                  <c:v>195.55940681678334</c:v>
                </c:pt>
                <c:pt idx="1074">
                  <c:v>189.33112811521855</c:v>
                </c:pt>
                <c:pt idx="1075">
                  <c:v>189.73678791572942</c:v>
                </c:pt>
                <c:pt idx="1076">
                  <c:v>191.90329792107772</c:v>
                </c:pt>
                <c:pt idx="1077">
                  <c:v>192.25522384466234</c:v>
                </c:pt>
                <c:pt idx="1078">
                  <c:v>190.45059232603811</c:v>
                </c:pt>
                <c:pt idx="1079">
                  <c:v>189.00086173763356</c:v>
                </c:pt>
                <c:pt idx="1080">
                  <c:v>189.24883601279416</c:v>
                </c:pt>
                <c:pt idx="1081">
                  <c:v>190.16359627096534</c:v>
                </c:pt>
                <c:pt idx="1082">
                  <c:v>189.53894964045142</c:v>
                </c:pt>
                <c:pt idx="1083">
                  <c:v>190.98985459494247</c:v>
                </c:pt>
                <c:pt idx="1084">
                  <c:v>188.1112170442801</c:v>
                </c:pt>
                <c:pt idx="1085">
                  <c:v>188.14363062794931</c:v>
                </c:pt>
                <c:pt idx="1086">
                  <c:v>189.27082389649317</c:v>
                </c:pt>
                <c:pt idx="1087">
                  <c:v>186.73349065470907</c:v>
                </c:pt>
                <c:pt idx="1088">
                  <c:v>189.23635664491283</c:v>
                </c:pt>
                <c:pt idx="1089">
                  <c:v>190.22226588056668</c:v>
                </c:pt>
                <c:pt idx="1090">
                  <c:v>190.67004821508618</c:v>
                </c:pt>
                <c:pt idx="1091">
                  <c:v>190.26874125586065</c:v>
                </c:pt>
                <c:pt idx="1092">
                  <c:v>190.65227932301741</c:v>
                </c:pt>
                <c:pt idx="1093">
                  <c:v>191.34029829347392</c:v>
                </c:pt>
                <c:pt idx="1094">
                  <c:v>189.61656176496206</c:v>
                </c:pt>
                <c:pt idx="1095">
                  <c:v>189.4143878275882</c:v>
                </c:pt>
                <c:pt idx="1096">
                  <c:v>187.45485991903283</c:v>
                </c:pt>
                <c:pt idx="1097">
                  <c:v>182.53568682642683</c:v>
                </c:pt>
                <c:pt idx="1098">
                  <c:v>179.0741602923967</c:v>
                </c:pt>
                <c:pt idx="1099">
                  <c:v>181.80574217252664</c:v>
                </c:pt>
                <c:pt idx="1100">
                  <c:v>181.9277852317658</c:v>
                </c:pt>
                <c:pt idx="1101">
                  <c:v>182.58993435269699</c:v>
                </c:pt>
                <c:pt idx="1102">
                  <c:v>182.07872913857116</c:v>
                </c:pt>
                <c:pt idx="1103">
                  <c:v>184.649216763883</c:v>
                </c:pt>
                <c:pt idx="1104">
                  <c:v>185.93195042693907</c:v>
                </c:pt>
                <c:pt idx="1105">
                  <c:v>187.67703768148954</c:v>
                </c:pt>
                <c:pt idx="1106">
                  <c:v>188.10784382892359</c:v>
                </c:pt>
                <c:pt idx="1107">
                  <c:v>189.96345602157348</c:v>
                </c:pt>
                <c:pt idx="1108">
                  <c:v>190.36310328251645</c:v>
                </c:pt>
                <c:pt idx="1109">
                  <c:v>191.11509728250792</c:v>
                </c:pt>
                <c:pt idx="1110">
                  <c:v>192.28713206264766</c:v>
                </c:pt>
                <c:pt idx="1111">
                  <c:v>192.47830533734884</c:v>
                </c:pt>
                <c:pt idx="1112">
                  <c:v>196.04397325165087</c:v>
                </c:pt>
                <c:pt idx="1113">
                  <c:v>196.38226430595196</c:v>
                </c:pt>
                <c:pt idx="1114">
                  <c:v>196.43801483648735</c:v>
                </c:pt>
                <c:pt idx="1115">
                  <c:v>196.52793174524879</c:v>
                </c:pt>
                <c:pt idx="1116">
                  <c:v>197.22336561666722</c:v>
                </c:pt>
                <c:pt idx="1117">
                  <c:v>197.22430416996082</c:v>
                </c:pt>
                <c:pt idx="1118">
                  <c:v>198.26953035715306</c:v>
                </c:pt>
                <c:pt idx="1119">
                  <c:v>200.04371621792919</c:v>
                </c:pt>
                <c:pt idx="1120">
                  <c:v>201.33109044510269</c:v>
                </c:pt>
                <c:pt idx="1121">
                  <c:v>203.52803861461246</c:v>
                </c:pt>
                <c:pt idx="1122">
                  <c:v>206.10402329678973</c:v>
                </c:pt>
                <c:pt idx="1123">
                  <c:v>206.92033751727857</c:v>
                </c:pt>
                <c:pt idx="1124">
                  <c:v>207.53033244856454</c:v>
                </c:pt>
                <c:pt idx="1125">
                  <c:v>208.73571484316327</c:v>
                </c:pt>
                <c:pt idx="1126">
                  <c:v>208.28319124693982</c:v>
                </c:pt>
                <c:pt idx="1127">
                  <c:v>209.77832747287053</c:v>
                </c:pt>
                <c:pt idx="1128">
                  <c:v>208.98311661590932</c:v>
                </c:pt>
                <c:pt idx="1129">
                  <c:v>210.7817554639195</c:v>
                </c:pt>
                <c:pt idx="1130">
                  <c:v>213.64969109237978</c:v>
                </c:pt>
                <c:pt idx="1131">
                  <c:v>214.33159720491318</c:v>
                </c:pt>
                <c:pt idx="1132">
                  <c:v>215.21649408392994</c:v>
                </c:pt>
                <c:pt idx="1133">
                  <c:v>213.98632749719405</c:v>
                </c:pt>
                <c:pt idx="1134">
                  <c:v>207.05890736164662</c:v>
                </c:pt>
                <c:pt idx="1135">
                  <c:v>210.24721150870712</c:v>
                </c:pt>
                <c:pt idx="1136">
                  <c:v>213.96324128254551</c:v>
                </c:pt>
                <c:pt idx="1137">
                  <c:v>215.16692966300016</c:v>
                </c:pt>
                <c:pt idx="1138">
                  <c:v>216.8876921389994</c:v>
                </c:pt>
                <c:pt idx="1139">
                  <c:v>218.25340646219962</c:v>
                </c:pt>
                <c:pt idx="1140">
                  <c:v>217.72007145323494</c:v>
                </c:pt>
                <c:pt idx="1141">
                  <c:v>218.38464225748316</c:v>
                </c:pt>
                <c:pt idx="1142">
                  <c:v>222.11280112679205</c:v>
                </c:pt>
                <c:pt idx="1143">
                  <c:v>222.85163678441299</c:v>
                </c:pt>
                <c:pt idx="1144">
                  <c:v>220.77623810145602</c:v>
                </c:pt>
                <c:pt idx="1145">
                  <c:v>220.97215874616461</c:v>
                </c:pt>
                <c:pt idx="1146">
                  <c:v>221.54859223564063</c:v>
                </c:pt>
                <c:pt idx="1147">
                  <c:v>223.20333615599671</c:v>
                </c:pt>
                <c:pt idx="1148">
                  <c:v>223.90420365624095</c:v>
                </c:pt>
                <c:pt idx="1149">
                  <c:v>224.66272236232851</c:v>
                </c:pt>
                <c:pt idx="1150">
                  <c:v>221.8208100560249</c:v>
                </c:pt>
                <c:pt idx="1151">
                  <c:v>221.59544220059172</c:v>
                </c:pt>
                <c:pt idx="1152">
                  <c:v>226.12593074921895</c:v>
                </c:pt>
                <c:pt idx="1153">
                  <c:v>219.15712659730352</c:v>
                </c:pt>
                <c:pt idx="1154">
                  <c:v>223.0602120518017</c:v>
                </c:pt>
                <c:pt idx="1155">
                  <c:v>222.1309495353803</c:v>
                </c:pt>
                <c:pt idx="1156">
                  <c:v>225.66367474895051</c:v>
                </c:pt>
                <c:pt idx="1157">
                  <c:v>224.86601567150808</c:v>
                </c:pt>
                <c:pt idx="1158">
                  <c:v>228.62607120013064</c:v>
                </c:pt>
                <c:pt idx="1159">
                  <c:v>227.69540548638511</c:v>
                </c:pt>
                <c:pt idx="1160">
                  <c:v>228.85571341762781</c:v>
                </c:pt>
                <c:pt idx="1161">
                  <c:v>228.02352150876837</c:v>
                </c:pt>
                <c:pt idx="1162">
                  <c:v>230.63328862701127</c:v>
                </c:pt>
                <c:pt idx="1163">
                  <c:v>232.60516500301824</c:v>
                </c:pt>
                <c:pt idx="1164">
                  <c:v>232.49166992165419</c:v>
                </c:pt>
                <c:pt idx="1165">
                  <c:v>230.35914194154245</c:v>
                </c:pt>
                <c:pt idx="1166">
                  <c:v>224.6534684862151</c:v>
                </c:pt>
                <c:pt idx="1167">
                  <c:v>225.34258328749002</c:v>
                </c:pt>
                <c:pt idx="1168">
                  <c:v>227.49562918696554</c:v>
                </c:pt>
                <c:pt idx="1169">
                  <c:v>230.00834164881411</c:v>
                </c:pt>
                <c:pt idx="1170">
                  <c:v>231.39765076174461</c:v>
                </c:pt>
                <c:pt idx="1171">
                  <c:v>232.24069036197122</c:v>
                </c:pt>
                <c:pt idx="1172">
                  <c:v>232.13384048068866</c:v>
                </c:pt>
                <c:pt idx="1173">
                  <c:v>229.45706306295114</c:v>
                </c:pt>
                <c:pt idx="1174">
                  <c:v>231.69746666378154</c:v>
                </c:pt>
                <c:pt idx="1175">
                  <c:v>232.51567347324345</c:v>
                </c:pt>
                <c:pt idx="1176">
                  <c:v>231.68175861210565</c:v>
                </c:pt>
                <c:pt idx="1177">
                  <c:v>231.37714500462445</c:v>
                </c:pt>
                <c:pt idx="1178">
                  <c:v>226.81949365844437</c:v>
                </c:pt>
                <c:pt idx="1179">
                  <c:v>227.95747056021216</c:v>
                </c:pt>
                <c:pt idx="1180">
                  <c:v>231.81219985062046</c:v>
                </c:pt>
                <c:pt idx="1181">
                  <c:v>232.34611077085142</c:v>
                </c:pt>
                <c:pt idx="1182">
                  <c:v>231.62528921477093</c:v>
                </c:pt>
                <c:pt idx="1183">
                  <c:v>230.46412958889115</c:v>
                </c:pt>
                <c:pt idx="1184">
                  <c:v>231.33836047976047</c:v>
                </c:pt>
                <c:pt idx="1185">
                  <c:v>230.71663318993021</c:v>
                </c:pt>
                <c:pt idx="1186">
                  <c:v>227.27607995436151</c:v>
                </c:pt>
                <c:pt idx="1187">
                  <c:v>216.8645164020821</c:v>
                </c:pt>
                <c:pt idx="1188">
                  <c:v>221.33558113816503</c:v>
                </c:pt>
                <c:pt idx="1189">
                  <c:v>220.26239647864037</c:v>
                </c:pt>
                <c:pt idx="1190">
                  <c:v>216.55401177252173</c:v>
                </c:pt>
                <c:pt idx="1191">
                  <c:v>216.10144952626933</c:v>
                </c:pt>
                <c:pt idx="1192">
                  <c:v>221.26611612667148</c:v>
                </c:pt>
                <c:pt idx="1193">
                  <c:v>224.3004541548363</c:v>
                </c:pt>
                <c:pt idx="1194">
                  <c:v>224.5218863933774</c:v>
                </c:pt>
                <c:pt idx="1195">
                  <c:v>225.50959643127709</c:v>
                </c:pt>
                <c:pt idx="1196">
                  <c:v>229.43257135958194</c:v>
                </c:pt>
                <c:pt idx="1197">
                  <c:v>232.13612629517385</c:v>
                </c:pt>
                <c:pt idx="1198">
                  <c:v>233.1706645358623</c:v>
                </c:pt>
                <c:pt idx="1199">
                  <c:v>234.54908189613462</c:v>
                </c:pt>
                <c:pt idx="1200">
                  <c:v>233.94820719897143</c:v>
                </c:pt>
                <c:pt idx="1201">
                  <c:v>236.74223257109523</c:v>
                </c:pt>
                <c:pt idx="1202">
                  <c:v>234.79867399987614</c:v>
                </c:pt>
                <c:pt idx="1203">
                  <c:v>230.61146016533263</c:v>
                </c:pt>
                <c:pt idx="1204">
                  <c:v>229.43112468723979</c:v>
                </c:pt>
                <c:pt idx="1205">
                  <c:v>228.02008599824381</c:v>
                </c:pt>
                <c:pt idx="1206">
                  <c:v>230.19389628917645</c:v>
                </c:pt>
                <c:pt idx="1207">
                  <c:v>232.72182818043339</c:v>
                </c:pt>
                <c:pt idx="1208">
                  <c:v>234.7095081245763</c:v>
                </c:pt>
                <c:pt idx="1209">
                  <c:v>235.60225817376178</c:v>
                </c:pt>
                <c:pt idx="1210">
                  <c:v>237.56119817411687</c:v>
                </c:pt>
                <c:pt idx="1211">
                  <c:v>238.26326108666029</c:v>
                </c:pt>
                <c:pt idx="1212">
                  <c:v>239.54033586235875</c:v>
                </c:pt>
                <c:pt idx="1213">
                  <c:v>238.90630155924526</c:v>
                </c:pt>
                <c:pt idx="1214">
                  <c:v>237.3612381335486</c:v>
                </c:pt>
                <c:pt idx="1215">
                  <c:v>232.65277564160428</c:v>
                </c:pt>
                <c:pt idx="1216">
                  <c:v>234.3104990707748</c:v>
                </c:pt>
                <c:pt idx="1217">
                  <c:v>230.01569085447392</c:v>
                </c:pt>
                <c:pt idx="1218">
                  <c:v>232.0061908084231</c:v>
                </c:pt>
                <c:pt idx="1219">
                  <c:v>232.87706262544594</c:v>
                </c:pt>
                <c:pt idx="1220">
                  <c:v>235.1797227069539</c:v>
                </c:pt>
                <c:pt idx="1221">
                  <c:v>237.47026931845863</c:v>
                </c:pt>
                <c:pt idx="1222">
                  <c:v>239.5800655801215</c:v>
                </c:pt>
                <c:pt idx="1223">
                  <c:v>241.75191132692802</c:v>
                </c:pt>
                <c:pt idx="1224">
                  <c:v>244.27411208983125</c:v>
                </c:pt>
                <c:pt idx="1225">
                  <c:v>245.12567960730723</c:v>
                </c:pt>
                <c:pt idx="1226">
                  <c:v>246.65385767756882</c:v>
                </c:pt>
                <c:pt idx="1227">
                  <c:v>248.24083372013376</c:v>
                </c:pt>
                <c:pt idx="1228">
                  <c:v>245.91790496927865</c:v>
                </c:pt>
                <c:pt idx="1229">
                  <c:v>244.64463359840252</c:v>
                </c:pt>
                <c:pt idx="1230">
                  <c:v>241.08651616281088</c:v>
                </c:pt>
                <c:pt idx="1231">
                  <c:v>242.75546324868301</c:v>
                </c:pt>
                <c:pt idx="1232">
                  <c:v>251.1932946179885</c:v>
                </c:pt>
                <c:pt idx="1233">
                  <c:v>230.19858003070976</c:v>
                </c:pt>
                <c:pt idx="1234">
                  <c:v>240.43170882295524</c:v>
                </c:pt>
                <c:pt idx="1235">
                  <c:v>245.58974978504278</c:v>
                </c:pt>
                <c:pt idx="1236">
                  <c:v>249.36617783218787</c:v>
                </c:pt>
                <c:pt idx="1237">
                  <c:v>249.36089790451013</c:v>
                </c:pt>
                <c:pt idx="1238">
                  <c:v>251.33792048122456</c:v>
                </c:pt>
                <c:pt idx="1239">
                  <c:v>253.77916300059272</c:v>
                </c:pt>
                <c:pt idx="1240">
                  <c:v>255.82740429145275</c:v>
                </c:pt>
                <c:pt idx="1241">
                  <c:v>259.95188292204341</c:v>
                </c:pt>
                <c:pt idx="1242">
                  <c:v>257.42989751797398</c:v>
                </c:pt>
                <c:pt idx="1243">
                  <c:v>259.73641904217715</c:v>
                </c:pt>
                <c:pt idx="1244">
                  <c:v>259.34259231416462</c:v>
                </c:pt>
                <c:pt idx="1245">
                  <c:v>260.25943048706023</c:v>
                </c:pt>
                <c:pt idx="1246">
                  <c:v>259.5512329208571</c:v>
                </c:pt>
                <c:pt idx="1247">
                  <c:v>258.62422720099556</c:v>
                </c:pt>
                <c:pt idx="1248">
                  <c:v>259.6191459242973</c:v>
                </c:pt>
                <c:pt idx="1249">
                  <c:v>261.19696647681116</c:v>
                </c:pt>
                <c:pt idx="1250">
                  <c:v>263.95588865851988</c:v>
                </c:pt>
                <c:pt idx="1251">
                  <c:v>263.95963986358146</c:v>
                </c:pt>
                <c:pt idx="1252">
                  <c:v>265.48497362173072</c:v>
                </c:pt>
                <c:pt idx="1253">
                  <c:v>267.69279225076411</c:v>
                </c:pt>
                <c:pt idx="1254">
                  <c:v>267.38064729859718</c:v>
                </c:pt>
                <c:pt idx="1255">
                  <c:v>266.62242433791096</c:v>
                </c:pt>
                <c:pt idx="1256">
                  <c:v>267.68617573026933</c:v>
                </c:pt>
                <c:pt idx="1257">
                  <c:v>269.86639724273817</c:v>
                </c:pt>
                <c:pt idx="1258">
                  <c:v>269.82469630499884</c:v>
                </c:pt>
                <c:pt idx="1259">
                  <c:v>267.04187446639895</c:v>
                </c:pt>
                <c:pt idx="1260">
                  <c:v>261.41420206328024</c:v>
                </c:pt>
                <c:pt idx="1261">
                  <c:v>264.68467394393042</c:v>
                </c:pt>
                <c:pt idx="1262">
                  <c:v>263.10741376303588</c:v>
                </c:pt>
                <c:pt idx="1263">
                  <c:v>265.72566818270525</c:v>
                </c:pt>
                <c:pt idx="1264">
                  <c:v>265.09882382958068</c:v>
                </c:pt>
                <c:pt idx="1265">
                  <c:v>269.83025129442206</c:v>
                </c:pt>
                <c:pt idx="1266">
                  <c:v>272.57235155590024</c:v>
                </c:pt>
                <c:pt idx="1267">
                  <c:v>273.8070421059283</c:v>
                </c:pt>
                <c:pt idx="1268">
                  <c:v>275.48672650043642</c:v>
                </c:pt>
                <c:pt idx="1269">
                  <c:v>273.21105280427793</c:v>
                </c:pt>
                <c:pt idx="1270">
                  <c:v>270.47694091174435</c:v>
                </c:pt>
                <c:pt idx="1271">
                  <c:v>260.55706250713536</c:v>
                </c:pt>
                <c:pt idx="1272">
                  <c:v>258.75086368447882</c:v>
                </c:pt>
                <c:pt idx="1273">
                  <c:v>264.94219485326602</c:v>
                </c:pt>
                <c:pt idx="1274">
                  <c:v>264.02435858626887</c:v>
                </c:pt>
                <c:pt idx="1275">
                  <c:v>266.50721424663766</c:v>
                </c:pt>
                <c:pt idx="1276">
                  <c:v>267.01528901535443</c:v>
                </c:pt>
                <c:pt idx="1277">
                  <c:v>263.4678465740032</c:v>
                </c:pt>
                <c:pt idx="1278">
                  <c:v>268.57256707785308</c:v>
                </c:pt>
                <c:pt idx="1279">
                  <c:v>269.17666928066535</c:v>
                </c:pt>
                <c:pt idx="1280">
                  <c:v>271.89854323941904</c:v>
                </c:pt>
                <c:pt idx="1281">
                  <c:v>272.36614304432561</c:v>
                </c:pt>
                <c:pt idx="1282">
                  <c:v>274.10791936695438</c:v>
                </c:pt>
                <c:pt idx="1283">
                  <c:v>273.02651384193734</c:v>
                </c:pt>
                <c:pt idx="1284">
                  <c:v>274.85830211407603</c:v>
                </c:pt>
                <c:pt idx="1285">
                  <c:v>275.90409972960407</c:v>
                </c:pt>
                <c:pt idx="1286">
                  <c:v>275.47887830505465</c:v>
                </c:pt>
                <c:pt idx="1287">
                  <c:v>274.50902111148156</c:v>
                </c:pt>
                <c:pt idx="1288">
                  <c:v>276.44892808710409</c:v>
                </c:pt>
                <c:pt idx="1289">
                  <c:v>275.8240967572234</c:v>
                </c:pt>
                <c:pt idx="1290">
                  <c:v>276.23252242857717</c:v>
                </c:pt>
                <c:pt idx="1291">
                  <c:v>275.83531498732572</c:v>
                </c:pt>
                <c:pt idx="1292">
                  <c:v>276.8352846736941</c:v>
                </c:pt>
                <c:pt idx="1293">
                  <c:v>272.59521308844245</c:v>
                </c:pt>
                <c:pt idx="1294">
                  <c:v>271.83709220953995</c:v>
                </c:pt>
                <c:pt idx="1295">
                  <c:v>274.95320023971539</c:v>
                </c:pt>
                <c:pt idx="1296">
                  <c:v>274.561781271418</c:v>
                </c:pt>
                <c:pt idx="1297">
                  <c:v>279.77673152439411</c:v>
                </c:pt>
                <c:pt idx="1298">
                  <c:v>280.75438102099821</c:v>
                </c:pt>
                <c:pt idx="1299">
                  <c:v>278.75814801228887</c:v>
                </c:pt>
                <c:pt idx="1300">
                  <c:v>277.59293484852407</c:v>
                </c:pt>
                <c:pt idx="1301">
                  <c:v>282.02221818465927</c:v>
                </c:pt>
                <c:pt idx="1302">
                  <c:v>284.31097748218457</c:v>
                </c:pt>
                <c:pt idx="1303">
                  <c:v>284.55344487036706</c:v>
                </c:pt>
                <c:pt idx="1304">
                  <c:v>283.03702037952536</c:v>
                </c:pt>
                <c:pt idx="1305">
                  <c:v>282.53558095579251</c:v>
                </c:pt>
                <c:pt idx="1306">
                  <c:v>282.23263732011935</c:v>
                </c:pt>
                <c:pt idx="1307">
                  <c:v>281.63383377042646</c:v>
                </c:pt>
                <c:pt idx="1308">
                  <c:v>274.97078935214552</c:v>
                </c:pt>
                <c:pt idx="1309">
                  <c:v>272.3529309694876</c:v>
                </c:pt>
                <c:pt idx="1310">
                  <c:v>266.86494854795728</c:v>
                </c:pt>
                <c:pt idx="1311">
                  <c:v>272.7237295627836</c:v>
                </c:pt>
                <c:pt idx="1312">
                  <c:v>275.29179922815564</c:v>
                </c:pt>
                <c:pt idx="1313">
                  <c:v>274.4935791066938</c:v>
                </c:pt>
                <c:pt idx="1314">
                  <c:v>275.48754024647195</c:v>
                </c:pt>
                <c:pt idx="1315">
                  <c:v>276.66346155722619</c:v>
                </c:pt>
                <c:pt idx="1316">
                  <c:v>277.20872873333894</c:v>
                </c:pt>
                <c:pt idx="1317">
                  <c:v>276.56413436953335</c:v>
                </c:pt>
                <c:pt idx="1318">
                  <c:v>272.10456489741415</c:v>
                </c:pt>
                <c:pt idx="1319">
                  <c:v>272.82526855624883</c:v>
                </c:pt>
                <c:pt idx="1320">
                  <c:v>268.29566567802834</c:v>
                </c:pt>
                <c:pt idx="1321">
                  <c:v>261.3093100731586</c:v>
                </c:pt>
                <c:pt idx="1322">
                  <c:v>262.97146132358262</c:v>
                </c:pt>
                <c:pt idx="1323">
                  <c:v>262.12033242175988</c:v>
                </c:pt>
                <c:pt idx="1324">
                  <c:v>257.12454302024639</c:v>
                </c:pt>
                <c:pt idx="1325">
                  <c:v>259.25664766332147</c:v>
                </c:pt>
                <c:pt idx="1326">
                  <c:v>261.00676004339709</c:v>
                </c:pt>
                <c:pt idx="1327">
                  <c:v>262.78920008072595</c:v>
                </c:pt>
                <c:pt idx="1328">
                  <c:v>259.39346787141938</c:v>
                </c:pt>
                <c:pt idx="1329">
                  <c:v>260.8793668410824</c:v>
                </c:pt>
                <c:pt idx="1330">
                  <c:v>266.28442967970062</c:v>
                </c:pt>
                <c:pt idx="1331">
                  <c:v>264.76349214926643</c:v>
                </c:pt>
                <c:pt idx="1332">
                  <c:v>261.194545769635</c:v>
                </c:pt>
                <c:pt idx="1333">
                  <c:v>258.8555906463597</c:v>
                </c:pt>
                <c:pt idx="1334">
                  <c:v>256.04266730213277</c:v>
                </c:pt>
                <c:pt idx="1335">
                  <c:v>250.40412740726734</c:v>
                </c:pt>
                <c:pt idx="1336">
                  <c:v>250.46376953950681</c:v>
                </c:pt>
                <c:pt idx="1337">
                  <c:v>251.83734648600392</c:v>
                </c:pt>
                <c:pt idx="1338">
                  <c:v>254.63691603359004</c:v>
                </c:pt>
                <c:pt idx="1339">
                  <c:v>259.40205782784892</c:v>
                </c:pt>
                <c:pt idx="1340">
                  <c:v>259.44799454042101</c:v>
                </c:pt>
                <c:pt idx="1341">
                  <c:v>260.52992755990715</c:v>
                </c:pt>
                <c:pt idx="1342">
                  <c:v>260.66141398161699</c:v>
                </c:pt>
                <c:pt idx="1343">
                  <c:v>263.24705449083649</c:v>
                </c:pt>
                <c:pt idx="1344">
                  <c:v>265.59384389379306</c:v>
                </c:pt>
                <c:pt idx="1345">
                  <c:v>268.35739301495727</c:v>
                </c:pt>
                <c:pt idx="1346">
                  <c:v>269.73410914116664</c:v>
                </c:pt>
                <c:pt idx="1347">
                  <c:v>271.19046909661819</c:v>
                </c:pt>
                <c:pt idx="1348">
                  <c:v>272.31551336518447</c:v>
                </c:pt>
                <c:pt idx="1349">
                  <c:v>272.55186043831992</c:v>
                </c:pt>
                <c:pt idx="1350">
                  <c:v>273.31142259659754</c:v>
                </c:pt>
                <c:pt idx="1351">
                  <c:v>271.96344367917828</c:v>
                </c:pt>
                <c:pt idx="1352">
                  <c:v>271.92735332439605</c:v>
                </c:pt>
                <c:pt idx="1353">
                  <c:v>274.05748781173457</c:v>
                </c:pt>
                <c:pt idx="1354">
                  <c:v>272.16245672703423</c:v>
                </c:pt>
                <c:pt idx="1355">
                  <c:v>270.38481777291503</c:v>
                </c:pt>
                <c:pt idx="1356">
                  <c:v>269.18207846526974</c:v>
                </c:pt>
                <c:pt idx="1357">
                  <c:v>261.55608617159493</c:v>
                </c:pt>
                <c:pt idx="1358">
                  <c:v>262.46308715856634</c:v>
                </c:pt>
                <c:pt idx="1359">
                  <c:v>262.30218785146246</c:v>
                </c:pt>
                <c:pt idx="1360">
                  <c:v>262.61387279493789</c:v>
                </c:pt>
                <c:pt idx="1361">
                  <c:v>261.94315254046785</c:v>
                </c:pt>
                <c:pt idx="1362">
                  <c:v>262.90831852693793</c:v>
                </c:pt>
                <c:pt idx="1363">
                  <c:v>262.95291062062103</c:v>
                </c:pt>
                <c:pt idx="1364">
                  <c:v>264.10885721408573</c:v>
                </c:pt>
                <c:pt idx="1365">
                  <c:v>264.90737841583928</c:v>
                </c:pt>
                <c:pt idx="1366">
                  <c:v>264.17816260320262</c:v>
                </c:pt>
                <c:pt idx="1367">
                  <c:v>256.84155866817815</c:v>
                </c:pt>
                <c:pt idx="1368">
                  <c:v>259.45951225617563</c:v>
                </c:pt>
                <c:pt idx="1369">
                  <c:v>256.35352286132655</c:v>
                </c:pt>
                <c:pt idx="1370">
                  <c:v>253.96313261410441</c:v>
                </c:pt>
                <c:pt idx="1371">
                  <c:v>248.5292130924947</c:v>
                </c:pt>
                <c:pt idx="1372">
                  <c:v>237.04026975231224</c:v>
                </c:pt>
                <c:pt idx="1373">
                  <c:v>242.54265490618576</c:v>
                </c:pt>
                <c:pt idx="1374">
                  <c:v>243.68549238962052</c:v>
                </c:pt>
                <c:pt idx="1375">
                  <c:v>246.37353038832219</c:v>
                </c:pt>
                <c:pt idx="1376">
                  <c:v>246.65108519540885</c:v>
                </c:pt>
                <c:pt idx="1377">
                  <c:v>248.90292900344986</c:v>
                </c:pt>
                <c:pt idx="1378">
                  <c:v>243.35921651022892</c:v>
                </c:pt>
                <c:pt idx="1379">
                  <c:v>239.95303032809326</c:v>
                </c:pt>
                <c:pt idx="1380">
                  <c:v>244.70643571127457</c:v>
                </c:pt>
                <c:pt idx="1381">
                  <c:v>241.39697446935941</c:v>
                </c:pt>
                <c:pt idx="1382">
                  <c:v>234.40283789354592</c:v>
                </c:pt>
                <c:pt idx="1383">
                  <c:v>232.87817473080085</c:v>
                </c:pt>
                <c:pt idx="1384">
                  <c:v>238.1405938123786</c:v>
                </c:pt>
                <c:pt idx="1385">
                  <c:v>238.09962353808282</c:v>
                </c:pt>
                <c:pt idx="1386">
                  <c:v>242.44694578747229</c:v>
                </c:pt>
                <c:pt idx="1387">
                  <c:v>241.42659785729521</c:v>
                </c:pt>
                <c:pt idx="1388">
                  <c:v>241.5694364162116</c:v>
                </c:pt>
                <c:pt idx="1389">
                  <c:v>242.92974877318812</c:v>
                </c:pt>
                <c:pt idx="1390">
                  <c:v>238.95485665125443</c:v>
                </c:pt>
                <c:pt idx="1391">
                  <c:v>239.66712561243682</c:v>
                </c:pt>
                <c:pt idx="1392">
                  <c:v>229.05194645348297</c:v>
                </c:pt>
                <c:pt idx="1393">
                  <c:v>228.564917119938</c:v>
                </c:pt>
                <c:pt idx="1394">
                  <c:v>229.03192771067603</c:v>
                </c:pt>
                <c:pt idx="1395">
                  <c:v>223.49824590373638</c:v>
                </c:pt>
                <c:pt idx="1396">
                  <c:v>224.37911098194957</c:v>
                </c:pt>
                <c:pt idx="1397">
                  <c:v>223.70954759158778</c:v>
                </c:pt>
                <c:pt idx="1398">
                  <c:v>227.19796585922731</c:v>
                </c:pt>
                <c:pt idx="1399">
                  <c:v>230.78910408344862</c:v>
                </c:pt>
                <c:pt idx="1400">
                  <c:v>227.87163896036449</c:v>
                </c:pt>
                <c:pt idx="1401">
                  <c:v>225.61919682317588</c:v>
                </c:pt>
                <c:pt idx="1402">
                  <c:v>223.41595955862056</c:v>
                </c:pt>
                <c:pt idx="1403">
                  <c:v>214.40161621445657</c:v>
                </c:pt>
                <c:pt idx="1404">
                  <c:v>214.88038111597703</c:v>
                </c:pt>
                <c:pt idx="1405">
                  <c:v>214.87042480189672</c:v>
                </c:pt>
                <c:pt idx="1406">
                  <c:v>220.79469352703663</c:v>
                </c:pt>
                <c:pt idx="1407">
                  <c:v>221.61139296603142</c:v>
                </c:pt>
                <c:pt idx="1408">
                  <c:v>220.96678573781602</c:v>
                </c:pt>
                <c:pt idx="1409">
                  <c:v>217.1514020578629</c:v>
                </c:pt>
                <c:pt idx="1410">
                  <c:v>218.37868789040417</c:v>
                </c:pt>
                <c:pt idx="1411">
                  <c:v>217.30685401113544</c:v>
                </c:pt>
                <c:pt idx="1412">
                  <c:v>216.12556612844233</c:v>
                </c:pt>
                <c:pt idx="1413">
                  <c:v>229.7496657932187</c:v>
                </c:pt>
                <c:pt idx="1414">
                  <c:v>231.75903514716467</c:v>
                </c:pt>
                <c:pt idx="1415">
                  <c:v>235.19294289479114</c:v>
                </c:pt>
                <c:pt idx="1416">
                  <c:v>239.32021092645095</c:v>
                </c:pt>
                <c:pt idx="1417">
                  <c:v>235.21993511492386</c:v>
                </c:pt>
                <c:pt idx="1418">
                  <c:v>236.39548666579162</c:v>
                </c:pt>
                <c:pt idx="1419">
                  <c:v>236.12777750620327</c:v>
                </c:pt>
              </c:numCache>
            </c:numRef>
          </c:val>
          <c:smooth val="0"/>
          <c:extLst>
            <c:ext xmlns:c16="http://schemas.microsoft.com/office/drawing/2014/chart" uri="{C3380CC4-5D6E-409C-BE32-E72D297353CC}">
              <c16:uniqueId val="{00000001-C9F5-7A4A-B402-9C2ABB2F5BCB}"/>
            </c:ext>
          </c:extLst>
        </c:ser>
        <c:ser>
          <c:idx val="2"/>
          <c:order val="2"/>
          <c:tx>
            <c:strRef>
              <c:f>FX!$BW$2</c:f>
              <c:strCache>
                <c:ptCount val="1"/>
                <c:pt idx="0">
                  <c:v>NIFTY SMALLCAP 100</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FX!$BT$3:$BT$1422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FX!$BW$3:$BW$1422</c:f>
              <c:numCache>
                <c:formatCode>_(* #,##0.00_);_(* \(#,##0.00\);_(* "-"??_);_(@_)</c:formatCode>
                <c:ptCount val="1420"/>
                <c:pt idx="0">
                  <c:v>100</c:v>
                </c:pt>
                <c:pt idx="1">
                  <c:v>99.506036433583091</c:v>
                </c:pt>
                <c:pt idx="2">
                  <c:v>97.630992858406188</c:v>
                </c:pt>
                <c:pt idx="3">
                  <c:v>98.693899320871211</c:v>
                </c:pt>
                <c:pt idx="4">
                  <c:v>99.329752390134857</c:v>
                </c:pt>
                <c:pt idx="5">
                  <c:v>98.810217274000237</c:v>
                </c:pt>
                <c:pt idx="6">
                  <c:v>98.003644863076914</c:v>
                </c:pt>
                <c:pt idx="7">
                  <c:v>98.294913275351817</c:v>
                </c:pt>
                <c:pt idx="8">
                  <c:v>98.066998241812755</c:v>
                </c:pt>
                <c:pt idx="9">
                  <c:v>97.297290852134523</c:v>
                </c:pt>
                <c:pt idx="10">
                  <c:v>98.108778602637358</c:v>
                </c:pt>
                <c:pt idx="11">
                  <c:v>97.982912727775897</c:v>
                </c:pt>
                <c:pt idx="12">
                  <c:v>97.539656987040942</c:v>
                </c:pt>
                <c:pt idx="13">
                  <c:v>96.764488951844541</c:v>
                </c:pt>
                <c:pt idx="14">
                  <c:v>95.876762247419109</c:v>
                </c:pt>
                <c:pt idx="15">
                  <c:v>95.346922953591843</c:v>
                </c:pt>
                <c:pt idx="16">
                  <c:v>95.314570023505283</c:v>
                </c:pt>
                <c:pt idx="17">
                  <c:v>94.857877228612196</c:v>
                </c:pt>
                <c:pt idx="18">
                  <c:v>93.576416450331962</c:v>
                </c:pt>
                <c:pt idx="19">
                  <c:v>91.893001086891346</c:v>
                </c:pt>
                <c:pt idx="20">
                  <c:v>92.105346415849738</c:v>
                </c:pt>
                <c:pt idx="21">
                  <c:v>92.448735281074448</c:v>
                </c:pt>
                <c:pt idx="22">
                  <c:v>93.288182548320464</c:v>
                </c:pt>
                <c:pt idx="23">
                  <c:v>93.2783297611292</c:v>
                </c:pt>
                <c:pt idx="24">
                  <c:v>91.130237089394171</c:v>
                </c:pt>
                <c:pt idx="25">
                  <c:v>89.752038752883266</c:v>
                </c:pt>
                <c:pt idx="26">
                  <c:v>90.390336464608382</c:v>
                </c:pt>
                <c:pt idx="27">
                  <c:v>91.165254892961784</c:v>
                </c:pt>
                <c:pt idx="28">
                  <c:v>89.894740569582524</c:v>
                </c:pt>
                <c:pt idx="29">
                  <c:v>88.44276510841739</c:v>
                </c:pt>
                <c:pt idx="30">
                  <c:v>88.431499729291204</c:v>
                </c:pt>
                <c:pt idx="31">
                  <c:v>88.151025808672316</c:v>
                </c:pt>
                <c:pt idx="32">
                  <c:v>88.246652703314027</c:v>
                </c:pt>
                <c:pt idx="33">
                  <c:v>86.851712746359908</c:v>
                </c:pt>
                <c:pt idx="34">
                  <c:v>85.999467140865974</c:v>
                </c:pt>
                <c:pt idx="35">
                  <c:v>86.222385475399079</c:v>
                </c:pt>
                <c:pt idx="36">
                  <c:v>87.222716862420157</c:v>
                </c:pt>
                <c:pt idx="37">
                  <c:v>88.508048321408978</c:v>
                </c:pt>
                <c:pt idx="38">
                  <c:v>89.193895787760553</c:v>
                </c:pt>
                <c:pt idx="39">
                  <c:v>90.090847045905889</c:v>
                </c:pt>
                <c:pt idx="40">
                  <c:v>89.325880909125971</c:v>
                </c:pt>
                <c:pt idx="41">
                  <c:v>90.062295047748535</c:v>
                </c:pt>
                <c:pt idx="42">
                  <c:v>92.788444978904238</c:v>
                </c:pt>
                <c:pt idx="43">
                  <c:v>96.729694060909466</c:v>
                </c:pt>
                <c:pt idx="44">
                  <c:v>97.681260891797891</c:v>
                </c:pt>
                <c:pt idx="45">
                  <c:v>98.113012864034459</c:v>
                </c:pt>
                <c:pt idx="46">
                  <c:v>97.874403050786739</c:v>
                </c:pt>
                <c:pt idx="47">
                  <c:v>100.4473462915394</c:v>
                </c:pt>
                <c:pt idx="48">
                  <c:v>102.24218690924295</c:v>
                </c:pt>
                <c:pt idx="49">
                  <c:v>101.87469767541454</c:v>
                </c:pt>
                <c:pt idx="50">
                  <c:v>102.028116559368</c:v>
                </c:pt>
                <c:pt idx="51">
                  <c:v>103.07816903644276</c:v>
                </c:pt>
                <c:pt idx="52">
                  <c:v>104.14657644726717</c:v>
                </c:pt>
                <c:pt idx="53">
                  <c:v>103.41566964787351</c:v>
                </c:pt>
                <c:pt idx="54">
                  <c:v>102.93478894761604</c:v>
                </c:pt>
                <c:pt idx="55">
                  <c:v>100.80094401786452</c:v>
                </c:pt>
                <c:pt idx="56">
                  <c:v>102.18013857860552</c:v>
                </c:pt>
                <c:pt idx="57">
                  <c:v>103.36693022294884</c:v>
                </c:pt>
                <c:pt idx="58">
                  <c:v>104.1852580479533</c:v>
                </c:pt>
                <c:pt idx="59">
                  <c:v>104.22829767420697</c:v>
                </c:pt>
                <c:pt idx="60">
                  <c:v>105.24831368579559</c:v>
                </c:pt>
                <c:pt idx="61">
                  <c:v>104.93587575980078</c:v>
                </c:pt>
                <c:pt idx="62">
                  <c:v>103.90147517609904</c:v>
                </c:pt>
                <c:pt idx="63">
                  <c:v>104.40631735609988</c:v>
                </c:pt>
                <c:pt idx="64">
                  <c:v>103.36826075361526</c:v>
                </c:pt>
                <c:pt idx="65">
                  <c:v>103.41808532633988</c:v>
                </c:pt>
                <c:pt idx="66">
                  <c:v>104.33825543377034</c:v>
                </c:pt>
                <c:pt idx="67">
                  <c:v>105.0532454970804</c:v>
                </c:pt>
                <c:pt idx="68">
                  <c:v>105.86101436878253</c:v>
                </c:pt>
                <c:pt idx="69">
                  <c:v>105.32828476749924</c:v>
                </c:pt>
                <c:pt idx="70">
                  <c:v>103.96293389835985</c:v>
                </c:pt>
                <c:pt idx="71">
                  <c:v>101.6551405214028</c:v>
                </c:pt>
                <c:pt idx="72">
                  <c:v>100.99826919779466</c:v>
                </c:pt>
                <c:pt idx="73">
                  <c:v>101.56362476513067</c:v>
                </c:pt>
                <c:pt idx="74">
                  <c:v>101.53119449143813</c:v>
                </c:pt>
                <c:pt idx="75">
                  <c:v>101.12916651453517</c:v>
                </c:pt>
                <c:pt idx="76">
                  <c:v>100.06331876420647</c:v>
                </c:pt>
                <c:pt idx="77">
                  <c:v>100.48599358687153</c:v>
                </c:pt>
                <c:pt idx="78">
                  <c:v>99.797387653454265</c:v>
                </c:pt>
                <c:pt idx="79">
                  <c:v>97.213257646919374</c:v>
                </c:pt>
                <c:pt idx="80">
                  <c:v>96.385204121315951</c:v>
                </c:pt>
                <c:pt idx="81">
                  <c:v>96.860109136053154</c:v>
                </c:pt>
                <c:pt idx="82">
                  <c:v>93.803411054145272</c:v>
                </c:pt>
                <c:pt idx="83">
                  <c:v>94.250929962516636</c:v>
                </c:pt>
                <c:pt idx="84">
                  <c:v>93.884170164650087</c:v>
                </c:pt>
                <c:pt idx="85">
                  <c:v>99.723999419223603</c:v>
                </c:pt>
                <c:pt idx="86">
                  <c:v>98.581465617800148</c:v>
                </c:pt>
                <c:pt idx="87">
                  <c:v>98.978336284425296</c:v>
                </c:pt>
                <c:pt idx="88">
                  <c:v>98.911227681184641</c:v>
                </c:pt>
                <c:pt idx="89">
                  <c:v>101.64977986877804</c:v>
                </c:pt>
                <c:pt idx="90">
                  <c:v>103.31297621506657</c:v>
                </c:pt>
                <c:pt idx="91">
                  <c:v>103.15109287207373</c:v>
                </c:pt>
                <c:pt idx="92">
                  <c:v>102.07188811359778</c:v>
                </c:pt>
                <c:pt idx="93">
                  <c:v>102.59618158104637</c:v>
                </c:pt>
                <c:pt idx="94">
                  <c:v>101.3586856524761</c:v>
                </c:pt>
                <c:pt idx="95">
                  <c:v>102.18543734187081</c:v>
                </c:pt>
                <c:pt idx="96">
                  <c:v>102.22970563416284</c:v>
                </c:pt>
                <c:pt idx="97">
                  <c:v>100.28334145328321</c:v>
                </c:pt>
                <c:pt idx="98">
                  <c:v>100.27733522032477</c:v>
                </c:pt>
                <c:pt idx="99">
                  <c:v>99.528004472215414</c:v>
                </c:pt>
                <c:pt idx="100">
                  <c:v>99.685028373729182</c:v>
                </c:pt>
                <c:pt idx="101">
                  <c:v>99.467087066674324</c:v>
                </c:pt>
                <c:pt idx="102">
                  <c:v>98.904260197181543</c:v>
                </c:pt>
                <c:pt idx="103">
                  <c:v>97.823722627112687</c:v>
                </c:pt>
                <c:pt idx="104">
                  <c:v>95.902781959198492</c:v>
                </c:pt>
                <c:pt idx="105">
                  <c:v>95.702907109585368</c:v>
                </c:pt>
                <c:pt idx="106">
                  <c:v>94.12797426900481</c:v>
                </c:pt>
                <c:pt idx="107">
                  <c:v>95.702871601310093</c:v>
                </c:pt>
                <c:pt idx="108">
                  <c:v>95.212414944032531</c:v>
                </c:pt>
                <c:pt idx="109">
                  <c:v>96.009889468965682</c:v>
                </c:pt>
                <c:pt idx="110">
                  <c:v>96.758344234559232</c:v>
                </c:pt>
                <c:pt idx="111">
                  <c:v>96.976749676134247</c:v>
                </c:pt>
                <c:pt idx="112">
                  <c:v>97.205781729384469</c:v>
                </c:pt>
                <c:pt idx="113">
                  <c:v>97.706959208778457</c:v>
                </c:pt>
                <c:pt idx="114">
                  <c:v>97.594301836101224</c:v>
                </c:pt>
                <c:pt idx="115">
                  <c:v>98.096492791161197</c:v>
                </c:pt>
                <c:pt idx="116">
                  <c:v>98.571813618815739</c:v>
                </c:pt>
                <c:pt idx="117">
                  <c:v>97.266642237269238</c:v>
                </c:pt>
                <c:pt idx="118">
                  <c:v>95.215939256376501</c:v>
                </c:pt>
                <c:pt idx="119">
                  <c:v>95.541688879661166</c:v>
                </c:pt>
                <c:pt idx="120">
                  <c:v>95.179272476470345</c:v>
                </c:pt>
                <c:pt idx="121">
                  <c:v>95.718807479170863</c:v>
                </c:pt>
                <c:pt idx="122">
                  <c:v>95.729113985556893</c:v>
                </c:pt>
                <c:pt idx="123">
                  <c:v>95.05111649895926</c:v>
                </c:pt>
                <c:pt idx="124">
                  <c:v>95.158200953277415</c:v>
                </c:pt>
                <c:pt idx="125">
                  <c:v>94.61947367057715</c:v>
                </c:pt>
                <c:pt idx="126">
                  <c:v>93.509190417638749</c:v>
                </c:pt>
                <c:pt idx="127">
                  <c:v>91.913132472488115</c:v>
                </c:pt>
                <c:pt idx="128">
                  <c:v>90.680070948128844</c:v>
                </c:pt>
                <c:pt idx="129">
                  <c:v>89.336641126853749</c:v>
                </c:pt>
                <c:pt idx="130">
                  <c:v>89.438828314597814</c:v>
                </c:pt>
                <c:pt idx="131">
                  <c:v>89.305185969488861</c:v>
                </c:pt>
                <c:pt idx="132">
                  <c:v>88.510242728591521</c:v>
                </c:pt>
                <c:pt idx="133">
                  <c:v>86.423044602379051</c:v>
                </c:pt>
                <c:pt idx="134">
                  <c:v>86.643315673934566</c:v>
                </c:pt>
                <c:pt idx="135">
                  <c:v>85.355602574017382</c:v>
                </c:pt>
                <c:pt idx="136">
                  <c:v>84.660176339786602</c:v>
                </c:pt>
                <c:pt idx="137">
                  <c:v>81.819696665207232</c:v>
                </c:pt>
                <c:pt idx="138">
                  <c:v>82.849051412292226</c:v>
                </c:pt>
                <c:pt idx="139">
                  <c:v>82.100461642249755</c:v>
                </c:pt>
                <c:pt idx="140">
                  <c:v>83.048060592077675</c:v>
                </c:pt>
                <c:pt idx="141">
                  <c:v>84.289348738819257</c:v>
                </c:pt>
                <c:pt idx="142">
                  <c:v>82.101412797571598</c:v>
                </c:pt>
                <c:pt idx="143">
                  <c:v>82.816389541791523</c:v>
                </c:pt>
                <c:pt idx="144">
                  <c:v>82.843625466334828</c:v>
                </c:pt>
                <c:pt idx="145">
                  <c:v>83.159077787186916</c:v>
                </c:pt>
                <c:pt idx="146">
                  <c:v>82.289350178523364</c:v>
                </c:pt>
                <c:pt idx="147">
                  <c:v>80.822693117379643</c:v>
                </c:pt>
                <c:pt idx="148">
                  <c:v>78.466057461556986</c:v>
                </c:pt>
                <c:pt idx="149">
                  <c:v>78.985884673441106</c:v>
                </c:pt>
                <c:pt idx="150">
                  <c:v>80.32399398375928</c:v>
                </c:pt>
                <c:pt idx="151">
                  <c:v>82.181755300303664</c:v>
                </c:pt>
                <c:pt idx="152">
                  <c:v>81.780748169723694</c:v>
                </c:pt>
                <c:pt idx="153">
                  <c:v>82.001051309801582</c:v>
                </c:pt>
                <c:pt idx="154">
                  <c:v>79.999824190154783</c:v>
                </c:pt>
                <c:pt idx="155">
                  <c:v>81.145256563000117</c:v>
                </c:pt>
                <c:pt idx="156">
                  <c:v>82.00976702752547</c:v>
                </c:pt>
                <c:pt idx="157">
                  <c:v>82.707923933612562</c:v>
                </c:pt>
                <c:pt idx="158">
                  <c:v>83.84962067205683</c:v>
                </c:pt>
                <c:pt idx="159">
                  <c:v>84.507887534516215</c:v>
                </c:pt>
                <c:pt idx="160">
                  <c:v>85.580176041435621</c:v>
                </c:pt>
                <c:pt idx="161">
                  <c:v>84.876511893722039</c:v>
                </c:pt>
                <c:pt idx="162">
                  <c:v>82.705023244248153</c:v>
                </c:pt>
                <c:pt idx="163">
                  <c:v>83.504856001586063</c:v>
                </c:pt>
                <c:pt idx="164">
                  <c:v>82.483261706168591</c:v>
                </c:pt>
                <c:pt idx="165">
                  <c:v>85.961114483200575</c:v>
                </c:pt>
                <c:pt idx="166">
                  <c:v>88.77771300365518</c:v>
                </c:pt>
                <c:pt idx="167">
                  <c:v>88.907064823698647</c:v>
                </c:pt>
                <c:pt idx="168">
                  <c:v>86.937296891585405</c:v>
                </c:pt>
                <c:pt idx="169">
                  <c:v>87.639316381632824</c:v>
                </c:pt>
                <c:pt idx="170">
                  <c:v>86.691843150217693</c:v>
                </c:pt>
                <c:pt idx="171">
                  <c:v>83.693279973500523</c:v>
                </c:pt>
                <c:pt idx="172">
                  <c:v>83.271685467117706</c:v>
                </c:pt>
                <c:pt idx="173">
                  <c:v>82.585339634576911</c:v>
                </c:pt>
                <c:pt idx="174">
                  <c:v>81.430968017703847</c:v>
                </c:pt>
                <c:pt idx="175">
                  <c:v>81.989985516508042</c:v>
                </c:pt>
                <c:pt idx="176">
                  <c:v>81.673703404187918</c:v>
                </c:pt>
                <c:pt idx="177">
                  <c:v>82.125590649390389</c:v>
                </c:pt>
                <c:pt idx="178">
                  <c:v>82.17046719005198</c:v>
                </c:pt>
                <c:pt idx="179">
                  <c:v>81.937899775517138</c:v>
                </c:pt>
                <c:pt idx="180">
                  <c:v>82.025087037163473</c:v>
                </c:pt>
                <c:pt idx="181">
                  <c:v>82.808107028913454</c:v>
                </c:pt>
                <c:pt idx="182">
                  <c:v>84.491318551997622</c:v>
                </c:pt>
                <c:pt idx="183">
                  <c:v>85.740049356844651</c:v>
                </c:pt>
                <c:pt idx="184">
                  <c:v>85.940784621352265</c:v>
                </c:pt>
                <c:pt idx="185">
                  <c:v>85.543233337283183</c:v>
                </c:pt>
                <c:pt idx="186">
                  <c:v>86.292663896978752</c:v>
                </c:pt>
                <c:pt idx="187">
                  <c:v>86.917212841285618</c:v>
                </c:pt>
                <c:pt idx="188">
                  <c:v>87.497265891957554</c:v>
                </c:pt>
                <c:pt idx="189">
                  <c:v>88.341117945354512</c:v>
                </c:pt>
                <c:pt idx="190">
                  <c:v>88.625709546151157</c:v>
                </c:pt>
                <c:pt idx="191">
                  <c:v>87.820404626160979</c:v>
                </c:pt>
                <c:pt idx="192">
                  <c:v>87.408495523838624</c:v>
                </c:pt>
                <c:pt idx="193">
                  <c:v>87.672384280918365</c:v>
                </c:pt>
                <c:pt idx="194">
                  <c:v>87.093703748998337</c:v>
                </c:pt>
                <c:pt idx="195">
                  <c:v>86.845644478285308</c:v>
                </c:pt>
                <c:pt idx="196">
                  <c:v>85.259814112625307</c:v>
                </c:pt>
                <c:pt idx="197">
                  <c:v>85.510459230892181</c:v>
                </c:pt>
                <c:pt idx="198">
                  <c:v>85.706562227857759</c:v>
                </c:pt>
                <c:pt idx="199">
                  <c:v>85.904492181415094</c:v>
                </c:pt>
                <c:pt idx="200">
                  <c:v>85.867509079699985</c:v>
                </c:pt>
                <c:pt idx="201">
                  <c:v>85.740852477937906</c:v>
                </c:pt>
                <c:pt idx="202">
                  <c:v>86.633145052889375</c:v>
                </c:pt>
                <c:pt idx="203">
                  <c:v>86.340707705857398</c:v>
                </c:pt>
                <c:pt idx="204">
                  <c:v>86.649411924237256</c:v>
                </c:pt>
                <c:pt idx="205">
                  <c:v>87.224006130413315</c:v>
                </c:pt>
                <c:pt idx="206">
                  <c:v>88.041610534458243</c:v>
                </c:pt>
                <c:pt idx="207">
                  <c:v>86.808103820899007</c:v>
                </c:pt>
                <c:pt idx="208">
                  <c:v>86.342154916164958</c:v>
                </c:pt>
                <c:pt idx="209">
                  <c:v>86.462882226796467</c:v>
                </c:pt>
                <c:pt idx="210">
                  <c:v>86.313475235249967</c:v>
                </c:pt>
                <c:pt idx="211">
                  <c:v>85.855977306130896</c:v>
                </c:pt>
                <c:pt idx="212">
                  <c:v>85.202839612921906</c:v>
                </c:pt>
                <c:pt idx="213">
                  <c:v>85.054671333856064</c:v>
                </c:pt>
                <c:pt idx="214">
                  <c:v>85.597710366053875</c:v>
                </c:pt>
                <c:pt idx="215">
                  <c:v>86.359340054259334</c:v>
                </c:pt>
                <c:pt idx="216">
                  <c:v>86.01508561882396</c:v>
                </c:pt>
                <c:pt idx="217">
                  <c:v>86.629375046984507</c:v>
                </c:pt>
                <c:pt idx="218">
                  <c:v>86.545777309270917</c:v>
                </c:pt>
                <c:pt idx="219">
                  <c:v>86.505435807703549</c:v>
                </c:pt>
                <c:pt idx="220">
                  <c:v>86.446698956484568</c:v>
                </c:pt>
                <c:pt idx="221">
                  <c:v>86.224789475604766</c:v>
                </c:pt>
                <c:pt idx="222">
                  <c:v>86.231621326446657</c:v>
                </c:pt>
                <c:pt idx="223">
                  <c:v>86.181381307510662</c:v>
                </c:pt>
                <c:pt idx="224">
                  <c:v>87.342543288892855</c:v>
                </c:pt>
                <c:pt idx="225">
                  <c:v>87.779886055218483</c:v>
                </c:pt>
                <c:pt idx="226">
                  <c:v>88.365226645621362</c:v>
                </c:pt>
                <c:pt idx="227">
                  <c:v>88.992972246454471</c:v>
                </c:pt>
                <c:pt idx="228">
                  <c:v>90.307185092223676</c:v>
                </c:pt>
                <c:pt idx="229">
                  <c:v>89.832245092540276</c:v>
                </c:pt>
                <c:pt idx="230">
                  <c:v>87.375608007068621</c:v>
                </c:pt>
                <c:pt idx="231">
                  <c:v>88.825417435361871</c:v>
                </c:pt>
                <c:pt idx="232">
                  <c:v>88.25543074707339</c:v>
                </c:pt>
                <c:pt idx="233">
                  <c:v>90.858033182269693</c:v>
                </c:pt>
                <c:pt idx="234">
                  <c:v>92.021307681927951</c:v>
                </c:pt>
                <c:pt idx="235">
                  <c:v>93.311822776101025</c:v>
                </c:pt>
                <c:pt idx="236">
                  <c:v>93.918328287083014</c:v>
                </c:pt>
                <c:pt idx="237">
                  <c:v>94.965051592503841</c:v>
                </c:pt>
                <c:pt idx="238">
                  <c:v>95.557252313655567</c:v>
                </c:pt>
                <c:pt idx="239">
                  <c:v>95.63504811915702</c:v>
                </c:pt>
                <c:pt idx="240">
                  <c:v>94.970419439141239</c:v>
                </c:pt>
                <c:pt idx="241">
                  <c:v>94.846254163392231</c:v>
                </c:pt>
                <c:pt idx="242">
                  <c:v>94.730218528942586</c:v>
                </c:pt>
                <c:pt idx="243">
                  <c:v>95.479888329776472</c:v>
                </c:pt>
                <c:pt idx="244">
                  <c:v>96.229853460646837</c:v>
                </c:pt>
                <c:pt idx="245">
                  <c:v>96.049849602378856</c:v>
                </c:pt>
                <c:pt idx="246">
                  <c:v>96.009587384780133</c:v>
                </c:pt>
                <c:pt idx="247">
                  <c:v>96.046273194916836</c:v>
                </c:pt>
                <c:pt idx="248">
                  <c:v>94.125922847238627</c:v>
                </c:pt>
                <c:pt idx="249">
                  <c:v>94.074194747684274</c:v>
                </c:pt>
                <c:pt idx="250">
                  <c:v>91.520643312607675</c:v>
                </c:pt>
                <c:pt idx="251">
                  <c:v>91.172273984596927</c:v>
                </c:pt>
                <c:pt idx="252">
                  <c:v>93.474598858094993</c:v>
                </c:pt>
                <c:pt idx="253">
                  <c:v>94.079915274116743</c:v>
                </c:pt>
                <c:pt idx="254">
                  <c:v>94.624255658557885</c:v>
                </c:pt>
                <c:pt idx="255">
                  <c:v>93.614277248341381</c:v>
                </c:pt>
                <c:pt idx="256">
                  <c:v>93.909547205943255</c:v>
                </c:pt>
                <c:pt idx="257">
                  <c:v>93.650129750979588</c:v>
                </c:pt>
                <c:pt idx="258">
                  <c:v>93.358179112177112</c:v>
                </c:pt>
                <c:pt idx="259">
                  <c:v>93.232706959187368</c:v>
                </c:pt>
                <c:pt idx="260">
                  <c:v>92.040763183378928</c:v>
                </c:pt>
                <c:pt idx="261">
                  <c:v>91.698979431416461</c:v>
                </c:pt>
                <c:pt idx="262">
                  <c:v>92.91110020512744</c:v>
                </c:pt>
                <c:pt idx="263">
                  <c:v>93.001844526643239</c:v>
                </c:pt>
                <c:pt idx="264">
                  <c:v>90.8358823249837</c:v>
                </c:pt>
                <c:pt idx="265">
                  <c:v>90.608545954317151</c:v>
                </c:pt>
                <c:pt idx="266">
                  <c:v>90.256091218341481</c:v>
                </c:pt>
                <c:pt idx="267">
                  <c:v>89.200806618012379</c:v>
                </c:pt>
                <c:pt idx="268">
                  <c:v>84.940797395502116</c:v>
                </c:pt>
                <c:pt idx="269">
                  <c:v>83.862559942780223</c:v>
                </c:pt>
                <c:pt idx="270">
                  <c:v>84.36394801284105</c:v>
                </c:pt>
                <c:pt idx="271">
                  <c:v>82.322048780938459</c:v>
                </c:pt>
                <c:pt idx="272">
                  <c:v>75.534730832680324</c:v>
                </c:pt>
                <c:pt idx="273">
                  <c:v>75.591943887150649</c:v>
                </c:pt>
                <c:pt idx="274">
                  <c:v>68.046531535772715</c:v>
                </c:pt>
                <c:pt idx="275">
                  <c:v>68.876504597652328</c:v>
                </c:pt>
                <c:pt idx="276">
                  <c:v>64.284750085444585</c:v>
                </c:pt>
                <c:pt idx="277">
                  <c:v>62.582444736102964</c:v>
                </c:pt>
                <c:pt idx="278">
                  <c:v>58.54492291887442</c:v>
                </c:pt>
                <c:pt idx="279">
                  <c:v>54.636822135703746</c:v>
                </c:pt>
                <c:pt idx="280">
                  <c:v>55.929524352248876</c:v>
                </c:pt>
                <c:pt idx="281">
                  <c:v>48.023807919778427</c:v>
                </c:pt>
                <c:pt idx="282">
                  <c:v>47.384838809577325</c:v>
                </c:pt>
                <c:pt idx="283">
                  <c:v>50.989950529020916</c:v>
                </c:pt>
                <c:pt idx="284">
                  <c:v>51.494892517902429</c:v>
                </c:pt>
                <c:pt idx="285">
                  <c:v>50.013379307210577</c:v>
                </c:pt>
                <c:pt idx="286">
                  <c:v>51.522060069808234</c:v>
                </c:pt>
                <c:pt idx="287">
                  <c:v>50.746687707105217</c:v>
                </c:pt>
                <c:pt idx="288">
                  <c:v>49.669518077363314</c:v>
                </c:pt>
                <c:pt idx="289">
                  <c:v>51.494543396605053</c:v>
                </c:pt>
                <c:pt idx="290">
                  <c:v>54.014142425897155</c:v>
                </c:pt>
                <c:pt idx="291">
                  <c:v>53.801177797358918</c:v>
                </c:pt>
                <c:pt idx="292">
                  <c:v>55.734621004107382</c:v>
                </c:pt>
                <c:pt idx="293">
                  <c:v>57.750082114688482</c:v>
                </c:pt>
                <c:pt idx="294">
                  <c:v>57.890224138058571</c:v>
                </c:pt>
                <c:pt idx="295">
                  <c:v>55.663447734902697</c:v>
                </c:pt>
                <c:pt idx="296">
                  <c:v>55.837504979665077</c:v>
                </c:pt>
                <c:pt idx="297">
                  <c:v>55.986162598637748</c:v>
                </c:pt>
                <c:pt idx="298">
                  <c:v>56.897968233990376</c:v>
                </c:pt>
                <c:pt idx="299">
                  <c:v>57.81993452045679</c:v>
                </c:pt>
                <c:pt idx="300">
                  <c:v>58.659927234881351</c:v>
                </c:pt>
                <c:pt idx="301">
                  <c:v>55.714133863665992</c:v>
                </c:pt>
                <c:pt idx="302">
                  <c:v>56.390409871044305</c:v>
                </c:pt>
                <c:pt idx="303">
                  <c:v>56.008813187045469</c:v>
                </c:pt>
                <c:pt idx="304">
                  <c:v>55.747105090787272</c:v>
                </c:pt>
                <c:pt idx="305">
                  <c:v>55.295107338778848</c:v>
                </c:pt>
                <c:pt idx="306">
                  <c:v>56.980917085164933</c:v>
                </c:pt>
                <c:pt idx="307">
                  <c:v>56.373289918219676</c:v>
                </c:pt>
                <c:pt idx="308">
                  <c:v>56.268457356669252</c:v>
                </c:pt>
                <c:pt idx="309">
                  <c:v>54.14081890256373</c:v>
                </c:pt>
                <c:pt idx="310">
                  <c:v>54.435221537524811</c:v>
                </c:pt>
                <c:pt idx="311">
                  <c:v>54.998164221603474</c:v>
                </c:pt>
                <c:pt idx="312">
                  <c:v>55.254640258098497</c:v>
                </c:pt>
                <c:pt idx="313">
                  <c:v>54.901472052467682</c:v>
                </c:pt>
                <c:pt idx="314">
                  <c:v>55.784495815476376</c:v>
                </c:pt>
                <c:pt idx="315">
                  <c:v>56.606198571304795</c:v>
                </c:pt>
                <c:pt idx="316">
                  <c:v>57.180908637190903</c:v>
                </c:pt>
                <c:pt idx="317">
                  <c:v>60.447052212857884</c:v>
                </c:pt>
                <c:pt idx="318">
                  <c:v>61.366562465214464</c:v>
                </c:pt>
                <c:pt idx="319">
                  <c:v>61.207353948483643</c:v>
                </c:pt>
                <c:pt idx="320">
                  <c:v>63.327660322308915</c:v>
                </c:pt>
                <c:pt idx="321">
                  <c:v>63.97020954431698</c:v>
                </c:pt>
                <c:pt idx="322">
                  <c:v>63.177222757752396</c:v>
                </c:pt>
                <c:pt idx="323">
                  <c:v>63.52184340009557</c:v>
                </c:pt>
                <c:pt idx="324">
                  <c:v>62.703891372419697</c:v>
                </c:pt>
                <c:pt idx="325">
                  <c:v>62.484502707465538</c:v>
                </c:pt>
                <c:pt idx="326">
                  <c:v>62.604186067915712</c:v>
                </c:pt>
                <c:pt idx="327">
                  <c:v>62.753508840757071</c:v>
                </c:pt>
                <c:pt idx="328">
                  <c:v>62.770040012654029</c:v>
                </c:pt>
                <c:pt idx="329">
                  <c:v>63.753148362997578</c:v>
                </c:pt>
                <c:pt idx="330">
                  <c:v>64.884497047526196</c:v>
                </c:pt>
                <c:pt idx="331">
                  <c:v>66.383712771080226</c:v>
                </c:pt>
                <c:pt idx="332">
                  <c:v>67.429973956879635</c:v>
                </c:pt>
                <c:pt idx="333">
                  <c:v>66.65658851494554</c:v>
                </c:pt>
                <c:pt idx="334">
                  <c:v>67.063773586815543</c:v>
                </c:pt>
                <c:pt idx="335">
                  <c:v>67.403489668856778</c:v>
                </c:pt>
                <c:pt idx="336">
                  <c:v>66.388908448102825</c:v>
                </c:pt>
                <c:pt idx="337">
                  <c:v>66.02154211685081</c:v>
                </c:pt>
                <c:pt idx="338">
                  <c:v>66.533810990231032</c:v>
                </c:pt>
                <c:pt idx="339">
                  <c:v>67.211063365961209</c:v>
                </c:pt>
                <c:pt idx="340">
                  <c:v>67.359207820049079</c:v>
                </c:pt>
                <c:pt idx="341">
                  <c:v>68.585156853153023</c:v>
                </c:pt>
                <c:pt idx="342">
                  <c:v>69.851408867720281</c:v>
                </c:pt>
                <c:pt idx="343">
                  <c:v>69.52688252667356</c:v>
                </c:pt>
                <c:pt idx="344">
                  <c:v>70.303137371593394</c:v>
                </c:pt>
                <c:pt idx="345">
                  <c:v>69.896449793065344</c:v>
                </c:pt>
                <c:pt idx="346">
                  <c:v>70.051682140243997</c:v>
                </c:pt>
                <c:pt idx="347">
                  <c:v>68.768131303139754</c:v>
                </c:pt>
                <c:pt idx="348">
                  <c:v>69.8053344708119</c:v>
                </c:pt>
                <c:pt idx="349">
                  <c:v>70.738045600732846</c:v>
                </c:pt>
                <c:pt idx="350">
                  <c:v>71.216628717818395</c:v>
                </c:pt>
                <c:pt idx="351">
                  <c:v>71.290007949200614</c:v>
                </c:pt>
                <c:pt idx="352">
                  <c:v>71.958949745818373</c:v>
                </c:pt>
                <c:pt idx="353">
                  <c:v>72.007443541354604</c:v>
                </c:pt>
                <c:pt idx="354">
                  <c:v>71.676646175543112</c:v>
                </c:pt>
                <c:pt idx="355">
                  <c:v>72.670111281430593</c:v>
                </c:pt>
                <c:pt idx="356">
                  <c:v>72.584744641069619</c:v>
                </c:pt>
                <c:pt idx="357">
                  <c:v>71.740115473040291</c:v>
                </c:pt>
                <c:pt idx="358">
                  <c:v>72.405310586020178</c:v>
                </c:pt>
                <c:pt idx="359">
                  <c:v>72.951485302194968</c:v>
                </c:pt>
                <c:pt idx="360">
                  <c:v>73.842025670987027</c:v>
                </c:pt>
                <c:pt idx="361">
                  <c:v>74.853260894299311</c:v>
                </c:pt>
                <c:pt idx="362">
                  <c:v>75.174796914639288</c:v>
                </c:pt>
                <c:pt idx="363">
                  <c:v>75.865065052083082</c:v>
                </c:pt>
                <c:pt idx="364">
                  <c:v>77.217124895888148</c:v>
                </c:pt>
                <c:pt idx="365">
                  <c:v>77.539238300356743</c:v>
                </c:pt>
                <c:pt idx="366">
                  <c:v>77.872398890888419</c:v>
                </c:pt>
                <c:pt idx="367">
                  <c:v>78.450656656258687</c:v>
                </c:pt>
                <c:pt idx="368">
                  <c:v>77.589517118006455</c:v>
                </c:pt>
                <c:pt idx="369">
                  <c:v>78.165009488235498</c:v>
                </c:pt>
                <c:pt idx="370">
                  <c:v>79.384321339490285</c:v>
                </c:pt>
                <c:pt idx="371">
                  <c:v>80.428864181379382</c:v>
                </c:pt>
                <c:pt idx="372">
                  <c:v>80.697308369918062</c:v>
                </c:pt>
                <c:pt idx="373">
                  <c:v>81.668652347016078</c:v>
                </c:pt>
                <c:pt idx="374">
                  <c:v>83.087669739962919</c:v>
                </c:pt>
                <c:pt idx="375">
                  <c:v>84.024400183504426</c:v>
                </c:pt>
                <c:pt idx="376">
                  <c:v>84.962349315585655</c:v>
                </c:pt>
                <c:pt idx="377">
                  <c:v>85.447716617905783</c:v>
                </c:pt>
                <c:pt idx="378">
                  <c:v>86.4256462455769</c:v>
                </c:pt>
                <c:pt idx="379">
                  <c:v>82.049327285017213</c:v>
                </c:pt>
                <c:pt idx="380">
                  <c:v>83.230040723559014</c:v>
                </c:pt>
                <c:pt idx="381">
                  <c:v>84.44051138321413</c:v>
                </c:pt>
                <c:pt idx="382">
                  <c:v>84.627776568529399</c:v>
                </c:pt>
                <c:pt idx="383">
                  <c:v>83.646798425728235</c:v>
                </c:pt>
                <c:pt idx="384">
                  <c:v>83.743276005838567</c:v>
                </c:pt>
                <c:pt idx="385">
                  <c:v>82.86302339326862</c:v>
                </c:pt>
                <c:pt idx="386">
                  <c:v>81.34170273722232</c:v>
                </c:pt>
                <c:pt idx="387">
                  <c:v>82.999432208607885</c:v>
                </c:pt>
                <c:pt idx="388">
                  <c:v>83.09004801128988</c:v>
                </c:pt>
                <c:pt idx="389">
                  <c:v>87.721870032723416</c:v>
                </c:pt>
                <c:pt idx="390">
                  <c:v>89.026431848148448</c:v>
                </c:pt>
                <c:pt idx="391">
                  <c:v>88.616332882349582</c:v>
                </c:pt>
                <c:pt idx="392">
                  <c:v>88.224602335344954</c:v>
                </c:pt>
                <c:pt idx="393">
                  <c:v>88.322237576936104</c:v>
                </c:pt>
                <c:pt idx="394">
                  <c:v>84.856952537994175</c:v>
                </c:pt>
                <c:pt idx="395">
                  <c:v>83.162847071817879</c:v>
                </c:pt>
                <c:pt idx="396">
                  <c:v>83.025258825195081</c:v>
                </c:pt>
                <c:pt idx="397">
                  <c:v>80.564724992209932</c:v>
                </c:pt>
                <c:pt idx="398">
                  <c:v>82.87184604760948</c:v>
                </c:pt>
                <c:pt idx="399">
                  <c:v>86.023442606892544</c:v>
                </c:pt>
                <c:pt idx="400">
                  <c:v>85.43312301000455</c:v>
                </c:pt>
                <c:pt idx="401">
                  <c:v>85.25510446505713</c:v>
                </c:pt>
                <c:pt idx="402">
                  <c:v>86.299054433938934</c:v>
                </c:pt>
                <c:pt idx="403">
                  <c:v>86.95285731020067</c:v>
                </c:pt>
                <c:pt idx="404">
                  <c:v>87.237053578257019</c:v>
                </c:pt>
                <c:pt idx="405">
                  <c:v>86.95581570834814</c:v>
                </c:pt>
                <c:pt idx="406">
                  <c:v>86.832910788078863</c:v>
                </c:pt>
                <c:pt idx="407">
                  <c:v>86.731054830494671</c:v>
                </c:pt>
                <c:pt idx="408">
                  <c:v>86.412266622289465</c:v>
                </c:pt>
                <c:pt idx="409">
                  <c:v>86.065625567640751</c:v>
                </c:pt>
                <c:pt idx="410">
                  <c:v>86.195581742201284</c:v>
                </c:pt>
                <c:pt idx="411">
                  <c:v>84.928918303336545</c:v>
                </c:pt>
                <c:pt idx="412">
                  <c:v>85.977763288646912</c:v>
                </c:pt>
                <c:pt idx="413">
                  <c:v>86.564878449046191</c:v>
                </c:pt>
                <c:pt idx="414">
                  <c:v>86.994042010640172</c:v>
                </c:pt>
                <c:pt idx="415">
                  <c:v>87.391946002495132</c:v>
                </c:pt>
                <c:pt idx="416">
                  <c:v>88.023146941148767</c:v>
                </c:pt>
                <c:pt idx="417">
                  <c:v>86.938176743808839</c:v>
                </c:pt>
                <c:pt idx="418">
                  <c:v>87.19304968863149</c:v>
                </c:pt>
                <c:pt idx="419">
                  <c:v>86.320573815753377</c:v>
                </c:pt>
                <c:pt idx="420">
                  <c:v>85.288888317785876</c:v>
                </c:pt>
                <c:pt idx="421">
                  <c:v>84.99602773811236</c:v>
                </c:pt>
                <c:pt idx="422">
                  <c:v>83.282144265716468</c:v>
                </c:pt>
                <c:pt idx="423">
                  <c:v>83.339414156391229</c:v>
                </c:pt>
                <c:pt idx="424">
                  <c:v>82.831852076790895</c:v>
                </c:pt>
                <c:pt idx="425">
                  <c:v>84.739028690383918</c:v>
                </c:pt>
                <c:pt idx="426">
                  <c:v>85.488242059918022</c:v>
                </c:pt>
                <c:pt idx="427">
                  <c:v>85.916526062559882</c:v>
                </c:pt>
                <c:pt idx="428">
                  <c:v>85.536134169152632</c:v>
                </c:pt>
                <c:pt idx="429">
                  <c:v>86.104094036068432</c:v>
                </c:pt>
                <c:pt idx="430">
                  <c:v>87.0023454877782</c:v>
                </c:pt>
                <c:pt idx="431">
                  <c:v>87.449149212805992</c:v>
                </c:pt>
                <c:pt idx="432">
                  <c:v>88.108978981003887</c:v>
                </c:pt>
                <c:pt idx="433">
                  <c:v>88.984417971632865</c:v>
                </c:pt>
                <c:pt idx="434">
                  <c:v>88.930478696957451</c:v>
                </c:pt>
                <c:pt idx="435">
                  <c:v>90.073889983144113</c:v>
                </c:pt>
                <c:pt idx="436">
                  <c:v>91.953452646931353</c:v>
                </c:pt>
                <c:pt idx="437">
                  <c:v>93.187034974544446</c:v>
                </c:pt>
                <c:pt idx="438">
                  <c:v>92.356118235355694</c:v>
                </c:pt>
                <c:pt idx="439">
                  <c:v>93.147758798418124</c:v>
                </c:pt>
                <c:pt idx="440">
                  <c:v>96.009057438712006</c:v>
                </c:pt>
                <c:pt idx="441">
                  <c:v>97.498418709850768</c:v>
                </c:pt>
                <c:pt idx="442">
                  <c:v>97.303435807540467</c:v>
                </c:pt>
                <c:pt idx="443">
                  <c:v>98.161826310864626</c:v>
                </c:pt>
                <c:pt idx="444">
                  <c:v>99.367049977109744</c:v>
                </c:pt>
                <c:pt idx="445">
                  <c:v>99.353999494512721</c:v>
                </c:pt>
                <c:pt idx="446">
                  <c:v>100.0971427095533</c:v>
                </c:pt>
                <c:pt idx="447">
                  <c:v>99.461663729931047</c:v>
                </c:pt>
                <c:pt idx="448">
                  <c:v>100.19116826357499</c:v>
                </c:pt>
                <c:pt idx="449">
                  <c:v>101.07874551609235</c:v>
                </c:pt>
                <c:pt idx="450">
                  <c:v>102.32124061402196</c:v>
                </c:pt>
                <c:pt idx="451">
                  <c:v>102.59226602363945</c:v>
                </c:pt>
                <c:pt idx="452">
                  <c:v>102.26168623527161</c:v>
                </c:pt>
                <c:pt idx="453">
                  <c:v>96.944354575935861</c:v>
                </c:pt>
                <c:pt idx="454">
                  <c:v>97.373392512402518</c:v>
                </c:pt>
                <c:pt idx="455">
                  <c:v>100.13167827361514</c:v>
                </c:pt>
                <c:pt idx="456">
                  <c:v>101.03412152889342</c:v>
                </c:pt>
                <c:pt idx="457">
                  <c:v>102.73654084095936</c:v>
                </c:pt>
                <c:pt idx="458">
                  <c:v>102.71677930982189</c:v>
                </c:pt>
                <c:pt idx="459">
                  <c:v>103.43551351637765</c:v>
                </c:pt>
                <c:pt idx="460">
                  <c:v>103.7495022888954</c:v>
                </c:pt>
                <c:pt idx="461">
                  <c:v>104.95202805403913</c:v>
                </c:pt>
                <c:pt idx="462">
                  <c:v>107.41266059818356</c:v>
                </c:pt>
                <c:pt idx="463">
                  <c:v>107.91729478598316</c:v>
                </c:pt>
                <c:pt idx="464">
                  <c:v>107.82516308071753</c:v>
                </c:pt>
                <c:pt idx="465">
                  <c:v>109.30853053010544</c:v>
                </c:pt>
                <c:pt idx="466">
                  <c:v>109.66320047444741</c:v>
                </c:pt>
                <c:pt idx="467">
                  <c:v>109.44710190155401</c:v>
                </c:pt>
                <c:pt idx="468">
                  <c:v>109.6652130790842</c:v>
                </c:pt>
                <c:pt idx="469">
                  <c:v>109.79619737017171</c:v>
                </c:pt>
                <c:pt idx="470">
                  <c:v>110.54680728417084</c:v>
                </c:pt>
                <c:pt idx="471">
                  <c:v>109.51641322345338</c:v>
                </c:pt>
                <c:pt idx="472">
                  <c:v>107.57883563055303</c:v>
                </c:pt>
                <c:pt idx="473">
                  <c:v>109.19505838799506</c:v>
                </c:pt>
                <c:pt idx="474">
                  <c:v>109.92098917252237</c:v>
                </c:pt>
                <c:pt idx="475">
                  <c:v>109.4394219655106</c:v>
                </c:pt>
                <c:pt idx="476">
                  <c:v>108.70587149706537</c:v>
                </c:pt>
                <c:pt idx="477">
                  <c:v>107.58424863218845</c:v>
                </c:pt>
                <c:pt idx="478">
                  <c:v>107.91238297691717</c:v>
                </c:pt>
                <c:pt idx="479">
                  <c:v>106.79660856096268</c:v>
                </c:pt>
                <c:pt idx="480">
                  <c:v>106.29626252093952</c:v>
                </c:pt>
                <c:pt idx="481">
                  <c:v>108.32810074192651</c:v>
                </c:pt>
                <c:pt idx="482">
                  <c:v>111.11310516656424</c:v>
                </c:pt>
                <c:pt idx="483">
                  <c:v>112.87141763389498</c:v>
                </c:pt>
                <c:pt idx="484">
                  <c:v>113.19429638363883</c:v>
                </c:pt>
                <c:pt idx="485">
                  <c:v>114.97535234366366</c:v>
                </c:pt>
                <c:pt idx="486">
                  <c:v>114.40287369194336</c:v>
                </c:pt>
                <c:pt idx="487">
                  <c:v>115.31954257709762</c:v>
                </c:pt>
                <c:pt idx="488">
                  <c:v>117.51565709700718</c:v>
                </c:pt>
                <c:pt idx="489">
                  <c:v>117.70700785430101</c:v>
                </c:pt>
                <c:pt idx="490">
                  <c:v>118.20124460030681</c:v>
                </c:pt>
                <c:pt idx="491">
                  <c:v>118.49050788558652</c:v>
                </c:pt>
                <c:pt idx="492">
                  <c:v>118.34213966337239</c:v>
                </c:pt>
                <c:pt idx="493">
                  <c:v>119.65102678742812</c:v>
                </c:pt>
                <c:pt idx="494">
                  <c:v>118.55170953476404</c:v>
                </c:pt>
                <c:pt idx="495">
                  <c:v>117.73029704625773</c:v>
                </c:pt>
                <c:pt idx="496">
                  <c:v>118.83412276094423</c:v>
                </c:pt>
                <c:pt idx="497">
                  <c:v>120.07647179441672</c:v>
                </c:pt>
                <c:pt idx="498">
                  <c:v>119.07899675969033</c:v>
                </c:pt>
                <c:pt idx="499">
                  <c:v>121.12599550689828</c:v>
                </c:pt>
                <c:pt idx="500">
                  <c:v>122.53177997502961</c:v>
                </c:pt>
                <c:pt idx="501">
                  <c:v>124.22882937625469</c:v>
                </c:pt>
                <c:pt idx="502">
                  <c:v>126.29812167115922</c:v>
                </c:pt>
                <c:pt idx="503">
                  <c:v>124.26780442806808</c:v>
                </c:pt>
                <c:pt idx="504">
                  <c:v>124.41374279826658</c:v>
                </c:pt>
                <c:pt idx="505">
                  <c:v>123.00498551251428</c:v>
                </c:pt>
                <c:pt idx="506">
                  <c:v>124.95784834507251</c:v>
                </c:pt>
                <c:pt idx="507">
                  <c:v>126.10235650904585</c:v>
                </c:pt>
                <c:pt idx="508">
                  <c:v>125.06605095660385</c:v>
                </c:pt>
                <c:pt idx="509">
                  <c:v>125.83759255169497</c:v>
                </c:pt>
                <c:pt idx="510">
                  <c:v>122.9077663012352</c:v>
                </c:pt>
                <c:pt idx="511">
                  <c:v>122.28388007096895</c:v>
                </c:pt>
                <c:pt idx="512">
                  <c:v>122.55858962397589</c:v>
                </c:pt>
                <c:pt idx="513">
                  <c:v>123.14703430684987</c:v>
                </c:pt>
                <c:pt idx="514">
                  <c:v>119.94941704315922</c:v>
                </c:pt>
                <c:pt idx="515">
                  <c:v>117.42879831926797</c:v>
                </c:pt>
                <c:pt idx="516">
                  <c:v>119.12471920633946</c:v>
                </c:pt>
                <c:pt idx="517">
                  <c:v>119.57983511207213</c:v>
                </c:pt>
                <c:pt idx="518">
                  <c:v>119.26008384852086</c:v>
                </c:pt>
                <c:pt idx="519">
                  <c:v>121.75024554773917</c:v>
                </c:pt>
                <c:pt idx="520">
                  <c:v>120.09528804102821</c:v>
                </c:pt>
                <c:pt idx="521">
                  <c:v>121.91865836359723</c:v>
                </c:pt>
                <c:pt idx="522">
                  <c:v>123.77043660836627</c:v>
                </c:pt>
                <c:pt idx="523">
                  <c:v>123.48821221589185</c:v>
                </c:pt>
                <c:pt idx="524">
                  <c:v>116.69408759792279</c:v>
                </c:pt>
                <c:pt idx="525">
                  <c:v>117.44981010091195</c:v>
                </c:pt>
                <c:pt idx="526">
                  <c:v>119.75127292267693</c:v>
                </c:pt>
                <c:pt idx="527">
                  <c:v>116.37483484059629</c:v>
                </c:pt>
                <c:pt idx="528">
                  <c:v>117.78676777442206</c:v>
                </c:pt>
                <c:pt idx="529">
                  <c:v>118.45828539784219</c:v>
                </c:pt>
                <c:pt idx="530">
                  <c:v>118.99764838163571</c:v>
                </c:pt>
                <c:pt idx="531">
                  <c:v>124.0642107249481</c:v>
                </c:pt>
                <c:pt idx="532">
                  <c:v>125.46093919209193</c:v>
                </c:pt>
                <c:pt idx="533">
                  <c:v>125.0217271017292</c:v>
                </c:pt>
                <c:pt idx="534">
                  <c:v>126.11072353228627</c:v>
                </c:pt>
                <c:pt idx="535">
                  <c:v>125.8637961498297</c:v>
                </c:pt>
                <c:pt idx="536">
                  <c:v>126.78341718571637</c:v>
                </c:pt>
                <c:pt idx="537">
                  <c:v>128.01606601976442</c:v>
                </c:pt>
                <c:pt idx="538">
                  <c:v>130.55628605979214</c:v>
                </c:pt>
                <c:pt idx="539">
                  <c:v>131.5518183081976</c:v>
                </c:pt>
                <c:pt idx="540">
                  <c:v>130.8046313516183</c:v>
                </c:pt>
                <c:pt idx="541">
                  <c:v>128.98733235580303</c:v>
                </c:pt>
                <c:pt idx="542">
                  <c:v>130.69622882086492</c:v>
                </c:pt>
                <c:pt idx="543">
                  <c:v>133.14455595738963</c:v>
                </c:pt>
                <c:pt idx="544">
                  <c:v>134.04660719434673</c:v>
                </c:pt>
                <c:pt idx="545">
                  <c:v>133.54360467256913</c:v>
                </c:pt>
                <c:pt idx="546">
                  <c:v>134.46771051777861</c:v>
                </c:pt>
                <c:pt idx="547">
                  <c:v>136.05563460097309</c:v>
                </c:pt>
                <c:pt idx="548">
                  <c:v>136.11929007217844</c:v>
                </c:pt>
                <c:pt idx="549">
                  <c:v>136.93702835649154</c:v>
                </c:pt>
                <c:pt idx="550">
                  <c:v>137.34070315382937</c:v>
                </c:pt>
                <c:pt idx="551">
                  <c:v>137.53437801064038</c:v>
                </c:pt>
                <c:pt idx="552">
                  <c:v>136.7060196594793</c:v>
                </c:pt>
                <c:pt idx="553">
                  <c:v>137.66846434808809</c:v>
                </c:pt>
                <c:pt idx="554">
                  <c:v>139.50009947762987</c:v>
                </c:pt>
                <c:pt idx="555">
                  <c:v>140.19205174499987</c:v>
                </c:pt>
                <c:pt idx="556">
                  <c:v>142.8013171746183</c:v>
                </c:pt>
                <c:pt idx="557">
                  <c:v>143.50387895570347</c:v>
                </c:pt>
                <c:pt idx="558">
                  <c:v>143.55360870369876</c:v>
                </c:pt>
                <c:pt idx="559">
                  <c:v>144.3435729152566</c:v>
                </c:pt>
                <c:pt idx="560">
                  <c:v>143.45241024417356</c:v>
                </c:pt>
                <c:pt idx="561">
                  <c:v>143.92157318033628</c:v>
                </c:pt>
                <c:pt idx="562">
                  <c:v>142.99541880483488</c:v>
                </c:pt>
                <c:pt idx="563">
                  <c:v>141.54037378320268</c:v>
                </c:pt>
                <c:pt idx="564">
                  <c:v>139.51660633680086</c:v>
                </c:pt>
                <c:pt idx="565">
                  <c:v>140.40925095771505</c:v>
                </c:pt>
                <c:pt idx="566">
                  <c:v>141.18379480551911</c:v>
                </c:pt>
                <c:pt idx="567">
                  <c:v>139.98459053486968</c:v>
                </c:pt>
                <c:pt idx="568">
                  <c:v>140.29550446838866</c:v>
                </c:pt>
                <c:pt idx="569">
                  <c:v>141.16036552645835</c:v>
                </c:pt>
                <c:pt idx="570">
                  <c:v>141.63150204426145</c:v>
                </c:pt>
                <c:pt idx="571">
                  <c:v>141.39724206526921</c:v>
                </c:pt>
                <c:pt idx="572">
                  <c:v>141.46389153684748</c:v>
                </c:pt>
                <c:pt idx="573">
                  <c:v>142.31029348367898</c:v>
                </c:pt>
                <c:pt idx="574">
                  <c:v>143.83093845915877</c:v>
                </c:pt>
                <c:pt idx="575">
                  <c:v>144.96452337163441</c:v>
                </c:pt>
                <c:pt idx="576">
                  <c:v>144.12909080730688</c:v>
                </c:pt>
                <c:pt idx="577">
                  <c:v>144.21510075347351</c:v>
                </c:pt>
                <c:pt idx="578">
                  <c:v>144.2458407520208</c:v>
                </c:pt>
                <c:pt idx="579">
                  <c:v>145.13265342583972</c:v>
                </c:pt>
                <c:pt idx="580">
                  <c:v>146.3550966458055</c:v>
                </c:pt>
                <c:pt idx="581">
                  <c:v>147.81740737696396</c:v>
                </c:pt>
                <c:pt idx="582">
                  <c:v>148.31118967367559</c:v>
                </c:pt>
                <c:pt idx="583">
                  <c:v>149.82642675140337</c:v>
                </c:pt>
                <c:pt idx="584">
                  <c:v>151.26577600069825</c:v>
                </c:pt>
                <c:pt idx="585">
                  <c:v>150.98072509786203</c:v>
                </c:pt>
                <c:pt idx="586">
                  <c:v>148.71831023548359</c:v>
                </c:pt>
                <c:pt idx="587">
                  <c:v>151.89764535820723</c:v>
                </c:pt>
                <c:pt idx="588">
                  <c:v>151.08397417999461</c:v>
                </c:pt>
                <c:pt idx="589">
                  <c:v>151.42329396584353</c:v>
                </c:pt>
                <c:pt idx="590">
                  <c:v>151.48223782548934</c:v>
                </c:pt>
                <c:pt idx="591">
                  <c:v>150.69090034537936</c:v>
                </c:pt>
                <c:pt idx="592">
                  <c:v>152.37538149855899</c:v>
                </c:pt>
                <c:pt idx="593">
                  <c:v>154.18698466306415</c:v>
                </c:pt>
                <c:pt idx="594">
                  <c:v>154.03766034217648</c:v>
                </c:pt>
                <c:pt idx="595">
                  <c:v>152.78338632628405</c:v>
                </c:pt>
                <c:pt idx="596">
                  <c:v>151.67652900465339</c:v>
                </c:pt>
                <c:pt idx="597">
                  <c:v>151.89807739727411</c:v>
                </c:pt>
                <c:pt idx="598">
                  <c:v>150.44391624298444</c:v>
                </c:pt>
                <c:pt idx="599">
                  <c:v>146.66808895216175</c:v>
                </c:pt>
                <c:pt idx="600">
                  <c:v>145.5762225074875</c:v>
                </c:pt>
                <c:pt idx="601">
                  <c:v>148.9541044006705</c:v>
                </c:pt>
                <c:pt idx="602">
                  <c:v>148.33911190673513</c:v>
                </c:pt>
                <c:pt idx="603">
                  <c:v>147.17641214281562</c:v>
                </c:pt>
                <c:pt idx="604">
                  <c:v>146.81502266022153</c:v>
                </c:pt>
                <c:pt idx="605">
                  <c:v>146.41980767829978</c:v>
                </c:pt>
                <c:pt idx="606">
                  <c:v>143.00900962271879</c:v>
                </c:pt>
                <c:pt idx="607">
                  <c:v>140.64559527043255</c:v>
                </c:pt>
                <c:pt idx="608">
                  <c:v>143.72215443828389</c:v>
                </c:pt>
                <c:pt idx="609">
                  <c:v>144.54006147294635</c:v>
                </c:pt>
                <c:pt idx="610">
                  <c:v>149.84633651196299</c:v>
                </c:pt>
                <c:pt idx="611">
                  <c:v>152.50237509445355</c:v>
                </c:pt>
                <c:pt idx="612">
                  <c:v>154.08033568375043</c:v>
                </c:pt>
                <c:pt idx="613">
                  <c:v>154.70826181219891</c:v>
                </c:pt>
                <c:pt idx="614">
                  <c:v>156.39285136670404</c:v>
                </c:pt>
                <c:pt idx="615">
                  <c:v>155.56073370206218</c:v>
                </c:pt>
                <c:pt idx="616">
                  <c:v>155.78762117074461</c:v>
                </c:pt>
                <c:pt idx="617">
                  <c:v>156.71341015740663</c:v>
                </c:pt>
                <c:pt idx="618">
                  <c:v>157.55212804105881</c:v>
                </c:pt>
                <c:pt idx="619">
                  <c:v>158.150418732708</c:v>
                </c:pt>
                <c:pt idx="620">
                  <c:v>159.06432315569441</c:v>
                </c:pt>
                <c:pt idx="621">
                  <c:v>159.9036984385167</c:v>
                </c:pt>
                <c:pt idx="622">
                  <c:v>158.60899535117758</c:v>
                </c:pt>
                <c:pt idx="623">
                  <c:v>157.23506860762063</c:v>
                </c:pt>
                <c:pt idx="624">
                  <c:v>158.62489460821533</c:v>
                </c:pt>
                <c:pt idx="625">
                  <c:v>158.88486816131328</c:v>
                </c:pt>
                <c:pt idx="626">
                  <c:v>158.77207844448745</c:v>
                </c:pt>
                <c:pt idx="627">
                  <c:v>157.6682251448334</c:v>
                </c:pt>
                <c:pt idx="628">
                  <c:v>157.50047719406368</c:v>
                </c:pt>
                <c:pt idx="629">
                  <c:v>158.46105542889427</c:v>
                </c:pt>
                <c:pt idx="630">
                  <c:v>158.6513935075298</c:v>
                </c:pt>
                <c:pt idx="631">
                  <c:v>161.20132524715208</c:v>
                </c:pt>
                <c:pt idx="632">
                  <c:v>161.28558263491169</c:v>
                </c:pt>
                <c:pt idx="633">
                  <c:v>159.74071788732002</c:v>
                </c:pt>
                <c:pt idx="634">
                  <c:v>161.19162463800322</c:v>
                </c:pt>
                <c:pt idx="635">
                  <c:v>162.88902202154702</c:v>
                </c:pt>
                <c:pt idx="636">
                  <c:v>164.77282750279255</c:v>
                </c:pt>
                <c:pt idx="637">
                  <c:v>165.32598469519445</c:v>
                </c:pt>
                <c:pt idx="638">
                  <c:v>165.0492216302238</c:v>
                </c:pt>
                <c:pt idx="639">
                  <c:v>166.38265016738032</c:v>
                </c:pt>
                <c:pt idx="640">
                  <c:v>167.46620003477506</c:v>
                </c:pt>
                <c:pt idx="641">
                  <c:v>164.64320022087185</c:v>
                </c:pt>
                <c:pt idx="642">
                  <c:v>161.27445199232713</c:v>
                </c:pt>
                <c:pt idx="643">
                  <c:v>160.59546825899187</c:v>
                </c:pt>
                <c:pt idx="644">
                  <c:v>158.54620461767072</c:v>
                </c:pt>
                <c:pt idx="645">
                  <c:v>158.09842526284484</c:v>
                </c:pt>
                <c:pt idx="646">
                  <c:v>156.20855143529889</c:v>
                </c:pt>
                <c:pt idx="647">
                  <c:v>155.55726585697406</c:v>
                </c:pt>
                <c:pt idx="648">
                  <c:v>156.60005525839753</c:v>
                </c:pt>
                <c:pt idx="649">
                  <c:v>158.54796886200216</c:v>
                </c:pt>
                <c:pt idx="650">
                  <c:v>157.91697797309808</c:v>
                </c:pt>
                <c:pt idx="651">
                  <c:v>159.96367961175147</c:v>
                </c:pt>
                <c:pt idx="652">
                  <c:v>162.68374743530765</c:v>
                </c:pt>
                <c:pt idx="653">
                  <c:v>163.90270099644408</c:v>
                </c:pt>
                <c:pt idx="654">
                  <c:v>163.21084474162552</c:v>
                </c:pt>
                <c:pt idx="655">
                  <c:v>161.70169685269585</c:v>
                </c:pt>
                <c:pt idx="656">
                  <c:v>162.17927941109789</c:v>
                </c:pt>
                <c:pt idx="657">
                  <c:v>162.99021367195655</c:v>
                </c:pt>
                <c:pt idx="658">
                  <c:v>160.81488236894123</c:v>
                </c:pt>
                <c:pt idx="659">
                  <c:v>155.9218876235966</c:v>
                </c:pt>
                <c:pt idx="660">
                  <c:v>158.63604742836901</c:v>
                </c:pt>
                <c:pt idx="661">
                  <c:v>159.84163879336356</c:v>
                </c:pt>
                <c:pt idx="662">
                  <c:v>161.06870445263715</c:v>
                </c:pt>
                <c:pt idx="663">
                  <c:v>156.41311569094347</c:v>
                </c:pt>
                <c:pt idx="664">
                  <c:v>150.94498820217902</c:v>
                </c:pt>
                <c:pt idx="665">
                  <c:v>153.40560300440313</c:v>
                </c:pt>
                <c:pt idx="666">
                  <c:v>154.70686849782615</c:v>
                </c:pt>
                <c:pt idx="667">
                  <c:v>156.01038571297627</c:v>
                </c:pt>
                <c:pt idx="668">
                  <c:v>153.67369107771273</c:v>
                </c:pt>
                <c:pt idx="669">
                  <c:v>155.24124995234368</c:v>
                </c:pt>
                <c:pt idx="670">
                  <c:v>157.8253165984456</c:v>
                </c:pt>
                <c:pt idx="671">
                  <c:v>159.73250536979262</c:v>
                </c:pt>
                <c:pt idx="672">
                  <c:v>160.55195781386828</c:v>
                </c:pt>
                <c:pt idx="673">
                  <c:v>160.37001833522362</c:v>
                </c:pt>
                <c:pt idx="674">
                  <c:v>160.34489475190188</c:v>
                </c:pt>
                <c:pt idx="675">
                  <c:v>159.71637596279416</c:v>
                </c:pt>
                <c:pt idx="676">
                  <c:v>157.64938870505915</c:v>
                </c:pt>
                <c:pt idx="677">
                  <c:v>153.89691821899532</c:v>
                </c:pt>
                <c:pt idx="678">
                  <c:v>148.04918768282752</c:v>
                </c:pt>
                <c:pt idx="679">
                  <c:v>153.92203936398269</c:v>
                </c:pt>
                <c:pt idx="680">
                  <c:v>155.07264194816497</c:v>
                </c:pt>
                <c:pt idx="681">
                  <c:v>155.38995098380281</c:v>
                </c:pt>
                <c:pt idx="682">
                  <c:v>157.80049913066418</c:v>
                </c:pt>
                <c:pt idx="683">
                  <c:v>158.72526915795106</c:v>
                </c:pt>
                <c:pt idx="684">
                  <c:v>159.10761225269485</c:v>
                </c:pt>
                <c:pt idx="685">
                  <c:v>161.35593258178642</c:v>
                </c:pt>
                <c:pt idx="686">
                  <c:v>166.0244806492085</c:v>
                </c:pt>
                <c:pt idx="687">
                  <c:v>165.9747437307895</c:v>
                </c:pt>
                <c:pt idx="688">
                  <c:v>165.75593983499536</c:v>
                </c:pt>
                <c:pt idx="689">
                  <c:v>166.19766693750816</c:v>
                </c:pt>
                <c:pt idx="690">
                  <c:v>167.14650740211127</c:v>
                </c:pt>
                <c:pt idx="691">
                  <c:v>169.58678105171802</c:v>
                </c:pt>
                <c:pt idx="692">
                  <c:v>170.2127070938194</c:v>
                </c:pt>
                <c:pt idx="693">
                  <c:v>171.55867748979244</c:v>
                </c:pt>
                <c:pt idx="694">
                  <c:v>172.75543918203792</c:v>
                </c:pt>
                <c:pt idx="695">
                  <c:v>173.62175261219966</c:v>
                </c:pt>
                <c:pt idx="696">
                  <c:v>174.66046539389657</c:v>
                </c:pt>
                <c:pt idx="697">
                  <c:v>169.7072853311939</c:v>
                </c:pt>
                <c:pt idx="698">
                  <c:v>169.31046636204746</c:v>
                </c:pt>
                <c:pt idx="699">
                  <c:v>169.76545417828299</c:v>
                </c:pt>
                <c:pt idx="700">
                  <c:v>165.50644798215259</c:v>
                </c:pt>
                <c:pt idx="701">
                  <c:v>157.49658316325787</c:v>
                </c:pt>
                <c:pt idx="702">
                  <c:v>156.51007707829146</c:v>
                </c:pt>
                <c:pt idx="703">
                  <c:v>158.45805696472669</c:v>
                </c:pt>
                <c:pt idx="704">
                  <c:v>160.21925391940525</c:v>
                </c:pt>
                <c:pt idx="705">
                  <c:v>162.07176527739634</c:v>
                </c:pt>
                <c:pt idx="706">
                  <c:v>163.7339147360187</c:v>
                </c:pt>
                <c:pt idx="707">
                  <c:v>163.12293772140831</c:v>
                </c:pt>
                <c:pt idx="708">
                  <c:v>161.91354583220374</c:v>
                </c:pt>
                <c:pt idx="709">
                  <c:v>157.06681139999444</c:v>
                </c:pt>
                <c:pt idx="710">
                  <c:v>157.44215858047349</c:v>
                </c:pt>
                <c:pt idx="711">
                  <c:v>157.92521874209811</c:v>
                </c:pt>
                <c:pt idx="712">
                  <c:v>153.32935551568545</c:v>
                </c:pt>
                <c:pt idx="713">
                  <c:v>146.1394333191628</c:v>
                </c:pt>
                <c:pt idx="714">
                  <c:v>149.59201540517807</c:v>
                </c:pt>
                <c:pt idx="715">
                  <c:v>151.84126373676403</c:v>
                </c:pt>
                <c:pt idx="716">
                  <c:v>150.25661940408853</c:v>
                </c:pt>
                <c:pt idx="717">
                  <c:v>148.9889402578176</c:v>
                </c:pt>
                <c:pt idx="718">
                  <c:v>144.91703785856538</c:v>
                </c:pt>
                <c:pt idx="719">
                  <c:v>142.02350129274089</c:v>
                </c:pt>
                <c:pt idx="720">
                  <c:v>144.169639274882</c:v>
                </c:pt>
                <c:pt idx="721">
                  <c:v>134.02151536394825</c:v>
                </c:pt>
                <c:pt idx="722">
                  <c:v>140.45950153342406</c:v>
                </c:pt>
                <c:pt idx="723">
                  <c:v>141.1786446259589</c:v>
                </c:pt>
                <c:pt idx="724">
                  <c:v>141.69255849971003</c:v>
                </c:pt>
                <c:pt idx="725">
                  <c:v>138.41633891298625</c:v>
                </c:pt>
                <c:pt idx="726">
                  <c:v>134.17797457270555</c:v>
                </c:pt>
                <c:pt idx="727">
                  <c:v>136.27830134363808</c:v>
                </c:pt>
                <c:pt idx="728">
                  <c:v>139.56792230492513</c:v>
                </c:pt>
                <c:pt idx="729">
                  <c:v>142.89702924218523</c:v>
                </c:pt>
                <c:pt idx="730">
                  <c:v>143.59812319243846</c:v>
                </c:pt>
                <c:pt idx="731">
                  <c:v>143.58393396203476</c:v>
                </c:pt>
                <c:pt idx="732">
                  <c:v>141.77993844478024</c:v>
                </c:pt>
                <c:pt idx="733">
                  <c:v>143.70365192497917</c:v>
                </c:pt>
                <c:pt idx="734">
                  <c:v>146.34202283740765</c:v>
                </c:pt>
                <c:pt idx="735">
                  <c:v>146.16056201349843</c:v>
                </c:pt>
                <c:pt idx="736">
                  <c:v>146.23108712218573</c:v>
                </c:pt>
                <c:pt idx="737">
                  <c:v>146.56973511304051</c:v>
                </c:pt>
                <c:pt idx="738">
                  <c:v>146.15565882678186</c:v>
                </c:pt>
                <c:pt idx="739">
                  <c:v>144.94398971241895</c:v>
                </c:pt>
                <c:pt idx="740">
                  <c:v>145.98252747998745</c:v>
                </c:pt>
                <c:pt idx="741">
                  <c:v>147.80052914659211</c:v>
                </c:pt>
                <c:pt idx="742">
                  <c:v>148.7495069798338</c:v>
                </c:pt>
                <c:pt idx="743">
                  <c:v>151.24380787964779</c:v>
                </c:pt>
                <c:pt idx="744">
                  <c:v>153.69962676033228</c:v>
                </c:pt>
                <c:pt idx="745">
                  <c:v>155.61520788668156</c:v>
                </c:pt>
                <c:pt idx="746">
                  <c:v>154.71943170476183</c:v>
                </c:pt>
                <c:pt idx="747">
                  <c:v>155.36347308436592</c:v>
                </c:pt>
                <c:pt idx="748">
                  <c:v>154.90026059824885</c:v>
                </c:pt>
                <c:pt idx="749">
                  <c:v>152.1448308730277</c:v>
                </c:pt>
                <c:pt idx="750">
                  <c:v>152.21162703027693</c:v>
                </c:pt>
                <c:pt idx="751">
                  <c:v>150.01489824697282</c:v>
                </c:pt>
                <c:pt idx="752">
                  <c:v>149.8760919455149</c:v>
                </c:pt>
                <c:pt idx="753">
                  <c:v>149.16363639392156</c:v>
                </c:pt>
                <c:pt idx="754">
                  <c:v>144.78425961512639</c:v>
                </c:pt>
                <c:pt idx="755">
                  <c:v>146.80731058113841</c:v>
                </c:pt>
                <c:pt idx="756">
                  <c:v>145.7627291693521</c:v>
                </c:pt>
                <c:pt idx="757">
                  <c:v>146.34073985910396</c:v>
                </c:pt>
                <c:pt idx="758">
                  <c:v>145.01347623024103</c:v>
                </c:pt>
                <c:pt idx="759">
                  <c:v>143.05280936767582</c:v>
                </c:pt>
                <c:pt idx="760">
                  <c:v>139.59521306361299</c:v>
                </c:pt>
                <c:pt idx="761">
                  <c:v>139.26472328611544</c:v>
                </c:pt>
                <c:pt idx="762">
                  <c:v>134.57948038203136</c:v>
                </c:pt>
                <c:pt idx="763">
                  <c:v>127.76413510438472</c:v>
                </c:pt>
                <c:pt idx="764">
                  <c:v>124.19034673951309</c:v>
                </c:pt>
                <c:pt idx="765">
                  <c:v>121.35792873875599</c:v>
                </c:pt>
                <c:pt idx="766">
                  <c:v>122.8722363178436</c:v>
                </c:pt>
                <c:pt idx="767">
                  <c:v>124.24948816950752</c:v>
                </c:pt>
                <c:pt idx="768">
                  <c:v>127.92762901457827</c:v>
                </c:pt>
                <c:pt idx="769">
                  <c:v>127.56119505433335</c:v>
                </c:pt>
                <c:pt idx="770">
                  <c:v>123.93398138069668</c:v>
                </c:pt>
                <c:pt idx="771">
                  <c:v>126.21449834866853</c:v>
                </c:pt>
                <c:pt idx="772">
                  <c:v>124.54583095913587</c:v>
                </c:pt>
                <c:pt idx="773">
                  <c:v>120.42129578259943</c:v>
                </c:pt>
                <c:pt idx="774">
                  <c:v>121.16957634462385</c:v>
                </c:pt>
                <c:pt idx="775">
                  <c:v>122.77097880391537</c:v>
                </c:pt>
                <c:pt idx="776">
                  <c:v>126.55398424209679</c:v>
                </c:pt>
                <c:pt idx="777">
                  <c:v>128.11182534816086</c:v>
                </c:pt>
                <c:pt idx="778">
                  <c:v>128.64466115414271</c:v>
                </c:pt>
                <c:pt idx="779">
                  <c:v>129.37962414517185</c:v>
                </c:pt>
                <c:pt idx="780">
                  <c:v>128.24312465688865</c:v>
                </c:pt>
                <c:pt idx="781">
                  <c:v>126.81098277737391</c:v>
                </c:pt>
                <c:pt idx="782">
                  <c:v>125.97884558510354</c:v>
                </c:pt>
                <c:pt idx="783">
                  <c:v>125.60424962049341</c:v>
                </c:pt>
                <c:pt idx="784">
                  <c:v>125.77175786645223</c:v>
                </c:pt>
                <c:pt idx="785">
                  <c:v>124.30635897044876</c:v>
                </c:pt>
                <c:pt idx="786">
                  <c:v>119.01810792446867</c:v>
                </c:pt>
                <c:pt idx="787">
                  <c:v>118.53022187302224</c:v>
                </c:pt>
                <c:pt idx="788">
                  <c:v>119.12438969532174</c:v>
                </c:pt>
                <c:pt idx="789">
                  <c:v>115.03280449003012</c:v>
                </c:pt>
                <c:pt idx="790">
                  <c:v>114.10612976528446</c:v>
                </c:pt>
                <c:pt idx="791">
                  <c:v>110.45387572398855</c:v>
                </c:pt>
                <c:pt idx="792">
                  <c:v>114.23270297322783</c:v>
                </c:pt>
                <c:pt idx="793">
                  <c:v>112.43870435481639</c:v>
                </c:pt>
                <c:pt idx="794">
                  <c:v>113.83451878755277</c:v>
                </c:pt>
                <c:pt idx="795">
                  <c:v>115.74010721975375</c:v>
                </c:pt>
                <c:pt idx="796">
                  <c:v>118.16256307551247</c:v>
                </c:pt>
                <c:pt idx="797">
                  <c:v>117.14972789924386</c:v>
                </c:pt>
                <c:pt idx="798">
                  <c:v>116.13227090427553</c:v>
                </c:pt>
                <c:pt idx="799">
                  <c:v>115.59118517309069</c:v>
                </c:pt>
                <c:pt idx="800">
                  <c:v>115.81048013487411</c:v>
                </c:pt>
                <c:pt idx="801">
                  <c:v>116.55636216628226</c:v>
                </c:pt>
                <c:pt idx="802">
                  <c:v>116.50119873357814</c:v>
                </c:pt>
                <c:pt idx="803">
                  <c:v>116.70379088096387</c:v>
                </c:pt>
                <c:pt idx="804">
                  <c:v>119.00385945081</c:v>
                </c:pt>
                <c:pt idx="805">
                  <c:v>119.02584574173341</c:v>
                </c:pt>
                <c:pt idx="806">
                  <c:v>119.90937537451045</c:v>
                </c:pt>
                <c:pt idx="807">
                  <c:v>119.06268199767378</c:v>
                </c:pt>
                <c:pt idx="808">
                  <c:v>119.29658166542504</c:v>
                </c:pt>
                <c:pt idx="809">
                  <c:v>117.62145039256784</c:v>
                </c:pt>
                <c:pt idx="810">
                  <c:v>118.02255405389481</c:v>
                </c:pt>
                <c:pt idx="811">
                  <c:v>121.00269322593081</c:v>
                </c:pt>
                <c:pt idx="812">
                  <c:v>121.93813356098789</c:v>
                </c:pt>
                <c:pt idx="813">
                  <c:v>122.87323636889028</c:v>
                </c:pt>
                <c:pt idx="814">
                  <c:v>123.43279674235355</c:v>
                </c:pt>
                <c:pt idx="815">
                  <c:v>122.81240061902031</c:v>
                </c:pt>
                <c:pt idx="816">
                  <c:v>121.07084218074969</c:v>
                </c:pt>
                <c:pt idx="817">
                  <c:v>120.92184668626285</c:v>
                </c:pt>
                <c:pt idx="818">
                  <c:v>122.1895668500769</c:v>
                </c:pt>
                <c:pt idx="819">
                  <c:v>124.77149179021747</c:v>
                </c:pt>
                <c:pt idx="820">
                  <c:v>127.42568738045173</c:v>
                </c:pt>
                <c:pt idx="821">
                  <c:v>129.24395419021172</c:v>
                </c:pt>
                <c:pt idx="822">
                  <c:v>128.23805030560374</c:v>
                </c:pt>
                <c:pt idx="823">
                  <c:v>126.64702559456177</c:v>
                </c:pt>
                <c:pt idx="824">
                  <c:v>127.25660551753515</c:v>
                </c:pt>
                <c:pt idx="825">
                  <c:v>126.94641370083436</c:v>
                </c:pt>
                <c:pt idx="826">
                  <c:v>126.61869765532909</c:v>
                </c:pt>
                <c:pt idx="827">
                  <c:v>127.72649628062926</c:v>
                </c:pt>
                <c:pt idx="828">
                  <c:v>128.94592804810426</c:v>
                </c:pt>
                <c:pt idx="829">
                  <c:v>130.01635392094812</c:v>
                </c:pt>
                <c:pt idx="830">
                  <c:v>125.86446222410308</c:v>
                </c:pt>
                <c:pt idx="831">
                  <c:v>127.26849657232692</c:v>
                </c:pt>
                <c:pt idx="832">
                  <c:v>128.46761122919639</c:v>
                </c:pt>
                <c:pt idx="833">
                  <c:v>128.91602382045366</c:v>
                </c:pt>
                <c:pt idx="834">
                  <c:v>129.7607364406154</c:v>
                </c:pt>
                <c:pt idx="835">
                  <c:v>128.19269664476528</c:v>
                </c:pt>
                <c:pt idx="836">
                  <c:v>130.41270698795074</c:v>
                </c:pt>
                <c:pt idx="837">
                  <c:v>131.1028568777553</c:v>
                </c:pt>
                <c:pt idx="838">
                  <c:v>130.2329472932382</c:v>
                </c:pt>
                <c:pt idx="839">
                  <c:v>131.78146139298624</c:v>
                </c:pt>
                <c:pt idx="840">
                  <c:v>132.97869354907124</c:v>
                </c:pt>
                <c:pt idx="841">
                  <c:v>134.6734350126741</c:v>
                </c:pt>
                <c:pt idx="842">
                  <c:v>134.81536814346717</c:v>
                </c:pt>
                <c:pt idx="843">
                  <c:v>136.53459365085118</c:v>
                </c:pt>
                <c:pt idx="844">
                  <c:v>137.80810355023462</c:v>
                </c:pt>
                <c:pt idx="845">
                  <c:v>136.80914888080156</c:v>
                </c:pt>
                <c:pt idx="846">
                  <c:v>136.78655158644307</c:v>
                </c:pt>
                <c:pt idx="847">
                  <c:v>132.89193860440014</c:v>
                </c:pt>
                <c:pt idx="848">
                  <c:v>131.8901307031513</c:v>
                </c:pt>
                <c:pt idx="849">
                  <c:v>133.33256459431507</c:v>
                </c:pt>
                <c:pt idx="850">
                  <c:v>131.55881040256483</c:v>
                </c:pt>
                <c:pt idx="851">
                  <c:v>131.03139462278907</c:v>
                </c:pt>
                <c:pt idx="852">
                  <c:v>128.04943410696862</c:v>
                </c:pt>
                <c:pt idx="853">
                  <c:v>122.68576621090325</c:v>
                </c:pt>
                <c:pt idx="854">
                  <c:v>123.30256897633738</c:v>
                </c:pt>
                <c:pt idx="855">
                  <c:v>121.84204278607237</c:v>
                </c:pt>
                <c:pt idx="856">
                  <c:v>122.66757583297679</c:v>
                </c:pt>
                <c:pt idx="857">
                  <c:v>125.09501790494792</c:v>
                </c:pt>
                <c:pt idx="858">
                  <c:v>123.9768915296313</c:v>
                </c:pt>
                <c:pt idx="859">
                  <c:v>126.64988387505853</c:v>
                </c:pt>
                <c:pt idx="860">
                  <c:v>127.79051058465885</c:v>
                </c:pt>
                <c:pt idx="861">
                  <c:v>127.01132844023128</c:v>
                </c:pt>
                <c:pt idx="862">
                  <c:v>126.42781142971205</c:v>
                </c:pt>
                <c:pt idx="863">
                  <c:v>125.51859541724745</c:v>
                </c:pt>
                <c:pt idx="864">
                  <c:v>124.65233274846206</c:v>
                </c:pt>
                <c:pt idx="865">
                  <c:v>124.83164503340043</c:v>
                </c:pt>
                <c:pt idx="866">
                  <c:v>125.36573413335206</c:v>
                </c:pt>
                <c:pt idx="867">
                  <c:v>126.58600393292767</c:v>
                </c:pt>
                <c:pt idx="868">
                  <c:v>126.65800089386433</c:v>
                </c:pt>
                <c:pt idx="869">
                  <c:v>125.53642845268372</c:v>
                </c:pt>
                <c:pt idx="870">
                  <c:v>125.87828702418187</c:v>
                </c:pt>
                <c:pt idx="871">
                  <c:v>127.04598792054232</c:v>
                </c:pt>
                <c:pt idx="872">
                  <c:v>127.03197580443268</c:v>
                </c:pt>
                <c:pt idx="873">
                  <c:v>128.13729026651984</c:v>
                </c:pt>
                <c:pt idx="874">
                  <c:v>127.02148222019905</c:v>
                </c:pt>
                <c:pt idx="875">
                  <c:v>126.58248714769812</c:v>
                </c:pt>
                <c:pt idx="876">
                  <c:v>126.70786266322345</c:v>
                </c:pt>
                <c:pt idx="877">
                  <c:v>127.72449465221402</c:v>
                </c:pt>
                <c:pt idx="878">
                  <c:v>129.27715712855144</c:v>
                </c:pt>
                <c:pt idx="879">
                  <c:v>129.71058086379122</c:v>
                </c:pt>
                <c:pt idx="880">
                  <c:v>127.802272642403</c:v>
                </c:pt>
                <c:pt idx="881">
                  <c:v>130.0279452889028</c:v>
                </c:pt>
                <c:pt idx="882">
                  <c:v>129.71554552962183</c:v>
                </c:pt>
                <c:pt idx="883">
                  <c:v>128.81270637586306</c:v>
                </c:pt>
                <c:pt idx="884">
                  <c:v>127.90487688456658</c:v>
                </c:pt>
                <c:pt idx="885">
                  <c:v>127.14462434886993</c:v>
                </c:pt>
                <c:pt idx="886">
                  <c:v>127.33488905914912</c:v>
                </c:pt>
                <c:pt idx="887">
                  <c:v>127.3702581105464</c:v>
                </c:pt>
                <c:pt idx="888">
                  <c:v>127.98581814992144</c:v>
                </c:pt>
                <c:pt idx="889">
                  <c:v>128.63754703311551</c:v>
                </c:pt>
                <c:pt idx="890">
                  <c:v>130.07768958047748</c:v>
                </c:pt>
                <c:pt idx="891">
                  <c:v>131.78216654130108</c:v>
                </c:pt>
                <c:pt idx="892">
                  <c:v>131.12128225191293</c:v>
                </c:pt>
                <c:pt idx="893">
                  <c:v>132.10069327848257</c:v>
                </c:pt>
                <c:pt idx="894">
                  <c:v>133.40356902634304</c:v>
                </c:pt>
                <c:pt idx="895">
                  <c:v>134.16696496902546</c:v>
                </c:pt>
                <c:pt idx="896">
                  <c:v>134.06949410655321</c:v>
                </c:pt>
                <c:pt idx="897">
                  <c:v>132.72249882640239</c:v>
                </c:pt>
                <c:pt idx="898">
                  <c:v>131.52700312269349</c:v>
                </c:pt>
                <c:pt idx="899">
                  <c:v>132.37137410219688</c:v>
                </c:pt>
                <c:pt idx="900">
                  <c:v>131.03222497451912</c:v>
                </c:pt>
                <c:pt idx="901">
                  <c:v>131.06297742915817</c:v>
                </c:pt>
                <c:pt idx="902">
                  <c:v>131.50854398535304</c:v>
                </c:pt>
                <c:pt idx="903">
                  <c:v>132.75958930878804</c:v>
                </c:pt>
                <c:pt idx="904">
                  <c:v>132.05724384768735</c:v>
                </c:pt>
                <c:pt idx="905">
                  <c:v>130.69269367377527</c:v>
                </c:pt>
                <c:pt idx="906">
                  <c:v>131.582627399308</c:v>
                </c:pt>
                <c:pt idx="907">
                  <c:v>130.77302137077879</c:v>
                </c:pt>
                <c:pt idx="908">
                  <c:v>127.86351170072862</c:v>
                </c:pt>
                <c:pt idx="909">
                  <c:v>125.96450978018055</c:v>
                </c:pt>
                <c:pt idx="910">
                  <c:v>119.72765644545919</c:v>
                </c:pt>
                <c:pt idx="911">
                  <c:v>124.29182066332166</c:v>
                </c:pt>
                <c:pt idx="912">
                  <c:v>125.76779092317601</c:v>
                </c:pt>
                <c:pt idx="913">
                  <c:v>125.68043225938605</c:v>
                </c:pt>
                <c:pt idx="914">
                  <c:v>125.939248599122</c:v>
                </c:pt>
                <c:pt idx="915">
                  <c:v>126.88259178198827</c:v>
                </c:pt>
                <c:pt idx="916">
                  <c:v>127.7600900018487</c:v>
                </c:pt>
                <c:pt idx="917">
                  <c:v>128.24322263198246</c:v>
                </c:pt>
                <c:pt idx="918">
                  <c:v>126.83432083109049</c:v>
                </c:pt>
                <c:pt idx="919">
                  <c:v>127.19690781627644</c:v>
                </c:pt>
                <c:pt idx="920">
                  <c:v>126.25756434576193</c:v>
                </c:pt>
                <c:pt idx="921">
                  <c:v>127.37049802087391</c:v>
                </c:pt>
                <c:pt idx="922">
                  <c:v>126.85879391776967</c:v>
                </c:pt>
                <c:pt idx="923">
                  <c:v>127.58723158640569</c:v>
                </c:pt>
                <c:pt idx="924">
                  <c:v>127.56190405147845</c:v>
                </c:pt>
                <c:pt idx="925">
                  <c:v>128.38192743482077</c:v>
                </c:pt>
                <c:pt idx="926">
                  <c:v>128.2923651281985</c:v>
                </c:pt>
                <c:pt idx="927">
                  <c:v>127.7068672769183</c:v>
                </c:pt>
                <c:pt idx="928">
                  <c:v>127.97933034335533</c:v>
                </c:pt>
                <c:pt idx="929">
                  <c:v>127.80844047708432</c:v>
                </c:pt>
                <c:pt idx="930">
                  <c:v>127.17832629390168</c:v>
                </c:pt>
                <c:pt idx="931">
                  <c:v>126.20109923047883</c:v>
                </c:pt>
                <c:pt idx="932">
                  <c:v>124.70541498499971</c:v>
                </c:pt>
                <c:pt idx="933">
                  <c:v>122.46870569811564</c:v>
                </c:pt>
                <c:pt idx="934">
                  <c:v>122.17429334016082</c:v>
                </c:pt>
                <c:pt idx="935">
                  <c:v>125.60200023557587</c:v>
                </c:pt>
                <c:pt idx="936">
                  <c:v>123.9932891692809</c:v>
                </c:pt>
                <c:pt idx="937">
                  <c:v>124.56793331228457</c:v>
                </c:pt>
                <c:pt idx="938">
                  <c:v>123.71957086954758</c:v>
                </c:pt>
                <c:pt idx="939">
                  <c:v>124.04926643577831</c:v>
                </c:pt>
                <c:pt idx="940">
                  <c:v>122.81415508907642</c:v>
                </c:pt>
                <c:pt idx="941">
                  <c:v>123.88159620782213</c:v>
                </c:pt>
                <c:pt idx="942">
                  <c:v>123.9277036913044</c:v>
                </c:pt>
                <c:pt idx="943">
                  <c:v>124.64689624156088</c:v>
                </c:pt>
                <c:pt idx="944">
                  <c:v>122.64975555128881</c:v>
                </c:pt>
                <c:pt idx="945">
                  <c:v>122.1444599508317</c:v>
                </c:pt>
                <c:pt idx="946">
                  <c:v>122.29669340033823</c:v>
                </c:pt>
                <c:pt idx="947">
                  <c:v>123.83461339564809</c:v>
                </c:pt>
                <c:pt idx="948">
                  <c:v>122.88077264431953</c:v>
                </c:pt>
                <c:pt idx="949">
                  <c:v>122.45866785113621</c:v>
                </c:pt>
                <c:pt idx="950">
                  <c:v>122.09538489140418</c:v>
                </c:pt>
                <c:pt idx="951">
                  <c:v>120.57592991165956</c:v>
                </c:pt>
                <c:pt idx="952">
                  <c:v>120.59992296210301</c:v>
                </c:pt>
                <c:pt idx="953">
                  <c:v>120.42149383377691</c:v>
                </c:pt>
                <c:pt idx="954">
                  <c:v>118.82339637387952</c:v>
                </c:pt>
                <c:pt idx="955">
                  <c:v>119.6461820846705</c:v>
                </c:pt>
                <c:pt idx="956">
                  <c:v>121.2280861243791</c:v>
                </c:pt>
                <c:pt idx="957">
                  <c:v>122.64031981775997</c:v>
                </c:pt>
                <c:pt idx="958">
                  <c:v>124.80422710559985</c:v>
                </c:pt>
                <c:pt idx="959">
                  <c:v>124.54483635040695</c:v>
                </c:pt>
                <c:pt idx="960">
                  <c:v>124.13204575732955</c:v>
                </c:pt>
                <c:pt idx="961">
                  <c:v>122.87655128245081</c:v>
                </c:pt>
                <c:pt idx="962">
                  <c:v>120.27911708481146</c:v>
                </c:pt>
                <c:pt idx="963">
                  <c:v>118.63539713191989</c:v>
                </c:pt>
                <c:pt idx="964">
                  <c:v>118.92783113837991</c:v>
                </c:pt>
                <c:pt idx="965">
                  <c:v>118.03450846101305</c:v>
                </c:pt>
                <c:pt idx="966">
                  <c:v>117.94400528640422</c:v>
                </c:pt>
                <c:pt idx="967">
                  <c:v>118.46458835411205</c:v>
                </c:pt>
                <c:pt idx="968">
                  <c:v>119.1101648201565</c:v>
                </c:pt>
                <c:pt idx="969">
                  <c:v>119.35385734194008</c:v>
                </c:pt>
                <c:pt idx="970">
                  <c:v>117.24760508289697</c:v>
                </c:pt>
                <c:pt idx="971">
                  <c:v>114.36735955613256</c:v>
                </c:pt>
                <c:pt idx="972">
                  <c:v>116.13126938102758</c:v>
                </c:pt>
                <c:pt idx="973">
                  <c:v>118.84160607033883</c:v>
                </c:pt>
                <c:pt idx="974">
                  <c:v>119.98498838098273</c:v>
                </c:pt>
                <c:pt idx="975">
                  <c:v>121.67088694185934</c:v>
                </c:pt>
                <c:pt idx="976">
                  <c:v>121.90584498691446</c:v>
                </c:pt>
                <c:pt idx="977">
                  <c:v>122.57865970676646</c:v>
                </c:pt>
                <c:pt idx="978">
                  <c:v>123.07169642473812</c:v>
                </c:pt>
                <c:pt idx="979">
                  <c:v>123.69767539948879</c:v>
                </c:pt>
                <c:pt idx="980">
                  <c:v>123.50615838801978</c:v>
                </c:pt>
                <c:pt idx="981">
                  <c:v>123.6264223662141</c:v>
                </c:pt>
                <c:pt idx="982">
                  <c:v>123.22616048379167</c:v>
                </c:pt>
                <c:pt idx="983">
                  <c:v>124.11494511703791</c:v>
                </c:pt>
                <c:pt idx="984">
                  <c:v>124.97428943175107</c:v>
                </c:pt>
                <c:pt idx="985">
                  <c:v>125.52281680244811</c:v>
                </c:pt>
                <c:pt idx="986">
                  <c:v>126.93542798127136</c:v>
                </c:pt>
                <c:pt idx="987">
                  <c:v>127.79070775679281</c:v>
                </c:pt>
                <c:pt idx="988">
                  <c:v>128.70204640933864</c:v>
                </c:pt>
                <c:pt idx="989">
                  <c:v>129.67952213609584</c:v>
                </c:pt>
                <c:pt idx="990">
                  <c:v>128.62131037367516</c:v>
                </c:pt>
                <c:pt idx="991">
                  <c:v>129.78409469076595</c:v>
                </c:pt>
                <c:pt idx="992">
                  <c:v>129.47863518339102</c:v>
                </c:pt>
                <c:pt idx="993">
                  <c:v>130.13193820774205</c:v>
                </c:pt>
                <c:pt idx="994">
                  <c:v>128.97601674920801</c:v>
                </c:pt>
                <c:pt idx="995">
                  <c:v>129.82899479768213</c:v>
                </c:pt>
                <c:pt idx="996">
                  <c:v>129.82474188046319</c:v>
                </c:pt>
                <c:pt idx="997">
                  <c:v>130.35619321031095</c:v>
                </c:pt>
                <c:pt idx="998">
                  <c:v>129.56200954280482</c:v>
                </c:pt>
                <c:pt idx="999">
                  <c:v>129.23847642145179</c:v>
                </c:pt>
                <c:pt idx="1000">
                  <c:v>129.79670749104781</c:v>
                </c:pt>
                <c:pt idx="1001">
                  <c:v>129.82485878827512</c:v>
                </c:pt>
                <c:pt idx="1002">
                  <c:v>129.95821660321161</c:v>
                </c:pt>
                <c:pt idx="1003">
                  <c:v>130.02746183570451</c:v>
                </c:pt>
                <c:pt idx="1004">
                  <c:v>130.76410407475302</c:v>
                </c:pt>
                <c:pt idx="1005">
                  <c:v>131.15336070773219</c:v>
                </c:pt>
                <c:pt idx="1006">
                  <c:v>131.41294410208812</c:v>
                </c:pt>
                <c:pt idx="1007">
                  <c:v>132.85835455047581</c:v>
                </c:pt>
                <c:pt idx="1008">
                  <c:v>134.57415617716623</c:v>
                </c:pt>
                <c:pt idx="1009">
                  <c:v>135.48022395428004</c:v>
                </c:pt>
                <c:pt idx="1010">
                  <c:v>135.54476026079766</c:v>
                </c:pt>
                <c:pt idx="1011">
                  <c:v>136.17656676654968</c:v>
                </c:pt>
                <c:pt idx="1012">
                  <c:v>138.18767869971472</c:v>
                </c:pt>
                <c:pt idx="1013">
                  <c:v>136.7996343966546</c:v>
                </c:pt>
                <c:pt idx="1014">
                  <c:v>136.63673563256</c:v>
                </c:pt>
                <c:pt idx="1015">
                  <c:v>139.10519787187292</c:v>
                </c:pt>
                <c:pt idx="1016">
                  <c:v>139.40729783878746</c:v>
                </c:pt>
                <c:pt idx="1017">
                  <c:v>139.81740328648067</c:v>
                </c:pt>
                <c:pt idx="1018">
                  <c:v>141.72603836567998</c:v>
                </c:pt>
                <c:pt idx="1019">
                  <c:v>142.10408882880336</c:v>
                </c:pt>
                <c:pt idx="1020">
                  <c:v>142.43420548454654</c:v>
                </c:pt>
                <c:pt idx="1021">
                  <c:v>142.56540993244505</c:v>
                </c:pt>
                <c:pt idx="1022">
                  <c:v>141.79136986718021</c:v>
                </c:pt>
                <c:pt idx="1023">
                  <c:v>139.90372969650841</c:v>
                </c:pt>
                <c:pt idx="1024">
                  <c:v>140.90362509066313</c:v>
                </c:pt>
                <c:pt idx="1025">
                  <c:v>141.76467793777499</c:v>
                </c:pt>
                <c:pt idx="1026">
                  <c:v>144.61875700540517</c:v>
                </c:pt>
                <c:pt idx="1027">
                  <c:v>144.97403382236888</c:v>
                </c:pt>
                <c:pt idx="1028">
                  <c:v>145.68777002131765</c:v>
                </c:pt>
                <c:pt idx="1029">
                  <c:v>146.33364148129419</c:v>
                </c:pt>
                <c:pt idx="1030">
                  <c:v>145.30640980639279</c:v>
                </c:pt>
                <c:pt idx="1031">
                  <c:v>144.54065426627935</c:v>
                </c:pt>
                <c:pt idx="1032">
                  <c:v>146.86658871034152</c:v>
                </c:pt>
                <c:pt idx="1033">
                  <c:v>148.10736473225532</c:v>
                </c:pt>
                <c:pt idx="1034">
                  <c:v>146.91407460424759</c:v>
                </c:pt>
                <c:pt idx="1035">
                  <c:v>149.02620244191212</c:v>
                </c:pt>
                <c:pt idx="1036">
                  <c:v>150.2644394308054</c:v>
                </c:pt>
                <c:pt idx="1037">
                  <c:v>149.03519983687866</c:v>
                </c:pt>
                <c:pt idx="1038">
                  <c:v>150.09143752568843</c:v>
                </c:pt>
                <c:pt idx="1039">
                  <c:v>150.75385733678399</c:v>
                </c:pt>
                <c:pt idx="1040">
                  <c:v>151.88331357790665</c:v>
                </c:pt>
                <c:pt idx="1041">
                  <c:v>152.61996983556128</c:v>
                </c:pt>
                <c:pt idx="1042">
                  <c:v>152.66430602260766</c:v>
                </c:pt>
                <c:pt idx="1043">
                  <c:v>152.59483545377492</c:v>
                </c:pt>
                <c:pt idx="1044">
                  <c:v>152.58424493905412</c:v>
                </c:pt>
                <c:pt idx="1045">
                  <c:v>152.39573271509829</c:v>
                </c:pt>
                <c:pt idx="1046">
                  <c:v>153.73996645225941</c:v>
                </c:pt>
                <c:pt idx="1047">
                  <c:v>154.72401748560529</c:v>
                </c:pt>
                <c:pt idx="1048">
                  <c:v>151.80792172438305</c:v>
                </c:pt>
                <c:pt idx="1049">
                  <c:v>151.65343494104101</c:v>
                </c:pt>
                <c:pt idx="1050">
                  <c:v>152.65661721094861</c:v>
                </c:pt>
                <c:pt idx="1051">
                  <c:v>153.10029168511517</c:v>
                </c:pt>
                <c:pt idx="1052">
                  <c:v>153.41393883079789</c:v>
                </c:pt>
                <c:pt idx="1053">
                  <c:v>154.28017135063155</c:v>
                </c:pt>
                <c:pt idx="1054">
                  <c:v>153.52171954280766</c:v>
                </c:pt>
                <c:pt idx="1055">
                  <c:v>153.34660570602929</c:v>
                </c:pt>
                <c:pt idx="1056">
                  <c:v>152.66751454987269</c:v>
                </c:pt>
                <c:pt idx="1057">
                  <c:v>151.92765149356987</c:v>
                </c:pt>
                <c:pt idx="1058">
                  <c:v>152.83849801615588</c:v>
                </c:pt>
                <c:pt idx="1059">
                  <c:v>154.17078946117078</c:v>
                </c:pt>
                <c:pt idx="1060">
                  <c:v>155.84418604698536</c:v>
                </c:pt>
                <c:pt idx="1061">
                  <c:v>155.99319636120501</c:v>
                </c:pt>
                <c:pt idx="1062">
                  <c:v>155.16596900955099</c:v>
                </c:pt>
                <c:pt idx="1063">
                  <c:v>156.38686939386739</c:v>
                </c:pt>
                <c:pt idx="1064">
                  <c:v>157.16042216470763</c:v>
                </c:pt>
                <c:pt idx="1065">
                  <c:v>158.54801958291506</c:v>
                </c:pt>
                <c:pt idx="1066">
                  <c:v>160.00724522033991</c:v>
                </c:pt>
                <c:pt idx="1067">
                  <c:v>161.9001044426646</c:v>
                </c:pt>
                <c:pt idx="1068">
                  <c:v>164.0476275150485</c:v>
                </c:pt>
                <c:pt idx="1069">
                  <c:v>164.8697182160823</c:v>
                </c:pt>
                <c:pt idx="1070">
                  <c:v>164.82218706524441</c:v>
                </c:pt>
                <c:pt idx="1071">
                  <c:v>165.40803497706563</c:v>
                </c:pt>
                <c:pt idx="1072">
                  <c:v>166.47132795949724</c:v>
                </c:pt>
                <c:pt idx="1073">
                  <c:v>169.24525185632774</c:v>
                </c:pt>
                <c:pt idx="1074">
                  <c:v>162.12308170549846</c:v>
                </c:pt>
                <c:pt idx="1075">
                  <c:v>163.81553447023822</c:v>
                </c:pt>
                <c:pt idx="1076">
                  <c:v>165.92211338399645</c:v>
                </c:pt>
                <c:pt idx="1077">
                  <c:v>166.43676569521233</c:v>
                </c:pt>
                <c:pt idx="1078">
                  <c:v>163.69259498942637</c:v>
                </c:pt>
                <c:pt idx="1079">
                  <c:v>161.70696078837611</c:v>
                </c:pt>
                <c:pt idx="1080">
                  <c:v>162.51770810089042</c:v>
                </c:pt>
                <c:pt idx="1081">
                  <c:v>162.29488880268286</c:v>
                </c:pt>
                <c:pt idx="1082">
                  <c:v>162.9463557552298</c:v>
                </c:pt>
                <c:pt idx="1083">
                  <c:v>164.57532610953857</c:v>
                </c:pt>
                <c:pt idx="1084">
                  <c:v>164.24317214387798</c:v>
                </c:pt>
                <c:pt idx="1085">
                  <c:v>165.30630830689438</c:v>
                </c:pt>
                <c:pt idx="1086">
                  <c:v>166.63339321070609</c:v>
                </c:pt>
                <c:pt idx="1087">
                  <c:v>163.67251598833016</c:v>
                </c:pt>
                <c:pt idx="1088">
                  <c:v>165.60238147345495</c:v>
                </c:pt>
                <c:pt idx="1089">
                  <c:v>167.02610806542805</c:v>
                </c:pt>
                <c:pt idx="1090">
                  <c:v>168.22321081049378</c:v>
                </c:pt>
                <c:pt idx="1091">
                  <c:v>167.33523707651543</c:v>
                </c:pt>
                <c:pt idx="1092">
                  <c:v>167.94118805545531</c:v>
                </c:pt>
                <c:pt idx="1093">
                  <c:v>169.42718905066309</c:v>
                </c:pt>
                <c:pt idx="1094">
                  <c:v>168.84650362465661</c:v>
                </c:pt>
                <c:pt idx="1095">
                  <c:v>169.07240635001858</c:v>
                </c:pt>
                <c:pt idx="1096">
                  <c:v>167.88733271080355</c:v>
                </c:pt>
                <c:pt idx="1097">
                  <c:v>161.93004318123999</c:v>
                </c:pt>
                <c:pt idx="1098">
                  <c:v>160.82904261802739</c:v>
                </c:pt>
                <c:pt idx="1099">
                  <c:v>164.04026705505535</c:v>
                </c:pt>
                <c:pt idx="1100">
                  <c:v>164.24911343774522</c:v>
                </c:pt>
                <c:pt idx="1101">
                  <c:v>164.14335795043633</c:v>
                </c:pt>
                <c:pt idx="1102">
                  <c:v>163.99503661404984</c:v>
                </c:pt>
                <c:pt idx="1103">
                  <c:v>166.23201673389036</c:v>
                </c:pt>
                <c:pt idx="1104">
                  <c:v>168.23750407640151</c:v>
                </c:pt>
                <c:pt idx="1105">
                  <c:v>170.66136533983826</c:v>
                </c:pt>
                <c:pt idx="1106">
                  <c:v>171.84411718578892</c:v>
                </c:pt>
                <c:pt idx="1107">
                  <c:v>173.03535084610687</c:v>
                </c:pt>
                <c:pt idx="1108">
                  <c:v>172.59581868875037</c:v>
                </c:pt>
                <c:pt idx="1109">
                  <c:v>173.25074168327143</c:v>
                </c:pt>
                <c:pt idx="1110">
                  <c:v>175.22757241582306</c:v>
                </c:pt>
                <c:pt idx="1111">
                  <c:v>176.48381944457435</c:v>
                </c:pt>
                <c:pt idx="1112">
                  <c:v>180.02876757992576</c:v>
                </c:pt>
                <c:pt idx="1113">
                  <c:v>180.13911879339193</c:v>
                </c:pt>
                <c:pt idx="1114">
                  <c:v>179.8783293411914</c:v>
                </c:pt>
                <c:pt idx="1115">
                  <c:v>179.64998339090059</c:v>
                </c:pt>
                <c:pt idx="1116">
                  <c:v>177.49346972740159</c:v>
                </c:pt>
                <c:pt idx="1117">
                  <c:v>178.73229828648712</c:v>
                </c:pt>
                <c:pt idx="1118">
                  <c:v>179.69464502239614</c:v>
                </c:pt>
                <c:pt idx="1119">
                  <c:v>181.70899197808299</c:v>
                </c:pt>
                <c:pt idx="1120">
                  <c:v>183.70723632087063</c:v>
                </c:pt>
                <c:pt idx="1121">
                  <c:v>184.56565486027966</c:v>
                </c:pt>
                <c:pt idx="1122">
                  <c:v>187.19212324434295</c:v>
                </c:pt>
                <c:pt idx="1123">
                  <c:v>187.26871623361697</c:v>
                </c:pt>
                <c:pt idx="1124">
                  <c:v>188.06012259223499</c:v>
                </c:pt>
                <c:pt idx="1125">
                  <c:v>188.73748086651295</c:v>
                </c:pt>
                <c:pt idx="1126">
                  <c:v>186.68201369513798</c:v>
                </c:pt>
                <c:pt idx="1127">
                  <c:v>188.21625320634698</c:v>
                </c:pt>
                <c:pt idx="1128">
                  <c:v>188.28173552668065</c:v>
                </c:pt>
                <c:pt idx="1129">
                  <c:v>189.89465352595047</c:v>
                </c:pt>
                <c:pt idx="1130">
                  <c:v>191.60906798687827</c:v>
                </c:pt>
                <c:pt idx="1131">
                  <c:v>193.36293479628898</c:v>
                </c:pt>
                <c:pt idx="1132">
                  <c:v>194.8218249697174</c:v>
                </c:pt>
                <c:pt idx="1133">
                  <c:v>194.21529840190922</c:v>
                </c:pt>
                <c:pt idx="1134">
                  <c:v>187.21722335468928</c:v>
                </c:pt>
                <c:pt idx="1135">
                  <c:v>190.58039484822061</c:v>
                </c:pt>
                <c:pt idx="1136">
                  <c:v>193.76453074844858</c:v>
                </c:pt>
                <c:pt idx="1137">
                  <c:v>195.29431731176106</c:v>
                </c:pt>
                <c:pt idx="1138">
                  <c:v>196.4932340076904</c:v>
                </c:pt>
                <c:pt idx="1139">
                  <c:v>197.56304657889578</c:v>
                </c:pt>
                <c:pt idx="1140">
                  <c:v>196.96264240366443</c:v>
                </c:pt>
                <c:pt idx="1141">
                  <c:v>196.95769209358591</c:v>
                </c:pt>
                <c:pt idx="1142">
                  <c:v>198.96545528285981</c:v>
                </c:pt>
                <c:pt idx="1143">
                  <c:v>200.55703993708019</c:v>
                </c:pt>
                <c:pt idx="1144">
                  <c:v>199.56341662420022</c:v>
                </c:pt>
                <c:pt idx="1145">
                  <c:v>200.29182298985293</c:v>
                </c:pt>
                <c:pt idx="1146">
                  <c:v>199.93058002697055</c:v>
                </c:pt>
                <c:pt idx="1147">
                  <c:v>201.61373826254749</c:v>
                </c:pt>
                <c:pt idx="1148">
                  <c:v>202.38856612077635</c:v>
                </c:pt>
                <c:pt idx="1149">
                  <c:v>202.29296143753078</c:v>
                </c:pt>
                <c:pt idx="1150">
                  <c:v>199.48928893006851</c:v>
                </c:pt>
                <c:pt idx="1151">
                  <c:v>199.14465215942545</c:v>
                </c:pt>
                <c:pt idx="1152">
                  <c:v>201.72225254865393</c:v>
                </c:pt>
                <c:pt idx="1153">
                  <c:v>195.9773156609572</c:v>
                </c:pt>
                <c:pt idx="1154">
                  <c:v>199.24215262744138</c:v>
                </c:pt>
                <c:pt idx="1155">
                  <c:v>200.32022323020308</c:v>
                </c:pt>
                <c:pt idx="1156">
                  <c:v>203.21607986773029</c:v>
                </c:pt>
                <c:pt idx="1157">
                  <c:v>203.74874843458875</c:v>
                </c:pt>
                <c:pt idx="1158">
                  <c:v>208.42749616120011</c:v>
                </c:pt>
                <c:pt idx="1159">
                  <c:v>210.05627851060663</c:v>
                </c:pt>
                <c:pt idx="1160">
                  <c:v>212.31204845118702</c:v>
                </c:pt>
                <c:pt idx="1161">
                  <c:v>212.37717916005653</c:v>
                </c:pt>
                <c:pt idx="1162">
                  <c:v>213.97463720226531</c:v>
                </c:pt>
                <c:pt idx="1163">
                  <c:v>215.71911600324987</c:v>
                </c:pt>
                <c:pt idx="1164">
                  <c:v>214.87019286649772</c:v>
                </c:pt>
                <c:pt idx="1165">
                  <c:v>211.79431391255116</c:v>
                </c:pt>
                <c:pt idx="1166">
                  <c:v>203.31326494764758</c:v>
                </c:pt>
                <c:pt idx="1167">
                  <c:v>203.60293348222473</c:v>
                </c:pt>
                <c:pt idx="1168">
                  <c:v>206.71880413388334</c:v>
                </c:pt>
                <c:pt idx="1169">
                  <c:v>209.62670466001205</c:v>
                </c:pt>
                <c:pt idx="1170">
                  <c:v>210.71752382588386</c:v>
                </c:pt>
                <c:pt idx="1171">
                  <c:v>211.55420017403776</c:v>
                </c:pt>
                <c:pt idx="1172">
                  <c:v>210.60593064813986</c:v>
                </c:pt>
                <c:pt idx="1173">
                  <c:v>208.63918560951194</c:v>
                </c:pt>
                <c:pt idx="1174">
                  <c:v>209.96947828647598</c:v>
                </c:pt>
                <c:pt idx="1175">
                  <c:v>210.85637408384915</c:v>
                </c:pt>
                <c:pt idx="1176">
                  <c:v>210.3104014550035</c:v>
                </c:pt>
                <c:pt idx="1177">
                  <c:v>210.87627526467668</c:v>
                </c:pt>
                <c:pt idx="1178">
                  <c:v>206.87267959588166</c:v>
                </c:pt>
                <c:pt idx="1179">
                  <c:v>208.16651928464231</c:v>
                </c:pt>
                <c:pt idx="1180">
                  <c:v>210.69364691294291</c:v>
                </c:pt>
                <c:pt idx="1181">
                  <c:v>209.68736312264329</c:v>
                </c:pt>
                <c:pt idx="1182">
                  <c:v>207.01234739202917</c:v>
                </c:pt>
                <c:pt idx="1183">
                  <c:v>203.00032121019302</c:v>
                </c:pt>
                <c:pt idx="1184">
                  <c:v>205.04623975224987</c:v>
                </c:pt>
                <c:pt idx="1185">
                  <c:v>201.21928798670282</c:v>
                </c:pt>
                <c:pt idx="1186">
                  <c:v>197.07369087040479</c:v>
                </c:pt>
                <c:pt idx="1187">
                  <c:v>186.31079626648318</c:v>
                </c:pt>
                <c:pt idx="1188">
                  <c:v>192.81661289917773</c:v>
                </c:pt>
                <c:pt idx="1189">
                  <c:v>193.52582314636737</c:v>
                </c:pt>
                <c:pt idx="1190">
                  <c:v>190.02811801572085</c:v>
                </c:pt>
                <c:pt idx="1191">
                  <c:v>189.74453301678648</c:v>
                </c:pt>
                <c:pt idx="1192">
                  <c:v>194.44600761177441</c:v>
                </c:pt>
                <c:pt idx="1193">
                  <c:v>195.96960933578185</c:v>
                </c:pt>
                <c:pt idx="1194">
                  <c:v>197.92864705831775</c:v>
                </c:pt>
                <c:pt idx="1195">
                  <c:v>197.89843961662208</c:v>
                </c:pt>
                <c:pt idx="1196">
                  <c:v>204.35177311365567</c:v>
                </c:pt>
                <c:pt idx="1197">
                  <c:v>206.88523554527413</c:v>
                </c:pt>
                <c:pt idx="1198">
                  <c:v>209.13379861954104</c:v>
                </c:pt>
                <c:pt idx="1199">
                  <c:v>211.87354007002864</c:v>
                </c:pt>
                <c:pt idx="1200">
                  <c:v>213.12428617413292</c:v>
                </c:pt>
                <c:pt idx="1201">
                  <c:v>215.14185205028704</c:v>
                </c:pt>
                <c:pt idx="1202">
                  <c:v>213.7371693201568</c:v>
                </c:pt>
                <c:pt idx="1203">
                  <c:v>211.3511465649436</c:v>
                </c:pt>
                <c:pt idx="1204">
                  <c:v>210.7025084175248</c:v>
                </c:pt>
                <c:pt idx="1205">
                  <c:v>210.48499860578863</c:v>
                </c:pt>
                <c:pt idx="1206">
                  <c:v>213.53231347204644</c:v>
                </c:pt>
                <c:pt idx="1207">
                  <c:v>216.25152659157774</c:v>
                </c:pt>
                <c:pt idx="1208">
                  <c:v>217.22926812153841</c:v>
                </c:pt>
                <c:pt idx="1209">
                  <c:v>218.84074001097471</c:v>
                </c:pt>
                <c:pt idx="1210">
                  <c:v>220.16115813514403</c:v>
                </c:pt>
                <c:pt idx="1211">
                  <c:v>220.37139397232568</c:v>
                </c:pt>
                <c:pt idx="1212">
                  <c:v>220.35619255542181</c:v>
                </c:pt>
                <c:pt idx="1213">
                  <c:v>219.47510076851222</c:v>
                </c:pt>
                <c:pt idx="1214">
                  <c:v>215.9510814124562</c:v>
                </c:pt>
                <c:pt idx="1215">
                  <c:v>211.7859547086972</c:v>
                </c:pt>
                <c:pt idx="1216">
                  <c:v>212.9686462819235</c:v>
                </c:pt>
                <c:pt idx="1217">
                  <c:v>206.99024141585969</c:v>
                </c:pt>
                <c:pt idx="1218">
                  <c:v>208.43496410451004</c:v>
                </c:pt>
                <c:pt idx="1219">
                  <c:v>207.47103219809372</c:v>
                </c:pt>
                <c:pt idx="1220">
                  <c:v>211.68821733264082</c:v>
                </c:pt>
                <c:pt idx="1221">
                  <c:v>212.93596663873288</c:v>
                </c:pt>
                <c:pt idx="1222">
                  <c:v>214.75460822506707</c:v>
                </c:pt>
                <c:pt idx="1223">
                  <c:v>218.35655179618283</c:v>
                </c:pt>
                <c:pt idx="1224">
                  <c:v>219.56604558271027</c:v>
                </c:pt>
                <c:pt idx="1225">
                  <c:v>219.14202337616587</c:v>
                </c:pt>
                <c:pt idx="1226">
                  <c:v>219.45992416676847</c:v>
                </c:pt>
                <c:pt idx="1227">
                  <c:v>221.23621976810645</c:v>
                </c:pt>
                <c:pt idx="1228">
                  <c:v>219.25143357456167</c:v>
                </c:pt>
                <c:pt idx="1229">
                  <c:v>218.95846350163168</c:v>
                </c:pt>
                <c:pt idx="1230">
                  <c:v>215.16851185494926</c:v>
                </c:pt>
                <c:pt idx="1231">
                  <c:v>216.57723728528623</c:v>
                </c:pt>
                <c:pt idx="1232">
                  <c:v>222.41343431433086</c:v>
                </c:pt>
                <c:pt idx="1233">
                  <c:v>203.05144066496666</c:v>
                </c:pt>
                <c:pt idx="1234">
                  <c:v>211.06345489834911</c:v>
                </c:pt>
                <c:pt idx="1235">
                  <c:v>217.82135666115227</c:v>
                </c:pt>
                <c:pt idx="1236">
                  <c:v>222.96754995436393</c:v>
                </c:pt>
                <c:pt idx="1237">
                  <c:v>226.15045370854307</c:v>
                </c:pt>
                <c:pt idx="1238">
                  <c:v>227.36186775916235</c:v>
                </c:pt>
                <c:pt idx="1239">
                  <c:v>230.00305800742473</c:v>
                </c:pt>
                <c:pt idx="1240">
                  <c:v>231.60082594359008</c:v>
                </c:pt>
                <c:pt idx="1241">
                  <c:v>236.05854962945793</c:v>
                </c:pt>
                <c:pt idx="1242">
                  <c:v>234.98364715383755</c:v>
                </c:pt>
                <c:pt idx="1243">
                  <c:v>236.29289305483695</c:v>
                </c:pt>
                <c:pt idx="1244">
                  <c:v>235.71876782955223</c:v>
                </c:pt>
                <c:pt idx="1245">
                  <c:v>235.68970316669018</c:v>
                </c:pt>
                <c:pt idx="1246">
                  <c:v>236.25725983760253</c:v>
                </c:pt>
                <c:pt idx="1247">
                  <c:v>236.53081438540238</c:v>
                </c:pt>
                <c:pt idx="1248">
                  <c:v>235.08443160368677</c:v>
                </c:pt>
                <c:pt idx="1249">
                  <c:v>237.16349156494414</c:v>
                </c:pt>
                <c:pt idx="1250">
                  <c:v>240.8779494108183</c:v>
                </c:pt>
                <c:pt idx="1251">
                  <c:v>242.26282289138916</c:v>
                </c:pt>
                <c:pt idx="1252">
                  <c:v>243.45985104484799</c:v>
                </c:pt>
                <c:pt idx="1253">
                  <c:v>245.38040757894186</c:v>
                </c:pt>
                <c:pt idx="1254">
                  <c:v>245.34663438517094</c:v>
                </c:pt>
                <c:pt idx="1255">
                  <c:v>243.16193128834041</c:v>
                </c:pt>
                <c:pt idx="1256">
                  <c:v>244.84299329684802</c:v>
                </c:pt>
                <c:pt idx="1257">
                  <c:v>246.28319237188066</c:v>
                </c:pt>
                <c:pt idx="1258">
                  <c:v>246.43709762798022</c:v>
                </c:pt>
                <c:pt idx="1259">
                  <c:v>243.24408381341479</c:v>
                </c:pt>
                <c:pt idx="1260">
                  <c:v>237.66716147276477</c:v>
                </c:pt>
                <c:pt idx="1261">
                  <c:v>239.73098720943582</c:v>
                </c:pt>
                <c:pt idx="1262">
                  <c:v>237.64007760658291</c:v>
                </c:pt>
                <c:pt idx="1263">
                  <c:v>241.6951241960607</c:v>
                </c:pt>
                <c:pt idx="1264">
                  <c:v>241.03044910956569</c:v>
                </c:pt>
                <c:pt idx="1265">
                  <c:v>243.30869632514333</c:v>
                </c:pt>
                <c:pt idx="1266">
                  <c:v>245.72385908899</c:v>
                </c:pt>
                <c:pt idx="1267">
                  <c:v>247.85469972680582</c:v>
                </c:pt>
                <c:pt idx="1268">
                  <c:v>246.91975597176958</c:v>
                </c:pt>
                <c:pt idx="1269">
                  <c:v>244.5531813086069</c:v>
                </c:pt>
                <c:pt idx="1270">
                  <c:v>242.58983171583498</c:v>
                </c:pt>
                <c:pt idx="1271">
                  <c:v>231.23082370092644</c:v>
                </c:pt>
                <c:pt idx="1272">
                  <c:v>230.13151502251156</c:v>
                </c:pt>
                <c:pt idx="1273">
                  <c:v>236.59956013602817</c:v>
                </c:pt>
                <c:pt idx="1274">
                  <c:v>235.60300934663709</c:v>
                </c:pt>
                <c:pt idx="1275">
                  <c:v>237.09229220171375</c:v>
                </c:pt>
                <c:pt idx="1276">
                  <c:v>237.33587769111989</c:v>
                </c:pt>
                <c:pt idx="1277">
                  <c:v>232.8347443846655</c:v>
                </c:pt>
                <c:pt idx="1278">
                  <c:v>237.27688841098063</c:v>
                </c:pt>
                <c:pt idx="1279">
                  <c:v>241.44534921848677</c:v>
                </c:pt>
                <c:pt idx="1280">
                  <c:v>242.97315997702555</c:v>
                </c:pt>
                <c:pt idx="1281">
                  <c:v>245.50182827794038</c:v>
                </c:pt>
                <c:pt idx="1282">
                  <c:v>245.80401355653342</c:v>
                </c:pt>
                <c:pt idx="1283">
                  <c:v>245.78279978080275</c:v>
                </c:pt>
                <c:pt idx="1284">
                  <c:v>246.53669255167449</c:v>
                </c:pt>
                <c:pt idx="1285">
                  <c:v>248.85449079828263</c:v>
                </c:pt>
                <c:pt idx="1286">
                  <c:v>248.60683645053166</c:v>
                </c:pt>
                <c:pt idx="1287">
                  <c:v>247.48078142966997</c:v>
                </c:pt>
                <c:pt idx="1288">
                  <c:v>248.72911241244213</c:v>
                </c:pt>
                <c:pt idx="1289">
                  <c:v>247.92007385877528</c:v>
                </c:pt>
                <c:pt idx="1290">
                  <c:v>248.73972070054384</c:v>
                </c:pt>
                <c:pt idx="1291">
                  <c:v>248.6357669075297</c:v>
                </c:pt>
                <c:pt idx="1292">
                  <c:v>251.14993281429105</c:v>
                </c:pt>
                <c:pt idx="1293">
                  <c:v>248.15184122017914</c:v>
                </c:pt>
                <c:pt idx="1294">
                  <c:v>245.81762998744327</c:v>
                </c:pt>
                <c:pt idx="1295">
                  <c:v>248.55337575679272</c:v>
                </c:pt>
                <c:pt idx="1296">
                  <c:v>246.62286123601433</c:v>
                </c:pt>
                <c:pt idx="1297">
                  <c:v>251.14968121200067</c:v>
                </c:pt>
                <c:pt idx="1298">
                  <c:v>250.89222343253348</c:v>
                </c:pt>
                <c:pt idx="1299">
                  <c:v>249.91523431400429</c:v>
                </c:pt>
                <c:pt idx="1300">
                  <c:v>247.38725692217756</c:v>
                </c:pt>
                <c:pt idx="1301">
                  <c:v>250.18143759897066</c:v>
                </c:pt>
                <c:pt idx="1302">
                  <c:v>252.92404993177331</c:v>
                </c:pt>
                <c:pt idx="1303">
                  <c:v>251.15770615499716</c:v>
                </c:pt>
                <c:pt idx="1304">
                  <c:v>250.34825048075149</c:v>
                </c:pt>
                <c:pt idx="1305">
                  <c:v>248.6431246435059</c:v>
                </c:pt>
                <c:pt idx="1306">
                  <c:v>248.48926935044699</c:v>
                </c:pt>
                <c:pt idx="1307">
                  <c:v>249.20712983707875</c:v>
                </c:pt>
                <c:pt idx="1308">
                  <c:v>243.93445292089416</c:v>
                </c:pt>
                <c:pt idx="1309">
                  <c:v>241.38988236196124</c:v>
                </c:pt>
                <c:pt idx="1310">
                  <c:v>234.73597814855691</c:v>
                </c:pt>
                <c:pt idx="1311">
                  <c:v>239.64979607353794</c:v>
                </c:pt>
                <c:pt idx="1312">
                  <c:v>242.7646772335801</c:v>
                </c:pt>
                <c:pt idx="1313">
                  <c:v>243.2013702908952</c:v>
                </c:pt>
                <c:pt idx="1314">
                  <c:v>244.3393267920296</c:v>
                </c:pt>
                <c:pt idx="1315">
                  <c:v>245.39014220201071</c:v>
                </c:pt>
                <c:pt idx="1316">
                  <c:v>248.06462781653718</c:v>
                </c:pt>
                <c:pt idx="1317">
                  <c:v>248.1130553059545</c:v>
                </c:pt>
                <c:pt idx="1318">
                  <c:v>245.15617771694821</c:v>
                </c:pt>
                <c:pt idx="1319">
                  <c:v>245.18998983306088</c:v>
                </c:pt>
                <c:pt idx="1320">
                  <c:v>241.57672032881419</c:v>
                </c:pt>
                <c:pt idx="1321">
                  <c:v>232.11997460025904</c:v>
                </c:pt>
                <c:pt idx="1322">
                  <c:v>235.00516232061051</c:v>
                </c:pt>
                <c:pt idx="1323">
                  <c:v>234.5324456480858</c:v>
                </c:pt>
                <c:pt idx="1324">
                  <c:v>229.36666662195429</c:v>
                </c:pt>
                <c:pt idx="1325">
                  <c:v>232.12079780562362</c:v>
                </c:pt>
                <c:pt idx="1326">
                  <c:v>239.06425833138047</c:v>
                </c:pt>
                <c:pt idx="1327">
                  <c:v>241.53552884610019</c:v>
                </c:pt>
                <c:pt idx="1328">
                  <c:v>236.69872732200216</c:v>
                </c:pt>
                <c:pt idx="1329">
                  <c:v>237.66299604082903</c:v>
                </c:pt>
                <c:pt idx="1330">
                  <c:v>242.50570326192752</c:v>
                </c:pt>
                <c:pt idx="1331">
                  <c:v>240.33993082376577</c:v>
                </c:pt>
                <c:pt idx="1332">
                  <c:v>236.21046308028744</c:v>
                </c:pt>
                <c:pt idx="1333">
                  <c:v>233.36079662648686</c:v>
                </c:pt>
                <c:pt idx="1334">
                  <c:v>230.32573853630959</c:v>
                </c:pt>
                <c:pt idx="1335">
                  <c:v>225.31566230362068</c:v>
                </c:pt>
                <c:pt idx="1336">
                  <c:v>224.16123304907023</c:v>
                </c:pt>
                <c:pt idx="1337">
                  <c:v>225.12231378878198</c:v>
                </c:pt>
                <c:pt idx="1338">
                  <c:v>227.04468996624695</c:v>
                </c:pt>
                <c:pt idx="1339">
                  <c:v>232.25636629016518</c:v>
                </c:pt>
                <c:pt idx="1340">
                  <c:v>234.15586151440959</c:v>
                </c:pt>
                <c:pt idx="1341">
                  <c:v>236.67520913753083</c:v>
                </c:pt>
                <c:pt idx="1342">
                  <c:v>236.78649330832056</c:v>
                </c:pt>
                <c:pt idx="1343">
                  <c:v>240.45347485815017</c:v>
                </c:pt>
                <c:pt idx="1344">
                  <c:v>242.47585610760385</c:v>
                </c:pt>
                <c:pt idx="1345">
                  <c:v>244.62388415486552</c:v>
                </c:pt>
                <c:pt idx="1346">
                  <c:v>246.53428457458446</c:v>
                </c:pt>
                <c:pt idx="1347">
                  <c:v>248.77829944446091</c:v>
                </c:pt>
                <c:pt idx="1348">
                  <c:v>249.03033774402928</c:v>
                </c:pt>
                <c:pt idx="1349">
                  <c:v>249.36577456142749</c:v>
                </c:pt>
                <c:pt idx="1350">
                  <c:v>250.34058898408253</c:v>
                </c:pt>
                <c:pt idx="1351">
                  <c:v>247.82172859254976</c:v>
                </c:pt>
                <c:pt idx="1352">
                  <c:v>247.16090829855182</c:v>
                </c:pt>
                <c:pt idx="1353">
                  <c:v>248.78131229434243</c:v>
                </c:pt>
                <c:pt idx="1354">
                  <c:v>246.8001267948714</c:v>
                </c:pt>
                <c:pt idx="1355">
                  <c:v>244.63071372247796</c:v>
                </c:pt>
                <c:pt idx="1356">
                  <c:v>243.00197435366735</c:v>
                </c:pt>
                <c:pt idx="1357">
                  <c:v>237.64364712521771</c:v>
                </c:pt>
                <c:pt idx="1358">
                  <c:v>237.35363216847404</c:v>
                </c:pt>
                <c:pt idx="1359">
                  <c:v>237.92327174096286</c:v>
                </c:pt>
                <c:pt idx="1360">
                  <c:v>237.87246776571305</c:v>
                </c:pt>
                <c:pt idx="1361">
                  <c:v>238.21793479741186</c:v>
                </c:pt>
                <c:pt idx="1362">
                  <c:v>236.74588961454782</c:v>
                </c:pt>
                <c:pt idx="1363">
                  <c:v>238.38749306480818</c:v>
                </c:pt>
                <c:pt idx="1364">
                  <c:v>240.80830248546289</c:v>
                </c:pt>
                <c:pt idx="1365">
                  <c:v>240.32256132737518</c:v>
                </c:pt>
                <c:pt idx="1366">
                  <c:v>239.80614627336541</c:v>
                </c:pt>
                <c:pt idx="1367">
                  <c:v>231.95606098928491</c:v>
                </c:pt>
                <c:pt idx="1368">
                  <c:v>235.37907555258298</c:v>
                </c:pt>
                <c:pt idx="1369">
                  <c:v>231.16156313176796</c:v>
                </c:pt>
                <c:pt idx="1370">
                  <c:v>228.0488905847856</c:v>
                </c:pt>
                <c:pt idx="1371">
                  <c:v>221.96522397543555</c:v>
                </c:pt>
                <c:pt idx="1372">
                  <c:v>211.53208519163579</c:v>
                </c:pt>
                <c:pt idx="1373">
                  <c:v>215.44724450767794</c:v>
                </c:pt>
                <c:pt idx="1374">
                  <c:v>216.76985328785102</c:v>
                </c:pt>
                <c:pt idx="1375">
                  <c:v>220.42357934569822</c:v>
                </c:pt>
                <c:pt idx="1376">
                  <c:v>220.53018903978554</c:v>
                </c:pt>
                <c:pt idx="1377">
                  <c:v>222.9336518190932</c:v>
                </c:pt>
                <c:pt idx="1378">
                  <c:v>218.01794019846088</c:v>
                </c:pt>
                <c:pt idx="1379">
                  <c:v>214.34219928511888</c:v>
                </c:pt>
                <c:pt idx="1380">
                  <c:v>217.00636192059611</c:v>
                </c:pt>
                <c:pt idx="1381">
                  <c:v>212.31607142584346</c:v>
                </c:pt>
                <c:pt idx="1382">
                  <c:v>203.85430273153113</c:v>
                </c:pt>
                <c:pt idx="1383">
                  <c:v>199.88283324680253</c:v>
                </c:pt>
                <c:pt idx="1384">
                  <c:v>206.42819995302179</c:v>
                </c:pt>
                <c:pt idx="1385">
                  <c:v>206.65965344946869</c:v>
                </c:pt>
                <c:pt idx="1386">
                  <c:v>210.88796700344983</c:v>
                </c:pt>
                <c:pt idx="1387">
                  <c:v>211.75157196575071</c:v>
                </c:pt>
                <c:pt idx="1388">
                  <c:v>208.33891802843848</c:v>
                </c:pt>
                <c:pt idx="1389">
                  <c:v>211.93290741493431</c:v>
                </c:pt>
                <c:pt idx="1390">
                  <c:v>210.47622159598495</c:v>
                </c:pt>
                <c:pt idx="1391">
                  <c:v>210.0607937407953</c:v>
                </c:pt>
                <c:pt idx="1392">
                  <c:v>199.89596425630384</c:v>
                </c:pt>
                <c:pt idx="1393">
                  <c:v>199.47346266485053</c:v>
                </c:pt>
                <c:pt idx="1394">
                  <c:v>198.65516450139432</c:v>
                </c:pt>
                <c:pt idx="1395">
                  <c:v>191.59927535963959</c:v>
                </c:pt>
                <c:pt idx="1396">
                  <c:v>191.67264597367858</c:v>
                </c:pt>
                <c:pt idx="1397">
                  <c:v>188.43933202044784</c:v>
                </c:pt>
                <c:pt idx="1398">
                  <c:v>192.87997290535753</c:v>
                </c:pt>
                <c:pt idx="1399">
                  <c:v>196.25521970603711</c:v>
                </c:pt>
                <c:pt idx="1400">
                  <c:v>194.99336157404537</c:v>
                </c:pt>
                <c:pt idx="1401">
                  <c:v>192.90303026209111</c:v>
                </c:pt>
                <c:pt idx="1402">
                  <c:v>191.36115071234985</c:v>
                </c:pt>
                <c:pt idx="1403">
                  <c:v>181.73123084477214</c:v>
                </c:pt>
                <c:pt idx="1404">
                  <c:v>181.38847304554699</c:v>
                </c:pt>
                <c:pt idx="1405">
                  <c:v>182.54872880881803</c:v>
                </c:pt>
                <c:pt idx="1406">
                  <c:v>188.56993200649794</c:v>
                </c:pt>
                <c:pt idx="1407">
                  <c:v>191.07497587809311</c:v>
                </c:pt>
                <c:pt idx="1408">
                  <c:v>192.41929386097519</c:v>
                </c:pt>
                <c:pt idx="1409">
                  <c:v>188.23479622052005</c:v>
                </c:pt>
                <c:pt idx="1410">
                  <c:v>186.53351985006802</c:v>
                </c:pt>
                <c:pt idx="1411">
                  <c:v>186.28448975557154</c:v>
                </c:pt>
                <c:pt idx="1412">
                  <c:v>184.83963197179747</c:v>
                </c:pt>
                <c:pt idx="1413">
                  <c:v>196.7029896676419</c:v>
                </c:pt>
                <c:pt idx="1414">
                  <c:v>198.53630911731688</c:v>
                </c:pt>
                <c:pt idx="1415">
                  <c:v>202.82999534605744</c:v>
                </c:pt>
                <c:pt idx="1416">
                  <c:v>205.99385003404441</c:v>
                </c:pt>
                <c:pt idx="1417">
                  <c:v>200.53376532508935</c:v>
                </c:pt>
                <c:pt idx="1418">
                  <c:v>203.09151790399815</c:v>
                </c:pt>
                <c:pt idx="1419">
                  <c:v>203.21284239916565</c:v>
                </c:pt>
              </c:numCache>
            </c:numRef>
          </c:val>
          <c:smooth val="0"/>
          <c:extLst>
            <c:ext xmlns:c16="http://schemas.microsoft.com/office/drawing/2014/chart" uri="{C3380CC4-5D6E-409C-BE32-E72D297353CC}">
              <c16:uniqueId val="{00000002-C9F5-7A4A-B402-9C2ABB2F5BCB}"/>
            </c:ext>
          </c:extLst>
        </c:ser>
        <c:ser>
          <c:idx val="3"/>
          <c:order val="3"/>
          <c:tx>
            <c:strRef>
              <c:f>FX!$BX$2</c:f>
              <c:strCache>
                <c:ptCount val="1"/>
                <c:pt idx="0">
                  <c:v>BSE SENSEX</c:v>
                </c:pt>
              </c:strCache>
            </c:strRef>
          </c:tx>
          <c:spPr>
            <a:ln w="12700" cap="rnd">
              <a:solidFill>
                <a:schemeClr val="accent2">
                  <a:lumMod val="50000"/>
                </a:schemeClr>
              </a:solidFill>
              <a:round/>
            </a:ln>
            <a:effectLst>
              <a:outerShdw blurRad="50800" dist="38100" dir="2700000" algn="tl" rotWithShape="0">
                <a:prstClr val="black">
                  <a:alpha val="40000"/>
                </a:prstClr>
              </a:outerShdw>
            </a:effectLst>
          </c:spPr>
          <c:marker>
            <c:symbol val="none"/>
          </c:marker>
          <c:cat>
            <c:numRef>
              <c:f>FX!$BT$3:$BT$1422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FX!$BX$3:$BX$1422</c:f>
              <c:numCache>
                <c:formatCode>_(* #,##0.00_);_(* \(#,##0.00\);_(* "-"??_);_(@_)</c:formatCode>
                <c:ptCount val="1420"/>
                <c:pt idx="0">
                  <c:v>100</c:v>
                </c:pt>
                <c:pt idx="1">
                  <c:v>99.523800251120491</c:v>
                </c:pt>
                <c:pt idx="2">
                  <c:v>97.421415765701411</c:v>
                </c:pt>
                <c:pt idx="3">
                  <c:v>98.615888826827856</c:v>
                </c:pt>
                <c:pt idx="4">
                  <c:v>99.591873375553988</c:v>
                </c:pt>
                <c:pt idx="5">
                  <c:v>99.183899751529566</c:v>
                </c:pt>
                <c:pt idx="6">
                  <c:v>99.228570688511695</c:v>
                </c:pt>
                <c:pt idx="7">
                  <c:v>98.835799437362638</c:v>
                </c:pt>
                <c:pt idx="8">
                  <c:v>98.627088560192433</c:v>
                </c:pt>
                <c:pt idx="9">
                  <c:v>97.712451616828673</c:v>
                </c:pt>
                <c:pt idx="10">
                  <c:v>98.693524044314813</c:v>
                </c:pt>
                <c:pt idx="11">
                  <c:v>98.486373086633733</c:v>
                </c:pt>
                <c:pt idx="12">
                  <c:v>98.412775340914763</c:v>
                </c:pt>
                <c:pt idx="13">
                  <c:v>98.722769227847223</c:v>
                </c:pt>
                <c:pt idx="14">
                  <c:v>99.244645947359587</c:v>
                </c:pt>
                <c:pt idx="15">
                  <c:v>98.555469127442862</c:v>
                </c:pt>
                <c:pt idx="16">
                  <c:v>97.882876143951663</c:v>
                </c:pt>
                <c:pt idx="17">
                  <c:v>98.010376550004025</c:v>
                </c:pt>
                <c:pt idx="18">
                  <c:v>97.793758163747512</c:v>
                </c:pt>
                <c:pt idx="19">
                  <c:v>96.753596661251208</c:v>
                </c:pt>
                <c:pt idx="20">
                  <c:v>96.633251253878299</c:v>
                </c:pt>
                <c:pt idx="21">
                  <c:v>96.426070724048316</c:v>
                </c:pt>
                <c:pt idx="22">
                  <c:v>98.520436114540303</c:v>
                </c:pt>
                <c:pt idx="23">
                  <c:v>98.992009826121588</c:v>
                </c:pt>
                <c:pt idx="24">
                  <c:v>98.540146446802609</c:v>
                </c:pt>
                <c:pt idx="25">
                  <c:v>98.511070422642391</c:v>
                </c:pt>
                <c:pt idx="26">
                  <c:v>99.715132716648014</c:v>
                </c:pt>
                <c:pt idx="27">
                  <c:v>99.849996801220584</c:v>
                </c:pt>
                <c:pt idx="28">
                  <c:v>98.943881859869109</c:v>
                </c:pt>
                <c:pt idx="29">
                  <c:v>98.717274447097424</c:v>
                </c:pt>
                <c:pt idx="30">
                  <c:v>98.376786800738387</c:v>
                </c:pt>
                <c:pt idx="31">
                  <c:v>98.58027650242316</c:v>
                </c:pt>
                <c:pt idx="32">
                  <c:v>97.61378224937927</c:v>
                </c:pt>
                <c:pt idx="33">
                  <c:v>97.006538045846526</c:v>
                </c:pt>
                <c:pt idx="34">
                  <c:v>96.165365653787688</c:v>
                </c:pt>
                <c:pt idx="35">
                  <c:v>95.770311807103383</c:v>
                </c:pt>
                <c:pt idx="36">
                  <c:v>96.964364614710007</c:v>
                </c:pt>
                <c:pt idx="37">
                  <c:v>97.381775742871355</c:v>
                </c:pt>
                <c:pt idx="38">
                  <c:v>97.221413879833378</c:v>
                </c:pt>
                <c:pt idx="39">
                  <c:v>98.391134757854033</c:v>
                </c:pt>
                <c:pt idx="40">
                  <c:v>97.666847320258427</c:v>
                </c:pt>
                <c:pt idx="41">
                  <c:v>97.241398846269419</c:v>
                </c:pt>
                <c:pt idx="42">
                  <c:v>98.08469810638384</c:v>
                </c:pt>
                <c:pt idx="43">
                  <c:v>99.408464415653711</c:v>
                </c:pt>
                <c:pt idx="44">
                  <c:v>100.19123449710197</c:v>
                </c:pt>
                <c:pt idx="45">
                  <c:v>101.22845232486259</c:v>
                </c:pt>
                <c:pt idx="46">
                  <c:v>100.97275610552485</c:v>
                </c:pt>
                <c:pt idx="47">
                  <c:v>102.27485081018601</c:v>
                </c:pt>
                <c:pt idx="48">
                  <c:v>104.10454594463366</c:v>
                </c:pt>
                <c:pt idx="49">
                  <c:v>104.6054476033989</c:v>
                </c:pt>
                <c:pt idx="50">
                  <c:v>106.04092400901466</c:v>
                </c:pt>
                <c:pt idx="51">
                  <c:v>107.17418666874443</c:v>
                </c:pt>
                <c:pt idx="52">
                  <c:v>107.96751636874326</c:v>
                </c:pt>
                <c:pt idx="53">
                  <c:v>107.60038336141119</c:v>
                </c:pt>
                <c:pt idx="54">
                  <c:v>107.28850227302976</c:v>
                </c:pt>
                <c:pt idx="55">
                  <c:v>105.78079238258611</c:v>
                </c:pt>
                <c:pt idx="56">
                  <c:v>107.19128221600903</c:v>
                </c:pt>
                <c:pt idx="57">
                  <c:v>106.82218620768586</c:v>
                </c:pt>
                <c:pt idx="58">
                  <c:v>107.82102252733431</c:v>
                </c:pt>
                <c:pt idx="59">
                  <c:v>107.91495263358024</c:v>
                </c:pt>
                <c:pt idx="60">
                  <c:v>108.47014123914359</c:v>
                </c:pt>
                <c:pt idx="61">
                  <c:v>109.56444708637345</c:v>
                </c:pt>
                <c:pt idx="62">
                  <c:v>108.46035602500592</c:v>
                </c:pt>
                <c:pt idx="63">
                  <c:v>108.40426101832797</c:v>
                </c:pt>
                <c:pt idx="64">
                  <c:v>107.45926080127218</c:v>
                </c:pt>
                <c:pt idx="65">
                  <c:v>108.08231897694039</c:v>
                </c:pt>
                <c:pt idx="66">
                  <c:v>107.70672937449761</c:v>
                </c:pt>
                <c:pt idx="67">
                  <c:v>107.93966883228855</c:v>
                </c:pt>
                <c:pt idx="68">
                  <c:v>108.4740865557996</c:v>
                </c:pt>
                <c:pt idx="69">
                  <c:v>108.95808064457366</c:v>
                </c:pt>
                <c:pt idx="70">
                  <c:v>108.82933293227042</c:v>
                </c:pt>
                <c:pt idx="71">
                  <c:v>106.95453431805299</c:v>
                </c:pt>
                <c:pt idx="72">
                  <c:v>106.72494233013867</c:v>
                </c:pt>
                <c:pt idx="73">
                  <c:v>107.83771749811115</c:v>
                </c:pt>
                <c:pt idx="74">
                  <c:v>106.88666459170447</c:v>
                </c:pt>
                <c:pt idx="75">
                  <c:v>107.50363822962994</c:v>
                </c:pt>
                <c:pt idx="76">
                  <c:v>107.87774762632856</c:v>
                </c:pt>
                <c:pt idx="77">
                  <c:v>108.19599426534396</c:v>
                </c:pt>
                <c:pt idx="78">
                  <c:v>107.42642235685426</c:v>
                </c:pt>
                <c:pt idx="79">
                  <c:v>104.79808717616963</c:v>
                </c:pt>
                <c:pt idx="80">
                  <c:v>103.76121783195431</c:v>
                </c:pt>
                <c:pt idx="81">
                  <c:v>103.41794469473065</c:v>
                </c:pt>
                <c:pt idx="82">
                  <c:v>101.90027468454048</c:v>
                </c:pt>
                <c:pt idx="83">
                  <c:v>102.28801738438622</c:v>
                </c:pt>
                <c:pt idx="84">
                  <c:v>102.74694685626305</c:v>
                </c:pt>
                <c:pt idx="85">
                  <c:v>109.21970808790512</c:v>
                </c:pt>
                <c:pt idx="86">
                  <c:v>107.87334855063787</c:v>
                </c:pt>
                <c:pt idx="87">
                  <c:v>108.20547591395112</c:v>
                </c:pt>
                <c:pt idx="88">
                  <c:v>107.52128086660258</c:v>
                </c:pt>
                <c:pt idx="89">
                  <c:v>109.34805753406324</c:v>
                </c:pt>
                <c:pt idx="90">
                  <c:v>110.03731427688383</c:v>
                </c:pt>
                <c:pt idx="91">
                  <c:v>110.21442672950123</c:v>
                </c:pt>
                <c:pt idx="92">
                  <c:v>109.11071675465692</c:v>
                </c:pt>
                <c:pt idx="93">
                  <c:v>110.17157968042446</c:v>
                </c:pt>
                <c:pt idx="94">
                  <c:v>109.81353428051436</c:v>
                </c:pt>
                <c:pt idx="95">
                  <c:v>111.94087009922109</c:v>
                </c:pt>
                <c:pt idx="96">
                  <c:v>111.65680563636518</c:v>
                </c:pt>
                <c:pt idx="97">
                  <c:v>110.06923351635935</c:v>
                </c:pt>
                <c:pt idx="98">
                  <c:v>110.33774913364951</c:v>
                </c:pt>
                <c:pt idx="99">
                  <c:v>110.55606485104236</c:v>
                </c:pt>
                <c:pt idx="100">
                  <c:v>111.07775983116285</c:v>
                </c:pt>
                <c:pt idx="101">
                  <c:v>110.56610546919033</c:v>
                </c:pt>
                <c:pt idx="102">
                  <c:v>110.59794104438001</c:v>
                </c:pt>
                <c:pt idx="103">
                  <c:v>109.46754864455369</c:v>
                </c:pt>
                <c:pt idx="104">
                  <c:v>107.68366176738299</c:v>
                </c:pt>
                <c:pt idx="105">
                  <c:v>107.97390011887271</c:v>
                </c:pt>
                <c:pt idx="106">
                  <c:v>108.36525225042784</c:v>
                </c:pt>
                <c:pt idx="107">
                  <c:v>109.88262305168966</c:v>
                </c:pt>
                <c:pt idx="108">
                  <c:v>108.68785136849117</c:v>
                </c:pt>
                <c:pt idx="109">
                  <c:v>109.77469480976552</c:v>
                </c:pt>
                <c:pt idx="110">
                  <c:v>110.24464012340344</c:v>
                </c:pt>
                <c:pt idx="111">
                  <c:v>110.38430646085183</c:v>
                </c:pt>
                <c:pt idx="112">
                  <c:v>110.33365393952381</c:v>
                </c:pt>
                <c:pt idx="113">
                  <c:v>111.0729572201956</c:v>
                </c:pt>
                <c:pt idx="114">
                  <c:v>111.39488150430267</c:v>
                </c:pt>
                <c:pt idx="115">
                  <c:v>111.64424324797103</c:v>
                </c:pt>
                <c:pt idx="116">
                  <c:v>111.83707419679392</c:v>
                </c:pt>
                <c:pt idx="117">
                  <c:v>110.73106357955899</c:v>
                </c:pt>
                <c:pt idx="118">
                  <c:v>108.79203964522131</c:v>
                </c:pt>
                <c:pt idx="119">
                  <c:v>108.77090663857607</c:v>
                </c:pt>
                <c:pt idx="120">
                  <c:v>108.6039005326023</c:v>
                </c:pt>
                <c:pt idx="121">
                  <c:v>109.61006359480295</c:v>
                </c:pt>
                <c:pt idx="122">
                  <c:v>109.01565087202374</c:v>
                </c:pt>
                <c:pt idx="123">
                  <c:v>109.47025632763032</c:v>
                </c:pt>
                <c:pt idx="124">
                  <c:v>110.15614238677041</c:v>
                </c:pt>
                <c:pt idx="125">
                  <c:v>110.01252276532047</c:v>
                </c:pt>
                <c:pt idx="126">
                  <c:v>109.00730347418259</c:v>
                </c:pt>
                <c:pt idx="127">
                  <c:v>107.51667678780134</c:v>
                </c:pt>
                <c:pt idx="128">
                  <c:v>106.26476628282505</c:v>
                </c:pt>
                <c:pt idx="129">
                  <c:v>105.85376728752615</c:v>
                </c:pt>
                <c:pt idx="130">
                  <c:v>105.84284589107486</c:v>
                </c:pt>
                <c:pt idx="131">
                  <c:v>105.87948767948667</c:v>
                </c:pt>
                <c:pt idx="132">
                  <c:v>105.57292686374181</c:v>
                </c:pt>
                <c:pt idx="133">
                  <c:v>104.99540833125744</c:v>
                </c:pt>
                <c:pt idx="134">
                  <c:v>105.06730154518102</c:v>
                </c:pt>
                <c:pt idx="135">
                  <c:v>103.46729678752016</c:v>
                </c:pt>
                <c:pt idx="136">
                  <c:v>103.23810341053422</c:v>
                </c:pt>
                <c:pt idx="137">
                  <c:v>100.68180917859033</c:v>
                </c:pt>
                <c:pt idx="138">
                  <c:v>100.91943922555032</c:v>
                </c:pt>
                <c:pt idx="139">
                  <c:v>99.809202137384403</c:v>
                </c:pt>
                <c:pt idx="140">
                  <c:v>101.69321947726699</c:v>
                </c:pt>
                <c:pt idx="141">
                  <c:v>102.86769857376079</c:v>
                </c:pt>
                <c:pt idx="142">
                  <c:v>100.14007688283864</c:v>
                </c:pt>
                <c:pt idx="143">
                  <c:v>101.2967735845736</c:v>
                </c:pt>
                <c:pt idx="144">
                  <c:v>101.13110221200074</c:v>
                </c:pt>
                <c:pt idx="145">
                  <c:v>101.19509767134767</c:v>
                </c:pt>
                <c:pt idx="146">
                  <c:v>100.56094759943227</c:v>
                </c:pt>
                <c:pt idx="147">
                  <c:v>99.975999846040224</c:v>
                </c:pt>
                <c:pt idx="148">
                  <c:v>98.182336018887227</c:v>
                </c:pt>
                <c:pt idx="149">
                  <c:v>98.764619213695127</c:v>
                </c:pt>
                <c:pt idx="150">
                  <c:v>100.26255228124022</c:v>
                </c:pt>
                <c:pt idx="151">
                  <c:v>101.16196802103293</c:v>
                </c:pt>
                <c:pt idx="152">
                  <c:v>100.81598012669583</c:v>
                </c:pt>
                <c:pt idx="153">
                  <c:v>100.41929827499675</c:v>
                </c:pt>
                <c:pt idx="154">
                  <c:v>97.761330443533552</c:v>
                </c:pt>
                <c:pt idx="155">
                  <c:v>98.427313208364055</c:v>
                </c:pt>
                <c:pt idx="156">
                  <c:v>99.5121784184539</c:v>
                </c:pt>
                <c:pt idx="157">
                  <c:v>100.15324776485284</c:v>
                </c:pt>
                <c:pt idx="158">
                  <c:v>100.38545372489699</c:v>
                </c:pt>
                <c:pt idx="159">
                  <c:v>100.42260766313508</c:v>
                </c:pt>
                <c:pt idx="160">
                  <c:v>101.72215779629035</c:v>
                </c:pt>
                <c:pt idx="161">
                  <c:v>100.16623918676262</c:v>
                </c:pt>
                <c:pt idx="162">
                  <c:v>98.045410696755923</c:v>
                </c:pt>
                <c:pt idx="163">
                  <c:v>98.965321236170084</c:v>
                </c:pt>
                <c:pt idx="164">
                  <c:v>97.932673813605575</c:v>
                </c:pt>
                <c:pt idx="165">
                  <c:v>103.43827708390319</c:v>
                </c:pt>
                <c:pt idx="166">
                  <c:v>106.38759634205046</c:v>
                </c:pt>
                <c:pt idx="167">
                  <c:v>106.51720078577371</c:v>
                </c:pt>
                <c:pt idx="168">
                  <c:v>104.8616931570069</c:v>
                </c:pt>
                <c:pt idx="169">
                  <c:v>106.143760198092</c:v>
                </c:pt>
                <c:pt idx="170">
                  <c:v>105.78399803316236</c:v>
                </c:pt>
                <c:pt idx="171">
                  <c:v>104.26768751269506</c:v>
                </c:pt>
                <c:pt idx="172">
                  <c:v>103.42788483997531</c:v>
                </c:pt>
                <c:pt idx="173">
                  <c:v>102.60555954354646</c:v>
                </c:pt>
                <c:pt idx="174">
                  <c:v>102.0684032978035</c:v>
                </c:pt>
                <c:pt idx="175">
                  <c:v>103.62638908744478</c:v>
                </c:pt>
                <c:pt idx="176">
                  <c:v>102.9065058180128</c:v>
                </c:pt>
                <c:pt idx="177">
                  <c:v>103.61243150340235</c:v>
                </c:pt>
                <c:pt idx="178">
                  <c:v>103.84991862250726</c:v>
                </c:pt>
                <c:pt idx="179">
                  <c:v>104.21504601373486</c:v>
                </c:pt>
                <c:pt idx="180">
                  <c:v>104.1932929029668</c:v>
                </c:pt>
                <c:pt idx="181">
                  <c:v>105.55920898464241</c:v>
                </c:pt>
                <c:pt idx="182">
                  <c:v>106.53776303241011</c:v>
                </c:pt>
                <c:pt idx="183">
                  <c:v>106.11606391793097</c:v>
                </c:pt>
                <c:pt idx="184">
                  <c:v>106.27893243353155</c:v>
                </c:pt>
                <c:pt idx="185">
                  <c:v>106.17905740558024</c:v>
                </c:pt>
                <c:pt idx="186">
                  <c:v>106.80439736713305</c:v>
                </c:pt>
                <c:pt idx="187">
                  <c:v>108.35960160396102</c:v>
                </c:pt>
                <c:pt idx="188">
                  <c:v>109.29945127996281</c:v>
                </c:pt>
                <c:pt idx="189">
                  <c:v>109.48595073642734</c:v>
                </c:pt>
                <c:pt idx="190">
                  <c:v>110.05723779295536</c:v>
                </c:pt>
                <c:pt idx="191">
                  <c:v>109.83823328401833</c:v>
                </c:pt>
                <c:pt idx="192">
                  <c:v>110.1979923930547</c:v>
                </c:pt>
                <c:pt idx="193">
                  <c:v>110.50894024026303</c:v>
                </c:pt>
                <c:pt idx="194">
                  <c:v>109.23976351075207</c:v>
                </c:pt>
                <c:pt idx="195">
                  <c:v>108.99801368269074</c:v>
                </c:pt>
                <c:pt idx="196">
                  <c:v>107.92634329394905</c:v>
                </c:pt>
                <c:pt idx="197">
                  <c:v>108.62523885441017</c:v>
                </c:pt>
                <c:pt idx="198">
                  <c:v>108.42752575362381</c:v>
                </c:pt>
                <c:pt idx="199">
                  <c:v>108.77396097052392</c:v>
                </c:pt>
                <c:pt idx="200">
                  <c:v>109.0792680998416</c:v>
                </c:pt>
                <c:pt idx="201">
                  <c:v>108.42090195493546</c:v>
                </c:pt>
                <c:pt idx="202">
                  <c:v>110.15752849839893</c:v>
                </c:pt>
                <c:pt idx="203">
                  <c:v>110.06023358967857</c:v>
                </c:pt>
                <c:pt idx="204">
                  <c:v>110.95133720296975</c:v>
                </c:pt>
                <c:pt idx="205">
                  <c:v>111.24767186264344</c:v>
                </c:pt>
                <c:pt idx="206">
                  <c:v>110.33789524592343</c:v>
                </c:pt>
                <c:pt idx="207">
                  <c:v>109.80759973168328</c:v>
                </c:pt>
                <c:pt idx="208">
                  <c:v>109.6525463322412</c:v>
                </c:pt>
                <c:pt idx="209">
                  <c:v>109.84876179079717</c:v>
                </c:pt>
                <c:pt idx="210">
                  <c:v>109.46613845249797</c:v>
                </c:pt>
                <c:pt idx="211">
                  <c:v>109.81803332672247</c:v>
                </c:pt>
                <c:pt idx="212">
                  <c:v>109.55625397791172</c:v>
                </c:pt>
                <c:pt idx="213">
                  <c:v>110.070358833985</c:v>
                </c:pt>
                <c:pt idx="214">
                  <c:v>110.71576391903183</c:v>
                </c:pt>
                <c:pt idx="215">
                  <c:v>111.933338340486</c:v>
                </c:pt>
                <c:pt idx="216">
                  <c:v>111.38775614626694</c:v>
                </c:pt>
                <c:pt idx="217">
                  <c:v>112.46883167476987</c:v>
                </c:pt>
                <c:pt idx="218">
                  <c:v>112.88342581448998</c:v>
                </c:pt>
                <c:pt idx="219">
                  <c:v>113.16485667249034</c:v>
                </c:pt>
                <c:pt idx="220">
                  <c:v>113.0649868337149</c:v>
                </c:pt>
                <c:pt idx="221">
                  <c:v>112.93935143193391</c:v>
                </c:pt>
                <c:pt idx="222">
                  <c:v>112.44737521452242</c:v>
                </c:pt>
                <c:pt idx="223">
                  <c:v>111.48322961808915</c:v>
                </c:pt>
                <c:pt idx="224">
                  <c:v>112.67444560154836</c:v>
                </c:pt>
                <c:pt idx="225">
                  <c:v>112.43324517831742</c:v>
                </c:pt>
                <c:pt idx="226">
                  <c:v>111.6100838332586</c:v>
                </c:pt>
                <c:pt idx="227">
                  <c:v>111.75152495308924</c:v>
                </c:pt>
                <c:pt idx="228">
                  <c:v>112.62135343459538</c:v>
                </c:pt>
                <c:pt idx="229">
                  <c:v>111.63230581854489</c:v>
                </c:pt>
                <c:pt idx="230">
                  <c:v>108.9077433980295</c:v>
                </c:pt>
                <c:pt idx="231">
                  <c:v>109.90498013017017</c:v>
                </c:pt>
                <c:pt idx="232">
                  <c:v>109.39801005534686</c:v>
                </c:pt>
                <c:pt idx="233">
                  <c:v>112.02603647812204</c:v>
                </c:pt>
                <c:pt idx="234">
                  <c:v>112.9114671775034</c:v>
                </c:pt>
                <c:pt idx="235">
                  <c:v>114.10175569523732</c:v>
                </c:pt>
                <c:pt idx="236">
                  <c:v>114.17420484129936</c:v>
                </c:pt>
                <c:pt idx="237">
                  <c:v>114.0346417900785</c:v>
                </c:pt>
                <c:pt idx="238">
                  <c:v>114.14742513027988</c:v>
                </c:pt>
                <c:pt idx="239">
                  <c:v>113.96267504303385</c:v>
                </c:pt>
                <c:pt idx="240">
                  <c:v>112.83118196886566</c:v>
                </c:pt>
                <c:pt idx="241">
                  <c:v>112.0544749371515</c:v>
                </c:pt>
                <c:pt idx="242">
                  <c:v>111.45278156364935</c:v>
                </c:pt>
                <c:pt idx="243">
                  <c:v>112.12782313376448</c:v>
                </c:pt>
                <c:pt idx="244">
                  <c:v>112.74226336071115</c:v>
                </c:pt>
                <c:pt idx="245">
                  <c:v>111.264591258934</c:v>
                </c:pt>
                <c:pt idx="246">
                  <c:v>110.86203915751791</c:v>
                </c:pt>
                <c:pt idx="247">
                  <c:v>111.70729459195766</c:v>
                </c:pt>
                <c:pt idx="248">
                  <c:v>110.4856275669305</c:v>
                </c:pt>
                <c:pt idx="249">
                  <c:v>109.92180711669084</c:v>
                </c:pt>
                <c:pt idx="250">
                  <c:v>107.25508212433373</c:v>
                </c:pt>
                <c:pt idx="251">
                  <c:v>107.51726533694251</c:v>
                </c:pt>
                <c:pt idx="252">
                  <c:v>110.67873492018923</c:v>
                </c:pt>
                <c:pt idx="253">
                  <c:v>111.43226682622587</c:v>
                </c:pt>
                <c:pt idx="254">
                  <c:v>111.89093618878954</c:v>
                </c:pt>
                <c:pt idx="255">
                  <c:v>110.93027906885671</c:v>
                </c:pt>
                <c:pt idx="256">
                  <c:v>111.68921880868822</c:v>
                </c:pt>
                <c:pt idx="257">
                  <c:v>112.59139110122892</c:v>
                </c:pt>
                <c:pt idx="258">
                  <c:v>111.9710859777669</c:v>
                </c:pt>
                <c:pt idx="259">
                  <c:v>111.5556591177556</c:v>
                </c:pt>
                <c:pt idx="260">
                  <c:v>111.00934172555858</c:v>
                </c:pt>
                <c:pt idx="261">
                  <c:v>110.54980241583968</c:v>
                </c:pt>
                <c:pt idx="262">
                  <c:v>111.70849112346841</c:v>
                </c:pt>
                <c:pt idx="263">
                  <c:v>111.00255241533135</c:v>
                </c:pt>
                <c:pt idx="264">
                  <c:v>108.42959418197955</c:v>
                </c:pt>
                <c:pt idx="265">
                  <c:v>108.1972421028499</c:v>
                </c:pt>
                <c:pt idx="266">
                  <c:v>107.33964099581353</c:v>
                </c:pt>
                <c:pt idx="267">
                  <c:v>107.12759631853429</c:v>
                </c:pt>
                <c:pt idx="268">
                  <c:v>102.39898434500465</c:v>
                </c:pt>
                <c:pt idx="269">
                  <c:v>101.91479595871667</c:v>
                </c:pt>
                <c:pt idx="270">
                  <c:v>102.30270120586498</c:v>
                </c:pt>
                <c:pt idx="271">
                  <c:v>101.32843943878876</c:v>
                </c:pt>
                <c:pt idx="272">
                  <c:v>93.007390795309362</c:v>
                </c:pt>
                <c:pt idx="273">
                  <c:v>93.348389544838284</c:v>
                </c:pt>
                <c:pt idx="274">
                  <c:v>85.302428617604875</c:v>
                </c:pt>
                <c:pt idx="275">
                  <c:v>88.871307317649226</c:v>
                </c:pt>
                <c:pt idx="276">
                  <c:v>81.576869379953777</c:v>
                </c:pt>
                <c:pt idx="277">
                  <c:v>79.728464019495703</c:v>
                </c:pt>
                <c:pt idx="278">
                  <c:v>75.127167019351745</c:v>
                </c:pt>
                <c:pt idx="279">
                  <c:v>72.745962670915958</c:v>
                </c:pt>
                <c:pt idx="280">
                  <c:v>76.931830285055469</c:v>
                </c:pt>
                <c:pt idx="281">
                  <c:v>66.088540039755259</c:v>
                </c:pt>
                <c:pt idx="282">
                  <c:v>67.609551122787693</c:v>
                </c:pt>
                <c:pt idx="283">
                  <c:v>76.825903675865291</c:v>
                </c:pt>
                <c:pt idx="284">
                  <c:v>76.893832318825787</c:v>
                </c:pt>
                <c:pt idx="285">
                  <c:v>72.858663448175122</c:v>
                </c:pt>
                <c:pt idx="286">
                  <c:v>75.451766976741084</c:v>
                </c:pt>
                <c:pt idx="287">
                  <c:v>72.371163161853318</c:v>
                </c:pt>
                <c:pt idx="288">
                  <c:v>70.233017607632092</c:v>
                </c:pt>
                <c:pt idx="289">
                  <c:v>76.520017802293438</c:v>
                </c:pt>
                <c:pt idx="290">
                  <c:v>78.663429272820807</c:v>
                </c:pt>
                <c:pt idx="291">
                  <c:v>77.575313489933038</c:v>
                </c:pt>
                <c:pt idx="292">
                  <c:v>76.972188517336718</c:v>
                </c:pt>
                <c:pt idx="293">
                  <c:v>79.656312075805559</c:v>
                </c:pt>
                <c:pt idx="294">
                  <c:v>79.713042565552612</c:v>
                </c:pt>
                <c:pt idx="295">
                  <c:v>77.147624036331095</c:v>
                </c:pt>
                <c:pt idx="296">
                  <c:v>78.856910041142967</c:v>
                </c:pt>
                <c:pt idx="297">
                  <c:v>79.128367652368624</c:v>
                </c:pt>
                <c:pt idx="298">
                  <c:v>81.166138757520145</c:v>
                </c:pt>
                <c:pt idx="299">
                  <c:v>83.434160095994429</c:v>
                </c:pt>
                <c:pt idx="300">
                  <c:v>86.642739296063382</c:v>
                </c:pt>
                <c:pt idx="301">
                  <c:v>80.336502451929405</c:v>
                </c:pt>
                <c:pt idx="302">
                  <c:v>80.310629067056368</c:v>
                </c:pt>
                <c:pt idx="303">
                  <c:v>80.959435660443859</c:v>
                </c:pt>
                <c:pt idx="304">
                  <c:v>80.49199856068266</c:v>
                </c:pt>
                <c:pt idx="305">
                  <c:v>79.890420750374744</c:v>
                </c:pt>
                <c:pt idx="306">
                  <c:v>81.952764494345615</c:v>
                </c:pt>
                <c:pt idx="307">
                  <c:v>79.626404493721353</c:v>
                </c:pt>
                <c:pt idx="308">
                  <c:v>79.436278230053915</c:v>
                </c:pt>
                <c:pt idx="309">
                  <c:v>76.33138069941343</c:v>
                </c:pt>
                <c:pt idx="310">
                  <c:v>77.03101583940979</c:v>
                </c:pt>
                <c:pt idx="311">
                  <c:v>78.611143449668532</c:v>
                </c:pt>
                <c:pt idx="312">
                  <c:v>78.790931702896501</c:v>
                </c:pt>
                <c:pt idx="313">
                  <c:v>78.119382315247805</c:v>
                </c:pt>
                <c:pt idx="314">
                  <c:v>80.642787669083148</c:v>
                </c:pt>
                <c:pt idx="315">
                  <c:v>82.050720545198431</c:v>
                </c:pt>
                <c:pt idx="316">
                  <c:v>82.743913085247925</c:v>
                </c:pt>
                <c:pt idx="317">
                  <c:v>86.377167886045896</c:v>
                </c:pt>
                <c:pt idx="318">
                  <c:v>87.404263052140635</c:v>
                </c:pt>
                <c:pt idx="319">
                  <c:v>86.840092740133699</c:v>
                </c:pt>
                <c:pt idx="320">
                  <c:v>87.696079080160274</c:v>
                </c:pt>
                <c:pt idx="321">
                  <c:v>87.718380580286933</c:v>
                </c:pt>
                <c:pt idx="322">
                  <c:v>86.819995209394619</c:v>
                </c:pt>
                <c:pt idx="323">
                  <c:v>87.590574041784251</c:v>
                </c:pt>
                <c:pt idx="324">
                  <c:v>85.413717457217615</c:v>
                </c:pt>
                <c:pt idx="325">
                  <c:v>85.82498548346058</c:v>
                </c:pt>
                <c:pt idx="326">
                  <c:v>84.27520150787069</c:v>
                </c:pt>
                <c:pt idx="327">
                  <c:v>85.527239944482133</c:v>
                </c:pt>
                <c:pt idx="328">
                  <c:v>84.874303365807862</c:v>
                </c:pt>
                <c:pt idx="329">
                  <c:v>86.707201399827383</c:v>
                </c:pt>
                <c:pt idx="330">
                  <c:v>87.961197407091731</c:v>
                </c:pt>
                <c:pt idx="331">
                  <c:v>88.416025065902232</c:v>
                </c:pt>
                <c:pt idx="332">
                  <c:v>89.730717342560951</c:v>
                </c:pt>
                <c:pt idx="333">
                  <c:v>88.898670199542394</c:v>
                </c:pt>
                <c:pt idx="334">
                  <c:v>88.916821701358487</c:v>
                </c:pt>
                <c:pt idx="335">
                  <c:v>89.946166279148983</c:v>
                </c:pt>
                <c:pt idx="336">
                  <c:v>89.300539815580294</c:v>
                </c:pt>
                <c:pt idx="337">
                  <c:v>89.232205131648229</c:v>
                </c:pt>
                <c:pt idx="338">
                  <c:v>90.441583007168205</c:v>
                </c:pt>
                <c:pt idx="339">
                  <c:v>91.651345718343222</c:v>
                </c:pt>
                <c:pt idx="340">
                  <c:v>92.105770824040007</c:v>
                </c:pt>
                <c:pt idx="341">
                  <c:v>93.296961909679808</c:v>
                </c:pt>
                <c:pt idx="342">
                  <c:v>94.560792787348021</c:v>
                </c:pt>
                <c:pt idx="343">
                  <c:v>93.46263342328335</c:v>
                </c:pt>
                <c:pt idx="344">
                  <c:v>94.544081011582136</c:v>
                </c:pt>
                <c:pt idx="345">
                  <c:v>93.820690893267354</c:v>
                </c:pt>
                <c:pt idx="346">
                  <c:v>94.237922370243766</c:v>
                </c:pt>
                <c:pt idx="347">
                  <c:v>93.561517355859067</c:v>
                </c:pt>
                <c:pt idx="348">
                  <c:v>95.146171233859377</c:v>
                </c:pt>
                <c:pt idx="349">
                  <c:v>96.344283694194246</c:v>
                </c:pt>
                <c:pt idx="350">
                  <c:v>97.920560521839008</c:v>
                </c:pt>
                <c:pt idx="351">
                  <c:v>97.877419364785794</c:v>
                </c:pt>
                <c:pt idx="352">
                  <c:v>98.480205835296829</c:v>
                </c:pt>
                <c:pt idx="353">
                  <c:v>98.302442846333435</c:v>
                </c:pt>
                <c:pt idx="354">
                  <c:v>97.939468523444106</c:v>
                </c:pt>
                <c:pt idx="355">
                  <c:v>99.402233111209952</c:v>
                </c:pt>
                <c:pt idx="356">
                  <c:v>98.285436144581425</c:v>
                </c:pt>
                <c:pt idx="357">
                  <c:v>97.323472857797512</c:v>
                </c:pt>
                <c:pt idx="358">
                  <c:v>97.079844208147819</c:v>
                </c:pt>
                <c:pt idx="359">
                  <c:v>95.094439532111224</c:v>
                </c:pt>
                <c:pt idx="360">
                  <c:v>96.878043793839851</c:v>
                </c:pt>
                <c:pt idx="361">
                  <c:v>97.048554780362778</c:v>
                </c:pt>
                <c:pt idx="362">
                  <c:v>98.046387810970742</c:v>
                </c:pt>
                <c:pt idx="363">
                  <c:v>97.95907970860786</c:v>
                </c:pt>
                <c:pt idx="364">
                  <c:v>98.425368509174803</c:v>
                </c:pt>
                <c:pt idx="365">
                  <c:v>99.050766520023487</c:v>
                </c:pt>
                <c:pt idx="366">
                  <c:v>98.97413360059538</c:v>
                </c:pt>
                <c:pt idx="367">
                  <c:v>98.810612974081906</c:v>
                </c:pt>
                <c:pt idx="368">
                  <c:v>97.7781399312194</c:v>
                </c:pt>
                <c:pt idx="369">
                  <c:v>98.128360849136882</c:v>
                </c:pt>
                <c:pt idx="370">
                  <c:v>99.396258269987911</c:v>
                </c:pt>
                <c:pt idx="371">
                  <c:v>99.696843533584499</c:v>
                </c:pt>
                <c:pt idx="372">
                  <c:v>98.3557548373429</c:v>
                </c:pt>
                <c:pt idx="373">
                  <c:v>99.079965685616045</c:v>
                </c:pt>
                <c:pt idx="374">
                  <c:v>100.08241859925131</c:v>
                </c:pt>
                <c:pt idx="375">
                  <c:v>100.78115957911952</c:v>
                </c:pt>
                <c:pt idx="376">
                  <c:v>101.43402277902752</c:v>
                </c:pt>
                <c:pt idx="377">
                  <c:v>101.57470726315529</c:v>
                </c:pt>
                <c:pt idx="378">
                  <c:v>103.8539052566603</c:v>
                </c:pt>
                <c:pt idx="379">
                  <c:v>101.31143004772196</c:v>
                </c:pt>
                <c:pt idx="380">
                  <c:v>103.1114905737156</c:v>
                </c:pt>
                <c:pt idx="381">
                  <c:v>103.32975943402953</c:v>
                </c:pt>
                <c:pt idx="382">
                  <c:v>102.59584466230294</c:v>
                </c:pt>
                <c:pt idx="383">
                  <c:v>100.92824848449391</c:v>
                </c:pt>
                <c:pt idx="384">
                  <c:v>101.08625648512101</c:v>
                </c:pt>
                <c:pt idx="385">
                  <c:v>100.85183576182474</c:v>
                </c:pt>
                <c:pt idx="386">
                  <c:v>100.06657051207631</c:v>
                </c:pt>
                <c:pt idx="387">
                  <c:v>102.20223165487859</c:v>
                </c:pt>
                <c:pt idx="388">
                  <c:v>102.07323521463815</c:v>
                </c:pt>
                <c:pt idx="389">
                  <c:v>101.94186555855566</c:v>
                </c:pt>
                <c:pt idx="390">
                  <c:v>102.65113955518703</c:v>
                </c:pt>
                <c:pt idx="391">
                  <c:v>102.87092342668922</c:v>
                </c:pt>
                <c:pt idx="392">
                  <c:v>102.08507734044643</c:v>
                </c:pt>
                <c:pt idx="393">
                  <c:v>102.29626024312311</c:v>
                </c:pt>
                <c:pt idx="394">
                  <c:v>100.13228033482719</c:v>
                </c:pt>
                <c:pt idx="395">
                  <c:v>99.100784730409231</c:v>
                </c:pt>
                <c:pt idx="396">
                  <c:v>98.750705185359763</c:v>
                </c:pt>
                <c:pt idx="397">
                  <c:v>95.442740252261956</c:v>
                </c:pt>
                <c:pt idx="398">
                  <c:v>97.881160219173637</c:v>
                </c:pt>
                <c:pt idx="399">
                  <c:v>99.644969208929325</c:v>
                </c:pt>
                <c:pt idx="400">
                  <c:v>99.246784823715913</c:v>
                </c:pt>
                <c:pt idx="401">
                  <c:v>99.567489320958032</c:v>
                </c:pt>
                <c:pt idx="402">
                  <c:v>101.78458820985132</c:v>
                </c:pt>
                <c:pt idx="403">
                  <c:v>102.6792452836586</c:v>
                </c:pt>
                <c:pt idx="404">
                  <c:v>104.11391259918832</c:v>
                </c:pt>
                <c:pt idx="405">
                  <c:v>104.92629059996723</c:v>
                </c:pt>
                <c:pt idx="406">
                  <c:v>105.82064066753755</c:v>
                </c:pt>
                <c:pt idx="407">
                  <c:v>106.80368503315482</c:v>
                </c:pt>
                <c:pt idx="408">
                  <c:v>107.02596921113745</c:v>
                </c:pt>
                <c:pt idx="409">
                  <c:v>106.86333402238172</c:v>
                </c:pt>
                <c:pt idx="410">
                  <c:v>107.19633421066975</c:v>
                </c:pt>
                <c:pt idx="411">
                  <c:v>104.6623935657323</c:v>
                </c:pt>
                <c:pt idx="412">
                  <c:v>105.16748264469416</c:v>
                </c:pt>
                <c:pt idx="413">
                  <c:v>106.29550605188022</c:v>
                </c:pt>
                <c:pt idx="414">
                  <c:v>106.715852190576</c:v>
                </c:pt>
                <c:pt idx="415">
                  <c:v>106.28632500533232</c:v>
                </c:pt>
                <c:pt idx="416">
                  <c:v>106.73172506468406</c:v>
                </c:pt>
                <c:pt idx="417">
                  <c:v>105.09352897520417</c:v>
                </c:pt>
                <c:pt idx="418">
                  <c:v>106.05698679328293</c:v>
                </c:pt>
                <c:pt idx="419">
                  <c:v>104.46450881152099</c:v>
                </c:pt>
                <c:pt idx="420">
                  <c:v>103.72011724738758</c:v>
                </c:pt>
                <c:pt idx="421">
                  <c:v>103.36582364578027</c:v>
                </c:pt>
                <c:pt idx="422">
                  <c:v>103.25338672034053</c:v>
                </c:pt>
                <c:pt idx="423">
                  <c:v>104.55547725638476</c:v>
                </c:pt>
                <c:pt idx="424">
                  <c:v>104.96135588367787</c:v>
                </c:pt>
                <c:pt idx="425">
                  <c:v>107.44203395334472</c:v>
                </c:pt>
                <c:pt idx="426">
                  <c:v>109.19393682095644</c:v>
                </c:pt>
                <c:pt idx="427">
                  <c:v>111.22164753220179</c:v>
                </c:pt>
                <c:pt idx="428">
                  <c:v>112.56251140305551</c:v>
                </c:pt>
                <c:pt idx="429">
                  <c:v>113.32140475415316</c:v>
                </c:pt>
                <c:pt idx="430">
                  <c:v>112.4082933227446</c:v>
                </c:pt>
                <c:pt idx="431">
                  <c:v>112.29691733835625</c:v>
                </c:pt>
                <c:pt idx="432">
                  <c:v>112.8009261071483</c:v>
                </c:pt>
                <c:pt idx="433">
                  <c:v>114.67579675063141</c:v>
                </c:pt>
                <c:pt idx="434">
                  <c:v>113.33373717022502</c:v>
                </c:pt>
                <c:pt idx="435">
                  <c:v>114.21475357884189</c:v>
                </c:pt>
                <c:pt idx="436">
                  <c:v>114.751201383649</c:v>
                </c:pt>
                <c:pt idx="437">
                  <c:v>116.17171317891606</c:v>
                </c:pt>
                <c:pt idx="438">
                  <c:v>114.35689647501187</c:v>
                </c:pt>
                <c:pt idx="439">
                  <c:v>115.48313764892708</c:v>
                </c:pt>
                <c:pt idx="440">
                  <c:v>115.19607191369829</c:v>
                </c:pt>
                <c:pt idx="441">
                  <c:v>117.25723207027913</c:v>
                </c:pt>
                <c:pt idx="442">
                  <c:v>116.93353948627347</c:v>
                </c:pt>
                <c:pt idx="443">
                  <c:v>117.99687306184009</c:v>
                </c:pt>
                <c:pt idx="444">
                  <c:v>118.8668884453962</c:v>
                </c:pt>
                <c:pt idx="445">
                  <c:v>119.34911387154717</c:v>
                </c:pt>
                <c:pt idx="446">
                  <c:v>120.92812546795363</c:v>
                </c:pt>
                <c:pt idx="447">
                  <c:v>120.42021825321622</c:v>
                </c:pt>
                <c:pt idx="448">
                  <c:v>120.91109871312865</c:v>
                </c:pt>
                <c:pt idx="449">
                  <c:v>121.39823604264281</c:v>
                </c:pt>
                <c:pt idx="450">
                  <c:v>122.51683452327133</c:v>
                </c:pt>
                <c:pt idx="451">
                  <c:v>123.25099826892931</c:v>
                </c:pt>
                <c:pt idx="452">
                  <c:v>123.29988862247677</c:v>
                </c:pt>
                <c:pt idx="453">
                  <c:v>119.38679774194394</c:v>
                </c:pt>
                <c:pt idx="454">
                  <c:v>120.18479975306732</c:v>
                </c:pt>
                <c:pt idx="455">
                  <c:v>121.45043823899674</c:v>
                </c:pt>
                <c:pt idx="456">
                  <c:v>122.83470218737939</c:v>
                </c:pt>
                <c:pt idx="457">
                  <c:v>123.82894239407157</c:v>
                </c:pt>
                <c:pt idx="458">
                  <c:v>124.50708424410574</c:v>
                </c:pt>
                <c:pt idx="459">
                  <c:v>124.85524221238376</c:v>
                </c:pt>
                <c:pt idx="460">
                  <c:v>124.86860474218624</c:v>
                </c:pt>
                <c:pt idx="461">
                  <c:v>125.1762567248204</c:v>
                </c:pt>
                <c:pt idx="462">
                  <c:v>127.36451582063529</c:v>
                </c:pt>
                <c:pt idx="463">
                  <c:v>127.88434689107115</c:v>
                </c:pt>
                <c:pt idx="464">
                  <c:v>127.13521118900907</c:v>
                </c:pt>
                <c:pt idx="465">
                  <c:v>126.93259696290659</c:v>
                </c:pt>
                <c:pt idx="466">
                  <c:v>128.3979245828163</c:v>
                </c:pt>
                <c:pt idx="467">
                  <c:v>129.47326717635417</c:v>
                </c:pt>
                <c:pt idx="468">
                  <c:v>130.26381313554762</c:v>
                </c:pt>
                <c:pt idx="469">
                  <c:v>130.58645253877253</c:v>
                </c:pt>
                <c:pt idx="470">
                  <c:v>130.88595868481264</c:v>
                </c:pt>
                <c:pt idx="471">
                  <c:v>129.60979440985673</c:v>
                </c:pt>
                <c:pt idx="472">
                  <c:v>128.36642013425956</c:v>
                </c:pt>
                <c:pt idx="473">
                  <c:v>130.29252918204605</c:v>
                </c:pt>
                <c:pt idx="474">
                  <c:v>131.43044399970225</c:v>
                </c:pt>
                <c:pt idx="475">
                  <c:v>131.26087110922256</c:v>
                </c:pt>
                <c:pt idx="476">
                  <c:v>129.17284448017688</c:v>
                </c:pt>
                <c:pt idx="477">
                  <c:v>127.95939067601826</c:v>
                </c:pt>
                <c:pt idx="478">
                  <c:v>125.67093476440108</c:v>
                </c:pt>
                <c:pt idx="479">
                  <c:v>123.82641113020485</c:v>
                </c:pt>
                <c:pt idx="480">
                  <c:v>122.46516793545312</c:v>
                </c:pt>
                <c:pt idx="481">
                  <c:v>128.47192667804029</c:v>
                </c:pt>
                <c:pt idx="482">
                  <c:v>132.99166453312574</c:v>
                </c:pt>
                <c:pt idx="483">
                  <c:v>133.9852491623235</c:v>
                </c:pt>
                <c:pt idx="484">
                  <c:v>134.32644903659136</c:v>
                </c:pt>
                <c:pt idx="485">
                  <c:v>136.02826845743795</c:v>
                </c:pt>
                <c:pt idx="486">
                  <c:v>135.92757019194397</c:v>
                </c:pt>
                <c:pt idx="487">
                  <c:v>135.95472123708987</c:v>
                </c:pt>
                <c:pt idx="488">
                  <c:v>136.6719928778833</c:v>
                </c:pt>
                <c:pt idx="489">
                  <c:v>136.66345889775593</c:v>
                </c:pt>
                <c:pt idx="490">
                  <c:v>138.28034916767169</c:v>
                </c:pt>
                <c:pt idx="491">
                  <c:v>138.29581513402636</c:v>
                </c:pt>
                <c:pt idx="492">
                  <c:v>137.01843585670164</c:v>
                </c:pt>
                <c:pt idx="493">
                  <c:v>136.20674772925838</c:v>
                </c:pt>
                <c:pt idx="494">
                  <c:v>135.05251960260264</c:v>
                </c:pt>
                <c:pt idx="495">
                  <c:v>132.6808517636567</c:v>
                </c:pt>
                <c:pt idx="496">
                  <c:v>132.69191546598668</c:v>
                </c:pt>
                <c:pt idx="497">
                  <c:v>135.58664301292413</c:v>
                </c:pt>
                <c:pt idx="498">
                  <c:v>129.7531290206995</c:v>
                </c:pt>
                <c:pt idx="499">
                  <c:v>131.27819293391059</c:v>
                </c:pt>
                <c:pt idx="500">
                  <c:v>132.35454827114566</c:v>
                </c:pt>
                <c:pt idx="501">
                  <c:v>135.90189523251763</c:v>
                </c:pt>
                <c:pt idx="502">
                  <c:v>134.97384463200896</c:v>
                </c:pt>
                <c:pt idx="503">
                  <c:v>133.72175850214856</c:v>
                </c:pt>
                <c:pt idx="504">
                  <c:v>133.36730982464084</c:v>
                </c:pt>
                <c:pt idx="505">
                  <c:v>134.69886090282401</c:v>
                </c:pt>
                <c:pt idx="506">
                  <c:v>135.63737329635998</c:v>
                </c:pt>
                <c:pt idx="507">
                  <c:v>134.88256536995578</c:v>
                </c:pt>
                <c:pt idx="508">
                  <c:v>133.78199036351481</c:v>
                </c:pt>
                <c:pt idx="509">
                  <c:v>134.12099156522584</c:v>
                </c:pt>
                <c:pt idx="510">
                  <c:v>132.45818239920902</c:v>
                </c:pt>
                <c:pt idx="511">
                  <c:v>132.71132242793121</c:v>
                </c:pt>
                <c:pt idx="512">
                  <c:v>132.73301933037936</c:v>
                </c:pt>
                <c:pt idx="513">
                  <c:v>133.63594089933639</c:v>
                </c:pt>
                <c:pt idx="514">
                  <c:v>130.65406270375775</c:v>
                </c:pt>
                <c:pt idx="515">
                  <c:v>128.76845513243723</c:v>
                </c:pt>
                <c:pt idx="516">
                  <c:v>130.64932684672573</c:v>
                </c:pt>
                <c:pt idx="517">
                  <c:v>132.49255992313962</c:v>
                </c:pt>
                <c:pt idx="518">
                  <c:v>130.00858731139905</c:v>
                </c:pt>
                <c:pt idx="519">
                  <c:v>131.37592015043887</c:v>
                </c:pt>
                <c:pt idx="520">
                  <c:v>129.21597494344124</c:v>
                </c:pt>
                <c:pt idx="521">
                  <c:v>129.5363738456883</c:v>
                </c:pt>
                <c:pt idx="522">
                  <c:v>129.11127498487619</c:v>
                </c:pt>
                <c:pt idx="523">
                  <c:v>127.81565067649527</c:v>
                </c:pt>
                <c:pt idx="524">
                  <c:v>123.47534622324532</c:v>
                </c:pt>
                <c:pt idx="525">
                  <c:v>125.31718866230871</c:v>
                </c:pt>
                <c:pt idx="526">
                  <c:v>126.41441361857517</c:v>
                </c:pt>
                <c:pt idx="527">
                  <c:v>123.59249642448199</c:v>
                </c:pt>
                <c:pt idx="528">
                  <c:v>123.21973070853048</c:v>
                </c:pt>
                <c:pt idx="529">
                  <c:v>123.83872919382276</c:v>
                </c:pt>
                <c:pt idx="530">
                  <c:v>123.36061473356307</c:v>
                </c:pt>
                <c:pt idx="531">
                  <c:v>129.01979834315429</c:v>
                </c:pt>
                <c:pt idx="532">
                  <c:v>129.70782753980097</c:v>
                </c:pt>
                <c:pt idx="533">
                  <c:v>127.20284574174678</c:v>
                </c:pt>
                <c:pt idx="534">
                  <c:v>126.76575943111648</c:v>
                </c:pt>
                <c:pt idx="535">
                  <c:v>127.02661661569563</c:v>
                </c:pt>
                <c:pt idx="536">
                  <c:v>127.7819275626492</c:v>
                </c:pt>
                <c:pt idx="537">
                  <c:v>128.79392383854599</c:v>
                </c:pt>
                <c:pt idx="538">
                  <c:v>130.15237519101564</c:v>
                </c:pt>
                <c:pt idx="539">
                  <c:v>129.18952725065139</c:v>
                </c:pt>
                <c:pt idx="540">
                  <c:v>127.97418332457768</c:v>
                </c:pt>
                <c:pt idx="541">
                  <c:v>128.20062923106909</c:v>
                </c:pt>
                <c:pt idx="542">
                  <c:v>130.66300049743489</c:v>
                </c:pt>
                <c:pt idx="543">
                  <c:v>132.65240124838783</c:v>
                </c:pt>
                <c:pt idx="544">
                  <c:v>132.00761203763986</c:v>
                </c:pt>
                <c:pt idx="545">
                  <c:v>130.8454021189645</c:v>
                </c:pt>
                <c:pt idx="546">
                  <c:v>133.59173069967093</c:v>
                </c:pt>
                <c:pt idx="547">
                  <c:v>134.11987379506874</c:v>
                </c:pt>
                <c:pt idx="548">
                  <c:v>134.25059202584188</c:v>
                </c:pt>
                <c:pt idx="549">
                  <c:v>135.25802430904963</c:v>
                </c:pt>
                <c:pt idx="550">
                  <c:v>136.33271772287915</c:v>
                </c:pt>
                <c:pt idx="551">
                  <c:v>137.69692297998427</c:v>
                </c:pt>
                <c:pt idx="552">
                  <c:v>137.75271212552414</c:v>
                </c:pt>
                <c:pt idx="553">
                  <c:v>136.70454056995166</c:v>
                </c:pt>
                <c:pt idx="554">
                  <c:v>137.88201336349132</c:v>
                </c:pt>
                <c:pt idx="555">
                  <c:v>137.70784875250078</c:v>
                </c:pt>
                <c:pt idx="556">
                  <c:v>138.72567819060379</c:v>
                </c:pt>
                <c:pt idx="557">
                  <c:v>138.52218764255676</c:v>
                </c:pt>
                <c:pt idx="558">
                  <c:v>138.29811203998617</c:v>
                </c:pt>
                <c:pt idx="559">
                  <c:v>138.77845026316999</c:v>
                </c:pt>
                <c:pt idx="560">
                  <c:v>138.5925038735972</c:v>
                </c:pt>
                <c:pt idx="561">
                  <c:v>139.01101536142431</c:v>
                </c:pt>
                <c:pt idx="562">
                  <c:v>138.12023360312375</c:v>
                </c:pt>
                <c:pt idx="563">
                  <c:v>136.97679303590201</c:v>
                </c:pt>
                <c:pt idx="564">
                  <c:v>136.26848460096249</c:v>
                </c:pt>
                <c:pt idx="565">
                  <c:v>136.85241401211053</c:v>
                </c:pt>
                <c:pt idx="566">
                  <c:v>136.93057034242821</c:v>
                </c:pt>
                <c:pt idx="567">
                  <c:v>135.74836460249116</c:v>
                </c:pt>
                <c:pt idx="568">
                  <c:v>137.02138557707184</c:v>
                </c:pt>
                <c:pt idx="569">
                  <c:v>137.71519405443382</c:v>
                </c:pt>
                <c:pt idx="570">
                  <c:v>137.17912970436947</c:v>
                </c:pt>
                <c:pt idx="571">
                  <c:v>136.66609378720565</c:v>
                </c:pt>
                <c:pt idx="572">
                  <c:v>136.2581943841368</c:v>
                </c:pt>
                <c:pt idx="573">
                  <c:v>135.74324529707926</c:v>
                </c:pt>
                <c:pt idx="574">
                  <c:v>136.17412228435501</c:v>
                </c:pt>
                <c:pt idx="575">
                  <c:v>137.19982589957587</c:v>
                </c:pt>
                <c:pt idx="576">
                  <c:v>137.27173611657759</c:v>
                </c:pt>
                <c:pt idx="577">
                  <c:v>137.00957179972619</c:v>
                </c:pt>
                <c:pt idx="578">
                  <c:v>135.83838311669652</c:v>
                </c:pt>
                <c:pt idx="579">
                  <c:v>135.46280134014347</c:v>
                </c:pt>
                <c:pt idx="580">
                  <c:v>135.75283171967945</c:v>
                </c:pt>
                <c:pt idx="581">
                  <c:v>136.74078053870082</c:v>
                </c:pt>
                <c:pt idx="582">
                  <c:v>136.93737908602137</c:v>
                </c:pt>
                <c:pt idx="583">
                  <c:v>137.69311645100953</c:v>
                </c:pt>
                <c:pt idx="584">
                  <c:v>137.4516669173594</c:v>
                </c:pt>
                <c:pt idx="585">
                  <c:v>135.63067040631444</c:v>
                </c:pt>
                <c:pt idx="586">
                  <c:v>134.5898827632264</c:v>
                </c:pt>
                <c:pt idx="587">
                  <c:v>137.13747657553705</c:v>
                </c:pt>
                <c:pt idx="588">
                  <c:v>137.38946114014328</c:v>
                </c:pt>
                <c:pt idx="589">
                  <c:v>137.01094126235537</c:v>
                </c:pt>
                <c:pt idx="590">
                  <c:v>136.37849392145725</c:v>
                </c:pt>
                <c:pt idx="591">
                  <c:v>135.99346034127376</c:v>
                </c:pt>
                <c:pt idx="592">
                  <c:v>136.81715691987208</c:v>
                </c:pt>
                <c:pt idx="593">
                  <c:v>137.36610582667592</c:v>
                </c:pt>
                <c:pt idx="594">
                  <c:v>139.83275423487669</c:v>
                </c:pt>
                <c:pt idx="595">
                  <c:v>141.53125898240032</c:v>
                </c:pt>
                <c:pt idx="596">
                  <c:v>141.63175668454315</c:v>
                </c:pt>
                <c:pt idx="597">
                  <c:v>141.2163892657012</c:v>
                </c:pt>
                <c:pt idx="598">
                  <c:v>141.47078553386706</c:v>
                </c:pt>
                <c:pt idx="599">
                  <c:v>141.56156060541014</c:v>
                </c:pt>
                <c:pt idx="600">
                  <c:v>141.40702767205804</c:v>
                </c:pt>
                <c:pt idx="601">
                  <c:v>142.51143811534837</c:v>
                </c:pt>
                <c:pt idx="602">
                  <c:v>144.02307275697996</c:v>
                </c:pt>
                <c:pt idx="603">
                  <c:v>144.40052829712025</c:v>
                </c:pt>
                <c:pt idx="604">
                  <c:v>144.9452915445014</c:v>
                </c:pt>
                <c:pt idx="605">
                  <c:v>144.51628434884068</c:v>
                </c:pt>
                <c:pt idx="606">
                  <c:v>143.49071034845861</c:v>
                </c:pt>
                <c:pt idx="607">
                  <c:v>144.37086935865582</c:v>
                </c:pt>
                <c:pt idx="608">
                  <c:v>145.69058717766526</c:v>
                </c:pt>
                <c:pt idx="609">
                  <c:v>145.33590356849589</c:v>
                </c:pt>
                <c:pt idx="610">
                  <c:v>149.39781954087925</c:v>
                </c:pt>
                <c:pt idx="611">
                  <c:v>151.69378689312717</c:v>
                </c:pt>
                <c:pt idx="612">
                  <c:v>153.05449671320599</c:v>
                </c:pt>
                <c:pt idx="613">
                  <c:v>153.78841173116734</c:v>
                </c:pt>
                <c:pt idx="614">
                  <c:v>154.2301205787173</c:v>
                </c:pt>
                <c:pt idx="615">
                  <c:v>153.50537018518659</c:v>
                </c:pt>
                <c:pt idx="616">
                  <c:v>152.65670641421198</c:v>
                </c:pt>
                <c:pt idx="617">
                  <c:v>152.72395419099877</c:v>
                </c:pt>
                <c:pt idx="618">
                  <c:v>152.39047913285961</c:v>
                </c:pt>
                <c:pt idx="619">
                  <c:v>152.71158716397085</c:v>
                </c:pt>
                <c:pt idx="620">
                  <c:v>153.85580286584795</c:v>
                </c:pt>
                <c:pt idx="621">
                  <c:v>155.4574900837236</c:v>
                </c:pt>
                <c:pt idx="622">
                  <c:v>154.99822952635984</c:v>
                </c:pt>
                <c:pt idx="623">
                  <c:v>154.11570762380882</c:v>
                </c:pt>
                <c:pt idx="624">
                  <c:v>156.78381989021182</c:v>
                </c:pt>
                <c:pt idx="625">
                  <c:v>157.28032911500904</c:v>
                </c:pt>
                <c:pt idx="626">
                  <c:v>157.43597501137046</c:v>
                </c:pt>
                <c:pt idx="627">
                  <c:v>156.11101288103723</c:v>
                </c:pt>
                <c:pt idx="628">
                  <c:v>154.65243389187117</c:v>
                </c:pt>
                <c:pt idx="629">
                  <c:v>153.69394988502538</c:v>
                </c:pt>
                <c:pt idx="630">
                  <c:v>152.73695095449895</c:v>
                </c:pt>
                <c:pt idx="631">
                  <c:v>154.16888570043659</c:v>
                </c:pt>
                <c:pt idx="632">
                  <c:v>154.72747053255662</c:v>
                </c:pt>
                <c:pt idx="633">
                  <c:v>153.08741723823084</c:v>
                </c:pt>
                <c:pt idx="634">
                  <c:v>153.87251576361427</c:v>
                </c:pt>
                <c:pt idx="635">
                  <c:v>154.5801959627498</c:v>
                </c:pt>
                <c:pt idx="636">
                  <c:v>154.77765813805297</c:v>
                </c:pt>
                <c:pt idx="637">
                  <c:v>154.44247686416682</c:v>
                </c:pt>
                <c:pt idx="638">
                  <c:v>155.36477785858617</c:v>
                </c:pt>
                <c:pt idx="639">
                  <c:v>157.14015128412933</c:v>
                </c:pt>
                <c:pt idx="640">
                  <c:v>158.23515938644343</c:v>
                </c:pt>
                <c:pt idx="641">
                  <c:v>158.10824454929863</c:v>
                </c:pt>
                <c:pt idx="642">
                  <c:v>157.55195722760453</c:v>
                </c:pt>
                <c:pt idx="643">
                  <c:v>157.28854389898785</c:v>
                </c:pt>
                <c:pt idx="644">
                  <c:v>156.9833481351703</c:v>
                </c:pt>
                <c:pt idx="645">
                  <c:v>157.64557360464988</c:v>
                </c:pt>
                <c:pt idx="646">
                  <c:v>154.74456903509085</c:v>
                </c:pt>
                <c:pt idx="647">
                  <c:v>153.06928241842141</c:v>
                </c:pt>
                <c:pt idx="648">
                  <c:v>154.91709753684188</c:v>
                </c:pt>
                <c:pt idx="649">
                  <c:v>154.98322203580514</c:v>
                </c:pt>
                <c:pt idx="650">
                  <c:v>154.71921436506645</c:v>
                </c:pt>
                <c:pt idx="651">
                  <c:v>155.48463183346547</c:v>
                </c:pt>
                <c:pt idx="652">
                  <c:v>157.68991511953277</c:v>
                </c:pt>
                <c:pt idx="653">
                  <c:v>157.80568338180947</c:v>
                </c:pt>
                <c:pt idx="654">
                  <c:v>157.07068817957145</c:v>
                </c:pt>
                <c:pt idx="655">
                  <c:v>155.29649235685719</c:v>
                </c:pt>
                <c:pt idx="656">
                  <c:v>157.29587438967434</c:v>
                </c:pt>
                <c:pt idx="657">
                  <c:v>155.73434550730991</c:v>
                </c:pt>
                <c:pt idx="658">
                  <c:v>155.22750349640972</c:v>
                </c:pt>
                <c:pt idx="659">
                  <c:v>151.71446822914967</c:v>
                </c:pt>
                <c:pt idx="660">
                  <c:v>151.98307187205035</c:v>
                </c:pt>
                <c:pt idx="661">
                  <c:v>151.34422431133268</c:v>
                </c:pt>
                <c:pt idx="662">
                  <c:v>152.52221961548807</c:v>
                </c:pt>
                <c:pt idx="663">
                  <c:v>148.143480585107</c:v>
                </c:pt>
                <c:pt idx="664">
                  <c:v>147.1870382807094</c:v>
                </c:pt>
                <c:pt idx="665">
                  <c:v>146.68886521555868</c:v>
                </c:pt>
                <c:pt idx="666">
                  <c:v>150.45801656341015</c:v>
                </c:pt>
                <c:pt idx="667">
                  <c:v>148.51677346013309</c:v>
                </c:pt>
                <c:pt idx="668">
                  <c:v>145.46663097237678</c:v>
                </c:pt>
                <c:pt idx="669">
                  <c:v>147.63051664899652</c:v>
                </c:pt>
                <c:pt idx="670">
                  <c:v>149.99411744586035</c:v>
                </c:pt>
                <c:pt idx="671">
                  <c:v>150.34516671068639</c:v>
                </c:pt>
                <c:pt idx="672">
                  <c:v>149.85684513493626</c:v>
                </c:pt>
                <c:pt idx="673">
                  <c:v>148.5739785035357</c:v>
                </c:pt>
                <c:pt idx="674">
                  <c:v>147.79930159665886</c:v>
                </c:pt>
                <c:pt idx="675">
                  <c:v>146.96245931526803</c:v>
                </c:pt>
                <c:pt idx="676">
                  <c:v>146.56592883150199</c:v>
                </c:pt>
                <c:pt idx="677">
                  <c:v>144.46527135173861</c:v>
                </c:pt>
                <c:pt idx="678">
                  <c:v>141.79823244083252</c:v>
                </c:pt>
                <c:pt idx="679">
                  <c:v>145.36367187937168</c:v>
                </c:pt>
                <c:pt idx="680">
                  <c:v>145.85838353206978</c:v>
                </c:pt>
                <c:pt idx="681">
                  <c:v>146.61399653533658</c:v>
                </c:pt>
                <c:pt idx="682">
                  <c:v>147.83255751151023</c:v>
                </c:pt>
                <c:pt idx="683">
                  <c:v>147.60022815265089</c:v>
                </c:pt>
                <c:pt idx="684">
                  <c:v>147.56915387748526</c:v>
                </c:pt>
                <c:pt idx="685">
                  <c:v>148.74241841640023</c:v>
                </c:pt>
                <c:pt idx="686">
                  <c:v>153.72501012067747</c:v>
                </c:pt>
                <c:pt idx="687">
                  <c:v>154.92983572107889</c:v>
                </c:pt>
                <c:pt idx="688">
                  <c:v>156.06381121931773</c:v>
                </c:pt>
                <c:pt idx="689">
                  <c:v>154.54546826063631</c:v>
                </c:pt>
                <c:pt idx="690">
                  <c:v>155.21999452706447</c:v>
                </c:pt>
                <c:pt idx="691">
                  <c:v>157.1881852577684</c:v>
                </c:pt>
                <c:pt idx="692">
                  <c:v>158.25728283124948</c:v>
                </c:pt>
                <c:pt idx="693">
                  <c:v>159.50922285473513</c:v>
                </c:pt>
                <c:pt idx="694">
                  <c:v>159.86552410902488</c:v>
                </c:pt>
                <c:pt idx="695">
                  <c:v>159.44334275191974</c:v>
                </c:pt>
                <c:pt idx="696">
                  <c:v>159.66700032449555</c:v>
                </c:pt>
                <c:pt idx="697">
                  <c:v>157.59509964472514</c:v>
                </c:pt>
                <c:pt idx="698">
                  <c:v>155.50888741718111</c:v>
                </c:pt>
                <c:pt idx="699">
                  <c:v>154.35133610287633</c:v>
                </c:pt>
                <c:pt idx="700">
                  <c:v>152.88729182741798</c:v>
                </c:pt>
                <c:pt idx="701">
                  <c:v>148.7956775152218</c:v>
                </c:pt>
                <c:pt idx="702">
                  <c:v>147.06964916950028</c:v>
                </c:pt>
                <c:pt idx="703">
                  <c:v>147.30595255778567</c:v>
                </c:pt>
                <c:pt idx="704">
                  <c:v>149.37008686078747</c:v>
                </c:pt>
                <c:pt idx="705">
                  <c:v>152.44491266414437</c:v>
                </c:pt>
                <c:pt idx="706">
                  <c:v>153.62046201720517</c:v>
                </c:pt>
                <c:pt idx="707">
                  <c:v>151.58574040239154</c:v>
                </c:pt>
                <c:pt idx="708">
                  <c:v>151.48743528459826</c:v>
                </c:pt>
                <c:pt idx="709">
                  <c:v>149.3935525896805</c:v>
                </c:pt>
                <c:pt idx="710">
                  <c:v>150.83390725931335</c:v>
                </c:pt>
                <c:pt idx="711">
                  <c:v>151.77997479631216</c:v>
                </c:pt>
                <c:pt idx="712">
                  <c:v>148.95876051869362</c:v>
                </c:pt>
                <c:pt idx="713">
                  <c:v>144.10284495707464</c:v>
                </c:pt>
                <c:pt idx="714">
                  <c:v>148.32674528839368</c:v>
                </c:pt>
                <c:pt idx="715">
                  <c:v>149.09808030982194</c:v>
                </c:pt>
                <c:pt idx="716">
                  <c:v>148.81881277711085</c:v>
                </c:pt>
                <c:pt idx="717">
                  <c:v>148.99305590732095</c:v>
                </c:pt>
                <c:pt idx="718">
                  <c:v>148.60821344304085</c:v>
                </c:pt>
                <c:pt idx="719">
                  <c:v>147.70436348741865</c:v>
                </c:pt>
                <c:pt idx="720">
                  <c:v>148.03765246620338</c:v>
                </c:pt>
                <c:pt idx="721">
                  <c:v>139.85733604366879</c:v>
                </c:pt>
                <c:pt idx="722">
                  <c:v>143.21465290466665</c:v>
                </c:pt>
                <c:pt idx="723">
                  <c:v>141.39719315057093</c:v>
                </c:pt>
                <c:pt idx="724">
                  <c:v>140.48013022254759</c:v>
                </c:pt>
                <c:pt idx="725">
                  <c:v>137.76757566060206</c:v>
                </c:pt>
                <c:pt idx="726">
                  <c:v>132.59465390546913</c:v>
                </c:pt>
                <c:pt idx="727">
                  <c:v>134.12704942222757</c:v>
                </c:pt>
                <c:pt idx="728">
                  <c:v>137.24264127679282</c:v>
                </c:pt>
                <c:pt idx="729">
                  <c:v>140.65005534474273</c:v>
                </c:pt>
                <c:pt idx="730">
                  <c:v>140.27840749446659</c:v>
                </c:pt>
                <c:pt idx="731">
                  <c:v>142.31971928890067</c:v>
                </c:pt>
                <c:pt idx="732">
                  <c:v>140.75476803815886</c:v>
                </c:pt>
                <c:pt idx="733">
                  <c:v>143.64108583182991</c:v>
                </c:pt>
                <c:pt idx="734">
                  <c:v>147.16514617944452</c:v>
                </c:pt>
                <c:pt idx="735">
                  <c:v>146.54338888918232</c:v>
                </c:pt>
                <c:pt idx="736">
                  <c:v>146.14414734612208</c:v>
                </c:pt>
                <c:pt idx="737">
                  <c:v>145.62562877228387</c:v>
                </c:pt>
                <c:pt idx="738">
                  <c:v>145.34415864750017</c:v>
                </c:pt>
                <c:pt idx="739">
                  <c:v>145.77931991170712</c:v>
                </c:pt>
                <c:pt idx="740">
                  <c:v>147.21354709346272</c:v>
                </c:pt>
                <c:pt idx="741">
                  <c:v>149.49842322086499</c:v>
                </c:pt>
                <c:pt idx="742">
                  <c:v>149.12697234707596</c:v>
                </c:pt>
                <c:pt idx="743">
                  <c:v>150.93013670823464</c:v>
                </c:pt>
                <c:pt idx="744">
                  <c:v>154.32943715858582</c:v>
                </c:pt>
                <c:pt idx="745">
                  <c:v>152.19242525448558</c:v>
                </c:pt>
                <c:pt idx="746">
                  <c:v>150.32291973148051</c:v>
                </c:pt>
                <c:pt idx="747">
                  <c:v>151.41612481353076</c:v>
                </c:pt>
                <c:pt idx="748">
                  <c:v>149.82779242145895</c:v>
                </c:pt>
                <c:pt idx="749">
                  <c:v>148.54810930853719</c:v>
                </c:pt>
                <c:pt idx="750">
                  <c:v>147.7283517333866</c:v>
                </c:pt>
                <c:pt idx="751">
                  <c:v>144.47787672591011</c:v>
                </c:pt>
                <c:pt idx="752">
                  <c:v>146.67677796530609</c:v>
                </c:pt>
                <c:pt idx="753">
                  <c:v>144.64155852959502</c:v>
                </c:pt>
                <c:pt idx="754">
                  <c:v>142.31853704508345</c:v>
                </c:pt>
                <c:pt idx="755">
                  <c:v>144.60272753920611</c:v>
                </c:pt>
                <c:pt idx="756">
                  <c:v>143.09846847506472</c:v>
                </c:pt>
                <c:pt idx="757">
                  <c:v>144.91237012861046</c:v>
                </c:pt>
                <c:pt idx="758">
                  <c:v>144.11509694548931</c:v>
                </c:pt>
                <c:pt idx="759">
                  <c:v>143.88109797206587</c:v>
                </c:pt>
                <c:pt idx="760">
                  <c:v>140.48969403716819</c:v>
                </c:pt>
                <c:pt idx="761">
                  <c:v>141.3038722413628</c:v>
                </c:pt>
                <c:pt idx="762">
                  <c:v>137.91229200817614</c:v>
                </c:pt>
                <c:pt idx="763">
                  <c:v>135.65597731834637</c:v>
                </c:pt>
                <c:pt idx="764">
                  <c:v>135.12263446478789</c:v>
                </c:pt>
                <c:pt idx="765">
                  <c:v>131.67961816077121</c:v>
                </c:pt>
                <c:pt idx="766">
                  <c:v>131.73429643105442</c:v>
                </c:pt>
                <c:pt idx="767">
                  <c:v>132.18399385477349</c:v>
                </c:pt>
                <c:pt idx="768">
                  <c:v>135.02137160747253</c:v>
                </c:pt>
                <c:pt idx="769">
                  <c:v>134.8858940030446</c:v>
                </c:pt>
                <c:pt idx="770">
                  <c:v>131.14495132661483</c:v>
                </c:pt>
                <c:pt idx="771">
                  <c:v>135.05484858365878</c:v>
                </c:pt>
                <c:pt idx="772">
                  <c:v>134.38772422506887</c:v>
                </c:pt>
                <c:pt idx="773">
                  <c:v>133.84303907270746</c:v>
                </c:pt>
                <c:pt idx="774">
                  <c:v>134.90041992443653</c:v>
                </c:pt>
                <c:pt idx="775">
                  <c:v>136.41423767338611</c:v>
                </c:pt>
                <c:pt idx="776">
                  <c:v>139.00181195292086</c:v>
                </c:pt>
                <c:pt idx="777">
                  <c:v>138.09998452523087</c:v>
                </c:pt>
                <c:pt idx="778">
                  <c:v>137.83262991292958</c:v>
                </c:pt>
                <c:pt idx="779">
                  <c:v>138.86108412358519</c:v>
                </c:pt>
                <c:pt idx="780">
                  <c:v>138.71974597879145</c:v>
                </c:pt>
                <c:pt idx="781">
                  <c:v>138.356957106061</c:v>
                </c:pt>
                <c:pt idx="782">
                  <c:v>136.85377778651207</c:v>
                </c:pt>
                <c:pt idx="783">
                  <c:v>136.3180134570938</c:v>
                </c:pt>
                <c:pt idx="784">
                  <c:v>137.27112572342236</c:v>
                </c:pt>
                <c:pt idx="785">
                  <c:v>134.65620246999947</c:v>
                </c:pt>
                <c:pt idx="786">
                  <c:v>130.53585022236456</c:v>
                </c:pt>
                <c:pt idx="787">
                  <c:v>130.39360828241689</c:v>
                </c:pt>
                <c:pt idx="788">
                  <c:v>129.89382940772893</c:v>
                </c:pt>
                <c:pt idx="789">
                  <c:v>127.2911857701157</c:v>
                </c:pt>
                <c:pt idx="790">
                  <c:v>126.95471728174782</c:v>
                </c:pt>
                <c:pt idx="791">
                  <c:v>127.54158142688202</c:v>
                </c:pt>
                <c:pt idx="792">
                  <c:v>129.85316813443083</c:v>
                </c:pt>
                <c:pt idx="793">
                  <c:v>127.89386021778965</c:v>
                </c:pt>
                <c:pt idx="794">
                  <c:v>128.89745652379449</c:v>
                </c:pt>
                <c:pt idx="795">
                  <c:v>129.93027951576278</c:v>
                </c:pt>
                <c:pt idx="796">
                  <c:v>131.06788455035007</c:v>
                </c:pt>
                <c:pt idx="797">
                  <c:v>130.42878821517712</c:v>
                </c:pt>
                <c:pt idx="798">
                  <c:v>129.66258574624734</c:v>
                </c:pt>
                <c:pt idx="799">
                  <c:v>129.63557885295407</c:v>
                </c:pt>
                <c:pt idx="800">
                  <c:v>129.11575428838304</c:v>
                </c:pt>
                <c:pt idx="801">
                  <c:v>129.91336994130339</c:v>
                </c:pt>
                <c:pt idx="802">
                  <c:v>129.69282014085226</c:v>
                </c:pt>
                <c:pt idx="803">
                  <c:v>130.77954735594344</c:v>
                </c:pt>
                <c:pt idx="804">
                  <c:v>132.33424324122998</c:v>
                </c:pt>
                <c:pt idx="805">
                  <c:v>132.6950701205044</c:v>
                </c:pt>
                <c:pt idx="806">
                  <c:v>132.2173352827337</c:v>
                </c:pt>
                <c:pt idx="807">
                  <c:v>130.60228378091071</c:v>
                </c:pt>
                <c:pt idx="808">
                  <c:v>129.66845751300775</c:v>
                </c:pt>
                <c:pt idx="809">
                  <c:v>129.08788210787574</c:v>
                </c:pt>
                <c:pt idx="810">
                  <c:v>129.92073054062197</c:v>
                </c:pt>
                <c:pt idx="811">
                  <c:v>132.22669961287735</c:v>
                </c:pt>
                <c:pt idx="812">
                  <c:v>133.70401537336963</c:v>
                </c:pt>
                <c:pt idx="813">
                  <c:v>134.38622956932846</c:v>
                </c:pt>
                <c:pt idx="814">
                  <c:v>135.44034404080773</c:v>
                </c:pt>
                <c:pt idx="815">
                  <c:v>134.80459327706879</c:v>
                </c:pt>
                <c:pt idx="816">
                  <c:v>133.69179245945384</c:v>
                </c:pt>
                <c:pt idx="817">
                  <c:v>134.84477581583332</c:v>
                </c:pt>
                <c:pt idx="818">
                  <c:v>137.62497134720371</c:v>
                </c:pt>
                <c:pt idx="819">
                  <c:v>139.91629060571438</c:v>
                </c:pt>
                <c:pt idx="820">
                  <c:v>141.68988537979422</c:v>
                </c:pt>
                <c:pt idx="821">
                  <c:v>142.75188073436894</c:v>
                </c:pt>
                <c:pt idx="822">
                  <c:v>142.85161695990035</c:v>
                </c:pt>
                <c:pt idx="823">
                  <c:v>141.4689913558482</c:v>
                </c:pt>
                <c:pt idx="824">
                  <c:v>142.44974341330027</c:v>
                </c:pt>
                <c:pt idx="825">
                  <c:v>142.74968849140362</c:v>
                </c:pt>
                <c:pt idx="826">
                  <c:v>142.79786217336567</c:v>
                </c:pt>
                <c:pt idx="827">
                  <c:v>144.00663773836925</c:v>
                </c:pt>
                <c:pt idx="828">
                  <c:v>144.9255392521745</c:v>
                </c:pt>
                <c:pt idx="829">
                  <c:v>146.42942398371537</c:v>
                </c:pt>
                <c:pt idx="830">
                  <c:v>142.03684239127134</c:v>
                </c:pt>
                <c:pt idx="831">
                  <c:v>142.62313774145852</c:v>
                </c:pt>
                <c:pt idx="832">
                  <c:v>142.92863504354935</c:v>
                </c:pt>
                <c:pt idx="833">
                  <c:v>142.03848845681262</c:v>
                </c:pt>
                <c:pt idx="834">
                  <c:v>142.11167678121706</c:v>
                </c:pt>
                <c:pt idx="835">
                  <c:v>139.71499150651346</c:v>
                </c:pt>
                <c:pt idx="836">
                  <c:v>144.15351480440839</c:v>
                </c:pt>
                <c:pt idx="837">
                  <c:v>142.86578727375002</c:v>
                </c:pt>
                <c:pt idx="838">
                  <c:v>142.25314605448477</c:v>
                </c:pt>
                <c:pt idx="839">
                  <c:v>143.32397580342959</c:v>
                </c:pt>
                <c:pt idx="840">
                  <c:v>142.56090353718557</c:v>
                </c:pt>
                <c:pt idx="841">
                  <c:v>144.606948062773</c:v>
                </c:pt>
                <c:pt idx="842">
                  <c:v>144.92551292732034</c:v>
                </c:pt>
                <c:pt idx="843">
                  <c:v>145.62943100850859</c:v>
                </c:pt>
                <c:pt idx="844">
                  <c:v>147.87276741967079</c:v>
                </c:pt>
                <c:pt idx="845">
                  <c:v>146.36365472952167</c:v>
                </c:pt>
                <c:pt idx="846">
                  <c:v>145.36330939004537</c:v>
                </c:pt>
                <c:pt idx="847">
                  <c:v>142.29161382654047</c:v>
                </c:pt>
                <c:pt idx="848">
                  <c:v>143.29162267366715</c:v>
                </c:pt>
                <c:pt idx="849">
                  <c:v>144.67123620908234</c:v>
                </c:pt>
                <c:pt idx="850">
                  <c:v>143.59312843498063</c:v>
                </c:pt>
                <c:pt idx="851">
                  <c:v>141.36053670642269</c:v>
                </c:pt>
                <c:pt idx="852">
                  <c:v>138.59034887323122</c:v>
                </c:pt>
                <c:pt idx="853">
                  <c:v>135.21488010806522</c:v>
                </c:pt>
                <c:pt idx="854">
                  <c:v>135.46280023421318</c:v>
                </c:pt>
                <c:pt idx="855">
                  <c:v>133.38856652240261</c:v>
                </c:pt>
                <c:pt idx="856">
                  <c:v>133.00517639069184</c:v>
                </c:pt>
                <c:pt idx="857">
                  <c:v>135.91948027793535</c:v>
                </c:pt>
                <c:pt idx="858">
                  <c:v>134.09759653076839</c:v>
                </c:pt>
                <c:pt idx="859">
                  <c:v>137.64257813075369</c:v>
                </c:pt>
                <c:pt idx="860">
                  <c:v>137.54481388207429</c:v>
                </c:pt>
                <c:pt idx="861">
                  <c:v>136.31148812420699</c:v>
                </c:pt>
                <c:pt idx="862">
                  <c:v>135.84257200819195</c:v>
                </c:pt>
                <c:pt idx="863">
                  <c:v>135.24794843843569</c:v>
                </c:pt>
                <c:pt idx="864">
                  <c:v>134.07004828099747</c:v>
                </c:pt>
                <c:pt idx="865">
                  <c:v>135.69622100878382</c:v>
                </c:pt>
                <c:pt idx="866">
                  <c:v>136.81829482334345</c:v>
                </c:pt>
                <c:pt idx="867">
                  <c:v>138.40266321550848</c:v>
                </c:pt>
                <c:pt idx="868">
                  <c:v>138.5014756222522</c:v>
                </c:pt>
                <c:pt idx="869">
                  <c:v>137.34085565077052</c:v>
                </c:pt>
                <c:pt idx="870">
                  <c:v>138.15100294263948</c:v>
                </c:pt>
                <c:pt idx="871">
                  <c:v>139.37280474146885</c:v>
                </c:pt>
                <c:pt idx="872">
                  <c:v>138.86906165683331</c:v>
                </c:pt>
                <c:pt idx="873">
                  <c:v>139.99762460973307</c:v>
                </c:pt>
                <c:pt idx="874">
                  <c:v>142.30858352548151</c:v>
                </c:pt>
                <c:pt idx="875">
                  <c:v>142.04173985421787</c:v>
                </c:pt>
                <c:pt idx="876">
                  <c:v>141.67638960536263</c:v>
                </c:pt>
                <c:pt idx="877">
                  <c:v>142.55189521414346</c:v>
                </c:pt>
                <c:pt idx="878">
                  <c:v>143.65376753698567</c:v>
                </c:pt>
                <c:pt idx="879">
                  <c:v>144.58376856442626</c:v>
                </c:pt>
                <c:pt idx="880">
                  <c:v>143.12870526074838</c:v>
                </c:pt>
                <c:pt idx="881">
                  <c:v>147.8972435754404</c:v>
                </c:pt>
                <c:pt idx="882">
                  <c:v>146.42630614026285</c:v>
                </c:pt>
                <c:pt idx="883">
                  <c:v>147.08861031777889</c:v>
                </c:pt>
                <c:pt idx="884">
                  <c:v>146.0073769931293</c:v>
                </c:pt>
                <c:pt idx="885">
                  <c:v>145.68705008757169</c:v>
                </c:pt>
                <c:pt idx="886">
                  <c:v>144.32808155658583</c:v>
                </c:pt>
                <c:pt idx="887">
                  <c:v>144.97326938939082</c:v>
                </c:pt>
                <c:pt idx="888">
                  <c:v>145.11442913504226</c:v>
                </c:pt>
                <c:pt idx="889">
                  <c:v>146.91235896181053</c:v>
                </c:pt>
                <c:pt idx="890">
                  <c:v>146.96180734019794</c:v>
                </c:pt>
                <c:pt idx="891">
                  <c:v>147.5718595862194</c:v>
                </c:pt>
                <c:pt idx="892">
                  <c:v>148.06662604823714</c:v>
                </c:pt>
                <c:pt idx="893">
                  <c:v>149.26376575627177</c:v>
                </c:pt>
                <c:pt idx="894">
                  <c:v>150.52267354085629</c:v>
                </c:pt>
                <c:pt idx="895">
                  <c:v>149.48626137605774</c:v>
                </c:pt>
                <c:pt idx="896">
                  <c:v>148.65779350363883</c:v>
                </c:pt>
                <c:pt idx="897">
                  <c:v>146.91451825880384</c:v>
                </c:pt>
                <c:pt idx="898">
                  <c:v>145.9489957279614</c:v>
                </c:pt>
                <c:pt idx="899">
                  <c:v>146.77606007881778</c:v>
                </c:pt>
                <c:pt idx="900">
                  <c:v>145.99693129382101</c:v>
                </c:pt>
                <c:pt idx="901">
                  <c:v>145.11209489240483</c:v>
                </c:pt>
                <c:pt idx="902">
                  <c:v>145.92402495391175</c:v>
                </c:pt>
                <c:pt idx="903">
                  <c:v>146.61306502083855</c:v>
                </c:pt>
                <c:pt idx="904">
                  <c:v>144.61834620998803</c:v>
                </c:pt>
                <c:pt idx="905">
                  <c:v>142.95631864582359</c:v>
                </c:pt>
                <c:pt idx="906">
                  <c:v>144.35800205963832</c:v>
                </c:pt>
                <c:pt idx="907">
                  <c:v>143.85468638333256</c:v>
                </c:pt>
                <c:pt idx="908">
                  <c:v>142.40267335985834</c:v>
                </c:pt>
                <c:pt idx="909">
                  <c:v>142.0219928512378</c:v>
                </c:pt>
                <c:pt idx="910">
                  <c:v>139.3933706748407</c:v>
                </c:pt>
                <c:pt idx="911">
                  <c:v>141.07304741121791</c:v>
                </c:pt>
                <c:pt idx="912">
                  <c:v>141.91392228620515</c:v>
                </c:pt>
                <c:pt idx="913">
                  <c:v>141.87397601295501</c:v>
                </c:pt>
                <c:pt idx="914">
                  <c:v>142.39479156390138</c:v>
                </c:pt>
                <c:pt idx="915">
                  <c:v>141.7120014449192</c:v>
                </c:pt>
                <c:pt idx="916">
                  <c:v>142.47377571118489</c:v>
                </c:pt>
                <c:pt idx="917">
                  <c:v>142.91793691863214</c:v>
                </c:pt>
                <c:pt idx="918">
                  <c:v>141.22261957974595</c:v>
                </c:pt>
                <c:pt idx="919">
                  <c:v>140.86763221347184</c:v>
                </c:pt>
                <c:pt idx="920">
                  <c:v>139.91631879131407</c:v>
                </c:pt>
                <c:pt idx="921">
                  <c:v>142.35738324447203</c:v>
                </c:pt>
                <c:pt idx="922">
                  <c:v>141.14298550255708</c:v>
                </c:pt>
                <c:pt idx="923">
                  <c:v>141.99681465562503</c:v>
                </c:pt>
                <c:pt idx="924">
                  <c:v>141.62103785983194</c:v>
                </c:pt>
                <c:pt idx="925">
                  <c:v>142.83679370908925</c:v>
                </c:pt>
                <c:pt idx="926">
                  <c:v>142.43808633114202</c:v>
                </c:pt>
                <c:pt idx="927">
                  <c:v>143.1743168731588</c:v>
                </c:pt>
                <c:pt idx="928">
                  <c:v>144.31501305904266</c:v>
                </c:pt>
                <c:pt idx="929">
                  <c:v>144.38553310957286</c:v>
                </c:pt>
                <c:pt idx="930">
                  <c:v>144.72892779603563</c:v>
                </c:pt>
                <c:pt idx="931">
                  <c:v>144.23796725503439</c:v>
                </c:pt>
                <c:pt idx="932">
                  <c:v>142.36543871640885</c:v>
                </c:pt>
                <c:pt idx="933">
                  <c:v>140.43914331894402</c:v>
                </c:pt>
                <c:pt idx="934">
                  <c:v>140.64941258461457</c:v>
                </c:pt>
                <c:pt idx="935">
                  <c:v>140.62254606160769</c:v>
                </c:pt>
                <c:pt idx="936">
                  <c:v>140.80545740141827</c:v>
                </c:pt>
                <c:pt idx="937">
                  <c:v>141.1542825437603</c:v>
                </c:pt>
                <c:pt idx="938">
                  <c:v>142.81581426430492</c:v>
                </c:pt>
                <c:pt idx="939">
                  <c:v>141.64303244716254</c:v>
                </c:pt>
                <c:pt idx="940">
                  <c:v>140.71307818478084</c:v>
                </c:pt>
                <c:pt idx="941">
                  <c:v>141.63133694948084</c:v>
                </c:pt>
                <c:pt idx="942">
                  <c:v>142.07441051395125</c:v>
                </c:pt>
                <c:pt idx="943">
                  <c:v>141.83993253105069</c:v>
                </c:pt>
                <c:pt idx="944">
                  <c:v>141.03862808960679</c:v>
                </c:pt>
                <c:pt idx="945">
                  <c:v>142.41969985501223</c:v>
                </c:pt>
                <c:pt idx="946">
                  <c:v>142.73485785969172</c:v>
                </c:pt>
                <c:pt idx="947">
                  <c:v>143.21975584015757</c:v>
                </c:pt>
                <c:pt idx="948">
                  <c:v>142.19197776618114</c:v>
                </c:pt>
                <c:pt idx="949">
                  <c:v>141.4669923951613</c:v>
                </c:pt>
                <c:pt idx="950">
                  <c:v>141.51247328785874</c:v>
                </c:pt>
                <c:pt idx="951">
                  <c:v>139.20200288627018</c:v>
                </c:pt>
                <c:pt idx="952">
                  <c:v>139.01287084238737</c:v>
                </c:pt>
                <c:pt idx="953">
                  <c:v>138.71482680330337</c:v>
                </c:pt>
                <c:pt idx="954">
                  <c:v>138.01960963682825</c:v>
                </c:pt>
                <c:pt idx="955">
                  <c:v>137.64679030977567</c:v>
                </c:pt>
                <c:pt idx="956">
                  <c:v>137.73370271243374</c:v>
                </c:pt>
                <c:pt idx="957">
                  <c:v>140.33206750642506</c:v>
                </c:pt>
                <c:pt idx="958">
                  <c:v>142.20490554786443</c:v>
                </c:pt>
                <c:pt idx="959">
                  <c:v>141.8993451970675</c:v>
                </c:pt>
                <c:pt idx="960">
                  <c:v>140.92255486745916</c:v>
                </c:pt>
                <c:pt idx="961">
                  <c:v>139.17328720728602</c:v>
                </c:pt>
                <c:pt idx="962">
                  <c:v>137.23128397023532</c:v>
                </c:pt>
                <c:pt idx="963">
                  <c:v>135.69239466482338</c:v>
                </c:pt>
                <c:pt idx="964">
                  <c:v>134.66703226600023</c:v>
                </c:pt>
                <c:pt idx="965">
                  <c:v>134.5441060787968</c:v>
                </c:pt>
                <c:pt idx="966">
                  <c:v>134.82574658614902</c:v>
                </c:pt>
                <c:pt idx="967">
                  <c:v>135.57778391338888</c:v>
                </c:pt>
                <c:pt idx="968">
                  <c:v>135.90440969500872</c:v>
                </c:pt>
                <c:pt idx="969">
                  <c:v>136.08648732020478</c:v>
                </c:pt>
                <c:pt idx="970">
                  <c:v>135.02143864323142</c:v>
                </c:pt>
                <c:pt idx="971">
                  <c:v>135.27571648943544</c:v>
                </c:pt>
                <c:pt idx="972">
                  <c:v>135.83537220313818</c:v>
                </c:pt>
                <c:pt idx="973">
                  <c:v>138.47755646926245</c:v>
                </c:pt>
                <c:pt idx="974">
                  <c:v>140.17918270528594</c:v>
                </c:pt>
                <c:pt idx="975">
                  <c:v>141.02668525973687</c:v>
                </c:pt>
                <c:pt idx="976">
                  <c:v>141.45333319628412</c:v>
                </c:pt>
                <c:pt idx="977">
                  <c:v>142.03524230178459</c:v>
                </c:pt>
                <c:pt idx="978">
                  <c:v>142.29106158752893</c:v>
                </c:pt>
                <c:pt idx="979">
                  <c:v>140.4656936899502</c:v>
                </c:pt>
                <c:pt idx="980">
                  <c:v>140.0114565446942</c:v>
                </c:pt>
                <c:pt idx="981">
                  <c:v>140.08923282642385</c:v>
                </c:pt>
                <c:pt idx="982">
                  <c:v>140.15848275921394</c:v>
                </c:pt>
                <c:pt idx="983">
                  <c:v>141.28079005143863</c:v>
                </c:pt>
                <c:pt idx="984">
                  <c:v>141.7154864175761</c:v>
                </c:pt>
                <c:pt idx="985">
                  <c:v>142.08787050046729</c:v>
                </c:pt>
                <c:pt idx="986">
                  <c:v>143.37002914364365</c:v>
                </c:pt>
                <c:pt idx="987">
                  <c:v>144.23440925617831</c:v>
                </c:pt>
                <c:pt idx="988">
                  <c:v>144.84232889490141</c:v>
                </c:pt>
                <c:pt idx="989">
                  <c:v>145.82228510898156</c:v>
                </c:pt>
                <c:pt idx="990">
                  <c:v>144.18112096108766</c:v>
                </c:pt>
                <c:pt idx="991">
                  <c:v>145.81256601031717</c:v>
                </c:pt>
                <c:pt idx="992">
                  <c:v>145.75837183194179</c:v>
                </c:pt>
                <c:pt idx="993">
                  <c:v>145.64042192775702</c:v>
                </c:pt>
                <c:pt idx="994">
                  <c:v>145.72206871113227</c:v>
                </c:pt>
                <c:pt idx="995">
                  <c:v>146.24886469724626</c:v>
                </c:pt>
                <c:pt idx="996">
                  <c:v>145.2982518460214</c:v>
                </c:pt>
                <c:pt idx="997">
                  <c:v>144.25757190711641</c:v>
                </c:pt>
                <c:pt idx="998">
                  <c:v>143.76566068249818</c:v>
                </c:pt>
                <c:pt idx="999">
                  <c:v>144.07740672568568</c:v>
                </c:pt>
                <c:pt idx="1000">
                  <c:v>144.45018592448758</c:v>
                </c:pt>
                <c:pt idx="1001">
                  <c:v>144.496140347899</c:v>
                </c:pt>
                <c:pt idx="1002">
                  <c:v>144.14248098125381</c:v>
                </c:pt>
                <c:pt idx="1003">
                  <c:v>144.32601306847343</c:v>
                </c:pt>
                <c:pt idx="1004">
                  <c:v>145.84531484628431</c:v>
                </c:pt>
                <c:pt idx="1005">
                  <c:v>146.64963584263444</c:v>
                </c:pt>
                <c:pt idx="1006">
                  <c:v>146.90938508799934</c:v>
                </c:pt>
                <c:pt idx="1007">
                  <c:v>146.19888300047467</c:v>
                </c:pt>
                <c:pt idx="1008">
                  <c:v>146.13751141245743</c:v>
                </c:pt>
                <c:pt idx="1009">
                  <c:v>146.66182786360187</c:v>
                </c:pt>
                <c:pt idx="1010">
                  <c:v>146.763058019901</c:v>
                </c:pt>
                <c:pt idx="1011">
                  <c:v>146.66417663087961</c:v>
                </c:pt>
                <c:pt idx="1012">
                  <c:v>147.6707073689013</c:v>
                </c:pt>
                <c:pt idx="1013">
                  <c:v>146.90118070313119</c:v>
                </c:pt>
                <c:pt idx="1014">
                  <c:v>146.37992149515779</c:v>
                </c:pt>
                <c:pt idx="1015">
                  <c:v>147.92782687033434</c:v>
                </c:pt>
                <c:pt idx="1016">
                  <c:v>148.26566563327589</c:v>
                </c:pt>
                <c:pt idx="1017">
                  <c:v>147.74463651796114</c:v>
                </c:pt>
                <c:pt idx="1018">
                  <c:v>149.41346217829815</c:v>
                </c:pt>
                <c:pt idx="1019">
                  <c:v>148.90363559902727</c:v>
                </c:pt>
                <c:pt idx="1020">
                  <c:v>148.85694294023432</c:v>
                </c:pt>
                <c:pt idx="1021">
                  <c:v>149.35387716663584</c:v>
                </c:pt>
                <c:pt idx="1022">
                  <c:v>149.0055677875599</c:v>
                </c:pt>
                <c:pt idx="1023">
                  <c:v>148.15503614748135</c:v>
                </c:pt>
                <c:pt idx="1024">
                  <c:v>148.27407138381309</c:v>
                </c:pt>
                <c:pt idx="1025">
                  <c:v>149.34411530065196</c:v>
                </c:pt>
                <c:pt idx="1026">
                  <c:v>153.55723947690791</c:v>
                </c:pt>
                <c:pt idx="1027">
                  <c:v>154.20250673177043</c:v>
                </c:pt>
                <c:pt idx="1028">
                  <c:v>153.75040622500319</c:v>
                </c:pt>
                <c:pt idx="1029">
                  <c:v>153.9941333935044</c:v>
                </c:pt>
                <c:pt idx="1030">
                  <c:v>152.40484363808491</c:v>
                </c:pt>
                <c:pt idx="1031">
                  <c:v>152.63441723773113</c:v>
                </c:pt>
                <c:pt idx="1032">
                  <c:v>153.79511432933893</c:v>
                </c:pt>
                <c:pt idx="1033">
                  <c:v>153.40369219933606</c:v>
                </c:pt>
                <c:pt idx="1034">
                  <c:v>154.0934471019917</c:v>
                </c:pt>
                <c:pt idx="1035">
                  <c:v>155.30736790830227</c:v>
                </c:pt>
                <c:pt idx="1036">
                  <c:v>156.46735534996046</c:v>
                </c:pt>
                <c:pt idx="1037">
                  <c:v>157.13599937965859</c:v>
                </c:pt>
                <c:pt idx="1038">
                  <c:v>157.74276399515369</c:v>
                </c:pt>
                <c:pt idx="1039">
                  <c:v>158.97109086239064</c:v>
                </c:pt>
                <c:pt idx="1040">
                  <c:v>156.92652454331611</c:v>
                </c:pt>
                <c:pt idx="1041">
                  <c:v>156.4069963627054</c:v>
                </c:pt>
                <c:pt idx="1042">
                  <c:v>156.55980292387082</c:v>
                </c:pt>
                <c:pt idx="1043">
                  <c:v>157.04507909286315</c:v>
                </c:pt>
                <c:pt idx="1044">
                  <c:v>156.00018389340008</c:v>
                </c:pt>
                <c:pt idx="1045">
                  <c:v>155.26778555604542</c:v>
                </c:pt>
                <c:pt idx="1046">
                  <c:v>156.12714604397235</c:v>
                </c:pt>
                <c:pt idx="1047">
                  <c:v>155.89996570774974</c:v>
                </c:pt>
                <c:pt idx="1048">
                  <c:v>153.84292999090164</c:v>
                </c:pt>
                <c:pt idx="1049">
                  <c:v>152.23870676044979</c:v>
                </c:pt>
                <c:pt idx="1050">
                  <c:v>153.21064478669228</c:v>
                </c:pt>
                <c:pt idx="1051">
                  <c:v>153.31190311110794</c:v>
                </c:pt>
                <c:pt idx="1052">
                  <c:v>153.50437217545212</c:v>
                </c:pt>
                <c:pt idx="1053">
                  <c:v>153.81574095094416</c:v>
                </c:pt>
                <c:pt idx="1054">
                  <c:v>153.06059652813582</c:v>
                </c:pt>
                <c:pt idx="1055">
                  <c:v>152.31478090880933</c:v>
                </c:pt>
                <c:pt idx="1056">
                  <c:v>151.28111082521434</c:v>
                </c:pt>
                <c:pt idx="1057">
                  <c:v>150.87615122002046</c:v>
                </c:pt>
                <c:pt idx="1058">
                  <c:v>151.45351334454782</c:v>
                </c:pt>
                <c:pt idx="1059">
                  <c:v>151.54935444077933</c:v>
                </c:pt>
                <c:pt idx="1060">
                  <c:v>152.31123894744474</c:v>
                </c:pt>
                <c:pt idx="1061">
                  <c:v>152.57101750297667</c:v>
                </c:pt>
                <c:pt idx="1062">
                  <c:v>151.53092087808346</c:v>
                </c:pt>
                <c:pt idx="1063">
                  <c:v>151.86092042744681</c:v>
                </c:pt>
                <c:pt idx="1064">
                  <c:v>151.97764847081018</c:v>
                </c:pt>
                <c:pt idx="1065">
                  <c:v>151.78396229981703</c:v>
                </c:pt>
                <c:pt idx="1066">
                  <c:v>151.35444266007113</c:v>
                </c:pt>
                <c:pt idx="1067">
                  <c:v>152.67703383577597</c:v>
                </c:pt>
                <c:pt idx="1068">
                  <c:v>153.23971482106032</c:v>
                </c:pt>
                <c:pt idx="1069">
                  <c:v>153.07786650203477</c:v>
                </c:pt>
                <c:pt idx="1070">
                  <c:v>153.04146473858788</c:v>
                </c:pt>
                <c:pt idx="1071">
                  <c:v>153.76428662849358</c:v>
                </c:pt>
                <c:pt idx="1072">
                  <c:v>154.58253688702507</c:v>
                </c:pt>
                <c:pt idx="1073">
                  <c:v>156.33105024359523</c:v>
                </c:pt>
                <c:pt idx="1074">
                  <c:v>156.37066941582944</c:v>
                </c:pt>
                <c:pt idx="1075">
                  <c:v>156.98653619279995</c:v>
                </c:pt>
                <c:pt idx="1076">
                  <c:v>157.06352490161615</c:v>
                </c:pt>
                <c:pt idx="1077">
                  <c:v>157.65561414455493</c:v>
                </c:pt>
                <c:pt idx="1078">
                  <c:v>154.8716067358136</c:v>
                </c:pt>
                <c:pt idx="1079">
                  <c:v>153.74121208764979</c:v>
                </c:pt>
                <c:pt idx="1080">
                  <c:v>153.60371696028196</c:v>
                </c:pt>
                <c:pt idx="1081">
                  <c:v>153.36175827218187</c:v>
                </c:pt>
                <c:pt idx="1082">
                  <c:v>152.92992079735595</c:v>
                </c:pt>
                <c:pt idx="1083">
                  <c:v>153.35743260038549</c:v>
                </c:pt>
                <c:pt idx="1084">
                  <c:v>151.21429004128882</c:v>
                </c:pt>
                <c:pt idx="1085">
                  <c:v>152.18635303786778</c:v>
                </c:pt>
                <c:pt idx="1086">
                  <c:v>153.03517234845961</c:v>
                </c:pt>
                <c:pt idx="1087">
                  <c:v>151.91460244579073</c:v>
                </c:pt>
                <c:pt idx="1088">
                  <c:v>153.19838497589899</c:v>
                </c:pt>
                <c:pt idx="1089">
                  <c:v>154.1458877493082</c:v>
                </c:pt>
                <c:pt idx="1090">
                  <c:v>154.0948792264378</c:v>
                </c:pt>
                <c:pt idx="1091">
                  <c:v>153.66659586632619</c:v>
                </c:pt>
                <c:pt idx="1092">
                  <c:v>153.38734129535044</c:v>
                </c:pt>
                <c:pt idx="1093">
                  <c:v>154.0070571890783</c:v>
                </c:pt>
                <c:pt idx="1094">
                  <c:v>152.72659289527101</c:v>
                </c:pt>
                <c:pt idx="1095">
                  <c:v>152.12012011348398</c:v>
                </c:pt>
                <c:pt idx="1096">
                  <c:v>151.72238117126224</c:v>
                </c:pt>
                <c:pt idx="1097">
                  <c:v>149.86419008213139</c:v>
                </c:pt>
                <c:pt idx="1098">
                  <c:v>146.42331354989898</c:v>
                </c:pt>
                <c:pt idx="1099">
                  <c:v>147.88086767192365</c:v>
                </c:pt>
                <c:pt idx="1100">
                  <c:v>148.6173445179912</c:v>
                </c:pt>
                <c:pt idx="1101">
                  <c:v>148.06336756042674</c:v>
                </c:pt>
                <c:pt idx="1102">
                  <c:v>147.37938310305481</c:v>
                </c:pt>
                <c:pt idx="1103">
                  <c:v>148.5519993093786</c:v>
                </c:pt>
                <c:pt idx="1104">
                  <c:v>149.20079134232543</c:v>
                </c:pt>
                <c:pt idx="1105">
                  <c:v>150.66223694805214</c:v>
                </c:pt>
                <c:pt idx="1106">
                  <c:v>150.54537823860903</c:v>
                </c:pt>
                <c:pt idx="1107">
                  <c:v>150.61501252772069</c:v>
                </c:pt>
                <c:pt idx="1108">
                  <c:v>150.26142583262762</c:v>
                </c:pt>
                <c:pt idx="1109">
                  <c:v>150.29918226069367</c:v>
                </c:pt>
                <c:pt idx="1110">
                  <c:v>151.12071995089758</c:v>
                </c:pt>
                <c:pt idx="1111">
                  <c:v>150.41772654298435</c:v>
                </c:pt>
                <c:pt idx="1112">
                  <c:v>153.00470771186798</c:v>
                </c:pt>
                <c:pt idx="1113">
                  <c:v>152.52209424560425</c:v>
                </c:pt>
                <c:pt idx="1114">
                  <c:v>152.07733107768041</c:v>
                </c:pt>
                <c:pt idx="1115">
                  <c:v>152.68697964997276</c:v>
                </c:pt>
                <c:pt idx="1116">
                  <c:v>152.91789618170495</c:v>
                </c:pt>
                <c:pt idx="1117">
                  <c:v>152.90531963780515</c:v>
                </c:pt>
                <c:pt idx="1118">
                  <c:v>153.16614514935588</c:v>
                </c:pt>
                <c:pt idx="1119">
                  <c:v>154.98717825278456</c:v>
                </c:pt>
                <c:pt idx="1120">
                  <c:v>155.13002693202765</c:v>
                </c:pt>
                <c:pt idx="1121">
                  <c:v>156.2521294249766</c:v>
                </c:pt>
                <c:pt idx="1122">
                  <c:v>159.50335767178743</c:v>
                </c:pt>
                <c:pt idx="1123">
                  <c:v>160.39126480156412</c:v>
                </c:pt>
                <c:pt idx="1124">
                  <c:v>161.29373685531218</c:v>
                </c:pt>
                <c:pt idx="1125">
                  <c:v>160.96757907352145</c:v>
                </c:pt>
                <c:pt idx="1126">
                  <c:v>161.66518817939613</c:v>
                </c:pt>
                <c:pt idx="1127">
                  <c:v>161.86647580346468</c:v>
                </c:pt>
                <c:pt idx="1128">
                  <c:v>161.00655150695002</c:v>
                </c:pt>
                <c:pt idx="1129">
                  <c:v>161.05532284148629</c:v>
                </c:pt>
                <c:pt idx="1130">
                  <c:v>163.29493977174153</c:v>
                </c:pt>
                <c:pt idx="1131">
                  <c:v>165.87821022818335</c:v>
                </c:pt>
                <c:pt idx="1132">
                  <c:v>165.8114323523977</c:v>
                </c:pt>
                <c:pt idx="1133">
                  <c:v>165.77258613464579</c:v>
                </c:pt>
                <c:pt idx="1134">
                  <c:v>163.66490841569313</c:v>
                </c:pt>
                <c:pt idx="1135">
                  <c:v>164.25946554911351</c:v>
                </c:pt>
                <c:pt idx="1136">
                  <c:v>166.97914785694542</c:v>
                </c:pt>
                <c:pt idx="1137">
                  <c:v>167.84129732418663</c:v>
                </c:pt>
                <c:pt idx="1138">
                  <c:v>167.44697317479267</c:v>
                </c:pt>
                <c:pt idx="1139">
                  <c:v>167.52040480571677</c:v>
                </c:pt>
                <c:pt idx="1140">
                  <c:v>166.53034305476595</c:v>
                </c:pt>
                <c:pt idx="1141">
                  <c:v>165.29685701718668</c:v>
                </c:pt>
                <c:pt idx="1142">
                  <c:v>166.48228129733198</c:v>
                </c:pt>
                <c:pt idx="1143">
                  <c:v>167.14528448202583</c:v>
                </c:pt>
                <c:pt idx="1144">
                  <c:v>165.8021267825394</c:v>
                </c:pt>
                <c:pt idx="1145">
                  <c:v>165.75411727908701</c:v>
                </c:pt>
                <c:pt idx="1146">
                  <c:v>166.33269681044183</c:v>
                </c:pt>
                <c:pt idx="1147">
                  <c:v>166.90800404598335</c:v>
                </c:pt>
                <c:pt idx="1148">
                  <c:v>168.78499559767758</c:v>
                </c:pt>
                <c:pt idx="1149">
                  <c:v>170.11020226013147</c:v>
                </c:pt>
                <c:pt idx="1150">
                  <c:v>166.01583357464648</c:v>
                </c:pt>
                <c:pt idx="1151">
                  <c:v>165.30031287290043</c:v>
                </c:pt>
                <c:pt idx="1152">
                  <c:v>165.85015396836627</c:v>
                </c:pt>
                <c:pt idx="1153">
                  <c:v>163.44685730547832</c:v>
                </c:pt>
                <c:pt idx="1154">
                  <c:v>164.96395502221017</c:v>
                </c:pt>
                <c:pt idx="1155">
                  <c:v>164.18881192779355</c:v>
                </c:pt>
                <c:pt idx="1156">
                  <c:v>167.00230364245309</c:v>
                </c:pt>
                <c:pt idx="1157">
                  <c:v>165.20183364694103</c:v>
                </c:pt>
                <c:pt idx="1158">
                  <c:v>166.70068492858795</c:v>
                </c:pt>
                <c:pt idx="1159">
                  <c:v>166.70374826001643</c:v>
                </c:pt>
                <c:pt idx="1160">
                  <c:v>167.9605395026085</c:v>
                </c:pt>
                <c:pt idx="1161">
                  <c:v>166.75725553672322</c:v>
                </c:pt>
                <c:pt idx="1162">
                  <c:v>167.74440371216593</c:v>
                </c:pt>
                <c:pt idx="1163">
                  <c:v>167.83984502001218</c:v>
                </c:pt>
                <c:pt idx="1164">
                  <c:v>166.15724929934356</c:v>
                </c:pt>
                <c:pt idx="1165">
                  <c:v>166.49916460013449</c:v>
                </c:pt>
                <c:pt idx="1166">
                  <c:v>165.29100075846532</c:v>
                </c:pt>
                <c:pt idx="1167">
                  <c:v>166.36626531588396</c:v>
                </c:pt>
                <c:pt idx="1168">
                  <c:v>166.85308519829519</c:v>
                </c:pt>
                <c:pt idx="1169">
                  <c:v>167.53198131355069</c:v>
                </c:pt>
                <c:pt idx="1170">
                  <c:v>168.24481232748656</c:v>
                </c:pt>
                <c:pt idx="1171">
                  <c:v>169.00931349372365</c:v>
                </c:pt>
                <c:pt idx="1172">
                  <c:v>169.95840294314416</c:v>
                </c:pt>
                <c:pt idx="1173">
                  <c:v>169.12194255281122</c:v>
                </c:pt>
                <c:pt idx="1174">
                  <c:v>170.28833335605424</c:v>
                </c:pt>
                <c:pt idx="1175">
                  <c:v>170.32940159812966</c:v>
                </c:pt>
                <c:pt idx="1176">
                  <c:v>169.50988914525729</c:v>
                </c:pt>
                <c:pt idx="1177">
                  <c:v>170.20835959112534</c:v>
                </c:pt>
                <c:pt idx="1178">
                  <c:v>168.31928443914572</c:v>
                </c:pt>
                <c:pt idx="1179">
                  <c:v>168.75558689396399</c:v>
                </c:pt>
                <c:pt idx="1180">
                  <c:v>171.79515339431615</c:v>
                </c:pt>
                <c:pt idx="1181">
                  <c:v>172.00971399524144</c:v>
                </c:pt>
                <c:pt idx="1182">
                  <c:v>171.48966410866353</c:v>
                </c:pt>
                <c:pt idx="1183">
                  <c:v>172.48149366825967</c:v>
                </c:pt>
                <c:pt idx="1184">
                  <c:v>172.82878239685198</c:v>
                </c:pt>
                <c:pt idx="1185">
                  <c:v>171.60116064894049</c:v>
                </c:pt>
                <c:pt idx="1186">
                  <c:v>171.84566614132746</c:v>
                </c:pt>
                <c:pt idx="1187">
                  <c:v>169.40931203348464</c:v>
                </c:pt>
                <c:pt idx="1188">
                  <c:v>170.25545538124018</c:v>
                </c:pt>
                <c:pt idx="1189">
                  <c:v>169.15556752163502</c:v>
                </c:pt>
                <c:pt idx="1190">
                  <c:v>167.58783432043174</c:v>
                </c:pt>
                <c:pt idx="1191">
                  <c:v>167.46911674392177</c:v>
                </c:pt>
                <c:pt idx="1192">
                  <c:v>168.66409577272478</c:v>
                </c:pt>
                <c:pt idx="1193">
                  <c:v>167.81290474703121</c:v>
                </c:pt>
                <c:pt idx="1194">
                  <c:v>169.09276079974771</c:v>
                </c:pt>
                <c:pt idx="1195">
                  <c:v>170.51092502499012</c:v>
                </c:pt>
                <c:pt idx="1196">
                  <c:v>171.35187037982715</c:v>
                </c:pt>
                <c:pt idx="1197">
                  <c:v>171.12723814892152</c:v>
                </c:pt>
                <c:pt idx="1198">
                  <c:v>170.93762908972866</c:v>
                </c:pt>
                <c:pt idx="1199">
                  <c:v>171.82402623998476</c:v>
                </c:pt>
                <c:pt idx="1200">
                  <c:v>172.83180699145584</c:v>
                </c:pt>
                <c:pt idx="1201">
                  <c:v>174.03186930529961</c:v>
                </c:pt>
                <c:pt idx="1202">
                  <c:v>171.84561928592944</c:v>
                </c:pt>
                <c:pt idx="1203">
                  <c:v>168.62136397365285</c:v>
                </c:pt>
                <c:pt idx="1204">
                  <c:v>167.5324559486919</c:v>
                </c:pt>
                <c:pt idx="1205">
                  <c:v>168.90866204403284</c:v>
                </c:pt>
                <c:pt idx="1206">
                  <c:v>170.42814148385042</c:v>
                </c:pt>
                <c:pt idx="1207">
                  <c:v>170.70725573298077</c:v>
                </c:pt>
                <c:pt idx="1208">
                  <c:v>171.13205608170253</c:v>
                </c:pt>
                <c:pt idx="1209">
                  <c:v>172.10007685642884</c:v>
                </c:pt>
                <c:pt idx="1210">
                  <c:v>170.76383797500915</c:v>
                </c:pt>
                <c:pt idx="1211">
                  <c:v>172.73688660497709</c:v>
                </c:pt>
                <c:pt idx="1212">
                  <c:v>172.57007172280933</c:v>
                </c:pt>
                <c:pt idx="1213">
                  <c:v>171.02459334775432</c:v>
                </c:pt>
                <c:pt idx="1214">
                  <c:v>170.87421007920332</c:v>
                </c:pt>
                <c:pt idx="1215">
                  <c:v>169.92804558039791</c:v>
                </c:pt>
                <c:pt idx="1216">
                  <c:v>169.79613502254398</c:v>
                </c:pt>
                <c:pt idx="1217">
                  <c:v>167.37522133345973</c:v>
                </c:pt>
                <c:pt idx="1218">
                  <c:v>167.98315293033326</c:v>
                </c:pt>
                <c:pt idx="1219">
                  <c:v>168.1831940057331</c:v>
                </c:pt>
                <c:pt idx="1220">
                  <c:v>168.94895226722767</c:v>
                </c:pt>
                <c:pt idx="1221">
                  <c:v>168.69924348543606</c:v>
                </c:pt>
                <c:pt idx="1222">
                  <c:v>170.27983053139317</c:v>
                </c:pt>
                <c:pt idx="1223">
                  <c:v>170.90549370582511</c:v>
                </c:pt>
                <c:pt idx="1224">
                  <c:v>171.23565562775306</c:v>
                </c:pt>
                <c:pt idx="1225">
                  <c:v>172.12679317562279</c:v>
                </c:pt>
                <c:pt idx="1226">
                  <c:v>175.11274477017534</c:v>
                </c:pt>
                <c:pt idx="1227">
                  <c:v>175.06655760029756</c:v>
                </c:pt>
                <c:pt idx="1228">
                  <c:v>174.46621255129631</c:v>
                </c:pt>
                <c:pt idx="1229">
                  <c:v>172.57945530113909</c:v>
                </c:pt>
                <c:pt idx="1230">
                  <c:v>170.95245464389888</c:v>
                </c:pt>
                <c:pt idx="1231">
                  <c:v>171.38299355059655</c:v>
                </c:pt>
                <c:pt idx="1232">
                  <c:v>177.69002528089086</c:v>
                </c:pt>
                <c:pt idx="1233">
                  <c:v>166.61482547005434</c:v>
                </c:pt>
                <c:pt idx="1234">
                  <c:v>172.17027454111127</c:v>
                </c:pt>
                <c:pt idx="1235">
                  <c:v>173.61628676424149</c:v>
                </c:pt>
                <c:pt idx="1236">
                  <c:v>177.44325226281103</c:v>
                </c:pt>
                <c:pt idx="1237">
                  <c:v>176.83272132647588</c:v>
                </c:pt>
                <c:pt idx="1238">
                  <c:v>176.7267164543199</c:v>
                </c:pt>
                <c:pt idx="1239">
                  <c:v>176.94819902622692</c:v>
                </c:pt>
                <c:pt idx="1240">
                  <c:v>177.45752127373646</c:v>
                </c:pt>
                <c:pt idx="1241">
                  <c:v>178.72952009448863</c:v>
                </c:pt>
                <c:pt idx="1242">
                  <c:v>178.81379687239183</c:v>
                </c:pt>
                <c:pt idx="1243">
                  <c:v>179.04454169696501</c:v>
                </c:pt>
                <c:pt idx="1244">
                  <c:v>178.29581848533243</c:v>
                </c:pt>
                <c:pt idx="1245">
                  <c:v>178.753171365832</c:v>
                </c:pt>
                <c:pt idx="1246">
                  <c:v>180.58637420894843</c:v>
                </c:pt>
                <c:pt idx="1247">
                  <c:v>181.77539192810801</c:v>
                </c:pt>
                <c:pt idx="1248">
                  <c:v>183.20247069829799</c:v>
                </c:pt>
                <c:pt idx="1249">
                  <c:v>182.79522275296767</c:v>
                </c:pt>
                <c:pt idx="1250">
                  <c:v>183.92907943467873</c:v>
                </c:pt>
                <c:pt idx="1251">
                  <c:v>185.1107670224977</c:v>
                </c:pt>
                <c:pt idx="1252">
                  <c:v>185.25626495369013</c:v>
                </c:pt>
                <c:pt idx="1253">
                  <c:v>185.13344683362678</c:v>
                </c:pt>
                <c:pt idx="1254">
                  <c:v>185.77699406299169</c:v>
                </c:pt>
                <c:pt idx="1255">
                  <c:v>184.77233267221234</c:v>
                </c:pt>
                <c:pt idx="1256">
                  <c:v>184.70891922622806</c:v>
                </c:pt>
                <c:pt idx="1257">
                  <c:v>186.3191870458663</c:v>
                </c:pt>
                <c:pt idx="1258">
                  <c:v>186.41122568719814</c:v>
                </c:pt>
                <c:pt idx="1259">
                  <c:v>187.72150326349725</c:v>
                </c:pt>
                <c:pt idx="1260">
                  <c:v>186.01395507087778</c:v>
                </c:pt>
                <c:pt idx="1261">
                  <c:v>185.72180903370406</c:v>
                </c:pt>
                <c:pt idx="1262">
                  <c:v>185.55980625218794</c:v>
                </c:pt>
                <c:pt idx="1263">
                  <c:v>184.82438781174653</c:v>
                </c:pt>
                <c:pt idx="1264">
                  <c:v>184.56256141901162</c:v>
                </c:pt>
                <c:pt idx="1265">
                  <c:v>187.4996190858154</c:v>
                </c:pt>
                <c:pt idx="1266">
                  <c:v>187.53076933477368</c:v>
                </c:pt>
                <c:pt idx="1267">
                  <c:v>187.76992410463387</c:v>
                </c:pt>
                <c:pt idx="1268">
                  <c:v>188.40392600086963</c:v>
                </c:pt>
                <c:pt idx="1269">
                  <c:v>188.73741662728241</c:v>
                </c:pt>
                <c:pt idx="1270">
                  <c:v>186.6680875333478</c:v>
                </c:pt>
                <c:pt idx="1271">
                  <c:v>181.3252300199955</c:v>
                </c:pt>
                <c:pt idx="1272">
                  <c:v>180.79397521782795</c:v>
                </c:pt>
                <c:pt idx="1273">
                  <c:v>182.710606931119</c:v>
                </c:pt>
                <c:pt idx="1274">
                  <c:v>181.35880505993336</c:v>
                </c:pt>
                <c:pt idx="1275">
                  <c:v>183.37090043589566</c:v>
                </c:pt>
                <c:pt idx="1276">
                  <c:v>183.08892420398686</c:v>
                </c:pt>
                <c:pt idx="1277">
                  <c:v>181.91100528829423</c:v>
                </c:pt>
                <c:pt idx="1278">
                  <c:v>184.92885518378458</c:v>
                </c:pt>
                <c:pt idx="1279">
                  <c:v>184.98024235881022</c:v>
                </c:pt>
                <c:pt idx="1280">
                  <c:v>186.15994974751271</c:v>
                </c:pt>
                <c:pt idx="1281">
                  <c:v>186.089697089102</c:v>
                </c:pt>
                <c:pt idx="1282">
                  <c:v>186.3441546424219</c:v>
                </c:pt>
                <c:pt idx="1283">
                  <c:v>186.60279925361314</c:v>
                </c:pt>
                <c:pt idx="1284">
                  <c:v>188.06522248304168</c:v>
                </c:pt>
                <c:pt idx="1285">
                  <c:v>187.89058622079867</c:v>
                </c:pt>
                <c:pt idx="1286">
                  <c:v>188.00489665412215</c:v>
                </c:pt>
                <c:pt idx="1287">
                  <c:v>188.9811225200263</c:v>
                </c:pt>
                <c:pt idx="1288">
                  <c:v>189.5558976147976</c:v>
                </c:pt>
                <c:pt idx="1289">
                  <c:v>190.00252869771109</c:v>
                </c:pt>
                <c:pt idx="1290">
                  <c:v>189.80781842971652</c:v>
                </c:pt>
                <c:pt idx="1291">
                  <c:v>189.30600761743295</c:v>
                </c:pt>
                <c:pt idx="1292">
                  <c:v>188.92569461910847</c:v>
                </c:pt>
                <c:pt idx="1293">
                  <c:v>186.70265463272477</c:v>
                </c:pt>
                <c:pt idx="1294">
                  <c:v>187.54026028561572</c:v>
                </c:pt>
                <c:pt idx="1295">
                  <c:v>188.29931487603275</c:v>
                </c:pt>
                <c:pt idx="1296">
                  <c:v>187.43809660989533</c:v>
                </c:pt>
                <c:pt idx="1297">
                  <c:v>190.65735047570692</c:v>
                </c:pt>
                <c:pt idx="1298">
                  <c:v>191.29173040710404</c:v>
                </c:pt>
                <c:pt idx="1299">
                  <c:v>190.98911154555108</c:v>
                </c:pt>
                <c:pt idx="1300">
                  <c:v>192.02169460314641</c:v>
                </c:pt>
                <c:pt idx="1301">
                  <c:v>195.45207063983261</c:v>
                </c:pt>
                <c:pt idx="1302">
                  <c:v>196.29208253871701</c:v>
                </c:pt>
                <c:pt idx="1303">
                  <c:v>195.97902764282321</c:v>
                </c:pt>
                <c:pt idx="1304">
                  <c:v>196.76897916941391</c:v>
                </c:pt>
                <c:pt idx="1305">
                  <c:v>197.94379926899111</c:v>
                </c:pt>
                <c:pt idx="1306">
                  <c:v>197.41007530789938</c:v>
                </c:pt>
                <c:pt idx="1307">
                  <c:v>194.05920171485369</c:v>
                </c:pt>
                <c:pt idx="1308">
                  <c:v>189.68107106128096</c:v>
                </c:pt>
                <c:pt idx="1309">
                  <c:v>187.78422342821938</c:v>
                </c:pt>
                <c:pt idx="1310">
                  <c:v>186.3034749557132</c:v>
                </c:pt>
                <c:pt idx="1311">
                  <c:v>187.71913859965258</c:v>
                </c:pt>
                <c:pt idx="1312">
                  <c:v>187.2841897289178</c:v>
                </c:pt>
                <c:pt idx="1313">
                  <c:v>187.60139299933402</c:v>
                </c:pt>
                <c:pt idx="1314">
                  <c:v>186.87214864465753</c:v>
                </c:pt>
                <c:pt idx="1315">
                  <c:v>188.2308182666884</c:v>
                </c:pt>
                <c:pt idx="1316">
                  <c:v>187.84622919990539</c:v>
                </c:pt>
                <c:pt idx="1317">
                  <c:v>187.12330542276615</c:v>
                </c:pt>
                <c:pt idx="1318">
                  <c:v>186.07405154401425</c:v>
                </c:pt>
                <c:pt idx="1319">
                  <c:v>186.48495132454858</c:v>
                </c:pt>
                <c:pt idx="1320">
                  <c:v>186.30889191670664</c:v>
                </c:pt>
                <c:pt idx="1321">
                  <c:v>184.17820731839964</c:v>
                </c:pt>
                <c:pt idx="1322">
                  <c:v>183.85256937672932</c:v>
                </c:pt>
                <c:pt idx="1323">
                  <c:v>183.8166434338556</c:v>
                </c:pt>
                <c:pt idx="1324">
                  <c:v>182.28761849863398</c:v>
                </c:pt>
                <c:pt idx="1325">
                  <c:v>183.67046020698413</c:v>
                </c:pt>
                <c:pt idx="1326">
                  <c:v>182.25633267104016</c:v>
                </c:pt>
                <c:pt idx="1327">
                  <c:v>183.02554201581336</c:v>
                </c:pt>
                <c:pt idx="1328">
                  <c:v>180.80313861310327</c:v>
                </c:pt>
                <c:pt idx="1329">
                  <c:v>182.35986609439175</c:v>
                </c:pt>
                <c:pt idx="1330">
                  <c:v>184.17847319327205</c:v>
                </c:pt>
                <c:pt idx="1331">
                  <c:v>182.00373630919896</c:v>
                </c:pt>
                <c:pt idx="1332">
                  <c:v>181.83592889575345</c:v>
                </c:pt>
                <c:pt idx="1333">
                  <c:v>181.8376657515083</c:v>
                </c:pt>
                <c:pt idx="1334">
                  <c:v>179.92495168732185</c:v>
                </c:pt>
                <c:pt idx="1335">
                  <c:v>177.41293471897103</c:v>
                </c:pt>
                <c:pt idx="1336">
                  <c:v>176.8976836237629</c:v>
                </c:pt>
                <c:pt idx="1337">
                  <c:v>176.33530299480279</c:v>
                </c:pt>
                <c:pt idx="1338">
                  <c:v>180.72931340086714</c:v>
                </c:pt>
                <c:pt idx="1339">
                  <c:v>183.47453419903758</c:v>
                </c:pt>
                <c:pt idx="1340">
                  <c:v>183.21929811559022</c:v>
                </c:pt>
                <c:pt idx="1341">
                  <c:v>183.33863045195005</c:v>
                </c:pt>
                <c:pt idx="1342">
                  <c:v>180.61864780402573</c:v>
                </c:pt>
                <c:pt idx="1343">
                  <c:v>182.91502386023458</c:v>
                </c:pt>
                <c:pt idx="1344">
                  <c:v>184.27733461347066</c:v>
                </c:pt>
                <c:pt idx="1345">
                  <c:v>184.51348154164339</c:v>
                </c:pt>
                <c:pt idx="1346">
                  <c:v>186.25961061181059</c:v>
                </c:pt>
                <c:pt idx="1347">
                  <c:v>186.29678555045115</c:v>
                </c:pt>
                <c:pt idx="1348">
                  <c:v>185.6798598252044</c:v>
                </c:pt>
                <c:pt idx="1349">
                  <c:v>185.41519010145973</c:v>
                </c:pt>
                <c:pt idx="1350">
                  <c:v>185.47447218615102</c:v>
                </c:pt>
                <c:pt idx="1351">
                  <c:v>184.87077692640287</c:v>
                </c:pt>
                <c:pt idx="1352">
                  <c:v>186.85896895705892</c:v>
                </c:pt>
                <c:pt idx="1353">
                  <c:v>186.01728061496286</c:v>
                </c:pt>
                <c:pt idx="1354">
                  <c:v>183.3788123964033</c:v>
                </c:pt>
                <c:pt idx="1355">
                  <c:v>182.21441285980956</c:v>
                </c:pt>
                <c:pt idx="1356">
                  <c:v>179.73372399866608</c:v>
                </c:pt>
                <c:pt idx="1357">
                  <c:v>177.03522812185744</c:v>
                </c:pt>
                <c:pt idx="1358">
                  <c:v>178.20115132236171</c:v>
                </c:pt>
                <c:pt idx="1359">
                  <c:v>178.04845318733101</c:v>
                </c:pt>
                <c:pt idx="1360">
                  <c:v>178.0475683095797</c:v>
                </c:pt>
                <c:pt idx="1361">
                  <c:v>178.56168228308059</c:v>
                </c:pt>
                <c:pt idx="1362">
                  <c:v>177.53853671085548</c:v>
                </c:pt>
                <c:pt idx="1363">
                  <c:v>177.29095245387848</c:v>
                </c:pt>
                <c:pt idx="1364">
                  <c:v>178.12682159125313</c:v>
                </c:pt>
                <c:pt idx="1365">
                  <c:v>179.87610308715497</c:v>
                </c:pt>
                <c:pt idx="1366">
                  <c:v>178.3076356852705</c:v>
                </c:pt>
                <c:pt idx="1367">
                  <c:v>175.33674000532119</c:v>
                </c:pt>
                <c:pt idx="1368">
                  <c:v>176.08650118948506</c:v>
                </c:pt>
                <c:pt idx="1369">
                  <c:v>175.71582425784194</c:v>
                </c:pt>
                <c:pt idx="1370">
                  <c:v>174.52799381301909</c:v>
                </c:pt>
                <c:pt idx="1371">
                  <c:v>173.88147267949302</c:v>
                </c:pt>
                <c:pt idx="1372">
                  <c:v>170.45049893455774</c:v>
                </c:pt>
                <c:pt idx="1373">
                  <c:v>170.60659336261031</c:v>
                </c:pt>
                <c:pt idx="1374">
                  <c:v>171.20371941460257</c:v>
                </c:pt>
                <c:pt idx="1375">
                  <c:v>171.94571869289561</c:v>
                </c:pt>
                <c:pt idx="1376">
                  <c:v>170.80494201511908</c:v>
                </c:pt>
                <c:pt idx="1377">
                  <c:v>171.81727444113332</c:v>
                </c:pt>
                <c:pt idx="1378">
                  <c:v>169.2017912774746</c:v>
                </c:pt>
                <c:pt idx="1379">
                  <c:v>170.36311816303595</c:v>
                </c:pt>
                <c:pt idx="1380">
                  <c:v>170.83113064760801</c:v>
                </c:pt>
                <c:pt idx="1381">
                  <c:v>170.42752650970755</c:v>
                </c:pt>
                <c:pt idx="1382">
                  <c:v>168.33579189336405</c:v>
                </c:pt>
                <c:pt idx="1383">
                  <c:v>169.29949564935262</c:v>
                </c:pt>
                <c:pt idx="1384">
                  <c:v>170.62731383154843</c:v>
                </c:pt>
                <c:pt idx="1385">
                  <c:v>171.11855611392497</c:v>
                </c:pt>
                <c:pt idx="1386">
                  <c:v>172.65581595359055</c:v>
                </c:pt>
                <c:pt idx="1387">
                  <c:v>172.66782379879723</c:v>
                </c:pt>
                <c:pt idx="1388">
                  <c:v>174.10608336828849</c:v>
                </c:pt>
                <c:pt idx="1389">
                  <c:v>173.20876382210426</c:v>
                </c:pt>
                <c:pt idx="1390">
                  <c:v>172.07034471606354</c:v>
                </c:pt>
                <c:pt idx="1391">
                  <c:v>171.79777872906178</c:v>
                </c:pt>
                <c:pt idx="1392">
                  <c:v>169.48828219684404</c:v>
                </c:pt>
                <c:pt idx="1393">
                  <c:v>169.29393965345966</c:v>
                </c:pt>
                <c:pt idx="1394">
                  <c:v>169.15242165426204</c:v>
                </c:pt>
                <c:pt idx="1395">
                  <c:v>168.70081515350464</c:v>
                </c:pt>
                <c:pt idx="1396">
                  <c:v>168.82888604064712</c:v>
                </c:pt>
                <c:pt idx="1397">
                  <c:v>168.59260516267085</c:v>
                </c:pt>
                <c:pt idx="1398">
                  <c:v>168.52999938680253</c:v>
                </c:pt>
                <c:pt idx="1399">
                  <c:v>168.61149632237471</c:v>
                </c:pt>
                <c:pt idx="1400">
                  <c:v>167.76790914035644</c:v>
                </c:pt>
                <c:pt idx="1401">
                  <c:v>165.77355076597857</c:v>
                </c:pt>
                <c:pt idx="1402">
                  <c:v>165.50942351578092</c:v>
                </c:pt>
                <c:pt idx="1403">
                  <c:v>161.65423882559472</c:v>
                </c:pt>
                <c:pt idx="1404">
                  <c:v>161.53451636262042</c:v>
                </c:pt>
                <c:pt idx="1405">
                  <c:v>161.23520417604814</c:v>
                </c:pt>
                <c:pt idx="1406">
                  <c:v>163.41093877223207</c:v>
                </c:pt>
                <c:pt idx="1407">
                  <c:v>164.7696689381859</c:v>
                </c:pt>
                <c:pt idx="1408">
                  <c:v>164.79977882763643</c:v>
                </c:pt>
                <c:pt idx="1409">
                  <c:v>163.98240627925438</c:v>
                </c:pt>
                <c:pt idx="1410">
                  <c:v>163.78963178852558</c:v>
                </c:pt>
                <c:pt idx="1411">
                  <c:v>163.75349338937838</c:v>
                </c:pt>
                <c:pt idx="1412">
                  <c:v>163.64151617478558</c:v>
                </c:pt>
                <c:pt idx="1413">
                  <c:v>168.35705720485791</c:v>
                </c:pt>
                <c:pt idx="1414">
                  <c:v>170.75331010426382</c:v>
                </c:pt>
                <c:pt idx="1415">
                  <c:v>172.17069767586489</c:v>
                </c:pt>
                <c:pt idx="1416">
                  <c:v>175.37243565520541</c:v>
                </c:pt>
                <c:pt idx="1417">
                  <c:v>173.73350897266954</c:v>
                </c:pt>
                <c:pt idx="1418">
                  <c:v>174.66643619842475</c:v>
                </c:pt>
                <c:pt idx="1419">
                  <c:v>174.60107575697523</c:v>
                </c:pt>
              </c:numCache>
            </c:numRef>
          </c:val>
          <c:smooth val="0"/>
          <c:extLst>
            <c:ext xmlns:c16="http://schemas.microsoft.com/office/drawing/2014/chart" uri="{C3380CC4-5D6E-409C-BE32-E72D297353CC}">
              <c16:uniqueId val="{00000003-C9F5-7A4A-B402-9C2ABB2F5BCB}"/>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300"/>
          <c:min val="50"/>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userShapes r:id="rId4"/>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FX!$CT$6</c:f>
              <c:strCache>
                <c:ptCount val="1"/>
                <c:pt idx="0">
                  <c:v>2015</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FX!$CU$6:$CX$6</c:f>
              <c:numCache>
                <c:formatCode>0%</c:formatCode>
                <c:ptCount val="4"/>
                <c:pt idx="0">
                  <c:v>-8.3237581163670638E-2</c:v>
                </c:pt>
                <c:pt idx="1">
                  <c:v>1.4673190663597291E-2</c:v>
                </c:pt>
                <c:pt idx="2">
                  <c:v>1.1959611282548854E-2</c:v>
                </c:pt>
                <c:pt idx="3">
                  <c:v>-9.2577136525728299E-2</c:v>
                </c:pt>
              </c:numCache>
            </c:numRef>
          </c:val>
          <c:extLst>
            <c:ext xmlns:c16="http://schemas.microsoft.com/office/drawing/2014/chart" uri="{C3380CC4-5D6E-409C-BE32-E72D297353CC}">
              <c16:uniqueId val="{00000000-E7D5-4445-BFD2-55486DB721AE}"/>
            </c:ext>
          </c:extLst>
        </c:ser>
        <c:ser>
          <c:idx val="1"/>
          <c:order val="1"/>
          <c:tx>
            <c:strRef>
              <c:f>FX!$CT$7</c:f>
              <c:strCache>
                <c:ptCount val="1"/>
                <c:pt idx="0">
                  <c:v>2016</c:v>
                </c:pt>
              </c:strCache>
            </c:strRef>
          </c:tx>
          <c:spPr>
            <a:solidFill>
              <a:schemeClr val="dk1">
                <a:tint val="55000"/>
              </a:schemeClr>
            </a:solidFill>
            <a:ln>
              <a:noFill/>
            </a:ln>
            <a:effectLst/>
          </c:spPr>
          <c:invertIfNegative val="0"/>
          <c:cat>
            <c:strRef>
              <c:f>FX!$CU$5:$CX$5</c:f>
              <c:strCache>
                <c:ptCount val="4"/>
                <c:pt idx="0">
                  <c:v>Nifty 50</c:v>
                </c:pt>
                <c:pt idx="1">
                  <c:v>NIFTY MIDCAP 100</c:v>
                </c:pt>
                <c:pt idx="2">
                  <c:v>NIFTY SMALLCAP 100</c:v>
                </c:pt>
                <c:pt idx="3">
                  <c:v>BSE SENSEX</c:v>
                </c:pt>
              </c:strCache>
            </c:strRef>
          </c:cat>
          <c:val>
            <c:numRef>
              <c:f>FX!$CU$7:$CX$7</c:f>
              <c:numCache>
                <c:formatCode>0%</c:formatCode>
                <c:ptCount val="4"/>
                <c:pt idx="0">
                  <c:v>3.3202262179607978E-3</c:v>
                </c:pt>
                <c:pt idx="1">
                  <c:v>3.4495833194133851E-2</c:v>
                </c:pt>
                <c:pt idx="2">
                  <c:v>-1.2984994113677484E-2</c:v>
                </c:pt>
                <c:pt idx="3">
                  <c:v>-6.593925744257656E-3</c:v>
                </c:pt>
              </c:numCache>
            </c:numRef>
          </c:val>
          <c:extLst>
            <c:ext xmlns:c16="http://schemas.microsoft.com/office/drawing/2014/chart" uri="{C3380CC4-5D6E-409C-BE32-E72D297353CC}">
              <c16:uniqueId val="{00000000-F60D-134A-B4C7-AA9A18EA7D6A}"/>
            </c:ext>
          </c:extLst>
        </c:ser>
        <c:ser>
          <c:idx val="2"/>
          <c:order val="2"/>
          <c:tx>
            <c:strRef>
              <c:f>FX!$CT$8</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FX!$CU$8:$CX$8</c:f>
              <c:numCache>
                <c:formatCode>0%</c:formatCode>
                <c:ptCount val="4"/>
                <c:pt idx="0">
                  <c:v>0.36856096270161576</c:v>
                </c:pt>
                <c:pt idx="1">
                  <c:v>0.55109738210125392</c:v>
                </c:pt>
                <c:pt idx="2">
                  <c:v>0.64258732632429894</c:v>
                </c:pt>
                <c:pt idx="3">
                  <c:v>0.36122696110354324</c:v>
                </c:pt>
              </c:numCache>
            </c:numRef>
          </c:val>
          <c:extLst>
            <c:ext xmlns:c16="http://schemas.microsoft.com/office/drawing/2014/chart" uri="{C3380CC4-5D6E-409C-BE32-E72D297353CC}">
              <c16:uniqueId val="{00000001-F60D-134A-B4C7-AA9A18EA7D6A}"/>
            </c:ext>
          </c:extLst>
        </c:ser>
        <c:ser>
          <c:idx val="3"/>
          <c:order val="3"/>
          <c:tx>
            <c:strRef>
              <c:f>FX!$CT$9</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FX!$CU$9:$CX$9</c:f>
              <c:numCache>
                <c:formatCode>0%</c:formatCode>
                <c:ptCount val="4"/>
                <c:pt idx="0">
                  <c:v>-4.9096452880715291E-2</c:v>
                </c:pt>
                <c:pt idx="1">
                  <c:v>-0.22643982694911846</c:v>
                </c:pt>
                <c:pt idx="2">
                  <c:v>-0.3581175230055168</c:v>
                </c:pt>
                <c:pt idx="3">
                  <c:v>-2.553653005101153E-2</c:v>
                </c:pt>
              </c:numCache>
            </c:numRef>
          </c:val>
          <c:extLst>
            <c:ext xmlns:c16="http://schemas.microsoft.com/office/drawing/2014/chart" uri="{C3380CC4-5D6E-409C-BE32-E72D297353CC}">
              <c16:uniqueId val="{00000002-F60D-134A-B4C7-AA9A18EA7D6A}"/>
            </c:ext>
          </c:extLst>
        </c:ser>
        <c:ser>
          <c:idx val="4"/>
          <c:order val="4"/>
          <c:tx>
            <c:strRef>
              <c:f>FX!$CT$10</c:f>
              <c:strCache>
                <c:ptCount val="1"/>
                <c:pt idx="0">
                  <c:v>2019</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FX!$CU$10:$CX$10</c:f>
              <c:numCache>
                <c:formatCode>0%</c:formatCode>
                <c:ptCount val="4"/>
                <c:pt idx="0">
                  <c:v>9.3980035343925739E-2</c:v>
                </c:pt>
                <c:pt idx="1">
                  <c:v>-6.2508870422321561E-2</c:v>
                </c:pt>
                <c:pt idx="2">
                  <c:v>-0.11634773354378636</c:v>
                </c:pt>
                <c:pt idx="3">
                  <c:v>0.11610083833258589</c:v>
                </c:pt>
              </c:numCache>
            </c:numRef>
          </c:val>
          <c:extLst>
            <c:ext xmlns:c16="http://schemas.microsoft.com/office/drawing/2014/chart" uri="{C3380CC4-5D6E-409C-BE32-E72D297353CC}">
              <c16:uniqueId val="{00000003-F60D-134A-B4C7-AA9A18EA7D6A}"/>
            </c:ext>
          </c:extLst>
        </c:ser>
        <c:ser>
          <c:idx val="5"/>
          <c:order val="5"/>
          <c:tx>
            <c:strRef>
              <c:f>FX!$CT$11</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FX!$CU$11:$CX$11</c:f>
              <c:numCache>
                <c:formatCode>0%</c:formatCode>
                <c:ptCount val="4"/>
                <c:pt idx="0">
                  <c:v>0.10930965237536361</c:v>
                </c:pt>
                <c:pt idx="1">
                  <c:v>0.17512571828129175</c:v>
                </c:pt>
                <c:pt idx="2">
                  <c:v>0.16581680182087455</c:v>
                </c:pt>
                <c:pt idx="3">
                  <c:v>0.11737718831669852</c:v>
                </c:pt>
              </c:numCache>
            </c:numRef>
          </c:val>
          <c:extLst>
            <c:ext xmlns:c16="http://schemas.microsoft.com/office/drawing/2014/chart" uri="{C3380CC4-5D6E-409C-BE32-E72D297353CC}">
              <c16:uniqueId val="{00000004-F60D-134A-B4C7-AA9A18EA7D6A}"/>
            </c:ext>
          </c:extLst>
        </c:ser>
        <c:ser>
          <c:idx val="6"/>
          <c:order val="6"/>
          <c:tx>
            <c:strRef>
              <c:f>FX!$CT$12</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FX!$CU$12:$CX$12</c:f>
              <c:numCache>
                <c:formatCode>0%</c:formatCode>
                <c:ptCount val="4"/>
                <c:pt idx="0">
                  <c:v>0.20876517867958166</c:v>
                </c:pt>
                <c:pt idx="1">
                  <c:v>0.40939433389831215</c:v>
                </c:pt>
                <c:pt idx="2">
                  <c:v>0.53742557979637384</c:v>
                </c:pt>
                <c:pt idx="3">
                  <c:v>0.18826383140203795</c:v>
                </c:pt>
              </c:numCache>
            </c:numRef>
          </c:val>
          <c:extLst>
            <c:ext xmlns:c16="http://schemas.microsoft.com/office/drawing/2014/chart" uri="{C3380CC4-5D6E-409C-BE32-E72D297353CC}">
              <c16:uniqueId val="{00000005-F60D-134A-B4C7-AA9A18EA7D6A}"/>
            </c:ext>
          </c:extLst>
        </c:ser>
        <c:ser>
          <c:idx val="7"/>
          <c:order val="7"/>
          <c:tx>
            <c:strRef>
              <c:f>FX!$CT$13</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FX!$CU$13:$CX$13</c:f>
              <c:numCache>
                <c:formatCode>0%</c:formatCode>
                <c:ptCount val="4"/>
                <c:pt idx="0">
                  <c:v>-7.8860182896798747E-2</c:v>
                </c:pt>
                <c:pt idx="1">
                  <c:v>-8.2257752276100216E-2</c:v>
                </c:pt>
                <c:pt idx="2">
                  <c:v>-0.23575974286540757</c:v>
                </c:pt>
                <c:pt idx="3">
                  <c:v>-7.8146091298532339E-2</c:v>
                </c:pt>
              </c:numCache>
            </c:numRef>
          </c:val>
          <c:extLst>
            <c:ext xmlns:c16="http://schemas.microsoft.com/office/drawing/2014/chart" uri="{C3380CC4-5D6E-409C-BE32-E72D297353CC}">
              <c16:uniqueId val="{00000006-F60D-134A-B4C7-AA9A18EA7D6A}"/>
            </c:ext>
          </c:extLst>
        </c:ser>
        <c:ser>
          <c:idx val="8"/>
          <c:order val="8"/>
          <c:tx>
            <c:strRef>
              <c:f>FX!$CT$14</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FX!$CU$14:$CX$14</c:f>
              <c:numCache>
                <c:formatCode>0%</c:formatCode>
                <c:ptCount val="4"/>
                <c:pt idx="0">
                  <c:v>0.18840105320870881</c:v>
                </c:pt>
                <c:pt idx="1">
                  <c:v>0.44581682787605148</c:v>
                </c:pt>
                <c:pt idx="2">
                  <c:v>0.53798603307846071</c:v>
                </c:pt>
                <c:pt idx="3">
                  <c:v>0.17528276582093327</c:v>
                </c:pt>
              </c:numCache>
            </c:numRef>
          </c:val>
          <c:extLst>
            <c:ext xmlns:c16="http://schemas.microsoft.com/office/drawing/2014/chart" uri="{C3380CC4-5D6E-409C-BE32-E72D297353CC}">
              <c16:uniqueId val="{00000007-F60D-134A-B4C7-AA9A18EA7D6A}"/>
            </c:ext>
          </c:extLst>
        </c:ser>
        <c:ser>
          <c:idx val="9"/>
          <c:order val="9"/>
          <c:tx>
            <c:strRef>
              <c:f>FX!$CT$15</c:f>
              <c:strCache>
                <c:ptCount val="1"/>
                <c:pt idx="0">
                  <c:v>2024</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FX!$CU$15:$CX$15</c:f>
              <c:numCache>
                <c:formatCode>0%</c:formatCode>
                <c:ptCount val="4"/>
                <c:pt idx="0">
                  <c:v>6.4532239111177558E-2</c:v>
                </c:pt>
                <c:pt idx="1">
                  <c:v>0.20480552804642294</c:v>
                </c:pt>
                <c:pt idx="2">
                  <c:v>0.20664009384775994</c:v>
                </c:pt>
                <c:pt idx="3">
                  <c:v>5.8324522672286827E-2</c:v>
                </c:pt>
              </c:numCache>
            </c:numRef>
          </c:val>
          <c:extLst>
            <c:ext xmlns:c16="http://schemas.microsoft.com/office/drawing/2014/chart" uri="{C3380CC4-5D6E-409C-BE32-E72D297353CC}">
              <c16:uniqueId val="{00000008-F60D-134A-B4C7-AA9A18EA7D6A}"/>
            </c:ext>
          </c:extLst>
        </c:ser>
        <c:ser>
          <c:idx val="10"/>
          <c:order val="10"/>
          <c:tx>
            <c:strRef>
              <c:f>FX!$CT$16</c:f>
              <c:strCache>
                <c:ptCount val="1"/>
                <c:pt idx="0">
                  <c:v>2025-YTD</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FX!$CU$5:$CX$5</c:f>
              <c:strCache>
                <c:ptCount val="4"/>
                <c:pt idx="0">
                  <c:v>Nifty 50</c:v>
                </c:pt>
                <c:pt idx="1">
                  <c:v>NIFTY MIDCAP 100</c:v>
                </c:pt>
                <c:pt idx="2">
                  <c:v>NIFTY SMALLCAP 100</c:v>
                </c:pt>
                <c:pt idx="3">
                  <c:v>BSE SENSEX</c:v>
                </c:pt>
              </c:strCache>
            </c:strRef>
          </c:cat>
          <c:val>
            <c:numRef>
              <c:f>FX!$CU$16:$CX$16</c:f>
              <c:numCache>
                <c:formatCode>0%</c:formatCode>
                <c:ptCount val="4"/>
                <c:pt idx="0">
                  <c:v>-1.5319972990080144E-2</c:v>
                </c:pt>
                <c:pt idx="1">
                  <c:v>-0.10594525304087443</c:v>
                </c:pt>
                <c:pt idx="2">
                  <c:v>-0.15612194304873184</c:v>
                </c:pt>
                <c:pt idx="3">
                  <c:v>-1.9793458406665021E-2</c:v>
                </c:pt>
              </c:numCache>
            </c:numRef>
          </c:val>
          <c:extLst>
            <c:ext xmlns:c16="http://schemas.microsoft.com/office/drawing/2014/chart" uri="{C3380CC4-5D6E-409C-BE32-E72D297353CC}">
              <c16:uniqueId val="{00000009-F60D-134A-B4C7-AA9A18EA7D6A}"/>
            </c:ext>
          </c:extLst>
        </c:ser>
        <c:ser>
          <c:idx val="11"/>
          <c:order val="11"/>
          <c:tx>
            <c:strRef>
              <c:f>FX!$CT$17</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dLbl>
              <c:idx val="1"/>
              <c:layout>
                <c:manualLayout>
                  <c:x val="3.663641902370578E-3"/>
                  <c:y val="-4.82275428636527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60D-134A-B4C7-AA9A18EA7D6A}"/>
                </c:ext>
              </c:extLst>
            </c:dLbl>
            <c:dLbl>
              <c:idx val="2"/>
              <c:layout>
                <c:manualLayout>
                  <c:x val="0"/>
                  <c:y val="-4.82275428636528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60D-134A-B4C7-AA9A18EA7D6A}"/>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F0"/>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FX!$CU$5:$CX$5</c:f>
              <c:strCache>
                <c:ptCount val="4"/>
                <c:pt idx="0">
                  <c:v>Nifty 50</c:v>
                </c:pt>
                <c:pt idx="1">
                  <c:v>NIFTY MIDCAP 100</c:v>
                </c:pt>
                <c:pt idx="2">
                  <c:v>NIFTY SMALLCAP 100</c:v>
                </c:pt>
                <c:pt idx="3">
                  <c:v>BSE SENSEX</c:v>
                </c:pt>
              </c:strCache>
            </c:strRef>
          </c:cat>
          <c:val>
            <c:numRef>
              <c:f>FX!$CU$17:$CX$17</c:f>
              <c:numCache>
                <c:formatCode>0%</c:formatCode>
                <c:ptCount val="4"/>
                <c:pt idx="0">
                  <c:v>7.3668650700642643E-2</c:v>
                </c:pt>
                <c:pt idx="1">
                  <c:v>0.12347791921569534</c:v>
                </c:pt>
                <c:pt idx="2">
                  <c:v>0.11118940996119972</c:v>
                </c:pt>
                <c:pt idx="3">
                  <c:v>7.2175360511080991E-2</c:v>
                </c:pt>
              </c:numCache>
            </c:numRef>
          </c:val>
          <c:extLst>
            <c:ext xmlns:c16="http://schemas.microsoft.com/office/drawing/2014/chart" uri="{C3380CC4-5D6E-409C-BE32-E72D297353CC}">
              <c16:uniqueId val="{0000000A-F60D-134A-B4C7-AA9A18EA7D6A}"/>
            </c:ext>
          </c:extLst>
        </c:ser>
        <c:dLbls>
          <c:showLegendKey val="0"/>
          <c:showVal val="0"/>
          <c:showCatName val="0"/>
          <c:showSerName val="0"/>
          <c:showPercent val="0"/>
          <c:showBubbleSize val="0"/>
        </c:dLbls>
        <c:gapWidth val="182"/>
        <c:axId val="1980692576"/>
        <c:axId val="589890960"/>
      </c:barChart>
      <c:catAx>
        <c:axId val="1980692576"/>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0"/>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589890960"/>
        <c:crosses val="autoZero"/>
        <c:auto val="1"/>
        <c:lblAlgn val="ctr"/>
        <c:lblOffset val="100"/>
        <c:noMultiLvlLbl val="0"/>
      </c:catAx>
      <c:valAx>
        <c:axId val="589890960"/>
        <c:scaling>
          <c:orientation val="minMax"/>
          <c:max val="0.7"/>
          <c:min val="-0.3"/>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80692576"/>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FX!$DS$6</c:f>
              <c:strCache>
                <c:ptCount val="1"/>
                <c:pt idx="0">
                  <c:v>2019</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FX!$DT$6:$DW$6</c:f>
              <c:numCache>
                <c:formatCode>0%</c:formatCode>
                <c:ptCount val="4"/>
                <c:pt idx="0">
                  <c:v>9.3980035343925739E-2</c:v>
                </c:pt>
                <c:pt idx="1">
                  <c:v>-6.2508870422321561E-2</c:v>
                </c:pt>
                <c:pt idx="2">
                  <c:v>-0.11634773354378636</c:v>
                </c:pt>
                <c:pt idx="3">
                  <c:v>0.11610083833258589</c:v>
                </c:pt>
              </c:numCache>
            </c:numRef>
          </c:val>
          <c:extLst>
            <c:ext xmlns:c16="http://schemas.microsoft.com/office/drawing/2014/chart" uri="{C3380CC4-5D6E-409C-BE32-E72D297353CC}">
              <c16:uniqueId val="{00000000-2209-9E4D-A5BB-CF09257BB6CC}"/>
            </c:ext>
          </c:extLst>
        </c:ser>
        <c:ser>
          <c:idx val="1"/>
          <c:order val="1"/>
          <c:tx>
            <c:strRef>
              <c:f>FX!$DS$7</c:f>
              <c:strCache>
                <c:ptCount val="1"/>
                <c:pt idx="0">
                  <c:v>2020</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FX!$DT$7:$DW$7</c:f>
              <c:numCache>
                <c:formatCode>0%</c:formatCode>
                <c:ptCount val="4"/>
                <c:pt idx="0">
                  <c:v>0.10930965237536361</c:v>
                </c:pt>
                <c:pt idx="1">
                  <c:v>0.17512571828129175</c:v>
                </c:pt>
                <c:pt idx="2">
                  <c:v>0.16581680182087455</c:v>
                </c:pt>
                <c:pt idx="3">
                  <c:v>0.11737718831669852</c:v>
                </c:pt>
              </c:numCache>
            </c:numRef>
          </c:val>
          <c:extLst>
            <c:ext xmlns:c16="http://schemas.microsoft.com/office/drawing/2014/chart" uri="{C3380CC4-5D6E-409C-BE32-E72D297353CC}">
              <c16:uniqueId val="{00000001-2209-9E4D-A5BB-CF09257BB6CC}"/>
            </c:ext>
          </c:extLst>
        </c:ser>
        <c:ser>
          <c:idx val="2"/>
          <c:order val="2"/>
          <c:tx>
            <c:strRef>
              <c:f>FX!$DS$8</c:f>
              <c:strCache>
                <c:ptCount val="1"/>
                <c:pt idx="0">
                  <c:v>2021</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FX!$DT$8:$DW$8</c:f>
              <c:numCache>
                <c:formatCode>0%</c:formatCode>
                <c:ptCount val="4"/>
                <c:pt idx="0">
                  <c:v>0.20876517867958166</c:v>
                </c:pt>
                <c:pt idx="1">
                  <c:v>0.40939433389831215</c:v>
                </c:pt>
                <c:pt idx="2">
                  <c:v>0.53742557979637384</c:v>
                </c:pt>
                <c:pt idx="3">
                  <c:v>0.18826383140203795</c:v>
                </c:pt>
              </c:numCache>
            </c:numRef>
          </c:val>
          <c:extLst>
            <c:ext xmlns:c16="http://schemas.microsoft.com/office/drawing/2014/chart" uri="{C3380CC4-5D6E-409C-BE32-E72D297353CC}">
              <c16:uniqueId val="{00000002-2209-9E4D-A5BB-CF09257BB6CC}"/>
            </c:ext>
          </c:extLst>
        </c:ser>
        <c:ser>
          <c:idx val="3"/>
          <c:order val="3"/>
          <c:tx>
            <c:strRef>
              <c:f>FX!$DS$9</c:f>
              <c:strCache>
                <c:ptCount val="1"/>
                <c:pt idx="0">
                  <c:v>2022</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FX!$DT$9:$DW$9</c:f>
              <c:numCache>
                <c:formatCode>0%</c:formatCode>
                <c:ptCount val="4"/>
                <c:pt idx="0">
                  <c:v>-7.8860182896798747E-2</c:v>
                </c:pt>
                <c:pt idx="1">
                  <c:v>-8.2257752276100216E-2</c:v>
                </c:pt>
                <c:pt idx="2">
                  <c:v>-0.23575974286540757</c:v>
                </c:pt>
                <c:pt idx="3">
                  <c:v>-7.8146091298532339E-2</c:v>
                </c:pt>
              </c:numCache>
            </c:numRef>
          </c:val>
          <c:extLst>
            <c:ext xmlns:c16="http://schemas.microsoft.com/office/drawing/2014/chart" uri="{C3380CC4-5D6E-409C-BE32-E72D297353CC}">
              <c16:uniqueId val="{00000003-2209-9E4D-A5BB-CF09257BB6CC}"/>
            </c:ext>
          </c:extLst>
        </c:ser>
        <c:ser>
          <c:idx val="4"/>
          <c:order val="4"/>
          <c:tx>
            <c:strRef>
              <c:f>FX!$DS$10</c:f>
              <c:strCache>
                <c:ptCount val="1"/>
                <c:pt idx="0">
                  <c:v>2023</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FX!$DT$10:$DW$10</c:f>
              <c:numCache>
                <c:formatCode>0%</c:formatCode>
                <c:ptCount val="4"/>
                <c:pt idx="0">
                  <c:v>0.18840105320870881</c:v>
                </c:pt>
                <c:pt idx="1">
                  <c:v>0.44581682787605148</c:v>
                </c:pt>
                <c:pt idx="2">
                  <c:v>0.53798603307846071</c:v>
                </c:pt>
                <c:pt idx="3">
                  <c:v>0.17528276582093327</c:v>
                </c:pt>
              </c:numCache>
            </c:numRef>
          </c:val>
          <c:extLst>
            <c:ext xmlns:c16="http://schemas.microsoft.com/office/drawing/2014/chart" uri="{C3380CC4-5D6E-409C-BE32-E72D297353CC}">
              <c16:uniqueId val="{00000004-2209-9E4D-A5BB-CF09257BB6CC}"/>
            </c:ext>
          </c:extLst>
        </c:ser>
        <c:ser>
          <c:idx val="5"/>
          <c:order val="5"/>
          <c:tx>
            <c:strRef>
              <c:f>FX!$DS$11</c:f>
              <c:strCache>
                <c:ptCount val="1"/>
                <c:pt idx="0">
                  <c:v>2024</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FX!$DT$11:$DW$11</c:f>
              <c:numCache>
                <c:formatCode>0%</c:formatCode>
                <c:ptCount val="4"/>
                <c:pt idx="0">
                  <c:v>6.4532239111177558E-2</c:v>
                </c:pt>
                <c:pt idx="1">
                  <c:v>0.20480552804642294</c:v>
                </c:pt>
                <c:pt idx="2">
                  <c:v>0.20664009384775994</c:v>
                </c:pt>
                <c:pt idx="3">
                  <c:v>5.8324522672286827E-2</c:v>
                </c:pt>
              </c:numCache>
            </c:numRef>
          </c:val>
          <c:extLst>
            <c:ext xmlns:c16="http://schemas.microsoft.com/office/drawing/2014/chart" uri="{C3380CC4-5D6E-409C-BE32-E72D297353CC}">
              <c16:uniqueId val="{00000005-2209-9E4D-A5BB-CF09257BB6CC}"/>
            </c:ext>
          </c:extLst>
        </c:ser>
        <c:ser>
          <c:idx val="6"/>
          <c:order val="6"/>
          <c:tx>
            <c:strRef>
              <c:f>FX!$DS$12</c:f>
              <c:strCache>
                <c:ptCount val="1"/>
                <c:pt idx="0">
                  <c:v>2025-YTD</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FX!$DT$5:$DW$5</c:f>
              <c:strCache>
                <c:ptCount val="4"/>
                <c:pt idx="0">
                  <c:v>Nifty 50</c:v>
                </c:pt>
                <c:pt idx="1">
                  <c:v>NIFTY MIDCAP 100</c:v>
                </c:pt>
                <c:pt idx="2">
                  <c:v>NIFTY SMALLCAP 100</c:v>
                </c:pt>
                <c:pt idx="3">
                  <c:v>BSE SENSEX</c:v>
                </c:pt>
              </c:strCache>
            </c:strRef>
          </c:cat>
          <c:val>
            <c:numRef>
              <c:f>FX!$DT$12:$DW$12</c:f>
              <c:numCache>
                <c:formatCode>0%</c:formatCode>
                <c:ptCount val="4"/>
                <c:pt idx="0">
                  <c:v>-1.5319972990080144E-2</c:v>
                </c:pt>
                <c:pt idx="1">
                  <c:v>-0.10594525304087443</c:v>
                </c:pt>
                <c:pt idx="2">
                  <c:v>-0.15612194304873184</c:v>
                </c:pt>
                <c:pt idx="3">
                  <c:v>-1.9793458406665021E-2</c:v>
                </c:pt>
              </c:numCache>
            </c:numRef>
          </c:val>
          <c:extLst>
            <c:ext xmlns:c16="http://schemas.microsoft.com/office/drawing/2014/chart" uri="{C3380CC4-5D6E-409C-BE32-E72D297353CC}">
              <c16:uniqueId val="{00000006-2209-9E4D-A5BB-CF09257BB6CC}"/>
            </c:ext>
          </c:extLst>
        </c:ser>
        <c:ser>
          <c:idx val="7"/>
          <c:order val="7"/>
          <c:tx>
            <c:strRef>
              <c:f>FX!$DS$13</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FX!$DT$5:$DW$5</c:f>
              <c:strCache>
                <c:ptCount val="4"/>
                <c:pt idx="0">
                  <c:v>Nifty 50</c:v>
                </c:pt>
                <c:pt idx="1">
                  <c:v>NIFTY MIDCAP 100</c:v>
                </c:pt>
                <c:pt idx="2">
                  <c:v>NIFTY SMALLCAP 100</c:v>
                </c:pt>
                <c:pt idx="3">
                  <c:v>BSE SENSEX</c:v>
                </c:pt>
              </c:strCache>
            </c:strRef>
          </c:cat>
          <c:val>
            <c:numRef>
              <c:f>FX!$DT$13:$DW$13</c:f>
              <c:numCache>
                <c:formatCode>0%</c:formatCode>
                <c:ptCount val="4"/>
                <c:pt idx="0">
                  <c:v>8.1544000404554076E-2</c:v>
                </c:pt>
                <c:pt idx="1">
                  <c:v>0.14063293319468317</c:v>
                </c:pt>
                <c:pt idx="2">
                  <c:v>0.13423415558364907</c:v>
                </c:pt>
                <c:pt idx="3">
                  <c:v>7.9629942405620727E-2</c:v>
                </c:pt>
              </c:numCache>
            </c:numRef>
          </c:val>
          <c:extLst>
            <c:ext xmlns:c16="http://schemas.microsoft.com/office/drawing/2014/chart" uri="{C3380CC4-5D6E-409C-BE32-E72D297353CC}">
              <c16:uniqueId val="{00000007-2209-9E4D-A5BB-CF09257BB6CC}"/>
            </c:ext>
          </c:extLst>
        </c:ser>
        <c:dLbls>
          <c:showLegendKey val="0"/>
          <c:showVal val="0"/>
          <c:showCatName val="0"/>
          <c:showSerName val="0"/>
          <c:showPercent val="0"/>
          <c:showBubbleSize val="0"/>
        </c:dLbls>
        <c:gapWidth val="219"/>
        <c:overlap val="-27"/>
        <c:axId val="871993647"/>
        <c:axId val="871995359"/>
      </c:barChart>
      <c:catAx>
        <c:axId val="871993647"/>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71995359"/>
        <c:crosses val="autoZero"/>
        <c:auto val="1"/>
        <c:lblAlgn val="ctr"/>
        <c:lblOffset val="100"/>
        <c:noMultiLvlLbl val="0"/>
      </c:catAx>
      <c:valAx>
        <c:axId val="87199535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719936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FX!$CY$6</c:f>
              <c:strCache>
                <c:ptCount val="1"/>
                <c:pt idx="0">
                  <c:v>2015</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FX!$CZ$6:$DD$6</c:f>
              <c:numCache>
                <c:formatCode>0%</c:formatCode>
                <c:ptCount val="5"/>
                <c:pt idx="0">
                  <c:v>-4.4551658844492303E-2</c:v>
                </c:pt>
                <c:pt idx="1">
                  <c:v>-0.13746975886256962</c:v>
                </c:pt>
                <c:pt idx="2">
                  <c:v>4.6732196094683154E-2</c:v>
                </c:pt>
                <c:pt idx="3">
                  <c:v>-3.784829498923048E-2</c:v>
                </c:pt>
                <c:pt idx="4">
                  <c:v>-0.13648073386948911</c:v>
                </c:pt>
              </c:numCache>
            </c:numRef>
          </c:val>
          <c:extLst>
            <c:ext xmlns:c16="http://schemas.microsoft.com/office/drawing/2014/chart" uri="{C3380CC4-5D6E-409C-BE32-E72D297353CC}">
              <c16:uniqueId val="{00000000-BA62-3143-A2FE-D5FE45661D89}"/>
            </c:ext>
          </c:extLst>
        </c:ser>
        <c:ser>
          <c:idx val="1"/>
          <c:order val="1"/>
          <c:tx>
            <c:strRef>
              <c:f>FX!$CY$7</c:f>
              <c:strCache>
                <c:ptCount val="1"/>
                <c:pt idx="0">
                  <c:v>2016</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FX!$CZ$7:$DD$7</c:f>
              <c:numCache>
                <c:formatCode>0%</c:formatCode>
                <c:ptCount val="5"/>
                <c:pt idx="0">
                  <c:v>-9.1706141186190804E-2</c:v>
                </c:pt>
                <c:pt idx="1">
                  <c:v>4.1220169014547503E-2</c:v>
                </c:pt>
                <c:pt idx="2">
                  <c:v>-0.16351483529976119</c:v>
                </c:pt>
                <c:pt idx="3">
                  <c:v>3.5575632089155373E-3</c:v>
                </c:pt>
                <c:pt idx="4">
                  <c:v>-5.2165269120237889E-2</c:v>
                </c:pt>
              </c:numCache>
            </c:numRef>
          </c:val>
          <c:extLst>
            <c:ext xmlns:c16="http://schemas.microsoft.com/office/drawing/2014/chart" uri="{C3380CC4-5D6E-409C-BE32-E72D297353CC}">
              <c16:uniqueId val="{00000001-BA62-3143-A2FE-D5FE45661D89}"/>
            </c:ext>
          </c:extLst>
        </c:ser>
        <c:ser>
          <c:idx val="2"/>
          <c:order val="2"/>
          <c:tx>
            <c:strRef>
              <c:f>FX!$CY$8</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FX!$CZ$8:$DD$8</c:f>
              <c:numCache>
                <c:formatCode>0%</c:formatCode>
                <c:ptCount val="5"/>
                <c:pt idx="0">
                  <c:v>0.19616512450506574</c:v>
                </c:pt>
                <c:pt idx="1">
                  <c:v>0.51079936762141109</c:v>
                </c:pt>
                <c:pt idx="2">
                  <c:v>-8.1496281110541302E-3</c:v>
                </c:pt>
                <c:pt idx="3">
                  <c:v>0.37820803361703992</c:v>
                </c:pt>
                <c:pt idx="4">
                  <c:v>0.41284202568099815</c:v>
                </c:pt>
              </c:numCache>
            </c:numRef>
          </c:val>
          <c:extLst>
            <c:ext xmlns:c16="http://schemas.microsoft.com/office/drawing/2014/chart" uri="{C3380CC4-5D6E-409C-BE32-E72D297353CC}">
              <c16:uniqueId val="{00000002-BA62-3143-A2FE-D5FE45661D89}"/>
            </c:ext>
          </c:extLst>
        </c:ser>
        <c:ser>
          <c:idx val="3"/>
          <c:order val="3"/>
          <c:tx>
            <c:strRef>
              <c:f>FX!$CY$9</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FX!$CZ$9:$DD$9</c:f>
              <c:numCache>
                <c:formatCode>0%</c:formatCode>
                <c:ptCount val="5"/>
                <c:pt idx="0">
                  <c:v>0.14057129527202661</c:v>
                </c:pt>
                <c:pt idx="1">
                  <c:v>-2.0009479082579107E-2</c:v>
                </c:pt>
                <c:pt idx="2">
                  <c:v>-0.15765802887965508</c:v>
                </c:pt>
                <c:pt idx="3">
                  <c:v>4.4642525687331513E-2</c:v>
                </c:pt>
                <c:pt idx="4">
                  <c:v>-0.20236669406165708</c:v>
                </c:pt>
              </c:numCache>
            </c:numRef>
          </c:val>
          <c:extLst>
            <c:ext xmlns:c16="http://schemas.microsoft.com/office/drawing/2014/chart" uri="{C3380CC4-5D6E-409C-BE32-E72D297353CC}">
              <c16:uniqueId val="{00000003-BA62-3143-A2FE-D5FE45661D89}"/>
            </c:ext>
          </c:extLst>
        </c:ser>
        <c:ser>
          <c:idx val="4"/>
          <c:order val="4"/>
          <c:tx>
            <c:strRef>
              <c:f>FX!$CY$10</c:f>
              <c:strCache>
                <c:ptCount val="1"/>
                <c:pt idx="0">
                  <c:v>2019</c:v>
                </c:pt>
              </c:strCache>
            </c:strRef>
          </c:tx>
          <c:spPr>
            <a:solidFill>
              <a:schemeClr val="dk1">
                <a:tint val="30000"/>
              </a:schemeClr>
            </a:solidFill>
            <a:ln>
              <a:noFill/>
            </a:ln>
            <a:effectLst/>
          </c:spPr>
          <c:invertIfNegative val="0"/>
          <c:cat>
            <c:strRef>
              <c:f>FX!$CZ$5:$DD$5</c:f>
              <c:strCache>
                <c:ptCount val="5"/>
                <c:pt idx="0">
                  <c:v>NIFTY IT</c:v>
                </c:pt>
                <c:pt idx="1">
                  <c:v>NIFTY Bank</c:v>
                </c:pt>
                <c:pt idx="2">
                  <c:v>NIFTY Pharma</c:v>
                </c:pt>
                <c:pt idx="3">
                  <c:v>NIFTY FMCG</c:v>
                </c:pt>
                <c:pt idx="4">
                  <c:v>NIFTY Infra</c:v>
                </c:pt>
              </c:strCache>
            </c:strRef>
          </c:cat>
          <c:val>
            <c:numRef>
              <c:f>FX!$CZ$10:$DD$10</c:f>
              <c:numCache>
                <c:formatCode>0%</c:formatCode>
                <c:ptCount val="5"/>
                <c:pt idx="0">
                  <c:v>6.2402069083381084E-2</c:v>
                </c:pt>
                <c:pt idx="1">
                  <c:v>0.15162504796542775</c:v>
                </c:pt>
                <c:pt idx="2">
                  <c:v>-0.11211096463193515</c:v>
                </c:pt>
                <c:pt idx="3">
                  <c:v>-2.8085590037442376E-2</c:v>
                </c:pt>
                <c:pt idx="4">
                  <c:v>7.5629121673048694E-4</c:v>
                </c:pt>
              </c:numCache>
            </c:numRef>
          </c:val>
          <c:extLst>
            <c:ext xmlns:c16="http://schemas.microsoft.com/office/drawing/2014/chart" uri="{C3380CC4-5D6E-409C-BE32-E72D297353CC}">
              <c16:uniqueId val="{00000004-BA62-3143-A2FE-D5FE45661D89}"/>
            </c:ext>
          </c:extLst>
        </c:ser>
        <c:ser>
          <c:idx val="5"/>
          <c:order val="5"/>
          <c:tx>
            <c:strRef>
              <c:f>FX!$CY$11</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FX!$CZ$11:$DD$11</c:f>
              <c:numCache>
                <c:formatCode>0%</c:formatCode>
                <c:ptCount val="5"/>
                <c:pt idx="0">
                  <c:v>0.49091080961683375</c:v>
                </c:pt>
                <c:pt idx="1">
                  <c:v>-5.8698718118043391E-2</c:v>
                </c:pt>
                <c:pt idx="2">
                  <c:v>0.55136130602365929</c:v>
                </c:pt>
                <c:pt idx="3">
                  <c:v>9.2606270912557243E-2</c:v>
                </c:pt>
                <c:pt idx="4">
                  <c:v>8.1392163589606659E-2</c:v>
                </c:pt>
              </c:numCache>
            </c:numRef>
          </c:val>
          <c:extLst>
            <c:ext xmlns:c16="http://schemas.microsoft.com/office/drawing/2014/chart" uri="{C3380CC4-5D6E-409C-BE32-E72D297353CC}">
              <c16:uniqueId val="{00000005-BA62-3143-A2FE-D5FE45661D89}"/>
            </c:ext>
          </c:extLst>
        </c:ser>
        <c:ser>
          <c:idx val="6"/>
          <c:order val="6"/>
          <c:tx>
            <c:strRef>
              <c:f>FX!$CY$12</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FX!$CZ$12:$DD$12</c:f>
              <c:numCache>
                <c:formatCode>0%</c:formatCode>
                <c:ptCount val="5"/>
                <c:pt idx="0">
                  <c:v>0.54517683522697324</c:v>
                </c:pt>
                <c:pt idx="1">
                  <c:v>0.10951401547637785</c:v>
                </c:pt>
                <c:pt idx="2">
                  <c:v>6.813306848761691E-2</c:v>
                </c:pt>
                <c:pt idx="3">
                  <c:v>6.6948119269971684E-2</c:v>
                </c:pt>
                <c:pt idx="4">
                  <c:v>0.31545584378506941</c:v>
                </c:pt>
              </c:numCache>
            </c:numRef>
          </c:val>
          <c:extLst>
            <c:ext xmlns:c16="http://schemas.microsoft.com/office/drawing/2014/chart" uri="{C3380CC4-5D6E-409C-BE32-E72D297353CC}">
              <c16:uniqueId val="{00000006-BA62-3143-A2FE-D5FE45661D89}"/>
            </c:ext>
          </c:extLst>
        </c:ser>
        <c:ser>
          <c:idx val="7"/>
          <c:order val="7"/>
          <c:tx>
            <c:strRef>
              <c:f>FX!$CY$13</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FX!$CZ$13:$DD$13</c:f>
              <c:numCache>
                <c:formatCode>0%</c:formatCode>
                <c:ptCount val="5"/>
                <c:pt idx="0">
                  <c:v>-0.34397468385093177</c:v>
                </c:pt>
                <c:pt idx="1">
                  <c:v>5.8364312248316175E-2</c:v>
                </c:pt>
                <c:pt idx="2">
                  <c:v>-0.20200312058230008</c:v>
                </c:pt>
                <c:pt idx="3">
                  <c:v>5.3295286702013112E-2</c:v>
                </c:pt>
                <c:pt idx="4">
                  <c:v>-5.9983536898038814E-2</c:v>
                </c:pt>
              </c:numCache>
            </c:numRef>
          </c:val>
          <c:extLst>
            <c:ext xmlns:c16="http://schemas.microsoft.com/office/drawing/2014/chart" uri="{C3380CC4-5D6E-409C-BE32-E72D297353CC}">
              <c16:uniqueId val="{00000007-BA62-3143-A2FE-D5FE45661D89}"/>
            </c:ext>
          </c:extLst>
        </c:ser>
        <c:ser>
          <c:idx val="8"/>
          <c:order val="8"/>
          <c:tx>
            <c:strRef>
              <c:f>FX!$CY$14</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FX!$CZ$14:$DD$14</c:f>
              <c:numCache>
                <c:formatCode>0%</c:formatCode>
                <c:ptCount val="5"/>
                <c:pt idx="0">
                  <c:v>0.22984877897473965</c:v>
                </c:pt>
                <c:pt idx="1">
                  <c:v>0.11236774415592277</c:v>
                </c:pt>
                <c:pt idx="2">
                  <c:v>0.33451742511103832</c:v>
                </c:pt>
                <c:pt idx="3">
                  <c:v>0.28324968359349589</c:v>
                </c:pt>
                <c:pt idx="4">
                  <c:v>0.37296612661146789</c:v>
                </c:pt>
              </c:numCache>
            </c:numRef>
          </c:val>
          <c:extLst>
            <c:ext xmlns:c16="http://schemas.microsoft.com/office/drawing/2014/chart" uri="{C3380CC4-5D6E-409C-BE32-E72D297353CC}">
              <c16:uniqueId val="{00000008-BA62-3143-A2FE-D5FE45661D89}"/>
            </c:ext>
          </c:extLst>
        </c:ser>
        <c:ser>
          <c:idx val="9"/>
          <c:order val="9"/>
          <c:tx>
            <c:strRef>
              <c:f>FX!$CY$15</c:f>
              <c:strCache>
                <c:ptCount val="1"/>
                <c:pt idx="0">
                  <c:v>2024</c:v>
                </c:pt>
              </c:strCache>
            </c:strRef>
          </c:tx>
          <c:spPr>
            <a:solidFill>
              <a:schemeClr val="dk1">
                <a:tint val="75000"/>
              </a:schemeClr>
            </a:solidFill>
            <a:ln>
              <a:noFill/>
            </a:ln>
            <a:effectLst/>
          </c:spPr>
          <c:invertIfNegative val="0"/>
          <c:cat>
            <c:strRef>
              <c:f>FX!$CZ$5:$DD$5</c:f>
              <c:strCache>
                <c:ptCount val="5"/>
                <c:pt idx="0">
                  <c:v>NIFTY IT</c:v>
                </c:pt>
                <c:pt idx="1">
                  <c:v>NIFTY Bank</c:v>
                </c:pt>
                <c:pt idx="2">
                  <c:v>NIFTY Pharma</c:v>
                </c:pt>
                <c:pt idx="3">
                  <c:v>NIFTY FMCG</c:v>
                </c:pt>
                <c:pt idx="4">
                  <c:v>NIFTY Infra</c:v>
                </c:pt>
              </c:strCache>
            </c:strRef>
          </c:cat>
          <c:val>
            <c:numRef>
              <c:f>FX!$CZ$15:$DD$15</c:f>
              <c:numCache>
                <c:formatCode>0%</c:formatCode>
                <c:ptCount val="5"/>
                <c:pt idx="0">
                  <c:v>0.18841792106895494</c:v>
                </c:pt>
                <c:pt idx="1">
                  <c:v>3.2149843242239573E-2</c:v>
                </c:pt>
                <c:pt idx="2">
                  <c:v>0.35937240611955112</c:v>
                </c:pt>
                <c:pt idx="3">
                  <c:v>-2.9557761957192397E-2</c:v>
                </c:pt>
                <c:pt idx="4">
                  <c:v>0.13422185082144744</c:v>
                </c:pt>
              </c:numCache>
            </c:numRef>
          </c:val>
          <c:extLst>
            <c:ext xmlns:c16="http://schemas.microsoft.com/office/drawing/2014/chart" uri="{C3380CC4-5D6E-409C-BE32-E72D297353CC}">
              <c16:uniqueId val="{00000009-BA62-3143-A2FE-D5FE45661D89}"/>
            </c:ext>
          </c:extLst>
        </c:ser>
        <c:ser>
          <c:idx val="10"/>
          <c:order val="10"/>
          <c:tx>
            <c:strRef>
              <c:f>FX!$CY$16</c:f>
              <c:strCache>
                <c:ptCount val="1"/>
                <c:pt idx="0">
                  <c:v>2025-YTD</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FX!$CZ$5:$DD$5</c:f>
              <c:strCache>
                <c:ptCount val="5"/>
                <c:pt idx="0">
                  <c:v>NIFTY IT</c:v>
                </c:pt>
                <c:pt idx="1">
                  <c:v>NIFTY Bank</c:v>
                </c:pt>
                <c:pt idx="2">
                  <c:v>NIFTY Pharma</c:v>
                </c:pt>
                <c:pt idx="3">
                  <c:v>NIFTY FMCG</c:v>
                </c:pt>
                <c:pt idx="4">
                  <c:v>NIFTY Infra</c:v>
                </c:pt>
              </c:strCache>
            </c:strRef>
          </c:cat>
          <c:val>
            <c:numRef>
              <c:f>FX!$CZ$16:$DD$16</c:f>
              <c:numCache>
                <c:formatCode>0%</c:formatCode>
                <c:ptCount val="5"/>
                <c:pt idx="0">
                  <c:v>-0.15463075933826165</c:v>
                </c:pt>
                <c:pt idx="1">
                  <c:v>3.8560070927751156E-3</c:v>
                </c:pt>
                <c:pt idx="2">
                  <c:v>-0.1043614240216767</c:v>
                </c:pt>
                <c:pt idx="3">
                  <c:v>-6.5721403462657868E-2</c:v>
                </c:pt>
                <c:pt idx="4">
                  <c:v>-1.0948123441323898E-2</c:v>
                </c:pt>
              </c:numCache>
            </c:numRef>
          </c:val>
          <c:extLst>
            <c:ext xmlns:c16="http://schemas.microsoft.com/office/drawing/2014/chart" uri="{C3380CC4-5D6E-409C-BE32-E72D297353CC}">
              <c16:uniqueId val="{0000000A-BA62-3143-A2FE-D5FE45661D89}"/>
            </c:ext>
          </c:extLst>
        </c:ser>
        <c:ser>
          <c:idx val="11"/>
          <c:order val="11"/>
          <c:tx>
            <c:strRef>
              <c:f>FX!$CY$17</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dLbl>
              <c:idx val="0"/>
              <c:layout>
                <c:manualLayout>
                  <c:x val="-1.0371992462474349E-2"/>
                  <c:y val="-6.932968566123290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A62-3143-A2FE-D5FE45661D8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FX!$CZ$5:$DD$5</c:f>
              <c:strCache>
                <c:ptCount val="5"/>
                <c:pt idx="0">
                  <c:v>NIFTY IT</c:v>
                </c:pt>
                <c:pt idx="1">
                  <c:v>NIFTY Bank</c:v>
                </c:pt>
                <c:pt idx="2">
                  <c:v>NIFTY Pharma</c:v>
                </c:pt>
                <c:pt idx="3">
                  <c:v>NIFTY FMCG</c:v>
                </c:pt>
                <c:pt idx="4">
                  <c:v>NIFTY Infra</c:v>
                </c:pt>
              </c:strCache>
            </c:strRef>
          </c:cat>
          <c:val>
            <c:numRef>
              <c:f>FX!$CZ$17:$DD$17</c:f>
              <c:numCache>
                <c:formatCode>0%</c:formatCode>
                <c:ptCount val="5"/>
                <c:pt idx="0">
                  <c:v>0.11078450822982715</c:v>
                </c:pt>
                <c:pt idx="1">
                  <c:v>7.3065322795802343E-2</c:v>
                </c:pt>
                <c:pt idx="2">
                  <c:v>5.5665309119106048E-2</c:v>
                </c:pt>
                <c:pt idx="3">
                  <c:v>6.9208584776800156E-2</c:v>
                </c:pt>
                <c:pt idx="4">
                  <c:v>7.778999493768847E-2</c:v>
                </c:pt>
              </c:numCache>
            </c:numRef>
          </c:val>
          <c:extLst>
            <c:ext xmlns:c16="http://schemas.microsoft.com/office/drawing/2014/chart" uri="{C3380CC4-5D6E-409C-BE32-E72D297353CC}">
              <c16:uniqueId val="{0000000B-BA62-3143-A2FE-D5FE45661D89}"/>
            </c:ext>
          </c:extLst>
        </c:ser>
        <c:dLbls>
          <c:showLegendKey val="0"/>
          <c:showVal val="0"/>
          <c:showCatName val="0"/>
          <c:showSerName val="0"/>
          <c:showPercent val="0"/>
          <c:showBubbleSize val="0"/>
        </c:dLbls>
        <c:gapWidth val="219"/>
        <c:overlap val="-27"/>
        <c:axId val="248862991"/>
        <c:axId val="930971200"/>
      </c:barChart>
      <c:catAx>
        <c:axId val="248862991"/>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930971200"/>
        <c:crosses val="autoZero"/>
        <c:auto val="1"/>
        <c:lblAlgn val="ctr"/>
        <c:lblOffset val="100"/>
        <c:noMultiLvlLbl val="0"/>
      </c:catAx>
      <c:valAx>
        <c:axId val="93097120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48862991"/>
        <c:crosses val="autoZero"/>
        <c:crossBetween val="between"/>
      </c:valAx>
      <c:spPr>
        <a:noFill/>
        <a:ln>
          <a:noFill/>
        </a:ln>
        <a:effectLst/>
      </c:spPr>
    </c:plotArea>
    <c:legend>
      <c:legendPos val="b"/>
      <c:layout>
        <c:manualLayout>
          <c:xMode val="edge"/>
          <c:yMode val="edge"/>
          <c:x val="7.1835711995086773E-2"/>
          <c:y val="0.83971517624062186"/>
          <c:w val="0.88744455339724948"/>
          <c:h val="0.11529819189268008"/>
        </c:manualLayout>
      </c:layout>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b="1">
          <a:latin typeface="Century Gothic" panose="020B0502020202020204" pitchFamily="34" charset="0"/>
        </a:defRPr>
      </a:pPr>
      <a:endParaRPr lang="en-AE"/>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FX!$BN$2</c:f>
              <c:strCache>
                <c:ptCount val="1"/>
                <c:pt idx="0">
                  <c:v>NIFTY IT</c:v>
                </c:pt>
              </c:strCache>
            </c:strRef>
          </c:tx>
          <c:spPr>
            <a:ln w="12700" cap="rnd">
              <a:solidFill>
                <a:srgbClr val="0096FF"/>
              </a:solidFill>
              <a:round/>
            </a:ln>
            <a:effectLst>
              <a:outerShdw blurRad="50800" dist="38100" dir="2700000" algn="tl" rotWithShape="0">
                <a:prstClr val="black">
                  <a:alpha val="40000"/>
                </a:prstClr>
              </a:outerShdw>
            </a:effectLst>
          </c:spPr>
          <c:marker>
            <c:symbol val="none"/>
          </c:marker>
          <c:cat>
            <c:numRef>
              <c:f>FX!$BM$3:$BM$2329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FX!$BN$3:$BN$2329</c:f>
              <c:numCache>
                <c:formatCode>_(* #,##0.0_);_(* \(#,##0.0\);_(* "-"??_);_(@_)</c:formatCode>
                <c:ptCount val="2327"/>
                <c:pt idx="0" formatCode="General">
                  <c:v>100</c:v>
                </c:pt>
                <c:pt idx="1">
                  <c:v>101.39447381795162</c:v>
                </c:pt>
                <c:pt idx="2">
                  <c:v>100.29289299820786</c:v>
                </c:pt>
                <c:pt idx="3">
                  <c:v>97.725370215538263</c:v>
                </c:pt>
                <c:pt idx="4">
                  <c:v>97.235177867590764</c:v>
                </c:pt>
                <c:pt idx="5">
                  <c:v>98.897275074223074</c:v>
                </c:pt>
                <c:pt idx="6">
                  <c:v>103.25915715044356</c:v>
                </c:pt>
                <c:pt idx="7">
                  <c:v>104.95847017565478</c:v>
                </c:pt>
                <c:pt idx="8">
                  <c:v>104.68477670102266</c:v>
                </c:pt>
                <c:pt idx="9">
                  <c:v>105.61299205836102</c:v>
                </c:pt>
                <c:pt idx="10">
                  <c:v>106.79570578063857</c:v>
                </c:pt>
                <c:pt idx="11">
                  <c:v>106.47026451810244</c:v>
                </c:pt>
                <c:pt idx="12">
                  <c:v>106.31639783681577</c:v>
                </c:pt>
                <c:pt idx="13">
                  <c:v>108.36655184578619</c:v>
                </c:pt>
                <c:pt idx="14">
                  <c:v>108.57104084066626</c:v>
                </c:pt>
                <c:pt idx="15">
                  <c:v>109.22603880205305</c:v>
                </c:pt>
                <c:pt idx="16">
                  <c:v>107.52475673055342</c:v>
                </c:pt>
                <c:pt idx="17">
                  <c:v>108.68677652130903</c:v>
                </c:pt>
                <c:pt idx="18">
                  <c:v>108.66307340674223</c:v>
                </c:pt>
                <c:pt idx="19">
                  <c:v>108.21593120149765</c:v>
                </c:pt>
                <c:pt idx="20">
                  <c:v>109.08287377699327</c:v>
                </c:pt>
                <c:pt idx="21">
                  <c:v>109.5215592009344</c:v>
                </c:pt>
                <c:pt idx="22">
                  <c:v>109.39741476715565</c:v>
                </c:pt>
                <c:pt idx="23">
                  <c:v>111.11992291258504</c:v>
                </c:pt>
                <c:pt idx="24">
                  <c:v>112.31007729712482</c:v>
                </c:pt>
                <c:pt idx="25">
                  <c:v>111.40944624731991</c:v>
                </c:pt>
                <c:pt idx="26">
                  <c:v>110.93970111339564</c:v>
                </c:pt>
                <c:pt idx="27">
                  <c:v>112.00378789269458</c:v>
                </c:pt>
                <c:pt idx="28">
                  <c:v>113.0466941621125</c:v>
                </c:pt>
                <c:pt idx="29">
                  <c:v>114.70467162281228</c:v>
                </c:pt>
                <c:pt idx="30">
                  <c:v>115.53140058928888</c:v>
                </c:pt>
                <c:pt idx="31">
                  <c:v>114.13426761985575</c:v>
                </c:pt>
                <c:pt idx="32">
                  <c:v>113.8957967894512</c:v>
                </c:pt>
                <c:pt idx="33">
                  <c:v>114.04399762415595</c:v>
                </c:pt>
                <c:pt idx="34">
                  <c:v>115.07623280925567</c:v>
                </c:pt>
                <c:pt idx="35">
                  <c:v>113.67980106499166</c:v>
                </c:pt>
                <c:pt idx="36">
                  <c:v>114.83597112006322</c:v>
                </c:pt>
                <c:pt idx="37">
                  <c:v>115.79499935768571</c:v>
                </c:pt>
                <c:pt idx="38">
                  <c:v>117.49805732842783</c:v>
                </c:pt>
                <c:pt idx="39">
                  <c:v>116.32269339694373</c:v>
                </c:pt>
                <c:pt idx="40">
                  <c:v>115.08238077295063</c:v>
                </c:pt>
                <c:pt idx="41">
                  <c:v>112.12519706405786</c:v>
                </c:pt>
                <c:pt idx="42">
                  <c:v>111.82265441790025</c:v>
                </c:pt>
                <c:pt idx="43">
                  <c:v>111.26489014843212</c:v>
                </c:pt>
                <c:pt idx="44">
                  <c:v>112.22583023765088</c:v>
                </c:pt>
                <c:pt idx="45">
                  <c:v>111.02921926745239</c:v>
                </c:pt>
                <c:pt idx="46">
                  <c:v>111.72940764680325</c:v>
                </c:pt>
                <c:pt idx="47">
                  <c:v>111.63627146339631</c:v>
                </c:pt>
                <c:pt idx="48">
                  <c:v>110.70675776021919</c:v>
                </c:pt>
                <c:pt idx="49">
                  <c:v>111.14426216950238</c:v>
                </c:pt>
                <c:pt idx="50">
                  <c:v>111.81563400141344</c:v>
                </c:pt>
                <c:pt idx="51">
                  <c:v>111.10208329517206</c:v>
                </c:pt>
                <c:pt idx="52">
                  <c:v>110.67544933080912</c:v>
                </c:pt>
                <c:pt idx="53">
                  <c:v>110.8346615996701</c:v>
                </c:pt>
                <c:pt idx="54">
                  <c:v>107.33225803721756</c:v>
                </c:pt>
                <c:pt idx="55">
                  <c:v>107.78405613399583</c:v>
                </c:pt>
                <c:pt idx="56">
                  <c:v>108.83250953677806</c:v>
                </c:pt>
                <c:pt idx="57">
                  <c:v>108.71065013249572</c:v>
                </c:pt>
                <c:pt idx="58">
                  <c:v>110.75457887204695</c:v>
                </c:pt>
                <c:pt idx="59">
                  <c:v>111.47622388239751</c:v>
                </c:pt>
                <c:pt idx="60">
                  <c:v>111.4193265124174</c:v>
                </c:pt>
                <c:pt idx="61">
                  <c:v>110.0836111831288</c:v>
                </c:pt>
                <c:pt idx="62">
                  <c:v>109.27832557523151</c:v>
                </c:pt>
                <c:pt idx="63">
                  <c:v>106.99697772917843</c:v>
                </c:pt>
                <c:pt idx="64">
                  <c:v>104.44955157978676</c:v>
                </c:pt>
                <c:pt idx="65">
                  <c:v>103.82350421609149</c:v>
                </c:pt>
                <c:pt idx="66">
                  <c:v>103.39386669548045</c:v>
                </c:pt>
                <c:pt idx="67">
                  <c:v>102.43255768960427</c:v>
                </c:pt>
                <c:pt idx="68">
                  <c:v>99.237922682799422</c:v>
                </c:pt>
                <c:pt idx="69">
                  <c:v>98.603417407020416</c:v>
                </c:pt>
                <c:pt idx="70">
                  <c:v>98.639476847860422</c:v>
                </c:pt>
                <c:pt idx="71">
                  <c:v>99.210274071999876</c:v>
                </c:pt>
                <c:pt idx="72">
                  <c:v>97.794161442944187</c:v>
                </c:pt>
                <c:pt idx="73">
                  <c:v>97.14326071110456</c:v>
                </c:pt>
                <c:pt idx="74">
                  <c:v>98.453161167721476</c:v>
                </c:pt>
                <c:pt idx="75">
                  <c:v>98.583804780741573</c:v>
                </c:pt>
                <c:pt idx="76">
                  <c:v>100.2421794196983</c:v>
                </c:pt>
                <c:pt idx="77">
                  <c:v>97.877248141917136</c:v>
                </c:pt>
                <c:pt idx="78">
                  <c:v>98.354689916953433</c:v>
                </c:pt>
                <c:pt idx="79">
                  <c:v>98.215845371221135</c:v>
                </c:pt>
                <c:pt idx="80">
                  <c:v>99.312302924172002</c:v>
                </c:pt>
                <c:pt idx="81">
                  <c:v>100.30702960976635</c:v>
                </c:pt>
                <c:pt idx="82">
                  <c:v>100.92082238073299</c:v>
                </c:pt>
                <c:pt idx="83">
                  <c:v>102.40407265657898</c:v>
                </c:pt>
                <c:pt idx="84">
                  <c:v>103.08683331551309</c:v>
                </c:pt>
                <c:pt idx="85">
                  <c:v>104.26889520860317</c:v>
                </c:pt>
                <c:pt idx="86">
                  <c:v>103.33497008312453</c:v>
                </c:pt>
                <c:pt idx="87">
                  <c:v>102.52740632365017</c:v>
                </c:pt>
                <c:pt idx="88">
                  <c:v>100.46839322227662</c:v>
                </c:pt>
                <c:pt idx="89">
                  <c:v>101.27841810827172</c:v>
                </c:pt>
                <c:pt idx="90">
                  <c:v>102.60111211506631</c:v>
                </c:pt>
                <c:pt idx="91">
                  <c:v>102.40943044479009</c:v>
                </c:pt>
                <c:pt idx="92">
                  <c:v>100.474550711304</c:v>
                </c:pt>
                <c:pt idx="93">
                  <c:v>100.56288489343906</c:v>
                </c:pt>
                <c:pt idx="94">
                  <c:v>100.21153688929797</c:v>
                </c:pt>
                <c:pt idx="95">
                  <c:v>99.878026288931821</c:v>
                </c:pt>
                <c:pt idx="96">
                  <c:v>99.077280072125276</c:v>
                </c:pt>
                <c:pt idx="97">
                  <c:v>98.5012099021354</c:v>
                </c:pt>
                <c:pt idx="98">
                  <c:v>100.86962755535588</c:v>
                </c:pt>
                <c:pt idx="99">
                  <c:v>99.315332205681926</c:v>
                </c:pt>
                <c:pt idx="100">
                  <c:v>97.530723020335017</c:v>
                </c:pt>
                <c:pt idx="101">
                  <c:v>97.836376382985378</c:v>
                </c:pt>
                <c:pt idx="102">
                  <c:v>97.962598490021264</c:v>
                </c:pt>
                <c:pt idx="103">
                  <c:v>98.233748895463791</c:v>
                </c:pt>
                <c:pt idx="104">
                  <c:v>99.275758528874974</c:v>
                </c:pt>
                <c:pt idx="105">
                  <c:v>99.573116984903635</c:v>
                </c:pt>
                <c:pt idx="106">
                  <c:v>101.71485557228394</c:v>
                </c:pt>
                <c:pt idx="107">
                  <c:v>100.71859215527788</c:v>
                </c:pt>
                <c:pt idx="108">
                  <c:v>100.79969630088641</c:v>
                </c:pt>
                <c:pt idx="109">
                  <c:v>99.602252631960198</c:v>
                </c:pt>
                <c:pt idx="110">
                  <c:v>100.96648552282451</c:v>
                </c:pt>
                <c:pt idx="111">
                  <c:v>98.44854245947522</c:v>
                </c:pt>
                <c:pt idx="112">
                  <c:v>97.845423856605024</c:v>
                </c:pt>
                <c:pt idx="113">
                  <c:v>99.6142186004613</c:v>
                </c:pt>
                <c:pt idx="114">
                  <c:v>99.461384842592935</c:v>
                </c:pt>
                <c:pt idx="115">
                  <c:v>99.56273770296572</c:v>
                </c:pt>
                <c:pt idx="116">
                  <c:v>99.64760993907295</c:v>
                </c:pt>
                <c:pt idx="117">
                  <c:v>99.381241286544295</c:v>
                </c:pt>
                <c:pt idx="118">
                  <c:v>97.992453720775075</c:v>
                </c:pt>
                <c:pt idx="119">
                  <c:v>96.370610445674117</c:v>
                </c:pt>
                <c:pt idx="120">
                  <c:v>96.292815941834618</c:v>
                </c:pt>
                <c:pt idx="121">
                  <c:v>97.948484429507218</c:v>
                </c:pt>
                <c:pt idx="122">
                  <c:v>98.298583991402751</c:v>
                </c:pt>
                <c:pt idx="123">
                  <c:v>99.423449662112986</c:v>
                </c:pt>
                <c:pt idx="124">
                  <c:v>99.617843217605824</c:v>
                </c:pt>
                <c:pt idx="125">
                  <c:v>100.31306817237132</c:v>
                </c:pt>
                <c:pt idx="126">
                  <c:v>100.20110170003915</c:v>
                </c:pt>
                <c:pt idx="127">
                  <c:v>103.49327992002272</c:v>
                </c:pt>
                <c:pt idx="128">
                  <c:v>103.58880627694353</c:v>
                </c:pt>
                <c:pt idx="129">
                  <c:v>102.53246732131713</c:v>
                </c:pt>
                <c:pt idx="130">
                  <c:v>101.41061830072701</c:v>
                </c:pt>
                <c:pt idx="131">
                  <c:v>100.33664925512278</c:v>
                </c:pt>
                <c:pt idx="132">
                  <c:v>99.802816675643555</c:v>
                </c:pt>
                <c:pt idx="133">
                  <c:v>101.46473704816206</c:v>
                </c:pt>
                <c:pt idx="134">
                  <c:v>100.61479130052419</c:v>
                </c:pt>
                <c:pt idx="135">
                  <c:v>102.37884373035995</c:v>
                </c:pt>
                <c:pt idx="136">
                  <c:v>101.31866828630658</c:v>
                </c:pt>
                <c:pt idx="137">
                  <c:v>100.91823751587467</c:v>
                </c:pt>
                <c:pt idx="138">
                  <c:v>102.89363406790481</c:v>
                </c:pt>
                <c:pt idx="139">
                  <c:v>102.97068125308729</c:v>
                </c:pt>
                <c:pt idx="140">
                  <c:v>102.72423906853012</c:v>
                </c:pt>
                <c:pt idx="141">
                  <c:v>102.59476411875541</c:v>
                </c:pt>
                <c:pt idx="142">
                  <c:v>103.14111354704303</c:v>
                </c:pt>
                <c:pt idx="143">
                  <c:v>104.67839671112769</c:v>
                </c:pt>
                <c:pt idx="144">
                  <c:v>104.08547402780313</c:v>
                </c:pt>
                <c:pt idx="145">
                  <c:v>104.56516654945258</c:v>
                </c:pt>
                <c:pt idx="146">
                  <c:v>105.52807092542308</c:v>
                </c:pt>
                <c:pt idx="147">
                  <c:v>106.09482737658179</c:v>
                </c:pt>
                <c:pt idx="148">
                  <c:v>103.8320213908943</c:v>
                </c:pt>
                <c:pt idx="149">
                  <c:v>103.30343309176162</c:v>
                </c:pt>
                <c:pt idx="150">
                  <c:v>97.343305287757559</c:v>
                </c:pt>
                <c:pt idx="151">
                  <c:v>96.387891212857667</c:v>
                </c:pt>
                <c:pt idx="152">
                  <c:v>96.39455440166951</c:v>
                </c:pt>
                <c:pt idx="153">
                  <c:v>97.506195941208603</c:v>
                </c:pt>
                <c:pt idx="154">
                  <c:v>99.112366827133542</c:v>
                </c:pt>
                <c:pt idx="155">
                  <c:v>98.924890218558957</c:v>
                </c:pt>
                <c:pt idx="156">
                  <c:v>97.890832465413283</c:v>
                </c:pt>
                <c:pt idx="157">
                  <c:v>99.128878554961076</c:v>
                </c:pt>
                <c:pt idx="158">
                  <c:v>99.614281378783275</c:v>
                </c:pt>
                <c:pt idx="159">
                  <c:v>97.149046514044585</c:v>
                </c:pt>
                <c:pt idx="160">
                  <c:v>96.337882277275426</c:v>
                </c:pt>
                <c:pt idx="161">
                  <c:v>96.65023763689058</c:v>
                </c:pt>
                <c:pt idx="162">
                  <c:v>98.082647491793963</c:v>
                </c:pt>
                <c:pt idx="163">
                  <c:v>96.739555008194017</c:v>
                </c:pt>
                <c:pt idx="164">
                  <c:v>97.327693205705629</c:v>
                </c:pt>
                <c:pt idx="165">
                  <c:v>98.100654109930673</c:v>
                </c:pt>
                <c:pt idx="166">
                  <c:v>98.644193648896291</c:v>
                </c:pt>
                <c:pt idx="167">
                  <c:v>100.53303455283852</c:v>
                </c:pt>
                <c:pt idx="168">
                  <c:v>100.77442603153885</c:v>
                </c:pt>
                <c:pt idx="169">
                  <c:v>100.81124097958178</c:v>
                </c:pt>
                <c:pt idx="170">
                  <c:v>100.18597226117342</c:v>
                </c:pt>
                <c:pt idx="171">
                  <c:v>101.27535587093175</c:v>
                </c:pt>
                <c:pt idx="172">
                  <c:v>101.31252086310377</c:v>
                </c:pt>
                <c:pt idx="173">
                  <c:v>103.43959456470492</c:v>
                </c:pt>
                <c:pt idx="174">
                  <c:v>102.320182849817</c:v>
                </c:pt>
                <c:pt idx="175">
                  <c:v>102.76565527789651</c:v>
                </c:pt>
                <c:pt idx="176">
                  <c:v>101.18789330374565</c:v>
                </c:pt>
                <c:pt idx="177">
                  <c:v>101.22475264452717</c:v>
                </c:pt>
                <c:pt idx="178">
                  <c:v>103.00869087372017</c:v>
                </c:pt>
                <c:pt idx="179">
                  <c:v>101.46542089683579</c:v>
                </c:pt>
                <c:pt idx="180">
                  <c:v>100.15702187809281</c:v>
                </c:pt>
                <c:pt idx="181">
                  <c:v>98.631186239052809</c:v>
                </c:pt>
                <c:pt idx="182">
                  <c:v>98.856023464956436</c:v>
                </c:pt>
                <c:pt idx="183">
                  <c:v>98.629229421868118</c:v>
                </c:pt>
                <c:pt idx="184">
                  <c:v>99.683061974394192</c:v>
                </c:pt>
                <c:pt idx="185">
                  <c:v>100.41936551293594</c:v>
                </c:pt>
                <c:pt idx="186">
                  <c:v>100.18636085489837</c:v>
                </c:pt>
                <c:pt idx="187">
                  <c:v>100.71925838175618</c:v>
                </c:pt>
                <c:pt idx="188">
                  <c:v>100.78939658123582</c:v>
                </c:pt>
                <c:pt idx="189">
                  <c:v>101.17618663007522</c:v>
                </c:pt>
                <c:pt idx="190">
                  <c:v>100.17907880160908</c:v>
                </c:pt>
                <c:pt idx="191">
                  <c:v>99.53766872236001</c:v>
                </c:pt>
                <c:pt idx="192">
                  <c:v>99.660478431653829</c:v>
                </c:pt>
                <c:pt idx="193">
                  <c:v>100.326492595513</c:v>
                </c:pt>
                <c:pt idx="194">
                  <c:v>99.572442105475304</c:v>
                </c:pt>
                <c:pt idx="195">
                  <c:v>98.22838608414699</c:v>
                </c:pt>
                <c:pt idx="196">
                  <c:v>98.666459830189751</c:v>
                </c:pt>
                <c:pt idx="197">
                  <c:v>97.228347735601716</c:v>
                </c:pt>
                <c:pt idx="198">
                  <c:v>95.525118040130423</c:v>
                </c:pt>
                <c:pt idx="199">
                  <c:v>95.525118040130423</c:v>
                </c:pt>
                <c:pt idx="200">
                  <c:v>94.525182013681444</c:v>
                </c:pt>
                <c:pt idx="201">
                  <c:v>92.638733798098826</c:v>
                </c:pt>
                <c:pt idx="202">
                  <c:v>94.32056550431119</c:v>
                </c:pt>
                <c:pt idx="203">
                  <c:v>95.078860294187507</c:v>
                </c:pt>
                <c:pt idx="204">
                  <c:v>94.733987357618261</c:v>
                </c:pt>
                <c:pt idx="205">
                  <c:v>94.13992590240413</c:v>
                </c:pt>
                <c:pt idx="206">
                  <c:v>94.017327365413394</c:v>
                </c:pt>
                <c:pt idx="207">
                  <c:v>94.698004659330763</c:v>
                </c:pt>
                <c:pt idx="208">
                  <c:v>95.640491484015044</c:v>
                </c:pt>
                <c:pt idx="209">
                  <c:v>94.595217357561012</c:v>
                </c:pt>
                <c:pt idx="210">
                  <c:v>93.839105018384529</c:v>
                </c:pt>
                <c:pt idx="211">
                  <c:v>92.755931868955372</c:v>
                </c:pt>
                <c:pt idx="212">
                  <c:v>93.299530979798291</c:v>
                </c:pt>
                <c:pt idx="213">
                  <c:v>92.917405798141857</c:v>
                </c:pt>
                <c:pt idx="214">
                  <c:v>92.546045696048068</c:v>
                </c:pt>
                <c:pt idx="215">
                  <c:v>93.551851379493783</c:v>
                </c:pt>
                <c:pt idx="216">
                  <c:v>93.452847241831734</c:v>
                </c:pt>
                <c:pt idx="217">
                  <c:v>93.639809048884203</c:v>
                </c:pt>
                <c:pt idx="218">
                  <c:v>93.221524318438313</c:v>
                </c:pt>
                <c:pt idx="219">
                  <c:v>94.228660748092935</c:v>
                </c:pt>
                <c:pt idx="220">
                  <c:v>95.613282785251428</c:v>
                </c:pt>
                <c:pt idx="221">
                  <c:v>94.638895370030582</c:v>
                </c:pt>
                <c:pt idx="222">
                  <c:v>95.651663162781276</c:v>
                </c:pt>
                <c:pt idx="223">
                  <c:v>94.585974143043174</c:v>
                </c:pt>
                <c:pt idx="224">
                  <c:v>95.579269814882494</c:v>
                </c:pt>
                <c:pt idx="225">
                  <c:v>95.487495138958366</c:v>
                </c:pt>
                <c:pt idx="226">
                  <c:v>95.82981265158547</c:v>
                </c:pt>
                <c:pt idx="227">
                  <c:v>94.595749180088518</c:v>
                </c:pt>
                <c:pt idx="228">
                  <c:v>95.544834115550771</c:v>
                </c:pt>
                <c:pt idx="229">
                  <c:v>95.223583352240368</c:v>
                </c:pt>
                <c:pt idx="230">
                  <c:v>93.790562808980454</c:v>
                </c:pt>
                <c:pt idx="231">
                  <c:v>93.405362672786907</c:v>
                </c:pt>
                <c:pt idx="232">
                  <c:v>93.339099977024091</c:v>
                </c:pt>
                <c:pt idx="233">
                  <c:v>91.757645793050784</c:v>
                </c:pt>
                <c:pt idx="234">
                  <c:v>93.162572716809564</c:v>
                </c:pt>
                <c:pt idx="235">
                  <c:v>91.594362660119899</c:v>
                </c:pt>
                <c:pt idx="236">
                  <c:v>91.171620014215947</c:v>
                </c:pt>
                <c:pt idx="237">
                  <c:v>91.65992569422059</c:v>
                </c:pt>
                <c:pt idx="238">
                  <c:v>92.49466341495787</c:v>
                </c:pt>
                <c:pt idx="239">
                  <c:v>92.153606251617177</c:v>
                </c:pt>
                <c:pt idx="240">
                  <c:v>92.061829391471818</c:v>
                </c:pt>
                <c:pt idx="241">
                  <c:v>91.708933698491066</c:v>
                </c:pt>
                <c:pt idx="242">
                  <c:v>90.712210501437852</c:v>
                </c:pt>
                <c:pt idx="243">
                  <c:v>90.803375319424319</c:v>
                </c:pt>
                <c:pt idx="244">
                  <c:v>91.821795424103456</c:v>
                </c:pt>
                <c:pt idx="245">
                  <c:v>91.695107169179764</c:v>
                </c:pt>
                <c:pt idx="246">
                  <c:v>91.333650406971188</c:v>
                </c:pt>
                <c:pt idx="247">
                  <c:v>93.559056076637617</c:v>
                </c:pt>
                <c:pt idx="248">
                  <c:v>94.41777668857118</c:v>
                </c:pt>
                <c:pt idx="249">
                  <c:v>93.667224643118303</c:v>
                </c:pt>
                <c:pt idx="250">
                  <c:v>92.19513170412759</c:v>
                </c:pt>
                <c:pt idx="251">
                  <c:v>93.4639358275858</c:v>
                </c:pt>
                <c:pt idx="252">
                  <c:v>93.819170393622485</c:v>
                </c:pt>
                <c:pt idx="253">
                  <c:v>91.682446118520005</c:v>
                </c:pt>
                <c:pt idx="254">
                  <c:v>88.010190678911414</c:v>
                </c:pt>
                <c:pt idx="255">
                  <c:v>88.263639190973578</c:v>
                </c:pt>
                <c:pt idx="256">
                  <c:v>85.696680114685364</c:v>
                </c:pt>
                <c:pt idx="257">
                  <c:v>85.264349542977229</c:v>
                </c:pt>
                <c:pt idx="258">
                  <c:v>86.662511612397495</c:v>
                </c:pt>
                <c:pt idx="259">
                  <c:v>86.168869802356127</c:v>
                </c:pt>
                <c:pt idx="260">
                  <c:v>86.537653780225241</c:v>
                </c:pt>
                <c:pt idx="261">
                  <c:v>88.733137486383413</c:v>
                </c:pt>
                <c:pt idx="262">
                  <c:v>88.386831581845641</c:v>
                </c:pt>
                <c:pt idx="263">
                  <c:v>87.290742225620747</c:v>
                </c:pt>
                <c:pt idx="264">
                  <c:v>86.288238497594634</c:v>
                </c:pt>
                <c:pt idx="265">
                  <c:v>85.713678374374268</c:v>
                </c:pt>
                <c:pt idx="266">
                  <c:v>85.983094035677823</c:v>
                </c:pt>
                <c:pt idx="267">
                  <c:v>84.661616356676348</c:v>
                </c:pt>
                <c:pt idx="268">
                  <c:v>88.207194645600154</c:v>
                </c:pt>
                <c:pt idx="269">
                  <c:v>90.969770645494762</c:v>
                </c:pt>
                <c:pt idx="270">
                  <c:v>92.730218996420575</c:v>
                </c:pt>
                <c:pt idx="271">
                  <c:v>91.605253283889013</c:v>
                </c:pt>
                <c:pt idx="272">
                  <c:v>91.532129161714948</c:v>
                </c:pt>
                <c:pt idx="273">
                  <c:v>91.260913645086632</c:v>
                </c:pt>
                <c:pt idx="274">
                  <c:v>91.284686147364411</c:v>
                </c:pt>
                <c:pt idx="275">
                  <c:v>91.636277447753088</c:v>
                </c:pt>
                <c:pt idx="276">
                  <c:v>90.209049199715793</c:v>
                </c:pt>
                <c:pt idx="277">
                  <c:v>90.633135575519475</c:v>
                </c:pt>
                <c:pt idx="278">
                  <c:v>92.310289900136851</c:v>
                </c:pt>
                <c:pt idx="279">
                  <c:v>94.691101903578527</c:v>
                </c:pt>
                <c:pt idx="280">
                  <c:v>95.13073254169565</c:v>
                </c:pt>
                <c:pt idx="281">
                  <c:v>95.18527805359146</c:v>
                </c:pt>
                <c:pt idx="282">
                  <c:v>94.908015179921478</c:v>
                </c:pt>
                <c:pt idx="283">
                  <c:v>95.781175761435534</c:v>
                </c:pt>
                <c:pt idx="284">
                  <c:v>96.359502687327705</c:v>
                </c:pt>
                <c:pt idx="285">
                  <c:v>95.382641433041229</c:v>
                </c:pt>
                <c:pt idx="286">
                  <c:v>97.158945979228278</c:v>
                </c:pt>
                <c:pt idx="287">
                  <c:v>95.284880220594886</c:v>
                </c:pt>
                <c:pt idx="288">
                  <c:v>94.403009178788764</c:v>
                </c:pt>
                <c:pt idx="289">
                  <c:v>94.050568783704662</c:v>
                </c:pt>
                <c:pt idx="290">
                  <c:v>96.119970647243292</c:v>
                </c:pt>
                <c:pt idx="291">
                  <c:v>96.581507860610614</c:v>
                </c:pt>
                <c:pt idx="292">
                  <c:v>98.318455466050281</c:v>
                </c:pt>
                <c:pt idx="293">
                  <c:v>98.57054328449027</c:v>
                </c:pt>
                <c:pt idx="294">
                  <c:v>95.904081224184935</c:v>
                </c:pt>
                <c:pt idx="295">
                  <c:v>97.271011084541996</c:v>
                </c:pt>
                <c:pt idx="296">
                  <c:v>96.067316206691984</c:v>
                </c:pt>
                <c:pt idx="297">
                  <c:v>95.131264140080418</c:v>
                </c:pt>
                <c:pt idx="298">
                  <c:v>94.711280639506938</c:v>
                </c:pt>
                <c:pt idx="299">
                  <c:v>93.179763007578515</c:v>
                </c:pt>
                <c:pt idx="300">
                  <c:v>92.996990356296251</c:v>
                </c:pt>
                <c:pt idx="301">
                  <c:v>93.251464994915736</c:v>
                </c:pt>
                <c:pt idx="302">
                  <c:v>92.412396744947173</c:v>
                </c:pt>
                <c:pt idx="303">
                  <c:v>93.50363018918614</c:v>
                </c:pt>
                <c:pt idx="304">
                  <c:v>93.468544346611026</c:v>
                </c:pt>
                <c:pt idx="305">
                  <c:v>92.878478159285493</c:v>
                </c:pt>
                <c:pt idx="306">
                  <c:v>94.039702710545242</c:v>
                </c:pt>
                <c:pt idx="307">
                  <c:v>93.383138804595035</c:v>
                </c:pt>
                <c:pt idx="308">
                  <c:v>93.780438469345938</c:v>
                </c:pt>
                <c:pt idx="309">
                  <c:v>94.235145505531833</c:v>
                </c:pt>
                <c:pt idx="310">
                  <c:v>93.925690854444909</c:v>
                </c:pt>
                <c:pt idx="311">
                  <c:v>93.267434566412348</c:v>
                </c:pt>
                <c:pt idx="312">
                  <c:v>92.533022472658658</c:v>
                </c:pt>
                <c:pt idx="313">
                  <c:v>91.805180219606314</c:v>
                </c:pt>
                <c:pt idx="314">
                  <c:v>91.195135268428302</c:v>
                </c:pt>
                <c:pt idx="315">
                  <c:v>93.981736752452449</c:v>
                </c:pt>
                <c:pt idx="316">
                  <c:v>95.229389400291097</c:v>
                </c:pt>
                <c:pt idx="317">
                  <c:v>96.252974056715587</c:v>
                </c:pt>
                <c:pt idx="318">
                  <c:v>97.320358635296259</c:v>
                </c:pt>
                <c:pt idx="319">
                  <c:v>95.839944948395598</c:v>
                </c:pt>
                <c:pt idx="320">
                  <c:v>96.457655774694089</c:v>
                </c:pt>
                <c:pt idx="321">
                  <c:v>96.292018201961824</c:v>
                </c:pt>
                <c:pt idx="322">
                  <c:v>96.340899915724819</c:v>
                </c:pt>
                <c:pt idx="323">
                  <c:v>96.185110520196787</c:v>
                </c:pt>
                <c:pt idx="324">
                  <c:v>96.522263805587983</c:v>
                </c:pt>
                <c:pt idx="325">
                  <c:v>96.581659088530756</c:v>
                </c:pt>
                <c:pt idx="326">
                  <c:v>95.559826636826713</c:v>
                </c:pt>
                <c:pt idx="327">
                  <c:v>95.013731364932525</c:v>
                </c:pt>
                <c:pt idx="328">
                  <c:v>94.303350794179693</c:v>
                </c:pt>
                <c:pt idx="329">
                  <c:v>94.006986665215294</c:v>
                </c:pt>
                <c:pt idx="330">
                  <c:v>94.944279435744136</c:v>
                </c:pt>
                <c:pt idx="331">
                  <c:v>94.559104891655679</c:v>
                </c:pt>
                <c:pt idx="332">
                  <c:v>95.005736242712544</c:v>
                </c:pt>
                <c:pt idx="333">
                  <c:v>96.475841448307335</c:v>
                </c:pt>
                <c:pt idx="334">
                  <c:v>96.226520759955662</c:v>
                </c:pt>
                <c:pt idx="335">
                  <c:v>96.131725947094409</c:v>
                </c:pt>
                <c:pt idx="336">
                  <c:v>96.367149239611649</c:v>
                </c:pt>
                <c:pt idx="337">
                  <c:v>93.095070329706914</c:v>
                </c:pt>
                <c:pt idx="338">
                  <c:v>91.628175629158662</c:v>
                </c:pt>
                <c:pt idx="339">
                  <c:v>90.618122651188671</c:v>
                </c:pt>
                <c:pt idx="340">
                  <c:v>92.250571458203822</c:v>
                </c:pt>
                <c:pt idx="341">
                  <c:v>92.949008468344573</c:v>
                </c:pt>
                <c:pt idx="342">
                  <c:v>93.008629072165633</c:v>
                </c:pt>
                <c:pt idx="343">
                  <c:v>93.73311151858033</c:v>
                </c:pt>
                <c:pt idx="344">
                  <c:v>93.41842428902541</c:v>
                </c:pt>
                <c:pt idx="345">
                  <c:v>91.62167508446295</c:v>
                </c:pt>
                <c:pt idx="346">
                  <c:v>91.713551944597299</c:v>
                </c:pt>
                <c:pt idx="347">
                  <c:v>92.980403975997476</c:v>
                </c:pt>
                <c:pt idx="348">
                  <c:v>93.586064269676839</c:v>
                </c:pt>
                <c:pt idx="349">
                  <c:v>94.243716780624666</c:v>
                </c:pt>
                <c:pt idx="350">
                  <c:v>90.515473742138965</c:v>
                </c:pt>
                <c:pt idx="351">
                  <c:v>90.419603991633423</c:v>
                </c:pt>
                <c:pt idx="352">
                  <c:v>90.621857165838108</c:v>
                </c:pt>
                <c:pt idx="353">
                  <c:v>90.573729047873385</c:v>
                </c:pt>
                <c:pt idx="354">
                  <c:v>90.549701116277859</c:v>
                </c:pt>
                <c:pt idx="355">
                  <c:v>91.3701009722338</c:v>
                </c:pt>
                <c:pt idx="356">
                  <c:v>91.257335643118736</c:v>
                </c:pt>
                <c:pt idx="357">
                  <c:v>91.863241256482226</c:v>
                </c:pt>
                <c:pt idx="358">
                  <c:v>92.172428102586821</c:v>
                </c:pt>
                <c:pt idx="359">
                  <c:v>92.012821131262285</c:v>
                </c:pt>
                <c:pt idx="360">
                  <c:v>94.327847514556268</c:v>
                </c:pt>
                <c:pt idx="361">
                  <c:v>94.637687481402381</c:v>
                </c:pt>
                <c:pt idx="362">
                  <c:v>94.410039433326162</c:v>
                </c:pt>
                <c:pt idx="363">
                  <c:v>94.120933887714756</c:v>
                </c:pt>
                <c:pt idx="364">
                  <c:v>94.208292695489561</c:v>
                </c:pt>
                <c:pt idx="365">
                  <c:v>94.821702967224923</c:v>
                </c:pt>
                <c:pt idx="366">
                  <c:v>94.512433937545495</c:v>
                </c:pt>
                <c:pt idx="367">
                  <c:v>94.6357814163554</c:v>
                </c:pt>
                <c:pt idx="368">
                  <c:v>94.867502810291995</c:v>
                </c:pt>
                <c:pt idx="369">
                  <c:v>94.499766916893677</c:v>
                </c:pt>
                <c:pt idx="370">
                  <c:v>92.877062326334624</c:v>
                </c:pt>
                <c:pt idx="371">
                  <c:v>91.315812218961966</c:v>
                </c:pt>
                <c:pt idx="372">
                  <c:v>91.244814073086673</c:v>
                </c:pt>
                <c:pt idx="373">
                  <c:v>90.587860499531629</c:v>
                </c:pt>
                <c:pt idx="374">
                  <c:v>90.706618816389536</c:v>
                </c:pt>
                <c:pt idx="375">
                  <c:v>89.853179383182095</c:v>
                </c:pt>
                <c:pt idx="376">
                  <c:v>88.72754977545992</c:v>
                </c:pt>
                <c:pt idx="377">
                  <c:v>87.369781387098911</c:v>
                </c:pt>
                <c:pt idx="378">
                  <c:v>89.065793001416381</c:v>
                </c:pt>
                <c:pt idx="379">
                  <c:v>88.9865453729916</c:v>
                </c:pt>
                <c:pt idx="380">
                  <c:v>88.914553205649526</c:v>
                </c:pt>
                <c:pt idx="381">
                  <c:v>89.023993615722006</c:v>
                </c:pt>
                <c:pt idx="382">
                  <c:v>89.561167946115518</c:v>
                </c:pt>
                <c:pt idx="383">
                  <c:v>89.42390929454541</c:v>
                </c:pt>
                <c:pt idx="384">
                  <c:v>87.101198684429164</c:v>
                </c:pt>
                <c:pt idx="385">
                  <c:v>87.409846913002397</c:v>
                </c:pt>
                <c:pt idx="386">
                  <c:v>87.64713566378704</c:v>
                </c:pt>
                <c:pt idx="387">
                  <c:v>86.956518480137916</c:v>
                </c:pt>
                <c:pt idx="388">
                  <c:v>86.765643345654382</c:v>
                </c:pt>
                <c:pt idx="389">
                  <c:v>87.880241117984127</c:v>
                </c:pt>
                <c:pt idx="390">
                  <c:v>88.430770356519517</c:v>
                </c:pt>
                <c:pt idx="391">
                  <c:v>87.928562724901028</c:v>
                </c:pt>
                <c:pt idx="392">
                  <c:v>87.908410502344609</c:v>
                </c:pt>
                <c:pt idx="393">
                  <c:v>88.111993752971486</c:v>
                </c:pt>
                <c:pt idx="394">
                  <c:v>87.518207106077639</c:v>
                </c:pt>
                <c:pt idx="395">
                  <c:v>88.413211908293846</c:v>
                </c:pt>
                <c:pt idx="396">
                  <c:v>88.121986726467497</c:v>
                </c:pt>
                <c:pt idx="397">
                  <c:v>87.112635834256807</c:v>
                </c:pt>
                <c:pt idx="398">
                  <c:v>87.2646837865191</c:v>
                </c:pt>
                <c:pt idx="399">
                  <c:v>87.579393942019593</c:v>
                </c:pt>
                <c:pt idx="400">
                  <c:v>88.266120944775736</c:v>
                </c:pt>
                <c:pt idx="401">
                  <c:v>87.730717926678153</c:v>
                </c:pt>
                <c:pt idx="402">
                  <c:v>86.877927492511787</c:v>
                </c:pt>
                <c:pt idx="403">
                  <c:v>86.183029896144021</c:v>
                </c:pt>
                <c:pt idx="404">
                  <c:v>86.916718551862004</c:v>
                </c:pt>
                <c:pt idx="405">
                  <c:v>86.609209947179068</c:v>
                </c:pt>
                <c:pt idx="406">
                  <c:v>86.48042286334038</c:v>
                </c:pt>
                <c:pt idx="407">
                  <c:v>85.979243947420201</c:v>
                </c:pt>
                <c:pt idx="408">
                  <c:v>87.895279379890184</c:v>
                </c:pt>
                <c:pt idx="409">
                  <c:v>88.199041212897839</c:v>
                </c:pt>
                <c:pt idx="410">
                  <c:v>87.299165923768669</c:v>
                </c:pt>
                <c:pt idx="411">
                  <c:v>86.718267503365382</c:v>
                </c:pt>
                <c:pt idx="412">
                  <c:v>85.988257888523819</c:v>
                </c:pt>
                <c:pt idx="413">
                  <c:v>84.946573465334893</c:v>
                </c:pt>
                <c:pt idx="414">
                  <c:v>84.945350160526985</c:v>
                </c:pt>
                <c:pt idx="415">
                  <c:v>85.235309309297548</c:v>
                </c:pt>
                <c:pt idx="416">
                  <c:v>84.637673307769845</c:v>
                </c:pt>
                <c:pt idx="417">
                  <c:v>83.481727331136042</c:v>
                </c:pt>
                <c:pt idx="418">
                  <c:v>83.129938733928</c:v>
                </c:pt>
                <c:pt idx="419">
                  <c:v>84.063415414638129</c:v>
                </c:pt>
                <c:pt idx="420">
                  <c:v>84.442311082213081</c:v>
                </c:pt>
                <c:pt idx="421">
                  <c:v>84.796510988347805</c:v>
                </c:pt>
                <c:pt idx="422">
                  <c:v>82.144829920137454</c:v>
                </c:pt>
                <c:pt idx="423">
                  <c:v>79.550973102133838</c:v>
                </c:pt>
                <c:pt idx="424">
                  <c:v>79.180096425424438</c:v>
                </c:pt>
                <c:pt idx="425">
                  <c:v>80.392099375279997</c:v>
                </c:pt>
                <c:pt idx="426">
                  <c:v>79.031685721145294</c:v>
                </c:pt>
                <c:pt idx="427">
                  <c:v>78.655015011258953</c:v>
                </c:pt>
                <c:pt idx="428">
                  <c:v>78.278121080608798</c:v>
                </c:pt>
                <c:pt idx="429">
                  <c:v>78.768997192839635</c:v>
                </c:pt>
                <c:pt idx="430">
                  <c:v>78.820021927169748</c:v>
                </c:pt>
                <c:pt idx="431">
                  <c:v>83.483681920776689</c:v>
                </c:pt>
                <c:pt idx="432">
                  <c:v>83.112843313075473</c:v>
                </c:pt>
                <c:pt idx="433">
                  <c:v>82.814427740133397</c:v>
                </c:pt>
                <c:pt idx="434">
                  <c:v>83.20021079125749</c:v>
                </c:pt>
                <c:pt idx="435">
                  <c:v>83.0719004218479</c:v>
                </c:pt>
                <c:pt idx="436">
                  <c:v>82.027871792606319</c:v>
                </c:pt>
                <c:pt idx="437">
                  <c:v>81.547112580334854</c:v>
                </c:pt>
                <c:pt idx="438">
                  <c:v>81.704305880404263</c:v>
                </c:pt>
                <c:pt idx="439">
                  <c:v>81.423299339535419</c:v>
                </c:pt>
                <c:pt idx="440">
                  <c:v>83.27720488777021</c:v>
                </c:pt>
                <c:pt idx="441">
                  <c:v>83.605710868226438</c:v>
                </c:pt>
                <c:pt idx="442">
                  <c:v>83.241098815827868</c:v>
                </c:pt>
                <c:pt idx="443">
                  <c:v>84.237941134162241</c:v>
                </c:pt>
                <c:pt idx="444">
                  <c:v>84.734472180393041</c:v>
                </c:pt>
                <c:pt idx="445">
                  <c:v>84.992363195971663</c:v>
                </c:pt>
                <c:pt idx="446">
                  <c:v>85.246578270289845</c:v>
                </c:pt>
                <c:pt idx="447">
                  <c:v>85.317271922214857</c:v>
                </c:pt>
                <c:pt idx="448">
                  <c:v>85.171408428370881</c:v>
                </c:pt>
                <c:pt idx="449">
                  <c:v>84.576725266533899</c:v>
                </c:pt>
                <c:pt idx="450">
                  <c:v>83.813899847328244</c:v>
                </c:pt>
                <c:pt idx="451">
                  <c:v>83.416511916803628</c:v>
                </c:pt>
                <c:pt idx="452">
                  <c:v>84.643213088726739</c:v>
                </c:pt>
                <c:pt idx="453">
                  <c:v>84.485866066415497</c:v>
                </c:pt>
                <c:pt idx="454">
                  <c:v>85.384395749444167</c:v>
                </c:pt>
                <c:pt idx="455">
                  <c:v>86.490995973084807</c:v>
                </c:pt>
                <c:pt idx="456">
                  <c:v>86.223187230114547</c:v>
                </c:pt>
                <c:pt idx="457">
                  <c:v>87.015337734509103</c:v>
                </c:pt>
                <c:pt idx="458">
                  <c:v>86.709516815629399</c:v>
                </c:pt>
                <c:pt idx="459">
                  <c:v>84.295001878700617</c:v>
                </c:pt>
                <c:pt idx="460">
                  <c:v>84.532674147871262</c:v>
                </c:pt>
                <c:pt idx="461">
                  <c:v>84.87540121602315</c:v>
                </c:pt>
                <c:pt idx="462">
                  <c:v>84.66419656332701</c:v>
                </c:pt>
                <c:pt idx="463">
                  <c:v>85.016215791149762</c:v>
                </c:pt>
                <c:pt idx="464">
                  <c:v>84.266989965942159</c:v>
                </c:pt>
                <c:pt idx="465">
                  <c:v>84.770031038895141</c:v>
                </c:pt>
                <c:pt idx="466">
                  <c:v>85.119054432542569</c:v>
                </c:pt>
                <c:pt idx="467">
                  <c:v>84.741475557595791</c:v>
                </c:pt>
                <c:pt idx="468">
                  <c:v>83.999521852905019</c:v>
                </c:pt>
                <c:pt idx="469">
                  <c:v>84.833504186592037</c:v>
                </c:pt>
                <c:pt idx="470">
                  <c:v>84.594982865817315</c:v>
                </c:pt>
                <c:pt idx="471">
                  <c:v>84.288754915305873</c:v>
                </c:pt>
                <c:pt idx="472">
                  <c:v>84.372454483491936</c:v>
                </c:pt>
                <c:pt idx="473">
                  <c:v>84.4800949602092</c:v>
                </c:pt>
                <c:pt idx="474">
                  <c:v>81.460952962649458</c:v>
                </c:pt>
                <c:pt idx="475">
                  <c:v>83.174950719550026</c:v>
                </c:pt>
                <c:pt idx="476">
                  <c:v>84.093178418278626</c:v>
                </c:pt>
                <c:pt idx="477">
                  <c:v>84.353629089979279</c:v>
                </c:pt>
                <c:pt idx="478">
                  <c:v>83.875944126485479</c:v>
                </c:pt>
                <c:pt idx="479">
                  <c:v>84.031466032863989</c:v>
                </c:pt>
                <c:pt idx="480">
                  <c:v>85.756034528774975</c:v>
                </c:pt>
                <c:pt idx="481">
                  <c:v>87.710244574935047</c:v>
                </c:pt>
                <c:pt idx="482">
                  <c:v>88.219871178624373</c:v>
                </c:pt>
                <c:pt idx="483">
                  <c:v>88.428888243867348</c:v>
                </c:pt>
                <c:pt idx="484">
                  <c:v>88.0690565540921</c:v>
                </c:pt>
                <c:pt idx="485">
                  <c:v>89.724687471791654</c:v>
                </c:pt>
                <c:pt idx="486">
                  <c:v>88.740311961797687</c:v>
                </c:pt>
                <c:pt idx="487">
                  <c:v>89.954598945810233</c:v>
                </c:pt>
                <c:pt idx="488">
                  <c:v>90.03468035051776</c:v>
                </c:pt>
                <c:pt idx="489">
                  <c:v>88.744734067295028</c:v>
                </c:pt>
                <c:pt idx="490">
                  <c:v>90.689436221477962</c:v>
                </c:pt>
                <c:pt idx="491">
                  <c:v>90.453808326996324</c:v>
                </c:pt>
                <c:pt idx="492">
                  <c:v>90.959958012128141</c:v>
                </c:pt>
                <c:pt idx="493">
                  <c:v>91.380690964404351</c:v>
                </c:pt>
                <c:pt idx="494">
                  <c:v>91.259282956466166</c:v>
                </c:pt>
                <c:pt idx="495">
                  <c:v>91.595420208867026</c:v>
                </c:pt>
                <c:pt idx="496">
                  <c:v>91.087926157819098</c:v>
                </c:pt>
                <c:pt idx="497">
                  <c:v>90.77971806072118</c:v>
                </c:pt>
                <c:pt idx="498">
                  <c:v>91.104850585620241</c:v>
                </c:pt>
                <c:pt idx="499">
                  <c:v>92.201514042857241</c:v>
                </c:pt>
                <c:pt idx="500">
                  <c:v>92.277048214019544</c:v>
                </c:pt>
                <c:pt idx="501">
                  <c:v>93.547369478517055</c:v>
                </c:pt>
                <c:pt idx="502">
                  <c:v>93.347907631371768</c:v>
                </c:pt>
                <c:pt idx="503">
                  <c:v>93.063098141969974</c:v>
                </c:pt>
                <c:pt idx="504">
                  <c:v>93.739795754246359</c:v>
                </c:pt>
                <c:pt idx="505">
                  <c:v>92.981633041167115</c:v>
                </c:pt>
                <c:pt idx="506">
                  <c:v>92.462516276865642</c:v>
                </c:pt>
                <c:pt idx="507">
                  <c:v>92.745152789502356</c:v>
                </c:pt>
                <c:pt idx="508">
                  <c:v>93.460367117459811</c:v>
                </c:pt>
                <c:pt idx="509">
                  <c:v>93.4019044112286</c:v>
                </c:pt>
                <c:pt idx="510">
                  <c:v>93.297184958692412</c:v>
                </c:pt>
                <c:pt idx="511">
                  <c:v>91.326716356113153</c:v>
                </c:pt>
                <c:pt idx="512">
                  <c:v>91.659940381511475</c:v>
                </c:pt>
                <c:pt idx="513">
                  <c:v>91.204169598595016</c:v>
                </c:pt>
                <c:pt idx="514">
                  <c:v>90.669548423627077</c:v>
                </c:pt>
                <c:pt idx="515">
                  <c:v>90.190246039556143</c:v>
                </c:pt>
                <c:pt idx="516">
                  <c:v>88.439313828783298</c:v>
                </c:pt>
                <c:pt idx="517">
                  <c:v>87.373986690154666</c:v>
                </c:pt>
                <c:pt idx="518">
                  <c:v>87.081150226780721</c:v>
                </c:pt>
                <c:pt idx="519">
                  <c:v>87.781792973104572</c:v>
                </c:pt>
                <c:pt idx="520">
                  <c:v>87.60085887591336</c:v>
                </c:pt>
                <c:pt idx="521">
                  <c:v>88.730115986859232</c:v>
                </c:pt>
                <c:pt idx="522">
                  <c:v>88.014372741822058</c:v>
                </c:pt>
                <c:pt idx="523">
                  <c:v>88.261213187209208</c:v>
                </c:pt>
                <c:pt idx="524">
                  <c:v>87.515665345445839</c:v>
                </c:pt>
                <c:pt idx="525">
                  <c:v>88.080332873947796</c:v>
                </c:pt>
                <c:pt idx="526">
                  <c:v>89.266129479030454</c:v>
                </c:pt>
                <c:pt idx="527">
                  <c:v>88.955743154207653</c:v>
                </c:pt>
                <c:pt idx="528">
                  <c:v>88.645319998726393</c:v>
                </c:pt>
                <c:pt idx="529">
                  <c:v>89.85440822401813</c:v>
                </c:pt>
                <c:pt idx="530">
                  <c:v>90.06615916890982</c:v>
                </c:pt>
                <c:pt idx="531">
                  <c:v>89.955321418602338</c:v>
                </c:pt>
                <c:pt idx="532">
                  <c:v>91.119569119452393</c:v>
                </c:pt>
                <c:pt idx="533">
                  <c:v>91.140963264587256</c:v>
                </c:pt>
                <c:pt idx="534">
                  <c:v>92.274107631009798</c:v>
                </c:pt>
                <c:pt idx="535">
                  <c:v>92.140750610462092</c:v>
                </c:pt>
                <c:pt idx="536">
                  <c:v>92.629856499386705</c:v>
                </c:pt>
                <c:pt idx="537">
                  <c:v>91.958627471998696</c:v>
                </c:pt>
                <c:pt idx="538">
                  <c:v>91.704207764874724</c:v>
                </c:pt>
                <c:pt idx="539">
                  <c:v>91.577511645216404</c:v>
                </c:pt>
                <c:pt idx="540">
                  <c:v>94.081528393364835</c:v>
                </c:pt>
                <c:pt idx="541">
                  <c:v>93.931590832795777</c:v>
                </c:pt>
                <c:pt idx="542">
                  <c:v>92.469952491549193</c:v>
                </c:pt>
                <c:pt idx="543">
                  <c:v>92.768681608728912</c:v>
                </c:pt>
                <c:pt idx="544">
                  <c:v>92.370926505867359</c:v>
                </c:pt>
                <c:pt idx="545">
                  <c:v>92.70352997785146</c:v>
                </c:pt>
                <c:pt idx="546">
                  <c:v>93.074882427419368</c:v>
                </c:pt>
                <c:pt idx="547">
                  <c:v>93.629190308798556</c:v>
                </c:pt>
                <c:pt idx="548">
                  <c:v>95.794782138022612</c:v>
                </c:pt>
                <c:pt idx="549">
                  <c:v>93.836609174824488</c:v>
                </c:pt>
                <c:pt idx="550">
                  <c:v>92.652279884368895</c:v>
                </c:pt>
                <c:pt idx="551">
                  <c:v>91.84743368413838</c:v>
                </c:pt>
                <c:pt idx="552">
                  <c:v>91.976573727821702</c:v>
                </c:pt>
                <c:pt idx="553">
                  <c:v>90.672234083155445</c:v>
                </c:pt>
                <c:pt idx="554">
                  <c:v>91.095215615178546</c:v>
                </c:pt>
                <c:pt idx="555">
                  <c:v>90.321449807891668</c:v>
                </c:pt>
                <c:pt idx="556">
                  <c:v>89.163543699783133</c:v>
                </c:pt>
                <c:pt idx="557">
                  <c:v>89.527133147988664</c:v>
                </c:pt>
                <c:pt idx="558">
                  <c:v>90.211652495601527</c:v>
                </c:pt>
                <c:pt idx="559">
                  <c:v>89.439936843717874</c:v>
                </c:pt>
                <c:pt idx="560">
                  <c:v>89.380044181378111</c:v>
                </c:pt>
                <c:pt idx="561">
                  <c:v>88.286806545439873</c:v>
                </c:pt>
                <c:pt idx="562">
                  <c:v>88.755286608138448</c:v>
                </c:pt>
                <c:pt idx="563">
                  <c:v>88.754298215749671</c:v>
                </c:pt>
                <c:pt idx="564">
                  <c:v>88.656530093305051</c:v>
                </c:pt>
                <c:pt idx="565">
                  <c:v>88.960344180606171</c:v>
                </c:pt>
                <c:pt idx="566">
                  <c:v>89.165942506926299</c:v>
                </c:pt>
                <c:pt idx="567">
                  <c:v>88.548151144561515</c:v>
                </c:pt>
                <c:pt idx="568">
                  <c:v>88.074551503377307</c:v>
                </c:pt>
                <c:pt idx="569">
                  <c:v>90.723550533556192</c:v>
                </c:pt>
                <c:pt idx="570">
                  <c:v>91.389380181663071</c:v>
                </c:pt>
                <c:pt idx="571">
                  <c:v>91.572510646554633</c:v>
                </c:pt>
                <c:pt idx="572">
                  <c:v>90.587324915291845</c:v>
                </c:pt>
                <c:pt idx="573">
                  <c:v>91.721414732557278</c:v>
                </c:pt>
                <c:pt idx="574">
                  <c:v>92.189204599845169</c:v>
                </c:pt>
                <c:pt idx="575">
                  <c:v>92.998346637676377</c:v>
                </c:pt>
                <c:pt idx="576">
                  <c:v>92.032065228696311</c:v>
                </c:pt>
                <c:pt idx="577">
                  <c:v>94.124431202252282</c:v>
                </c:pt>
                <c:pt idx="578">
                  <c:v>94.915598311353733</c:v>
                </c:pt>
                <c:pt idx="579">
                  <c:v>94.934245429420301</c:v>
                </c:pt>
                <c:pt idx="580">
                  <c:v>94.601540451638357</c:v>
                </c:pt>
                <c:pt idx="581">
                  <c:v>93.539114434367036</c:v>
                </c:pt>
                <c:pt idx="582">
                  <c:v>94.267655422362623</c:v>
                </c:pt>
                <c:pt idx="583">
                  <c:v>94.8689217756327</c:v>
                </c:pt>
                <c:pt idx="584">
                  <c:v>95.289095930750918</c:v>
                </c:pt>
                <c:pt idx="585">
                  <c:v>94.630290383330333</c:v>
                </c:pt>
                <c:pt idx="586">
                  <c:v>94.88336852356764</c:v>
                </c:pt>
                <c:pt idx="587">
                  <c:v>95.436628218804543</c:v>
                </c:pt>
                <c:pt idx="588">
                  <c:v>94.692142568343897</c:v>
                </c:pt>
                <c:pt idx="589">
                  <c:v>94.202493300278732</c:v>
                </c:pt>
                <c:pt idx="590">
                  <c:v>94.096176817594724</c:v>
                </c:pt>
                <c:pt idx="591">
                  <c:v>94.241376690370387</c:v>
                </c:pt>
                <c:pt idx="592">
                  <c:v>93.775303459962331</c:v>
                </c:pt>
                <c:pt idx="593">
                  <c:v>93.458691692560961</c:v>
                </c:pt>
                <c:pt idx="594">
                  <c:v>93.7793591835119</c:v>
                </c:pt>
                <c:pt idx="595">
                  <c:v>94.994302334186202</c:v>
                </c:pt>
                <c:pt idx="596">
                  <c:v>93.190255034430578</c:v>
                </c:pt>
                <c:pt idx="597">
                  <c:v>92.154207240653108</c:v>
                </c:pt>
                <c:pt idx="598">
                  <c:v>92.092129681926437</c:v>
                </c:pt>
                <c:pt idx="599">
                  <c:v>92.349375292791962</c:v>
                </c:pt>
                <c:pt idx="600">
                  <c:v>93.730168227966786</c:v>
                </c:pt>
                <c:pt idx="601">
                  <c:v>92.747843159438418</c:v>
                </c:pt>
                <c:pt idx="602">
                  <c:v>93.216681449874969</c:v>
                </c:pt>
                <c:pt idx="603">
                  <c:v>92.880538136838354</c:v>
                </c:pt>
                <c:pt idx="604">
                  <c:v>92.238773405076074</c:v>
                </c:pt>
                <c:pt idx="605">
                  <c:v>92.538703804504053</c:v>
                </c:pt>
                <c:pt idx="606">
                  <c:v>92.340255851267301</c:v>
                </c:pt>
                <c:pt idx="607">
                  <c:v>92.535667898932573</c:v>
                </c:pt>
                <c:pt idx="608">
                  <c:v>92.532332270391905</c:v>
                </c:pt>
                <c:pt idx="609">
                  <c:v>92.81054482501645</c:v>
                </c:pt>
                <c:pt idx="610">
                  <c:v>92.797932421222669</c:v>
                </c:pt>
                <c:pt idx="611">
                  <c:v>92.590152525184678</c:v>
                </c:pt>
                <c:pt idx="612">
                  <c:v>93.493134117990337</c:v>
                </c:pt>
                <c:pt idx="613">
                  <c:v>93.990887017602248</c:v>
                </c:pt>
                <c:pt idx="614">
                  <c:v>93.833335714756544</c:v>
                </c:pt>
                <c:pt idx="615">
                  <c:v>93.529664652223744</c:v>
                </c:pt>
                <c:pt idx="616">
                  <c:v>93.317247463486922</c:v>
                </c:pt>
                <c:pt idx="617">
                  <c:v>92.50428195374036</c:v>
                </c:pt>
                <c:pt idx="618">
                  <c:v>92.132188075036396</c:v>
                </c:pt>
                <c:pt idx="619">
                  <c:v>91.247188024959058</c:v>
                </c:pt>
                <c:pt idx="620">
                  <c:v>90.713477267828608</c:v>
                </c:pt>
                <c:pt idx="621">
                  <c:v>90.43081273701786</c:v>
                </c:pt>
                <c:pt idx="622">
                  <c:v>90.589279541484771</c:v>
                </c:pt>
                <c:pt idx="623">
                  <c:v>90.92572929761802</c:v>
                </c:pt>
                <c:pt idx="624">
                  <c:v>91.237647636996371</c:v>
                </c:pt>
                <c:pt idx="625">
                  <c:v>91.265874204726117</c:v>
                </c:pt>
                <c:pt idx="626">
                  <c:v>92.326137522743977</c:v>
                </c:pt>
                <c:pt idx="627">
                  <c:v>92.541457011774384</c:v>
                </c:pt>
                <c:pt idx="628">
                  <c:v>92.886434442835679</c:v>
                </c:pt>
                <c:pt idx="629">
                  <c:v>93.392176640031792</c:v>
                </c:pt>
                <c:pt idx="630">
                  <c:v>95.088834261199111</c:v>
                </c:pt>
                <c:pt idx="631">
                  <c:v>95.664416309515602</c:v>
                </c:pt>
                <c:pt idx="632">
                  <c:v>95.260709127200215</c:v>
                </c:pt>
                <c:pt idx="633">
                  <c:v>94.770347612657261</c:v>
                </c:pt>
                <c:pt idx="634">
                  <c:v>94.60183070466924</c:v>
                </c:pt>
                <c:pt idx="635">
                  <c:v>95.592165198856335</c:v>
                </c:pt>
                <c:pt idx="636">
                  <c:v>94.752897487484489</c:v>
                </c:pt>
                <c:pt idx="637">
                  <c:v>94.795708420376272</c:v>
                </c:pt>
                <c:pt idx="638">
                  <c:v>94.937208864653016</c:v>
                </c:pt>
                <c:pt idx="639">
                  <c:v>94.311244802977754</c:v>
                </c:pt>
                <c:pt idx="640">
                  <c:v>94.475218598685018</c:v>
                </c:pt>
                <c:pt idx="641">
                  <c:v>94.899761461965014</c:v>
                </c:pt>
                <c:pt idx="642">
                  <c:v>94.864702904235997</c:v>
                </c:pt>
                <c:pt idx="643">
                  <c:v>95.437805491331531</c:v>
                </c:pt>
                <c:pt idx="644">
                  <c:v>97.432962913318363</c:v>
                </c:pt>
                <c:pt idx="645">
                  <c:v>97.694875651067207</c:v>
                </c:pt>
                <c:pt idx="646">
                  <c:v>97.961477026757237</c:v>
                </c:pt>
                <c:pt idx="647">
                  <c:v>97.559034110674446</c:v>
                </c:pt>
                <c:pt idx="648">
                  <c:v>97.061577937077914</c:v>
                </c:pt>
                <c:pt idx="649">
                  <c:v>96.347059550601344</c:v>
                </c:pt>
                <c:pt idx="650">
                  <c:v>96.169173812008538</c:v>
                </c:pt>
                <c:pt idx="651">
                  <c:v>97.956929133786261</c:v>
                </c:pt>
                <c:pt idx="652">
                  <c:v>97.180474301697203</c:v>
                </c:pt>
                <c:pt idx="653">
                  <c:v>96.432552541267881</c:v>
                </c:pt>
                <c:pt idx="654">
                  <c:v>96.62687494024162</c:v>
                </c:pt>
                <c:pt idx="655">
                  <c:v>97.047696468977591</c:v>
                </c:pt>
                <c:pt idx="656">
                  <c:v>98.034977284866173</c:v>
                </c:pt>
                <c:pt idx="657">
                  <c:v>98.696656204798572</c:v>
                </c:pt>
                <c:pt idx="658">
                  <c:v>98.842294372141879</c:v>
                </c:pt>
                <c:pt idx="659">
                  <c:v>98.880121124258253</c:v>
                </c:pt>
                <c:pt idx="660">
                  <c:v>98.572930707993862</c:v>
                </c:pt>
                <c:pt idx="661">
                  <c:v>97.498900213697056</c:v>
                </c:pt>
                <c:pt idx="662">
                  <c:v>96.035366316819733</c:v>
                </c:pt>
                <c:pt idx="663">
                  <c:v>97.284378889756411</c:v>
                </c:pt>
                <c:pt idx="664">
                  <c:v>96.795279927327485</c:v>
                </c:pt>
                <c:pt idx="665">
                  <c:v>97.123671844588827</c:v>
                </c:pt>
                <c:pt idx="666">
                  <c:v>97.760820055976268</c:v>
                </c:pt>
                <c:pt idx="667">
                  <c:v>97.959946986162109</c:v>
                </c:pt>
                <c:pt idx="668">
                  <c:v>98.799855974065849</c:v>
                </c:pt>
                <c:pt idx="669">
                  <c:v>98.665217755927031</c:v>
                </c:pt>
                <c:pt idx="670">
                  <c:v>99.139346074572373</c:v>
                </c:pt>
                <c:pt idx="671">
                  <c:v>99.537045656823835</c:v>
                </c:pt>
                <c:pt idx="672">
                  <c:v>99.758225720296579</c:v>
                </c:pt>
                <c:pt idx="673">
                  <c:v>99.079447698197527</c:v>
                </c:pt>
                <c:pt idx="674">
                  <c:v>99.737029571088215</c:v>
                </c:pt>
                <c:pt idx="675">
                  <c:v>100.30714669757826</c:v>
                </c:pt>
                <c:pt idx="676">
                  <c:v>101.50761704509712</c:v>
                </c:pt>
                <c:pt idx="677">
                  <c:v>101.53549949200476</c:v>
                </c:pt>
                <c:pt idx="678">
                  <c:v>101.38814622134709</c:v>
                </c:pt>
                <c:pt idx="679">
                  <c:v>101.25259327674937</c:v>
                </c:pt>
                <c:pt idx="680">
                  <c:v>103.13716948833356</c:v>
                </c:pt>
                <c:pt idx="681">
                  <c:v>102.25306714182061</c:v>
                </c:pt>
                <c:pt idx="682">
                  <c:v>102.98580896944719</c:v>
                </c:pt>
                <c:pt idx="683">
                  <c:v>103.1541057555591</c:v>
                </c:pt>
                <c:pt idx="684">
                  <c:v>103.34025174767811</c:v>
                </c:pt>
                <c:pt idx="685">
                  <c:v>103.73685224280818</c:v>
                </c:pt>
                <c:pt idx="686">
                  <c:v>105.07045906869362</c:v>
                </c:pt>
                <c:pt idx="687">
                  <c:v>104.99566879383261</c:v>
                </c:pt>
                <c:pt idx="688">
                  <c:v>106.74422777724983</c:v>
                </c:pt>
                <c:pt idx="689">
                  <c:v>107.32404442870327</c:v>
                </c:pt>
                <c:pt idx="690">
                  <c:v>107.64438074240302</c:v>
                </c:pt>
                <c:pt idx="691">
                  <c:v>106.69775930371354</c:v>
                </c:pt>
                <c:pt idx="692">
                  <c:v>110.18951492543648</c:v>
                </c:pt>
                <c:pt idx="693">
                  <c:v>110.69960143460884</c:v>
                </c:pt>
                <c:pt idx="694">
                  <c:v>111.28446129048294</c:v>
                </c:pt>
                <c:pt idx="695">
                  <c:v>112.0616229834837</c:v>
                </c:pt>
                <c:pt idx="696">
                  <c:v>114.07122566904765</c:v>
                </c:pt>
                <c:pt idx="697">
                  <c:v>115.64535312766985</c:v>
                </c:pt>
                <c:pt idx="698">
                  <c:v>117.66098857602422</c:v>
                </c:pt>
                <c:pt idx="699">
                  <c:v>116.75775619359428</c:v>
                </c:pt>
                <c:pt idx="700">
                  <c:v>117.77723646459617</c:v>
                </c:pt>
                <c:pt idx="701">
                  <c:v>116.20309909636805</c:v>
                </c:pt>
                <c:pt idx="702">
                  <c:v>115.24485957378914</c:v>
                </c:pt>
                <c:pt idx="703">
                  <c:v>115.18891318990445</c:v>
                </c:pt>
                <c:pt idx="704">
                  <c:v>114.19226587225022</c:v>
                </c:pt>
                <c:pt idx="705">
                  <c:v>110.46690102522592</c:v>
                </c:pt>
                <c:pt idx="706">
                  <c:v>109.70968865460895</c:v>
                </c:pt>
                <c:pt idx="707">
                  <c:v>110.88751335622625</c:v>
                </c:pt>
                <c:pt idx="708">
                  <c:v>109.6910569694944</c:v>
                </c:pt>
                <c:pt idx="709">
                  <c:v>109.21893809465833</c:v>
                </c:pt>
                <c:pt idx="710">
                  <c:v>109.4646261343653</c:v>
                </c:pt>
                <c:pt idx="711">
                  <c:v>110.13625240367459</c:v>
                </c:pt>
                <c:pt idx="712">
                  <c:v>109.9939296981978</c:v>
                </c:pt>
                <c:pt idx="713">
                  <c:v>109.05166403469673</c:v>
                </c:pt>
                <c:pt idx="714">
                  <c:v>108.36681632228142</c:v>
                </c:pt>
                <c:pt idx="715">
                  <c:v>110.61308036798131</c:v>
                </c:pt>
                <c:pt idx="716">
                  <c:v>112.22166914790297</c:v>
                </c:pt>
                <c:pt idx="717">
                  <c:v>111.11636059377808</c:v>
                </c:pt>
                <c:pt idx="718">
                  <c:v>111.08873135171922</c:v>
                </c:pt>
                <c:pt idx="719">
                  <c:v>111.19883547513004</c:v>
                </c:pt>
                <c:pt idx="720">
                  <c:v>110.64659699832805</c:v>
                </c:pt>
                <c:pt idx="721">
                  <c:v>111.70707846406368</c:v>
                </c:pt>
                <c:pt idx="722">
                  <c:v>110.49096890820969</c:v>
                </c:pt>
                <c:pt idx="723">
                  <c:v>110.29167386623051</c:v>
                </c:pt>
                <c:pt idx="724">
                  <c:v>110.40888249744297</c:v>
                </c:pt>
                <c:pt idx="725">
                  <c:v>110.70454954732108</c:v>
                </c:pt>
                <c:pt idx="726">
                  <c:v>110.79915391625136</c:v>
                </c:pt>
                <c:pt idx="727">
                  <c:v>111.20495285057601</c:v>
                </c:pt>
                <c:pt idx="728">
                  <c:v>111.077967299813</c:v>
                </c:pt>
                <c:pt idx="729">
                  <c:v>110.62908182816064</c:v>
                </c:pt>
                <c:pt idx="730">
                  <c:v>107.94192167301354</c:v>
                </c:pt>
                <c:pt idx="731">
                  <c:v>109.30233871984248</c:v>
                </c:pt>
                <c:pt idx="732">
                  <c:v>109.30017158779658</c:v>
                </c:pt>
                <c:pt idx="733">
                  <c:v>108.49387918387356</c:v>
                </c:pt>
                <c:pt idx="734">
                  <c:v>108.82314085552395</c:v>
                </c:pt>
                <c:pt idx="735">
                  <c:v>108.51974208917767</c:v>
                </c:pt>
                <c:pt idx="736">
                  <c:v>109.18704015936714</c:v>
                </c:pt>
                <c:pt idx="737">
                  <c:v>108.71508582279776</c:v>
                </c:pt>
                <c:pt idx="738">
                  <c:v>109.65208858105268</c:v>
                </c:pt>
                <c:pt idx="739">
                  <c:v>108.56973447063018</c:v>
                </c:pt>
                <c:pt idx="740">
                  <c:v>110.17413690637628</c:v>
                </c:pt>
                <c:pt idx="741">
                  <c:v>109.60678640648656</c:v>
                </c:pt>
                <c:pt idx="742">
                  <c:v>109.07941181306052</c:v>
                </c:pt>
                <c:pt idx="743">
                  <c:v>113.88603893708715</c:v>
                </c:pt>
                <c:pt idx="744">
                  <c:v>114.90672615208382</c:v>
                </c:pt>
                <c:pt idx="745">
                  <c:v>114.01720622689876</c:v>
                </c:pt>
                <c:pt idx="746">
                  <c:v>113.37883896198042</c:v>
                </c:pt>
                <c:pt idx="747">
                  <c:v>112.93019106434647</c:v>
                </c:pt>
                <c:pt idx="748">
                  <c:v>114.03868114428043</c:v>
                </c:pt>
                <c:pt idx="749">
                  <c:v>119.08928556416025</c:v>
                </c:pt>
                <c:pt idx="750">
                  <c:v>119.61139610538356</c:v>
                </c:pt>
                <c:pt idx="751">
                  <c:v>116.97389375285053</c:v>
                </c:pt>
                <c:pt idx="752">
                  <c:v>117.71933136397267</c:v>
                </c:pt>
                <c:pt idx="753">
                  <c:v>118.62393988505799</c:v>
                </c:pt>
                <c:pt idx="754">
                  <c:v>116.75031092100457</c:v>
                </c:pt>
                <c:pt idx="755">
                  <c:v>118.37012292823189</c:v>
                </c:pt>
                <c:pt idx="756">
                  <c:v>116.61032452652772</c:v>
                </c:pt>
                <c:pt idx="757">
                  <c:v>114.32609438588234</c:v>
                </c:pt>
                <c:pt idx="758">
                  <c:v>113.87996083344837</c:v>
                </c:pt>
                <c:pt idx="759">
                  <c:v>113.06747151110865</c:v>
                </c:pt>
                <c:pt idx="760">
                  <c:v>112.72832697080916</c:v>
                </c:pt>
                <c:pt idx="761">
                  <c:v>112.84402087080645</c:v>
                </c:pt>
                <c:pt idx="762">
                  <c:v>112.62986602509561</c:v>
                </c:pt>
                <c:pt idx="763">
                  <c:v>113.32632257849878</c:v>
                </c:pt>
                <c:pt idx="764">
                  <c:v>113.02904856219291</c:v>
                </c:pt>
                <c:pt idx="765">
                  <c:v>112.70316028956169</c:v>
                </c:pt>
                <c:pt idx="766">
                  <c:v>112.71573450662937</c:v>
                </c:pt>
                <c:pt idx="767">
                  <c:v>111.93520042707199</c:v>
                </c:pt>
                <c:pt idx="768">
                  <c:v>111.9256594612428</c:v>
                </c:pt>
                <c:pt idx="769">
                  <c:v>112.04598863795913</c:v>
                </c:pt>
                <c:pt idx="770">
                  <c:v>111.55724164826221</c:v>
                </c:pt>
                <c:pt idx="771">
                  <c:v>113.84835703335759</c:v>
                </c:pt>
                <c:pt idx="772">
                  <c:v>113.94989946277063</c:v>
                </c:pt>
                <c:pt idx="773">
                  <c:v>111.75864281744319</c:v>
                </c:pt>
                <c:pt idx="774">
                  <c:v>113.0108069738087</c:v>
                </c:pt>
                <c:pt idx="775">
                  <c:v>113.30345569475642</c:v>
                </c:pt>
                <c:pt idx="776">
                  <c:v>114.50666303980307</c:v>
                </c:pt>
                <c:pt idx="777">
                  <c:v>114.05979488078118</c:v>
                </c:pt>
                <c:pt idx="778">
                  <c:v>114.58937405324539</c:v>
                </c:pt>
                <c:pt idx="779">
                  <c:v>112.80923331660678</c:v>
                </c:pt>
                <c:pt idx="780">
                  <c:v>114.0552593374229</c:v>
                </c:pt>
                <c:pt idx="781">
                  <c:v>115.39883978805628</c:v>
                </c:pt>
                <c:pt idx="782">
                  <c:v>115.25615369590079</c:v>
                </c:pt>
                <c:pt idx="783">
                  <c:v>115.62109127538832</c:v>
                </c:pt>
                <c:pt idx="784">
                  <c:v>116.1227679305883</c:v>
                </c:pt>
                <c:pt idx="785">
                  <c:v>117.29145754893791</c:v>
                </c:pt>
                <c:pt idx="786">
                  <c:v>115.44038036498878</c:v>
                </c:pt>
                <c:pt idx="787">
                  <c:v>117.41590614947587</c:v>
                </c:pt>
                <c:pt idx="788">
                  <c:v>116.51984252935679</c:v>
                </c:pt>
                <c:pt idx="789">
                  <c:v>114.85409848053685</c:v>
                </c:pt>
                <c:pt idx="790">
                  <c:v>114.64802747278003</c:v>
                </c:pt>
                <c:pt idx="791">
                  <c:v>114.13629519577232</c:v>
                </c:pt>
                <c:pt idx="792">
                  <c:v>114.89799501164839</c:v>
                </c:pt>
                <c:pt idx="793">
                  <c:v>114.99293452807537</c:v>
                </c:pt>
                <c:pt idx="794">
                  <c:v>115.60622084767471</c:v>
                </c:pt>
                <c:pt idx="795">
                  <c:v>115.62114748722205</c:v>
                </c:pt>
                <c:pt idx="796">
                  <c:v>113.74182736364486</c:v>
                </c:pt>
                <c:pt idx="797">
                  <c:v>115.29788741596731</c:v>
                </c:pt>
                <c:pt idx="798">
                  <c:v>115.90011367876276</c:v>
                </c:pt>
                <c:pt idx="799">
                  <c:v>117.01690533675131</c:v>
                </c:pt>
                <c:pt idx="800">
                  <c:v>116.22376840459339</c:v>
                </c:pt>
                <c:pt idx="801">
                  <c:v>114.84157962835154</c:v>
                </c:pt>
                <c:pt idx="802">
                  <c:v>115.01206259310112</c:v>
                </c:pt>
                <c:pt idx="803">
                  <c:v>116.14244160910982</c:v>
                </c:pt>
                <c:pt idx="804">
                  <c:v>116.84763219797127</c:v>
                </c:pt>
                <c:pt idx="805">
                  <c:v>119.36385525689184</c:v>
                </c:pt>
                <c:pt idx="806">
                  <c:v>119.53641337788333</c:v>
                </c:pt>
                <c:pt idx="807">
                  <c:v>120.08328472781243</c:v>
                </c:pt>
                <c:pt idx="808">
                  <c:v>120.44835345109482</c:v>
                </c:pt>
                <c:pt idx="809">
                  <c:v>120.96894510695851</c:v>
                </c:pt>
                <c:pt idx="810">
                  <c:v>120.60900068411775</c:v>
                </c:pt>
                <c:pt idx="811">
                  <c:v>118.97424728362785</c:v>
                </c:pt>
                <c:pt idx="812">
                  <c:v>120.68868941178437</c:v>
                </c:pt>
                <c:pt idx="813">
                  <c:v>120.78886837279801</c:v>
                </c:pt>
                <c:pt idx="814">
                  <c:v>120.01997107638404</c:v>
                </c:pt>
                <c:pt idx="815">
                  <c:v>119.72867841087027</c:v>
                </c:pt>
                <c:pt idx="816">
                  <c:v>119.02276812490631</c:v>
                </c:pt>
                <c:pt idx="817">
                  <c:v>119.42895740204848</c:v>
                </c:pt>
                <c:pt idx="818">
                  <c:v>118.5435218235647</c:v>
                </c:pt>
                <c:pt idx="819">
                  <c:v>120.1735032294565</c:v>
                </c:pt>
                <c:pt idx="820">
                  <c:v>120.92948772540183</c:v>
                </c:pt>
                <c:pt idx="821">
                  <c:v>120.32244953891126</c:v>
                </c:pt>
                <c:pt idx="822">
                  <c:v>120.3512798014404</c:v>
                </c:pt>
                <c:pt idx="823">
                  <c:v>120.18601822315806</c:v>
                </c:pt>
                <c:pt idx="824">
                  <c:v>120.04910230304586</c:v>
                </c:pt>
                <c:pt idx="825">
                  <c:v>120.27281692888414</c:v>
                </c:pt>
                <c:pt idx="826">
                  <c:v>120.27211268829892</c:v>
                </c:pt>
                <c:pt idx="827">
                  <c:v>120.31890239880588</c:v>
                </c:pt>
                <c:pt idx="828">
                  <c:v>121.06280118155016</c:v>
                </c:pt>
                <c:pt idx="829">
                  <c:v>122.11231992971769</c:v>
                </c:pt>
                <c:pt idx="830">
                  <c:v>121.0730663449858</c:v>
                </c:pt>
                <c:pt idx="831">
                  <c:v>121.73338367964007</c:v>
                </c:pt>
                <c:pt idx="832">
                  <c:v>121.49205662489528</c:v>
                </c:pt>
                <c:pt idx="833">
                  <c:v>122.7818539485763</c:v>
                </c:pt>
                <c:pt idx="834">
                  <c:v>123.59374078235481</c:v>
                </c:pt>
                <c:pt idx="835">
                  <c:v>122.9682157540996</c:v>
                </c:pt>
                <c:pt idx="836">
                  <c:v>124.45153563287445</c:v>
                </c:pt>
                <c:pt idx="837">
                  <c:v>125.99611718529196</c:v>
                </c:pt>
                <c:pt idx="838">
                  <c:v>125.30523191517264</c:v>
                </c:pt>
                <c:pt idx="839">
                  <c:v>126.34169490377101</c:v>
                </c:pt>
                <c:pt idx="840">
                  <c:v>126.37456132081743</c:v>
                </c:pt>
                <c:pt idx="841">
                  <c:v>126.59255945843441</c:v>
                </c:pt>
                <c:pt idx="842">
                  <c:v>125.42142976179727</c:v>
                </c:pt>
                <c:pt idx="843">
                  <c:v>124.98209253316219</c:v>
                </c:pt>
                <c:pt idx="844">
                  <c:v>124.71234269432327</c:v>
                </c:pt>
                <c:pt idx="845">
                  <c:v>126.4934838358661</c:v>
                </c:pt>
                <c:pt idx="846">
                  <c:v>125.57597822110874</c:v>
                </c:pt>
                <c:pt idx="847">
                  <c:v>125.1790177527934</c:v>
                </c:pt>
                <c:pt idx="848">
                  <c:v>124.92114029716839</c:v>
                </c:pt>
                <c:pt idx="849">
                  <c:v>124.55005096089091</c:v>
                </c:pt>
                <c:pt idx="850">
                  <c:v>125.76172731230398</c:v>
                </c:pt>
                <c:pt idx="851">
                  <c:v>126.01592216588047</c:v>
                </c:pt>
                <c:pt idx="852">
                  <c:v>123.83021693768742</c:v>
                </c:pt>
                <c:pt idx="853">
                  <c:v>123.3862817775221</c:v>
                </c:pt>
                <c:pt idx="854">
                  <c:v>125.86747984964322</c:v>
                </c:pt>
                <c:pt idx="855">
                  <c:v>123.12633833793986</c:v>
                </c:pt>
                <c:pt idx="856">
                  <c:v>118.33082928773011</c:v>
                </c:pt>
                <c:pt idx="857">
                  <c:v>117.28937759709909</c:v>
                </c:pt>
                <c:pt idx="858">
                  <c:v>117.23133823720349</c:v>
                </c:pt>
                <c:pt idx="859">
                  <c:v>115.4520085351359</c:v>
                </c:pt>
                <c:pt idx="860">
                  <c:v>111.55829204688084</c:v>
                </c:pt>
                <c:pt idx="861">
                  <c:v>111.3500899717595</c:v>
                </c:pt>
                <c:pt idx="862">
                  <c:v>113.05934825605185</c:v>
                </c:pt>
                <c:pt idx="863">
                  <c:v>113.85077161861076</c:v>
                </c:pt>
                <c:pt idx="864">
                  <c:v>111.41812582885832</c:v>
                </c:pt>
                <c:pt idx="865">
                  <c:v>111.1929444602663</c:v>
                </c:pt>
                <c:pt idx="866">
                  <c:v>107.35482014759607</c:v>
                </c:pt>
                <c:pt idx="867">
                  <c:v>108.37856222499174</c:v>
                </c:pt>
                <c:pt idx="868">
                  <c:v>108.53072189968938</c:v>
                </c:pt>
                <c:pt idx="869">
                  <c:v>106.28698725376867</c:v>
                </c:pt>
                <c:pt idx="870">
                  <c:v>108.79469600453459</c:v>
                </c:pt>
                <c:pt idx="871">
                  <c:v>110.28340747041248</c:v>
                </c:pt>
                <c:pt idx="872">
                  <c:v>114.1159446445203</c:v>
                </c:pt>
                <c:pt idx="873">
                  <c:v>111.934452956532</c:v>
                </c:pt>
                <c:pt idx="874">
                  <c:v>111.9297377155838</c:v>
                </c:pt>
                <c:pt idx="875">
                  <c:v>112.74609951121182</c:v>
                </c:pt>
                <c:pt idx="876">
                  <c:v>113.56439489707111</c:v>
                </c:pt>
                <c:pt idx="877">
                  <c:v>113.08514129075706</c:v>
                </c:pt>
                <c:pt idx="878">
                  <c:v>113.57052914647177</c:v>
                </c:pt>
                <c:pt idx="879">
                  <c:v>114.44653491814742</c:v>
                </c:pt>
                <c:pt idx="880">
                  <c:v>112.39164368222573</c:v>
                </c:pt>
                <c:pt idx="881">
                  <c:v>112.42581511908324</c:v>
                </c:pt>
                <c:pt idx="882">
                  <c:v>113.92367002652873</c:v>
                </c:pt>
                <c:pt idx="883">
                  <c:v>114.76303622899842</c:v>
                </c:pt>
                <c:pt idx="884">
                  <c:v>113.19092457338857</c:v>
                </c:pt>
                <c:pt idx="885">
                  <c:v>109.97429635023528</c:v>
                </c:pt>
                <c:pt idx="886">
                  <c:v>116.99631320661979</c:v>
                </c:pt>
                <c:pt idx="887">
                  <c:v>116.93300038536522</c:v>
                </c:pt>
                <c:pt idx="888">
                  <c:v>118.76872079813221</c:v>
                </c:pt>
                <c:pt idx="889">
                  <c:v>118.96637085842544</c:v>
                </c:pt>
                <c:pt idx="890">
                  <c:v>120.51492637422918</c:v>
                </c:pt>
                <c:pt idx="891">
                  <c:v>120.619775059166</c:v>
                </c:pt>
                <c:pt idx="892">
                  <c:v>116.90506952383316</c:v>
                </c:pt>
                <c:pt idx="893">
                  <c:v>117.43859217507266</c:v>
                </c:pt>
                <c:pt idx="894">
                  <c:v>114.56170004224533</c:v>
                </c:pt>
                <c:pt idx="895">
                  <c:v>115.62774627364166</c:v>
                </c:pt>
                <c:pt idx="896">
                  <c:v>117.25226758461963</c:v>
                </c:pt>
                <c:pt idx="897">
                  <c:v>117.00914430759003</c:v>
                </c:pt>
                <c:pt idx="898">
                  <c:v>117.28250679525252</c:v>
                </c:pt>
                <c:pt idx="899">
                  <c:v>116.94264109522882</c:v>
                </c:pt>
                <c:pt idx="900">
                  <c:v>117.63063038293856</c:v>
                </c:pt>
                <c:pt idx="901">
                  <c:v>114.65443354592713</c:v>
                </c:pt>
                <c:pt idx="902">
                  <c:v>114.97641835703384</c:v>
                </c:pt>
                <c:pt idx="903">
                  <c:v>114.33460160920099</c:v>
                </c:pt>
                <c:pt idx="904">
                  <c:v>115.35946430643166</c:v>
                </c:pt>
                <c:pt idx="905">
                  <c:v>116.18674462601354</c:v>
                </c:pt>
                <c:pt idx="906">
                  <c:v>116.62691323548384</c:v>
                </c:pt>
                <c:pt idx="907">
                  <c:v>116.71252401090376</c:v>
                </c:pt>
                <c:pt idx="908">
                  <c:v>117.30083475685967</c:v>
                </c:pt>
                <c:pt idx="909">
                  <c:v>115.04081094618171</c:v>
                </c:pt>
                <c:pt idx="910">
                  <c:v>114.43579029265452</c:v>
                </c:pt>
                <c:pt idx="911">
                  <c:v>116.25079754268779</c:v>
                </c:pt>
                <c:pt idx="912">
                  <c:v>115.30699263998888</c:v>
                </c:pt>
                <c:pt idx="913">
                  <c:v>114.94408108896319</c:v>
                </c:pt>
                <c:pt idx="914">
                  <c:v>114.80367317563301</c:v>
                </c:pt>
                <c:pt idx="915">
                  <c:v>114.73923711560859</c:v>
                </c:pt>
                <c:pt idx="916">
                  <c:v>113.50434317256584</c:v>
                </c:pt>
                <c:pt idx="917">
                  <c:v>116.63734932870466</c:v>
                </c:pt>
                <c:pt idx="918">
                  <c:v>116.77447381485592</c:v>
                </c:pt>
                <c:pt idx="919">
                  <c:v>117.25026615331434</c:v>
                </c:pt>
                <c:pt idx="920">
                  <c:v>118.3159367586092</c:v>
                </c:pt>
                <c:pt idx="921">
                  <c:v>118.89905565729194</c:v>
                </c:pt>
                <c:pt idx="922">
                  <c:v>118.47847480825497</c:v>
                </c:pt>
                <c:pt idx="923">
                  <c:v>118.17924110751568</c:v>
                </c:pt>
                <c:pt idx="924">
                  <c:v>118.70923836003195</c:v>
                </c:pt>
                <c:pt idx="925">
                  <c:v>119.54009135083336</c:v>
                </c:pt>
                <c:pt idx="926">
                  <c:v>120.13440304197596</c:v>
                </c:pt>
                <c:pt idx="927">
                  <c:v>121.08501340095957</c:v>
                </c:pt>
                <c:pt idx="928">
                  <c:v>121.01925040146486</c:v>
                </c:pt>
                <c:pt idx="929">
                  <c:v>123.3205862665863</c:v>
                </c:pt>
                <c:pt idx="930">
                  <c:v>124.9763426563939</c:v>
                </c:pt>
                <c:pt idx="931">
                  <c:v>124.26109926193504</c:v>
                </c:pt>
                <c:pt idx="932">
                  <c:v>123.98202139289866</c:v>
                </c:pt>
                <c:pt idx="933">
                  <c:v>126.7832998731548</c:v>
                </c:pt>
                <c:pt idx="934">
                  <c:v>127.20820925858121</c:v>
                </c:pt>
                <c:pt idx="935">
                  <c:v>126.99476092727667</c:v>
                </c:pt>
                <c:pt idx="936">
                  <c:v>127.8605733519428</c:v>
                </c:pt>
                <c:pt idx="937">
                  <c:v>126.99239166555715</c:v>
                </c:pt>
                <c:pt idx="938">
                  <c:v>128.50220873110973</c:v>
                </c:pt>
                <c:pt idx="939">
                  <c:v>126.368301648886</c:v>
                </c:pt>
                <c:pt idx="940">
                  <c:v>125.4528163852485</c:v>
                </c:pt>
                <c:pt idx="941">
                  <c:v>124.21063075549496</c:v>
                </c:pt>
                <c:pt idx="942">
                  <c:v>121.62869319173524</c:v>
                </c:pt>
                <c:pt idx="943">
                  <c:v>123.94613657670803</c:v>
                </c:pt>
                <c:pt idx="944">
                  <c:v>123.82376273600045</c:v>
                </c:pt>
                <c:pt idx="945">
                  <c:v>124.4727193525496</c:v>
                </c:pt>
                <c:pt idx="946">
                  <c:v>127.31882826400943</c:v>
                </c:pt>
                <c:pt idx="947">
                  <c:v>127.11150565887876</c:v>
                </c:pt>
                <c:pt idx="948">
                  <c:v>124.88781830181904</c:v>
                </c:pt>
                <c:pt idx="949">
                  <c:v>126.21113168728316</c:v>
                </c:pt>
                <c:pt idx="950">
                  <c:v>125.11388129219647</c:v>
                </c:pt>
                <c:pt idx="951">
                  <c:v>126.00098587386276</c:v>
                </c:pt>
                <c:pt idx="952">
                  <c:v>125.76133442497533</c:v>
                </c:pt>
                <c:pt idx="953">
                  <c:v>124.23034429194212</c:v>
                </c:pt>
                <c:pt idx="954">
                  <c:v>124.36958874329564</c:v>
                </c:pt>
                <c:pt idx="955">
                  <c:v>124.93834802303789</c:v>
                </c:pt>
                <c:pt idx="956">
                  <c:v>123.80373787892307</c:v>
                </c:pt>
                <c:pt idx="957">
                  <c:v>126.95002649571107</c:v>
                </c:pt>
                <c:pt idx="958">
                  <c:v>126.5267663525904</c:v>
                </c:pt>
                <c:pt idx="959">
                  <c:v>127.69313467360818</c:v>
                </c:pt>
                <c:pt idx="960">
                  <c:v>128.03288055700332</c:v>
                </c:pt>
                <c:pt idx="961">
                  <c:v>128.00849510334862</c:v>
                </c:pt>
                <c:pt idx="962">
                  <c:v>126.29717300789376</c:v>
                </c:pt>
                <c:pt idx="963">
                  <c:v>126.06566759595103</c:v>
                </c:pt>
                <c:pt idx="964">
                  <c:v>125.82170084630538</c:v>
                </c:pt>
                <c:pt idx="965">
                  <c:v>127.50010973344652</c:v>
                </c:pt>
                <c:pt idx="966">
                  <c:v>127.69357806393282</c:v>
                </c:pt>
                <c:pt idx="967">
                  <c:v>129.42944660027626</c:v>
                </c:pt>
                <c:pt idx="968">
                  <c:v>131.72677022044732</c:v>
                </c:pt>
                <c:pt idx="969">
                  <c:v>129.25699055613381</c:v>
                </c:pt>
                <c:pt idx="970">
                  <c:v>130.05594775564751</c:v>
                </c:pt>
                <c:pt idx="971">
                  <c:v>130.31618806457467</c:v>
                </c:pt>
                <c:pt idx="972">
                  <c:v>131.02702240892114</c:v>
                </c:pt>
                <c:pt idx="973">
                  <c:v>130.76834530817652</c:v>
                </c:pt>
                <c:pt idx="974">
                  <c:v>129.71887809821436</c:v>
                </c:pt>
                <c:pt idx="975">
                  <c:v>131.55028794147177</c:v>
                </c:pt>
                <c:pt idx="976">
                  <c:v>130.65916031020043</c:v>
                </c:pt>
                <c:pt idx="977">
                  <c:v>130.91050587373431</c:v>
                </c:pt>
                <c:pt idx="978">
                  <c:v>130.88137585117968</c:v>
                </c:pt>
                <c:pt idx="979">
                  <c:v>130.99957968072337</c:v>
                </c:pt>
                <c:pt idx="980">
                  <c:v>132.35516445333892</c:v>
                </c:pt>
                <c:pt idx="981">
                  <c:v>132.14290008272778</c:v>
                </c:pt>
                <c:pt idx="982">
                  <c:v>132.98290367554623</c:v>
                </c:pt>
                <c:pt idx="983">
                  <c:v>135.1942668913598</c:v>
                </c:pt>
                <c:pt idx="984">
                  <c:v>133.31547285994787</c:v>
                </c:pt>
                <c:pt idx="985">
                  <c:v>131.29169003392906</c:v>
                </c:pt>
                <c:pt idx="986">
                  <c:v>130.42492396401755</c:v>
                </c:pt>
                <c:pt idx="987">
                  <c:v>130.50240043138615</c:v>
                </c:pt>
                <c:pt idx="988">
                  <c:v>128.92246061591021</c:v>
                </c:pt>
                <c:pt idx="989">
                  <c:v>128.35098866382273</c:v>
                </c:pt>
                <c:pt idx="990">
                  <c:v>126.50787016183821</c:v>
                </c:pt>
                <c:pt idx="991">
                  <c:v>128.19856916177764</c:v>
                </c:pt>
                <c:pt idx="992">
                  <c:v>129.76814458265252</c:v>
                </c:pt>
                <c:pt idx="993">
                  <c:v>127.79651108527695</c:v>
                </c:pt>
                <c:pt idx="994">
                  <c:v>126.91317121086892</c:v>
                </c:pt>
                <c:pt idx="995">
                  <c:v>126.04900758467097</c:v>
                </c:pt>
                <c:pt idx="996">
                  <c:v>126.41600557543853</c:v>
                </c:pt>
                <c:pt idx="997">
                  <c:v>126.30883105072597</c:v>
                </c:pt>
                <c:pt idx="998">
                  <c:v>127.96826675572864</c:v>
                </c:pt>
                <c:pt idx="999">
                  <c:v>128.31859596436109</c:v>
                </c:pt>
                <c:pt idx="1000">
                  <c:v>129.56006612443841</c:v>
                </c:pt>
                <c:pt idx="1001">
                  <c:v>130.84411655900897</c:v>
                </c:pt>
                <c:pt idx="1002">
                  <c:v>133.1729254416513</c:v>
                </c:pt>
                <c:pt idx="1003">
                  <c:v>131.3622492062334</c:v>
                </c:pt>
                <c:pt idx="1004">
                  <c:v>130.54968304438225</c:v>
                </c:pt>
                <c:pt idx="1005">
                  <c:v>131.38065238851908</c:v>
                </c:pt>
                <c:pt idx="1006">
                  <c:v>133.1376167645823</c:v>
                </c:pt>
                <c:pt idx="1007">
                  <c:v>133.9079587660213</c:v>
                </c:pt>
                <c:pt idx="1008">
                  <c:v>133.76001310555304</c:v>
                </c:pt>
                <c:pt idx="1009">
                  <c:v>132.95947994125999</c:v>
                </c:pt>
                <c:pt idx="1010">
                  <c:v>132.17229307843687</c:v>
                </c:pt>
                <c:pt idx="1011">
                  <c:v>131.3341707282834</c:v>
                </c:pt>
                <c:pt idx="1012">
                  <c:v>132.1631734997946</c:v>
                </c:pt>
                <c:pt idx="1013">
                  <c:v>132.09413961583289</c:v>
                </c:pt>
                <c:pt idx="1014">
                  <c:v>132.56847577154372</c:v>
                </c:pt>
                <c:pt idx="1015">
                  <c:v>131.67754477487023</c:v>
                </c:pt>
                <c:pt idx="1016">
                  <c:v>132.16260789364046</c:v>
                </c:pt>
                <c:pt idx="1017">
                  <c:v>131.28272089725215</c:v>
                </c:pt>
                <c:pt idx="1018">
                  <c:v>130.57014565533251</c:v>
                </c:pt>
                <c:pt idx="1019">
                  <c:v>130.69162963084153</c:v>
                </c:pt>
                <c:pt idx="1020">
                  <c:v>130.43792748944747</c:v>
                </c:pt>
                <c:pt idx="1021">
                  <c:v>131.67834585705276</c:v>
                </c:pt>
                <c:pt idx="1022">
                  <c:v>130.69597352712429</c:v>
                </c:pt>
                <c:pt idx="1023">
                  <c:v>130.81700617221162</c:v>
                </c:pt>
                <c:pt idx="1024">
                  <c:v>127.59753781288886</c:v>
                </c:pt>
                <c:pt idx="1025">
                  <c:v>126.49812008718352</c:v>
                </c:pt>
                <c:pt idx="1026">
                  <c:v>125.44095677562424</c:v>
                </c:pt>
                <c:pt idx="1027">
                  <c:v>125.10439306164972</c:v>
                </c:pt>
                <c:pt idx="1028">
                  <c:v>125.77589221832338</c:v>
                </c:pt>
                <c:pt idx="1029">
                  <c:v>125.4823320584108</c:v>
                </c:pt>
                <c:pt idx="1030">
                  <c:v>129.06758859024441</c:v>
                </c:pt>
                <c:pt idx="1031">
                  <c:v>128.42590924687249</c:v>
                </c:pt>
                <c:pt idx="1032">
                  <c:v>128.76664949732907</c:v>
                </c:pt>
                <c:pt idx="1033">
                  <c:v>127.17722524178042</c:v>
                </c:pt>
                <c:pt idx="1034">
                  <c:v>126.32878194403723</c:v>
                </c:pt>
                <c:pt idx="1035">
                  <c:v>126.92145965221648</c:v>
                </c:pt>
                <c:pt idx="1036">
                  <c:v>125.95929963774131</c:v>
                </c:pt>
                <c:pt idx="1037">
                  <c:v>126.77104663496982</c:v>
                </c:pt>
                <c:pt idx="1038">
                  <c:v>125.60542691898354</c:v>
                </c:pt>
                <c:pt idx="1039">
                  <c:v>126.32760692282621</c:v>
                </c:pt>
                <c:pt idx="1040">
                  <c:v>127.43655023324683</c:v>
                </c:pt>
                <c:pt idx="1041">
                  <c:v>128.21148567665119</c:v>
                </c:pt>
                <c:pt idx="1042">
                  <c:v>125.47966904211087</c:v>
                </c:pt>
                <c:pt idx="1043">
                  <c:v>125.59770818856798</c:v>
                </c:pt>
                <c:pt idx="1044">
                  <c:v>124.65890387045224</c:v>
                </c:pt>
                <c:pt idx="1045">
                  <c:v>123.98707726402503</c:v>
                </c:pt>
                <c:pt idx="1046">
                  <c:v>124.12609784317024</c:v>
                </c:pt>
                <c:pt idx="1047">
                  <c:v>126.58168390708997</c:v>
                </c:pt>
                <c:pt idx="1048">
                  <c:v>126.8028566255466</c:v>
                </c:pt>
                <c:pt idx="1049">
                  <c:v>122.37457101211821</c:v>
                </c:pt>
                <c:pt idx="1050">
                  <c:v>122.94840656313755</c:v>
                </c:pt>
                <c:pt idx="1051">
                  <c:v>121.81985508378636</c:v>
                </c:pt>
                <c:pt idx="1052">
                  <c:v>122.12147395721504</c:v>
                </c:pt>
                <c:pt idx="1053">
                  <c:v>123.03871831464626</c:v>
                </c:pt>
                <c:pt idx="1054">
                  <c:v>123.05158453950817</c:v>
                </c:pt>
                <c:pt idx="1055">
                  <c:v>123.2147153554607</c:v>
                </c:pt>
                <c:pt idx="1056">
                  <c:v>124.6292719628388</c:v>
                </c:pt>
                <c:pt idx="1057">
                  <c:v>124.42002325193937</c:v>
                </c:pt>
                <c:pt idx="1058">
                  <c:v>123.35426982556939</c:v>
                </c:pt>
                <c:pt idx="1059">
                  <c:v>125.1668447401135</c:v>
                </c:pt>
                <c:pt idx="1060">
                  <c:v>126.09975452832572</c:v>
                </c:pt>
                <c:pt idx="1061">
                  <c:v>125.14733261539764</c:v>
                </c:pt>
                <c:pt idx="1062">
                  <c:v>126.08178873848442</c:v>
                </c:pt>
                <c:pt idx="1063">
                  <c:v>126.33702340143144</c:v>
                </c:pt>
                <c:pt idx="1064">
                  <c:v>125.68152227108244</c:v>
                </c:pt>
                <c:pt idx="1065">
                  <c:v>123.83305968318297</c:v>
                </c:pt>
                <c:pt idx="1066">
                  <c:v>123.4954189636003</c:v>
                </c:pt>
                <c:pt idx="1067">
                  <c:v>125.26688313041596</c:v>
                </c:pt>
                <c:pt idx="1068">
                  <c:v>124.38030961694658</c:v>
                </c:pt>
                <c:pt idx="1069">
                  <c:v>122.96538683534649</c:v>
                </c:pt>
                <c:pt idx="1070">
                  <c:v>124.44554620021341</c:v>
                </c:pt>
                <c:pt idx="1071">
                  <c:v>123.32313850194785</c:v>
                </c:pt>
                <c:pt idx="1072">
                  <c:v>123.42359893589528</c:v>
                </c:pt>
                <c:pt idx="1073">
                  <c:v>119.86073106087389</c:v>
                </c:pt>
                <c:pt idx="1074">
                  <c:v>122.3621832130318</c:v>
                </c:pt>
                <c:pt idx="1075">
                  <c:v>122.36051898537991</c:v>
                </c:pt>
                <c:pt idx="1076">
                  <c:v>122.06380390815967</c:v>
                </c:pt>
                <c:pt idx="1077">
                  <c:v>121.56355294317537</c:v>
                </c:pt>
                <c:pt idx="1078">
                  <c:v>121.94766177607455</c:v>
                </c:pt>
                <c:pt idx="1079">
                  <c:v>121.41847478342432</c:v>
                </c:pt>
                <c:pt idx="1080">
                  <c:v>122.33656741285769</c:v>
                </c:pt>
                <c:pt idx="1081">
                  <c:v>121.40943776140345</c:v>
                </c:pt>
                <c:pt idx="1082">
                  <c:v>120.23921455001172</c:v>
                </c:pt>
                <c:pt idx="1083">
                  <c:v>120.06382934453934</c:v>
                </c:pt>
                <c:pt idx="1084">
                  <c:v>121.92036869903653</c:v>
                </c:pt>
                <c:pt idx="1085">
                  <c:v>121.56905559308606</c:v>
                </c:pt>
                <c:pt idx="1086">
                  <c:v>120.5229778275481</c:v>
                </c:pt>
                <c:pt idx="1087">
                  <c:v>121.28710341794317</c:v>
                </c:pt>
                <c:pt idx="1088">
                  <c:v>120.95250203780168</c:v>
                </c:pt>
                <c:pt idx="1089">
                  <c:v>122.32626252943891</c:v>
                </c:pt>
                <c:pt idx="1090">
                  <c:v>117.13497465408301</c:v>
                </c:pt>
                <c:pt idx="1091">
                  <c:v>118.18232280400355</c:v>
                </c:pt>
                <c:pt idx="1092">
                  <c:v>117.77445182538575</c:v>
                </c:pt>
                <c:pt idx="1093">
                  <c:v>119.83509638807158</c:v>
                </c:pt>
                <c:pt idx="1094">
                  <c:v>120.93003485167591</c:v>
                </c:pt>
                <c:pt idx="1095">
                  <c:v>123.02079723581215</c:v>
                </c:pt>
                <c:pt idx="1096">
                  <c:v>123.48654012452948</c:v>
                </c:pt>
                <c:pt idx="1097">
                  <c:v>124.66946423969158</c:v>
                </c:pt>
                <c:pt idx="1098">
                  <c:v>124.1252111927531</c:v>
                </c:pt>
                <c:pt idx="1099">
                  <c:v>124.07207295816369</c:v>
                </c:pt>
                <c:pt idx="1100">
                  <c:v>124.36139400416579</c:v>
                </c:pt>
                <c:pt idx="1101">
                  <c:v>122.02706875975946</c:v>
                </c:pt>
                <c:pt idx="1102">
                  <c:v>121.10090359957819</c:v>
                </c:pt>
                <c:pt idx="1103">
                  <c:v>120.71376849222628</c:v>
                </c:pt>
                <c:pt idx="1104">
                  <c:v>120.66856781860623</c:v>
                </c:pt>
                <c:pt idx="1105">
                  <c:v>120.54433785926012</c:v>
                </c:pt>
                <c:pt idx="1106">
                  <c:v>120.45070880022689</c:v>
                </c:pt>
                <c:pt idx="1107">
                  <c:v>120.3890138849942</c:v>
                </c:pt>
                <c:pt idx="1108">
                  <c:v>117.95763774587434</c:v>
                </c:pt>
                <c:pt idx="1109">
                  <c:v>119.1200258115007</c:v>
                </c:pt>
                <c:pt idx="1110">
                  <c:v>117.80407790277772</c:v>
                </c:pt>
                <c:pt idx="1111">
                  <c:v>118.9728443537241</c:v>
                </c:pt>
                <c:pt idx="1112">
                  <c:v>119.76205521500884</c:v>
                </c:pt>
                <c:pt idx="1113">
                  <c:v>118.78197649866175</c:v>
                </c:pt>
                <c:pt idx="1114">
                  <c:v>117.03598159890814</c:v>
                </c:pt>
                <c:pt idx="1115">
                  <c:v>117.77750028893479</c:v>
                </c:pt>
                <c:pt idx="1116">
                  <c:v>119.48636203321126</c:v>
                </c:pt>
                <c:pt idx="1117">
                  <c:v>121.16991279781354</c:v>
                </c:pt>
                <c:pt idx="1118">
                  <c:v>120.38055028019734</c:v>
                </c:pt>
                <c:pt idx="1119">
                  <c:v>119.1534935960989</c:v>
                </c:pt>
                <c:pt idx="1120">
                  <c:v>120.66651655866821</c:v>
                </c:pt>
                <c:pt idx="1121">
                  <c:v>119.60879483558163</c:v>
                </c:pt>
                <c:pt idx="1122">
                  <c:v>121.48352485643392</c:v>
                </c:pt>
                <c:pt idx="1123">
                  <c:v>122.28171805062935</c:v>
                </c:pt>
                <c:pt idx="1124">
                  <c:v>124.53080780072207</c:v>
                </c:pt>
                <c:pt idx="1125">
                  <c:v>124.95368348851414</c:v>
                </c:pt>
                <c:pt idx="1126">
                  <c:v>125.73189050935798</c:v>
                </c:pt>
                <c:pt idx="1127">
                  <c:v>125.84895491223355</c:v>
                </c:pt>
                <c:pt idx="1128">
                  <c:v>125.99285399472686</c:v>
                </c:pt>
                <c:pt idx="1129">
                  <c:v>125.29957763068289</c:v>
                </c:pt>
                <c:pt idx="1130">
                  <c:v>124.55405301928751</c:v>
                </c:pt>
                <c:pt idx="1131">
                  <c:v>125.22853420031211</c:v>
                </c:pt>
                <c:pt idx="1132">
                  <c:v>124.96684316013477</c:v>
                </c:pt>
                <c:pt idx="1133">
                  <c:v>123.99562699712796</c:v>
                </c:pt>
                <c:pt idx="1134">
                  <c:v>124.54817452869179</c:v>
                </c:pt>
                <c:pt idx="1135">
                  <c:v>124.45181031971525</c:v>
                </c:pt>
                <c:pt idx="1136">
                  <c:v>125.62998462459987</c:v>
                </c:pt>
                <c:pt idx="1137">
                  <c:v>124.49277470606025</c:v>
                </c:pt>
                <c:pt idx="1138">
                  <c:v>125.1611909673104</c:v>
                </c:pt>
                <c:pt idx="1139">
                  <c:v>125.19886932356474</c:v>
                </c:pt>
                <c:pt idx="1140">
                  <c:v>126.01976631014524</c:v>
                </c:pt>
                <c:pt idx="1141">
                  <c:v>126.842015127477</c:v>
                </c:pt>
                <c:pt idx="1142">
                  <c:v>129.50616358441897</c:v>
                </c:pt>
                <c:pt idx="1143">
                  <c:v>130.38865516432946</c:v>
                </c:pt>
                <c:pt idx="1144">
                  <c:v>130.35416960206962</c:v>
                </c:pt>
                <c:pt idx="1145">
                  <c:v>130.57430083953108</c:v>
                </c:pt>
                <c:pt idx="1146">
                  <c:v>130.12386736297339</c:v>
                </c:pt>
                <c:pt idx="1147">
                  <c:v>128.93492760914947</c:v>
                </c:pt>
                <c:pt idx="1148">
                  <c:v>128.42921619556068</c:v>
                </c:pt>
                <c:pt idx="1149">
                  <c:v>129.6519645643929</c:v>
                </c:pt>
                <c:pt idx="1150">
                  <c:v>130.69250141467433</c:v>
                </c:pt>
                <c:pt idx="1151">
                  <c:v>130.67941185588407</c:v>
                </c:pt>
                <c:pt idx="1152">
                  <c:v>129.77511967731382</c:v>
                </c:pt>
                <c:pt idx="1153">
                  <c:v>130.18665365264508</c:v>
                </c:pt>
                <c:pt idx="1154">
                  <c:v>130.83457473926646</c:v>
                </c:pt>
                <c:pt idx="1155">
                  <c:v>129.10748241987793</c:v>
                </c:pt>
                <c:pt idx="1156">
                  <c:v>127.596680955145</c:v>
                </c:pt>
                <c:pt idx="1157">
                  <c:v>128.6913276421671</c:v>
                </c:pt>
                <c:pt idx="1158">
                  <c:v>126.80458971075275</c:v>
                </c:pt>
                <c:pt idx="1159">
                  <c:v>129.91004724066008</c:v>
                </c:pt>
                <c:pt idx="1160">
                  <c:v>130.44623290116959</c:v>
                </c:pt>
                <c:pt idx="1161">
                  <c:v>129.85119871021411</c:v>
                </c:pt>
                <c:pt idx="1162">
                  <c:v>130.24366462918115</c:v>
                </c:pt>
                <c:pt idx="1163">
                  <c:v>130.54368890423959</c:v>
                </c:pt>
                <c:pt idx="1164">
                  <c:v>131.17133364695454</c:v>
                </c:pt>
                <c:pt idx="1165">
                  <c:v>131.84970694119681</c:v>
                </c:pt>
                <c:pt idx="1166">
                  <c:v>131.76394383660187</c:v>
                </c:pt>
                <c:pt idx="1167">
                  <c:v>131.80313396575667</c:v>
                </c:pt>
                <c:pt idx="1168">
                  <c:v>132.57513149256812</c:v>
                </c:pt>
                <c:pt idx="1169">
                  <c:v>132.76312518600486</c:v>
                </c:pt>
                <c:pt idx="1170">
                  <c:v>131.4421770304333</c:v>
                </c:pt>
                <c:pt idx="1171">
                  <c:v>129.4865216223117</c:v>
                </c:pt>
                <c:pt idx="1172">
                  <c:v>130.26417887027199</c:v>
                </c:pt>
                <c:pt idx="1173">
                  <c:v>128.6882123835895</c:v>
                </c:pt>
                <c:pt idx="1174">
                  <c:v>127.25192882059984</c:v>
                </c:pt>
                <c:pt idx="1175">
                  <c:v>119.10400558044793</c:v>
                </c:pt>
                <c:pt idx="1176">
                  <c:v>120.69683434144689</c:v>
                </c:pt>
                <c:pt idx="1177">
                  <c:v>121.94373377756753</c:v>
                </c:pt>
                <c:pt idx="1178">
                  <c:v>122.40565279848077</c:v>
                </c:pt>
                <c:pt idx="1179">
                  <c:v>113.52626862124548</c:v>
                </c:pt>
                <c:pt idx="1180">
                  <c:v>112.41468282465054</c:v>
                </c:pt>
                <c:pt idx="1181">
                  <c:v>101.99430492273736</c:v>
                </c:pt>
                <c:pt idx="1182">
                  <c:v>103.30896033788522</c:v>
                </c:pt>
                <c:pt idx="1183">
                  <c:v>94.74941025533532</c:v>
                </c:pt>
                <c:pt idx="1184">
                  <c:v>92.370355405963849</c:v>
                </c:pt>
                <c:pt idx="1185">
                  <c:v>89.555375598631684</c:v>
                </c:pt>
                <c:pt idx="1186">
                  <c:v>85.38891584370846</c:v>
                </c:pt>
                <c:pt idx="1187">
                  <c:v>93.095378446904533</c:v>
                </c:pt>
                <c:pt idx="1188">
                  <c:v>83.267949901447736</c:v>
                </c:pt>
                <c:pt idx="1189">
                  <c:v>88.059114483335634</c:v>
                </c:pt>
                <c:pt idx="1190">
                  <c:v>94.164702787727308</c:v>
                </c:pt>
                <c:pt idx="1191">
                  <c:v>94.915601437115271</c:v>
                </c:pt>
                <c:pt idx="1192">
                  <c:v>92.406059264192322</c:v>
                </c:pt>
                <c:pt idx="1193">
                  <c:v>95.691143130674149</c:v>
                </c:pt>
                <c:pt idx="1194">
                  <c:v>90.309736386701303</c:v>
                </c:pt>
                <c:pt idx="1195">
                  <c:v>87.057201061578226</c:v>
                </c:pt>
                <c:pt idx="1196">
                  <c:v>93.811647736505108</c:v>
                </c:pt>
                <c:pt idx="1197">
                  <c:v>94.090327321392124</c:v>
                </c:pt>
                <c:pt idx="1198">
                  <c:v>93.280115246668274</c:v>
                </c:pt>
                <c:pt idx="1199">
                  <c:v>91.791864967202415</c:v>
                </c:pt>
                <c:pt idx="1200">
                  <c:v>93.398148567655525</c:v>
                </c:pt>
                <c:pt idx="1201">
                  <c:v>94.752818427872981</c:v>
                </c:pt>
                <c:pt idx="1202">
                  <c:v>91.494984608861401</c:v>
                </c:pt>
                <c:pt idx="1203">
                  <c:v>92.503583803891161</c:v>
                </c:pt>
                <c:pt idx="1204">
                  <c:v>94.788346998937726</c:v>
                </c:pt>
                <c:pt idx="1205">
                  <c:v>97.195064753979096</c:v>
                </c:pt>
                <c:pt idx="1206">
                  <c:v>100.23663542084788</c:v>
                </c:pt>
                <c:pt idx="1207">
                  <c:v>106.15448576467001</c:v>
                </c:pt>
                <c:pt idx="1208">
                  <c:v>100.12590465004548</c:v>
                </c:pt>
                <c:pt idx="1209">
                  <c:v>99.412805654420154</c:v>
                </c:pt>
                <c:pt idx="1210">
                  <c:v>100.4154921608269</c:v>
                </c:pt>
                <c:pt idx="1211">
                  <c:v>101.51194314521582</c:v>
                </c:pt>
                <c:pt idx="1212">
                  <c:v>102.06622980624441</c:v>
                </c:pt>
                <c:pt idx="1213">
                  <c:v>103.28451139170949</c:v>
                </c:pt>
                <c:pt idx="1214">
                  <c:v>99.588689882658088</c:v>
                </c:pt>
                <c:pt idx="1215">
                  <c:v>98.702771897559487</c:v>
                </c:pt>
                <c:pt idx="1216">
                  <c:v>99.099043222368394</c:v>
                </c:pt>
                <c:pt idx="1217">
                  <c:v>100.44112613200197</c:v>
                </c:pt>
                <c:pt idx="1218">
                  <c:v>100.9600497140616</c:v>
                </c:pt>
                <c:pt idx="1219">
                  <c:v>101.79038432051318</c:v>
                </c:pt>
                <c:pt idx="1220">
                  <c:v>103.2316605801963</c:v>
                </c:pt>
                <c:pt idx="1221">
                  <c:v>104.24530875253316</c:v>
                </c:pt>
                <c:pt idx="1222">
                  <c:v>104.66903646733894</c:v>
                </c:pt>
                <c:pt idx="1223">
                  <c:v>104.69045413580511</c:v>
                </c:pt>
                <c:pt idx="1224">
                  <c:v>107.83933736342378</c:v>
                </c:pt>
                <c:pt idx="1225">
                  <c:v>107.75760427174677</c:v>
                </c:pt>
                <c:pt idx="1226">
                  <c:v>109.45658739907552</c:v>
                </c:pt>
                <c:pt idx="1227">
                  <c:v>109.54727910615675</c:v>
                </c:pt>
                <c:pt idx="1228">
                  <c:v>111.30583011659861</c:v>
                </c:pt>
                <c:pt idx="1229">
                  <c:v>110.3351433592721</c:v>
                </c:pt>
                <c:pt idx="1230">
                  <c:v>111.15101144088285</c:v>
                </c:pt>
                <c:pt idx="1231">
                  <c:v>109.01895898653638</c:v>
                </c:pt>
                <c:pt idx="1232">
                  <c:v>107.14536718960102</c:v>
                </c:pt>
                <c:pt idx="1233">
                  <c:v>106.91371503367853</c:v>
                </c:pt>
                <c:pt idx="1234">
                  <c:v>107.68988881212114</c:v>
                </c:pt>
                <c:pt idx="1235">
                  <c:v>107.38315195283617</c:v>
                </c:pt>
                <c:pt idx="1236">
                  <c:v>107.99719527066377</c:v>
                </c:pt>
                <c:pt idx="1237">
                  <c:v>107.5256440115644</c:v>
                </c:pt>
                <c:pt idx="1238">
                  <c:v>107.25793854329467</c:v>
                </c:pt>
                <c:pt idx="1239">
                  <c:v>108.86491291930717</c:v>
                </c:pt>
                <c:pt idx="1240">
                  <c:v>108.8534149000955</c:v>
                </c:pt>
                <c:pt idx="1241">
                  <c:v>107.68744601269476</c:v>
                </c:pt>
                <c:pt idx="1242">
                  <c:v>112.28358331516306</c:v>
                </c:pt>
                <c:pt idx="1243">
                  <c:v>110.45128831132654</c:v>
                </c:pt>
                <c:pt idx="1244">
                  <c:v>110.4087675513514</c:v>
                </c:pt>
                <c:pt idx="1245">
                  <c:v>110.16385117842732</c:v>
                </c:pt>
                <c:pt idx="1246">
                  <c:v>113.22344513952449</c:v>
                </c:pt>
                <c:pt idx="1247">
                  <c:v>114.44645645464934</c:v>
                </c:pt>
                <c:pt idx="1248">
                  <c:v>115.78701461793742</c:v>
                </c:pt>
                <c:pt idx="1249">
                  <c:v>119.17226692406308</c:v>
                </c:pt>
                <c:pt idx="1250">
                  <c:v>116.86481171163615</c:v>
                </c:pt>
                <c:pt idx="1251">
                  <c:v>117.07000540211396</c:v>
                </c:pt>
                <c:pt idx="1252">
                  <c:v>116.8489612326739</c:v>
                </c:pt>
                <c:pt idx="1253">
                  <c:v>118.96087666144889</c:v>
                </c:pt>
                <c:pt idx="1254">
                  <c:v>127.14006558480365</c:v>
                </c:pt>
                <c:pt idx="1255">
                  <c:v>126.59000906013233</c:v>
                </c:pt>
                <c:pt idx="1256">
                  <c:v>130.11196300491159</c:v>
                </c:pt>
                <c:pt idx="1257">
                  <c:v>130.57059861686548</c:v>
                </c:pt>
                <c:pt idx="1258">
                  <c:v>129.22380233778853</c:v>
                </c:pt>
                <c:pt idx="1259">
                  <c:v>128.8695560771379</c:v>
                </c:pt>
                <c:pt idx="1260">
                  <c:v>130.49379657893448</c:v>
                </c:pt>
                <c:pt idx="1261">
                  <c:v>133.25340476708939</c:v>
                </c:pt>
                <c:pt idx="1262">
                  <c:v>136.4278393280766</c:v>
                </c:pt>
                <c:pt idx="1263">
                  <c:v>135.16317495361034</c:v>
                </c:pt>
                <c:pt idx="1264">
                  <c:v>135.95788564780682</c:v>
                </c:pt>
                <c:pt idx="1265">
                  <c:v>136.59965046351968</c:v>
                </c:pt>
                <c:pt idx="1266">
                  <c:v>135.42374493859759</c:v>
                </c:pt>
                <c:pt idx="1267">
                  <c:v>134.03671563099317</c:v>
                </c:pt>
                <c:pt idx="1268">
                  <c:v>134.82653477776415</c:v>
                </c:pt>
                <c:pt idx="1269">
                  <c:v>137.32367381356113</c:v>
                </c:pt>
                <c:pt idx="1270">
                  <c:v>135.75493531649076</c:v>
                </c:pt>
                <c:pt idx="1271">
                  <c:v>137.06856703458519</c:v>
                </c:pt>
                <c:pt idx="1272">
                  <c:v>136.35801465329558</c:v>
                </c:pt>
                <c:pt idx="1273">
                  <c:v>136.45247809893291</c:v>
                </c:pt>
                <c:pt idx="1274">
                  <c:v>136.74848046521228</c:v>
                </c:pt>
                <c:pt idx="1275">
                  <c:v>136.22796580139951</c:v>
                </c:pt>
                <c:pt idx="1276">
                  <c:v>137.61015335116255</c:v>
                </c:pt>
                <c:pt idx="1277">
                  <c:v>138.01368588269531</c:v>
                </c:pt>
                <c:pt idx="1278">
                  <c:v>137.67125526100375</c:v>
                </c:pt>
                <c:pt idx="1279">
                  <c:v>136.58227963046431</c:v>
                </c:pt>
                <c:pt idx="1280">
                  <c:v>136.3617694115172</c:v>
                </c:pt>
                <c:pt idx="1281">
                  <c:v>136.03739556114743</c:v>
                </c:pt>
                <c:pt idx="1282">
                  <c:v>136.54618152793938</c:v>
                </c:pt>
                <c:pt idx="1283">
                  <c:v>137.79449991834935</c:v>
                </c:pt>
                <c:pt idx="1284">
                  <c:v>137.6533266647094</c:v>
                </c:pt>
                <c:pt idx="1285">
                  <c:v>139.62936251117122</c:v>
                </c:pt>
                <c:pt idx="1286">
                  <c:v>137.68629704888278</c:v>
                </c:pt>
                <c:pt idx="1287">
                  <c:v>138.25999065272833</c:v>
                </c:pt>
                <c:pt idx="1288">
                  <c:v>139.93151599346729</c:v>
                </c:pt>
                <c:pt idx="1289">
                  <c:v>141.36865940007229</c:v>
                </c:pt>
                <c:pt idx="1290">
                  <c:v>139.25296993843855</c:v>
                </c:pt>
                <c:pt idx="1291">
                  <c:v>140.04539040868264</c:v>
                </c:pt>
                <c:pt idx="1292">
                  <c:v>141.59485273102487</c:v>
                </c:pt>
                <c:pt idx="1293">
                  <c:v>140.09303800384134</c:v>
                </c:pt>
                <c:pt idx="1294">
                  <c:v>141.7368456390989</c:v>
                </c:pt>
                <c:pt idx="1295">
                  <c:v>143.33225426429721</c:v>
                </c:pt>
                <c:pt idx="1296">
                  <c:v>150.22426066801233</c:v>
                </c:pt>
                <c:pt idx="1297">
                  <c:v>151.09547639648366</c:v>
                </c:pt>
                <c:pt idx="1298">
                  <c:v>151.51941196758457</c:v>
                </c:pt>
                <c:pt idx="1299">
                  <c:v>151.97098288246923</c:v>
                </c:pt>
                <c:pt idx="1300">
                  <c:v>152.88327750116238</c:v>
                </c:pt>
                <c:pt idx="1301">
                  <c:v>152.08658301776839</c:v>
                </c:pt>
                <c:pt idx="1302">
                  <c:v>152.77112219551464</c:v>
                </c:pt>
                <c:pt idx="1303">
                  <c:v>152.0327760156853</c:v>
                </c:pt>
                <c:pt idx="1304">
                  <c:v>145.05584051926348</c:v>
                </c:pt>
                <c:pt idx="1305">
                  <c:v>150.47018357384468</c:v>
                </c:pt>
                <c:pt idx="1306">
                  <c:v>151.97087049005106</c:v>
                </c:pt>
                <c:pt idx="1307">
                  <c:v>151.77019037895062</c:v>
                </c:pt>
                <c:pt idx="1308">
                  <c:v>152.79737926909311</c:v>
                </c:pt>
                <c:pt idx="1309">
                  <c:v>154.88529888516564</c:v>
                </c:pt>
                <c:pt idx="1310">
                  <c:v>160.52680581815832</c:v>
                </c:pt>
                <c:pt idx="1311">
                  <c:v>160.97433283885968</c:v>
                </c:pt>
                <c:pt idx="1312">
                  <c:v>161.92164917789214</c:v>
                </c:pt>
                <c:pt idx="1313">
                  <c:v>167.30988965423415</c:v>
                </c:pt>
                <c:pt idx="1314">
                  <c:v>168.58568185434206</c:v>
                </c:pt>
                <c:pt idx="1315">
                  <c:v>171.39921956338193</c:v>
                </c:pt>
                <c:pt idx="1316">
                  <c:v>173.24267362108148</c:v>
                </c:pt>
                <c:pt idx="1317">
                  <c:v>170.84146426521733</c:v>
                </c:pt>
                <c:pt idx="1318">
                  <c:v>166.36830108264542</c:v>
                </c:pt>
                <c:pt idx="1319">
                  <c:v>165.88229680296354</c:v>
                </c:pt>
                <c:pt idx="1320">
                  <c:v>164.67537440779543</c:v>
                </c:pt>
                <c:pt idx="1321">
                  <c:v>167.19771840274768</c:v>
                </c:pt>
                <c:pt idx="1322">
                  <c:v>164.31174009946392</c:v>
                </c:pt>
                <c:pt idx="1323">
                  <c:v>165.33092958099911</c:v>
                </c:pt>
                <c:pt idx="1324">
                  <c:v>163.00619545731504</c:v>
                </c:pt>
                <c:pt idx="1325">
                  <c:v>161.11486715901106</c:v>
                </c:pt>
                <c:pt idx="1326">
                  <c:v>159.44655381788701</c:v>
                </c:pt>
                <c:pt idx="1327">
                  <c:v>159.5070488466996</c:v>
                </c:pt>
                <c:pt idx="1328">
                  <c:v>159.8118985133886</c:v>
                </c:pt>
                <c:pt idx="1329">
                  <c:v>157.6584209187605</c:v>
                </c:pt>
                <c:pt idx="1330">
                  <c:v>157.67801242972382</c:v>
                </c:pt>
                <c:pt idx="1331">
                  <c:v>159.69532596759652</c:v>
                </c:pt>
                <c:pt idx="1332">
                  <c:v>162.74582149405842</c:v>
                </c:pt>
                <c:pt idx="1333">
                  <c:v>164.03051873595032</c:v>
                </c:pt>
                <c:pt idx="1334">
                  <c:v>166.82033224131388</c:v>
                </c:pt>
                <c:pt idx="1335">
                  <c:v>159.76802253825471</c:v>
                </c:pt>
                <c:pt idx="1336">
                  <c:v>162.35844262087804</c:v>
                </c:pt>
                <c:pt idx="1337">
                  <c:v>162.17798719438588</c:v>
                </c:pt>
                <c:pt idx="1338">
                  <c:v>162.25359173741961</c:v>
                </c:pt>
                <c:pt idx="1339">
                  <c:v>162.44924806502428</c:v>
                </c:pt>
                <c:pt idx="1340">
                  <c:v>161.9993111468724</c:v>
                </c:pt>
                <c:pt idx="1341">
                  <c:v>160.70826634131811</c:v>
                </c:pt>
                <c:pt idx="1342">
                  <c:v>163.16240466608824</c:v>
                </c:pt>
                <c:pt idx="1343">
                  <c:v>167.76095495416561</c:v>
                </c:pt>
                <c:pt idx="1344">
                  <c:v>168.57425801214896</c:v>
                </c:pt>
                <c:pt idx="1345">
                  <c:v>165.83371827768281</c:v>
                </c:pt>
                <c:pt idx="1346">
                  <c:v>167.01028283454355</c:v>
                </c:pt>
                <c:pt idx="1347">
                  <c:v>166.2844800234931</c:v>
                </c:pt>
                <c:pt idx="1348">
                  <c:v>170.46448561324164</c:v>
                </c:pt>
                <c:pt idx="1349">
                  <c:v>171.27290472709902</c:v>
                </c:pt>
                <c:pt idx="1350">
                  <c:v>170.99047840292806</c:v>
                </c:pt>
                <c:pt idx="1351">
                  <c:v>171.93833572759007</c:v>
                </c:pt>
                <c:pt idx="1352">
                  <c:v>173.3010991701255</c:v>
                </c:pt>
                <c:pt idx="1353">
                  <c:v>175.13756441525953</c:v>
                </c:pt>
                <c:pt idx="1354">
                  <c:v>174.58101001408636</c:v>
                </c:pt>
                <c:pt idx="1355">
                  <c:v>174.05898804243503</c:v>
                </c:pt>
                <c:pt idx="1356">
                  <c:v>174.81225472138973</c:v>
                </c:pt>
                <c:pt idx="1357">
                  <c:v>176.08819024257141</c:v>
                </c:pt>
                <c:pt idx="1358">
                  <c:v>176.18984266070294</c:v>
                </c:pt>
                <c:pt idx="1359">
                  <c:v>178.79680837480043</c:v>
                </c:pt>
                <c:pt idx="1360">
                  <c:v>175.306915889186</c:v>
                </c:pt>
                <c:pt idx="1361">
                  <c:v>180.60896207707449</c:v>
                </c:pt>
                <c:pt idx="1362">
                  <c:v>185.05010268324878</c:v>
                </c:pt>
                <c:pt idx="1363">
                  <c:v>183.83648365477922</c:v>
                </c:pt>
                <c:pt idx="1364">
                  <c:v>184.53364461719028</c:v>
                </c:pt>
                <c:pt idx="1365">
                  <c:v>185.86403140707409</c:v>
                </c:pt>
                <c:pt idx="1366">
                  <c:v>186.29281794079205</c:v>
                </c:pt>
                <c:pt idx="1367">
                  <c:v>185.69021972287058</c:v>
                </c:pt>
                <c:pt idx="1368">
                  <c:v>187.25797048677683</c:v>
                </c:pt>
                <c:pt idx="1369">
                  <c:v>194.37634006615141</c:v>
                </c:pt>
                <c:pt idx="1370">
                  <c:v>199.21341342795972</c:v>
                </c:pt>
                <c:pt idx="1371">
                  <c:v>196.42598854034182</c:v>
                </c:pt>
                <c:pt idx="1372">
                  <c:v>195.14424708177782</c:v>
                </c:pt>
                <c:pt idx="1373">
                  <c:v>201.63075063454451</c:v>
                </c:pt>
                <c:pt idx="1374">
                  <c:v>207.96907303066786</c:v>
                </c:pt>
                <c:pt idx="1375">
                  <c:v>207.84020811350086</c:v>
                </c:pt>
                <c:pt idx="1376">
                  <c:v>208.63086559078099</c:v>
                </c:pt>
                <c:pt idx="1377">
                  <c:v>208.42254985083079</c:v>
                </c:pt>
                <c:pt idx="1378">
                  <c:v>204.03817186636843</c:v>
                </c:pt>
                <c:pt idx="1379">
                  <c:v>200.58204256117602</c:v>
                </c:pt>
                <c:pt idx="1380">
                  <c:v>201.13714064757764</c:v>
                </c:pt>
                <c:pt idx="1381">
                  <c:v>205.74241727877711</c:v>
                </c:pt>
                <c:pt idx="1382">
                  <c:v>204.85677239208903</c:v>
                </c:pt>
                <c:pt idx="1383">
                  <c:v>204.98221496242519</c:v>
                </c:pt>
                <c:pt idx="1384">
                  <c:v>201.67173061539009</c:v>
                </c:pt>
                <c:pt idx="1385">
                  <c:v>200.75592666398717</c:v>
                </c:pt>
                <c:pt idx="1386">
                  <c:v>195.70649391313327</c:v>
                </c:pt>
                <c:pt idx="1387">
                  <c:v>190.93803647886367</c:v>
                </c:pt>
                <c:pt idx="1388">
                  <c:v>192.90653076490085</c:v>
                </c:pt>
                <c:pt idx="1389">
                  <c:v>198.99136299963098</c:v>
                </c:pt>
                <c:pt idx="1390">
                  <c:v>198.19867203634229</c:v>
                </c:pt>
                <c:pt idx="1391">
                  <c:v>196.39510694445508</c:v>
                </c:pt>
                <c:pt idx="1392">
                  <c:v>201.02298467069926</c:v>
                </c:pt>
                <c:pt idx="1393">
                  <c:v>199.89318637668578</c:v>
                </c:pt>
                <c:pt idx="1394">
                  <c:v>200.83341300114043</c:v>
                </c:pt>
                <c:pt idx="1395">
                  <c:v>202.25087693385521</c:v>
                </c:pt>
                <c:pt idx="1396">
                  <c:v>202.57899655424305</c:v>
                </c:pt>
                <c:pt idx="1397">
                  <c:v>201.8593208849048</c:v>
                </c:pt>
                <c:pt idx="1398">
                  <c:v>199.0666177748777</c:v>
                </c:pt>
                <c:pt idx="1399">
                  <c:v>196.18660881692705</c:v>
                </c:pt>
                <c:pt idx="1400">
                  <c:v>199.07290657210285</c:v>
                </c:pt>
                <c:pt idx="1401">
                  <c:v>198.17656154972292</c:v>
                </c:pt>
                <c:pt idx="1402">
                  <c:v>193.42554802933179</c:v>
                </c:pt>
                <c:pt idx="1403">
                  <c:v>193.73703358133051</c:v>
                </c:pt>
                <c:pt idx="1404">
                  <c:v>193.72508871715394</c:v>
                </c:pt>
                <c:pt idx="1405">
                  <c:v>188.04160419349154</c:v>
                </c:pt>
                <c:pt idx="1406">
                  <c:v>189.35513004693541</c:v>
                </c:pt>
                <c:pt idx="1407">
                  <c:v>194.95543120088016</c:v>
                </c:pt>
                <c:pt idx="1408">
                  <c:v>199.35617680379988</c:v>
                </c:pt>
                <c:pt idx="1409">
                  <c:v>199.23123129665939</c:v>
                </c:pt>
                <c:pt idx="1410">
                  <c:v>195.98434957415466</c:v>
                </c:pt>
                <c:pt idx="1411">
                  <c:v>196.24258958995287</c:v>
                </c:pt>
                <c:pt idx="1412">
                  <c:v>197.74366744836277</c:v>
                </c:pt>
                <c:pt idx="1413">
                  <c:v>201.44794897367854</c:v>
                </c:pt>
                <c:pt idx="1414">
                  <c:v>201.30188286475286</c:v>
                </c:pt>
                <c:pt idx="1415">
                  <c:v>202.34999951019785</c:v>
                </c:pt>
                <c:pt idx="1416">
                  <c:v>205.57535133274337</c:v>
                </c:pt>
                <c:pt idx="1417">
                  <c:v>203.91461052421059</c:v>
                </c:pt>
                <c:pt idx="1418">
                  <c:v>199.23421805404129</c:v>
                </c:pt>
                <c:pt idx="1419">
                  <c:v>203.305356288262</c:v>
                </c:pt>
                <c:pt idx="1420">
                  <c:v>204.09265049985157</c:v>
                </c:pt>
                <c:pt idx="1421">
                  <c:v>200.7180095414669</c:v>
                </c:pt>
                <c:pt idx="1422">
                  <c:v>196.43960290827502</c:v>
                </c:pt>
                <c:pt idx="1423">
                  <c:v>198.15268827195979</c:v>
                </c:pt>
                <c:pt idx="1424">
                  <c:v>202.12199268487493</c:v>
                </c:pt>
                <c:pt idx="1425">
                  <c:v>198.80002518343139</c:v>
                </c:pt>
                <c:pt idx="1426">
                  <c:v>199.76431062027612</c:v>
                </c:pt>
                <c:pt idx="1427">
                  <c:v>203.8921831361061</c:v>
                </c:pt>
                <c:pt idx="1428">
                  <c:v>204.53750289344208</c:v>
                </c:pt>
                <c:pt idx="1429">
                  <c:v>206.31639195816041</c:v>
                </c:pt>
                <c:pt idx="1430">
                  <c:v>206.53405721848574</c:v>
                </c:pt>
                <c:pt idx="1431">
                  <c:v>201.81060787566093</c:v>
                </c:pt>
                <c:pt idx="1432">
                  <c:v>195.568066072931</c:v>
                </c:pt>
                <c:pt idx="1433">
                  <c:v>199.54638744971015</c:v>
                </c:pt>
                <c:pt idx="1434">
                  <c:v>198.01887564356596</c:v>
                </c:pt>
                <c:pt idx="1435">
                  <c:v>195.71242207557924</c:v>
                </c:pt>
                <c:pt idx="1436">
                  <c:v>194.77814149183851</c:v>
                </c:pt>
                <c:pt idx="1437">
                  <c:v>193.20398619953022</c:v>
                </c:pt>
                <c:pt idx="1438">
                  <c:v>197.21026117218426</c:v>
                </c:pt>
                <c:pt idx="1439">
                  <c:v>197.46398946886529</c:v>
                </c:pt>
                <c:pt idx="1440">
                  <c:v>195.95272439510103</c:v>
                </c:pt>
                <c:pt idx="1441">
                  <c:v>195.62367469262523</c:v>
                </c:pt>
                <c:pt idx="1442">
                  <c:v>197.03860371707731</c:v>
                </c:pt>
                <c:pt idx="1443">
                  <c:v>200.7138833965555</c:v>
                </c:pt>
                <c:pt idx="1444">
                  <c:v>201.33045182474049</c:v>
                </c:pt>
                <c:pt idx="1445">
                  <c:v>202.2684672427996</c:v>
                </c:pt>
                <c:pt idx="1446">
                  <c:v>200.88002211489635</c:v>
                </c:pt>
                <c:pt idx="1447">
                  <c:v>198.98158290571084</c:v>
                </c:pt>
                <c:pt idx="1448">
                  <c:v>197.10429152509178</c:v>
                </c:pt>
                <c:pt idx="1449">
                  <c:v>198.34357799587394</c:v>
                </c:pt>
                <c:pt idx="1450">
                  <c:v>200.87682773563236</c:v>
                </c:pt>
                <c:pt idx="1451">
                  <c:v>201.25502257181233</c:v>
                </c:pt>
                <c:pt idx="1452">
                  <c:v>200.16006617796833</c:v>
                </c:pt>
                <c:pt idx="1453">
                  <c:v>202.04784670806819</c:v>
                </c:pt>
                <c:pt idx="1454">
                  <c:v>202.70201990015991</c:v>
                </c:pt>
                <c:pt idx="1455">
                  <c:v>204.89557859176253</c:v>
                </c:pt>
                <c:pt idx="1456">
                  <c:v>208.49333625161393</c:v>
                </c:pt>
                <c:pt idx="1457">
                  <c:v>210.5540219152401</c:v>
                </c:pt>
                <c:pt idx="1458">
                  <c:v>210.49385874367067</c:v>
                </c:pt>
                <c:pt idx="1459">
                  <c:v>210.81746949534133</c:v>
                </c:pt>
                <c:pt idx="1460">
                  <c:v>207.97723854495715</c:v>
                </c:pt>
                <c:pt idx="1461">
                  <c:v>208.60360126661911</c:v>
                </c:pt>
                <c:pt idx="1462">
                  <c:v>208.93796599570172</c:v>
                </c:pt>
                <c:pt idx="1463">
                  <c:v>211.88355575460739</c:v>
                </c:pt>
                <c:pt idx="1464">
                  <c:v>214.33313168371291</c:v>
                </c:pt>
                <c:pt idx="1465">
                  <c:v>215.23333461388032</c:v>
                </c:pt>
                <c:pt idx="1466">
                  <c:v>218.51206946147909</c:v>
                </c:pt>
                <c:pt idx="1467">
                  <c:v>218.64646579215616</c:v>
                </c:pt>
                <c:pt idx="1468">
                  <c:v>218.87785976286187</c:v>
                </c:pt>
                <c:pt idx="1469">
                  <c:v>219.14504798143849</c:v>
                </c:pt>
                <c:pt idx="1470">
                  <c:v>219.31851277261586</c:v>
                </c:pt>
                <c:pt idx="1471">
                  <c:v>216.83291488443217</c:v>
                </c:pt>
                <c:pt idx="1472">
                  <c:v>216.21029757190112</c:v>
                </c:pt>
                <c:pt idx="1473">
                  <c:v>217.46872062998571</c:v>
                </c:pt>
                <c:pt idx="1474">
                  <c:v>214.74193475356734</c:v>
                </c:pt>
                <c:pt idx="1475">
                  <c:v>221.15030386567105</c:v>
                </c:pt>
                <c:pt idx="1476">
                  <c:v>222.55928720506051</c:v>
                </c:pt>
                <c:pt idx="1477">
                  <c:v>221.40780518420507</c:v>
                </c:pt>
                <c:pt idx="1478">
                  <c:v>220.73348931054392</c:v>
                </c:pt>
                <c:pt idx="1479">
                  <c:v>221.73709457908021</c:v>
                </c:pt>
                <c:pt idx="1480">
                  <c:v>220.33924538535314</c:v>
                </c:pt>
                <c:pt idx="1481">
                  <c:v>220.37609128596787</c:v>
                </c:pt>
                <c:pt idx="1482">
                  <c:v>219.94039800756485</c:v>
                </c:pt>
                <c:pt idx="1483">
                  <c:v>217.84376175410617</c:v>
                </c:pt>
                <c:pt idx="1484">
                  <c:v>217.27901824240138</c:v>
                </c:pt>
                <c:pt idx="1485">
                  <c:v>217.52107973345818</c:v>
                </c:pt>
                <c:pt idx="1486">
                  <c:v>217.01916330576995</c:v>
                </c:pt>
                <c:pt idx="1487">
                  <c:v>216.55433565021016</c:v>
                </c:pt>
                <c:pt idx="1488">
                  <c:v>215.78650492738313</c:v>
                </c:pt>
                <c:pt idx="1489">
                  <c:v>222.37005546748196</c:v>
                </c:pt>
                <c:pt idx="1490">
                  <c:v>225.39396599661424</c:v>
                </c:pt>
                <c:pt idx="1491">
                  <c:v>222.67133757505735</c:v>
                </c:pt>
                <c:pt idx="1492">
                  <c:v>221.14447932455607</c:v>
                </c:pt>
                <c:pt idx="1493">
                  <c:v>220.8526529414217</c:v>
                </c:pt>
                <c:pt idx="1494">
                  <c:v>226.32137077390459</c:v>
                </c:pt>
                <c:pt idx="1495">
                  <c:v>227.0124149944578</c:v>
                </c:pt>
                <c:pt idx="1496">
                  <c:v>227.2660308111312</c:v>
                </c:pt>
                <c:pt idx="1497">
                  <c:v>227.03030819631559</c:v>
                </c:pt>
                <c:pt idx="1498">
                  <c:v>227.4400496607249</c:v>
                </c:pt>
                <c:pt idx="1499">
                  <c:v>231.08246879152281</c:v>
                </c:pt>
                <c:pt idx="1500">
                  <c:v>233.98472125484415</c:v>
                </c:pt>
                <c:pt idx="1501">
                  <c:v>237.08408750250521</c:v>
                </c:pt>
                <c:pt idx="1502">
                  <c:v>236.11395550210452</c:v>
                </c:pt>
                <c:pt idx="1503">
                  <c:v>237.52919111165338</c:v>
                </c:pt>
                <c:pt idx="1504">
                  <c:v>238.47285653138624</c:v>
                </c:pt>
                <c:pt idx="1505">
                  <c:v>239.40145626828127</c:v>
                </c:pt>
                <c:pt idx="1506">
                  <c:v>240.9581485454238</c:v>
                </c:pt>
                <c:pt idx="1507">
                  <c:v>240.4923683485259</c:v>
                </c:pt>
                <c:pt idx="1508">
                  <c:v>245.34081913323365</c:v>
                </c:pt>
                <c:pt idx="1509">
                  <c:v>248.58876956342769</c:v>
                </c:pt>
                <c:pt idx="1510">
                  <c:v>247.82160010156034</c:v>
                </c:pt>
                <c:pt idx="1511">
                  <c:v>254.18716684117976</c:v>
                </c:pt>
                <c:pt idx="1512">
                  <c:v>254.43618346980898</c:v>
                </c:pt>
                <c:pt idx="1513">
                  <c:v>253.26034537396993</c:v>
                </c:pt>
                <c:pt idx="1514">
                  <c:v>258.1005029742438</c:v>
                </c:pt>
                <c:pt idx="1515">
                  <c:v>257.96266069609482</c:v>
                </c:pt>
                <c:pt idx="1516">
                  <c:v>259.27044497199375</c:v>
                </c:pt>
                <c:pt idx="1517">
                  <c:v>262.28149561729259</c:v>
                </c:pt>
                <c:pt idx="1518">
                  <c:v>264.23909406035659</c:v>
                </c:pt>
                <c:pt idx="1519">
                  <c:v>268.65308493693686</c:v>
                </c:pt>
                <c:pt idx="1520">
                  <c:v>270.28683480683986</c:v>
                </c:pt>
                <c:pt idx="1521">
                  <c:v>274.34525849978547</c:v>
                </c:pt>
                <c:pt idx="1522">
                  <c:v>269.56069220635828</c:v>
                </c:pt>
                <c:pt idx="1523">
                  <c:v>266.10920096967868</c:v>
                </c:pt>
                <c:pt idx="1524">
                  <c:v>266.92798565184904</c:v>
                </c:pt>
                <c:pt idx="1525">
                  <c:v>269.43832346583974</c:v>
                </c:pt>
                <c:pt idx="1526">
                  <c:v>272.00232759992525</c:v>
                </c:pt>
                <c:pt idx="1527">
                  <c:v>276.75676069267087</c:v>
                </c:pt>
                <c:pt idx="1528">
                  <c:v>275.9471898821356</c:v>
                </c:pt>
                <c:pt idx="1529">
                  <c:v>274.13216431269484</c:v>
                </c:pt>
                <c:pt idx="1530">
                  <c:v>278.92318824009618</c:v>
                </c:pt>
                <c:pt idx="1531">
                  <c:v>282.23646152136592</c:v>
                </c:pt>
                <c:pt idx="1532">
                  <c:v>284.55730529577761</c:v>
                </c:pt>
                <c:pt idx="1533">
                  <c:v>276.49800243742169</c:v>
                </c:pt>
                <c:pt idx="1534">
                  <c:v>269.97004527805893</c:v>
                </c:pt>
                <c:pt idx="1535">
                  <c:v>268.91796982030229</c:v>
                </c:pt>
                <c:pt idx="1536">
                  <c:v>266.60991327721155</c:v>
                </c:pt>
                <c:pt idx="1537">
                  <c:v>264.69362608241994</c:v>
                </c:pt>
                <c:pt idx="1538">
                  <c:v>267.40091912718452</c:v>
                </c:pt>
                <c:pt idx="1539">
                  <c:v>269.53925418288514</c:v>
                </c:pt>
                <c:pt idx="1540">
                  <c:v>265.63545824723388</c:v>
                </c:pt>
                <c:pt idx="1541">
                  <c:v>269.55562851718935</c:v>
                </c:pt>
                <c:pt idx="1542">
                  <c:v>274.33795195607314</c:v>
                </c:pt>
                <c:pt idx="1543">
                  <c:v>265.12816419199646</c:v>
                </c:pt>
                <c:pt idx="1544">
                  <c:v>261.57523320196532</c:v>
                </c:pt>
                <c:pt idx="1545">
                  <c:v>264.29059250620122</c:v>
                </c:pt>
                <c:pt idx="1546">
                  <c:v>268.27693940653097</c:v>
                </c:pt>
                <c:pt idx="1547">
                  <c:v>272.34807410682566</c:v>
                </c:pt>
                <c:pt idx="1548">
                  <c:v>278.34918573841242</c:v>
                </c:pt>
                <c:pt idx="1549">
                  <c:v>277.4803251791584</c:v>
                </c:pt>
                <c:pt idx="1550">
                  <c:v>271.49167186153545</c:v>
                </c:pt>
                <c:pt idx="1551">
                  <c:v>267.49677476457276</c:v>
                </c:pt>
                <c:pt idx="1552">
                  <c:v>264.56268525826039</c:v>
                </c:pt>
                <c:pt idx="1553">
                  <c:v>263.72717368750307</c:v>
                </c:pt>
                <c:pt idx="1554">
                  <c:v>260.03800322729654</c:v>
                </c:pt>
                <c:pt idx="1555">
                  <c:v>266.1852774591847</c:v>
                </c:pt>
                <c:pt idx="1556">
                  <c:v>265.93260417651135</c:v>
                </c:pt>
                <c:pt idx="1557">
                  <c:v>266.61980243103676</c:v>
                </c:pt>
                <c:pt idx="1558">
                  <c:v>267.81089839835749</c:v>
                </c:pt>
                <c:pt idx="1559">
                  <c:v>272.88234822810369</c:v>
                </c:pt>
                <c:pt idx="1560">
                  <c:v>273.83991073135797</c:v>
                </c:pt>
                <c:pt idx="1561">
                  <c:v>272.22638671532434</c:v>
                </c:pt>
                <c:pt idx="1562">
                  <c:v>270.03988012013906</c:v>
                </c:pt>
                <c:pt idx="1563">
                  <c:v>275.74147651602368</c:v>
                </c:pt>
                <c:pt idx="1564">
                  <c:v>278.58729571355798</c:v>
                </c:pt>
                <c:pt idx="1565">
                  <c:v>274.43048717919379</c:v>
                </c:pt>
                <c:pt idx="1566">
                  <c:v>269.57556020829003</c:v>
                </c:pt>
                <c:pt idx="1567">
                  <c:v>269.33240237704626</c:v>
                </c:pt>
                <c:pt idx="1568">
                  <c:v>265.59900248193281</c:v>
                </c:pt>
                <c:pt idx="1569">
                  <c:v>268.13602223180493</c:v>
                </c:pt>
                <c:pt idx="1570">
                  <c:v>262.86373058993001</c:v>
                </c:pt>
                <c:pt idx="1571">
                  <c:v>262.45837521148212</c:v>
                </c:pt>
                <c:pt idx="1572">
                  <c:v>263.76928010366981</c:v>
                </c:pt>
                <c:pt idx="1573">
                  <c:v>272.48014445299003</c:v>
                </c:pt>
                <c:pt idx="1574">
                  <c:v>270.19493187728131</c:v>
                </c:pt>
                <c:pt idx="1575">
                  <c:v>261.80246522315514</c:v>
                </c:pt>
                <c:pt idx="1576">
                  <c:v>264.55691547009451</c:v>
                </c:pt>
                <c:pt idx="1577">
                  <c:v>269.27876922979112</c:v>
                </c:pt>
                <c:pt idx="1578">
                  <c:v>269.09127022327658</c:v>
                </c:pt>
                <c:pt idx="1579">
                  <c:v>268.26022742568819</c:v>
                </c:pt>
                <c:pt idx="1580">
                  <c:v>269.08837999925271</c:v>
                </c:pt>
                <c:pt idx="1581">
                  <c:v>268.8386608911357</c:v>
                </c:pt>
                <c:pt idx="1582">
                  <c:v>266.11807177051742</c:v>
                </c:pt>
                <c:pt idx="1583">
                  <c:v>268.01756605330166</c:v>
                </c:pt>
                <c:pt idx="1584">
                  <c:v>271.91525898179623</c:v>
                </c:pt>
                <c:pt idx="1585">
                  <c:v>267.14317005810426</c:v>
                </c:pt>
                <c:pt idx="1586">
                  <c:v>276.54773403381682</c:v>
                </c:pt>
                <c:pt idx="1587">
                  <c:v>282.07021789040937</c:v>
                </c:pt>
                <c:pt idx="1588">
                  <c:v>284.01932983979492</c:v>
                </c:pt>
                <c:pt idx="1589">
                  <c:v>286.78038485670362</c:v>
                </c:pt>
                <c:pt idx="1590">
                  <c:v>286.15871758170778</c:v>
                </c:pt>
                <c:pt idx="1591">
                  <c:v>289.03079796282196</c:v>
                </c:pt>
                <c:pt idx="1592">
                  <c:v>289.34667820778378</c:v>
                </c:pt>
                <c:pt idx="1593">
                  <c:v>297.55845434751279</c:v>
                </c:pt>
                <c:pt idx="1594">
                  <c:v>298.39142456965959</c:v>
                </c:pt>
                <c:pt idx="1595">
                  <c:v>292.96403279807708</c:v>
                </c:pt>
                <c:pt idx="1596">
                  <c:v>288.58142597722173</c:v>
                </c:pt>
                <c:pt idx="1597">
                  <c:v>290.14356781579835</c:v>
                </c:pt>
                <c:pt idx="1598">
                  <c:v>291.20695976024444</c:v>
                </c:pt>
                <c:pt idx="1599">
                  <c:v>295.1236389527528</c:v>
                </c:pt>
                <c:pt idx="1600">
                  <c:v>294.85949809499652</c:v>
                </c:pt>
                <c:pt idx="1601">
                  <c:v>295.12387563064271</c:v>
                </c:pt>
                <c:pt idx="1602">
                  <c:v>296.07998708699125</c:v>
                </c:pt>
                <c:pt idx="1603">
                  <c:v>295.91298534162161</c:v>
                </c:pt>
                <c:pt idx="1604">
                  <c:v>289.31965197114488</c:v>
                </c:pt>
                <c:pt idx="1605">
                  <c:v>282.46868010024451</c:v>
                </c:pt>
                <c:pt idx="1606">
                  <c:v>278.64778262481366</c:v>
                </c:pt>
                <c:pt idx="1607">
                  <c:v>273.39576879897731</c:v>
                </c:pt>
                <c:pt idx="1608">
                  <c:v>263.8886103702867</c:v>
                </c:pt>
                <c:pt idx="1609">
                  <c:v>251.68063837123375</c:v>
                </c:pt>
                <c:pt idx="1610">
                  <c:v>255.2651555795938</c:v>
                </c:pt>
                <c:pt idx="1611">
                  <c:v>262.54296612872309</c:v>
                </c:pt>
                <c:pt idx="1612">
                  <c:v>268.23432913464416</c:v>
                </c:pt>
                <c:pt idx="1613">
                  <c:v>270.29524710558525</c:v>
                </c:pt>
                <c:pt idx="1614">
                  <c:v>264.68364759504107</c:v>
                </c:pt>
                <c:pt idx="1615">
                  <c:v>265.33412081873939</c:v>
                </c:pt>
                <c:pt idx="1616">
                  <c:v>261.22525656193642</c:v>
                </c:pt>
                <c:pt idx="1617">
                  <c:v>264.26638280479386</c:v>
                </c:pt>
                <c:pt idx="1618">
                  <c:v>266.55197028736501</c:v>
                </c:pt>
                <c:pt idx="1619">
                  <c:v>257.8539085646064</c:v>
                </c:pt>
                <c:pt idx="1620">
                  <c:v>253.44605839106742</c:v>
                </c:pt>
                <c:pt idx="1621">
                  <c:v>260.79865724778682</c:v>
                </c:pt>
                <c:pt idx="1622">
                  <c:v>261.97377679412205</c:v>
                </c:pt>
                <c:pt idx="1623">
                  <c:v>260.69244040554463</c:v>
                </c:pt>
                <c:pt idx="1624">
                  <c:v>260.12503841480378</c:v>
                </c:pt>
                <c:pt idx="1625">
                  <c:v>260.0416821714706</c:v>
                </c:pt>
                <c:pt idx="1626">
                  <c:v>257.60212166070352</c:v>
                </c:pt>
                <c:pt idx="1627">
                  <c:v>258.37744522534314</c:v>
                </c:pt>
                <c:pt idx="1628">
                  <c:v>244.43239760626466</c:v>
                </c:pt>
                <c:pt idx="1629">
                  <c:v>251.32126539274662</c:v>
                </c:pt>
                <c:pt idx="1630">
                  <c:v>251.68893601940425</c:v>
                </c:pt>
                <c:pt idx="1631">
                  <c:v>254.78133497096263</c:v>
                </c:pt>
                <c:pt idx="1632">
                  <c:v>253.74939393339719</c:v>
                </c:pt>
                <c:pt idx="1633">
                  <c:v>250.80563214218171</c:v>
                </c:pt>
                <c:pt idx="1634">
                  <c:v>257.70411111094734</c:v>
                </c:pt>
                <c:pt idx="1635">
                  <c:v>260.61889367368849</c:v>
                </c:pt>
                <c:pt idx="1636">
                  <c:v>262.84711275588597</c:v>
                </c:pt>
                <c:pt idx="1637">
                  <c:v>261.3744841994706</c:v>
                </c:pt>
                <c:pt idx="1638">
                  <c:v>265.79669777710018</c:v>
                </c:pt>
                <c:pt idx="1639">
                  <c:v>259.34326201434737</c:v>
                </c:pt>
                <c:pt idx="1640">
                  <c:v>264.49480227275967</c:v>
                </c:pt>
                <c:pt idx="1641">
                  <c:v>265.4385062263691</c:v>
                </c:pt>
                <c:pt idx="1642">
                  <c:v>266.90410212775362</c:v>
                </c:pt>
                <c:pt idx="1643">
                  <c:v>267.66760444212309</c:v>
                </c:pt>
                <c:pt idx="1644">
                  <c:v>270.34935989032698</c:v>
                </c:pt>
                <c:pt idx="1645">
                  <c:v>268.22116161100223</c:v>
                </c:pt>
                <c:pt idx="1646">
                  <c:v>267.00813595921647</c:v>
                </c:pt>
                <c:pt idx="1647">
                  <c:v>268.90353256395446</c:v>
                </c:pt>
                <c:pt idx="1648">
                  <c:v>271.99520620261643</c:v>
                </c:pt>
                <c:pt idx="1649">
                  <c:v>270.76324276392694</c:v>
                </c:pt>
                <c:pt idx="1650">
                  <c:v>270.95857438326976</c:v>
                </c:pt>
                <c:pt idx="1651">
                  <c:v>271.70039760705004</c:v>
                </c:pt>
                <c:pt idx="1652">
                  <c:v>268.1672820204476</c:v>
                </c:pt>
                <c:pt idx="1653">
                  <c:v>264.11297116174353</c:v>
                </c:pt>
                <c:pt idx="1654">
                  <c:v>263.97412647134547</c:v>
                </c:pt>
                <c:pt idx="1655">
                  <c:v>259.6336462063976</c:v>
                </c:pt>
                <c:pt idx="1656">
                  <c:v>255.28750209987246</c:v>
                </c:pt>
                <c:pt idx="1657">
                  <c:v>254.7288537687219</c:v>
                </c:pt>
                <c:pt idx="1658">
                  <c:v>242.57880896414454</c:v>
                </c:pt>
                <c:pt idx="1659">
                  <c:v>241.85364004783457</c:v>
                </c:pt>
                <c:pt idx="1660">
                  <c:v>240.10808325721808</c:v>
                </c:pt>
                <c:pt idx="1661">
                  <c:v>233.80099033821452</c:v>
                </c:pt>
                <c:pt idx="1662">
                  <c:v>235.0455725082976</c:v>
                </c:pt>
                <c:pt idx="1663">
                  <c:v>232.98779307664827</c:v>
                </c:pt>
                <c:pt idx="1664">
                  <c:v>235.4235512445984</c:v>
                </c:pt>
                <c:pt idx="1665">
                  <c:v>233.85746682227844</c:v>
                </c:pt>
                <c:pt idx="1666">
                  <c:v>230.24969269388382</c:v>
                </c:pt>
                <c:pt idx="1667">
                  <c:v>227.55726421303231</c:v>
                </c:pt>
                <c:pt idx="1668">
                  <c:v>233.47750215681475</c:v>
                </c:pt>
                <c:pt idx="1669">
                  <c:v>226.22432163116275</c:v>
                </c:pt>
                <c:pt idx="1670">
                  <c:v>222.31463512341509</c:v>
                </c:pt>
                <c:pt idx="1671">
                  <c:v>219.81506984108537</c:v>
                </c:pt>
                <c:pt idx="1672">
                  <c:v>216.76362272550676</c:v>
                </c:pt>
                <c:pt idx="1673">
                  <c:v>216.45065191415699</c:v>
                </c:pt>
                <c:pt idx="1674">
                  <c:v>214.83338290515954</c:v>
                </c:pt>
                <c:pt idx="1675">
                  <c:v>219.94637394560851</c:v>
                </c:pt>
                <c:pt idx="1676">
                  <c:v>219.1436301312977</c:v>
                </c:pt>
                <c:pt idx="1677">
                  <c:v>206.230498067642</c:v>
                </c:pt>
                <c:pt idx="1678">
                  <c:v>211.82183698095008</c:v>
                </c:pt>
                <c:pt idx="1679">
                  <c:v>207.70782534363846</c:v>
                </c:pt>
                <c:pt idx="1680">
                  <c:v>200.99439701942566</c:v>
                </c:pt>
                <c:pt idx="1681">
                  <c:v>203.37108918301209</c:v>
                </c:pt>
                <c:pt idx="1682">
                  <c:v>208.44492284988371</c:v>
                </c:pt>
                <c:pt idx="1683">
                  <c:v>216.53554001974211</c:v>
                </c:pt>
                <c:pt idx="1684">
                  <c:v>215.98152844571959</c:v>
                </c:pt>
                <c:pt idx="1685">
                  <c:v>213.23608178811688</c:v>
                </c:pt>
                <c:pt idx="1686">
                  <c:v>217.01824076795953</c:v>
                </c:pt>
                <c:pt idx="1687">
                  <c:v>217.79872846285741</c:v>
                </c:pt>
                <c:pt idx="1688">
                  <c:v>216.9843094822119</c:v>
                </c:pt>
                <c:pt idx="1689">
                  <c:v>213.4351412653954</c:v>
                </c:pt>
                <c:pt idx="1690">
                  <c:v>214.30754435283612</c:v>
                </c:pt>
                <c:pt idx="1691">
                  <c:v>216.23983203988274</c:v>
                </c:pt>
                <c:pt idx="1692">
                  <c:v>211.39304624829703</c:v>
                </c:pt>
                <c:pt idx="1693">
                  <c:v>201.89644043893026</c:v>
                </c:pt>
                <c:pt idx="1694">
                  <c:v>202.54329297253886</c:v>
                </c:pt>
                <c:pt idx="1695">
                  <c:v>201.33140947989281</c:v>
                </c:pt>
                <c:pt idx="1696">
                  <c:v>196.4106186110308</c:v>
                </c:pt>
                <c:pt idx="1697">
                  <c:v>193.48369084901552</c:v>
                </c:pt>
                <c:pt idx="1698">
                  <c:v>195.17552278869769</c:v>
                </c:pt>
                <c:pt idx="1699">
                  <c:v>201.29106564117905</c:v>
                </c:pt>
                <c:pt idx="1700">
                  <c:v>198.63961740057559</c:v>
                </c:pt>
                <c:pt idx="1701">
                  <c:v>202.39591552953698</c:v>
                </c:pt>
                <c:pt idx="1702">
                  <c:v>200.42523867355624</c:v>
                </c:pt>
                <c:pt idx="1703">
                  <c:v>204.6337209949908</c:v>
                </c:pt>
                <c:pt idx="1704">
                  <c:v>204.74569674801958</c:v>
                </c:pt>
                <c:pt idx="1705">
                  <c:v>201.47855458558669</c:v>
                </c:pt>
                <c:pt idx="1706">
                  <c:v>199.34253699318074</c:v>
                </c:pt>
                <c:pt idx="1707">
                  <c:v>200.53825465610188</c:v>
                </c:pt>
                <c:pt idx="1708">
                  <c:v>199.29776396034842</c:v>
                </c:pt>
                <c:pt idx="1709">
                  <c:v>197.93819583522458</c:v>
                </c:pt>
                <c:pt idx="1710">
                  <c:v>199.53300496939391</c:v>
                </c:pt>
                <c:pt idx="1711">
                  <c:v>201.66187401174722</c:v>
                </c:pt>
                <c:pt idx="1712">
                  <c:v>201.4704747735137</c:v>
                </c:pt>
                <c:pt idx="1713">
                  <c:v>194.87452709639788</c:v>
                </c:pt>
                <c:pt idx="1714">
                  <c:v>192.06277756393575</c:v>
                </c:pt>
                <c:pt idx="1715">
                  <c:v>191.20787623823844</c:v>
                </c:pt>
                <c:pt idx="1716">
                  <c:v>187.68336193000383</c:v>
                </c:pt>
                <c:pt idx="1717">
                  <c:v>187.4105756024201</c:v>
                </c:pt>
                <c:pt idx="1718">
                  <c:v>193.32000832819617</c:v>
                </c:pt>
                <c:pt idx="1719">
                  <c:v>198.9122163666689</c:v>
                </c:pt>
                <c:pt idx="1720">
                  <c:v>200.29492326976293</c:v>
                </c:pt>
                <c:pt idx="1721">
                  <c:v>199.2250151797414</c:v>
                </c:pt>
                <c:pt idx="1722">
                  <c:v>199.71664108514028</c:v>
                </c:pt>
                <c:pt idx="1723">
                  <c:v>194.20558103119922</c:v>
                </c:pt>
                <c:pt idx="1724">
                  <c:v>197.21154069656501</c:v>
                </c:pt>
                <c:pt idx="1725">
                  <c:v>203.14914162990607</c:v>
                </c:pt>
                <c:pt idx="1726">
                  <c:v>207.45710631453079</c:v>
                </c:pt>
                <c:pt idx="1727">
                  <c:v>208.59908825412455</c:v>
                </c:pt>
                <c:pt idx="1728">
                  <c:v>208.68263775263455</c:v>
                </c:pt>
                <c:pt idx="1729">
                  <c:v>210.8741386957922</c:v>
                </c:pt>
                <c:pt idx="1730">
                  <c:v>211.61865454476575</c:v>
                </c:pt>
                <c:pt idx="1731">
                  <c:v>214.1223984566661</c:v>
                </c:pt>
                <c:pt idx="1732">
                  <c:v>212.83585055963647</c:v>
                </c:pt>
                <c:pt idx="1733">
                  <c:v>211.14231754192244</c:v>
                </c:pt>
                <c:pt idx="1734">
                  <c:v>211.92830470060969</c:v>
                </c:pt>
                <c:pt idx="1735">
                  <c:v>212.09211251093441</c:v>
                </c:pt>
                <c:pt idx="1736">
                  <c:v>215.28216067806864</c:v>
                </c:pt>
                <c:pt idx="1737">
                  <c:v>208.59952672203494</c:v>
                </c:pt>
                <c:pt idx="1738">
                  <c:v>204.86099486278778</c:v>
                </c:pt>
                <c:pt idx="1739">
                  <c:v>204.41757840893723</c:v>
                </c:pt>
                <c:pt idx="1740">
                  <c:v>202.44085443595836</c:v>
                </c:pt>
                <c:pt idx="1741">
                  <c:v>202.92821661002839</c:v>
                </c:pt>
                <c:pt idx="1742">
                  <c:v>195.32373286488621</c:v>
                </c:pt>
                <c:pt idx="1743">
                  <c:v>201.40128286533488</c:v>
                </c:pt>
                <c:pt idx="1744">
                  <c:v>198.22497299016135</c:v>
                </c:pt>
                <c:pt idx="1745">
                  <c:v>196.53619092444717</c:v>
                </c:pt>
                <c:pt idx="1746">
                  <c:v>197.17936885177093</c:v>
                </c:pt>
                <c:pt idx="1747">
                  <c:v>196.82110091286006</c:v>
                </c:pt>
                <c:pt idx="1748">
                  <c:v>199.35598007785779</c:v>
                </c:pt>
                <c:pt idx="1749">
                  <c:v>203.85646235573751</c:v>
                </c:pt>
                <c:pt idx="1750">
                  <c:v>206.63746287519655</c:v>
                </c:pt>
                <c:pt idx="1751">
                  <c:v>208.13858438048544</c:v>
                </c:pt>
                <c:pt idx="1752">
                  <c:v>199.82550689412514</c:v>
                </c:pt>
                <c:pt idx="1753">
                  <c:v>196.96305945730654</c:v>
                </c:pt>
                <c:pt idx="1754">
                  <c:v>189.10468851594197</c:v>
                </c:pt>
                <c:pt idx="1755">
                  <c:v>190.20197225378465</c:v>
                </c:pt>
                <c:pt idx="1756">
                  <c:v>191.66578693093641</c:v>
                </c:pt>
                <c:pt idx="1757">
                  <c:v>189.82468686681355</c:v>
                </c:pt>
                <c:pt idx="1758">
                  <c:v>187.51442683382712</c:v>
                </c:pt>
                <c:pt idx="1759">
                  <c:v>185.74065416667696</c:v>
                </c:pt>
                <c:pt idx="1760">
                  <c:v>185.28940309464105</c:v>
                </c:pt>
                <c:pt idx="1761">
                  <c:v>187.56101921032402</c:v>
                </c:pt>
                <c:pt idx="1762">
                  <c:v>186.78897896315931</c:v>
                </c:pt>
                <c:pt idx="1763">
                  <c:v>185.15756706663461</c:v>
                </c:pt>
                <c:pt idx="1764">
                  <c:v>186.9872357008019</c:v>
                </c:pt>
                <c:pt idx="1765">
                  <c:v>184.81102914584076</c:v>
                </c:pt>
                <c:pt idx="1766">
                  <c:v>190.85550923860609</c:v>
                </c:pt>
                <c:pt idx="1767">
                  <c:v>193.19379632186076</c:v>
                </c:pt>
                <c:pt idx="1768">
                  <c:v>190.22432232382911</c:v>
                </c:pt>
                <c:pt idx="1769">
                  <c:v>192.24086365864341</c:v>
                </c:pt>
                <c:pt idx="1770">
                  <c:v>190.32423566889372</c:v>
                </c:pt>
                <c:pt idx="1771">
                  <c:v>188.66159206562224</c:v>
                </c:pt>
                <c:pt idx="1772">
                  <c:v>191.76506258885476</c:v>
                </c:pt>
                <c:pt idx="1773">
                  <c:v>192.1719340120741</c:v>
                </c:pt>
                <c:pt idx="1774">
                  <c:v>194.62001882345953</c:v>
                </c:pt>
                <c:pt idx="1775">
                  <c:v>192.52737743276296</c:v>
                </c:pt>
                <c:pt idx="1776">
                  <c:v>193.13125266542482</c:v>
                </c:pt>
                <c:pt idx="1777">
                  <c:v>193.27933174766531</c:v>
                </c:pt>
                <c:pt idx="1778">
                  <c:v>194.6254073175626</c:v>
                </c:pt>
                <c:pt idx="1779">
                  <c:v>196.14653514107815</c:v>
                </c:pt>
                <c:pt idx="1780">
                  <c:v>196.00269767549818</c:v>
                </c:pt>
                <c:pt idx="1781">
                  <c:v>197.05790486768981</c:v>
                </c:pt>
                <c:pt idx="1782">
                  <c:v>198.98026928024373</c:v>
                </c:pt>
                <c:pt idx="1783">
                  <c:v>196.35755751728675</c:v>
                </c:pt>
                <c:pt idx="1784">
                  <c:v>196.49828285850899</c:v>
                </c:pt>
                <c:pt idx="1785">
                  <c:v>197.58898177853141</c:v>
                </c:pt>
                <c:pt idx="1786">
                  <c:v>198.56789726627269</c:v>
                </c:pt>
                <c:pt idx="1787">
                  <c:v>197.09415425669147</c:v>
                </c:pt>
                <c:pt idx="1788">
                  <c:v>207.37928399752326</c:v>
                </c:pt>
                <c:pt idx="1789">
                  <c:v>207.67663560012065</c:v>
                </c:pt>
                <c:pt idx="1790">
                  <c:v>208.12599589424107</c:v>
                </c:pt>
                <c:pt idx="1791">
                  <c:v>205.4959764103981</c:v>
                </c:pt>
                <c:pt idx="1792">
                  <c:v>205.25077754903771</c:v>
                </c:pt>
                <c:pt idx="1793">
                  <c:v>201.88368171111017</c:v>
                </c:pt>
                <c:pt idx="1794">
                  <c:v>203.52154001601389</c:v>
                </c:pt>
                <c:pt idx="1795">
                  <c:v>203.13131653110517</c:v>
                </c:pt>
                <c:pt idx="1796">
                  <c:v>208.47112393813563</c:v>
                </c:pt>
                <c:pt idx="1797">
                  <c:v>209.54841108577648</c:v>
                </c:pt>
                <c:pt idx="1798">
                  <c:v>209.53492714697359</c:v>
                </c:pt>
                <c:pt idx="1799">
                  <c:v>209.89264104160196</c:v>
                </c:pt>
                <c:pt idx="1800">
                  <c:v>210.50759104480863</c:v>
                </c:pt>
                <c:pt idx="1801">
                  <c:v>216.73975979036135</c:v>
                </c:pt>
                <c:pt idx="1802">
                  <c:v>216.19442067521052</c:v>
                </c:pt>
                <c:pt idx="1803">
                  <c:v>213.99969207493808</c:v>
                </c:pt>
                <c:pt idx="1804">
                  <c:v>209.11265536731153</c:v>
                </c:pt>
                <c:pt idx="1805">
                  <c:v>206.70367331131089</c:v>
                </c:pt>
                <c:pt idx="1806">
                  <c:v>206.84857930150019</c:v>
                </c:pt>
                <c:pt idx="1807">
                  <c:v>200.53030819062258</c:v>
                </c:pt>
                <c:pt idx="1808">
                  <c:v>198.67224959728969</c:v>
                </c:pt>
                <c:pt idx="1809">
                  <c:v>200.72504633826605</c:v>
                </c:pt>
                <c:pt idx="1810">
                  <c:v>203.51815079915332</c:v>
                </c:pt>
                <c:pt idx="1811">
                  <c:v>199.31508600305415</c:v>
                </c:pt>
                <c:pt idx="1812">
                  <c:v>195.8734623657873</c:v>
                </c:pt>
                <c:pt idx="1813">
                  <c:v>195.29828568150256</c:v>
                </c:pt>
                <c:pt idx="1814">
                  <c:v>195.32771139248345</c:v>
                </c:pt>
                <c:pt idx="1815">
                  <c:v>196.40305059433649</c:v>
                </c:pt>
                <c:pt idx="1816">
                  <c:v>196.6517738173095</c:v>
                </c:pt>
                <c:pt idx="1817">
                  <c:v>192.58248699587082</c:v>
                </c:pt>
                <c:pt idx="1818">
                  <c:v>193.59631056072399</c:v>
                </c:pt>
                <c:pt idx="1819">
                  <c:v>195.30511307787134</c:v>
                </c:pt>
                <c:pt idx="1820">
                  <c:v>194.94500622133421</c:v>
                </c:pt>
                <c:pt idx="1821">
                  <c:v>195.65260255401847</c:v>
                </c:pt>
                <c:pt idx="1822">
                  <c:v>195.20587908615516</c:v>
                </c:pt>
                <c:pt idx="1823">
                  <c:v>195.99429485539176</c:v>
                </c:pt>
                <c:pt idx="1824">
                  <c:v>197.73599289966393</c:v>
                </c:pt>
                <c:pt idx="1825">
                  <c:v>195.50202932636552</c:v>
                </c:pt>
                <c:pt idx="1826">
                  <c:v>194.9679624805282</c:v>
                </c:pt>
                <c:pt idx="1827">
                  <c:v>191.20806728502316</c:v>
                </c:pt>
                <c:pt idx="1828">
                  <c:v>197.26415259293387</c:v>
                </c:pt>
                <c:pt idx="1829">
                  <c:v>195.94956607491909</c:v>
                </c:pt>
                <c:pt idx="1830">
                  <c:v>197.81549892517558</c:v>
                </c:pt>
                <c:pt idx="1831">
                  <c:v>198.6345147003837</c:v>
                </c:pt>
                <c:pt idx="1832">
                  <c:v>200.81331708261459</c:v>
                </c:pt>
                <c:pt idx="1833">
                  <c:v>203.10991280984103</c:v>
                </c:pt>
                <c:pt idx="1834">
                  <c:v>203.87841685924067</c:v>
                </c:pt>
                <c:pt idx="1835">
                  <c:v>205.01907532474991</c:v>
                </c:pt>
                <c:pt idx="1836">
                  <c:v>205.8516511786944</c:v>
                </c:pt>
                <c:pt idx="1837">
                  <c:v>209.21401241940305</c:v>
                </c:pt>
                <c:pt idx="1838">
                  <c:v>209.97674101025947</c:v>
                </c:pt>
                <c:pt idx="1839">
                  <c:v>208.02388790787418</c:v>
                </c:pt>
                <c:pt idx="1840">
                  <c:v>206.30967849113799</c:v>
                </c:pt>
                <c:pt idx="1841">
                  <c:v>208.30297438406632</c:v>
                </c:pt>
                <c:pt idx="1842">
                  <c:v>205.63892244704277</c:v>
                </c:pt>
                <c:pt idx="1843">
                  <c:v>207.27984528565187</c:v>
                </c:pt>
                <c:pt idx="1844">
                  <c:v>210.79880173600267</c:v>
                </c:pt>
                <c:pt idx="1845">
                  <c:v>210.30377654091603</c:v>
                </c:pt>
                <c:pt idx="1846">
                  <c:v>208.45281596311818</c:v>
                </c:pt>
                <c:pt idx="1847">
                  <c:v>207.15670582815144</c:v>
                </c:pt>
                <c:pt idx="1848">
                  <c:v>210.37774427511732</c:v>
                </c:pt>
                <c:pt idx="1849">
                  <c:v>212.02480293900658</c:v>
                </c:pt>
                <c:pt idx="1850">
                  <c:v>211.27999951196185</c:v>
                </c:pt>
                <c:pt idx="1851">
                  <c:v>206.99117801973114</c:v>
                </c:pt>
                <c:pt idx="1852">
                  <c:v>209.00547756424467</c:v>
                </c:pt>
                <c:pt idx="1853">
                  <c:v>210.99511860748967</c:v>
                </c:pt>
                <c:pt idx="1854">
                  <c:v>214.98144095667351</c:v>
                </c:pt>
                <c:pt idx="1855">
                  <c:v>211.95405162659651</c:v>
                </c:pt>
                <c:pt idx="1856">
                  <c:v>213.09726447893536</c:v>
                </c:pt>
                <c:pt idx="1857">
                  <c:v>211.35311039454223</c:v>
                </c:pt>
                <c:pt idx="1858">
                  <c:v>208.81763770977778</c:v>
                </c:pt>
                <c:pt idx="1859">
                  <c:v>208.95392467960522</c:v>
                </c:pt>
                <c:pt idx="1860">
                  <c:v>208.43303407661492</c:v>
                </c:pt>
                <c:pt idx="1861">
                  <c:v>203.94202701443049</c:v>
                </c:pt>
                <c:pt idx="1862">
                  <c:v>202.77168164089346</c:v>
                </c:pt>
                <c:pt idx="1863">
                  <c:v>203.44773381362816</c:v>
                </c:pt>
                <c:pt idx="1864">
                  <c:v>204.85218375159869</c:v>
                </c:pt>
                <c:pt idx="1865">
                  <c:v>208.66164432245378</c:v>
                </c:pt>
                <c:pt idx="1866">
                  <c:v>207.00185051977797</c:v>
                </c:pt>
                <c:pt idx="1867">
                  <c:v>205.20801636466058</c:v>
                </c:pt>
                <c:pt idx="1868">
                  <c:v>203.60432410400938</c:v>
                </c:pt>
                <c:pt idx="1869">
                  <c:v>201.93487259525335</c:v>
                </c:pt>
                <c:pt idx="1870">
                  <c:v>197.52521784025561</c:v>
                </c:pt>
                <c:pt idx="1871">
                  <c:v>196.73800832479449</c:v>
                </c:pt>
                <c:pt idx="1872">
                  <c:v>194.92724851497246</c:v>
                </c:pt>
                <c:pt idx="1873">
                  <c:v>194.84626660797309</c:v>
                </c:pt>
                <c:pt idx="1874">
                  <c:v>192.52825384884432</c:v>
                </c:pt>
                <c:pt idx="1875">
                  <c:v>192.88884037391105</c:v>
                </c:pt>
                <c:pt idx="1876">
                  <c:v>192.60989062988122</c:v>
                </c:pt>
                <c:pt idx="1877">
                  <c:v>191.98811938839177</c:v>
                </c:pt>
                <c:pt idx="1878">
                  <c:v>190.45962101100108</c:v>
                </c:pt>
                <c:pt idx="1879">
                  <c:v>192.22170039467815</c:v>
                </c:pt>
                <c:pt idx="1880">
                  <c:v>196.42500201894296</c:v>
                </c:pt>
                <c:pt idx="1881">
                  <c:v>199.26393723856555</c:v>
                </c:pt>
                <c:pt idx="1882">
                  <c:v>200.38644118159647</c:v>
                </c:pt>
                <c:pt idx="1883">
                  <c:v>197.43399211537184</c:v>
                </c:pt>
                <c:pt idx="1884">
                  <c:v>199.572233178961</c:v>
                </c:pt>
                <c:pt idx="1885">
                  <c:v>195.40960854697855</c:v>
                </c:pt>
                <c:pt idx="1886">
                  <c:v>187.07928510635762</c:v>
                </c:pt>
                <c:pt idx="1887">
                  <c:v>183.67261767053361</c:v>
                </c:pt>
                <c:pt idx="1888">
                  <c:v>183.22971783314944</c:v>
                </c:pt>
                <c:pt idx="1889">
                  <c:v>184.52287047898554</c:v>
                </c:pt>
                <c:pt idx="1890">
                  <c:v>186.07780801050558</c:v>
                </c:pt>
                <c:pt idx="1891">
                  <c:v>186.22655151180584</c:v>
                </c:pt>
                <c:pt idx="1892">
                  <c:v>186.7363524444153</c:v>
                </c:pt>
                <c:pt idx="1893">
                  <c:v>189.34682188559546</c:v>
                </c:pt>
                <c:pt idx="1894">
                  <c:v>191.48417761847494</c:v>
                </c:pt>
                <c:pt idx="1895">
                  <c:v>193.72181825765091</c:v>
                </c:pt>
                <c:pt idx="1896">
                  <c:v>192.80582488110704</c:v>
                </c:pt>
                <c:pt idx="1897">
                  <c:v>191.67698920543708</c:v>
                </c:pt>
                <c:pt idx="1898">
                  <c:v>193.00710447700214</c:v>
                </c:pt>
                <c:pt idx="1899">
                  <c:v>193.56419416054598</c:v>
                </c:pt>
                <c:pt idx="1900">
                  <c:v>193.58964406919208</c:v>
                </c:pt>
                <c:pt idx="1901">
                  <c:v>192.80659307850036</c:v>
                </c:pt>
                <c:pt idx="1902">
                  <c:v>193.45821470707608</c:v>
                </c:pt>
                <c:pt idx="1903">
                  <c:v>193.83078684988911</c:v>
                </c:pt>
                <c:pt idx="1904">
                  <c:v>191.731323156473</c:v>
                </c:pt>
                <c:pt idx="1905">
                  <c:v>191.13309493985435</c:v>
                </c:pt>
                <c:pt idx="1906">
                  <c:v>193.43258086187794</c:v>
                </c:pt>
                <c:pt idx="1907">
                  <c:v>198.00380368690156</c:v>
                </c:pt>
                <c:pt idx="1908">
                  <c:v>197.09694657251424</c:v>
                </c:pt>
                <c:pt idx="1909">
                  <c:v>197.39343634423119</c:v>
                </c:pt>
                <c:pt idx="1910">
                  <c:v>197.58824340392368</c:v>
                </c:pt>
                <c:pt idx="1911">
                  <c:v>200.57714504388616</c:v>
                </c:pt>
                <c:pt idx="1912">
                  <c:v>199.78661313440364</c:v>
                </c:pt>
                <c:pt idx="1913">
                  <c:v>200.14279403652748</c:v>
                </c:pt>
                <c:pt idx="1914">
                  <c:v>200.42922309073796</c:v>
                </c:pt>
                <c:pt idx="1915">
                  <c:v>201.83377727269894</c:v>
                </c:pt>
                <c:pt idx="1916">
                  <c:v>201.36307668138147</c:v>
                </c:pt>
                <c:pt idx="1917">
                  <c:v>200.11880210023727</c:v>
                </c:pt>
                <c:pt idx="1918">
                  <c:v>196.20728907860533</c:v>
                </c:pt>
                <c:pt idx="1919">
                  <c:v>197.9969101843599</c:v>
                </c:pt>
                <c:pt idx="1920">
                  <c:v>195.67961740475062</c:v>
                </c:pt>
                <c:pt idx="1921">
                  <c:v>194.06612684988667</c:v>
                </c:pt>
                <c:pt idx="1922">
                  <c:v>198.24224729164226</c:v>
                </c:pt>
                <c:pt idx="1923">
                  <c:v>198.12295605140116</c:v>
                </c:pt>
                <c:pt idx="1924">
                  <c:v>197.32924624959995</c:v>
                </c:pt>
                <c:pt idx="1925">
                  <c:v>197.32738594728431</c:v>
                </c:pt>
                <c:pt idx="1926">
                  <c:v>198.15220624826586</c:v>
                </c:pt>
                <c:pt idx="1927">
                  <c:v>199.1228719468366</c:v>
                </c:pt>
                <c:pt idx="1928">
                  <c:v>199.82623305242458</c:v>
                </c:pt>
                <c:pt idx="1929">
                  <c:v>198.77610472791707</c:v>
                </c:pt>
                <c:pt idx="1930">
                  <c:v>196.68667961311147</c:v>
                </c:pt>
                <c:pt idx="1931">
                  <c:v>197.12082940983603</c:v>
                </c:pt>
                <c:pt idx="1932">
                  <c:v>198.5953783491255</c:v>
                </c:pt>
                <c:pt idx="1933">
                  <c:v>202.90273796655046</c:v>
                </c:pt>
                <c:pt idx="1934">
                  <c:v>205.0062520164912</c:v>
                </c:pt>
                <c:pt idx="1935">
                  <c:v>205.2787362697953</c:v>
                </c:pt>
                <c:pt idx="1936">
                  <c:v>204.29156545065501</c:v>
                </c:pt>
                <c:pt idx="1937">
                  <c:v>202.07472442388621</c:v>
                </c:pt>
                <c:pt idx="1938">
                  <c:v>199.68052577742168</c:v>
                </c:pt>
                <c:pt idx="1939">
                  <c:v>201.25236461920517</c:v>
                </c:pt>
                <c:pt idx="1940">
                  <c:v>200.00745565164948</c:v>
                </c:pt>
                <c:pt idx="1941">
                  <c:v>203.91218124879146</c:v>
                </c:pt>
                <c:pt idx="1942">
                  <c:v>213.02491538802758</c:v>
                </c:pt>
                <c:pt idx="1943">
                  <c:v>213.57214327183246</c:v>
                </c:pt>
                <c:pt idx="1944">
                  <c:v>216.09593170128801</c:v>
                </c:pt>
                <c:pt idx="1945">
                  <c:v>215.83185357821131</c:v>
                </c:pt>
                <c:pt idx="1946">
                  <c:v>214.55514322466308</c:v>
                </c:pt>
                <c:pt idx="1947">
                  <c:v>205.83007539123378</c:v>
                </c:pt>
                <c:pt idx="1948">
                  <c:v>205.88372019254075</c:v>
                </c:pt>
                <c:pt idx="1949">
                  <c:v>205.60657479553208</c:v>
                </c:pt>
                <c:pt idx="1950">
                  <c:v>205.4277163379644</c:v>
                </c:pt>
                <c:pt idx="1951">
                  <c:v>205.03512968426156</c:v>
                </c:pt>
                <c:pt idx="1952">
                  <c:v>202.65080249438236</c:v>
                </c:pt>
                <c:pt idx="1953">
                  <c:v>205.65802308524698</c:v>
                </c:pt>
                <c:pt idx="1954">
                  <c:v>208.04411359524812</c:v>
                </c:pt>
                <c:pt idx="1955">
                  <c:v>205.73236319374155</c:v>
                </c:pt>
                <c:pt idx="1956">
                  <c:v>204.78367770196155</c:v>
                </c:pt>
                <c:pt idx="1957">
                  <c:v>207.75785443439406</c:v>
                </c:pt>
                <c:pt idx="1958">
                  <c:v>210.23906517288594</c:v>
                </c:pt>
                <c:pt idx="1959">
                  <c:v>210.41454583607589</c:v>
                </c:pt>
                <c:pt idx="1960">
                  <c:v>211.14983844175987</c:v>
                </c:pt>
                <c:pt idx="1961">
                  <c:v>210.59881263386765</c:v>
                </c:pt>
                <c:pt idx="1962">
                  <c:v>210.41865286011407</c:v>
                </c:pt>
                <c:pt idx="1963">
                  <c:v>211.18013209819884</c:v>
                </c:pt>
                <c:pt idx="1964">
                  <c:v>208.16831572518345</c:v>
                </c:pt>
                <c:pt idx="1965">
                  <c:v>210.37616743168803</c:v>
                </c:pt>
                <c:pt idx="1966">
                  <c:v>210.25708068565942</c:v>
                </c:pt>
                <c:pt idx="1967">
                  <c:v>210.7732635744911</c:v>
                </c:pt>
                <c:pt idx="1968">
                  <c:v>213.00573669973403</c:v>
                </c:pt>
                <c:pt idx="1969">
                  <c:v>211.39518931142865</c:v>
                </c:pt>
                <c:pt idx="1970">
                  <c:v>210.53243674175317</c:v>
                </c:pt>
                <c:pt idx="1971">
                  <c:v>211.06997102773005</c:v>
                </c:pt>
                <c:pt idx="1972">
                  <c:v>212.38807770253774</c:v>
                </c:pt>
                <c:pt idx="1973">
                  <c:v>213.03981081705919</c:v>
                </c:pt>
                <c:pt idx="1974">
                  <c:v>215.46409876675543</c:v>
                </c:pt>
                <c:pt idx="1975">
                  <c:v>219.90542402204025</c:v>
                </c:pt>
                <c:pt idx="1976">
                  <c:v>220.53715911107699</c:v>
                </c:pt>
                <c:pt idx="1977">
                  <c:v>219.78866517537801</c:v>
                </c:pt>
                <c:pt idx="1978">
                  <c:v>220.46799219345553</c:v>
                </c:pt>
                <c:pt idx="1979">
                  <c:v>220.30957236555594</c:v>
                </c:pt>
                <c:pt idx="1980">
                  <c:v>222.59746677621411</c:v>
                </c:pt>
                <c:pt idx="1981">
                  <c:v>224.62485371302418</c:v>
                </c:pt>
                <c:pt idx="1982">
                  <c:v>224.06637746906793</c:v>
                </c:pt>
                <c:pt idx="1983">
                  <c:v>225.08454474240051</c:v>
                </c:pt>
                <c:pt idx="1984">
                  <c:v>226.97566220974676</c:v>
                </c:pt>
                <c:pt idx="1985">
                  <c:v>223.67635597153478</c:v>
                </c:pt>
                <c:pt idx="1986">
                  <c:v>223.75794393864064</c:v>
                </c:pt>
                <c:pt idx="1987">
                  <c:v>224.21360493073203</c:v>
                </c:pt>
                <c:pt idx="1988">
                  <c:v>222.05838303678451</c:v>
                </c:pt>
                <c:pt idx="1989">
                  <c:v>220.48978975917916</c:v>
                </c:pt>
                <c:pt idx="1990">
                  <c:v>221.36667140701874</c:v>
                </c:pt>
                <c:pt idx="1991">
                  <c:v>215.94407574587854</c:v>
                </c:pt>
                <c:pt idx="1992">
                  <c:v>218.12065054611196</c:v>
                </c:pt>
                <c:pt idx="1993">
                  <c:v>219.59590955255246</c:v>
                </c:pt>
                <c:pt idx="1994">
                  <c:v>219.37082539180435</c:v>
                </c:pt>
                <c:pt idx="1995">
                  <c:v>221.09764031666811</c:v>
                </c:pt>
                <c:pt idx="1996">
                  <c:v>221.00221966718493</c:v>
                </c:pt>
                <c:pt idx="1997">
                  <c:v>217.44533333785478</c:v>
                </c:pt>
                <c:pt idx="1998">
                  <c:v>215.92355481929343</c:v>
                </c:pt>
                <c:pt idx="1999">
                  <c:v>215.51775771417843</c:v>
                </c:pt>
                <c:pt idx="2000">
                  <c:v>215.83985683171338</c:v>
                </c:pt>
                <c:pt idx="2001">
                  <c:v>214.55789973621111</c:v>
                </c:pt>
                <c:pt idx="2002">
                  <c:v>214.06072204426982</c:v>
                </c:pt>
                <c:pt idx="2003">
                  <c:v>213.77691384799527</c:v>
                </c:pt>
                <c:pt idx="2004">
                  <c:v>209.63915836992368</c:v>
                </c:pt>
                <c:pt idx="2005">
                  <c:v>205.21569454898255</c:v>
                </c:pt>
                <c:pt idx="2006">
                  <c:v>207.73558736491069</c:v>
                </c:pt>
                <c:pt idx="2007">
                  <c:v>207.9763862376746</c:v>
                </c:pt>
                <c:pt idx="2008">
                  <c:v>207.57351695462089</c:v>
                </c:pt>
                <c:pt idx="2009">
                  <c:v>205.92503337661429</c:v>
                </c:pt>
                <c:pt idx="2010">
                  <c:v>207.59254683303573</c:v>
                </c:pt>
                <c:pt idx="2011">
                  <c:v>208.92134775777399</c:v>
                </c:pt>
                <c:pt idx="2012">
                  <c:v>210.34638305174082</c:v>
                </c:pt>
                <c:pt idx="2013">
                  <c:v>210.29466702311791</c:v>
                </c:pt>
                <c:pt idx="2014">
                  <c:v>209.84729537512891</c:v>
                </c:pt>
                <c:pt idx="2015">
                  <c:v>208.4638551631667</c:v>
                </c:pt>
                <c:pt idx="2016">
                  <c:v>207.75009160269744</c:v>
                </c:pt>
                <c:pt idx="2017">
                  <c:v>209.2550381604797</c:v>
                </c:pt>
                <c:pt idx="2018">
                  <c:v>207.79877907736241</c:v>
                </c:pt>
                <c:pt idx="2019">
                  <c:v>219.13186278983162</c:v>
                </c:pt>
                <c:pt idx="2020">
                  <c:v>218.50740767170572</c:v>
                </c:pt>
                <c:pt idx="2021">
                  <c:v>219.63460647437671</c:v>
                </c:pt>
                <c:pt idx="2022">
                  <c:v>219.20331540070191</c:v>
                </c:pt>
                <c:pt idx="2023">
                  <c:v>220.84617721794623</c:v>
                </c:pt>
                <c:pt idx="2024">
                  <c:v>219.53219793885688</c:v>
                </c:pt>
                <c:pt idx="2025">
                  <c:v>217.67806145704125</c:v>
                </c:pt>
                <c:pt idx="2026">
                  <c:v>221.19335116081299</c:v>
                </c:pt>
                <c:pt idx="2027">
                  <c:v>220.93358146523261</c:v>
                </c:pt>
                <c:pt idx="2028">
                  <c:v>221.01859676966211</c:v>
                </c:pt>
                <c:pt idx="2029">
                  <c:v>221.5367703023478</c:v>
                </c:pt>
                <c:pt idx="2030">
                  <c:v>220.12108621549609</c:v>
                </c:pt>
                <c:pt idx="2031">
                  <c:v>223.90805302053238</c:v>
                </c:pt>
                <c:pt idx="2032">
                  <c:v>223.466126066833</c:v>
                </c:pt>
                <c:pt idx="2033">
                  <c:v>226.38168949932052</c:v>
                </c:pt>
                <c:pt idx="2034">
                  <c:v>227.15240605183212</c:v>
                </c:pt>
                <c:pt idx="2035">
                  <c:v>227.03406520582988</c:v>
                </c:pt>
                <c:pt idx="2036">
                  <c:v>224.09773657916099</c:v>
                </c:pt>
                <c:pt idx="2037">
                  <c:v>232.06197633362075</c:v>
                </c:pt>
                <c:pt idx="2038">
                  <c:v>243.12936206743765</c:v>
                </c:pt>
                <c:pt idx="2039">
                  <c:v>242.94656048765688</c:v>
                </c:pt>
                <c:pt idx="2040">
                  <c:v>240.16054449563944</c:v>
                </c:pt>
                <c:pt idx="2041">
                  <c:v>236.13254606274785</c:v>
                </c:pt>
                <c:pt idx="2042">
                  <c:v>236.50312331818725</c:v>
                </c:pt>
                <c:pt idx="2043">
                  <c:v>242.57722555398189</c:v>
                </c:pt>
                <c:pt idx="2044">
                  <c:v>242.24228288083091</c:v>
                </c:pt>
                <c:pt idx="2045">
                  <c:v>241.04334421391863</c:v>
                </c:pt>
                <c:pt idx="2046">
                  <c:v>242.27112799452675</c:v>
                </c:pt>
                <c:pt idx="2047">
                  <c:v>239.31061945898711</c:v>
                </c:pt>
                <c:pt idx="2048">
                  <c:v>233.30108954024797</c:v>
                </c:pt>
                <c:pt idx="2049">
                  <c:v>233.46315915155324</c:v>
                </c:pt>
                <c:pt idx="2050">
                  <c:v>236.81752700013305</c:v>
                </c:pt>
                <c:pt idx="2051">
                  <c:v>234.82976594180622</c:v>
                </c:pt>
                <c:pt idx="2052">
                  <c:v>235.6647243950369</c:v>
                </c:pt>
                <c:pt idx="2053">
                  <c:v>236.75967705587169</c:v>
                </c:pt>
                <c:pt idx="2054">
                  <c:v>236.69304151128387</c:v>
                </c:pt>
                <c:pt idx="2055">
                  <c:v>248.72663729109181</c:v>
                </c:pt>
                <c:pt idx="2056">
                  <c:v>250.15780270008099</c:v>
                </c:pt>
                <c:pt idx="2057">
                  <c:v>251.28168691917531</c:v>
                </c:pt>
                <c:pt idx="2058">
                  <c:v>249.73878980639668</c:v>
                </c:pt>
                <c:pt idx="2059">
                  <c:v>249.57696834473967</c:v>
                </c:pt>
                <c:pt idx="2060">
                  <c:v>248.38065945884438</c:v>
                </c:pt>
                <c:pt idx="2061">
                  <c:v>252.11917433595332</c:v>
                </c:pt>
                <c:pt idx="2062">
                  <c:v>248.17212687865987</c:v>
                </c:pt>
                <c:pt idx="2063">
                  <c:v>248.31338753359731</c:v>
                </c:pt>
                <c:pt idx="2064">
                  <c:v>247.38474178620291</c:v>
                </c:pt>
                <c:pt idx="2065">
                  <c:v>249.24389594887418</c:v>
                </c:pt>
                <c:pt idx="2066">
                  <c:v>248.91252233594477</c:v>
                </c:pt>
                <c:pt idx="2067">
                  <c:v>254.63807375564389</c:v>
                </c:pt>
                <c:pt idx="2068">
                  <c:v>252.96559987494848</c:v>
                </c:pt>
                <c:pt idx="2069">
                  <c:v>260.23713718623793</c:v>
                </c:pt>
                <c:pt idx="2070">
                  <c:v>257.24866669356879</c:v>
                </c:pt>
                <c:pt idx="2071">
                  <c:v>257.82068352070814</c:v>
                </c:pt>
                <c:pt idx="2072">
                  <c:v>256.71096975140705</c:v>
                </c:pt>
                <c:pt idx="2073">
                  <c:v>258.75797300291669</c:v>
                </c:pt>
                <c:pt idx="2074">
                  <c:v>260.08678635285008</c:v>
                </c:pt>
                <c:pt idx="2075">
                  <c:v>256.96035503167411</c:v>
                </c:pt>
                <c:pt idx="2076">
                  <c:v>258.71715485716896</c:v>
                </c:pt>
                <c:pt idx="2077">
                  <c:v>261.88738252761163</c:v>
                </c:pt>
                <c:pt idx="2078">
                  <c:v>261.11248220389217</c:v>
                </c:pt>
                <c:pt idx="2079">
                  <c:v>259.05182284966622</c:v>
                </c:pt>
                <c:pt idx="2080">
                  <c:v>255.06488160345046</c:v>
                </c:pt>
                <c:pt idx="2081">
                  <c:v>259.88157118713514</c:v>
                </c:pt>
                <c:pt idx="2082">
                  <c:v>259.42293666533294</c:v>
                </c:pt>
                <c:pt idx="2083">
                  <c:v>256.37762521315307</c:v>
                </c:pt>
                <c:pt idx="2084">
                  <c:v>258.21139539151227</c:v>
                </c:pt>
                <c:pt idx="2085">
                  <c:v>257.26080485077739</c:v>
                </c:pt>
                <c:pt idx="2086">
                  <c:v>257.08691300350881</c:v>
                </c:pt>
                <c:pt idx="2087">
                  <c:v>256.30584598857257</c:v>
                </c:pt>
                <c:pt idx="2088">
                  <c:v>254.41215331160598</c:v>
                </c:pt>
                <c:pt idx="2089">
                  <c:v>250.2661521410765</c:v>
                </c:pt>
                <c:pt idx="2090">
                  <c:v>252.24036787191133</c:v>
                </c:pt>
                <c:pt idx="2091">
                  <c:v>253.30414516374427</c:v>
                </c:pt>
                <c:pt idx="2092">
                  <c:v>252.85234069046908</c:v>
                </c:pt>
                <c:pt idx="2093">
                  <c:v>254.25600598393507</c:v>
                </c:pt>
                <c:pt idx="2094">
                  <c:v>251.87864417354399</c:v>
                </c:pt>
                <c:pt idx="2095">
                  <c:v>256.97532704332775</c:v>
                </c:pt>
                <c:pt idx="2096">
                  <c:v>255.6905356261565</c:v>
                </c:pt>
                <c:pt idx="2097">
                  <c:v>244.05254995986519</c:v>
                </c:pt>
                <c:pt idx="2098">
                  <c:v>243.1292959376193</c:v>
                </c:pt>
                <c:pt idx="2099">
                  <c:v>244.9349191620384</c:v>
                </c:pt>
                <c:pt idx="2100">
                  <c:v>237.10192210267587</c:v>
                </c:pt>
                <c:pt idx="2101">
                  <c:v>235.66420538576037</c:v>
                </c:pt>
                <c:pt idx="2102">
                  <c:v>236.56975914354919</c:v>
                </c:pt>
                <c:pt idx="2103">
                  <c:v>237.55045698638662</c:v>
                </c:pt>
                <c:pt idx="2104">
                  <c:v>235.90697633907618</c:v>
                </c:pt>
                <c:pt idx="2105">
                  <c:v>237.44914605393433</c:v>
                </c:pt>
                <c:pt idx="2106">
                  <c:v>238.84514427457486</c:v>
                </c:pt>
                <c:pt idx="2107">
                  <c:v>237.7030237775387</c:v>
                </c:pt>
                <c:pt idx="2108">
                  <c:v>239.67482148099384</c:v>
                </c:pt>
                <c:pt idx="2109">
                  <c:v>237.3284164215768</c:v>
                </c:pt>
                <c:pt idx="2110">
                  <c:v>227.26137338038893</c:v>
                </c:pt>
                <c:pt idx="2111">
                  <c:v>226.69374421012182</c:v>
                </c:pt>
                <c:pt idx="2112">
                  <c:v>225.79966246458062</c:v>
                </c:pt>
                <c:pt idx="2113">
                  <c:v>227.25295447047006</c:v>
                </c:pt>
                <c:pt idx="2114">
                  <c:v>228.53918150533232</c:v>
                </c:pt>
                <c:pt idx="2115">
                  <c:v>226.90720615406778</c:v>
                </c:pt>
                <c:pt idx="2116">
                  <c:v>227.4559110215998</c:v>
                </c:pt>
                <c:pt idx="2117">
                  <c:v>228.31308316061001</c:v>
                </c:pt>
                <c:pt idx="2118">
                  <c:v>227.45199345220271</c:v>
                </c:pt>
                <c:pt idx="2119">
                  <c:v>224.86880181734389</c:v>
                </c:pt>
                <c:pt idx="2120">
                  <c:v>223.06665058308283</c:v>
                </c:pt>
                <c:pt idx="2121">
                  <c:v>224.90855969701434</c:v>
                </c:pt>
                <c:pt idx="2122">
                  <c:v>226.562313906659</c:v>
                </c:pt>
                <c:pt idx="2123">
                  <c:v>225.59363290856965</c:v>
                </c:pt>
                <c:pt idx="2124">
                  <c:v>224.76439240658235</c:v>
                </c:pt>
                <c:pt idx="2125">
                  <c:v>222.94030341069509</c:v>
                </c:pt>
                <c:pt idx="2126">
                  <c:v>223.8069470457163</c:v>
                </c:pt>
                <c:pt idx="2127">
                  <c:v>224.14226697914944</c:v>
                </c:pt>
                <c:pt idx="2128">
                  <c:v>224.134649829312</c:v>
                </c:pt>
                <c:pt idx="2129">
                  <c:v>227.88619104661126</c:v>
                </c:pt>
                <c:pt idx="2130">
                  <c:v>225.9993759540167</c:v>
                </c:pt>
                <c:pt idx="2131">
                  <c:v>226.31064773630155</c:v>
                </c:pt>
                <c:pt idx="2132">
                  <c:v>228.25232849139155</c:v>
                </c:pt>
                <c:pt idx="2133">
                  <c:v>229.98563466256269</c:v>
                </c:pt>
                <c:pt idx="2134">
                  <c:v>231.14799557603507</c:v>
                </c:pt>
                <c:pt idx="2135">
                  <c:v>230.25220841649747</c:v>
                </c:pt>
                <c:pt idx="2136">
                  <c:v>227.50935436295063</c:v>
                </c:pt>
                <c:pt idx="2137">
                  <c:v>222.26141233984401</c:v>
                </c:pt>
                <c:pt idx="2138">
                  <c:v>219.7389809400666</c:v>
                </c:pt>
                <c:pt idx="2139">
                  <c:v>221.20751809606722</c:v>
                </c:pt>
                <c:pt idx="2140">
                  <c:v>218.72653060501793</c:v>
                </c:pt>
                <c:pt idx="2141">
                  <c:v>224.25601671977526</c:v>
                </c:pt>
                <c:pt idx="2142">
                  <c:v>230.39131200381769</c:v>
                </c:pt>
                <c:pt idx="2143">
                  <c:v>238.26386436047036</c:v>
                </c:pt>
                <c:pt idx="2144">
                  <c:v>233.7180478264533</c:v>
                </c:pt>
                <c:pt idx="2145">
                  <c:v>233.71545012557496</c:v>
                </c:pt>
                <c:pt idx="2146">
                  <c:v>233.65842775478765</c:v>
                </c:pt>
                <c:pt idx="2147">
                  <c:v>236.10643156980632</c:v>
                </c:pt>
                <c:pt idx="2148">
                  <c:v>235.61979404210092</c:v>
                </c:pt>
                <c:pt idx="2149">
                  <c:v>236.4603031779738</c:v>
                </c:pt>
                <c:pt idx="2150">
                  <c:v>236.39678628953789</c:v>
                </c:pt>
                <c:pt idx="2151">
                  <c:v>238.01254970207967</c:v>
                </c:pt>
                <c:pt idx="2152">
                  <c:v>237.83598566027032</c:v>
                </c:pt>
                <c:pt idx="2153">
                  <c:v>239.99984455140444</c:v>
                </c:pt>
                <c:pt idx="2154">
                  <c:v>239.53668049383862</c:v>
                </c:pt>
                <c:pt idx="2155">
                  <c:v>244.53835245264594</c:v>
                </c:pt>
                <c:pt idx="2156">
                  <c:v>244.87338032664951</c:v>
                </c:pt>
                <c:pt idx="2157">
                  <c:v>249.84024439323994</c:v>
                </c:pt>
                <c:pt idx="2158">
                  <c:v>252.8567564084627</c:v>
                </c:pt>
                <c:pt idx="2159">
                  <c:v>255.64558156821766</c:v>
                </c:pt>
                <c:pt idx="2160">
                  <c:v>255.61068313650159</c:v>
                </c:pt>
                <c:pt idx="2161">
                  <c:v>255.01314429862194</c:v>
                </c:pt>
                <c:pt idx="2162">
                  <c:v>252.36290100322196</c:v>
                </c:pt>
                <c:pt idx="2163">
                  <c:v>252.71388687172023</c:v>
                </c:pt>
                <c:pt idx="2164">
                  <c:v>263.16905363590581</c:v>
                </c:pt>
                <c:pt idx="2165">
                  <c:v>264.68678564976142</c:v>
                </c:pt>
                <c:pt idx="2166">
                  <c:v>270.36445811982333</c:v>
                </c:pt>
                <c:pt idx="2167">
                  <c:v>269.772195602583</c:v>
                </c:pt>
                <c:pt idx="2168">
                  <c:v>268.67738677298257</c:v>
                </c:pt>
                <c:pt idx="2169">
                  <c:v>270.52125514542934</c:v>
                </c:pt>
                <c:pt idx="2170">
                  <c:v>270.86599119889587</c:v>
                </c:pt>
                <c:pt idx="2171">
                  <c:v>270.44882271880982</c:v>
                </c:pt>
                <c:pt idx="2172">
                  <c:v>276.60771325475423</c:v>
                </c:pt>
                <c:pt idx="2173">
                  <c:v>275.51369420225149</c:v>
                </c:pt>
                <c:pt idx="2174">
                  <c:v>275.23256803646137</c:v>
                </c:pt>
                <c:pt idx="2175">
                  <c:v>275.70032293806935</c:v>
                </c:pt>
                <c:pt idx="2176">
                  <c:v>274.80601729558663</c:v>
                </c:pt>
                <c:pt idx="2177">
                  <c:v>268.15692461676366</c:v>
                </c:pt>
                <c:pt idx="2178">
                  <c:v>259.1067827135879</c:v>
                </c:pt>
                <c:pt idx="2179">
                  <c:v>260.16239480109238</c:v>
                </c:pt>
                <c:pt idx="2180">
                  <c:v>263.86707272923951</c:v>
                </c:pt>
                <c:pt idx="2181">
                  <c:v>258.82127083323013</c:v>
                </c:pt>
                <c:pt idx="2182">
                  <c:v>263.00968118474032</c:v>
                </c:pt>
                <c:pt idx="2183">
                  <c:v>263.23905578768574</c:v>
                </c:pt>
                <c:pt idx="2184">
                  <c:v>267.52708685358027</c:v>
                </c:pt>
                <c:pt idx="2185">
                  <c:v>275.18661089873228</c:v>
                </c:pt>
                <c:pt idx="2186">
                  <c:v>277.71977803680386</c:v>
                </c:pt>
                <c:pt idx="2187">
                  <c:v>280.44914489042014</c:v>
                </c:pt>
                <c:pt idx="2188">
                  <c:v>279.97521376843974</c:v>
                </c:pt>
                <c:pt idx="2189">
                  <c:v>279.41129646407734</c:v>
                </c:pt>
                <c:pt idx="2190">
                  <c:v>276.87964685064634</c:v>
                </c:pt>
                <c:pt idx="2191">
                  <c:v>280.81672061342431</c:v>
                </c:pt>
                <c:pt idx="2192">
                  <c:v>280.82654768677844</c:v>
                </c:pt>
                <c:pt idx="2193">
                  <c:v>285.35556471847946</c:v>
                </c:pt>
                <c:pt idx="2194">
                  <c:v>286.94721492135875</c:v>
                </c:pt>
                <c:pt idx="2195">
                  <c:v>288.33397508762658</c:v>
                </c:pt>
                <c:pt idx="2196">
                  <c:v>289.59950218931107</c:v>
                </c:pt>
                <c:pt idx="2197">
                  <c:v>288.48134019471991</c:v>
                </c:pt>
                <c:pt idx="2198">
                  <c:v>285.72944941739212</c:v>
                </c:pt>
                <c:pt idx="2199">
                  <c:v>286.98748589780871</c:v>
                </c:pt>
                <c:pt idx="2200">
                  <c:v>284.36458938045502</c:v>
                </c:pt>
                <c:pt idx="2201">
                  <c:v>282.23866061931534</c:v>
                </c:pt>
                <c:pt idx="2202">
                  <c:v>287.01014814665967</c:v>
                </c:pt>
                <c:pt idx="2203">
                  <c:v>285.94215712624793</c:v>
                </c:pt>
                <c:pt idx="2204">
                  <c:v>292.25705265264071</c:v>
                </c:pt>
                <c:pt idx="2205">
                  <c:v>292.70262315441988</c:v>
                </c:pt>
                <c:pt idx="2206">
                  <c:v>283.76479365964127</c:v>
                </c:pt>
                <c:pt idx="2207">
                  <c:v>283.51631547705597</c:v>
                </c:pt>
                <c:pt idx="2208">
                  <c:v>285.69257020055636</c:v>
                </c:pt>
                <c:pt idx="2209">
                  <c:v>284.15387970595901</c:v>
                </c:pt>
                <c:pt idx="2210">
                  <c:v>285.48279392280659</c:v>
                </c:pt>
                <c:pt idx="2211">
                  <c:v>283.85809523576353</c:v>
                </c:pt>
                <c:pt idx="2212">
                  <c:v>284.68659660615862</c:v>
                </c:pt>
                <c:pt idx="2213">
                  <c:v>285.82053600770485</c:v>
                </c:pt>
                <c:pt idx="2214">
                  <c:v>286.14611276710053</c:v>
                </c:pt>
                <c:pt idx="2215">
                  <c:v>281.16299678414288</c:v>
                </c:pt>
                <c:pt idx="2216">
                  <c:v>282.11575297019107</c:v>
                </c:pt>
                <c:pt idx="2217">
                  <c:v>283.96771174313409</c:v>
                </c:pt>
                <c:pt idx="2218">
                  <c:v>285.40186410668809</c:v>
                </c:pt>
                <c:pt idx="2219">
                  <c:v>286.90997667652061</c:v>
                </c:pt>
                <c:pt idx="2220">
                  <c:v>283.29378390115448</c:v>
                </c:pt>
                <c:pt idx="2221">
                  <c:v>284.65033863086819</c:v>
                </c:pt>
                <c:pt idx="2222">
                  <c:v>288.26127371312049</c:v>
                </c:pt>
                <c:pt idx="2223">
                  <c:v>287.25910217413752</c:v>
                </c:pt>
                <c:pt idx="2224">
                  <c:v>283.90734525639289</c:v>
                </c:pt>
                <c:pt idx="2225">
                  <c:v>287.42714596380972</c:v>
                </c:pt>
                <c:pt idx="2226">
                  <c:v>283.06741272419339</c:v>
                </c:pt>
                <c:pt idx="2227">
                  <c:v>279.40060259546522</c:v>
                </c:pt>
                <c:pt idx="2228">
                  <c:v>277.23179008560237</c:v>
                </c:pt>
                <c:pt idx="2229">
                  <c:v>283.83114890143082</c:v>
                </c:pt>
                <c:pt idx="2230">
                  <c:v>283.28238156193538</c:v>
                </c:pt>
                <c:pt idx="2231">
                  <c:v>282.59228059087997</c:v>
                </c:pt>
                <c:pt idx="2232">
                  <c:v>283.71043658036035</c:v>
                </c:pt>
                <c:pt idx="2233">
                  <c:v>271.62504446451737</c:v>
                </c:pt>
                <c:pt idx="2234">
                  <c:v>271.80049221278529</c:v>
                </c:pt>
                <c:pt idx="2235">
                  <c:v>271.63055016277332</c:v>
                </c:pt>
                <c:pt idx="2236">
                  <c:v>271.59444074366706</c:v>
                </c:pt>
                <c:pt idx="2237">
                  <c:v>282.06151635897425</c:v>
                </c:pt>
                <c:pt idx="2238">
                  <c:v>279.73815874267632</c:v>
                </c:pt>
                <c:pt idx="2239">
                  <c:v>281.66973289079993</c:v>
                </c:pt>
                <c:pt idx="2240">
                  <c:v>285.25533434160394</c:v>
                </c:pt>
                <c:pt idx="2241">
                  <c:v>285.32900446900982</c:v>
                </c:pt>
                <c:pt idx="2242">
                  <c:v>283.8515160557298</c:v>
                </c:pt>
                <c:pt idx="2243">
                  <c:v>277.31790337175664</c:v>
                </c:pt>
                <c:pt idx="2244">
                  <c:v>280.74822660262765</c:v>
                </c:pt>
                <c:pt idx="2245">
                  <c:v>289.83661200050102</c:v>
                </c:pt>
                <c:pt idx="2246">
                  <c:v>292.51116050210794</c:v>
                </c:pt>
                <c:pt idx="2247">
                  <c:v>295.62742183452843</c:v>
                </c:pt>
                <c:pt idx="2248">
                  <c:v>294.5219329090969</c:v>
                </c:pt>
                <c:pt idx="2249">
                  <c:v>287.49688892874525</c:v>
                </c:pt>
                <c:pt idx="2250">
                  <c:v>290.64194619151624</c:v>
                </c:pt>
                <c:pt idx="2251">
                  <c:v>292.02984874991347</c:v>
                </c:pt>
                <c:pt idx="2252">
                  <c:v>293.30136463490419</c:v>
                </c:pt>
                <c:pt idx="2253">
                  <c:v>298.86293512220038</c:v>
                </c:pt>
                <c:pt idx="2254">
                  <c:v>298.52697845928208</c:v>
                </c:pt>
                <c:pt idx="2255">
                  <c:v>299.04431411943608</c:v>
                </c:pt>
                <c:pt idx="2256">
                  <c:v>301.06169879161246</c:v>
                </c:pt>
                <c:pt idx="2257">
                  <c:v>302.1017427337523</c:v>
                </c:pt>
                <c:pt idx="2258">
                  <c:v>304.33265895740584</c:v>
                </c:pt>
                <c:pt idx="2259">
                  <c:v>306.40731436215714</c:v>
                </c:pt>
                <c:pt idx="2260">
                  <c:v>304.18197825893105</c:v>
                </c:pt>
                <c:pt idx="2261">
                  <c:v>302.2261241970636</c:v>
                </c:pt>
                <c:pt idx="2262">
                  <c:v>302.94074172513092</c:v>
                </c:pt>
                <c:pt idx="2263">
                  <c:v>298.6489707511239</c:v>
                </c:pt>
                <c:pt idx="2264">
                  <c:v>290.74072872804436</c:v>
                </c:pt>
                <c:pt idx="2265">
                  <c:v>291.17837211956726</c:v>
                </c:pt>
                <c:pt idx="2266">
                  <c:v>290.11904884058316</c:v>
                </c:pt>
                <c:pt idx="2267">
                  <c:v>290.0881560638677</c:v>
                </c:pt>
                <c:pt idx="2268">
                  <c:v>290.46783825511227</c:v>
                </c:pt>
                <c:pt idx="2269">
                  <c:v>292.1290724094552</c:v>
                </c:pt>
                <c:pt idx="2270">
                  <c:v>287.91935026628619</c:v>
                </c:pt>
                <c:pt idx="2271">
                  <c:v>288.15386962500764</c:v>
                </c:pt>
                <c:pt idx="2272">
                  <c:v>292.20339384073287</c:v>
                </c:pt>
                <c:pt idx="2273">
                  <c:v>288.16988373674769</c:v>
                </c:pt>
                <c:pt idx="2274">
                  <c:v>287.60077106129586</c:v>
                </c:pt>
                <c:pt idx="2275">
                  <c:v>285.99443084152807</c:v>
                </c:pt>
                <c:pt idx="2276">
                  <c:v>287.27849878599397</c:v>
                </c:pt>
                <c:pt idx="2277">
                  <c:v>283.93525301727954</c:v>
                </c:pt>
                <c:pt idx="2278">
                  <c:v>293.5238407487883</c:v>
                </c:pt>
                <c:pt idx="2279">
                  <c:v>287.69484130882665</c:v>
                </c:pt>
                <c:pt idx="2280">
                  <c:v>281.19521665652815</c:v>
                </c:pt>
                <c:pt idx="2281">
                  <c:v>283.57573589786091</c:v>
                </c:pt>
                <c:pt idx="2282">
                  <c:v>282.23843797739687</c:v>
                </c:pt>
                <c:pt idx="2283">
                  <c:v>274.36551764435512</c:v>
                </c:pt>
                <c:pt idx="2284">
                  <c:v>275.41383541343896</c:v>
                </c:pt>
                <c:pt idx="2285">
                  <c:v>272.40561280116071</c:v>
                </c:pt>
                <c:pt idx="2286">
                  <c:v>278.0698861658326</c:v>
                </c:pt>
                <c:pt idx="2287">
                  <c:v>283.38826002030146</c:v>
                </c:pt>
                <c:pt idx="2288">
                  <c:v>285.0718070448122</c:v>
                </c:pt>
                <c:pt idx="2289">
                  <c:v>275.08178948558373</c:v>
                </c:pt>
                <c:pt idx="2290">
                  <c:v>273.13787299620037</c:v>
                </c:pt>
                <c:pt idx="2291">
                  <c:v>280.14922418571069</c:v>
                </c:pt>
                <c:pt idx="2292">
                  <c:v>276.94101604097813</c:v>
                </c:pt>
                <c:pt idx="2293">
                  <c:v>278.29825662915789</c:v>
                </c:pt>
                <c:pt idx="2294">
                  <c:v>274.17297596880945</c:v>
                </c:pt>
                <c:pt idx="2295">
                  <c:v>278.04838833341955</c:v>
                </c:pt>
                <c:pt idx="2296">
                  <c:v>277.90194230030215</c:v>
                </c:pt>
                <c:pt idx="2297">
                  <c:v>277.68539552904031</c:v>
                </c:pt>
                <c:pt idx="2298">
                  <c:v>277.30890622613379</c:v>
                </c:pt>
                <c:pt idx="2299">
                  <c:v>272.99724960174279</c:v>
                </c:pt>
                <c:pt idx="2300">
                  <c:v>271.59153367638049</c:v>
                </c:pt>
                <c:pt idx="2301">
                  <c:v>268.76337415881852</c:v>
                </c:pt>
                <c:pt idx="2302">
                  <c:v>268.72230434769409</c:v>
                </c:pt>
                <c:pt idx="2303">
                  <c:v>267.17447834140921</c:v>
                </c:pt>
                <c:pt idx="2304">
                  <c:v>269.44585161885357</c:v>
                </c:pt>
                <c:pt idx="2305">
                  <c:v>265.93614498027506</c:v>
                </c:pt>
                <c:pt idx="2306">
                  <c:v>266.39862014612777</c:v>
                </c:pt>
                <c:pt idx="2307">
                  <c:v>264.46483908563727</c:v>
                </c:pt>
                <c:pt idx="2308">
                  <c:v>257.16964986671081</c:v>
                </c:pt>
                <c:pt idx="2309">
                  <c:v>254.20328399329273</c:v>
                </c:pt>
                <c:pt idx="2310">
                  <c:v>241.3206377188221</c:v>
                </c:pt>
                <c:pt idx="2311">
                  <c:v>243.4285647824388</c:v>
                </c:pt>
                <c:pt idx="2312">
                  <c:v>241.11410656666294</c:v>
                </c:pt>
                <c:pt idx="2313">
                  <c:v>247.07566569366082</c:v>
                </c:pt>
                <c:pt idx="2314">
                  <c:v>247.5600406466649</c:v>
                </c:pt>
                <c:pt idx="2315">
                  <c:v>245.52144612325503</c:v>
                </c:pt>
                <c:pt idx="2316">
                  <c:v>243.87981071637287</c:v>
                </c:pt>
                <c:pt idx="2317">
                  <c:v>242.05423685815228</c:v>
                </c:pt>
                <c:pt idx="2318">
                  <c:v>235.18172933923177</c:v>
                </c:pt>
                <c:pt idx="2319">
                  <c:v>234.43916276927405</c:v>
                </c:pt>
                <c:pt idx="2320">
                  <c:v>236.67548980715708</c:v>
                </c:pt>
                <c:pt idx="2321">
                  <c:v>240.18512644933719</c:v>
                </c:pt>
                <c:pt idx="2322">
                  <c:v>240.59483725833056</c:v>
                </c:pt>
                <c:pt idx="2323">
                  <c:v>245.06482494222655</c:v>
                </c:pt>
                <c:pt idx="2324">
                  <c:v>245.74798575953326</c:v>
                </c:pt>
                <c:pt idx="2325">
                  <c:v>247.44994207874009</c:v>
                </c:pt>
                <c:pt idx="2326">
                  <c:v>243.59641795863428</c:v>
                </c:pt>
              </c:numCache>
            </c:numRef>
          </c:val>
          <c:smooth val="0"/>
          <c:extLst>
            <c:ext xmlns:c16="http://schemas.microsoft.com/office/drawing/2014/chart" uri="{C3380CC4-5D6E-409C-BE32-E72D297353CC}">
              <c16:uniqueId val="{00000000-AF2F-5546-ACD5-CCD7865E1BD1}"/>
            </c:ext>
          </c:extLst>
        </c:ser>
        <c:ser>
          <c:idx val="1"/>
          <c:order val="1"/>
          <c:tx>
            <c:strRef>
              <c:f>FX!$BO$2</c:f>
              <c:strCache>
                <c:ptCount val="1"/>
                <c:pt idx="0">
                  <c:v>NIFTY Bank</c:v>
                </c:pt>
              </c:strCache>
            </c:strRef>
          </c:tx>
          <c:spPr>
            <a:ln w="12700" cap="rnd">
              <a:solidFill>
                <a:schemeClr val="dk1">
                  <a:tint val="55000"/>
                </a:schemeClr>
              </a:solidFill>
              <a:round/>
            </a:ln>
            <a:effectLst>
              <a:outerShdw blurRad="50800" dist="38100" dir="2700000" algn="tl" rotWithShape="0">
                <a:prstClr val="black">
                  <a:alpha val="40000"/>
                </a:prstClr>
              </a:outerShdw>
            </a:effectLst>
          </c:spPr>
          <c:marker>
            <c:symbol val="none"/>
          </c:marker>
          <c:cat>
            <c:numRef>
              <c:f>FX!$BM$3:$BM$2329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FX!$BO$3:$BO$2329</c:f>
              <c:numCache>
                <c:formatCode>_(* #,##0.0_);_(* \(#,##0.0\);_(* "-"??_);_(@_)</c:formatCode>
                <c:ptCount val="2327"/>
                <c:pt idx="0" formatCode="General">
                  <c:v>100</c:v>
                </c:pt>
                <c:pt idx="1">
                  <c:v>101.63916066014416</c:v>
                </c:pt>
                <c:pt idx="2">
                  <c:v>101.4236991645534</c:v>
                </c:pt>
                <c:pt idx="3">
                  <c:v>98.301111891768016</c:v>
                </c:pt>
                <c:pt idx="4">
                  <c:v>97.527370236864314</c:v>
                </c:pt>
                <c:pt idx="5">
                  <c:v>100.40710689333714</c:v>
                </c:pt>
                <c:pt idx="6">
                  <c:v>100.97958425595299</c:v>
                </c:pt>
                <c:pt idx="7">
                  <c:v>102.22355990410311</c:v>
                </c:pt>
                <c:pt idx="8">
                  <c:v>101.83649438463327</c:v>
                </c:pt>
                <c:pt idx="9">
                  <c:v>101.1907134465401</c:v>
                </c:pt>
                <c:pt idx="10">
                  <c:v>105.29556320293595</c:v>
                </c:pt>
                <c:pt idx="11">
                  <c:v>104.99870082019915</c:v>
                </c:pt>
                <c:pt idx="12">
                  <c:v>105.99771827467535</c:v>
                </c:pt>
                <c:pt idx="13">
                  <c:v>108.87716643539297</c:v>
                </c:pt>
                <c:pt idx="14">
                  <c:v>109.14837789723575</c:v>
                </c:pt>
                <c:pt idx="15">
                  <c:v>110.34229169039435</c:v>
                </c:pt>
                <c:pt idx="16">
                  <c:v>113.0585101122422</c:v>
                </c:pt>
                <c:pt idx="17">
                  <c:v>112.80727208564416</c:v>
                </c:pt>
                <c:pt idx="18">
                  <c:v>112.84597561632951</c:v>
                </c:pt>
                <c:pt idx="19">
                  <c:v>108.62697094675839</c:v>
                </c:pt>
                <c:pt idx="20">
                  <c:v>108.52543327240957</c:v>
                </c:pt>
                <c:pt idx="21">
                  <c:v>106.13568038050884</c:v>
                </c:pt>
                <c:pt idx="22">
                  <c:v>105.09212088031232</c:v>
                </c:pt>
                <c:pt idx="23">
                  <c:v>104.09441902720739</c:v>
                </c:pt>
                <c:pt idx="24">
                  <c:v>102.87549036483429</c:v>
                </c:pt>
                <c:pt idx="25">
                  <c:v>100.12306099063436</c:v>
                </c:pt>
                <c:pt idx="26">
                  <c:v>102.31174784744802</c:v>
                </c:pt>
                <c:pt idx="27">
                  <c:v>103.58352208754546</c:v>
                </c:pt>
                <c:pt idx="28">
                  <c:v>103.91573924301272</c:v>
                </c:pt>
                <c:pt idx="29">
                  <c:v>104.80365704741237</c:v>
                </c:pt>
                <c:pt idx="30">
                  <c:v>104.21599836876442</c:v>
                </c:pt>
                <c:pt idx="31">
                  <c:v>103.57611867248822</c:v>
                </c:pt>
                <c:pt idx="32">
                  <c:v>102.82432488949165</c:v>
                </c:pt>
                <c:pt idx="33">
                  <c:v>102.51149002952194</c:v>
                </c:pt>
                <c:pt idx="34">
                  <c:v>102.06816086910132</c:v>
                </c:pt>
                <c:pt idx="35">
                  <c:v>101.18064837915369</c:v>
                </c:pt>
                <c:pt idx="36">
                  <c:v>104.35949049509017</c:v>
                </c:pt>
                <c:pt idx="37">
                  <c:v>107.73326758622981</c:v>
                </c:pt>
                <c:pt idx="38">
                  <c:v>109.12632648748627</c:v>
                </c:pt>
                <c:pt idx="39">
                  <c:v>107.36382627065095</c:v>
                </c:pt>
                <c:pt idx="40">
                  <c:v>107.33078513295563</c:v>
                </c:pt>
                <c:pt idx="41">
                  <c:v>103.36785165925541</c:v>
                </c:pt>
                <c:pt idx="42">
                  <c:v>102.74039833957156</c:v>
                </c:pt>
                <c:pt idx="43">
                  <c:v>102.60804586332046</c:v>
                </c:pt>
                <c:pt idx="44">
                  <c:v>103.42897407574772</c:v>
                </c:pt>
                <c:pt idx="45">
                  <c:v>101.29990546294999</c:v>
                </c:pt>
                <c:pt idx="46">
                  <c:v>101.37097344444327</c:v>
                </c:pt>
                <c:pt idx="47">
                  <c:v>102.77131136077966</c:v>
                </c:pt>
                <c:pt idx="48">
                  <c:v>103.28441911606912</c:v>
                </c:pt>
                <c:pt idx="49">
                  <c:v>101.87989905452436</c:v>
                </c:pt>
                <c:pt idx="50">
                  <c:v>100.65537535804758</c:v>
                </c:pt>
                <c:pt idx="51">
                  <c:v>100.13143506912985</c:v>
                </c:pt>
                <c:pt idx="52">
                  <c:v>99.635823195089074</c:v>
                </c:pt>
                <c:pt idx="53">
                  <c:v>99.291214446027723</c:v>
                </c:pt>
                <c:pt idx="54">
                  <c:v>96.186227482551104</c:v>
                </c:pt>
                <c:pt idx="55">
                  <c:v>100.42709201537794</c:v>
                </c:pt>
                <c:pt idx="56">
                  <c:v>101.1920917026446</c:v>
                </c:pt>
                <c:pt idx="57">
                  <c:v>100.17090081047355</c:v>
                </c:pt>
                <c:pt idx="58">
                  <c:v>99.888904950142958</c:v>
                </c:pt>
                <c:pt idx="59">
                  <c:v>102.50057674923617</c:v>
                </c:pt>
                <c:pt idx="60">
                  <c:v>101.91380121598333</c:v>
                </c:pt>
                <c:pt idx="61">
                  <c:v>101.39545074361853</c:v>
                </c:pt>
                <c:pt idx="62">
                  <c:v>101.0216822436374</c:v>
                </c:pt>
                <c:pt idx="63">
                  <c:v>99.477002268945881</c:v>
                </c:pt>
                <c:pt idx="64">
                  <c:v>97.873514703951884</c:v>
                </c:pt>
                <c:pt idx="65">
                  <c:v>97.281256548373264</c:v>
                </c:pt>
                <c:pt idx="66">
                  <c:v>98.180846269225384</c:v>
                </c:pt>
                <c:pt idx="67">
                  <c:v>97.62174850257658</c:v>
                </c:pt>
                <c:pt idx="68">
                  <c:v>95.990388180957609</c:v>
                </c:pt>
                <c:pt idx="69">
                  <c:v>94.426657620753502</c:v>
                </c:pt>
                <c:pt idx="70">
                  <c:v>97.40042794223649</c:v>
                </c:pt>
                <c:pt idx="71">
                  <c:v>97.899729851818748</c:v>
                </c:pt>
                <c:pt idx="72">
                  <c:v>97.509698670061439</c:v>
                </c:pt>
                <c:pt idx="73">
                  <c:v>94.550694200410149</c:v>
                </c:pt>
                <c:pt idx="74">
                  <c:v>91.962188106002458</c:v>
                </c:pt>
                <c:pt idx="75">
                  <c:v>93.934349714128061</c:v>
                </c:pt>
                <c:pt idx="76">
                  <c:v>96.36285491618294</c:v>
                </c:pt>
                <c:pt idx="77">
                  <c:v>92.826344361404551</c:v>
                </c:pt>
                <c:pt idx="78">
                  <c:v>95.313525827212004</c:v>
                </c:pt>
                <c:pt idx="79">
                  <c:v>95.93804235194041</c:v>
                </c:pt>
                <c:pt idx="80">
                  <c:v>96.685160755077291</c:v>
                </c:pt>
                <c:pt idx="81">
                  <c:v>97.998021790109675</c:v>
                </c:pt>
                <c:pt idx="82">
                  <c:v>97.567671280370064</c:v>
                </c:pt>
                <c:pt idx="83">
                  <c:v>98.21983989808929</c:v>
                </c:pt>
                <c:pt idx="84">
                  <c:v>98.252680559086158</c:v>
                </c:pt>
                <c:pt idx="85">
                  <c:v>98.024307548787561</c:v>
                </c:pt>
                <c:pt idx="86">
                  <c:v>97.447593875507891</c:v>
                </c:pt>
                <c:pt idx="87">
                  <c:v>97.055629060894105</c:v>
                </c:pt>
                <c:pt idx="88">
                  <c:v>98.00810080073407</c:v>
                </c:pt>
                <c:pt idx="89">
                  <c:v>97.60485300964227</c:v>
                </c:pt>
                <c:pt idx="90">
                  <c:v>99.261548107337674</c:v>
                </c:pt>
                <c:pt idx="91">
                  <c:v>98.946152519967498</c:v>
                </c:pt>
                <c:pt idx="92">
                  <c:v>95.209377977631164</c:v>
                </c:pt>
                <c:pt idx="93">
                  <c:v>93.827481391523648</c:v>
                </c:pt>
                <c:pt idx="94">
                  <c:v>93.339354126118423</c:v>
                </c:pt>
                <c:pt idx="95">
                  <c:v>92.85165297473786</c:v>
                </c:pt>
                <c:pt idx="96">
                  <c:v>91.926074654077269</c:v>
                </c:pt>
                <c:pt idx="97">
                  <c:v>92.479058306835768</c:v>
                </c:pt>
                <c:pt idx="98">
                  <c:v>93.703673200036818</c:v>
                </c:pt>
                <c:pt idx="99">
                  <c:v>91.562577415267285</c:v>
                </c:pt>
                <c:pt idx="100">
                  <c:v>92.521250606560713</c:v>
                </c:pt>
                <c:pt idx="101">
                  <c:v>92.096825607537511</c:v>
                </c:pt>
                <c:pt idx="102">
                  <c:v>92.762952485704403</c:v>
                </c:pt>
                <c:pt idx="103">
                  <c:v>92.719845674059627</c:v>
                </c:pt>
                <c:pt idx="104">
                  <c:v>93.894630174204636</c:v>
                </c:pt>
                <c:pt idx="105">
                  <c:v>94.719115362249411</c:v>
                </c:pt>
                <c:pt idx="106">
                  <c:v>97.595437582202351</c:v>
                </c:pt>
                <c:pt idx="107">
                  <c:v>97.696915110250558</c:v>
                </c:pt>
                <c:pt idx="108">
                  <c:v>97.530067424791355</c:v>
                </c:pt>
                <c:pt idx="109">
                  <c:v>98.280591601569284</c:v>
                </c:pt>
                <c:pt idx="110">
                  <c:v>97.647412219390844</c:v>
                </c:pt>
                <c:pt idx="111">
                  <c:v>96.480825524452328</c:v>
                </c:pt>
                <c:pt idx="112">
                  <c:v>97.016801286435793</c:v>
                </c:pt>
                <c:pt idx="113">
                  <c:v>98.735667909017991</c:v>
                </c:pt>
                <c:pt idx="114">
                  <c:v>98.837389281873385</c:v>
                </c:pt>
                <c:pt idx="115">
                  <c:v>99.603708696446432</c:v>
                </c:pt>
                <c:pt idx="116">
                  <c:v>100.099038399772</c:v>
                </c:pt>
                <c:pt idx="117">
                  <c:v>100.27831898070318</c:v>
                </c:pt>
                <c:pt idx="118">
                  <c:v>98.18849278975884</c:v>
                </c:pt>
                <c:pt idx="119">
                  <c:v>98.527824397401631</c:v>
                </c:pt>
                <c:pt idx="120">
                  <c:v>99.851916031873927</c:v>
                </c:pt>
                <c:pt idx="121">
                  <c:v>100.64186999128125</c:v>
                </c:pt>
                <c:pt idx="122">
                  <c:v>99.986568682464608</c:v>
                </c:pt>
                <c:pt idx="123">
                  <c:v>100.35799741152859</c:v>
                </c:pt>
                <c:pt idx="124">
                  <c:v>102.05577332535255</c:v>
                </c:pt>
                <c:pt idx="125">
                  <c:v>101.6697969007467</c:v>
                </c:pt>
                <c:pt idx="126">
                  <c:v>101.24678019659785</c:v>
                </c:pt>
                <c:pt idx="127">
                  <c:v>99.444898743591338</c:v>
                </c:pt>
                <c:pt idx="128">
                  <c:v>101.09267024671219</c:v>
                </c:pt>
                <c:pt idx="129">
                  <c:v>100.09765768752878</c:v>
                </c:pt>
                <c:pt idx="130">
                  <c:v>98.606482319491604</c:v>
                </c:pt>
                <c:pt idx="131">
                  <c:v>96.202194180643801</c:v>
                </c:pt>
                <c:pt idx="132">
                  <c:v>96.534291101501097</c:v>
                </c:pt>
                <c:pt idx="133">
                  <c:v>96.949587186181034</c:v>
                </c:pt>
                <c:pt idx="134">
                  <c:v>97.397919196496844</c:v>
                </c:pt>
                <c:pt idx="135">
                  <c:v>98.928242559055874</c:v>
                </c:pt>
                <c:pt idx="136">
                  <c:v>99.971574403315103</c:v>
                </c:pt>
                <c:pt idx="137">
                  <c:v>100.32619845251863</c:v>
                </c:pt>
                <c:pt idx="138">
                  <c:v>100.27419169329002</c:v>
                </c:pt>
                <c:pt idx="139">
                  <c:v>100.89669310926288</c:v>
                </c:pt>
                <c:pt idx="140">
                  <c:v>100.1045135922792</c:v>
                </c:pt>
                <c:pt idx="141">
                  <c:v>100.07995953501018</c:v>
                </c:pt>
                <c:pt idx="142">
                  <c:v>98.074099099442989</c:v>
                </c:pt>
                <c:pt idx="143">
                  <c:v>94.179462810414705</c:v>
                </c:pt>
                <c:pt idx="144">
                  <c:v>94.645343612464075</c:v>
                </c:pt>
                <c:pt idx="145">
                  <c:v>97.198574914653051</c:v>
                </c:pt>
                <c:pt idx="146">
                  <c:v>97.495773018322438</c:v>
                </c:pt>
                <c:pt idx="147">
                  <c:v>96.899558538466593</c:v>
                </c:pt>
                <c:pt idx="148">
                  <c:v>94.743349688903933</c:v>
                </c:pt>
                <c:pt idx="149">
                  <c:v>92.732336088705381</c:v>
                </c:pt>
                <c:pt idx="150">
                  <c:v>85.454357287698258</c:v>
                </c:pt>
                <c:pt idx="151">
                  <c:v>87.129315346814209</c:v>
                </c:pt>
                <c:pt idx="152">
                  <c:v>86.445083643752412</c:v>
                </c:pt>
                <c:pt idx="153">
                  <c:v>88.095161303927966</c:v>
                </c:pt>
                <c:pt idx="154">
                  <c:v>88.055149016051359</c:v>
                </c:pt>
                <c:pt idx="155">
                  <c:v>87.422994086022115</c:v>
                </c:pt>
                <c:pt idx="156">
                  <c:v>84.339277730588051</c:v>
                </c:pt>
                <c:pt idx="157">
                  <c:v>83.04366034663218</c:v>
                </c:pt>
                <c:pt idx="158">
                  <c:v>84.508242342613883</c:v>
                </c:pt>
                <c:pt idx="159">
                  <c:v>82.118445192569652</c:v>
                </c:pt>
                <c:pt idx="160">
                  <c:v>80.3924869605368</c:v>
                </c:pt>
                <c:pt idx="161">
                  <c:v>82.991395792255091</c:v>
                </c:pt>
                <c:pt idx="162">
                  <c:v>84.81163608014289</c:v>
                </c:pt>
                <c:pt idx="163">
                  <c:v>84.27072568243149</c:v>
                </c:pt>
                <c:pt idx="164">
                  <c:v>84.597399761817456</c:v>
                </c:pt>
                <c:pt idx="165">
                  <c:v>86.141541192171928</c:v>
                </c:pt>
                <c:pt idx="166">
                  <c:v>86.244091541058467</c:v>
                </c:pt>
                <c:pt idx="167">
                  <c:v>89.27404915844501</c:v>
                </c:pt>
                <c:pt idx="168">
                  <c:v>90.19630536935739</c:v>
                </c:pt>
                <c:pt idx="169">
                  <c:v>87.735589738654951</c:v>
                </c:pt>
                <c:pt idx="170">
                  <c:v>88.426214046261052</c:v>
                </c:pt>
                <c:pt idx="171">
                  <c:v>87.484674771062643</c:v>
                </c:pt>
                <c:pt idx="172">
                  <c:v>88.27188473531055</c:v>
                </c:pt>
                <c:pt idx="173">
                  <c:v>88.531921011092237</c:v>
                </c:pt>
                <c:pt idx="174">
                  <c:v>88.444969640998991</c:v>
                </c:pt>
                <c:pt idx="175">
                  <c:v>91.018389431092373</c:v>
                </c:pt>
                <c:pt idx="176">
                  <c:v>91.263929268085718</c:v>
                </c:pt>
                <c:pt idx="177">
                  <c:v>90.665384833594089</c:v>
                </c:pt>
                <c:pt idx="178">
                  <c:v>91.791142521811167</c:v>
                </c:pt>
                <c:pt idx="179">
                  <c:v>91.754092615646968</c:v>
                </c:pt>
                <c:pt idx="180">
                  <c:v>91.273084777416827</c:v>
                </c:pt>
                <c:pt idx="181">
                  <c:v>91.085618834998002</c:v>
                </c:pt>
                <c:pt idx="182">
                  <c:v>92.235911346772255</c:v>
                </c:pt>
                <c:pt idx="183">
                  <c:v>93.208651893753725</c:v>
                </c:pt>
                <c:pt idx="184">
                  <c:v>93.125628221989942</c:v>
                </c:pt>
                <c:pt idx="185">
                  <c:v>92.891367041866204</c:v>
                </c:pt>
                <c:pt idx="186">
                  <c:v>91.898638587345189</c:v>
                </c:pt>
                <c:pt idx="187">
                  <c:v>92.713420789676007</c:v>
                </c:pt>
                <c:pt idx="188">
                  <c:v>92.674775521275322</c:v>
                </c:pt>
                <c:pt idx="189">
                  <c:v>90.30160669940598</c:v>
                </c:pt>
                <c:pt idx="190">
                  <c:v>89.313208322199898</c:v>
                </c:pt>
                <c:pt idx="191">
                  <c:v>89.952123355683</c:v>
                </c:pt>
                <c:pt idx="192">
                  <c:v>89.528399490265528</c:v>
                </c:pt>
                <c:pt idx="193">
                  <c:v>89.489540465774766</c:v>
                </c:pt>
                <c:pt idx="194">
                  <c:v>88.791487876662885</c:v>
                </c:pt>
                <c:pt idx="195">
                  <c:v>87.482348229733347</c:v>
                </c:pt>
                <c:pt idx="196">
                  <c:v>87.798951683993096</c:v>
                </c:pt>
                <c:pt idx="197">
                  <c:v>86.649423624280502</c:v>
                </c:pt>
                <c:pt idx="198">
                  <c:v>85.783328222318033</c:v>
                </c:pt>
                <c:pt idx="199">
                  <c:v>85.783328222318033</c:v>
                </c:pt>
                <c:pt idx="200">
                  <c:v>87.822977672173366</c:v>
                </c:pt>
                <c:pt idx="201">
                  <c:v>85.967087514930583</c:v>
                </c:pt>
                <c:pt idx="202">
                  <c:v>87.299802548528007</c:v>
                </c:pt>
                <c:pt idx="203">
                  <c:v>87.238017399538208</c:v>
                </c:pt>
                <c:pt idx="204">
                  <c:v>86.926910864917062</c:v>
                </c:pt>
                <c:pt idx="205">
                  <c:v>86.51598443152993</c:v>
                </c:pt>
                <c:pt idx="206">
                  <c:v>86.759918802670072</c:v>
                </c:pt>
                <c:pt idx="207">
                  <c:v>88.462876082613079</c:v>
                </c:pt>
                <c:pt idx="208">
                  <c:v>88.424758970553256</c:v>
                </c:pt>
                <c:pt idx="209">
                  <c:v>87.381580670736483</c:v>
                </c:pt>
                <c:pt idx="210">
                  <c:v>86.663628238594669</c:v>
                </c:pt>
                <c:pt idx="211">
                  <c:v>85.468224221927599</c:v>
                </c:pt>
                <c:pt idx="212">
                  <c:v>85.989930324547274</c:v>
                </c:pt>
                <c:pt idx="213">
                  <c:v>85.03060457870356</c:v>
                </c:pt>
                <c:pt idx="214">
                  <c:v>84.38105581688778</c:v>
                </c:pt>
                <c:pt idx="215">
                  <c:v>84.584819219597421</c:v>
                </c:pt>
                <c:pt idx="216">
                  <c:v>82.724982106958905</c:v>
                </c:pt>
                <c:pt idx="217">
                  <c:v>82.508556630625463</c:v>
                </c:pt>
                <c:pt idx="218">
                  <c:v>82.689921929135707</c:v>
                </c:pt>
                <c:pt idx="219">
                  <c:v>83.847543086391155</c:v>
                </c:pt>
                <c:pt idx="220">
                  <c:v>84.919016874434917</c:v>
                </c:pt>
                <c:pt idx="221">
                  <c:v>84.458015862695603</c:v>
                </c:pt>
                <c:pt idx="222">
                  <c:v>85.760930145266897</c:v>
                </c:pt>
                <c:pt idx="223">
                  <c:v>85.406431824214806</c:v>
                </c:pt>
                <c:pt idx="224">
                  <c:v>86.211627328306292</c:v>
                </c:pt>
                <c:pt idx="225">
                  <c:v>85.846507745663089</c:v>
                </c:pt>
                <c:pt idx="226">
                  <c:v>86.548607428974307</c:v>
                </c:pt>
                <c:pt idx="227">
                  <c:v>86.1036812028848</c:v>
                </c:pt>
                <c:pt idx="228">
                  <c:v>86.253024113743038</c:v>
                </c:pt>
                <c:pt idx="229">
                  <c:v>86.849631911341078</c:v>
                </c:pt>
                <c:pt idx="230">
                  <c:v>84.433287558110038</c:v>
                </c:pt>
                <c:pt idx="231">
                  <c:v>84.044151064500582</c:v>
                </c:pt>
                <c:pt idx="232">
                  <c:v>83.270358994664491</c:v>
                </c:pt>
                <c:pt idx="233">
                  <c:v>81.21179085206569</c:v>
                </c:pt>
                <c:pt idx="234">
                  <c:v>81.856106539328962</c:v>
                </c:pt>
                <c:pt idx="235">
                  <c:v>81.070061436647961</c:v>
                </c:pt>
                <c:pt idx="236">
                  <c:v>79.524336843531188</c:v>
                </c:pt>
                <c:pt idx="237">
                  <c:v>80.278355593691543</c:v>
                </c:pt>
                <c:pt idx="238">
                  <c:v>78.651781768165037</c:v>
                </c:pt>
                <c:pt idx="239">
                  <c:v>76.235511736829906</c:v>
                </c:pt>
                <c:pt idx="240">
                  <c:v>75.305523019838802</c:v>
                </c:pt>
                <c:pt idx="241">
                  <c:v>76.405045753726725</c:v>
                </c:pt>
                <c:pt idx="242">
                  <c:v>74.277204765216453</c:v>
                </c:pt>
                <c:pt idx="243">
                  <c:v>75.010363222594535</c:v>
                </c:pt>
                <c:pt idx="244">
                  <c:v>77.333272108526614</c:v>
                </c:pt>
                <c:pt idx="245">
                  <c:v>77.25397811783013</c:v>
                </c:pt>
                <c:pt idx="246">
                  <c:v>76.373643807888229</c:v>
                </c:pt>
                <c:pt idx="247">
                  <c:v>77.311101872325011</c:v>
                </c:pt>
                <c:pt idx="248">
                  <c:v>76.504977620159991</c:v>
                </c:pt>
                <c:pt idx="249">
                  <c:v>75.094911343791736</c:v>
                </c:pt>
                <c:pt idx="250">
                  <c:v>73.551200228795793</c:v>
                </c:pt>
                <c:pt idx="251">
                  <c:v>74.130665763555129</c:v>
                </c:pt>
                <c:pt idx="252">
                  <c:v>75.784293139437409</c:v>
                </c:pt>
                <c:pt idx="253">
                  <c:v>75.005843637733932</c:v>
                </c:pt>
                <c:pt idx="254">
                  <c:v>73.776531333281923</c:v>
                </c:pt>
                <c:pt idx="255">
                  <c:v>72.657653542431419</c:v>
                </c:pt>
                <c:pt idx="256">
                  <c:v>69.728216832005273</c:v>
                </c:pt>
                <c:pt idx="257">
                  <c:v>69.017350338552717</c:v>
                </c:pt>
                <c:pt idx="258">
                  <c:v>71.356377313845613</c:v>
                </c:pt>
                <c:pt idx="259">
                  <c:v>70.083320509072337</c:v>
                </c:pt>
                <c:pt idx="260">
                  <c:v>69.591991693214908</c:v>
                </c:pt>
                <c:pt idx="261">
                  <c:v>70.697737387140322</c:v>
                </c:pt>
                <c:pt idx="262">
                  <c:v>70.939315063970824</c:v>
                </c:pt>
                <c:pt idx="263">
                  <c:v>68.992930179256405</c:v>
                </c:pt>
                <c:pt idx="264">
                  <c:v>68.013057684526416</c:v>
                </c:pt>
                <c:pt idx="265">
                  <c:v>66.804743325700073</c:v>
                </c:pt>
                <c:pt idx="266">
                  <c:v>67.790203010716283</c:v>
                </c:pt>
                <c:pt idx="267">
                  <c:v>68.712831807496372</c:v>
                </c:pt>
                <c:pt idx="268">
                  <c:v>71.488572238058723</c:v>
                </c:pt>
                <c:pt idx="269">
                  <c:v>75.363419962912658</c:v>
                </c:pt>
                <c:pt idx="270">
                  <c:v>76.152924643076503</c:v>
                </c:pt>
                <c:pt idx="271">
                  <c:v>76.042336095599723</c:v>
                </c:pt>
                <c:pt idx="272">
                  <c:v>76.565189134689547</c:v>
                </c:pt>
                <c:pt idx="273">
                  <c:v>76.539521598839926</c:v>
                </c:pt>
                <c:pt idx="274">
                  <c:v>76.436309429042936</c:v>
                </c:pt>
                <c:pt idx="275">
                  <c:v>77.061822488518061</c:v>
                </c:pt>
                <c:pt idx="276">
                  <c:v>77.07230535857768</c:v>
                </c:pt>
                <c:pt idx="277">
                  <c:v>77.590137347985447</c:v>
                </c:pt>
                <c:pt idx="278">
                  <c:v>78.066153998962463</c:v>
                </c:pt>
                <c:pt idx="279">
                  <c:v>79.454820414551548</c:v>
                </c:pt>
                <c:pt idx="280">
                  <c:v>80.959065313477993</c:v>
                </c:pt>
                <c:pt idx="281">
                  <c:v>80.963620830408217</c:v>
                </c:pt>
                <c:pt idx="282">
                  <c:v>80.328891096161939</c:v>
                </c:pt>
                <c:pt idx="283">
                  <c:v>82.13564093199129</c:v>
                </c:pt>
                <c:pt idx="284">
                  <c:v>82.266200685254717</c:v>
                </c:pt>
                <c:pt idx="285">
                  <c:v>82.435659890031474</c:v>
                </c:pt>
                <c:pt idx="286">
                  <c:v>82.627461375379667</c:v>
                </c:pt>
                <c:pt idx="287">
                  <c:v>79.397406012684428</c:v>
                </c:pt>
                <c:pt idx="288">
                  <c:v>78.989299532369685</c:v>
                </c:pt>
                <c:pt idx="289">
                  <c:v>79.180532902452725</c:v>
                </c:pt>
                <c:pt idx="290">
                  <c:v>80.546699247032265</c:v>
                </c:pt>
                <c:pt idx="291">
                  <c:v>82.843367571031422</c:v>
                </c:pt>
                <c:pt idx="292">
                  <c:v>82.265521339225941</c:v>
                </c:pt>
                <c:pt idx="293">
                  <c:v>83.442297269927423</c:v>
                </c:pt>
                <c:pt idx="294">
                  <c:v>84.555301697776557</c:v>
                </c:pt>
                <c:pt idx="295">
                  <c:v>85.717575411948332</c:v>
                </c:pt>
                <c:pt idx="296">
                  <c:v>85.106316713999021</c:v>
                </c:pt>
                <c:pt idx="297">
                  <c:v>85.358225490696896</c:v>
                </c:pt>
                <c:pt idx="298">
                  <c:v>84.297698376882479</c:v>
                </c:pt>
                <c:pt idx="299">
                  <c:v>83.604860144693532</c:v>
                </c:pt>
                <c:pt idx="300">
                  <c:v>82.684856454495787</c:v>
                </c:pt>
                <c:pt idx="301">
                  <c:v>82.754650575131294</c:v>
                </c:pt>
                <c:pt idx="302">
                  <c:v>82.743465473894176</c:v>
                </c:pt>
                <c:pt idx="303">
                  <c:v>84.906519616964175</c:v>
                </c:pt>
                <c:pt idx="304">
                  <c:v>85.045530982294963</c:v>
                </c:pt>
                <c:pt idx="305">
                  <c:v>84.92460814971902</c:v>
                </c:pt>
                <c:pt idx="306">
                  <c:v>85.908944003864377</c:v>
                </c:pt>
                <c:pt idx="307">
                  <c:v>84.651727993175754</c:v>
                </c:pt>
                <c:pt idx="308">
                  <c:v>84.678939492741392</c:v>
                </c:pt>
                <c:pt idx="309">
                  <c:v>84.931528330183724</c:v>
                </c:pt>
                <c:pt idx="310">
                  <c:v>84.520300103950717</c:v>
                </c:pt>
                <c:pt idx="311">
                  <c:v>83.297327135645105</c:v>
                </c:pt>
                <c:pt idx="312">
                  <c:v>82.658831165812032</c:v>
                </c:pt>
                <c:pt idx="313">
                  <c:v>82.359226820180027</c:v>
                </c:pt>
                <c:pt idx="314">
                  <c:v>82.170191400898432</c:v>
                </c:pt>
                <c:pt idx="315">
                  <c:v>85.196801027724348</c:v>
                </c:pt>
                <c:pt idx="316">
                  <c:v>87.21958274998164</c:v>
                </c:pt>
                <c:pt idx="317">
                  <c:v>88.279772946709102</c:v>
                </c:pt>
                <c:pt idx="318">
                  <c:v>88.324387206269989</c:v>
                </c:pt>
                <c:pt idx="319">
                  <c:v>88.642624735452316</c:v>
                </c:pt>
                <c:pt idx="320">
                  <c:v>87.454134901015252</c:v>
                </c:pt>
                <c:pt idx="321">
                  <c:v>88.309201638449778</c:v>
                </c:pt>
                <c:pt idx="322">
                  <c:v>88.892863297167324</c:v>
                </c:pt>
                <c:pt idx="323">
                  <c:v>89.21721790151355</c:v>
                </c:pt>
                <c:pt idx="324">
                  <c:v>90.792242571214658</c:v>
                </c:pt>
                <c:pt idx="325">
                  <c:v>90.911772267680789</c:v>
                </c:pt>
                <c:pt idx="326">
                  <c:v>90.765150436826787</c:v>
                </c:pt>
                <c:pt idx="327">
                  <c:v>90.235055299128106</c:v>
                </c:pt>
                <c:pt idx="328">
                  <c:v>88.677803564553116</c:v>
                </c:pt>
                <c:pt idx="329">
                  <c:v>88.968970576947811</c:v>
                </c:pt>
                <c:pt idx="330">
                  <c:v>90.195024392723752</c:v>
                </c:pt>
                <c:pt idx="331">
                  <c:v>88.890643156885716</c:v>
                </c:pt>
                <c:pt idx="332">
                  <c:v>89.06685946081933</c:v>
                </c:pt>
                <c:pt idx="333">
                  <c:v>88.861911719744256</c:v>
                </c:pt>
                <c:pt idx="334">
                  <c:v>88.273786207403944</c:v>
                </c:pt>
                <c:pt idx="335">
                  <c:v>88.203569499967671</c:v>
                </c:pt>
                <c:pt idx="336">
                  <c:v>89.785251136597779</c:v>
                </c:pt>
                <c:pt idx="337">
                  <c:v>86.616409800879154</c:v>
                </c:pt>
                <c:pt idx="338">
                  <c:v>87.205170816181436</c:v>
                </c:pt>
                <c:pt idx="339">
                  <c:v>87.45368735641766</c:v>
                </c:pt>
                <c:pt idx="340">
                  <c:v>88.278737132281847</c:v>
                </c:pt>
                <c:pt idx="341">
                  <c:v>89.672622674114876</c:v>
                </c:pt>
                <c:pt idx="342">
                  <c:v>90.157881182046381</c:v>
                </c:pt>
                <c:pt idx="343">
                  <c:v>90.719311138283118</c:v>
                </c:pt>
                <c:pt idx="344">
                  <c:v>90.302149338606185</c:v>
                </c:pt>
                <c:pt idx="345">
                  <c:v>90.58000033742313</c:v>
                </c:pt>
                <c:pt idx="346">
                  <c:v>90.287865517117453</c:v>
                </c:pt>
                <c:pt idx="347">
                  <c:v>92.599194431137136</c:v>
                </c:pt>
                <c:pt idx="348">
                  <c:v>93.660427566238553</c:v>
                </c:pt>
                <c:pt idx="349">
                  <c:v>95.304763515884645</c:v>
                </c:pt>
                <c:pt idx="350">
                  <c:v>95.758962614159287</c:v>
                </c:pt>
                <c:pt idx="351">
                  <c:v>95.338950084793339</c:v>
                </c:pt>
                <c:pt idx="352">
                  <c:v>95.183418365510889</c:v>
                </c:pt>
                <c:pt idx="353">
                  <c:v>95.464329572987651</c:v>
                </c:pt>
                <c:pt idx="354">
                  <c:v>94.117311468540805</c:v>
                </c:pt>
                <c:pt idx="355">
                  <c:v>95.470480872628144</c:v>
                </c:pt>
                <c:pt idx="356">
                  <c:v>94.647392632467756</c:v>
                </c:pt>
                <c:pt idx="357">
                  <c:v>95.642940558928231</c:v>
                </c:pt>
                <c:pt idx="358">
                  <c:v>96.176938965615122</c:v>
                </c:pt>
                <c:pt idx="359">
                  <c:v>95.58469121392173</c:v>
                </c:pt>
                <c:pt idx="360">
                  <c:v>94.927042684586212</c:v>
                </c:pt>
                <c:pt idx="361">
                  <c:v>94.734685427893965</c:v>
                </c:pt>
                <c:pt idx="362">
                  <c:v>93.949900430771649</c:v>
                </c:pt>
                <c:pt idx="363">
                  <c:v>93.786015678029841</c:v>
                </c:pt>
                <c:pt idx="364">
                  <c:v>95.761588470023</c:v>
                </c:pt>
                <c:pt idx="365">
                  <c:v>95.935726233108198</c:v>
                </c:pt>
                <c:pt idx="366">
                  <c:v>95.584943967316349</c:v>
                </c:pt>
                <c:pt idx="367">
                  <c:v>94.452869667672473</c:v>
                </c:pt>
                <c:pt idx="368">
                  <c:v>94.256081560110516</c:v>
                </c:pt>
                <c:pt idx="369">
                  <c:v>95.936342279481693</c:v>
                </c:pt>
                <c:pt idx="370">
                  <c:v>96.025802554912431</c:v>
                </c:pt>
                <c:pt idx="371">
                  <c:v>96.223391189877262</c:v>
                </c:pt>
                <c:pt idx="372">
                  <c:v>97.950565018723992</c:v>
                </c:pt>
                <c:pt idx="373">
                  <c:v>98.06472263400704</c:v>
                </c:pt>
                <c:pt idx="374">
                  <c:v>97.464944810578132</c:v>
                </c:pt>
                <c:pt idx="375">
                  <c:v>97.277800716414205</c:v>
                </c:pt>
                <c:pt idx="376">
                  <c:v>96.813657819085989</c:v>
                </c:pt>
                <c:pt idx="377">
                  <c:v>96.703098775443991</c:v>
                </c:pt>
                <c:pt idx="378">
                  <c:v>98.422152698252347</c:v>
                </c:pt>
                <c:pt idx="379">
                  <c:v>99.87120127608911</c:v>
                </c:pt>
                <c:pt idx="380">
                  <c:v>99.918453647662503</c:v>
                </c:pt>
                <c:pt idx="381">
                  <c:v>100.5652016976465</c:v>
                </c:pt>
                <c:pt idx="382">
                  <c:v>103.76791204280124</c:v>
                </c:pt>
                <c:pt idx="383">
                  <c:v>103.95855022272468</c:v>
                </c:pt>
                <c:pt idx="384">
                  <c:v>103.87592535242008</c:v>
                </c:pt>
                <c:pt idx="385">
                  <c:v>102.84986065763408</c:v>
                </c:pt>
                <c:pt idx="386">
                  <c:v>100.00584082733954</c:v>
                </c:pt>
                <c:pt idx="387">
                  <c:v>100.51067145528197</c:v>
                </c:pt>
                <c:pt idx="388">
                  <c:v>100.05901962606333</c:v>
                </c:pt>
                <c:pt idx="389">
                  <c:v>100.36531325081509</c:v>
                </c:pt>
                <c:pt idx="390">
                  <c:v>100.63471325479192</c:v>
                </c:pt>
                <c:pt idx="391">
                  <c:v>100.14023698038064</c:v>
                </c:pt>
                <c:pt idx="392">
                  <c:v>101.70311133911895</c:v>
                </c:pt>
                <c:pt idx="393">
                  <c:v>100.94449518012006</c:v>
                </c:pt>
                <c:pt idx="394">
                  <c:v>99.285541811646667</c:v>
                </c:pt>
                <c:pt idx="395">
                  <c:v>99.282956728433263</c:v>
                </c:pt>
                <c:pt idx="396">
                  <c:v>99.990620144732446</c:v>
                </c:pt>
                <c:pt idx="397">
                  <c:v>97.447984010209964</c:v>
                </c:pt>
                <c:pt idx="398">
                  <c:v>97.80840544238869</c:v>
                </c:pt>
                <c:pt idx="399">
                  <c:v>99.53541985995696</c:v>
                </c:pt>
                <c:pt idx="400">
                  <c:v>99.925758164540042</c:v>
                </c:pt>
                <c:pt idx="401">
                  <c:v>99.21507695803929</c:v>
                </c:pt>
                <c:pt idx="402">
                  <c:v>98.403166144812872</c:v>
                </c:pt>
                <c:pt idx="403">
                  <c:v>98.199972082388285</c:v>
                </c:pt>
                <c:pt idx="404">
                  <c:v>98.090889685989538</c:v>
                </c:pt>
                <c:pt idx="405">
                  <c:v>95.857566547424668</c:v>
                </c:pt>
                <c:pt idx="406">
                  <c:v>96.189598720834113</c:v>
                </c:pt>
                <c:pt idx="407">
                  <c:v>96.544567358156044</c:v>
                </c:pt>
                <c:pt idx="408">
                  <c:v>98.770328689462573</c:v>
                </c:pt>
                <c:pt idx="409">
                  <c:v>98.368138998869469</c:v>
                </c:pt>
                <c:pt idx="410">
                  <c:v>100.15199490818897</c:v>
                </c:pt>
                <c:pt idx="411">
                  <c:v>100.26484343618039</c:v>
                </c:pt>
                <c:pt idx="412">
                  <c:v>98.6603443199851</c:v>
                </c:pt>
                <c:pt idx="413">
                  <c:v>98.634499604821997</c:v>
                </c:pt>
                <c:pt idx="414">
                  <c:v>98.886340104455002</c:v>
                </c:pt>
                <c:pt idx="415">
                  <c:v>98.722506722830261</c:v>
                </c:pt>
                <c:pt idx="416">
                  <c:v>98.604883577594364</c:v>
                </c:pt>
                <c:pt idx="417">
                  <c:v>97.267066810203559</c:v>
                </c:pt>
                <c:pt idx="418">
                  <c:v>97.215021336302513</c:v>
                </c:pt>
                <c:pt idx="419">
                  <c:v>96.563361977003666</c:v>
                </c:pt>
                <c:pt idx="420">
                  <c:v>98.060760081860153</c:v>
                </c:pt>
                <c:pt idx="421">
                  <c:v>98.828100094353857</c:v>
                </c:pt>
                <c:pt idx="422">
                  <c:v>102.80414739511529</c:v>
                </c:pt>
                <c:pt idx="423">
                  <c:v>99.553707946674209</c:v>
                </c:pt>
                <c:pt idx="424">
                  <c:v>96.300471612677271</c:v>
                </c:pt>
                <c:pt idx="425">
                  <c:v>95.306710858588218</c:v>
                </c:pt>
                <c:pt idx="426">
                  <c:v>95.021765495094385</c:v>
                </c:pt>
                <c:pt idx="427">
                  <c:v>94.126520303455436</c:v>
                </c:pt>
                <c:pt idx="428">
                  <c:v>91.361367248802608</c:v>
                </c:pt>
                <c:pt idx="429">
                  <c:v>91.902412668415423</c:v>
                </c:pt>
                <c:pt idx="430">
                  <c:v>91.534645077858443</c:v>
                </c:pt>
                <c:pt idx="431">
                  <c:v>91.368765100369956</c:v>
                </c:pt>
                <c:pt idx="432">
                  <c:v>90.028588285664739</c:v>
                </c:pt>
                <c:pt idx="433">
                  <c:v>89.738277907981271</c:v>
                </c:pt>
                <c:pt idx="434">
                  <c:v>91.898521426631916</c:v>
                </c:pt>
                <c:pt idx="435">
                  <c:v>91.117623773652994</c:v>
                </c:pt>
                <c:pt idx="436">
                  <c:v>90.229559570159054</c:v>
                </c:pt>
                <c:pt idx="437">
                  <c:v>91.291973564669959</c:v>
                </c:pt>
                <c:pt idx="438">
                  <c:v>91.537347276346424</c:v>
                </c:pt>
                <c:pt idx="439">
                  <c:v>90.824563076007337</c:v>
                </c:pt>
                <c:pt idx="440">
                  <c:v>92.82562648878303</c:v>
                </c:pt>
                <c:pt idx="441">
                  <c:v>93.519736337772471</c:v>
                </c:pt>
                <c:pt idx="442">
                  <c:v>92.004826456949274</c:v>
                </c:pt>
                <c:pt idx="443">
                  <c:v>92.503197134937139</c:v>
                </c:pt>
                <c:pt idx="444">
                  <c:v>91.779405566056596</c:v>
                </c:pt>
                <c:pt idx="445">
                  <c:v>91.753022931232451</c:v>
                </c:pt>
                <c:pt idx="446">
                  <c:v>91.341925136544873</c:v>
                </c:pt>
                <c:pt idx="447">
                  <c:v>91.133128834552693</c:v>
                </c:pt>
                <c:pt idx="448">
                  <c:v>90.07695350659678</c:v>
                </c:pt>
                <c:pt idx="449">
                  <c:v>89.061328345526007</c:v>
                </c:pt>
                <c:pt idx="450">
                  <c:v>89.026776167917987</c:v>
                </c:pt>
                <c:pt idx="451">
                  <c:v>87.8895492043997</c:v>
                </c:pt>
                <c:pt idx="452">
                  <c:v>89.004624012139232</c:v>
                </c:pt>
                <c:pt idx="453">
                  <c:v>88.582012532028131</c:v>
                </c:pt>
                <c:pt idx="454">
                  <c:v>89.489348383889308</c:v>
                </c:pt>
                <c:pt idx="455">
                  <c:v>90.42958841757779</c:v>
                </c:pt>
                <c:pt idx="456">
                  <c:v>89.396801049034266</c:v>
                </c:pt>
                <c:pt idx="457">
                  <c:v>88.712344132050433</c:v>
                </c:pt>
                <c:pt idx="458">
                  <c:v>90.345628077471744</c:v>
                </c:pt>
                <c:pt idx="459">
                  <c:v>91.083964749678813</c:v>
                </c:pt>
                <c:pt idx="460">
                  <c:v>90.664919180999391</c:v>
                </c:pt>
                <c:pt idx="461">
                  <c:v>91.437901153099247</c:v>
                </c:pt>
                <c:pt idx="462">
                  <c:v>93.301909797747996</c:v>
                </c:pt>
                <c:pt idx="463">
                  <c:v>93.704104002670107</c:v>
                </c:pt>
                <c:pt idx="464">
                  <c:v>94.617506087731641</c:v>
                </c:pt>
                <c:pt idx="465">
                  <c:v>94.722015806889345</c:v>
                </c:pt>
                <c:pt idx="466">
                  <c:v>95.366406754902755</c:v>
                </c:pt>
                <c:pt idx="467">
                  <c:v>94.831555414823427</c:v>
                </c:pt>
                <c:pt idx="468">
                  <c:v>93.326835726959686</c:v>
                </c:pt>
                <c:pt idx="469">
                  <c:v>93.562072025061511</c:v>
                </c:pt>
                <c:pt idx="470">
                  <c:v>94.358586753411956</c:v>
                </c:pt>
                <c:pt idx="471">
                  <c:v>96.59124596914512</c:v>
                </c:pt>
                <c:pt idx="472">
                  <c:v>97.687240649085211</c:v>
                </c:pt>
                <c:pt idx="473">
                  <c:v>97.308212032732641</c:v>
                </c:pt>
                <c:pt idx="474">
                  <c:v>100.05450519461837</c:v>
                </c:pt>
                <c:pt idx="475">
                  <c:v>100.59741816074076</c:v>
                </c:pt>
                <c:pt idx="476">
                  <c:v>101.3302198150964</c:v>
                </c:pt>
                <c:pt idx="477">
                  <c:v>102.49054546464703</c:v>
                </c:pt>
                <c:pt idx="478">
                  <c:v>102.00460510137802</c:v>
                </c:pt>
                <c:pt idx="479">
                  <c:v>101.68968959015032</c:v>
                </c:pt>
                <c:pt idx="480">
                  <c:v>101.65949526225548</c:v>
                </c:pt>
                <c:pt idx="481">
                  <c:v>102.09146930481887</c:v>
                </c:pt>
                <c:pt idx="482">
                  <c:v>102.23696359255952</c:v>
                </c:pt>
                <c:pt idx="483">
                  <c:v>102.30358404145305</c:v>
                </c:pt>
                <c:pt idx="484">
                  <c:v>101.8642553143555</c:v>
                </c:pt>
                <c:pt idx="485">
                  <c:v>102.22637181723982</c:v>
                </c:pt>
                <c:pt idx="486">
                  <c:v>103.62466079568779</c:v>
                </c:pt>
                <c:pt idx="487">
                  <c:v>104.25872138514093</c:v>
                </c:pt>
                <c:pt idx="488">
                  <c:v>105.18573561473107</c:v>
                </c:pt>
                <c:pt idx="489">
                  <c:v>105.35289112944665</c:v>
                </c:pt>
                <c:pt idx="490">
                  <c:v>104.43787195258693</c:v>
                </c:pt>
                <c:pt idx="491">
                  <c:v>104.38827077306439</c:v>
                </c:pt>
                <c:pt idx="492">
                  <c:v>104.14061329435812</c:v>
                </c:pt>
                <c:pt idx="493">
                  <c:v>103.67039488243402</c:v>
                </c:pt>
                <c:pt idx="494">
                  <c:v>104.6449541363522</c:v>
                </c:pt>
                <c:pt idx="495">
                  <c:v>104.65198771929519</c:v>
                </c:pt>
                <c:pt idx="496">
                  <c:v>104.8990461453719</c:v>
                </c:pt>
                <c:pt idx="497">
                  <c:v>104.91422764662853</c:v>
                </c:pt>
                <c:pt idx="498">
                  <c:v>105.07557047048769</c:v>
                </c:pt>
                <c:pt idx="499">
                  <c:v>106.97734372695088</c:v>
                </c:pt>
                <c:pt idx="500">
                  <c:v>109.17852368941654</c:v>
                </c:pt>
                <c:pt idx="501">
                  <c:v>109.8731604444378</c:v>
                </c:pt>
                <c:pt idx="502">
                  <c:v>108.79842196587398</c:v>
                </c:pt>
                <c:pt idx="503">
                  <c:v>107.2788883551698</c:v>
                </c:pt>
                <c:pt idx="504">
                  <c:v>107.9766131466902</c:v>
                </c:pt>
                <c:pt idx="505">
                  <c:v>109.08997566937008</c:v>
                </c:pt>
                <c:pt idx="506">
                  <c:v>109.36702453468833</c:v>
                </c:pt>
                <c:pt idx="507">
                  <c:v>110.24219341681699</c:v>
                </c:pt>
                <c:pt idx="508">
                  <c:v>111.33237662490218</c:v>
                </c:pt>
                <c:pt idx="509">
                  <c:v>112.56674139739782</c:v>
                </c:pt>
                <c:pt idx="510">
                  <c:v>111.80890548013629</c:v>
                </c:pt>
                <c:pt idx="511">
                  <c:v>112.5406653385765</c:v>
                </c:pt>
                <c:pt idx="512">
                  <c:v>112.49800674925856</c:v>
                </c:pt>
                <c:pt idx="513">
                  <c:v>111.5001263631638</c:v>
                </c:pt>
                <c:pt idx="514">
                  <c:v>112.89601353056021</c:v>
                </c:pt>
                <c:pt idx="515">
                  <c:v>113.22548161377104</c:v>
                </c:pt>
                <c:pt idx="516">
                  <c:v>113.99144632776088</c:v>
                </c:pt>
                <c:pt idx="517">
                  <c:v>113.47360196208655</c:v>
                </c:pt>
                <c:pt idx="518">
                  <c:v>112.90625929306762</c:v>
                </c:pt>
                <c:pt idx="519">
                  <c:v>112.40644851595415</c:v>
                </c:pt>
                <c:pt idx="520">
                  <c:v>112.83549610269391</c:v>
                </c:pt>
                <c:pt idx="521">
                  <c:v>115.99571000619147</c:v>
                </c:pt>
                <c:pt idx="522">
                  <c:v>117.49115026012262</c:v>
                </c:pt>
                <c:pt idx="523">
                  <c:v>117.72408272187307</c:v>
                </c:pt>
                <c:pt idx="524">
                  <c:v>117.70374545640068</c:v>
                </c:pt>
                <c:pt idx="525">
                  <c:v>117.6325087254278</c:v>
                </c:pt>
                <c:pt idx="526">
                  <c:v>117.56930280721032</c:v>
                </c:pt>
                <c:pt idx="527">
                  <c:v>119.61844146395995</c:v>
                </c:pt>
                <c:pt idx="528">
                  <c:v>118.8338089736789</c:v>
                </c:pt>
                <c:pt idx="529">
                  <c:v>119.86074606346297</c:v>
                </c:pt>
                <c:pt idx="530">
                  <c:v>119.00511107307986</c:v>
                </c:pt>
                <c:pt idx="531">
                  <c:v>119.71413798621909</c:v>
                </c:pt>
                <c:pt idx="532">
                  <c:v>119.19135770123884</c:v>
                </c:pt>
                <c:pt idx="533">
                  <c:v>120.32682332355198</c:v>
                </c:pt>
                <c:pt idx="534">
                  <c:v>120.97243553374172</c:v>
                </c:pt>
                <c:pt idx="535">
                  <c:v>121.11418235653994</c:v>
                </c:pt>
                <c:pt idx="536">
                  <c:v>119.25963005031184</c:v>
                </c:pt>
                <c:pt idx="537">
                  <c:v>118.61515031467671</c:v>
                </c:pt>
                <c:pt idx="538">
                  <c:v>117.86117338219573</c:v>
                </c:pt>
                <c:pt idx="539">
                  <c:v>117.46716459732083</c:v>
                </c:pt>
                <c:pt idx="540">
                  <c:v>121.53384240466914</c:v>
                </c:pt>
                <c:pt idx="541">
                  <c:v>122.27055217881664</c:v>
                </c:pt>
                <c:pt idx="542">
                  <c:v>121.33136620367351</c:v>
                </c:pt>
                <c:pt idx="543">
                  <c:v>121.9081270361951</c:v>
                </c:pt>
                <c:pt idx="544">
                  <c:v>122.69036861099575</c:v>
                </c:pt>
                <c:pt idx="545">
                  <c:v>122.2328600011178</c:v>
                </c:pt>
                <c:pt idx="546">
                  <c:v>122.67134403313588</c:v>
                </c:pt>
                <c:pt idx="547">
                  <c:v>123.24979528981385</c:v>
                </c:pt>
                <c:pt idx="548">
                  <c:v>123.01541871372071</c:v>
                </c:pt>
                <c:pt idx="549">
                  <c:v>123.61431454298098</c:v>
                </c:pt>
                <c:pt idx="550">
                  <c:v>123.63824750197658</c:v>
                </c:pt>
                <c:pt idx="551">
                  <c:v>124.63859726676944</c:v>
                </c:pt>
                <c:pt idx="552">
                  <c:v>123.32057541900419</c:v>
                </c:pt>
                <c:pt idx="553">
                  <c:v>123.15974865400928</c:v>
                </c:pt>
                <c:pt idx="554">
                  <c:v>123.52040302108411</c:v>
                </c:pt>
                <c:pt idx="555">
                  <c:v>122.95822268331628</c:v>
                </c:pt>
                <c:pt idx="556">
                  <c:v>123.01776067651515</c:v>
                </c:pt>
                <c:pt idx="557">
                  <c:v>124.67479486732967</c:v>
                </c:pt>
                <c:pt idx="558">
                  <c:v>124.27244467179364</c:v>
                </c:pt>
                <c:pt idx="559">
                  <c:v>124.06791303278217</c:v>
                </c:pt>
                <c:pt idx="560">
                  <c:v>124.41811173550373</c:v>
                </c:pt>
                <c:pt idx="561">
                  <c:v>121.7650630437504</c:v>
                </c:pt>
                <c:pt idx="562">
                  <c:v>121.73231172249639</c:v>
                </c:pt>
                <c:pt idx="563">
                  <c:v>121.79613800795896</c:v>
                </c:pt>
                <c:pt idx="564">
                  <c:v>121.21069638275969</c:v>
                </c:pt>
                <c:pt idx="565">
                  <c:v>121.53237638625706</c:v>
                </c:pt>
                <c:pt idx="566">
                  <c:v>121.22636261669625</c:v>
                </c:pt>
                <c:pt idx="567">
                  <c:v>122.46903887050249</c:v>
                </c:pt>
                <c:pt idx="568">
                  <c:v>122.46042741360831</c:v>
                </c:pt>
                <c:pt idx="569">
                  <c:v>124.0114212847724</c:v>
                </c:pt>
                <c:pt idx="570">
                  <c:v>123.61029063059095</c:v>
                </c:pt>
                <c:pt idx="571">
                  <c:v>125.32798018420175</c:v>
                </c:pt>
                <c:pt idx="572">
                  <c:v>125.55583365120015</c:v>
                </c:pt>
                <c:pt idx="573">
                  <c:v>126.13195986670091</c:v>
                </c:pt>
                <c:pt idx="574">
                  <c:v>126.23996722534481</c:v>
                </c:pt>
                <c:pt idx="575">
                  <c:v>126.94426348741474</c:v>
                </c:pt>
                <c:pt idx="576">
                  <c:v>127.05320948737234</c:v>
                </c:pt>
                <c:pt idx="577">
                  <c:v>127.49780791631021</c:v>
                </c:pt>
                <c:pt idx="578">
                  <c:v>128.09828848828531</c:v>
                </c:pt>
                <c:pt idx="579">
                  <c:v>128.80440058368657</c:v>
                </c:pt>
                <c:pt idx="580">
                  <c:v>129.46631245213607</c:v>
                </c:pt>
                <c:pt idx="581">
                  <c:v>131.39785832543151</c:v>
                </c:pt>
                <c:pt idx="582">
                  <c:v>130.75715455573967</c:v>
                </c:pt>
                <c:pt idx="583">
                  <c:v>132.4447737902012</c:v>
                </c:pt>
                <c:pt idx="584">
                  <c:v>132.56466984526909</c:v>
                </c:pt>
                <c:pt idx="585">
                  <c:v>132.20573202618303</c:v>
                </c:pt>
                <c:pt idx="586">
                  <c:v>131.09614575135501</c:v>
                </c:pt>
                <c:pt idx="587">
                  <c:v>131.74446279592874</c:v>
                </c:pt>
                <c:pt idx="588">
                  <c:v>132.1040908134116</c:v>
                </c:pt>
                <c:pt idx="589">
                  <c:v>130.47507897730415</c:v>
                </c:pt>
                <c:pt idx="590">
                  <c:v>129.25980444567182</c:v>
                </c:pt>
                <c:pt idx="591">
                  <c:v>128.03538002235595</c:v>
                </c:pt>
                <c:pt idx="592">
                  <c:v>126.36510907858506</c:v>
                </c:pt>
                <c:pt idx="593">
                  <c:v>127.3356296030867</c:v>
                </c:pt>
                <c:pt idx="594">
                  <c:v>128.59891269810265</c:v>
                </c:pt>
                <c:pt idx="595">
                  <c:v>127.54408134939412</c:v>
                </c:pt>
                <c:pt idx="596">
                  <c:v>126.95990133417384</c:v>
                </c:pt>
                <c:pt idx="597">
                  <c:v>126.38278637656774</c:v>
                </c:pt>
                <c:pt idx="598">
                  <c:v>126.42281116038779</c:v>
                </c:pt>
                <c:pt idx="599">
                  <c:v>128.19359235929113</c:v>
                </c:pt>
                <c:pt idx="600">
                  <c:v>129.02856046841356</c:v>
                </c:pt>
                <c:pt idx="601">
                  <c:v>128.51985356301921</c:v>
                </c:pt>
                <c:pt idx="602">
                  <c:v>128.42553498760438</c:v>
                </c:pt>
                <c:pt idx="603">
                  <c:v>129.10690994129277</c:v>
                </c:pt>
                <c:pt idx="604">
                  <c:v>128.06518827087754</c:v>
                </c:pt>
                <c:pt idx="605">
                  <c:v>128.27537570863916</c:v>
                </c:pt>
                <c:pt idx="606">
                  <c:v>128.33008293845197</c:v>
                </c:pt>
                <c:pt idx="607">
                  <c:v>129.00337335975073</c:v>
                </c:pt>
                <c:pt idx="608">
                  <c:v>130.55876419225413</c:v>
                </c:pt>
                <c:pt idx="609">
                  <c:v>131.02702595749113</c:v>
                </c:pt>
                <c:pt idx="610">
                  <c:v>131.20570883544306</c:v>
                </c:pt>
                <c:pt idx="611">
                  <c:v>131.45180421083319</c:v>
                </c:pt>
                <c:pt idx="612">
                  <c:v>131.07671546698865</c:v>
                </c:pt>
                <c:pt idx="613">
                  <c:v>132.22853957588501</c:v>
                </c:pt>
                <c:pt idx="614">
                  <c:v>131.91242722614052</c:v>
                </c:pt>
                <c:pt idx="615">
                  <c:v>131.12691714522441</c:v>
                </c:pt>
                <c:pt idx="616">
                  <c:v>129.92974261559397</c:v>
                </c:pt>
                <c:pt idx="617">
                  <c:v>126.82138961128894</c:v>
                </c:pt>
                <c:pt idx="618">
                  <c:v>126.00091855362795</c:v>
                </c:pt>
                <c:pt idx="619">
                  <c:v>125.21131687864708</c:v>
                </c:pt>
                <c:pt idx="620">
                  <c:v>122.54231179121324</c:v>
                </c:pt>
                <c:pt idx="621">
                  <c:v>123.422872295977</c:v>
                </c:pt>
                <c:pt idx="622">
                  <c:v>124.42057490458518</c:v>
                </c:pt>
                <c:pt idx="623">
                  <c:v>124.30480174574809</c:v>
                </c:pt>
                <c:pt idx="624">
                  <c:v>124.85645147773779</c:v>
                </c:pt>
                <c:pt idx="625">
                  <c:v>124.78887465191589</c:v>
                </c:pt>
                <c:pt idx="626">
                  <c:v>125.37400662257181</c:v>
                </c:pt>
                <c:pt idx="627">
                  <c:v>125.69482725134145</c:v>
                </c:pt>
                <c:pt idx="628">
                  <c:v>126.11727358597041</c:v>
                </c:pt>
                <c:pt idx="629">
                  <c:v>124.86658803122964</c:v>
                </c:pt>
                <c:pt idx="630">
                  <c:v>128.54663368740137</c:v>
                </c:pt>
                <c:pt idx="631">
                  <c:v>128.95605607502486</c:v>
                </c:pt>
                <c:pt idx="632">
                  <c:v>128.33449378588867</c:v>
                </c:pt>
                <c:pt idx="633">
                  <c:v>126.33055032385087</c:v>
                </c:pt>
                <c:pt idx="634">
                  <c:v>124.75101251917448</c:v>
                </c:pt>
                <c:pt idx="635">
                  <c:v>125.24089558079028</c:v>
                </c:pt>
                <c:pt idx="636">
                  <c:v>126.12449028638551</c:v>
                </c:pt>
                <c:pt idx="637">
                  <c:v>129.93532588247021</c:v>
                </c:pt>
                <c:pt idx="638">
                  <c:v>130.56477213910722</c:v>
                </c:pt>
                <c:pt idx="639">
                  <c:v>129.00605432090268</c:v>
                </c:pt>
                <c:pt idx="640">
                  <c:v>130.098362436103</c:v>
                </c:pt>
                <c:pt idx="641">
                  <c:v>133.08112490861114</c:v>
                </c:pt>
                <c:pt idx="642">
                  <c:v>134.28495000461743</c:v>
                </c:pt>
                <c:pt idx="643">
                  <c:v>133.55778412620737</c:v>
                </c:pt>
                <c:pt idx="644">
                  <c:v>131.98362063129309</c:v>
                </c:pt>
                <c:pt idx="645">
                  <c:v>130.86484724491706</c:v>
                </c:pt>
                <c:pt idx="646">
                  <c:v>131.74961151815486</c:v>
                </c:pt>
                <c:pt idx="647">
                  <c:v>132.59065908753365</c:v>
                </c:pt>
                <c:pt idx="648">
                  <c:v>131.02757734017533</c:v>
                </c:pt>
                <c:pt idx="649">
                  <c:v>130.46820028687796</c:v>
                </c:pt>
                <c:pt idx="650">
                  <c:v>130.42435001408393</c:v>
                </c:pt>
                <c:pt idx="651">
                  <c:v>131.74638413082985</c:v>
                </c:pt>
                <c:pt idx="652">
                  <c:v>134.13175754895687</c:v>
                </c:pt>
                <c:pt idx="653">
                  <c:v>133.90669293767399</c:v>
                </c:pt>
                <c:pt idx="654">
                  <c:v>133.88533986285347</c:v>
                </c:pt>
                <c:pt idx="655">
                  <c:v>134.53978853322164</c:v>
                </c:pt>
                <c:pt idx="656">
                  <c:v>134.38105584692326</c:v>
                </c:pt>
                <c:pt idx="657">
                  <c:v>134.60766764249399</c:v>
                </c:pt>
                <c:pt idx="658">
                  <c:v>135.29959482547136</c:v>
                </c:pt>
                <c:pt idx="659">
                  <c:v>135.63654022857884</c:v>
                </c:pt>
                <c:pt idx="660">
                  <c:v>135.40224023894245</c:v>
                </c:pt>
                <c:pt idx="661">
                  <c:v>132.9130428610826</c:v>
                </c:pt>
                <c:pt idx="662">
                  <c:v>132.1761353091002</c:v>
                </c:pt>
                <c:pt idx="663">
                  <c:v>131.67279183829487</c:v>
                </c:pt>
                <c:pt idx="664">
                  <c:v>131.94045953177698</c:v>
                </c:pt>
                <c:pt idx="665">
                  <c:v>130.36404229262081</c:v>
                </c:pt>
                <c:pt idx="666">
                  <c:v>131.25400208852435</c:v>
                </c:pt>
                <c:pt idx="667">
                  <c:v>132.78875836307824</c:v>
                </c:pt>
                <c:pt idx="668">
                  <c:v>131.72449182492588</c:v>
                </c:pt>
                <c:pt idx="669">
                  <c:v>131.13140438699938</c:v>
                </c:pt>
                <c:pt idx="670">
                  <c:v>132.36736938062879</c:v>
                </c:pt>
                <c:pt idx="671">
                  <c:v>134.18164786935887</c:v>
                </c:pt>
                <c:pt idx="672">
                  <c:v>134.97354950497777</c:v>
                </c:pt>
                <c:pt idx="673">
                  <c:v>135.58562128193313</c:v>
                </c:pt>
                <c:pt idx="674">
                  <c:v>135.06114344929674</c:v>
                </c:pt>
                <c:pt idx="675">
                  <c:v>134.79875350117177</c:v>
                </c:pt>
                <c:pt idx="676">
                  <c:v>135.39622387672114</c:v>
                </c:pt>
                <c:pt idx="677">
                  <c:v>135.50960216632592</c:v>
                </c:pt>
                <c:pt idx="678">
                  <c:v>134.34693104019578</c:v>
                </c:pt>
                <c:pt idx="679">
                  <c:v>134.28540514259345</c:v>
                </c:pt>
                <c:pt idx="680">
                  <c:v>135.06063049225807</c:v>
                </c:pt>
                <c:pt idx="681">
                  <c:v>133.89006219264857</c:v>
                </c:pt>
                <c:pt idx="682">
                  <c:v>134.53111088340231</c:v>
                </c:pt>
                <c:pt idx="683">
                  <c:v>134.82832299661661</c:v>
                </c:pt>
                <c:pt idx="684">
                  <c:v>135.79179834090795</c:v>
                </c:pt>
                <c:pt idx="685">
                  <c:v>136.55475988599477</c:v>
                </c:pt>
                <c:pt idx="686">
                  <c:v>137.02355593853542</c:v>
                </c:pt>
                <c:pt idx="687">
                  <c:v>136.9109841575073</c:v>
                </c:pt>
                <c:pt idx="688">
                  <c:v>135.68631139365303</c:v>
                </c:pt>
                <c:pt idx="689">
                  <c:v>136.10904355581775</c:v>
                </c:pt>
                <c:pt idx="690">
                  <c:v>137.0284066211002</c:v>
                </c:pt>
                <c:pt idx="691">
                  <c:v>138.73214498736016</c:v>
                </c:pt>
                <c:pt idx="692">
                  <c:v>137.72238184399427</c:v>
                </c:pt>
                <c:pt idx="693">
                  <c:v>138.91107492977463</c:v>
                </c:pt>
                <c:pt idx="694">
                  <c:v>140.52323058698693</c:v>
                </c:pt>
                <c:pt idx="695">
                  <c:v>142.77149568491103</c:v>
                </c:pt>
                <c:pt idx="696">
                  <c:v>143.08598413326331</c:v>
                </c:pt>
                <c:pt idx="697">
                  <c:v>145.20130464462096</c:v>
                </c:pt>
                <c:pt idx="698">
                  <c:v>145.5370719758227</c:v>
                </c:pt>
                <c:pt idx="699">
                  <c:v>146.1205471094338</c:v>
                </c:pt>
                <c:pt idx="700">
                  <c:v>146.2898794611377</c:v>
                </c:pt>
                <c:pt idx="701">
                  <c:v>144.59977992958923</c:v>
                </c:pt>
                <c:pt idx="702">
                  <c:v>145.33566305926792</c:v>
                </c:pt>
                <c:pt idx="703">
                  <c:v>144.66568812834456</c:v>
                </c:pt>
                <c:pt idx="704">
                  <c:v>137.79735007129497</c:v>
                </c:pt>
                <c:pt idx="705">
                  <c:v>135.76438271817293</c:v>
                </c:pt>
                <c:pt idx="706">
                  <c:v>135.30518668594922</c:v>
                </c:pt>
                <c:pt idx="707">
                  <c:v>136.57600732251063</c:v>
                </c:pt>
                <c:pt idx="708">
                  <c:v>133.73659319072055</c:v>
                </c:pt>
                <c:pt idx="709">
                  <c:v>135.16322630676345</c:v>
                </c:pt>
                <c:pt idx="710">
                  <c:v>133.59645210654782</c:v>
                </c:pt>
                <c:pt idx="711">
                  <c:v>134.46176573508049</c:v>
                </c:pt>
                <c:pt idx="712">
                  <c:v>133.1105725054247</c:v>
                </c:pt>
                <c:pt idx="713">
                  <c:v>132.55329804425426</c:v>
                </c:pt>
                <c:pt idx="714">
                  <c:v>130.32379145347312</c:v>
                </c:pt>
                <c:pt idx="715">
                  <c:v>129.70158944523891</c:v>
                </c:pt>
                <c:pt idx="716">
                  <c:v>131.95853794665896</c:v>
                </c:pt>
                <c:pt idx="717">
                  <c:v>134.29756190155564</c:v>
                </c:pt>
                <c:pt idx="718">
                  <c:v>132.32342700518859</c:v>
                </c:pt>
                <c:pt idx="719">
                  <c:v>130.37713829166017</c:v>
                </c:pt>
                <c:pt idx="720">
                  <c:v>129.06972343892267</c:v>
                </c:pt>
                <c:pt idx="721">
                  <c:v>128.97716085249283</c:v>
                </c:pt>
                <c:pt idx="722">
                  <c:v>127.1687881605778</c:v>
                </c:pt>
                <c:pt idx="723">
                  <c:v>125.59342265857968</c:v>
                </c:pt>
                <c:pt idx="724">
                  <c:v>127.46383395051176</c:v>
                </c:pt>
                <c:pt idx="725">
                  <c:v>126.21369396372899</c:v>
                </c:pt>
                <c:pt idx="726">
                  <c:v>128.75243847415999</c:v>
                </c:pt>
                <c:pt idx="727">
                  <c:v>129.27873118846065</c:v>
                </c:pt>
                <c:pt idx="728">
                  <c:v>129.06919434399521</c:v>
                </c:pt>
                <c:pt idx="729">
                  <c:v>127.61913564081812</c:v>
                </c:pt>
                <c:pt idx="730">
                  <c:v>126.02646753445968</c:v>
                </c:pt>
                <c:pt idx="731">
                  <c:v>125.31537582479466</c:v>
                </c:pt>
                <c:pt idx="732">
                  <c:v>125.76855660975534</c:v>
                </c:pt>
                <c:pt idx="733">
                  <c:v>125.43988526054177</c:v>
                </c:pt>
                <c:pt idx="734">
                  <c:v>122.85869889678723</c:v>
                </c:pt>
                <c:pt idx="735">
                  <c:v>126.27933919659299</c:v>
                </c:pt>
                <c:pt idx="736">
                  <c:v>127.47972920007908</c:v>
                </c:pt>
                <c:pt idx="737">
                  <c:v>126.10843883558408</c:v>
                </c:pt>
                <c:pt idx="738">
                  <c:v>127.43325998605047</c:v>
                </c:pt>
                <c:pt idx="739">
                  <c:v>125.45263699877972</c:v>
                </c:pt>
                <c:pt idx="740">
                  <c:v>128.65743692821371</c:v>
                </c:pt>
                <c:pt idx="741">
                  <c:v>129.388871740052</c:v>
                </c:pt>
                <c:pt idx="742">
                  <c:v>130.65656836456949</c:v>
                </c:pt>
                <c:pt idx="743">
                  <c:v>130.33913954584696</c:v>
                </c:pt>
                <c:pt idx="744">
                  <c:v>130.62092623966743</c:v>
                </c:pt>
                <c:pt idx="745">
                  <c:v>130.79388872307635</c:v>
                </c:pt>
                <c:pt idx="746">
                  <c:v>130.53482453543739</c:v>
                </c:pt>
                <c:pt idx="747">
                  <c:v>129.202835826171</c:v>
                </c:pt>
                <c:pt idx="748">
                  <c:v>129.12460474666744</c:v>
                </c:pt>
                <c:pt idx="749">
                  <c:v>127.73585161631546</c:v>
                </c:pt>
                <c:pt idx="750">
                  <c:v>127.4331961074687</c:v>
                </c:pt>
                <c:pt idx="751">
                  <c:v>127.5710239783635</c:v>
                </c:pt>
                <c:pt idx="752">
                  <c:v>125.77345036030817</c:v>
                </c:pt>
                <c:pt idx="753">
                  <c:v>126.52093503238154</c:v>
                </c:pt>
                <c:pt idx="754">
                  <c:v>128.55694839605667</c:v>
                </c:pt>
                <c:pt idx="755">
                  <c:v>129.25088716269295</c:v>
                </c:pt>
                <c:pt idx="756">
                  <c:v>129.66269793204719</c:v>
                </c:pt>
                <c:pt idx="757">
                  <c:v>129.9553447198933</c:v>
                </c:pt>
                <c:pt idx="758">
                  <c:v>129.85020774246792</c:v>
                </c:pt>
                <c:pt idx="759">
                  <c:v>130.23757384645666</c:v>
                </c:pt>
                <c:pt idx="760">
                  <c:v>131.48778212485695</c:v>
                </c:pt>
                <c:pt idx="761">
                  <c:v>131.22203801695076</c:v>
                </c:pt>
                <c:pt idx="762">
                  <c:v>131.10993266759431</c:v>
                </c:pt>
                <c:pt idx="763">
                  <c:v>132.83756252746946</c:v>
                </c:pt>
                <c:pt idx="764">
                  <c:v>132.53523270505841</c:v>
                </c:pt>
                <c:pt idx="765">
                  <c:v>130.49670630392711</c:v>
                </c:pt>
                <c:pt idx="766">
                  <c:v>130.17183157338968</c:v>
                </c:pt>
                <c:pt idx="767">
                  <c:v>128.72241113321437</c:v>
                </c:pt>
                <c:pt idx="768">
                  <c:v>127.8560150034247</c:v>
                </c:pt>
                <c:pt idx="769">
                  <c:v>128.12052489308954</c:v>
                </c:pt>
                <c:pt idx="770">
                  <c:v>127.29337132753878</c:v>
                </c:pt>
                <c:pt idx="771">
                  <c:v>128.61204944359528</c:v>
                </c:pt>
                <c:pt idx="772">
                  <c:v>130.12321777622495</c:v>
                </c:pt>
                <c:pt idx="773">
                  <c:v>131.81057941164764</c:v>
                </c:pt>
                <c:pt idx="774">
                  <c:v>130.87300135887972</c:v>
                </c:pt>
                <c:pt idx="775">
                  <c:v>131.60924429103937</c:v>
                </c:pt>
                <c:pt idx="776">
                  <c:v>135.10228717065593</c:v>
                </c:pt>
                <c:pt idx="777">
                  <c:v>134.31612712576722</c:v>
                </c:pt>
                <c:pt idx="778">
                  <c:v>132.38257701000924</c:v>
                </c:pt>
                <c:pt idx="779">
                  <c:v>132.10280426045281</c:v>
                </c:pt>
                <c:pt idx="780">
                  <c:v>132.96622246505439</c:v>
                </c:pt>
                <c:pt idx="781">
                  <c:v>133.76684726143282</c:v>
                </c:pt>
                <c:pt idx="782">
                  <c:v>132.43385503143645</c:v>
                </c:pt>
                <c:pt idx="783">
                  <c:v>132.81311246858536</c:v>
                </c:pt>
                <c:pt idx="784">
                  <c:v>133.3432635456644</c:v>
                </c:pt>
                <c:pt idx="785">
                  <c:v>133.1909826235262</c:v>
                </c:pt>
                <c:pt idx="786">
                  <c:v>132.66598713049888</c:v>
                </c:pt>
                <c:pt idx="787">
                  <c:v>131.38653672309724</c:v>
                </c:pt>
                <c:pt idx="788">
                  <c:v>131.24820471390603</c:v>
                </c:pt>
                <c:pt idx="789">
                  <c:v>130.29221462956968</c:v>
                </c:pt>
                <c:pt idx="790">
                  <c:v>131.87113868583094</c:v>
                </c:pt>
                <c:pt idx="791">
                  <c:v>131.35505581783363</c:v>
                </c:pt>
                <c:pt idx="792">
                  <c:v>133.52623203950702</c:v>
                </c:pt>
                <c:pt idx="793">
                  <c:v>132.00782816213427</c:v>
                </c:pt>
                <c:pt idx="794">
                  <c:v>131.92693839144255</c:v>
                </c:pt>
                <c:pt idx="795">
                  <c:v>130.35935880890642</c:v>
                </c:pt>
                <c:pt idx="796">
                  <c:v>129.09256846449736</c:v>
                </c:pt>
                <c:pt idx="797">
                  <c:v>129.97159361840053</c:v>
                </c:pt>
                <c:pt idx="798">
                  <c:v>129.2220789484409</c:v>
                </c:pt>
                <c:pt idx="799">
                  <c:v>128.96001545492501</c:v>
                </c:pt>
                <c:pt idx="800">
                  <c:v>130.09119185679779</c:v>
                </c:pt>
                <c:pt idx="801">
                  <c:v>130.31723283211105</c:v>
                </c:pt>
                <c:pt idx="802">
                  <c:v>130.04109410835653</c:v>
                </c:pt>
                <c:pt idx="803">
                  <c:v>131.73202996467413</c:v>
                </c:pt>
                <c:pt idx="804">
                  <c:v>132.16465030151633</c:v>
                </c:pt>
                <c:pt idx="805">
                  <c:v>131.71232126409501</c:v>
                </c:pt>
                <c:pt idx="806">
                  <c:v>133.12788507647045</c:v>
                </c:pt>
                <c:pt idx="807">
                  <c:v>133.11208841286265</c:v>
                </c:pt>
                <c:pt idx="808">
                  <c:v>131.50382760848925</c:v>
                </c:pt>
                <c:pt idx="809">
                  <c:v>133.68640069299269</c:v>
                </c:pt>
                <c:pt idx="810">
                  <c:v>132.53891941307111</c:v>
                </c:pt>
                <c:pt idx="811">
                  <c:v>131.57422028303793</c:v>
                </c:pt>
                <c:pt idx="812">
                  <c:v>131.95989172687018</c:v>
                </c:pt>
                <c:pt idx="813">
                  <c:v>132.89716737722026</c:v>
                </c:pt>
                <c:pt idx="814">
                  <c:v>132.05976190850507</c:v>
                </c:pt>
                <c:pt idx="815">
                  <c:v>132.81918713750366</c:v>
                </c:pt>
                <c:pt idx="816">
                  <c:v>134.86064294355918</c:v>
                </c:pt>
                <c:pt idx="817">
                  <c:v>135.97860113712267</c:v>
                </c:pt>
                <c:pt idx="818">
                  <c:v>136.90536839759517</c:v>
                </c:pt>
                <c:pt idx="819">
                  <c:v>136.81004710876653</c:v>
                </c:pt>
                <c:pt idx="820">
                  <c:v>135.98645598317498</c:v>
                </c:pt>
                <c:pt idx="821">
                  <c:v>135.29213893642472</c:v>
                </c:pt>
                <c:pt idx="822">
                  <c:v>136.10173716527132</c:v>
                </c:pt>
                <c:pt idx="823">
                  <c:v>137.31929782749242</c:v>
                </c:pt>
                <c:pt idx="824">
                  <c:v>136.97484901812874</c:v>
                </c:pt>
                <c:pt idx="825">
                  <c:v>138.20095698336127</c:v>
                </c:pt>
                <c:pt idx="826">
                  <c:v>139.51483309783146</c:v>
                </c:pt>
                <c:pt idx="827">
                  <c:v>137.88726396344202</c:v>
                </c:pt>
                <c:pt idx="828">
                  <c:v>135.26096553742497</c:v>
                </c:pt>
                <c:pt idx="829">
                  <c:v>136.36711704516236</c:v>
                </c:pt>
                <c:pt idx="830">
                  <c:v>133.95168071300736</c:v>
                </c:pt>
                <c:pt idx="831">
                  <c:v>135.40545085610194</c:v>
                </c:pt>
                <c:pt idx="832">
                  <c:v>137.01727907746894</c:v>
                </c:pt>
                <c:pt idx="833">
                  <c:v>137.12491702150646</c:v>
                </c:pt>
                <c:pt idx="834">
                  <c:v>135.23455766216543</c:v>
                </c:pt>
                <c:pt idx="835">
                  <c:v>134.164664509311</c:v>
                </c:pt>
                <c:pt idx="836">
                  <c:v>135.33335270793887</c:v>
                </c:pt>
                <c:pt idx="837">
                  <c:v>133.75692511898231</c:v>
                </c:pt>
                <c:pt idx="838">
                  <c:v>132.60223536834047</c:v>
                </c:pt>
                <c:pt idx="839">
                  <c:v>128.98241879471385</c:v>
                </c:pt>
                <c:pt idx="840">
                  <c:v>129.11653137626124</c:v>
                </c:pt>
                <c:pt idx="841">
                  <c:v>129.21328790765588</c:v>
                </c:pt>
                <c:pt idx="842">
                  <c:v>126.71104199577027</c:v>
                </c:pt>
                <c:pt idx="843">
                  <c:v>125.30933556312422</c:v>
                </c:pt>
                <c:pt idx="844">
                  <c:v>124.61930771390601</c:v>
                </c:pt>
                <c:pt idx="845">
                  <c:v>127.87649740977467</c:v>
                </c:pt>
                <c:pt idx="846">
                  <c:v>124.97560312624381</c:v>
                </c:pt>
                <c:pt idx="847">
                  <c:v>123.50111594410453</c:v>
                </c:pt>
                <c:pt idx="848">
                  <c:v>122.23057393778808</c:v>
                </c:pt>
                <c:pt idx="849">
                  <c:v>120.43952779511811</c:v>
                </c:pt>
                <c:pt idx="850">
                  <c:v>116.12760475973819</c:v>
                </c:pt>
                <c:pt idx="851">
                  <c:v>117.60659704211827</c:v>
                </c:pt>
                <c:pt idx="852">
                  <c:v>117.97420478389151</c:v>
                </c:pt>
                <c:pt idx="853">
                  <c:v>117.05686757348712</c:v>
                </c:pt>
                <c:pt idx="854">
                  <c:v>117.79256538561894</c:v>
                </c:pt>
                <c:pt idx="855">
                  <c:v>116.05224193770677</c:v>
                </c:pt>
                <c:pt idx="856">
                  <c:v>113.76898678254452</c:v>
                </c:pt>
                <c:pt idx="857">
                  <c:v>112.84785371698858</c:v>
                </c:pt>
                <c:pt idx="858">
                  <c:v>111.90413534141425</c:v>
                </c:pt>
                <c:pt idx="859">
                  <c:v>115.47590722061162</c:v>
                </c:pt>
                <c:pt idx="860">
                  <c:v>112.63471675249919</c:v>
                </c:pt>
                <c:pt idx="861">
                  <c:v>116.33958331989551</c:v>
                </c:pt>
                <c:pt idx="862">
                  <c:v>116.03018051766477</c:v>
                </c:pt>
                <c:pt idx="863">
                  <c:v>117.0570606866289</c:v>
                </c:pt>
                <c:pt idx="864">
                  <c:v>115.48469162288471</c:v>
                </c:pt>
                <c:pt idx="865">
                  <c:v>115.66082344732445</c:v>
                </c:pt>
                <c:pt idx="866">
                  <c:v>114.42306701004807</c:v>
                </c:pt>
                <c:pt idx="867">
                  <c:v>115.65432343420706</c:v>
                </c:pt>
                <c:pt idx="868">
                  <c:v>114.50006847747242</c:v>
                </c:pt>
                <c:pt idx="869">
                  <c:v>112.51854138980944</c:v>
                </c:pt>
                <c:pt idx="870">
                  <c:v>114.93126045007634</c:v>
                </c:pt>
                <c:pt idx="871">
                  <c:v>113.9943509446168</c:v>
                </c:pt>
                <c:pt idx="872">
                  <c:v>114.9215888655056</c:v>
                </c:pt>
                <c:pt idx="873">
                  <c:v>115.95727295411558</c:v>
                </c:pt>
                <c:pt idx="874">
                  <c:v>119.046338401414</c:v>
                </c:pt>
                <c:pt idx="875">
                  <c:v>118.42548131910196</c:v>
                </c:pt>
                <c:pt idx="876">
                  <c:v>119.21982678134471</c:v>
                </c:pt>
                <c:pt idx="877">
                  <c:v>119.78198759418443</c:v>
                </c:pt>
                <c:pt idx="878">
                  <c:v>118.42531086737912</c:v>
                </c:pt>
                <c:pt idx="879">
                  <c:v>120.01734325243461</c:v>
                </c:pt>
                <c:pt idx="880">
                  <c:v>121.57660740156406</c:v>
                </c:pt>
                <c:pt idx="881">
                  <c:v>122.53321457765253</c:v>
                </c:pt>
                <c:pt idx="882">
                  <c:v>123.57234022581379</c:v>
                </c:pt>
                <c:pt idx="883">
                  <c:v>123.66224308294815</c:v>
                </c:pt>
                <c:pt idx="884">
                  <c:v>123.7672100696505</c:v>
                </c:pt>
                <c:pt idx="885">
                  <c:v>124.47199073307964</c:v>
                </c:pt>
                <c:pt idx="886">
                  <c:v>126.53557774002645</c:v>
                </c:pt>
                <c:pt idx="887">
                  <c:v>130.26132173031203</c:v>
                </c:pt>
                <c:pt idx="888">
                  <c:v>130.3728758386859</c:v>
                </c:pt>
                <c:pt idx="889">
                  <c:v>129.65701729673128</c:v>
                </c:pt>
                <c:pt idx="890">
                  <c:v>128.28549888530412</c:v>
                </c:pt>
                <c:pt idx="891">
                  <c:v>127.44832568756456</c:v>
                </c:pt>
                <c:pt idx="892">
                  <c:v>124.6776185261926</c:v>
                </c:pt>
                <c:pt idx="893">
                  <c:v>127.40727186507003</c:v>
                </c:pt>
                <c:pt idx="894">
                  <c:v>122.97100173926623</c:v>
                </c:pt>
                <c:pt idx="895">
                  <c:v>125.03136452320547</c:v>
                </c:pt>
                <c:pt idx="896">
                  <c:v>126.72795881421375</c:v>
                </c:pt>
                <c:pt idx="897">
                  <c:v>126.42210504425553</c:v>
                </c:pt>
                <c:pt idx="898">
                  <c:v>127.4282514264887</c:v>
                </c:pt>
                <c:pt idx="899">
                  <c:v>129.03961662365703</c:v>
                </c:pt>
                <c:pt idx="900">
                  <c:v>131.63259355412393</c:v>
                </c:pt>
                <c:pt idx="901">
                  <c:v>129.69976471189372</c:v>
                </c:pt>
                <c:pt idx="902">
                  <c:v>128.95206261849569</c:v>
                </c:pt>
                <c:pt idx="903">
                  <c:v>130.35096421414869</c:v>
                </c:pt>
                <c:pt idx="904">
                  <c:v>129.20689399386634</c:v>
                </c:pt>
                <c:pt idx="905">
                  <c:v>131.04214825943279</c:v>
                </c:pt>
                <c:pt idx="906">
                  <c:v>131.21099179383955</c:v>
                </c:pt>
                <c:pt idx="907">
                  <c:v>132.33275055461931</c:v>
                </c:pt>
                <c:pt idx="908">
                  <c:v>131.97749206338173</c:v>
                </c:pt>
                <c:pt idx="909">
                  <c:v>129.53164391001289</c:v>
                </c:pt>
                <c:pt idx="910">
                  <c:v>131.59135735518717</c:v>
                </c:pt>
                <c:pt idx="911">
                  <c:v>132.85192144346732</c:v>
                </c:pt>
                <c:pt idx="912">
                  <c:v>132.8163392138957</c:v>
                </c:pt>
                <c:pt idx="913">
                  <c:v>133.03711437651214</c:v>
                </c:pt>
                <c:pt idx="914">
                  <c:v>131.98124997366844</c:v>
                </c:pt>
                <c:pt idx="915">
                  <c:v>131.69797034961286</c:v>
                </c:pt>
                <c:pt idx="916">
                  <c:v>130.06374472330927</c:v>
                </c:pt>
                <c:pt idx="917">
                  <c:v>130.4143104733854</c:v>
                </c:pt>
                <c:pt idx="918">
                  <c:v>130.52391505101775</c:v>
                </c:pt>
                <c:pt idx="919">
                  <c:v>130.45056571064035</c:v>
                </c:pt>
                <c:pt idx="920">
                  <c:v>130.4740323853473</c:v>
                </c:pt>
                <c:pt idx="921">
                  <c:v>130.83946060834688</c:v>
                </c:pt>
                <c:pt idx="922">
                  <c:v>130.16654093526256</c:v>
                </c:pt>
                <c:pt idx="923">
                  <c:v>129.38266959496846</c:v>
                </c:pt>
                <c:pt idx="924">
                  <c:v>129.31535356090072</c:v>
                </c:pt>
                <c:pt idx="925">
                  <c:v>128.91844655824579</c:v>
                </c:pt>
                <c:pt idx="926">
                  <c:v>126.66974557516423</c:v>
                </c:pt>
                <c:pt idx="927">
                  <c:v>126.36163481815794</c:v>
                </c:pt>
                <c:pt idx="928">
                  <c:v>127.29140130812952</c:v>
                </c:pt>
                <c:pt idx="929">
                  <c:v>129.90577076397233</c:v>
                </c:pt>
                <c:pt idx="930">
                  <c:v>128.77016488051441</c:v>
                </c:pt>
                <c:pt idx="931">
                  <c:v>128.26019133219708</c:v>
                </c:pt>
                <c:pt idx="932">
                  <c:v>128.50403230573752</c:v>
                </c:pt>
                <c:pt idx="933">
                  <c:v>129.43091150987462</c:v>
                </c:pt>
                <c:pt idx="934">
                  <c:v>129.54857910882103</c:v>
                </c:pt>
                <c:pt idx="935">
                  <c:v>129.42463713907213</c:v>
                </c:pt>
                <c:pt idx="936">
                  <c:v>129.34916794021953</c:v>
                </c:pt>
                <c:pt idx="937">
                  <c:v>128.72932763004795</c:v>
                </c:pt>
                <c:pt idx="938">
                  <c:v>128.82280383618109</c:v>
                </c:pt>
                <c:pt idx="939">
                  <c:v>128.52721094079885</c:v>
                </c:pt>
                <c:pt idx="940">
                  <c:v>127.13087538416083</c:v>
                </c:pt>
                <c:pt idx="941">
                  <c:v>126.46661635269764</c:v>
                </c:pt>
                <c:pt idx="942">
                  <c:v>126.61180439814602</c:v>
                </c:pt>
                <c:pt idx="943">
                  <c:v>128.02874092279481</c:v>
                </c:pt>
                <c:pt idx="944">
                  <c:v>128.53133414552246</c:v>
                </c:pt>
                <c:pt idx="945">
                  <c:v>127.53832712662262</c:v>
                </c:pt>
                <c:pt idx="946">
                  <c:v>129.24230453829401</c:v>
                </c:pt>
                <c:pt idx="947">
                  <c:v>128.16465075110273</c:v>
                </c:pt>
                <c:pt idx="948">
                  <c:v>127.21019630331838</c:v>
                </c:pt>
                <c:pt idx="949">
                  <c:v>128.82465494429886</c:v>
                </c:pt>
                <c:pt idx="950">
                  <c:v>131.64373066713907</c:v>
                </c:pt>
                <c:pt idx="951">
                  <c:v>132.32229063460929</c:v>
                </c:pt>
                <c:pt idx="952">
                  <c:v>134.03779041665118</c:v>
                </c:pt>
                <c:pt idx="953">
                  <c:v>133.88255735397124</c:v>
                </c:pt>
                <c:pt idx="954">
                  <c:v>135.19886503833831</c:v>
                </c:pt>
                <c:pt idx="955">
                  <c:v>138.16935818774809</c:v>
                </c:pt>
                <c:pt idx="956">
                  <c:v>140.35437192729179</c:v>
                </c:pt>
                <c:pt idx="957">
                  <c:v>143.51103121050403</c:v>
                </c:pt>
                <c:pt idx="958">
                  <c:v>145.83303682297694</c:v>
                </c:pt>
                <c:pt idx="959">
                  <c:v>146.73128146377198</c:v>
                </c:pt>
                <c:pt idx="960">
                  <c:v>146.45957495034551</c:v>
                </c:pt>
                <c:pt idx="961">
                  <c:v>145.65561800548568</c:v>
                </c:pt>
                <c:pt idx="962">
                  <c:v>143.48336153769634</c:v>
                </c:pt>
                <c:pt idx="963">
                  <c:v>146.73316540795167</c:v>
                </c:pt>
                <c:pt idx="964">
                  <c:v>147.28877928852634</c:v>
                </c:pt>
                <c:pt idx="965">
                  <c:v>149.03708880453758</c:v>
                </c:pt>
                <c:pt idx="966">
                  <c:v>148.7068810602797</c:v>
                </c:pt>
                <c:pt idx="967">
                  <c:v>148.2166783386545</c:v>
                </c:pt>
                <c:pt idx="968">
                  <c:v>148.54067532471905</c:v>
                </c:pt>
                <c:pt idx="969">
                  <c:v>146.84999481119746</c:v>
                </c:pt>
                <c:pt idx="970">
                  <c:v>146.98181702885248</c:v>
                </c:pt>
                <c:pt idx="971">
                  <c:v>145.14527345124529</c:v>
                </c:pt>
                <c:pt idx="972">
                  <c:v>146.39751410741277</c:v>
                </c:pt>
                <c:pt idx="973">
                  <c:v>145.70943568292572</c:v>
                </c:pt>
                <c:pt idx="974">
                  <c:v>145.99851228411401</c:v>
                </c:pt>
                <c:pt idx="975">
                  <c:v>147.00734368823279</c:v>
                </c:pt>
                <c:pt idx="976">
                  <c:v>148.34817045573078</c:v>
                </c:pt>
                <c:pt idx="977">
                  <c:v>147.18561643690424</c:v>
                </c:pt>
                <c:pt idx="978">
                  <c:v>143.9077190623284</c:v>
                </c:pt>
                <c:pt idx="979">
                  <c:v>142.88841446511745</c:v>
                </c:pt>
                <c:pt idx="980">
                  <c:v>144.41059424478144</c:v>
                </c:pt>
                <c:pt idx="981">
                  <c:v>142.88632328565714</c:v>
                </c:pt>
                <c:pt idx="982">
                  <c:v>144.65254788388884</c:v>
                </c:pt>
                <c:pt idx="983">
                  <c:v>144.08509394158833</c:v>
                </c:pt>
                <c:pt idx="984">
                  <c:v>144.42275155061736</c:v>
                </c:pt>
                <c:pt idx="985">
                  <c:v>144.3717839120817</c:v>
                </c:pt>
                <c:pt idx="986">
                  <c:v>140.8317582663</c:v>
                </c:pt>
                <c:pt idx="987">
                  <c:v>139.76178899142118</c:v>
                </c:pt>
                <c:pt idx="988">
                  <c:v>140.40984782544703</c:v>
                </c:pt>
                <c:pt idx="989">
                  <c:v>137.90638092328444</c:v>
                </c:pt>
                <c:pt idx="990">
                  <c:v>138.39896323127954</c:v>
                </c:pt>
                <c:pt idx="991">
                  <c:v>138.8668704600133</c:v>
                </c:pt>
                <c:pt idx="992">
                  <c:v>149.52331477376927</c:v>
                </c:pt>
                <c:pt idx="993">
                  <c:v>146.94303531605536</c:v>
                </c:pt>
                <c:pt idx="994">
                  <c:v>147.92459404470816</c:v>
                </c:pt>
                <c:pt idx="995">
                  <c:v>147.54986357902368</c:v>
                </c:pt>
                <c:pt idx="996">
                  <c:v>151.58686637204278</c:v>
                </c:pt>
                <c:pt idx="997">
                  <c:v>153.69997297686925</c:v>
                </c:pt>
                <c:pt idx="998">
                  <c:v>153.44844663734403</c:v>
                </c:pt>
                <c:pt idx="999">
                  <c:v>151.40156899347141</c:v>
                </c:pt>
                <c:pt idx="1000">
                  <c:v>152.77755613845051</c:v>
                </c:pt>
                <c:pt idx="1001">
                  <c:v>151.94952089867121</c:v>
                </c:pt>
                <c:pt idx="1002">
                  <c:v>154.11912184898492</c:v>
                </c:pt>
                <c:pt idx="1003">
                  <c:v>154.1188316061548</c:v>
                </c:pt>
                <c:pt idx="1004">
                  <c:v>150.48788808304141</c:v>
                </c:pt>
                <c:pt idx="1005">
                  <c:v>151.54710108908418</c:v>
                </c:pt>
                <c:pt idx="1006">
                  <c:v>151.04495293598021</c:v>
                </c:pt>
                <c:pt idx="1007">
                  <c:v>152.25446064969145</c:v>
                </c:pt>
                <c:pt idx="1008">
                  <c:v>150.83127327919786</c:v>
                </c:pt>
                <c:pt idx="1009">
                  <c:v>150.98404891433088</c:v>
                </c:pt>
                <c:pt idx="1010">
                  <c:v>148.77866379187788</c:v>
                </c:pt>
                <c:pt idx="1011">
                  <c:v>146.54841353349477</c:v>
                </c:pt>
                <c:pt idx="1012">
                  <c:v>146.99801659829185</c:v>
                </c:pt>
                <c:pt idx="1013">
                  <c:v>147.33421878024905</c:v>
                </c:pt>
                <c:pt idx="1014">
                  <c:v>149.58915370782566</c:v>
                </c:pt>
                <c:pt idx="1015">
                  <c:v>148.90176005606426</c:v>
                </c:pt>
                <c:pt idx="1016">
                  <c:v>150.39545242919425</c:v>
                </c:pt>
                <c:pt idx="1017">
                  <c:v>151.97752930569598</c:v>
                </c:pt>
                <c:pt idx="1018">
                  <c:v>152.71516473950433</c:v>
                </c:pt>
                <c:pt idx="1019">
                  <c:v>152.58220128676646</c:v>
                </c:pt>
                <c:pt idx="1020">
                  <c:v>153.78377701016623</c:v>
                </c:pt>
                <c:pt idx="1021">
                  <c:v>153.29039563758545</c:v>
                </c:pt>
                <c:pt idx="1022">
                  <c:v>154.03164842411488</c:v>
                </c:pt>
                <c:pt idx="1023">
                  <c:v>154.47118071194527</c:v>
                </c:pt>
                <c:pt idx="1024">
                  <c:v>154.4905682332957</c:v>
                </c:pt>
                <c:pt idx="1025">
                  <c:v>150.60224814836445</c:v>
                </c:pt>
                <c:pt idx="1026">
                  <c:v>150.36246359695514</c:v>
                </c:pt>
                <c:pt idx="1027">
                  <c:v>150.5761405083617</c:v>
                </c:pt>
                <c:pt idx="1028">
                  <c:v>151.89117988527116</c:v>
                </c:pt>
                <c:pt idx="1029">
                  <c:v>150.83895664007858</c:v>
                </c:pt>
                <c:pt idx="1030">
                  <c:v>150.07654015202775</c:v>
                </c:pt>
                <c:pt idx="1031">
                  <c:v>150.72807241532041</c:v>
                </c:pt>
                <c:pt idx="1032">
                  <c:v>151.01605202364863</c:v>
                </c:pt>
                <c:pt idx="1033">
                  <c:v>149.36363772992922</c:v>
                </c:pt>
                <c:pt idx="1034">
                  <c:v>146.2317064056935</c:v>
                </c:pt>
                <c:pt idx="1035">
                  <c:v>142.7299687530425</c:v>
                </c:pt>
                <c:pt idx="1036">
                  <c:v>141.82400110164377</c:v>
                </c:pt>
                <c:pt idx="1037">
                  <c:v>142.31679425436016</c:v>
                </c:pt>
                <c:pt idx="1038">
                  <c:v>143.55302596873634</c:v>
                </c:pt>
                <c:pt idx="1039">
                  <c:v>143.739163097991</c:v>
                </c:pt>
                <c:pt idx="1040">
                  <c:v>141.57825935804428</c:v>
                </c:pt>
                <c:pt idx="1041">
                  <c:v>141.77252187794798</c:v>
                </c:pt>
                <c:pt idx="1042">
                  <c:v>138.86846873255951</c:v>
                </c:pt>
                <c:pt idx="1043">
                  <c:v>137.39730785166387</c:v>
                </c:pt>
                <c:pt idx="1044">
                  <c:v>132.84688005428612</c:v>
                </c:pt>
                <c:pt idx="1045">
                  <c:v>133.95089162431441</c:v>
                </c:pt>
                <c:pt idx="1046">
                  <c:v>131.9863064746996</c:v>
                </c:pt>
                <c:pt idx="1047">
                  <c:v>134.13204086107868</c:v>
                </c:pt>
                <c:pt idx="1048">
                  <c:v>136.30320614992499</c:v>
                </c:pt>
                <c:pt idx="1049">
                  <c:v>131.59317525252285</c:v>
                </c:pt>
                <c:pt idx="1050">
                  <c:v>133.23192382702132</c:v>
                </c:pt>
                <c:pt idx="1051">
                  <c:v>133.81387541107387</c:v>
                </c:pt>
                <c:pt idx="1052">
                  <c:v>133.56539717739045</c:v>
                </c:pt>
                <c:pt idx="1053">
                  <c:v>132.03232435059272</c:v>
                </c:pt>
                <c:pt idx="1054">
                  <c:v>130.96774811470877</c:v>
                </c:pt>
                <c:pt idx="1055">
                  <c:v>127.46068357344599</c:v>
                </c:pt>
                <c:pt idx="1056">
                  <c:v>127.06319050236469</c:v>
                </c:pt>
                <c:pt idx="1057">
                  <c:v>130.91167880709045</c:v>
                </c:pt>
                <c:pt idx="1058">
                  <c:v>132.39247568232017</c:v>
                </c:pt>
                <c:pt idx="1059">
                  <c:v>131.08958729564341</c:v>
                </c:pt>
                <c:pt idx="1060">
                  <c:v>129.21666073480247</c:v>
                </c:pt>
                <c:pt idx="1061">
                  <c:v>125.61813228999702</c:v>
                </c:pt>
                <c:pt idx="1062">
                  <c:v>126.64207183545196</c:v>
                </c:pt>
                <c:pt idx="1063">
                  <c:v>128.41672503455288</c:v>
                </c:pt>
                <c:pt idx="1064">
                  <c:v>129.88695905855144</c:v>
                </c:pt>
                <c:pt idx="1065">
                  <c:v>131.03118907589848</c:v>
                </c:pt>
                <c:pt idx="1066">
                  <c:v>131.86854297499744</c:v>
                </c:pt>
                <c:pt idx="1067">
                  <c:v>133.90762541301223</c:v>
                </c:pt>
                <c:pt idx="1068">
                  <c:v>131.63696239253883</c:v>
                </c:pt>
                <c:pt idx="1069">
                  <c:v>127.7136402713631</c:v>
                </c:pt>
                <c:pt idx="1070">
                  <c:v>128.81391259746715</c:v>
                </c:pt>
                <c:pt idx="1071">
                  <c:v>127.15895699509629</c:v>
                </c:pt>
                <c:pt idx="1072">
                  <c:v>138.11862508837916</c:v>
                </c:pt>
                <c:pt idx="1073">
                  <c:v>145.70231650735676</c:v>
                </c:pt>
                <c:pt idx="1074">
                  <c:v>144.02524118314068</c:v>
                </c:pt>
                <c:pt idx="1075">
                  <c:v>140.79572701946438</c:v>
                </c:pt>
                <c:pt idx="1076">
                  <c:v>143.05499766011178</c:v>
                </c:pt>
                <c:pt idx="1077">
                  <c:v>142.58295387501542</c:v>
                </c:pt>
                <c:pt idx="1078">
                  <c:v>136.94848634564138</c:v>
                </c:pt>
                <c:pt idx="1079">
                  <c:v>135.07291811903548</c:v>
                </c:pt>
                <c:pt idx="1080">
                  <c:v>132.28663500482071</c:v>
                </c:pt>
                <c:pt idx="1081">
                  <c:v>132.25966562456901</c:v>
                </c:pt>
                <c:pt idx="1082">
                  <c:v>136.84748852135374</c:v>
                </c:pt>
                <c:pt idx="1083">
                  <c:v>133.28917703879225</c:v>
                </c:pt>
                <c:pt idx="1084">
                  <c:v>133.47350388488516</c:v>
                </c:pt>
                <c:pt idx="1085">
                  <c:v>134.13724214348363</c:v>
                </c:pt>
                <c:pt idx="1086">
                  <c:v>135.35824085935005</c:v>
                </c:pt>
                <c:pt idx="1087">
                  <c:v>134.92721111681752</c:v>
                </c:pt>
                <c:pt idx="1088">
                  <c:v>137.24362110283991</c:v>
                </c:pt>
                <c:pt idx="1089">
                  <c:v>138.26875045743827</c:v>
                </c:pt>
                <c:pt idx="1090">
                  <c:v>140.29151351398406</c:v>
                </c:pt>
                <c:pt idx="1091">
                  <c:v>140.39602509973969</c:v>
                </c:pt>
                <c:pt idx="1092">
                  <c:v>138.72632873070199</c:v>
                </c:pt>
                <c:pt idx="1093">
                  <c:v>140.67249451486686</c:v>
                </c:pt>
                <c:pt idx="1094">
                  <c:v>142.33660726001429</c:v>
                </c:pt>
                <c:pt idx="1095">
                  <c:v>143.32945776142111</c:v>
                </c:pt>
                <c:pt idx="1096">
                  <c:v>144.8073470436469</c:v>
                </c:pt>
                <c:pt idx="1097">
                  <c:v>145.0805692862823</c:v>
                </c:pt>
                <c:pt idx="1098">
                  <c:v>144.44385483386986</c:v>
                </c:pt>
                <c:pt idx="1099">
                  <c:v>145.98240241199525</c:v>
                </c:pt>
                <c:pt idx="1100">
                  <c:v>145.84400416652255</c:v>
                </c:pt>
                <c:pt idx="1101">
                  <c:v>145.90091135439718</c:v>
                </c:pt>
                <c:pt idx="1102">
                  <c:v>147.23311408548673</c:v>
                </c:pt>
                <c:pt idx="1103">
                  <c:v>144.28213725499688</c:v>
                </c:pt>
                <c:pt idx="1104">
                  <c:v>146.18222787751466</c:v>
                </c:pt>
                <c:pt idx="1105">
                  <c:v>146.10192217113848</c:v>
                </c:pt>
                <c:pt idx="1106">
                  <c:v>147.04621890354869</c:v>
                </c:pt>
                <c:pt idx="1107">
                  <c:v>147.61100352752777</c:v>
                </c:pt>
                <c:pt idx="1108">
                  <c:v>146.38297411663163</c:v>
                </c:pt>
                <c:pt idx="1109">
                  <c:v>148.89696154792972</c:v>
                </c:pt>
                <c:pt idx="1110">
                  <c:v>149.78012862505472</c:v>
                </c:pt>
                <c:pt idx="1111">
                  <c:v>151.00578193646598</c:v>
                </c:pt>
                <c:pt idx="1112">
                  <c:v>152.17589382766633</c:v>
                </c:pt>
                <c:pt idx="1113">
                  <c:v>151.33810318815711</c:v>
                </c:pt>
                <c:pt idx="1114">
                  <c:v>150.22803022607297</c:v>
                </c:pt>
                <c:pt idx="1115">
                  <c:v>149.26462272139705</c:v>
                </c:pt>
                <c:pt idx="1116">
                  <c:v>150.6152643035112</c:v>
                </c:pt>
                <c:pt idx="1117">
                  <c:v>148.57092645363309</c:v>
                </c:pt>
                <c:pt idx="1118">
                  <c:v>148.7745904600115</c:v>
                </c:pt>
                <c:pt idx="1119">
                  <c:v>148.58769218555642</c:v>
                </c:pt>
                <c:pt idx="1120">
                  <c:v>149.10690122307366</c:v>
                </c:pt>
                <c:pt idx="1121">
                  <c:v>151.3090119088188</c:v>
                </c:pt>
                <c:pt idx="1122">
                  <c:v>153.04392791947566</c:v>
                </c:pt>
                <c:pt idx="1123">
                  <c:v>152.37120281261224</c:v>
                </c:pt>
                <c:pt idx="1124">
                  <c:v>153.10280335511996</c:v>
                </c:pt>
                <c:pt idx="1125">
                  <c:v>153.3987704050667</c:v>
                </c:pt>
                <c:pt idx="1126">
                  <c:v>153.34223972481794</c:v>
                </c:pt>
                <c:pt idx="1127">
                  <c:v>153.86067170512916</c:v>
                </c:pt>
                <c:pt idx="1128">
                  <c:v>153.61706703740018</c:v>
                </c:pt>
                <c:pt idx="1129">
                  <c:v>153.33823354347572</c:v>
                </c:pt>
                <c:pt idx="1130">
                  <c:v>151.77955650131898</c:v>
                </c:pt>
                <c:pt idx="1131">
                  <c:v>153.85167986779319</c:v>
                </c:pt>
                <c:pt idx="1132">
                  <c:v>153.3134237176028</c:v>
                </c:pt>
                <c:pt idx="1133">
                  <c:v>152.39771020486046</c:v>
                </c:pt>
                <c:pt idx="1134">
                  <c:v>152.11932382000347</c:v>
                </c:pt>
                <c:pt idx="1135">
                  <c:v>153.73819683751506</c:v>
                </c:pt>
                <c:pt idx="1136">
                  <c:v>151.21717722614861</c:v>
                </c:pt>
                <c:pt idx="1137">
                  <c:v>146.48232026198022</c:v>
                </c:pt>
                <c:pt idx="1138">
                  <c:v>147.89031323615359</c:v>
                </c:pt>
                <c:pt idx="1139">
                  <c:v>147.27381185109527</c:v>
                </c:pt>
                <c:pt idx="1140">
                  <c:v>151.90498426088533</c:v>
                </c:pt>
                <c:pt idx="1141">
                  <c:v>152.58699167760881</c:v>
                </c:pt>
                <c:pt idx="1142">
                  <c:v>153.62102405782127</c:v>
                </c:pt>
                <c:pt idx="1143">
                  <c:v>152.87276501036519</c:v>
                </c:pt>
                <c:pt idx="1144">
                  <c:v>151.80028492484186</c:v>
                </c:pt>
                <c:pt idx="1145">
                  <c:v>151.8718795461248</c:v>
                </c:pt>
                <c:pt idx="1146">
                  <c:v>150.32706565553377</c:v>
                </c:pt>
                <c:pt idx="1147">
                  <c:v>147.90018290749529</c:v>
                </c:pt>
                <c:pt idx="1148">
                  <c:v>146.9789482191577</c:v>
                </c:pt>
                <c:pt idx="1149">
                  <c:v>145.76239773886078</c:v>
                </c:pt>
                <c:pt idx="1150">
                  <c:v>147.12083515819737</c:v>
                </c:pt>
                <c:pt idx="1151">
                  <c:v>148.24877239598092</c:v>
                </c:pt>
                <c:pt idx="1152">
                  <c:v>146.01950496910496</c:v>
                </c:pt>
                <c:pt idx="1153">
                  <c:v>145.79958740564913</c:v>
                </c:pt>
                <c:pt idx="1154">
                  <c:v>146.63361925473404</c:v>
                </c:pt>
                <c:pt idx="1155">
                  <c:v>144.95373373783374</c:v>
                </c:pt>
                <c:pt idx="1156">
                  <c:v>145.7683093666482</c:v>
                </c:pt>
                <c:pt idx="1157">
                  <c:v>140.98068914404675</c:v>
                </c:pt>
                <c:pt idx="1158">
                  <c:v>141.79617906119816</c:v>
                </c:pt>
                <c:pt idx="1159">
                  <c:v>145.83685263031066</c:v>
                </c:pt>
                <c:pt idx="1160">
                  <c:v>147.06442293736816</c:v>
                </c:pt>
                <c:pt idx="1161">
                  <c:v>148.51899204754508</c:v>
                </c:pt>
                <c:pt idx="1162">
                  <c:v>147.2508379445276</c:v>
                </c:pt>
                <c:pt idx="1163">
                  <c:v>148.55819448613127</c:v>
                </c:pt>
                <c:pt idx="1164">
                  <c:v>149.41034337000659</c:v>
                </c:pt>
                <c:pt idx="1165">
                  <c:v>147.72509102098934</c:v>
                </c:pt>
                <c:pt idx="1166">
                  <c:v>146.02503561468737</c:v>
                </c:pt>
                <c:pt idx="1167">
                  <c:v>145.29526088002967</c:v>
                </c:pt>
                <c:pt idx="1168">
                  <c:v>144.70489819780141</c:v>
                </c:pt>
                <c:pt idx="1169">
                  <c:v>146.0102606659612</c:v>
                </c:pt>
                <c:pt idx="1170">
                  <c:v>146.1205026272487</c:v>
                </c:pt>
                <c:pt idx="1171">
                  <c:v>143.29200602988996</c:v>
                </c:pt>
                <c:pt idx="1172">
                  <c:v>143.1707463447149</c:v>
                </c:pt>
                <c:pt idx="1173">
                  <c:v>142.83947248892167</c:v>
                </c:pt>
                <c:pt idx="1174">
                  <c:v>142.50549639597139</c:v>
                </c:pt>
                <c:pt idx="1175">
                  <c:v>136.49719121384169</c:v>
                </c:pt>
                <c:pt idx="1176">
                  <c:v>135.09320502259689</c:v>
                </c:pt>
                <c:pt idx="1177">
                  <c:v>135.35509829234235</c:v>
                </c:pt>
                <c:pt idx="1178">
                  <c:v>132.93097605704435</c:v>
                </c:pt>
                <c:pt idx="1179">
                  <c:v>120.96892812649439</c:v>
                </c:pt>
                <c:pt idx="1180">
                  <c:v>121.31545903660371</c:v>
                </c:pt>
                <c:pt idx="1181">
                  <c:v>109.26120171009893</c:v>
                </c:pt>
                <c:pt idx="1182">
                  <c:v>114.86423966205069</c:v>
                </c:pt>
                <c:pt idx="1183">
                  <c:v>105.14977886453677</c:v>
                </c:pt>
                <c:pt idx="1184">
                  <c:v>101.17274844326687</c:v>
                </c:pt>
                <c:pt idx="1185">
                  <c:v>93.800942825601055</c:v>
                </c:pt>
                <c:pt idx="1186">
                  <c:v>90.457073819232036</c:v>
                </c:pt>
                <c:pt idx="1187">
                  <c:v>91.511471756896398</c:v>
                </c:pt>
                <c:pt idx="1188">
                  <c:v>75.37135661415148</c:v>
                </c:pt>
                <c:pt idx="1189">
                  <c:v>75.945299960550798</c:v>
                </c:pt>
                <c:pt idx="1190">
                  <c:v>88.129571835389555</c:v>
                </c:pt>
                <c:pt idx="1191">
                  <c:v>90.199561999851738</c:v>
                </c:pt>
                <c:pt idx="1192">
                  <c:v>84.274817335010752</c:v>
                </c:pt>
                <c:pt idx="1193">
                  <c:v>85.85077714377384</c:v>
                </c:pt>
                <c:pt idx="1194">
                  <c:v>81.654929029688233</c:v>
                </c:pt>
                <c:pt idx="1195">
                  <c:v>76.903510149493371</c:v>
                </c:pt>
                <c:pt idx="1196">
                  <c:v>84.969253218785838</c:v>
                </c:pt>
                <c:pt idx="1197">
                  <c:v>88.050234095239404</c:v>
                </c:pt>
                <c:pt idx="1198">
                  <c:v>86.276725128705522</c:v>
                </c:pt>
                <c:pt idx="1199">
                  <c:v>85.462798583369604</c:v>
                </c:pt>
                <c:pt idx="1200">
                  <c:v>91.341715685102315</c:v>
                </c:pt>
                <c:pt idx="1201">
                  <c:v>90.535012902682936</c:v>
                </c:pt>
                <c:pt idx="1202">
                  <c:v>85.603482786002161</c:v>
                </c:pt>
                <c:pt idx="1203">
                  <c:v>86.716165505998219</c:v>
                </c:pt>
                <c:pt idx="1204">
                  <c:v>86.650390785021997</c:v>
                </c:pt>
                <c:pt idx="1205">
                  <c:v>91.503362187443301</c:v>
                </c:pt>
                <c:pt idx="1206">
                  <c:v>94.190953007676413</c:v>
                </c:pt>
                <c:pt idx="1207">
                  <c:v>96.919255258426602</c:v>
                </c:pt>
                <c:pt idx="1208">
                  <c:v>86.211453999582105</c:v>
                </c:pt>
                <c:pt idx="1209">
                  <c:v>87.195839457706455</c:v>
                </c:pt>
                <c:pt idx="1210">
                  <c:v>86.724140442182545</c:v>
                </c:pt>
                <c:pt idx="1211">
                  <c:v>84.648567785411899</c:v>
                </c:pt>
                <c:pt idx="1212">
                  <c:v>84.134091353550829</c:v>
                </c:pt>
                <c:pt idx="1213">
                  <c:v>88.049441575826478</c:v>
                </c:pt>
                <c:pt idx="1214">
                  <c:v>85.44639258765271</c:v>
                </c:pt>
                <c:pt idx="1215">
                  <c:v>84.261973390020074</c:v>
                </c:pt>
                <c:pt idx="1216">
                  <c:v>78.237218550979364</c:v>
                </c:pt>
                <c:pt idx="1217">
                  <c:v>78.128675108376484</c:v>
                </c:pt>
                <c:pt idx="1218">
                  <c:v>79.702289744944451</c:v>
                </c:pt>
                <c:pt idx="1219">
                  <c:v>79.120541910765411</c:v>
                </c:pt>
                <c:pt idx="1220">
                  <c:v>77.076938398093645</c:v>
                </c:pt>
                <c:pt idx="1221">
                  <c:v>83.616749586263381</c:v>
                </c:pt>
                <c:pt idx="1222">
                  <c:v>85.553181614716735</c:v>
                </c:pt>
                <c:pt idx="1223">
                  <c:v>86.250885346057174</c:v>
                </c:pt>
                <c:pt idx="1224">
                  <c:v>91.822168199720423</c:v>
                </c:pt>
                <c:pt idx="1225">
                  <c:v>93.982709400022145</c:v>
                </c:pt>
                <c:pt idx="1226">
                  <c:v>91.267211364330194</c:v>
                </c:pt>
                <c:pt idx="1227">
                  <c:v>94.227974379228229</c:v>
                </c:pt>
                <c:pt idx="1228">
                  <c:v>94.706633336060122</c:v>
                </c:pt>
                <c:pt idx="1229">
                  <c:v>92.808310013643762</c:v>
                </c:pt>
                <c:pt idx="1230">
                  <c:v>94.518915822350152</c:v>
                </c:pt>
                <c:pt idx="1231">
                  <c:v>91.552883092222018</c:v>
                </c:pt>
                <c:pt idx="1232">
                  <c:v>91.909076381180128</c:v>
                </c:pt>
                <c:pt idx="1233">
                  <c:v>88.454446188438993</c:v>
                </c:pt>
                <c:pt idx="1234">
                  <c:v>90.473868401966115</c:v>
                </c:pt>
                <c:pt idx="1235">
                  <c:v>89.622645267895905</c:v>
                </c:pt>
                <c:pt idx="1236">
                  <c:v>93.03395219978421</c:v>
                </c:pt>
                <c:pt idx="1237">
                  <c:v>94.649968927980083</c:v>
                </c:pt>
                <c:pt idx="1238">
                  <c:v>96.292296548320437</c:v>
                </c:pt>
                <c:pt idx="1239">
                  <c:v>98.760999957099457</c:v>
                </c:pt>
                <c:pt idx="1240">
                  <c:v>95.678277951454319</c:v>
                </c:pt>
                <c:pt idx="1241">
                  <c:v>96.126314434355081</c:v>
                </c:pt>
                <c:pt idx="1242">
                  <c:v>96.713811051482026</c:v>
                </c:pt>
                <c:pt idx="1243">
                  <c:v>95.55308367513878</c:v>
                </c:pt>
                <c:pt idx="1244">
                  <c:v>95.654897797546482</c:v>
                </c:pt>
                <c:pt idx="1245">
                  <c:v>98.30326255387665</c:v>
                </c:pt>
                <c:pt idx="1246">
                  <c:v>98.315922690857306</c:v>
                </c:pt>
                <c:pt idx="1247">
                  <c:v>97.864496702516732</c:v>
                </c:pt>
                <c:pt idx="1248">
                  <c:v>99.416497459058661</c:v>
                </c:pt>
                <c:pt idx="1249">
                  <c:v>102.18634117781323</c:v>
                </c:pt>
                <c:pt idx="1250">
                  <c:v>101.76485736782045</c:v>
                </c:pt>
                <c:pt idx="1251">
                  <c:v>103.25106033225104</c:v>
                </c:pt>
                <c:pt idx="1252">
                  <c:v>100.57795599774819</c:v>
                </c:pt>
                <c:pt idx="1253">
                  <c:v>99.36085015785963</c:v>
                </c:pt>
                <c:pt idx="1254">
                  <c:v>97.037130500094108</c:v>
                </c:pt>
                <c:pt idx="1255">
                  <c:v>98.882643643543787</c:v>
                </c:pt>
                <c:pt idx="1256">
                  <c:v>100.66166038357369</c:v>
                </c:pt>
                <c:pt idx="1257">
                  <c:v>103.00993907255351</c:v>
                </c:pt>
                <c:pt idx="1258">
                  <c:v>103.57982098795817</c:v>
                </c:pt>
                <c:pt idx="1259">
                  <c:v>104.39317455964957</c:v>
                </c:pt>
                <c:pt idx="1260">
                  <c:v>102.33147653075805</c:v>
                </c:pt>
                <c:pt idx="1261">
                  <c:v>98.797818234449466</c:v>
                </c:pt>
                <c:pt idx="1262">
                  <c:v>99.979142422158162</c:v>
                </c:pt>
                <c:pt idx="1263">
                  <c:v>99.821847550562836</c:v>
                </c:pt>
                <c:pt idx="1264">
                  <c:v>97.781264619624437</c:v>
                </c:pt>
                <c:pt idx="1265">
                  <c:v>97.840783969427989</c:v>
                </c:pt>
                <c:pt idx="1266">
                  <c:v>95.0103168614027</c:v>
                </c:pt>
                <c:pt idx="1267">
                  <c:v>96.754202964073997</c:v>
                </c:pt>
                <c:pt idx="1268">
                  <c:v>97.075530121580158</c:v>
                </c:pt>
                <c:pt idx="1269">
                  <c:v>97.738727814885934</c:v>
                </c:pt>
                <c:pt idx="1270">
                  <c:v>98.115318490715055</c:v>
                </c:pt>
                <c:pt idx="1271">
                  <c:v>98.877289308579762</c:v>
                </c:pt>
                <c:pt idx="1272">
                  <c:v>100.39963007706642</c:v>
                </c:pt>
                <c:pt idx="1273">
                  <c:v>100.58594578817868</c:v>
                </c:pt>
                <c:pt idx="1274">
                  <c:v>100.26918019102203</c:v>
                </c:pt>
                <c:pt idx="1275">
                  <c:v>98.01884269624361</c:v>
                </c:pt>
                <c:pt idx="1276">
                  <c:v>98.018429280091581</c:v>
                </c:pt>
                <c:pt idx="1277">
                  <c:v>100.17686193498031</c:v>
                </c:pt>
                <c:pt idx="1278">
                  <c:v>100.77618687684451</c:v>
                </c:pt>
                <c:pt idx="1279">
                  <c:v>99.15542901061788</c:v>
                </c:pt>
                <c:pt idx="1280">
                  <c:v>100.68371044624389</c:v>
                </c:pt>
                <c:pt idx="1281">
                  <c:v>103.15715450204955</c:v>
                </c:pt>
                <c:pt idx="1282">
                  <c:v>104.93518444264117</c:v>
                </c:pt>
                <c:pt idx="1283">
                  <c:v>106.45743631059558</c:v>
                </c:pt>
                <c:pt idx="1284">
                  <c:v>107.3439790007636</c:v>
                </c:pt>
                <c:pt idx="1285">
                  <c:v>113.02462739094295</c:v>
                </c:pt>
                <c:pt idx="1286">
                  <c:v>109.11793200679945</c:v>
                </c:pt>
                <c:pt idx="1287">
                  <c:v>110.54635295086935</c:v>
                </c:pt>
                <c:pt idx="1288">
                  <c:v>110.5449900404401</c:v>
                </c:pt>
                <c:pt idx="1289">
                  <c:v>108.44354208434534</c:v>
                </c:pt>
                <c:pt idx="1290">
                  <c:v>106.05008185738777</c:v>
                </c:pt>
                <c:pt idx="1291">
                  <c:v>105.7438424579821</c:v>
                </c:pt>
                <c:pt idx="1292">
                  <c:v>104.71747000642991</c:v>
                </c:pt>
                <c:pt idx="1293">
                  <c:v>102.17778973967455</c:v>
                </c:pt>
                <c:pt idx="1294">
                  <c:v>103.53977420326284</c:v>
                </c:pt>
                <c:pt idx="1295">
                  <c:v>103.43448359406096</c:v>
                </c:pt>
                <c:pt idx="1296">
                  <c:v>101.8177323627776</c:v>
                </c:pt>
                <c:pt idx="1297">
                  <c:v>103.44859090429922</c:v>
                </c:pt>
                <c:pt idx="1298">
                  <c:v>103.4828713826937</c:v>
                </c:pt>
                <c:pt idx="1299">
                  <c:v>102.38188282967945</c:v>
                </c:pt>
                <c:pt idx="1300">
                  <c:v>101.6133273840409</c:v>
                </c:pt>
                <c:pt idx="1301">
                  <c:v>98.523539080717342</c:v>
                </c:pt>
                <c:pt idx="1302">
                  <c:v>97.236615481414375</c:v>
                </c:pt>
                <c:pt idx="1303">
                  <c:v>97.242924609242095</c:v>
                </c:pt>
                <c:pt idx="1304">
                  <c:v>93.551664402298812</c:v>
                </c:pt>
                <c:pt idx="1305">
                  <c:v>96.208478901118013</c:v>
                </c:pt>
                <c:pt idx="1306">
                  <c:v>99.552118836667219</c:v>
                </c:pt>
                <c:pt idx="1307">
                  <c:v>98.012636255668667</c:v>
                </c:pt>
                <c:pt idx="1308">
                  <c:v>98.270246741645053</c:v>
                </c:pt>
                <c:pt idx="1309">
                  <c:v>102.4840102727119</c:v>
                </c:pt>
                <c:pt idx="1310">
                  <c:v>103.2275144221932</c:v>
                </c:pt>
                <c:pt idx="1311">
                  <c:v>105.30502560701201</c:v>
                </c:pt>
                <c:pt idx="1312">
                  <c:v>105.82865714678995</c:v>
                </c:pt>
                <c:pt idx="1313">
                  <c:v>106.96892692947964</c:v>
                </c:pt>
                <c:pt idx="1314">
                  <c:v>110.11832181716706</c:v>
                </c:pt>
                <c:pt idx="1315">
                  <c:v>109.49954465949808</c:v>
                </c:pt>
                <c:pt idx="1316">
                  <c:v>108.23147975284121</c:v>
                </c:pt>
                <c:pt idx="1317">
                  <c:v>109.87851749669939</c:v>
                </c:pt>
                <c:pt idx="1318">
                  <c:v>106.45897093781559</c:v>
                </c:pt>
                <c:pt idx="1319">
                  <c:v>108.41471696906085</c:v>
                </c:pt>
                <c:pt idx="1320">
                  <c:v>111.73921215787414</c:v>
                </c:pt>
                <c:pt idx="1321">
                  <c:v>112.07674458550383</c:v>
                </c:pt>
                <c:pt idx="1322">
                  <c:v>112.37783418155526</c:v>
                </c:pt>
                <c:pt idx="1323">
                  <c:v>112.46959659931865</c:v>
                </c:pt>
                <c:pt idx="1324">
                  <c:v>110.38588167888001</c:v>
                </c:pt>
                <c:pt idx="1325">
                  <c:v>113.54410548467462</c:v>
                </c:pt>
                <c:pt idx="1326">
                  <c:v>111.0579638130644</c:v>
                </c:pt>
                <c:pt idx="1327">
                  <c:v>110.10330930915691</c:v>
                </c:pt>
                <c:pt idx="1328">
                  <c:v>109.229959549528</c:v>
                </c:pt>
                <c:pt idx="1329">
                  <c:v>113.22775404789141</c:v>
                </c:pt>
                <c:pt idx="1330">
                  <c:v>116.81623686124651</c:v>
                </c:pt>
                <c:pt idx="1331">
                  <c:v>116.64662564878925</c:v>
                </c:pt>
                <c:pt idx="1332">
                  <c:v>119.7771837083595</c:v>
                </c:pt>
                <c:pt idx="1333">
                  <c:v>122.34162138844653</c:v>
                </c:pt>
                <c:pt idx="1334">
                  <c:v>125.91481292808307</c:v>
                </c:pt>
                <c:pt idx="1335">
                  <c:v>130.31285244739112</c:v>
                </c:pt>
                <c:pt idx="1336">
                  <c:v>131.32852712028327</c:v>
                </c:pt>
                <c:pt idx="1337">
                  <c:v>128.40981371258727</c:v>
                </c:pt>
                <c:pt idx="1338">
                  <c:v>128.87536475526437</c:v>
                </c:pt>
                <c:pt idx="1339">
                  <c:v>129.45758728650466</c:v>
                </c:pt>
                <c:pt idx="1340">
                  <c:v>135.24784584805317</c:v>
                </c:pt>
                <c:pt idx="1341">
                  <c:v>131.58815759691925</c:v>
                </c:pt>
                <c:pt idx="1342">
                  <c:v>133.27579632184793</c:v>
                </c:pt>
                <c:pt idx="1343">
                  <c:v>132.34392378933128</c:v>
                </c:pt>
                <c:pt idx="1344">
                  <c:v>135.89910485126774</c:v>
                </c:pt>
                <c:pt idx="1345">
                  <c:v>133.42556015844082</c:v>
                </c:pt>
                <c:pt idx="1346">
                  <c:v>135.04034560054961</c:v>
                </c:pt>
                <c:pt idx="1347">
                  <c:v>135.31134256309966</c:v>
                </c:pt>
                <c:pt idx="1348">
                  <c:v>137.13288223767123</c:v>
                </c:pt>
                <c:pt idx="1349">
                  <c:v>135.24082053232556</c:v>
                </c:pt>
                <c:pt idx="1350">
                  <c:v>137.77489866618416</c:v>
                </c:pt>
                <c:pt idx="1351">
                  <c:v>138.45866652135953</c:v>
                </c:pt>
                <c:pt idx="1352">
                  <c:v>138.69778307378979</c:v>
                </c:pt>
                <c:pt idx="1353">
                  <c:v>141.07977833236478</c:v>
                </c:pt>
                <c:pt idx="1354">
                  <c:v>140.01279546113878</c:v>
                </c:pt>
                <c:pt idx="1355">
                  <c:v>140.59336876159918</c:v>
                </c:pt>
                <c:pt idx="1356">
                  <c:v>141.33683896691707</c:v>
                </c:pt>
                <c:pt idx="1357">
                  <c:v>141.15837932909892</c:v>
                </c:pt>
                <c:pt idx="1358">
                  <c:v>142.01058427261418</c:v>
                </c:pt>
                <c:pt idx="1359">
                  <c:v>141.24523280156535</c:v>
                </c:pt>
                <c:pt idx="1360">
                  <c:v>135.210552151895</c:v>
                </c:pt>
                <c:pt idx="1361">
                  <c:v>135.55041583672954</c:v>
                </c:pt>
                <c:pt idx="1362">
                  <c:v>136.86624570265735</c:v>
                </c:pt>
                <c:pt idx="1363">
                  <c:v>139.24282040809848</c:v>
                </c:pt>
                <c:pt idx="1364">
                  <c:v>141.43550713045335</c:v>
                </c:pt>
                <c:pt idx="1365">
                  <c:v>143.45781694195367</c:v>
                </c:pt>
                <c:pt idx="1366">
                  <c:v>143.36873546571385</c:v>
                </c:pt>
                <c:pt idx="1367">
                  <c:v>143.19011451078572</c:v>
                </c:pt>
                <c:pt idx="1368">
                  <c:v>143.01515757544584</c:v>
                </c:pt>
                <c:pt idx="1369">
                  <c:v>144.52346713998671</c:v>
                </c:pt>
                <c:pt idx="1370">
                  <c:v>146.68886763942911</c:v>
                </c:pt>
                <c:pt idx="1371">
                  <c:v>146.97756629835288</c:v>
                </c:pt>
                <c:pt idx="1372">
                  <c:v>147.72052164710647</c:v>
                </c:pt>
                <c:pt idx="1373">
                  <c:v>147.90576077020148</c:v>
                </c:pt>
                <c:pt idx="1374">
                  <c:v>147.27824530182772</c:v>
                </c:pt>
                <c:pt idx="1375">
                  <c:v>149.00302884645035</c:v>
                </c:pt>
                <c:pt idx="1376">
                  <c:v>150.53589990189127</c:v>
                </c:pt>
                <c:pt idx="1377">
                  <c:v>150.34788026537228</c:v>
                </c:pt>
                <c:pt idx="1378">
                  <c:v>149.28672887405173</c:v>
                </c:pt>
                <c:pt idx="1379">
                  <c:v>147.27266262882256</c:v>
                </c:pt>
                <c:pt idx="1380">
                  <c:v>149.79095439390878</c:v>
                </c:pt>
                <c:pt idx="1381">
                  <c:v>150.45350107324782</c:v>
                </c:pt>
                <c:pt idx="1382">
                  <c:v>149.11317809034333</c:v>
                </c:pt>
                <c:pt idx="1383">
                  <c:v>144.2618495165278</c:v>
                </c:pt>
                <c:pt idx="1384">
                  <c:v>144.62043646098326</c:v>
                </c:pt>
                <c:pt idx="1385">
                  <c:v>140.60043661077941</c:v>
                </c:pt>
                <c:pt idx="1386">
                  <c:v>140.46088364021503</c:v>
                </c:pt>
                <c:pt idx="1387">
                  <c:v>141.64348611864654</c:v>
                </c:pt>
                <c:pt idx="1388">
                  <c:v>153.19720032903516</c:v>
                </c:pt>
                <c:pt idx="1389">
                  <c:v>161.10131214425081</c:v>
                </c:pt>
                <c:pt idx="1390">
                  <c:v>163.87374576339369</c:v>
                </c:pt>
                <c:pt idx="1391">
                  <c:v>165.34729004128306</c:v>
                </c:pt>
                <c:pt idx="1392">
                  <c:v>166.95689211645782</c:v>
                </c:pt>
                <c:pt idx="1393">
                  <c:v>167.23518464743862</c:v>
                </c:pt>
                <c:pt idx="1394">
                  <c:v>166.0639705005149</c:v>
                </c:pt>
                <c:pt idx="1395">
                  <c:v>166.07648475046435</c:v>
                </c:pt>
                <c:pt idx="1396">
                  <c:v>167.68184117307268</c:v>
                </c:pt>
                <c:pt idx="1397">
                  <c:v>173.24207293113173</c:v>
                </c:pt>
                <c:pt idx="1398">
                  <c:v>172.461337126264</c:v>
                </c:pt>
                <c:pt idx="1399">
                  <c:v>171.32136527589523</c:v>
                </c:pt>
                <c:pt idx="1400">
                  <c:v>170.05879670312828</c:v>
                </c:pt>
                <c:pt idx="1401">
                  <c:v>166.59412818528008</c:v>
                </c:pt>
                <c:pt idx="1402">
                  <c:v>164.70720015984739</c:v>
                </c:pt>
                <c:pt idx="1403">
                  <c:v>164.04230844690946</c:v>
                </c:pt>
                <c:pt idx="1404">
                  <c:v>170.46479759273473</c:v>
                </c:pt>
                <c:pt idx="1405">
                  <c:v>161.08704610346348</c:v>
                </c:pt>
                <c:pt idx="1406">
                  <c:v>162.79997171436187</c:v>
                </c:pt>
                <c:pt idx="1407">
                  <c:v>163.24603039271807</c:v>
                </c:pt>
                <c:pt idx="1408">
                  <c:v>168.2694692766687</c:v>
                </c:pt>
                <c:pt idx="1409">
                  <c:v>166.45832059775861</c:v>
                </c:pt>
                <c:pt idx="1410">
                  <c:v>163.68751399379349</c:v>
                </c:pt>
                <c:pt idx="1411">
                  <c:v>163.35836181730099</c:v>
                </c:pt>
                <c:pt idx="1412">
                  <c:v>165.82711434247312</c:v>
                </c:pt>
                <c:pt idx="1413">
                  <c:v>166.4918760307614</c:v>
                </c:pt>
                <c:pt idx="1414">
                  <c:v>165.10004846054247</c:v>
                </c:pt>
                <c:pt idx="1415">
                  <c:v>163.58249980905117</c:v>
                </c:pt>
                <c:pt idx="1416">
                  <c:v>162.33551577739431</c:v>
                </c:pt>
                <c:pt idx="1417">
                  <c:v>159.453008453379</c:v>
                </c:pt>
                <c:pt idx="1418">
                  <c:v>159.26093068249853</c:v>
                </c:pt>
                <c:pt idx="1419">
                  <c:v>156.95818112613424</c:v>
                </c:pt>
                <c:pt idx="1420">
                  <c:v>159.85810987877471</c:v>
                </c:pt>
                <c:pt idx="1421">
                  <c:v>154.91299906504295</c:v>
                </c:pt>
                <c:pt idx="1422">
                  <c:v>153.67495851827175</c:v>
                </c:pt>
                <c:pt idx="1423">
                  <c:v>155.5669402958236</c:v>
                </c:pt>
                <c:pt idx="1424">
                  <c:v>156.78964778820381</c:v>
                </c:pt>
                <c:pt idx="1425">
                  <c:v>153.17280869230882</c:v>
                </c:pt>
                <c:pt idx="1426">
                  <c:v>155.72131318099986</c:v>
                </c:pt>
                <c:pt idx="1427">
                  <c:v>150.44477871639887</c:v>
                </c:pt>
                <c:pt idx="1428">
                  <c:v>149.87036909718711</c:v>
                </c:pt>
                <c:pt idx="1429">
                  <c:v>149.02217257948681</c:v>
                </c:pt>
                <c:pt idx="1430">
                  <c:v>146.47617232697593</c:v>
                </c:pt>
                <c:pt idx="1431">
                  <c:v>139.0699712648439</c:v>
                </c:pt>
                <c:pt idx="1432">
                  <c:v>144.42319100378842</c:v>
                </c:pt>
                <c:pt idx="1433">
                  <c:v>144.98920127729042</c:v>
                </c:pt>
                <c:pt idx="1434">
                  <c:v>140.89003049098918</c:v>
                </c:pt>
                <c:pt idx="1435">
                  <c:v>140.74947600152601</c:v>
                </c:pt>
                <c:pt idx="1436">
                  <c:v>143.37565371433382</c:v>
                </c:pt>
                <c:pt idx="1437">
                  <c:v>143.15322081832352</c:v>
                </c:pt>
                <c:pt idx="1438">
                  <c:v>153.22442698556793</c:v>
                </c:pt>
                <c:pt idx="1439">
                  <c:v>153.9042845085163</c:v>
                </c:pt>
                <c:pt idx="1440">
                  <c:v>149.71552236950242</c:v>
                </c:pt>
                <c:pt idx="1441">
                  <c:v>147.95625467372787</c:v>
                </c:pt>
                <c:pt idx="1442">
                  <c:v>149.83870093845533</c:v>
                </c:pt>
                <c:pt idx="1443">
                  <c:v>150.09307674217948</c:v>
                </c:pt>
                <c:pt idx="1444">
                  <c:v>150.8441503341015</c:v>
                </c:pt>
                <c:pt idx="1445">
                  <c:v>152.61939334056811</c:v>
                </c:pt>
                <c:pt idx="1446">
                  <c:v>151.29627259630152</c:v>
                </c:pt>
                <c:pt idx="1447">
                  <c:v>149.38980204882432</c:v>
                </c:pt>
                <c:pt idx="1448">
                  <c:v>148.22314322874189</c:v>
                </c:pt>
                <c:pt idx="1449">
                  <c:v>154.43862456919777</c:v>
                </c:pt>
                <c:pt idx="1450">
                  <c:v>157.02025945935631</c:v>
                </c:pt>
                <c:pt idx="1451">
                  <c:v>156.06826290732053</c:v>
                </c:pt>
                <c:pt idx="1452">
                  <c:v>154.1271657601732</c:v>
                </c:pt>
                <c:pt idx="1453">
                  <c:v>160.21490813860791</c:v>
                </c:pt>
                <c:pt idx="1454">
                  <c:v>162.05597711061603</c:v>
                </c:pt>
                <c:pt idx="1455">
                  <c:v>160.95235187946022</c:v>
                </c:pt>
                <c:pt idx="1456">
                  <c:v>161.05543716627932</c:v>
                </c:pt>
                <c:pt idx="1457">
                  <c:v>163.17866903105582</c:v>
                </c:pt>
                <c:pt idx="1458">
                  <c:v>164.96733806180904</c:v>
                </c:pt>
                <c:pt idx="1459">
                  <c:v>164.16220365696176</c:v>
                </c:pt>
                <c:pt idx="1460">
                  <c:v>163.35019217852116</c:v>
                </c:pt>
                <c:pt idx="1461">
                  <c:v>164.82183708324837</c:v>
                </c:pt>
                <c:pt idx="1462">
                  <c:v>163.37760691521908</c:v>
                </c:pt>
                <c:pt idx="1463">
                  <c:v>164.57237636289213</c:v>
                </c:pt>
                <c:pt idx="1464">
                  <c:v>162.83425523059478</c:v>
                </c:pt>
                <c:pt idx="1465">
                  <c:v>162.70603333077551</c:v>
                </c:pt>
                <c:pt idx="1466">
                  <c:v>162.34069123347663</c:v>
                </c:pt>
                <c:pt idx="1467">
                  <c:v>161.43921052550871</c:v>
                </c:pt>
                <c:pt idx="1468">
                  <c:v>162.61793180003241</c:v>
                </c:pt>
                <c:pt idx="1469">
                  <c:v>161.2846762323976</c:v>
                </c:pt>
                <c:pt idx="1470">
                  <c:v>158.67024958623389</c:v>
                </c:pt>
                <c:pt idx="1471">
                  <c:v>157.56995058066241</c:v>
                </c:pt>
                <c:pt idx="1472">
                  <c:v>158.98120820020253</c:v>
                </c:pt>
                <c:pt idx="1473">
                  <c:v>158.45291329955867</c:v>
                </c:pt>
                <c:pt idx="1474">
                  <c:v>157.156400532845</c:v>
                </c:pt>
                <c:pt idx="1475">
                  <c:v>158.59958975821047</c:v>
                </c:pt>
                <c:pt idx="1476">
                  <c:v>161.17216541193523</c:v>
                </c:pt>
                <c:pt idx="1477">
                  <c:v>161.09785145014993</c:v>
                </c:pt>
                <c:pt idx="1478">
                  <c:v>159.47283554739803</c:v>
                </c:pt>
                <c:pt idx="1479">
                  <c:v>158.11699769707658</c:v>
                </c:pt>
                <c:pt idx="1480">
                  <c:v>157.61273470492566</c:v>
                </c:pt>
                <c:pt idx="1481">
                  <c:v>158.18485566269726</c:v>
                </c:pt>
                <c:pt idx="1482">
                  <c:v>160.01209821329263</c:v>
                </c:pt>
                <c:pt idx="1483">
                  <c:v>161.8228532612199</c:v>
                </c:pt>
                <c:pt idx="1484">
                  <c:v>161.79358248192722</c:v>
                </c:pt>
                <c:pt idx="1485">
                  <c:v>159.64276400420817</c:v>
                </c:pt>
                <c:pt idx="1486">
                  <c:v>158.84120211199877</c:v>
                </c:pt>
                <c:pt idx="1487">
                  <c:v>159.79865556854116</c:v>
                </c:pt>
                <c:pt idx="1488">
                  <c:v>161.90404495351365</c:v>
                </c:pt>
                <c:pt idx="1489">
                  <c:v>161.70181937019785</c:v>
                </c:pt>
                <c:pt idx="1490">
                  <c:v>162.90096195033482</c:v>
                </c:pt>
                <c:pt idx="1491">
                  <c:v>161.96676047030573</c:v>
                </c:pt>
                <c:pt idx="1492">
                  <c:v>158.56479981284957</c:v>
                </c:pt>
                <c:pt idx="1493">
                  <c:v>155.42031119038987</c:v>
                </c:pt>
                <c:pt idx="1494">
                  <c:v>157.63823565269257</c:v>
                </c:pt>
                <c:pt idx="1495">
                  <c:v>159.13679003806891</c:v>
                </c:pt>
                <c:pt idx="1496">
                  <c:v>158.68470554197586</c:v>
                </c:pt>
                <c:pt idx="1497">
                  <c:v>158.08220426995373</c:v>
                </c:pt>
                <c:pt idx="1498">
                  <c:v>156.84030617511098</c:v>
                </c:pt>
                <c:pt idx="1499">
                  <c:v>157.88466670628492</c:v>
                </c:pt>
                <c:pt idx="1500">
                  <c:v>157.71139811626037</c:v>
                </c:pt>
                <c:pt idx="1501">
                  <c:v>160.20375470394129</c:v>
                </c:pt>
                <c:pt idx="1502">
                  <c:v>164.26144690390566</c:v>
                </c:pt>
                <c:pt idx="1503">
                  <c:v>163.12690308192796</c:v>
                </c:pt>
                <c:pt idx="1504">
                  <c:v>163.17692501330308</c:v>
                </c:pt>
                <c:pt idx="1505">
                  <c:v>164.09552285298292</c:v>
                </c:pt>
                <c:pt idx="1506">
                  <c:v>163.76729693470764</c:v>
                </c:pt>
                <c:pt idx="1507">
                  <c:v>162.64045627323912</c:v>
                </c:pt>
                <c:pt idx="1508">
                  <c:v>163.55476292522283</c:v>
                </c:pt>
                <c:pt idx="1509">
                  <c:v>164.57762758876638</c:v>
                </c:pt>
                <c:pt idx="1510">
                  <c:v>164.23704542665899</c:v>
                </c:pt>
                <c:pt idx="1511">
                  <c:v>163.20392345062047</c:v>
                </c:pt>
                <c:pt idx="1512">
                  <c:v>161.77309603558538</c:v>
                </c:pt>
                <c:pt idx="1513">
                  <c:v>159.13156433161885</c:v>
                </c:pt>
                <c:pt idx="1514">
                  <c:v>159.8671274469888</c:v>
                </c:pt>
                <c:pt idx="1515">
                  <c:v>162.84600398389964</c:v>
                </c:pt>
                <c:pt idx="1516">
                  <c:v>161.91981840548667</c:v>
                </c:pt>
                <c:pt idx="1517">
                  <c:v>167.18084190785598</c:v>
                </c:pt>
                <c:pt idx="1518">
                  <c:v>169.47268037348468</c:v>
                </c:pt>
                <c:pt idx="1519">
                  <c:v>170.66352965442746</c:v>
                </c:pt>
                <c:pt idx="1520">
                  <c:v>170.33847877093277</c:v>
                </c:pt>
                <c:pt idx="1521">
                  <c:v>169.55631784243803</c:v>
                </c:pt>
                <c:pt idx="1522">
                  <c:v>168.24005104994413</c:v>
                </c:pt>
                <c:pt idx="1523">
                  <c:v>168.7681160758452</c:v>
                </c:pt>
                <c:pt idx="1524">
                  <c:v>168.2937801680182</c:v>
                </c:pt>
                <c:pt idx="1525">
                  <c:v>167.32392734363216</c:v>
                </c:pt>
                <c:pt idx="1526">
                  <c:v>168.12553511038419</c:v>
                </c:pt>
                <c:pt idx="1527">
                  <c:v>169.10957150584693</c:v>
                </c:pt>
                <c:pt idx="1528">
                  <c:v>173.42084800838549</c:v>
                </c:pt>
                <c:pt idx="1529">
                  <c:v>173.93495314310613</c:v>
                </c:pt>
                <c:pt idx="1530">
                  <c:v>169.23169750695558</c:v>
                </c:pt>
                <c:pt idx="1531">
                  <c:v>173.19969445436232</c:v>
                </c:pt>
                <c:pt idx="1532">
                  <c:v>173.54506219795368</c:v>
                </c:pt>
                <c:pt idx="1533">
                  <c:v>175.19664056733427</c:v>
                </c:pt>
                <c:pt idx="1534">
                  <c:v>173.87996422283112</c:v>
                </c:pt>
                <c:pt idx="1535">
                  <c:v>172.07181260678297</c:v>
                </c:pt>
                <c:pt idx="1536">
                  <c:v>170.38784540942268</c:v>
                </c:pt>
                <c:pt idx="1537">
                  <c:v>169.45965162497598</c:v>
                </c:pt>
                <c:pt idx="1538">
                  <c:v>171.11960310654655</c:v>
                </c:pt>
                <c:pt idx="1539">
                  <c:v>171.19069258253782</c:v>
                </c:pt>
                <c:pt idx="1540">
                  <c:v>169.97064437970963</c:v>
                </c:pt>
                <c:pt idx="1541">
                  <c:v>170.49113945208541</c:v>
                </c:pt>
                <c:pt idx="1542">
                  <c:v>170.28746610696945</c:v>
                </c:pt>
                <c:pt idx="1543">
                  <c:v>172.62504337117736</c:v>
                </c:pt>
                <c:pt idx="1544">
                  <c:v>172.8485205033513</c:v>
                </c:pt>
                <c:pt idx="1545">
                  <c:v>173.0964791895266</c:v>
                </c:pt>
                <c:pt idx="1546">
                  <c:v>176.61551189223309</c:v>
                </c:pt>
                <c:pt idx="1547">
                  <c:v>178.0658362458073</c:v>
                </c:pt>
                <c:pt idx="1548">
                  <c:v>177.41836164166995</c:v>
                </c:pt>
                <c:pt idx="1549">
                  <c:v>178.00994324765639</c:v>
                </c:pt>
                <c:pt idx="1550">
                  <c:v>181.00893778384307</c:v>
                </c:pt>
                <c:pt idx="1551">
                  <c:v>182.28689758746518</c:v>
                </c:pt>
                <c:pt idx="1552">
                  <c:v>185.59494372375715</c:v>
                </c:pt>
                <c:pt idx="1553">
                  <c:v>178.51323720687523</c:v>
                </c:pt>
                <c:pt idx="1554">
                  <c:v>176.82049913189849</c:v>
                </c:pt>
                <c:pt idx="1555">
                  <c:v>179.40493972938833</c:v>
                </c:pt>
                <c:pt idx="1556">
                  <c:v>180.59859271270781</c:v>
                </c:pt>
                <c:pt idx="1557">
                  <c:v>178.63472093353039</c:v>
                </c:pt>
                <c:pt idx="1558">
                  <c:v>179.41292028732644</c:v>
                </c:pt>
                <c:pt idx="1559">
                  <c:v>179.90320858994619</c:v>
                </c:pt>
                <c:pt idx="1560">
                  <c:v>180.05178982880426</c:v>
                </c:pt>
                <c:pt idx="1561">
                  <c:v>177.87750468944563</c:v>
                </c:pt>
                <c:pt idx="1562">
                  <c:v>175.03761195628203</c:v>
                </c:pt>
                <c:pt idx="1563">
                  <c:v>175.83646923313299</c:v>
                </c:pt>
                <c:pt idx="1564">
                  <c:v>172.91436666188818</c:v>
                </c:pt>
                <c:pt idx="1565">
                  <c:v>173.12994248722887</c:v>
                </c:pt>
                <c:pt idx="1566">
                  <c:v>168.74672786015785</c:v>
                </c:pt>
                <c:pt idx="1567">
                  <c:v>169.12707395747185</c:v>
                </c:pt>
                <c:pt idx="1568">
                  <c:v>170.11810229316202</c:v>
                </c:pt>
                <c:pt idx="1569">
                  <c:v>169.76734285095799</c:v>
                </c:pt>
                <c:pt idx="1570">
                  <c:v>163.68243892645305</c:v>
                </c:pt>
                <c:pt idx="1571">
                  <c:v>161.96909054944851</c:v>
                </c:pt>
                <c:pt idx="1572">
                  <c:v>160.70869188168874</c:v>
                </c:pt>
                <c:pt idx="1573">
                  <c:v>164.56518679364211</c:v>
                </c:pt>
                <c:pt idx="1574">
                  <c:v>163.19270028954563</c:v>
                </c:pt>
                <c:pt idx="1575">
                  <c:v>160.44424336653478</c:v>
                </c:pt>
                <c:pt idx="1576">
                  <c:v>164.28555993654763</c:v>
                </c:pt>
                <c:pt idx="1577">
                  <c:v>167.00875796709536</c:v>
                </c:pt>
                <c:pt idx="1578">
                  <c:v>166.0458092505167</c:v>
                </c:pt>
                <c:pt idx="1579">
                  <c:v>165.66767684194346</c:v>
                </c:pt>
                <c:pt idx="1580">
                  <c:v>164.86223484315659</c:v>
                </c:pt>
                <c:pt idx="1581">
                  <c:v>164.33258593980443</c:v>
                </c:pt>
                <c:pt idx="1582">
                  <c:v>163.86756872229006</c:v>
                </c:pt>
                <c:pt idx="1583">
                  <c:v>162.03814516552367</c:v>
                </c:pt>
                <c:pt idx="1584">
                  <c:v>158.07989177295073</c:v>
                </c:pt>
                <c:pt idx="1585">
                  <c:v>153.22393499774867</c:v>
                </c:pt>
                <c:pt idx="1586">
                  <c:v>156.65504309080401</c:v>
                </c:pt>
                <c:pt idx="1587">
                  <c:v>155.88383133554035</c:v>
                </c:pt>
                <c:pt idx="1588">
                  <c:v>156.78205041959203</c:v>
                </c:pt>
                <c:pt idx="1589">
                  <c:v>157.34508642995851</c:v>
                </c:pt>
                <c:pt idx="1590">
                  <c:v>156.72614930656917</c:v>
                </c:pt>
                <c:pt idx="1591">
                  <c:v>156.80754132713048</c:v>
                </c:pt>
                <c:pt idx="1592">
                  <c:v>158.67732175551984</c:v>
                </c:pt>
                <c:pt idx="1593">
                  <c:v>165.69467471455414</c:v>
                </c:pt>
                <c:pt idx="1594">
                  <c:v>167.0126166538879</c:v>
                </c:pt>
                <c:pt idx="1595">
                  <c:v>171.09324786738941</c:v>
                </c:pt>
                <c:pt idx="1596">
                  <c:v>170.260912671554</c:v>
                </c:pt>
                <c:pt idx="1597">
                  <c:v>171.7299124148054</c:v>
                </c:pt>
                <c:pt idx="1598">
                  <c:v>174.80585844238851</c:v>
                </c:pt>
                <c:pt idx="1599">
                  <c:v>175.78357840676719</c:v>
                </c:pt>
                <c:pt idx="1600">
                  <c:v>176.93310136099913</c:v>
                </c:pt>
                <c:pt idx="1601">
                  <c:v>175.90354864588934</c:v>
                </c:pt>
                <c:pt idx="1602">
                  <c:v>175.02009329711231</c:v>
                </c:pt>
                <c:pt idx="1603">
                  <c:v>174.3165079972176</c:v>
                </c:pt>
                <c:pt idx="1604">
                  <c:v>173.59697186256724</c:v>
                </c:pt>
                <c:pt idx="1605">
                  <c:v>172.40315253209241</c:v>
                </c:pt>
                <c:pt idx="1606">
                  <c:v>172.07881040468425</c:v>
                </c:pt>
                <c:pt idx="1607">
                  <c:v>170.42633117900513</c:v>
                </c:pt>
                <c:pt idx="1608">
                  <c:v>167.48358885589573</c:v>
                </c:pt>
                <c:pt idx="1609">
                  <c:v>170.81351689213406</c:v>
                </c:pt>
                <c:pt idx="1610">
                  <c:v>169.99719621138894</c:v>
                </c:pt>
                <c:pt idx="1611">
                  <c:v>171.25030302483282</c:v>
                </c:pt>
                <c:pt idx="1612">
                  <c:v>174.66122273594891</c:v>
                </c:pt>
                <c:pt idx="1613">
                  <c:v>177.67897321915254</c:v>
                </c:pt>
                <c:pt idx="1614">
                  <c:v>176.1754865229633</c:v>
                </c:pt>
                <c:pt idx="1615">
                  <c:v>175.49286760847514</c:v>
                </c:pt>
                <c:pt idx="1616">
                  <c:v>172.12667950441767</c:v>
                </c:pt>
                <c:pt idx="1617">
                  <c:v>174.46103664325503</c:v>
                </c:pt>
                <c:pt idx="1618">
                  <c:v>175.99236742119373</c:v>
                </c:pt>
                <c:pt idx="1619">
                  <c:v>172.8024154620727</c:v>
                </c:pt>
                <c:pt idx="1620">
                  <c:v>165.14882215542343</c:v>
                </c:pt>
                <c:pt idx="1621">
                  <c:v>170.55028039498407</c:v>
                </c:pt>
                <c:pt idx="1622">
                  <c:v>170.89296953200048</c:v>
                </c:pt>
                <c:pt idx="1623">
                  <c:v>168.98061170024238</c:v>
                </c:pt>
                <c:pt idx="1624">
                  <c:v>169.65574551084316</c:v>
                </c:pt>
                <c:pt idx="1625">
                  <c:v>170.04582718022695</c:v>
                </c:pt>
                <c:pt idx="1626">
                  <c:v>168.72360089863625</c:v>
                </c:pt>
                <c:pt idx="1627">
                  <c:v>169.39949072680909</c:v>
                </c:pt>
                <c:pt idx="1628">
                  <c:v>158.2485372545579</c:v>
                </c:pt>
                <c:pt idx="1629">
                  <c:v>163.59354194726595</c:v>
                </c:pt>
                <c:pt idx="1630">
                  <c:v>157.92856405392055</c:v>
                </c:pt>
                <c:pt idx="1631">
                  <c:v>156.03374689755415</c:v>
                </c:pt>
                <c:pt idx="1632">
                  <c:v>152.80366628688751</c:v>
                </c:pt>
                <c:pt idx="1633">
                  <c:v>144.46306865501757</c:v>
                </c:pt>
                <c:pt idx="1634">
                  <c:v>145.80381503192518</c:v>
                </c:pt>
                <c:pt idx="1635">
                  <c:v>148.74257792374775</c:v>
                </c:pt>
                <c:pt idx="1636">
                  <c:v>153.12197170520599</c:v>
                </c:pt>
                <c:pt idx="1637">
                  <c:v>152.79366310552612</c:v>
                </c:pt>
                <c:pt idx="1638">
                  <c:v>155.82899751231565</c:v>
                </c:pt>
                <c:pt idx="1639">
                  <c:v>154.79543491192359</c:v>
                </c:pt>
                <c:pt idx="1640">
                  <c:v>158.29159512215878</c:v>
                </c:pt>
                <c:pt idx="1641">
                  <c:v>162.27026205081222</c:v>
                </c:pt>
                <c:pt idx="1642">
                  <c:v>160.88126344501714</c:v>
                </c:pt>
                <c:pt idx="1643">
                  <c:v>160.39704511896772</c:v>
                </c:pt>
                <c:pt idx="1644">
                  <c:v>157.32859886787563</c:v>
                </c:pt>
                <c:pt idx="1645">
                  <c:v>157.14441451002776</c:v>
                </c:pt>
                <c:pt idx="1646">
                  <c:v>158.31368854119049</c:v>
                </c:pt>
                <c:pt idx="1647">
                  <c:v>159.51429295433545</c:v>
                </c:pt>
                <c:pt idx="1648">
                  <c:v>162.1189523274542</c:v>
                </c:pt>
                <c:pt idx="1649">
                  <c:v>162.21026162262467</c:v>
                </c:pt>
                <c:pt idx="1650">
                  <c:v>165.66597320513407</c:v>
                </c:pt>
                <c:pt idx="1651">
                  <c:v>172.29600139911426</c:v>
                </c:pt>
                <c:pt idx="1652">
                  <c:v>168.28192618090409</c:v>
                </c:pt>
                <c:pt idx="1653">
                  <c:v>167.49851354021669</c:v>
                </c:pt>
                <c:pt idx="1654">
                  <c:v>168.41525296774648</c:v>
                </c:pt>
                <c:pt idx="1655">
                  <c:v>167.39730774435611</c:v>
                </c:pt>
                <c:pt idx="1656">
                  <c:v>167.66087569092375</c:v>
                </c:pt>
                <c:pt idx="1657">
                  <c:v>166.15468647025131</c:v>
                </c:pt>
                <c:pt idx="1658">
                  <c:v>162.57997075340762</c:v>
                </c:pt>
                <c:pt idx="1659">
                  <c:v>163.31760085562229</c:v>
                </c:pt>
                <c:pt idx="1660">
                  <c:v>159.64698975755701</c:v>
                </c:pt>
                <c:pt idx="1661">
                  <c:v>158.96232272960304</c:v>
                </c:pt>
                <c:pt idx="1662">
                  <c:v>160.75025572919026</c:v>
                </c:pt>
                <c:pt idx="1663">
                  <c:v>158.92376018488588</c:v>
                </c:pt>
                <c:pt idx="1664">
                  <c:v>160.71069045578719</c:v>
                </c:pt>
                <c:pt idx="1665">
                  <c:v>159.63779540654028</c:v>
                </c:pt>
                <c:pt idx="1666">
                  <c:v>159.95040151658284</c:v>
                </c:pt>
                <c:pt idx="1667">
                  <c:v>155.87238193991305</c:v>
                </c:pt>
                <c:pt idx="1668">
                  <c:v>156.54142000534574</c:v>
                </c:pt>
                <c:pt idx="1669">
                  <c:v>152.37235373681341</c:v>
                </c:pt>
                <c:pt idx="1670">
                  <c:v>150.7028229781935</c:v>
                </c:pt>
                <c:pt idx="1671">
                  <c:v>151.7986106231686</c:v>
                </c:pt>
                <c:pt idx="1672">
                  <c:v>146.10851754110266</c:v>
                </c:pt>
                <c:pt idx="1673">
                  <c:v>144.7522947376051</c:v>
                </c:pt>
                <c:pt idx="1674">
                  <c:v>146.83367971644154</c:v>
                </c:pt>
                <c:pt idx="1675">
                  <c:v>149.33897853458618</c:v>
                </c:pt>
                <c:pt idx="1676">
                  <c:v>148.88941273541948</c:v>
                </c:pt>
                <c:pt idx="1677">
                  <c:v>144.95388940419016</c:v>
                </c:pt>
                <c:pt idx="1678">
                  <c:v>149.22157299844912</c:v>
                </c:pt>
                <c:pt idx="1679">
                  <c:v>149.31805638187112</c:v>
                </c:pt>
                <c:pt idx="1680">
                  <c:v>149.76739651146443</c:v>
                </c:pt>
                <c:pt idx="1681">
                  <c:v>152.84010527542472</c:v>
                </c:pt>
                <c:pt idx="1682">
                  <c:v>155.03185854395696</c:v>
                </c:pt>
                <c:pt idx="1683">
                  <c:v>155.9619199698264</c:v>
                </c:pt>
                <c:pt idx="1684">
                  <c:v>154.47403316388801</c:v>
                </c:pt>
                <c:pt idx="1685">
                  <c:v>155.27216134455711</c:v>
                </c:pt>
                <c:pt idx="1686">
                  <c:v>155.1750606356149</c:v>
                </c:pt>
                <c:pt idx="1687">
                  <c:v>153.6778541471422</c:v>
                </c:pt>
                <c:pt idx="1688">
                  <c:v>153.68747331290953</c:v>
                </c:pt>
                <c:pt idx="1689">
                  <c:v>152.21791292692546</c:v>
                </c:pt>
                <c:pt idx="1690">
                  <c:v>151.998627682848</c:v>
                </c:pt>
                <c:pt idx="1691">
                  <c:v>152.48316221006945</c:v>
                </c:pt>
                <c:pt idx="1692">
                  <c:v>149.76631742733684</c:v>
                </c:pt>
                <c:pt idx="1693">
                  <c:v>144.52216836103301</c:v>
                </c:pt>
                <c:pt idx="1694">
                  <c:v>144.37464420669374</c:v>
                </c:pt>
                <c:pt idx="1695">
                  <c:v>144.3575639289713</c:v>
                </c:pt>
                <c:pt idx="1696">
                  <c:v>141.21211746632656</c:v>
                </c:pt>
                <c:pt idx="1697">
                  <c:v>141.75533757627528</c:v>
                </c:pt>
                <c:pt idx="1698">
                  <c:v>141.50315433696747</c:v>
                </c:pt>
                <c:pt idx="1699">
                  <c:v>143.70047360469675</c:v>
                </c:pt>
                <c:pt idx="1700">
                  <c:v>141.97253281611512</c:v>
                </c:pt>
                <c:pt idx="1701">
                  <c:v>143.12463700575569</c:v>
                </c:pt>
                <c:pt idx="1702">
                  <c:v>145.13200248581481</c:v>
                </c:pt>
                <c:pt idx="1703">
                  <c:v>146.00310797879112</c:v>
                </c:pt>
                <c:pt idx="1704">
                  <c:v>144.52187260017868</c:v>
                </c:pt>
                <c:pt idx="1705">
                  <c:v>142.48507482376954</c:v>
                </c:pt>
                <c:pt idx="1706">
                  <c:v>143.14161040342177</c:v>
                </c:pt>
                <c:pt idx="1707">
                  <c:v>143.35551856238251</c:v>
                </c:pt>
                <c:pt idx="1708">
                  <c:v>145.07141053219325</c:v>
                </c:pt>
                <c:pt idx="1709">
                  <c:v>144.5644557273161</c:v>
                </c:pt>
                <c:pt idx="1710">
                  <c:v>146.26977504104778</c:v>
                </c:pt>
                <c:pt idx="1711">
                  <c:v>149.39069961810216</c:v>
                </c:pt>
                <c:pt idx="1712">
                  <c:v>149.83305053077507</c:v>
                </c:pt>
                <c:pt idx="1713">
                  <c:v>151.00262562438078</c:v>
                </c:pt>
                <c:pt idx="1714">
                  <c:v>149.13373196070538</c:v>
                </c:pt>
                <c:pt idx="1715">
                  <c:v>147.80589923572148</c:v>
                </c:pt>
                <c:pt idx="1716">
                  <c:v>146.66658673412059</c:v>
                </c:pt>
                <c:pt idx="1717">
                  <c:v>146.79970374457878</c:v>
                </c:pt>
                <c:pt idx="1718">
                  <c:v>151.04661890206711</c:v>
                </c:pt>
                <c:pt idx="1719">
                  <c:v>152.06170436633641</c:v>
                </c:pt>
                <c:pt idx="1720">
                  <c:v>153.02448050422137</c:v>
                </c:pt>
                <c:pt idx="1721">
                  <c:v>155.42718199082816</c:v>
                </c:pt>
                <c:pt idx="1722">
                  <c:v>155.49336272134457</c:v>
                </c:pt>
                <c:pt idx="1723">
                  <c:v>154.25169557721469</c:v>
                </c:pt>
                <c:pt idx="1724">
                  <c:v>155.64276631543015</c:v>
                </c:pt>
                <c:pt idx="1725">
                  <c:v>158.46198141978059</c:v>
                </c:pt>
                <c:pt idx="1726">
                  <c:v>159.58859035817429</c:v>
                </c:pt>
                <c:pt idx="1727">
                  <c:v>161.853747942513</c:v>
                </c:pt>
                <c:pt idx="1728">
                  <c:v>163.52788380181909</c:v>
                </c:pt>
                <c:pt idx="1729">
                  <c:v>162.89249981072535</c:v>
                </c:pt>
                <c:pt idx="1730">
                  <c:v>160.46578901964264</c:v>
                </c:pt>
                <c:pt idx="1731">
                  <c:v>162.03685529403927</c:v>
                </c:pt>
                <c:pt idx="1732">
                  <c:v>162.44053616717869</c:v>
                </c:pt>
                <c:pt idx="1733">
                  <c:v>162.8087298057134</c:v>
                </c:pt>
                <c:pt idx="1734">
                  <c:v>165.60471915884833</c:v>
                </c:pt>
                <c:pt idx="1735">
                  <c:v>166.4418135750584</c:v>
                </c:pt>
                <c:pt idx="1736">
                  <c:v>167.94771267687972</c:v>
                </c:pt>
                <c:pt idx="1737">
                  <c:v>162.10260493994821</c:v>
                </c:pt>
                <c:pt idx="1738">
                  <c:v>163.75412349587947</c:v>
                </c:pt>
                <c:pt idx="1739">
                  <c:v>165.39865782364402</c:v>
                </c:pt>
                <c:pt idx="1740">
                  <c:v>164.86607955188632</c:v>
                </c:pt>
                <c:pt idx="1741">
                  <c:v>164.93918689786034</c:v>
                </c:pt>
                <c:pt idx="1742">
                  <c:v>161.56771461290285</c:v>
                </c:pt>
                <c:pt idx="1743">
                  <c:v>167.6635887529267</c:v>
                </c:pt>
                <c:pt idx="1744">
                  <c:v>167.34167990211179</c:v>
                </c:pt>
                <c:pt idx="1745">
                  <c:v>167.02735714430145</c:v>
                </c:pt>
                <c:pt idx="1746">
                  <c:v>168.65754855652514</c:v>
                </c:pt>
                <c:pt idx="1747">
                  <c:v>166.89665893052333</c:v>
                </c:pt>
                <c:pt idx="1748">
                  <c:v>170.61738369844787</c:v>
                </c:pt>
                <c:pt idx="1749">
                  <c:v>171.5708898296617</c:v>
                </c:pt>
                <c:pt idx="1750">
                  <c:v>172.15244693118211</c:v>
                </c:pt>
                <c:pt idx="1751">
                  <c:v>174.76741971157946</c:v>
                </c:pt>
                <c:pt idx="1752">
                  <c:v>175.88741809142468</c:v>
                </c:pt>
                <c:pt idx="1753">
                  <c:v>175.05546057191719</c:v>
                </c:pt>
                <c:pt idx="1754">
                  <c:v>172.70860021035492</c:v>
                </c:pt>
                <c:pt idx="1755">
                  <c:v>173.58032131024805</c:v>
                </c:pt>
                <c:pt idx="1756">
                  <c:v>175.94645826733731</c:v>
                </c:pt>
                <c:pt idx="1757">
                  <c:v>174.28734999131996</c:v>
                </c:pt>
                <c:pt idx="1758">
                  <c:v>170.15670445260886</c:v>
                </c:pt>
                <c:pt idx="1759">
                  <c:v>165.22290327945296</c:v>
                </c:pt>
                <c:pt idx="1760">
                  <c:v>160.03489488385932</c:v>
                </c:pt>
                <c:pt idx="1761">
                  <c:v>159.36602361855032</c:v>
                </c:pt>
                <c:pt idx="1762">
                  <c:v>155.86393827935328</c:v>
                </c:pt>
                <c:pt idx="1763">
                  <c:v>155.47185871646684</c:v>
                </c:pt>
                <c:pt idx="1764">
                  <c:v>160.14479372937055</c:v>
                </c:pt>
                <c:pt idx="1765">
                  <c:v>157.28255927192578</c:v>
                </c:pt>
                <c:pt idx="1766">
                  <c:v>162.37652287665753</c:v>
                </c:pt>
                <c:pt idx="1767">
                  <c:v>162.53966334032285</c:v>
                </c:pt>
                <c:pt idx="1768">
                  <c:v>160.73753484044758</c:v>
                </c:pt>
                <c:pt idx="1769">
                  <c:v>160.38900668285177</c:v>
                </c:pt>
                <c:pt idx="1770">
                  <c:v>160.80355695317957</c:v>
                </c:pt>
                <c:pt idx="1771">
                  <c:v>158.46189168589973</c:v>
                </c:pt>
                <c:pt idx="1772">
                  <c:v>161.28495903255399</c:v>
                </c:pt>
                <c:pt idx="1773">
                  <c:v>163.7740624886944</c:v>
                </c:pt>
                <c:pt idx="1774">
                  <c:v>165.76377368669949</c:v>
                </c:pt>
                <c:pt idx="1775">
                  <c:v>165.69418743758371</c:v>
                </c:pt>
                <c:pt idx="1776">
                  <c:v>162.92820770914952</c:v>
                </c:pt>
                <c:pt idx="1777">
                  <c:v>166.39388093449728</c:v>
                </c:pt>
                <c:pt idx="1778">
                  <c:v>168.51888452989135</c:v>
                </c:pt>
                <c:pt idx="1779">
                  <c:v>167.9770497720437</c:v>
                </c:pt>
                <c:pt idx="1780">
                  <c:v>169.46333430422195</c:v>
                </c:pt>
                <c:pt idx="1781">
                  <c:v>169.48931407503173</c:v>
                </c:pt>
                <c:pt idx="1782">
                  <c:v>168.06982927231823</c:v>
                </c:pt>
                <c:pt idx="1783">
                  <c:v>168.44829387119904</c:v>
                </c:pt>
                <c:pt idx="1784">
                  <c:v>169.00892599482845</c:v>
                </c:pt>
                <c:pt idx="1785">
                  <c:v>171.4227750886011</c:v>
                </c:pt>
                <c:pt idx="1786">
                  <c:v>173.36148558145771</c:v>
                </c:pt>
                <c:pt idx="1787">
                  <c:v>172.06337553782055</c:v>
                </c:pt>
                <c:pt idx="1788">
                  <c:v>176.63249473001358</c:v>
                </c:pt>
                <c:pt idx="1789">
                  <c:v>175.10976509183163</c:v>
                </c:pt>
                <c:pt idx="1790">
                  <c:v>176.79579902343636</c:v>
                </c:pt>
                <c:pt idx="1791">
                  <c:v>175.83028273920809</c:v>
                </c:pt>
                <c:pt idx="1792">
                  <c:v>175.60715706091614</c:v>
                </c:pt>
                <c:pt idx="1793">
                  <c:v>175.06892822144169</c:v>
                </c:pt>
                <c:pt idx="1794">
                  <c:v>175.52351326255356</c:v>
                </c:pt>
                <c:pt idx="1795">
                  <c:v>176.55683464657653</c:v>
                </c:pt>
                <c:pt idx="1796">
                  <c:v>177.98774781437345</c:v>
                </c:pt>
                <c:pt idx="1797">
                  <c:v>177.60987600035372</c:v>
                </c:pt>
                <c:pt idx="1798">
                  <c:v>177.89557357684245</c:v>
                </c:pt>
                <c:pt idx="1799">
                  <c:v>178.12440039342181</c:v>
                </c:pt>
                <c:pt idx="1800">
                  <c:v>179.11119792508063</c:v>
                </c:pt>
                <c:pt idx="1801">
                  <c:v>180.21865800138445</c:v>
                </c:pt>
                <c:pt idx="1802">
                  <c:v>179.50776933673723</c:v>
                </c:pt>
                <c:pt idx="1803">
                  <c:v>179.55896626637622</c:v>
                </c:pt>
                <c:pt idx="1804">
                  <c:v>177.24463627629839</c:v>
                </c:pt>
                <c:pt idx="1805">
                  <c:v>176.52506503588626</c:v>
                </c:pt>
                <c:pt idx="1806">
                  <c:v>179.11810065454452</c:v>
                </c:pt>
                <c:pt idx="1807">
                  <c:v>179.43241896661036</c:v>
                </c:pt>
                <c:pt idx="1808">
                  <c:v>178.79965377253362</c:v>
                </c:pt>
                <c:pt idx="1809">
                  <c:v>179.61402786212969</c:v>
                </c:pt>
                <c:pt idx="1810">
                  <c:v>180.46592799370458</c:v>
                </c:pt>
                <c:pt idx="1811">
                  <c:v>178.28427170812103</c:v>
                </c:pt>
                <c:pt idx="1812">
                  <c:v>176.42285316704982</c:v>
                </c:pt>
                <c:pt idx="1813">
                  <c:v>177.59723672468701</c:v>
                </c:pt>
                <c:pt idx="1814">
                  <c:v>177.05451684976086</c:v>
                </c:pt>
                <c:pt idx="1815">
                  <c:v>174.061378683573</c:v>
                </c:pt>
                <c:pt idx="1816">
                  <c:v>173.42862102160936</c:v>
                </c:pt>
                <c:pt idx="1817">
                  <c:v>169.98685300488916</c:v>
                </c:pt>
                <c:pt idx="1818">
                  <c:v>173.91178712770039</c:v>
                </c:pt>
                <c:pt idx="1819">
                  <c:v>174.84743169798077</c:v>
                </c:pt>
                <c:pt idx="1820">
                  <c:v>174.71770203879211</c:v>
                </c:pt>
                <c:pt idx="1821">
                  <c:v>176.45008253484428</c:v>
                </c:pt>
                <c:pt idx="1822">
                  <c:v>175.36533044747756</c:v>
                </c:pt>
                <c:pt idx="1823">
                  <c:v>176.24916474506313</c:v>
                </c:pt>
                <c:pt idx="1824">
                  <c:v>177.34122241476743</c:v>
                </c:pt>
                <c:pt idx="1825">
                  <c:v>175.17505748746441</c:v>
                </c:pt>
                <c:pt idx="1826">
                  <c:v>174.18417917635321</c:v>
                </c:pt>
                <c:pt idx="1827">
                  <c:v>172.59811609124867</c:v>
                </c:pt>
                <c:pt idx="1828">
                  <c:v>174.77795877739445</c:v>
                </c:pt>
                <c:pt idx="1829">
                  <c:v>172.77256354016035</c:v>
                </c:pt>
                <c:pt idx="1830">
                  <c:v>174.74841625570761</c:v>
                </c:pt>
                <c:pt idx="1831">
                  <c:v>174.09222780032522</c:v>
                </c:pt>
                <c:pt idx="1832">
                  <c:v>175.90320434729952</c:v>
                </c:pt>
                <c:pt idx="1833">
                  <c:v>175.05754879723798</c:v>
                </c:pt>
                <c:pt idx="1834">
                  <c:v>174.60890270920837</c:v>
                </c:pt>
                <c:pt idx="1835">
                  <c:v>175.79871495825677</c:v>
                </c:pt>
                <c:pt idx="1836">
                  <c:v>175.8892994024192</c:v>
                </c:pt>
                <c:pt idx="1837">
                  <c:v>178.11493936121249</c:v>
                </c:pt>
                <c:pt idx="1838">
                  <c:v>177.03903959072915</c:v>
                </c:pt>
                <c:pt idx="1839">
                  <c:v>172.48927285775403</c:v>
                </c:pt>
                <c:pt idx="1840">
                  <c:v>167.26312156174768</c:v>
                </c:pt>
                <c:pt idx="1841">
                  <c:v>167.21083315825797</c:v>
                </c:pt>
                <c:pt idx="1842">
                  <c:v>168.14673274079331</c:v>
                </c:pt>
                <c:pt idx="1843">
                  <c:v>167.33269234001864</c:v>
                </c:pt>
                <c:pt idx="1844">
                  <c:v>167.764574406278</c:v>
                </c:pt>
                <c:pt idx="1845">
                  <c:v>170.61556375249549</c:v>
                </c:pt>
                <c:pt idx="1846">
                  <c:v>169.63859200906421</c:v>
                </c:pt>
                <c:pt idx="1847">
                  <c:v>169.61767196293118</c:v>
                </c:pt>
                <c:pt idx="1848">
                  <c:v>169.852424675544</c:v>
                </c:pt>
                <c:pt idx="1849">
                  <c:v>170.05282077287256</c:v>
                </c:pt>
                <c:pt idx="1850">
                  <c:v>170.1386185244242</c:v>
                </c:pt>
                <c:pt idx="1851">
                  <c:v>168.74662823453551</c:v>
                </c:pt>
                <c:pt idx="1852">
                  <c:v>170.21915400827174</c:v>
                </c:pt>
                <c:pt idx="1853">
                  <c:v>170.25717159136394</c:v>
                </c:pt>
                <c:pt idx="1854">
                  <c:v>170.30396549013338</c:v>
                </c:pt>
                <c:pt idx="1855">
                  <c:v>167.92067199315849</c:v>
                </c:pt>
                <c:pt idx="1856">
                  <c:v>166.16498970415648</c:v>
                </c:pt>
                <c:pt idx="1857">
                  <c:v>166.15517903322908</c:v>
                </c:pt>
                <c:pt idx="1858">
                  <c:v>163.21480518783412</c:v>
                </c:pt>
                <c:pt idx="1859">
                  <c:v>163.39671615257032</c:v>
                </c:pt>
                <c:pt idx="1860">
                  <c:v>163.05889208216865</c:v>
                </c:pt>
                <c:pt idx="1861">
                  <c:v>164.34367587807799</c:v>
                </c:pt>
                <c:pt idx="1862">
                  <c:v>164.65100874009201</c:v>
                </c:pt>
                <c:pt idx="1863">
                  <c:v>165.39703040069566</c:v>
                </c:pt>
                <c:pt idx="1864">
                  <c:v>169.52305859136743</c:v>
                </c:pt>
                <c:pt idx="1865">
                  <c:v>171.00995462172719</c:v>
                </c:pt>
                <c:pt idx="1866">
                  <c:v>171.22653537290313</c:v>
                </c:pt>
                <c:pt idx="1867">
                  <c:v>170.26631815501835</c:v>
                </c:pt>
                <c:pt idx="1868">
                  <c:v>166.88192981902452</c:v>
                </c:pt>
                <c:pt idx="1869">
                  <c:v>163.28853151545621</c:v>
                </c:pt>
                <c:pt idx="1870">
                  <c:v>161.7697795066957</c:v>
                </c:pt>
                <c:pt idx="1871">
                  <c:v>160.03286242975071</c:v>
                </c:pt>
                <c:pt idx="1872">
                  <c:v>159.99938101616058</c:v>
                </c:pt>
                <c:pt idx="1873">
                  <c:v>161.29048412474111</c:v>
                </c:pt>
                <c:pt idx="1874">
                  <c:v>163.12364685814265</c:v>
                </c:pt>
                <c:pt idx="1875">
                  <c:v>163.55031888599717</c:v>
                </c:pt>
                <c:pt idx="1876">
                  <c:v>163.01492358665055</c:v>
                </c:pt>
                <c:pt idx="1877">
                  <c:v>161.94786465563772</c:v>
                </c:pt>
                <c:pt idx="1878">
                  <c:v>162.7185028638834</c:v>
                </c:pt>
                <c:pt idx="1879">
                  <c:v>163.82010467718007</c:v>
                </c:pt>
                <c:pt idx="1880">
                  <c:v>167.47255783823221</c:v>
                </c:pt>
                <c:pt idx="1881">
                  <c:v>168.64048055523256</c:v>
                </c:pt>
                <c:pt idx="1882">
                  <c:v>168.5354712128665</c:v>
                </c:pt>
                <c:pt idx="1883">
                  <c:v>170.36116752417649</c:v>
                </c:pt>
                <c:pt idx="1884">
                  <c:v>171.18483801648804</c:v>
                </c:pt>
                <c:pt idx="1885">
                  <c:v>173.75431416585528</c:v>
                </c:pt>
                <c:pt idx="1886">
                  <c:v>174.09345161249442</c:v>
                </c:pt>
                <c:pt idx="1887">
                  <c:v>173.5364932555793</c:v>
                </c:pt>
                <c:pt idx="1888">
                  <c:v>173.92017202122898</c:v>
                </c:pt>
                <c:pt idx="1889">
                  <c:v>173.31647759412635</c:v>
                </c:pt>
                <c:pt idx="1890">
                  <c:v>175.67093343654108</c:v>
                </c:pt>
                <c:pt idx="1891">
                  <c:v>176.16926406759285</c:v>
                </c:pt>
                <c:pt idx="1892">
                  <c:v>176.75942883029268</c:v>
                </c:pt>
                <c:pt idx="1893">
                  <c:v>178.03650553510079</c:v>
                </c:pt>
                <c:pt idx="1894">
                  <c:v>178.7161018481867</c:v>
                </c:pt>
                <c:pt idx="1895">
                  <c:v>179.24941391158751</c:v>
                </c:pt>
                <c:pt idx="1896">
                  <c:v>180.6878870468415</c:v>
                </c:pt>
                <c:pt idx="1897">
                  <c:v>176.45147496209182</c:v>
                </c:pt>
                <c:pt idx="1898">
                  <c:v>178.9720373825227</c:v>
                </c:pt>
                <c:pt idx="1899">
                  <c:v>178.59123117761865</c:v>
                </c:pt>
                <c:pt idx="1900">
                  <c:v>179.1439593671976</c:v>
                </c:pt>
                <c:pt idx="1901">
                  <c:v>180.19735605301969</c:v>
                </c:pt>
                <c:pt idx="1902">
                  <c:v>181.07132776704032</c:v>
                </c:pt>
                <c:pt idx="1903">
                  <c:v>180.40273749054572</c:v>
                </c:pt>
                <c:pt idx="1904">
                  <c:v>179.35109072078183</c:v>
                </c:pt>
                <c:pt idx="1905">
                  <c:v>179.33425351237292</c:v>
                </c:pt>
                <c:pt idx="1906">
                  <c:v>179.74317537708939</c:v>
                </c:pt>
                <c:pt idx="1907">
                  <c:v>179.1834969934666</c:v>
                </c:pt>
                <c:pt idx="1908">
                  <c:v>179.47129466108348</c:v>
                </c:pt>
                <c:pt idx="1909">
                  <c:v>178.50446403196059</c:v>
                </c:pt>
                <c:pt idx="1910">
                  <c:v>178.46073210222519</c:v>
                </c:pt>
                <c:pt idx="1911">
                  <c:v>179.89994933216235</c:v>
                </c:pt>
                <c:pt idx="1912">
                  <c:v>181.10110783797185</c:v>
                </c:pt>
                <c:pt idx="1913">
                  <c:v>181.57675056252003</c:v>
                </c:pt>
                <c:pt idx="1914">
                  <c:v>180.43932345523712</c:v>
                </c:pt>
                <c:pt idx="1915">
                  <c:v>179.53762297113349</c:v>
                </c:pt>
                <c:pt idx="1916">
                  <c:v>180.44658216131296</c:v>
                </c:pt>
                <c:pt idx="1917">
                  <c:v>180.55046865116654</c:v>
                </c:pt>
                <c:pt idx="1918">
                  <c:v>180.6705924981465</c:v>
                </c:pt>
                <c:pt idx="1919">
                  <c:v>181.35558897754811</c:v>
                </c:pt>
                <c:pt idx="1920">
                  <c:v>180.10891297489979</c:v>
                </c:pt>
                <c:pt idx="1921">
                  <c:v>180.08332656031885</c:v>
                </c:pt>
                <c:pt idx="1922">
                  <c:v>180.86881200088891</c:v>
                </c:pt>
                <c:pt idx="1923">
                  <c:v>180.65994493207111</c:v>
                </c:pt>
                <c:pt idx="1924">
                  <c:v>178.67557493991794</c:v>
                </c:pt>
                <c:pt idx="1925">
                  <c:v>181.40443166874147</c:v>
                </c:pt>
                <c:pt idx="1926">
                  <c:v>180.14767622956239</c:v>
                </c:pt>
                <c:pt idx="1927">
                  <c:v>180.18440964053269</c:v>
                </c:pt>
                <c:pt idx="1928">
                  <c:v>180.61141464370019</c:v>
                </c:pt>
                <c:pt idx="1929">
                  <c:v>180.44572591875314</c:v>
                </c:pt>
                <c:pt idx="1930">
                  <c:v>179.73499897998502</c:v>
                </c:pt>
                <c:pt idx="1931">
                  <c:v>179.98102621073127</c:v>
                </c:pt>
                <c:pt idx="1932">
                  <c:v>181.98657252552772</c:v>
                </c:pt>
                <c:pt idx="1933">
                  <c:v>186.26220415817761</c:v>
                </c:pt>
                <c:pt idx="1934">
                  <c:v>186.85347542437515</c:v>
                </c:pt>
                <c:pt idx="1935">
                  <c:v>185.78385915651251</c:v>
                </c:pt>
                <c:pt idx="1936">
                  <c:v>185.88897943401042</c:v>
                </c:pt>
                <c:pt idx="1937">
                  <c:v>183.69770438880801</c:v>
                </c:pt>
                <c:pt idx="1938">
                  <c:v>183.53256666138859</c:v>
                </c:pt>
                <c:pt idx="1939">
                  <c:v>183.68158566892652</c:v>
                </c:pt>
                <c:pt idx="1940">
                  <c:v>183.40763968605702</c:v>
                </c:pt>
                <c:pt idx="1941">
                  <c:v>183.87403917548775</c:v>
                </c:pt>
                <c:pt idx="1942">
                  <c:v>184.54940774511792</c:v>
                </c:pt>
                <c:pt idx="1943">
                  <c:v>187.04525504602958</c:v>
                </c:pt>
                <c:pt idx="1944">
                  <c:v>187.10718793575958</c:v>
                </c:pt>
                <c:pt idx="1945">
                  <c:v>188.04762977321224</c:v>
                </c:pt>
                <c:pt idx="1946">
                  <c:v>190.31404973336413</c:v>
                </c:pt>
                <c:pt idx="1947">
                  <c:v>189.9066892489499</c:v>
                </c:pt>
                <c:pt idx="1948">
                  <c:v>189.50400503125795</c:v>
                </c:pt>
                <c:pt idx="1949">
                  <c:v>189.44971474450986</c:v>
                </c:pt>
                <c:pt idx="1950">
                  <c:v>189.93181784446941</c:v>
                </c:pt>
                <c:pt idx="1951">
                  <c:v>188.34254441313709</c:v>
                </c:pt>
                <c:pt idx="1952">
                  <c:v>186.89228302826015</c:v>
                </c:pt>
                <c:pt idx="1953">
                  <c:v>187.64083953607334</c:v>
                </c:pt>
                <c:pt idx="1954">
                  <c:v>187.31976813956132</c:v>
                </c:pt>
                <c:pt idx="1955">
                  <c:v>184.304672365947</c:v>
                </c:pt>
                <c:pt idx="1956">
                  <c:v>181.92730059007053</c:v>
                </c:pt>
                <c:pt idx="1957">
                  <c:v>183.24458433562614</c:v>
                </c:pt>
                <c:pt idx="1958">
                  <c:v>183.19409154520767</c:v>
                </c:pt>
                <c:pt idx="1959">
                  <c:v>183.59352185414957</c:v>
                </c:pt>
                <c:pt idx="1960">
                  <c:v>183.20783954732721</c:v>
                </c:pt>
                <c:pt idx="1961">
                  <c:v>181.779100071747</c:v>
                </c:pt>
                <c:pt idx="1962">
                  <c:v>180.50602169041707</c:v>
                </c:pt>
                <c:pt idx="1963">
                  <c:v>178.50173325723534</c:v>
                </c:pt>
                <c:pt idx="1964">
                  <c:v>178.41460861430303</c:v>
                </c:pt>
                <c:pt idx="1965">
                  <c:v>178.97691783276105</c:v>
                </c:pt>
                <c:pt idx="1966">
                  <c:v>179.04374622774196</c:v>
                </c:pt>
                <c:pt idx="1967">
                  <c:v>181.33792551544909</c:v>
                </c:pt>
                <c:pt idx="1968">
                  <c:v>182.22119433958747</c:v>
                </c:pt>
                <c:pt idx="1969">
                  <c:v>180.91644137406539</c:v>
                </c:pt>
                <c:pt idx="1970">
                  <c:v>182.08039913089331</c:v>
                </c:pt>
                <c:pt idx="1971">
                  <c:v>182.00098380249327</c:v>
                </c:pt>
                <c:pt idx="1972">
                  <c:v>180.66434231654168</c:v>
                </c:pt>
                <c:pt idx="1973">
                  <c:v>179.86857311935702</c:v>
                </c:pt>
                <c:pt idx="1974">
                  <c:v>181.72605038054689</c:v>
                </c:pt>
                <c:pt idx="1975">
                  <c:v>182.30759206319038</c:v>
                </c:pt>
                <c:pt idx="1976">
                  <c:v>181.50579326938802</c:v>
                </c:pt>
                <c:pt idx="1977">
                  <c:v>180.68582377946737</c:v>
                </c:pt>
                <c:pt idx="1978">
                  <c:v>182.3914599264271</c:v>
                </c:pt>
                <c:pt idx="1979">
                  <c:v>183.57461816429935</c:v>
                </c:pt>
                <c:pt idx="1980">
                  <c:v>185.8802305122023</c:v>
                </c:pt>
                <c:pt idx="1981">
                  <c:v>185.42539714050096</c:v>
                </c:pt>
                <c:pt idx="1982">
                  <c:v>187.09973627853975</c:v>
                </c:pt>
                <c:pt idx="1983">
                  <c:v>187.41968694669606</c:v>
                </c:pt>
                <c:pt idx="1984">
                  <c:v>188.17865908555407</c:v>
                </c:pt>
                <c:pt idx="1985">
                  <c:v>184.28857233414786</c:v>
                </c:pt>
                <c:pt idx="1986">
                  <c:v>181.42662517339912</c:v>
                </c:pt>
                <c:pt idx="1987">
                  <c:v>181.82340145279306</c:v>
                </c:pt>
                <c:pt idx="1988">
                  <c:v>182.12373979162555</c:v>
                </c:pt>
                <c:pt idx="1989">
                  <c:v>181.24997370132397</c:v>
                </c:pt>
                <c:pt idx="1990">
                  <c:v>181.13464176697062</c:v>
                </c:pt>
                <c:pt idx="1991">
                  <c:v>178.51286844469684</c:v>
                </c:pt>
                <c:pt idx="1992">
                  <c:v>179.56279292241558</c:v>
                </c:pt>
                <c:pt idx="1993">
                  <c:v>180.1662763151765</c:v>
                </c:pt>
                <c:pt idx="1994">
                  <c:v>178.24076512729752</c:v>
                </c:pt>
                <c:pt idx="1995">
                  <c:v>180.12806265168834</c:v>
                </c:pt>
                <c:pt idx="1996">
                  <c:v>180.80534468708825</c:v>
                </c:pt>
                <c:pt idx="1997">
                  <c:v>181.25597724867782</c:v>
                </c:pt>
                <c:pt idx="1998">
                  <c:v>179.83102049736721</c:v>
                </c:pt>
                <c:pt idx="1999">
                  <c:v>179.56646276053212</c:v>
                </c:pt>
                <c:pt idx="2000">
                  <c:v>180.32865919452064</c:v>
                </c:pt>
                <c:pt idx="2001">
                  <c:v>178.21056549131947</c:v>
                </c:pt>
                <c:pt idx="2002">
                  <c:v>177.62824423721221</c:v>
                </c:pt>
                <c:pt idx="2003">
                  <c:v>177.66348187111643</c:v>
                </c:pt>
                <c:pt idx="2004">
                  <c:v>175.40716551783703</c:v>
                </c:pt>
                <c:pt idx="2005">
                  <c:v>171.7062609922707</c:v>
                </c:pt>
                <c:pt idx="2006">
                  <c:v>173.72787446441015</c:v>
                </c:pt>
                <c:pt idx="2007">
                  <c:v>174.73884779584733</c:v>
                </c:pt>
                <c:pt idx="2008">
                  <c:v>173.95101825953986</c:v>
                </c:pt>
                <c:pt idx="2009">
                  <c:v>173.33105339318732</c:v>
                </c:pt>
                <c:pt idx="2010">
                  <c:v>174.65943472935632</c:v>
                </c:pt>
                <c:pt idx="2011">
                  <c:v>175.87353844612275</c:v>
                </c:pt>
                <c:pt idx="2012">
                  <c:v>177.19311940727812</c:v>
                </c:pt>
                <c:pt idx="2013">
                  <c:v>177.58121916690604</c:v>
                </c:pt>
                <c:pt idx="2014">
                  <c:v>177.25080343402379</c:v>
                </c:pt>
                <c:pt idx="2015">
                  <c:v>177.3271284149005</c:v>
                </c:pt>
                <c:pt idx="2016">
                  <c:v>177.72723405423963</c:v>
                </c:pt>
                <c:pt idx="2017">
                  <c:v>178.44329228259323</c:v>
                </c:pt>
                <c:pt idx="2018">
                  <c:v>178.07612461262261</c:v>
                </c:pt>
                <c:pt idx="2019">
                  <c:v>179.35788742397173</c:v>
                </c:pt>
                <c:pt idx="2020">
                  <c:v>176.95720559575003</c:v>
                </c:pt>
                <c:pt idx="2021">
                  <c:v>176.82035146586088</c:v>
                </c:pt>
                <c:pt idx="2022">
                  <c:v>177.20968958327441</c:v>
                </c:pt>
                <c:pt idx="2023">
                  <c:v>176.25736663613819</c:v>
                </c:pt>
                <c:pt idx="2024">
                  <c:v>176.77620494978808</c:v>
                </c:pt>
                <c:pt idx="2025">
                  <c:v>177.88941910898242</c:v>
                </c:pt>
                <c:pt idx="2026">
                  <c:v>180.82784595913157</c:v>
                </c:pt>
                <c:pt idx="2027">
                  <c:v>180.41717640851829</c:v>
                </c:pt>
                <c:pt idx="2028">
                  <c:v>181.7434940757723</c:v>
                </c:pt>
                <c:pt idx="2029">
                  <c:v>188.357237770859</c:v>
                </c:pt>
                <c:pt idx="2030">
                  <c:v>190.58236783032709</c:v>
                </c:pt>
                <c:pt idx="2031">
                  <c:v>189.95008424936918</c:v>
                </c:pt>
                <c:pt idx="2032">
                  <c:v>189.95379366761009</c:v>
                </c:pt>
                <c:pt idx="2033">
                  <c:v>191.65225998435801</c:v>
                </c:pt>
                <c:pt idx="2034">
                  <c:v>191.82026463595705</c:v>
                </c:pt>
                <c:pt idx="2035">
                  <c:v>190.95819953569247</c:v>
                </c:pt>
                <c:pt idx="2036">
                  <c:v>190.90240586050729</c:v>
                </c:pt>
                <c:pt idx="2037">
                  <c:v>193.60141110900966</c:v>
                </c:pt>
                <c:pt idx="2038">
                  <c:v>195.66814946570406</c:v>
                </c:pt>
                <c:pt idx="2039">
                  <c:v>194.92862078263042</c:v>
                </c:pt>
                <c:pt idx="2040">
                  <c:v>194.56286611396092</c:v>
                </c:pt>
                <c:pt idx="2041">
                  <c:v>192.8949224088571</c:v>
                </c:pt>
                <c:pt idx="2042">
                  <c:v>194.21847821551674</c:v>
                </c:pt>
                <c:pt idx="2043">
                  <c:v>196.01308542923093</c:v>
                </c:pt>
                <c:pt idx="2044">
                  <c:v>196.93200714130921</c:v>
                </c:pt>
                <c:pt idx="2045">
                  <c:v>196.05388579683148</c:v>
                </c:pt>
                <c:pt idx="2046">
                  <c:v>195.81862397569193</c:v>
                </c:pt>
                <c:pt idx="2047">
                  <c:v>193.77120780436218</c:v>
                </c:pt>
                <c:pt idx="2048">
                  <c:v>193.55032522745265</c:v>
                </c:pt>
                <c:pt idx="2049">
                  <c:v>195.59853214659091</c:v>
                </c:pt>
                <c:pt idx="2050">
                  <c:v>195.74081900431162</c:v>
                </c:pt>
                <c:pt idx="2051">
                  <c:v>193.10915594165647</c:v>
                </c:pt>
                <c:pt idx="2052">
                  <c:v>192.12516942693406</c:v>
                </c:pt>
                <c:pt idx="2053">
                  <c:v>192.54586888109921</c:v>
                </c:pt>
                <c:pt idx="2054">
                  <c:v>193.35674460089314</c:v>
                </c:pt>
                <c:pt idx="2055">
                  <c:v>194.35405170356884</c:v>
                </c:pt>
                <c:pt idx="2056">
                  <c:v>196.0711744342814</c:v>
                </c:pt>
                <c:pt idx="2057">
                  <c:v>187.32888819138961</c:v>
                </c:pt>
                <c:pt idx="2058">
                  <c:v>185.91687057807562</c:v>
                </c:pt>
                <c:pt idx="2059">
                  <c:v>187.31856109313588</c:v>
                </c:pt>
                <c:pt idx="2060">
                  <c:v>183.1232043397597</c:v>
                </c:pt>
                <c:pt idx="2061">
                  <c:v>183.30275977501447</c:v>
                </c:pt>
                <c:pt idx="2062">
                  <c:v>182.48990620161186</c:v>
                </c:pt>
                <c:pt idx="2063">
                  <c:v>184.75803983513737</c:v>
                </c:pt>
                <c:pt idx="2064">
                  <c:v>184.52230339105208</c:v>
                </c:pt>
                <c:pt idx="2065">
                  <c:v>187.16745684528033</c:v>
                </c:pt>
                <c:pt idx="2066">
                  <c:v>188.23177661428866</c:v>
                </c:pt>
                <c:pt idx="2067">
                  <c:v>187.60398288263639</c:v>
                </c:pt>
                <c:pt idx="2068">
                  <c:v>186.58769938837665</c:v>
                </c:pt>
                <c:pt idx="2069">
                  <c:v>185.96160969033559</c:v>
                </c:pt>
                <c:pt idx="2070">
                  <c:v>186.67560874667913</c:v>
                </c:pt>
                <c:pt idx="2071">
                  <c:v>183.39036412686477</c:v>
                </c:pt>
                <c:pt idx="2072">
                  <c:v>185.87465630601679</c:v>
                </c:pt>
                <c:pt idx="2073">
                  <c:v>182.81941362495431</c:v>
                </c:pt>
                <c:pt idx="2074">
                  <c:v>185.29275780978895</c:v>
                </c:pt>
                <c:pt idx="2075">
                  <c:v>186.79401285999253</c:v>
                </c:pt>
                <c:pt idx="2076">
                  <c:v>188.22663024815495</c:v>
                </c:pt>
                <c:pt idx="2077">
                  <c:v>188.84420096944555</c:v>
                </c:pt>
                <c:pt idx="2078">
                  <c:v>189.45753439352794</c:v>
                </c:pt>
                <c:pt idx="2079">
                  <c:v>191.88713833071182</c:v>
                </c:pt>
                <c:pt idx="2080">
                  <c:v>191.78078934331811</c:v>
                </c:pt>
                <c:pt idx="2081">
                  <c:v>191.28363289960004</c:v>
                </c:pt>
                <c:pt idx="2082">
                  <c:v>190.92945333357665</c:v>
                </c:pt>
                <c:pt idx="2083">
                  <c:v>189.97191833001241</c:v>
                </c:pt>
                <c:pt idx="2084">
                  <c:v>190.00562343846755</c:v>
                </c:pt>
                <c:pt idx="2085">
                  <c:v>187.40279517058707</c:v>
                </c:pt>
                <c:pt idx="2086">
                  <c:v>188.02523607783451</c:v>
                </c:pt>
                <c:pt idx="2087">
                  <c:v>192.8219875022252</c:v>
                </c:pt>
                <c:pt idx="2088">
                  <c:v>193.53676132877962</c:v>
                </c:pt>
                <c:pt idx="2089">
                  <c:v>193.97190363341159</c:v>
                </c:pt>
                <c:pt idx="2090">
                  <c:v>195.58452941418579</c:v>
                </c:pt>
                <c:pt idx="2091">
                  <c:v>195.36073854226106</c:v>
                </c:pt>
                <c:pt idx="2092">
                  <c:v>193.52366132551654</c:v>
                </c:pt>
                <c:pt idx="2093">
                  <c:v>193.17880096842543</c:v>
                </c:pt>
                <c:pt idx="2094">
                  <c:v>191.58360908005631</c:v>
                </c:pt>
                <c:pt idx="2095">
                  <c:v>190.87647845865877</c:v>
                </c:pt>
                <c:pt idx="2096">
                  <c:v>190.02944285201778</c:v>
                </c:pt>
                <c:pt idx="2097">
                  <c:v>189.06581706454747</c:v>
                </c:pt>
                <c:pt idx="2098">
                  <c:v>188.39636526373869</c:v>
                </c:pt>
                <c:pt idx="2099">
                  <c:v>189.85242037270427</c:v>
                </c:pt>
                <c:pt idx="2100">
                  <c:v>188.99620748238829</c:v>
                </c:pt>
                <c:pt idx="2101">
                  <c:v>189.81895298957616</c:v>
                </c:pt>
                <c:pt idx="2102">
                  <c:v>191.08174062185654</c:v>
                </c:pt>
                <c:pt idx="2103">
                  <c:v>192.92131937826645</c:v>
                </c:pt>
                <c:pt idx="2104">
                  <c:v>192.82382807510044</c:v>
                </c:pt>
                <c:pt idx="2105">
                  <c:v>193.00014945390106</c:v>
                </c:pt>
                <c:pt idx="2106">
                  <c:v>196.5519506018629</c:v>
                </c:pt>
                <c:pt idx="2107">
                  <c:v>197.5145852117285</c:v>
                </c:pt>
                <c:pt idx="2108">
                  <c:v>198.98666683155102</c:v>
                </c:pt>
                <c:pt idx="2109">
                  <c:v>196.87529455118894</c:v>
                </c:pt>
                <c:pt idx="2110">
                  <c:v>192.25584607018953</c:v>
                </c:pt>
                <c:pt idx="2111">
                  <c:v>190.53117386765638</c:v>
                </c:pt>
                <c:pt idx="2112">
                  <c:v>192.56392685678034</c:v>
                </c:pt>
                <c:pt idx="2113">
                  <c:v>194.2396661271394</c:v>
                </c:pt>
                <c:pt idx="2114">
                  <c:v>194.5054532651564</c:v>
                </c:pt>
                <c:pt idx="2115">
                  <c:v>195.57417489614321</c:v>
                </c:pt>
                <c:pt idx="2116">
                  <c:v>196.63386153030243</c:v>
                </c:pt>
                <c:pt idx="2117">
                  <c:v>195.52722778170499</c:v>
                </c:pt>
                <c:pt idx="2118">
                  <c:v>200.24875981630188</c:v>
                </c:pt>
                <c:pt idx="2119">
                  <c:v>199.43486802436732</c:v>
                </c:pt>
                <c:pt idx="2120">
                  <c:v>198.3629374031361</c:v>
                </c:pt>
                <c:pt idx="2121">
                  <c:v>198.02746180974665</c:v>
                </c:pt>
                <c:pt idx="2122">
                  <c:v>195.4893519632559</c:v>
                </c:pt>
                <c:pt idx="2123">
                  <c:v>194.38879051870549</c:v>
                </c:pt>
                <c:pt idx="2124">
                  <c:v>192.26957342100758</c:v>
                </c:pt>
                <c:pt idx="2125">
                  <c:v>192.00620112632652</c:v>
                </c:pt>
                <c:pt idx="2126">
                  <c:v>193.28774356616142</c:v>
                </c:pt>
                <c:pt idx="2127">
                  <c:v>193.72178174497859</c:v>
                </c:pt>
                <c:pt idx="2128">
                  <c:v>193.05077812637265</c:v>
                </c:pt>
                <c:pt idx="2129">
                  <c:v>194.24198887027001</c:v>
                </c:pt>
                <c:pt idx="2130">
                  <c:v>194.84886703473097</c:v>
                </c:pt>
                <c:pt idx="2131">
                  <c:v>194.85597156509272</c:v>
                </c:pt>
                <c:pt idx="2132">
                  <c:v>194.08197714338658</c:v>
                </c:pt>
                <c:pt idx="2133">
                  <c:v>199.17339150396262</c:v>
                </c:pt>
                <c:pt idx="2134">
                  <c:v>200.43480759623139</c:v>
                </c:pt>
                <c:pt idx="2135">
                  <c:v>199.76451691802981</c:v>
                </c:pt>
                <c:pt idx="2136">
                  <c:v>196.77492531538016</c:v>
                </c:pt>
                <c:pt idx="2137">
                  <c:v>197.28182831502397</c:v>
                </c:pt>
                <c:pt idx="2138">
                  <c:v>198.80025899757271</c:v>
                </c:pt>
                <c:pt idx="2139">
                  <c:v>207.4809873530692</c:v>
                </c:pt>
                <c:pt idx="2140">
                  <c:v>189.99501220988941</c:v>
                </c:pt>
                <c:pt idx="2141">
                  <c:v>198.86972398414053</c:v>
                </c:pt>
                <c:pt idx="2142">
                  <c:v>199.65193745370945</c:v>
                </c:pt>
                <c:pt idx="2143">
                  <c:v>201.81757584173232</c:v>
                </c:pt>
                <c:pt idx="2144">
                  <c:v>201.56739004321068</c:v>
                </c:pt>
                <c:pt idx="2145">
                  <c:v>201.2305565433991</c:v>
                </c:pt>
                <c:pt idx="2146">
                  <c:v>201.85431592771789</c:v>
                </c:pt>
                <c:pt idx="2147">
                  <c:v>201.70096792371362</c:v>
                </c:pt>
                <c:pt idx="2148">
                  <c:v>204.26465768694067</c:v>
                </c:pt>
                <c:pt idx="2149">
                  <c:v>208.14071693856101</c:v>
                </c:pt>
                <c:pt idx="2150">
                  <c:v>209.58818099408202</c:v>
                </c:pt>
                <c:pt idx="2151">
                  <c:v>208.94634207959751</c:v>
                </c:pt>
                <c:pt idx="2152">
                  <c:v>209.29905107970723</c:v>
                </c:pt>
                <c:pt idx="2153">
                  <c:v>213.17083127907844</c:v>
                </c:pt>
                <c:pt idx="2154">
                  <c:v>213.95178241384082</c:v>
                </c:pt>
                <c:pt idx="2155">
                  <c:v>213.84362230328153</c:v>
                </c:pt>
                <c:pt idx="2156">
                  <c:v>212.03631997301576</c:v>
                </c:pt>
                <c:pt idx="2157">
                  <c:v>213.10350225987577</c:v>
                </c:pt>
                <c:pt idx="2158">
                  <c:v>215.1889473055052</c:v>
                </c:pt>
                <c:pt idx="2159">
                  <c:v>215.24751811388094</c:v>
                </c:pt>
                <c:pt idx="2160">
                  <c:v>213.45046843267625</c:v>
                </c:pt>
                <c:pt idx="2161">
                  <c:v>212.8752949932354</c:v>
                </c:pt>
                <c:pt idx="2162">
                  <c:v>211.3182626042211</c:v>
                </c:pt>
                <c:pt idx="2163">
                  <c:v>211.64765465705287</c:v>
                </c:pt>
                <c:pt idx="2164">
                  <c:v>212.21083394471771</c:v>
                </c:pt>
                <c:pt idx="2165">
                  <c:v>211.94064347535641</c:v>
                </c:pt>
                <c:pt idx="2166">
                  <c:v>212.69046272282546</c:v>
                </c:pt>
                <c:pt idx="2167">
                  <c:v>211.25226977947145</c:v>
                </c:pt>
                <c:pt idx="2168">
                  <c:v>211.24902752760428</c:v>
                </c:pt>
                <c:pt idx="2169">
                  <c:v>209.22752896606258</c:v>
                </c:pt>
                <c:pt idx="2170">
                  <c:v>207.26362570888472</c:v>
                </c:pt>
                <c:pt idx="2171">
                  <c:v>205.52251719448324</c:v>
                </c:pt>
                <c:pt idx="2172">
                  <c:v>207.11816209097043</c:v>
                </c:pt>
                <c:pt idx="2173">
                  <c:v>207.53900909179865</c:v>
                </c:pt>
                <c:pt idx="2174">
                  <c:v>207.92537293952785</c:v>
                </c:pt>
                <c:pt idx="2175">
                  <c:v>208.11602456952889</c:v>
                </c:pt>
                <c:pt idx="2176">
                  <c:v>208.20580090718838</c:v>
                </c:pt>
                <c:pt idx="2177">
                  <c:v>207.3115876388155</c:v>
                </c:pt>
                <c:pt idx="2178">
                  <c:v>201.98777726474674</c:v>
                </c:pt>
                <c:pt idx="2179">
                  <c:v>200.43702965635302</c:v>
                </c:pt>
                <c:pt idx="2180">
                  <c:v>201.82447560917461</c:v>
                </c:pt>
                <c:pt idx="2181">
                  <c:v>201.96051394325784</c:v>
                </c:pt>
                <c:pt idx="2182">
                  <c:v>203.42202139621469</c:v>
                </c:pt>
                <c:pt idx="2183">
                  <c:v>203.6307765054147</c:v>
                </c:pt>
                <c:pt idx="2184">
                  <c:v>200.28346681334264</c:v>
                </c:pt>
                <c:pt idx="2185">
                  <c:v>203.4165973663597</c:v>
                </c:pt>
                <c:pt idx="2186">
                  <c:v>202.90546288633041</c:v>
                </c:pt>
                <c:pt idx="2187">
                  <c:v>204.99825982892781</c:v>
                </c:pt>
                <c:pt idx="2188">
                  <c:v>204.18767918588151</c:v>
                </c:pt>
                <c:pt idx="2189">
                  <c:v>205.30241660418781</c:v>
                </c:pt>
                <c:pt idx="2190">
                  <c:v>205.29305613566717</c:v>
                </c:pt>
                <c:pt idx="2191">
                  <c:v>206.21772960570613</c:v>
                </c:pt>
                <c:pt idx="2192">
                  <c:v>206.51799482660195</c:v>
                </c:pt>
                <c:pt idx="2193">
                  <c:v>205.91404017406049</c:v>
                </c:pt>
                <c:pt idx="2194">
                  <c:v>206.13950302251047</c:v>
                </c:pt>
                <c:pt idx="2195">
                  <c:v>206.98527789535351</c:v>
                </c:pt>
                <c:pt idx="2196">
                  <c:v>207.34220466129057</c:v>
                </c:pt>
                <c:pt idx="2197">
                  <c:v>208.14567185887628</c:v>
                </c:pt>
                <c:pt idx="2198">
                  <c:v>206.94365483615042</c:v>
                </c:pt>
                <c:pt idx="2199">
                  <c:v>207.20154879825094</c:v>
                </c:pt>
                <c:pt idx="2200">
                  <c:v>203.71931743693716</c:v>
                </c:pt>
                <c:pt idx="2201">
                  <c:v>205.86945476587292</c:v>
                </c:pt>
                <c:pt idx="2202">
                  <c:v>206.41191839371726</c:v>
                </c:pt>
                <c:pt idx="2203">
                  <c:v>205.41502023597874</c:v>
                </c:pt>
                <c:pt idx="2204">
                  <c:v>209.23394426997788</c:v>
                </c:pt>
                <c:pt idx="2205">
                  <c:v>210.46387446806381</c:v>
                </c:pt>
                <c:pt idx="2206">
                  <c:v>212.72927281583549</c:v>
                </c:pt>
                <c:pt idx="2207">
                  <c:v>214.43229710647586</c:v>
                </c:pt>
                <c:pt idx="2208">
                  <c:v>217.81274324565712</c:v>
                </c:pt>
                <c:pt idx="2209">
                  <c:v>219.02445199933621</c:v>
                </c:pt>
                <c:pt idx="2210">
                  <c:v>218.15805843885425</c:v>
                </c:pt>
                <c:pt idx="2211">
                  <c:v>218.91784873461731</c:v>
                </c:pt>
                <c:pt idx="2212">
                  <c:v>219.62101886690988</c:v>
                </c:pt>
                <c:pt idx="2213">
                  <c:v>217.51913945245397</c:v>
                </c:pt>
                <c:pt idx="2214">
                  <c:v>213.46248073217947</c:v>
                </c:pt>
                <c:pt idx="2215">
                  <c:v>208.78239653659196</c:v>
                </c:pt>
                <c:pt idx="2216">
                  <c:v>207.19799207485553</c:v>
                </c:pt>
                <c:pt idx="2217">
                  <c:v>203.22532741507911</c:v>
                </c:pt>
                <c:pt idx="2218">
                  <c:v>205.48595631808703</c:v>
                </c:pt>
                <c:pt idx="2219">
                  <c:v>205.37550939312513</c:v>
                </c:pt>
                <c:pt idx="2220">
                  <c:v>207.46885890569888</c:v>
                </c:pt>
                <c:pt idx="2221">
                  <c:v>205.80436716709042</c:v>
                </c:pt>
                <c:pt idx="2222">
                  <c:v>208.39681454733139</c:v>
                </c:pt>
                <c:pt idx="2223">
                  <c:v>208.71801938899694</c:v>
                </c:pt>
                <c:pt idx="2224">
                  <c:v>208.30591424101365</c:v>
                </c:pt>
                <c:pt idx="2225">
                  <c:v>206.34212896080271</c:v>
                </c:pt>
                <c:pt idx="2226">
                  <c:v>209.48107521952599</c:v>
                </c:pt>
                <c:pt idx="2227">
                  <c:v>208.94403833277889</c:v>
                </c:pt>
                <c:pt idx="2228">
                  <c:v>206.11336513524003</c:v>
                </c:pt>
                <c:pt idx="2229">
                  <c:v>206.03241807844401</c:v>
                </c:pt>
                <c:pt idx="2230">
                  <c:v>207.21018727206146</c:v>
                </c:pt>
                <c:pt idx="2231">
                  <c:v>204.21167339830615</c:v>
                </c:pt>
                <c:pt idx="2232">
                  <c:v>206.10790634476334</c:v>
                </c:pt>
                <c:pt idx="2233">
                  <c:v>206.97661920595704</c:v>
                </c:pt>
                <c:pt idx="2234">
                  <c:v>207.77496652643848</c:v>
                </c:pt>
                <c:pt idx="2235">
                  <c:v>205.86236156087745</c:v>
                </c:pt>
                <c:pt idx="2236">
                  <c:v>209.80732736322784</c:v>
                </c:pt>
                <c:pt idx="2237">
                  <c:v>209.96511120353827</c:v>
                </c:pt>
                <c:pt idx="2238">
                  <c:v>208.06084743118612</c:v>
                </c:pt>
                <c:pt idx="2239">
                  <c:v>206.59049585646108</c:v>
                </c:pt>
                <c:pt idx="2240">
                  <c:v>207.83109458679851</c:v>
                </c:pt>
                <c:pt idx="2241">
                  <c:v>204.91111777571231</c:v>
                </c:pt>
                <c:pt idx="2242">
                  <c:v>200.98356470310401</c:v>
                </c:pt>
                <c:pt idx="2243">
                  <c:v>201.76323907584995</c:v>
                </c:pt>
                <c:pt idx="2244">
                  <c:v>201.6358328066662</c:v>
                </c:pt>
                <c:pt idx="2245">
                  <c:v>204.58785753684199</c:v>
                </c:pt>
                <c:pt idx="2246">
                  <c:v>209.42223275211643</c:v>
                </c:pt>
                <c:pt idx="2247">
                  <c:v>209.34325863993186</c:v>
                </c:pt>
                <c:pt idx="2248">
                  <c:v>209.32049564180679</c:v>
                </c:pt>
                <c:pt idx="2249">
                  <c:v>207.73984010502349</c:v>
                </c:pt>
                <c:pt idx="2250">
                  <c:v>208.03072359705581</c:v>
                </c:pt>
                <c:pt idx="2251">
                  <c:v>210.37316016407058</c:v>
                </c:pt>
                <c:pt idx="2252">
                  <c:v>212.63498813303832</c:v>
                </c:pt>
                <c:pt idx="2253">
                  <c:v>213.86526169778313</c:v>
                </c:pt>
                <c:pt idx="2254">
                  <c:v>213.68091476685078</c:v>
                </c:pt>
                <c:pt idx="2255">
                  <c:v>213.0916376366545</c:v>
                </c:pt>
                <c:pt idx="2256">
                  <c:v>213.46084803874521</c:v>
                </c:pt>
                <c:pt idx="2257">
                  <c:v>212.74442038543157</c:v>
                </c:pt>
                <c:pt idx="2258">
                  <c:v>211.97140067846109</c:v>
                </c:pt>
                <c:pt idx="2259">
                  <c:v>213.5153731446643</c:v>
                </c:pt>
                <c:pt idx="2260">
                  <c:v>213.54371381176642</c:v>
                </c:pt>
                <c:pt idx="2261">
                  <c:v>210.31942889453907</c:v>
                </c:pt>
                <c:pt idx="2262">
                  <c:v>207.52577750163888</c:v>
                </c:pt>
                <c:pt idx="2263">
                  <c:v>204.95124893096258</c:v>
                </c:pt>
                <c:pt idx="2264">
                  <c:v>201.67328279835036</c:v>
                </c:pt>
                <c:pt idx="2265">
                  <c:v>203.93183121429988</c:v>
                </c:pt>
                <c:pt idx="2266">
                  <c:v>203.59563792153619</c:v>
                </c:pt>
                <c:pt idx="2267">
                  <c:v>203.34806295535205</c:v>
                </c:pt>
                <c:pt idx="2268">
                  <c:v>203.90679554356217</c:v>
                </c:pt>
                <c:pt idx="2269">
                  <c:v>202.4819479653066</c:v>
                </c:pt>
                <c:pt idx="2270">
                  <c:v>202.11416204042149</c:v>
                </c:pt>
                <c:pt idx="2271">
                  <c:v>202.91053480484044</c:v>
                </c:pt>
                <c:pt idx="2272">
                  <c:v>203.36939441456488</c:v>
                </c:pt>
                <c:pt idx="2273">
                  <c:v>200.99851948318428</c:v>
                </c:pt>
                <c:pt idx="2274">
                  <c:v>196.63702233329622</c:v>
                </c:pt>
                <c:pt idx="2275">
                  <c:v>197.99151736773874</c:v>
                </c:pt>
                <c:pt idx="2276">
                  <c:v>196.25701748203093</c:v>
                </c:pt>
                <c:pt idx="2277">
                  <c:v>194.95132973523087</c:v>
                </c:pt>
                <c:pt idx="2278">
                  <c:v>191.80684901152449</c:v>
                </c:pt>
                <c:pt idx="2279">
                  <c:v>187.89588525542442</c:v>
                </c:pt>
                <c:pt idx="2280">
                  <c:v>190.33792282965672</c:v>
                </c:pt>
                <c:pt idx="2281">
                  <c:v>190.53347290392691</c:v>
                </c:pt>
                <c:pt idx="2282">
                  <c:v>192.62757233358263</c:v>
                </c:pt>
                <c:pt idx="2283">
                  <c:v>189.52531872526885</c:v>
                </c:pt>
                <c:pt idx="2284">
                  <c:v>192.68872035671166</c:v>
                </c:pt>
                <c:pt idx="2285">
                  <c:v>189.79824291651911</c:v>
                </c:pt>
                <c:pt idx="2286">
                  <c:v>190.28316659939361</c:v>
                </c:pt>
                <c:pt idx="2287">
                  <c:v>189.98874386027418</c:v>
                </c:pt>
                <c:pt idx="2288">
                  <c:v>189.49401270013161</c:v>
                </c:pt>
                <c:pt idx="2289">
                  <c:v>188.02942503365733</c:v>
                </c:pt>
                <c:pt idx="2290">
                  <c:v>190.90626398268421</c:v>
                </c:pt>
                <c:pt idx="2291">
                  <c:v>191.98375932442116</c:v>
                </c:pt>
                <c:pt idx="2292">
                  <c:v>192.53753427995835</c:v>
                </c:pt>
                <c:pt idx="2293">
                  <c:v>193.48438203291329</c:v>
                </c:pt>
                <c:pt idx="2294">
                  <c:v>193.1712544181631</c:v>
                </c:pt>
                <c:pt idx="2295">
                  <c:v>194.63487305637619</c:v>
                </c:pt>
                <c:pt idx="2296">
                  <c:v>195.12232520693595</c:v>
                </c:pt>
                <c:pt idx="2297">
                  <c:v>194.51988208031051</c:v>
                </c:pt>
                <c:pt idx="2298">
                  <c:v>193.84279758577989</c:v>
                </c:pt>
                <c:pt idx="2299">
                  <c:v>192.22435914859406</c:v>
                </c:pt>
                <c:pt idx="2300">
                  <c:v>192.60882190237612</c:v>
                </c:pt>
                <c:pt idx="2301">
                  <c:v>192.06360075197853</c:v>
                </c:pt>
                <c:pt idx="2302">
                  <c:v>191.04151197891903</c:v>
                </c:pt>
                <c:pt idx="2303">
                  <c:v>191.66191748417501</c:v>
                </c:pt>
                <c:pt idx="2304">
                  <c:v>190.80092413111549</c:v>
                </c:pt>
                <c:pt idx="2305">
                  <c:v>192.67755385347755</c:v>
                </c:pt>
                <c:pt idx="2306">
                  <c:v>192.36950703022254</c:v>
                </c:pt>
                <c:pt idx="2307">
                  <c:v>191.10830719598269</c:v>
                </c:pt>
                <c:pt idx="2308">
                  <c:v>189.72522574538905</c:v>
                </c:pt>
                <c:pt idx="2309">
                  <c:v>188.8784670030044</c:v>
                </c:pt>
                <c:pt idx="2310">
                  <c:v>186.99765974762443</c:v>
                </c:pt>
                <c:pt idx="2311">
                  <c:v>186.25403221099393</c:v>
                </c:pt>
                <c:pt idx="2312">
                  <c:v>186.65990865602686</c:v>
                </c:pt>
                <c:pt idx="2313">
                  <c:v>188.22932536697411</c:v>
                </c:pt>
                <c:pt idx="2314">
                  <c:v>188.7721526950543</c:v>
                </c:pt>
                <c:pt idx="2315">
                  <c:v>188.32014608448549</c:v>
                </c:pt>
                <c:pt idx="2316">
                  <c:v>186.8480385558546</c:v>
                </c:pt>
                <c:pt idx="2317">
                  <c:v>185.25605264858493</c:v>
                </c:pt>
                <c:pt idx="2318">
                  <c:v>186.182020233895</c:v>
                </c:pt>
                <c:pt idx="2319">
                  <c:v>186.57542184853563</c:v>
                </c:pt>
                <c:pt idx="2320">
                  <c:v>194.24805143713968</c:v>
                </c:pt>
                <c:pt idx="2321">
                  <c:v>196.10411551061591</c:v>
                </c:pt>
                <c:pt idx="2322">
                  <c:v>198.37957227340564</c:v>
                </c:pt>
                <c:pt idx="2323">
                  <c:v>203.65067110071712</c:v>
                </c:pt>
                <c:pt idx="2324">
                  <c:v>201.61137005968749</c:v>
                </c:pt>
                <c:pt idx="2325">
                  <c:v>203.30972863630495</c:v>
                </c:pt>
                <c:pt idx="2326">
                  <c:v>203.69295926624667</c:v>
                </c:pt>
              </c:numCache>
            </c:numRef>
          </c:val>
          <c:smooth val="0"/>
          <c:extLst>
            <c:ext xmlns:c16="http://schemas.microsoft.com/office/drawing/2014/chart" uri="{C3380CC4-5D6E-409C-BE32-E72D297353CC}">
              <c16:uniqueId val="{00000001-AF2F-5546-ACD5-CCD7865E1BD1}"/>
            </c:ext>
          </c:extLst>
        </c:ser>
        <c:ser>
          <c:idx val="2"/>
          <c:order val="2"/>
          <c:tx>
            <c:strRef>
              <c:f>FX!$BP$2</c:f>
              <c:strCache>
                <c:ptCount val="1"/>
                <c:pt idx="0">
                  <c:v>NIFTY Pharma</c:v>
                </c:pt>
              </c:strCache>
            </c:strRef>
          </c:tx>
          <c:spPr>
            <a:ln w="12700" cap="rnd">
              <a:solidFill>
                <a:schemeClr val="accent2">
                  <a:lumMod val="50000"/>
                </a:schemeClr>
              </a:solidFill>
              <a:round/>
            </a:ln>
            <a:effectLst>
              <a:outerShdw blurRad="50800" dist="38100" dir="2700000" algn="tl" rotWithShape="0">
                <a:prstClr val="black">
                  <a:alpha val="40000"/>
                </a:prstClr>
              </a:outerShdw>
            </a:effectLst>
          </c:spPr>
          <c:marker>
            <c:symbol val="none"/>
          </c:marker>
          <c:cat>
            <c:numRef>
              <c:f>FX!$BM$3:$BM$2329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FX!$BP$3:$BP$2329</c:f>
              <c:numCache>
                <c:formatCode>_(* #,##0.0_);_(* \(#,##0.0\);_(* "-"??_);_(@_)</c:formatCode>
                <c:ptCount val="2327"/>
                <c:pt idx="0" formatCode="General">
                  <c:v>100</c:v>
                </c:pt>
                <c:pt idx="1">
                  <c:v>100.29615727919806</c:v>
                </c:pt>
                <c:pt idx="2">
                  <c:v>99.975739821023978</c:v>
                </c:pt>
                <c:pt idx="3">
                  <c:v>97.392847687397705</c:v>
                </c:pt>
                <c:pt idx="4">
                  <c:v>96.993587295134375</c:v>
                </c:pt>
                <c:pt idx="5">
                  <c:v>98.959473787111094</c:v>
                </c:pt>
                <c:pt idx="6">
                  <c:v>101.69801678315159</c:v>
                </c:pt>
                <c:pt idx="7">
                  <c:v>102.4709739283181</c:v>
                </c:pt>
                <c:pt idx="8">
                  <c:v>102.64241429269762</c:v>
                </c:pt>
                <c:pt idx="9">
                  <c:v>101.59903417145006</c:v>
                </c:pt>
                <c:pt idx="10">
                  <c:v>102.76221156383485</c:v>
                </c:pt>
                <c:pt idx="11">
                  <c:v>104.08476431298853</c:v>
                </c:pt>
                <c:pt idx="12">
                  <c:v>105.47382380979464</c:v>
                </c:pt>
                <c:pt idx="13">
                  <c:v>106.62593765905316</c:v>
                </c:pt>
                <c:pt idx="14">
                  <c:v>108.26684174249986</c:v>
                </c:pt>
                <c:pt idx="15">
                  <c:v>109.2812965375947</c:v>
                </c:pt>
                <c:pt idx="16">
                  <c:v>109.36308336594179</c:v>
                </c:pt>
                <c:pt idx="17">
                  <c:v>109.40622607804522</c:v>
                </c:pt>
                <c:pt idx="18">
                  <c:v>110.89199459568401</c:v>
                </c:pt>
                <c:pt idx="19">
                  <c:v>109.88037198722031</c:v>
                </c:pt>
                <c:pt idx="20">
                  <c:v>109.03729165856726</c:v>
                </c:pt>
                <c:pt idx="21">
                  <c:v>108.28139282545328</c:v>
                </c:pt>
                <c:pt idx="22">
                  <c:v>109.37960912254029</c:v>
                </c:pt>
                <c:pt idx="23">
                  <c:v>108.06389426627872</c:v>
                </c:pt>
                <c:pt idx="24">
                  <c:v>106.43410906996277</c:v>
                </c:pt>
                <c:pt idx="25">
                  <c:v>105.4280359929278</c:v>
                </c:pt>
                <c:pt idx="26">
                  <c:v>105.67444720937868</c:v>
                </c:pt>
                <c:pt idx="27">
                  <c:v>107.81018110248334</c:v>
                </c:pt>
                <c:pt idx="28">
                  <c:v>108.57240254540822</c:v>
                </c:pt>
                <c:pt idx="29">
                  <c:v>109.46418562333852</c:v>
                </c:pt>
                <c:pt idx="30">
                  <c:v>109.40125507906448</c:v>
                </c:pt>
                <c:pt idx="31">
                  <c:v>109.49553376335379</c:v>
                </c:pt>
                <c:pt idx="32">
                  <c:v>108.63478481956273</c:v>
                </c:pt>
                <c:pt idx="33">
                  <c:v>108.68882692206398</c:v>
                </c:pt>
                <c:pt idx="34">
                  <c:v>107.87051164762921</c:v>
                </c:pt>
                <c:pt idx="35">
                  <c:v>106.92154822891744</c:v>
                </c:pt>
                <c:pt idx="36">
                  <c:v>108.51753082603653</c:v>
                </c:pt>
                <c:pt idx="37">
                  <c:v>110.80766132521688</c:v>
                </c:pt>
                <c:pt idx="38">
                  <c:v>114.17148842288481</c:v>
                </c:pt>
                <c:pt idx="39">
                  <c:v>115.6486153219698</c:v>
                </c:pt>
                <c:pt idx="40">
                  <c:v>117.85562523803669</c:v>
                </c:pt>
                <c:pt idx="41">
                  <c:v>117.48719340759259</c:v>
                </c:pt>
                <c:pt idx="42">
                  <c:v>116.91660255367212</c:v>
                </c:pt>
                <c:pt idx="43">
                  <c:v>115.75504950735383</c:v>
                </c:pt>
                <c:pt idx="44">
                  <c:v>117.45695650975749</c:v>
                </c:pt>
                <c:pt idx="45">
                  <c:v>115.62127374612969</c:v>
                </c:pt>
                <c:pt idx="46">
                  <c:v>115.29024857278586</c:v>
                </c:pt>
                <c:pt idx="47">
                  <c:v>117.71357273766067</c:v>
                </c:pt>
                <c:pt idx="48">
                  <c:v>117.89584486385532</c:v>
                </c:pt>
                <c:pt idx="49">
                  <c:v>118.9970416827917</c:v>
                </c:pt>
                <c:pt idx="50">
                  <c:v>117.21208351465317</c:v>
                </c:pt>
                <c:pt idx="51">
                  <c:v>117.60297090983526</c:v>
                </c:pt>
                <c:pt idx="52">
                  <c:v>119.92182490717828</c:v>
                </c:pt>
                <c:pt idx="53">
                  <c:v>120.26076261034967</c:v>
                </c:pt>
                <c:pt idx="54">
                  <c:v>117.37957520876533</c:v>
                </c:pt>
                <c:pt idx="55">
                  <c:v>121.63286430441184</c:v>
                </c:pt>
                <c:pt idx="56">
                  <c:v>128.90468040864494</c:v>
                </c:pt>
                <c:pt idx="57">
                  <c:v>128.27588680587729</c:v>
                </c:pt>
                <c:pt idx="58">
                  <c:v>128.77332496900166</c:v>
                </c:pt>
                <c:pt idx="59">
                  <c:v>126.26630694141726</c:v>
                </c:pt>
                <c:pt idx="60">
                  <c:v>125.67209854634159</c:v>
                </c:pt>
                <c:pt idx="61">
                  <c:v>125.36571786545485</c:v>
                </c:pt>
                <c:pt idx="62">
                  <c:v>123.27325812838913</c:v>
                </c:pt>
                <c:pt idx="63">
                  <c:v>119.22630532426057</c:v>
                </c:pt>
                <c:pt idx="64">
                  <c:v>118.29923004109504</c:v>
                </c:pt>
                <c:pt idx="65">
                  <c:v>113.29540115159546</c:v>
                </c:pt>
                <c:pt idx="66">
                  <c:v>114.83967762520022</c:v>
                </c:pt>
                <c:pt idx="67">
                  <c:v>112.90362916835791</c:v>
                </c:pt>
                <c:pt idx="68">
                  <c:v>111.75961282790414</c:v>
                </c:pt>
                <c:pt idx="69">
                  <c:v>108.63550577109054</c:v>
                </c:pt>
                <c:pt idx="70">
                  <c:v>109.81726137636937</c:v>
                </c:pt>
                <c:pt idx="71">
                  <c:v>110.57537484441099</c:v>
                </c:pt>
                <c:pt idx="72">
                  <c:v>110.05793888922476</c:v>
                </c:pt>
                <c:pt idx="73">
                  <c:v>109.76331944737925</c:v>
                </c:pt>
                <c:pt idx="74">
                  <c:v>107.86421849405953</c:v>
                </c:pt>
                <c:pt idx="75">
                  <c:v>109.6733845082923</c:v>
                </c:pt>
                <c:pt idx="76">
                  <c:v>111.95065229255258</c:v>
                </c:pt>
                <c:pt idx="77">
                  <c:v>110.73194253156271</c:v>
                </c:pt>
                <c:pt idx="78">
                  <c:v>110.85034060026501</c:v>
                </c:pt>
                <c:pt idx="79">
                  <c:v>111.25573446311935</c:v>
                </c:pt>
                <c:pt idx="80">
                  <c:v>112.21907735675083</c:v>
                </c:pt>
                <c:pt idx="81">
                  <c:v>114.00956476497417</c:v>
                </c:pt>
                <c:pt idx="82">
                  <c:v>113.92065028100049</c:v>
                </c:pt>
                <c:pt idx="83">
                  <c:v>113.91736525713311</c:v>
                </c:pt>
                <c:pt idx="84">
                  <c:v>114.37522949441225</c:v>
                </c:pt>
                <c:pt idx="85">
                  <c:v>115.83920220210396</c:v>
                </c:pt>
                <c:pt idx="86">
                  <c:v>115.1769431088137</c:v>
                </c:pt>
                <c:pt idx="87">
                  <c:v>114.15408579096619</c:v>
                </c:pt>
                <c:pt idx="88">
                  <c:v>113.49041007060256</c:v>
                </c:pt>
                <c:pt idx="89">
                  <c:v>111.80951762590712</c:v>
                </c:pt>
                <c:pt idx="90">
                  <c:v>113.8732619322829</c:v>
                </c:pt>
                <c:pt idx="91">
                  <c:v>110.20689794612805</c:v>
                </c:pt>
                <c:pt idx="92">
                  <c:v>108.20966291559432</c:v>
                </c:pt>
                <c:pt idx="93">
                  <c:v>106.75888568596153</c:v>
                </c:pt>
                <c:pt idx="94">
                  <c:v>105.19081763244091</c:v>
                </c:pt>
                <c:pt idx="95">
                  <c:v>106.4056534306831</c:v>
                </c:pt>
                <c:pt idx="96">
                  <c:v>104.86635164241221</c:v>
                </c:pt>
                <c:pt idx="97">
                  <c:v>103.28906348220993</c:v>
                </c:pt>
                <c:pt idx="98">
                  <c:v>104.25786707676693</c:v>
                </c:pt>
                <c:pt idx="99">
                  <c:v>102.71002761158606</c:v>
                </c:pt>
                <c:pt idx="100">
                  <c:v>102.67145487896396</c:v>
                </c:pt>
                <c:pt idx="101">
                  <c:v>103.69069553965792</c:v>
                </c:pt>
                <c:pt idx="102">
                  <c:v>103.79220910155829</c:v>
                </c:pt>
                <c:pt idx="103">
                  <c:v>105.71032567302683</c:v>
                </c:pt>
                <c:pt idx="104">
                  <c:v>107.57599058345939</c:v>
                </c:pt>
                <c:pt idx="105">
                  <c:v>107.38885020359622</c:v>
                </c:pt>
                <c:pt idx="106">
                  <c:v>108.54578016729424</c:v>
                </c:pt>
                <c:pt idx="107">
                  <c:v>108.60452996296756</c:v>
                </c:pt>
                <c:pt idx="108">
                  <c:v>109.36717032694868</c:v>
                </c:pt>
                <c:pt idx="109">
                  <c:v>109.53832999414003</c:v>
                </c:pt>
                <c:pt idx="110">
                  <c:v>110.09557322894084</c:v>
                </c:pt>
                <c:pt idx="111">
                  <c:v>108.28183525044149</c:v>
                </c:pt>
                <c:pt idx="112">
                  <c:v>111.07052985163277</c:v>
                </c:pt>
                <c:pt idx="113">
                  <c:v>111.79915274056076</c:v>
                </c:pt>
                <c:pt idx="114">
                  <c:v>111.31270503326743</c:v>
                </c:pt>
                <c:pt idx="115">
                  <c:v>111.96129429113731</c:v>
                </c:pt>
                <c:pt idx="116">
                  <c:v>113.7641005617462</c:v>
                </c:pt>
                <c:pt idx="117">
                  <c:v>114.37299494204881</c:v>
                </c:pt>
                <c:pt idx="118">
                  <c:v>113.1106372456783</c:v>
                </c:pt>
                <c:pt idx="119">
                  <c:v>113.3030805056747</c:v>
                </c:pt>
                <c:pt idx="120">
                  <c:v>114.79350223027576</c:v>
                </c:pt>
                <c:pt idx="121">
                  <c:v>116.10567142007869</c:v>
                </c:pt>
                <c:pt idx="122">
                  <c:v>116.85743587759241</c:v>
                </c:pt>
                <c:pt idx="123">
                  <c:v>118.21811303846248</c:v>
                </c:pt>
                <c:pt idx="124">
                  <c:v>119.36425217710486</c:v>
                </c:pt>
                <c:pt idx="125">
                  <c:v>120.08845313654808</c:v>
                </c:pt>
                <c:pt idx="126">
                  <c:v>120.31303708884292</c:v>
                </c:pt>
                <c:pt idx="127">
                  <c:v>111.73302655856618</c:v>
                </c:pt>
                <c:pt idx="128">
                  <c:v>113.06662253355032</c:v>
                </c:pt>
                <c:pt idx="129">
                  <c:v>111.80534852104971</c:v>
                </c:pt>
                <c:pt idx="130">
                  <c:v>111.04582859780356</c:v>
                </c:pt>
                <c:pt idx="131">
                  <c:v>109.31953560801686</c:v>
                </c:pt>
                <c:pt idx="132">
                  <c:v>108.0117818520413</c:v>
                </c:pt>
                <c:pt idx="133">
                  <c:v>108.79239433958546</c:v>
                </c:pt>
                <c:pt idx="134">
                  <c:v>109.46063439444022</c:v>
                </c:pt>
                <c:pt idx="135">
                  <c:v>112.00232726141026</c:v>
                </c:pt>
                <c:pt idx="136">
                  <c:v>112.31557889852677</c:v>
                </c:pt>
                <c:pt idx="137">
                  <c:v>112.21070991648934</c:v>
                </c:pt>
                <c:pt idx="138">
                  <c:v>114.32863444022431</c:v>
                </c:pt>
                <c:pt idx="139">
                  <c:v>115.56625010331541</c:v>
                </c:pt>
                <c:pt idx="140">
                  <c:v>114.96961132446216</c:v>
                </c:pt>
                <c:pt idx="141">
                  <c:v>115.03207434591565</c:v>
                </c:pt>
                <c:pt idx="142">
                  <c:v>114.27397429284478</c:v>
                </c:pt>
                <c:pt idx="143">
                  <c:v>114.32855257702482</c:v>
                </c:pt>
                <c:pt idx="144">
                  <c:v>115.4318854386452</c:v>
                </c:pt>
                <c:pt idx="145">
                  <c:v>117.06709164417161</c:v>
                </c:pt>
                <c:pt idx="146">
                  <c:v>115.6667153514253</c:v>
                </c:pt>
                <c:pt idx="147">
                  <c:v>118.6001512866909</c:v>
                </c:pt>
                <c:pt idx="148">
                  <c:v>119.7635776728185</c:v>
                </c:pt>
                <c:pt idx="149">
                  <c:v>118.74305264058455</c:v>
                </c:pt>
                <c:pt idx="150">
                  <c:v>110.40369886186016</c:v>
                </c:pt>
                <c:pt idx="151">
                  <c:v>111.10952371309671</c:v>
                </c:pt>
                <c:pt idx="152">
                  <c:v>110.71956913051784</c:v>
                </c:pt>
                <c:pt idx="153">
                  <c:v>114.16193852343964</c:v>
                </c:pt>
                <c:pt idx="154">
                  <c:v>113.64332956390166</c:v>
                </c:pt>
                <c:pt idx="155">
                  <c:v>115.64230945966247</c:v>
                </c:pt>
                <c:pt idx="156">
                  <c:v>113.91679906943681</c:v>
                </c:pt>
                <c:pt idx="157">
                  <c:v>112.62055100817233</c:v>
                </c:pt>
                <c:pt idx="158">
                  <c:v>112.31018693016408</c:v>
                </c:pt>
                <c:pt idx="159">
                  <c:v>109.43304834904082</c:v>
                </c:pt>
                <c:pt idx="160">
                  <c:v>106.97242049045524</c:v>
                </c:pt>
                <c:pt idx="161">
                  <c:v>107.4225270915329</c:v>
                </c:pt>
                <c:pt idx="162">
                  <c:v>108.19422245787476</c:v>
                </c:pt>
                <c:pt idx="163">
                  <c:v>107.33080070530262</c:v>
                </c:pt>
                <c:pt idx="164">
                  <c:v>107.88460893212488</c:v>
                </c:pt>
                <c:pt idx="165">
                  <c:v>109.25110470586323</c:v>
                </c:pt>
                <c:pt idx="166">
                  <c:v>110.16135134006682</c:v>
                </c:pt>
                <c:pt idx="167">
                  <c:v>112.24281374841887</c:v>
                </c:pt>
                <c:pt idx="168">
                  <c:v>112.14148092570247</c:v>
                </c:pt>
                <c:pt idx="169">
                  <c:v>111.97508345722308</c:v>
                </c:pt>
                <c:pt idx="170">
                  <c:v>111.99525382444632</c:v>
                </c:pt>
                <c:pt idx="171">
                  <c:v>112.79637251126356</c:v>
                </c:pt>
                <c:pt idx="172">
                  <c:v>111.35647253155051</c:v>
                </c:pt>
                <c:pt idx="173">
                  <c:v>114.03558153066325</c:v>
                </c:pt>
                <c:pt idx="174">
                  <c:v>116.32879453034704</c:v>
                </c:pt>
                <c:pt idx="175">
                  <c:v>117.81575482086362</c:v>
                </c:pt>
                <c:pt idx="176">
                  <c:v>118.56057461523888</c:v>
                </c:pt>
                <c:pt idx="177">
                  <c:v>117.67875039008383</c:v>
                </c:pt>
                <c:pt idx="178">
                  <c:v>118.93548203745031</c:v>
                </c:pt>
                <c:pt idx="179">
                  <c:v>117.44808310598486</c:v>
                </c:pt>
                <c:pt idx="180">
                  <c:v>117.05419101618781</c:v>
                </c:pt>
                <c:pt idx="181">
                  <c:v>117.29430382902299</c:v>
                </c:pt>
                <c:pt idx="182">
                  <c:v>117.88740138459849</c:v>
                </c:pt>
                <c:pt idx="183">
                  <c:v>117.93482676615589</c:v>
                </c:pt>
                <c:pt idx="184">
                  <c:v>120.09223752237733</c:v>
                </c:pt>
                <c:pt idx="185">
                  <c:v>119.30660836134582</c:v>
                </c:pt>
                <c:pt idx="186">
                  <c:v>117.48300897133355</c:v>
                </c:pt>
                <c:pt idx="187">
                  <c:v>118.2300414359477</c:v>
                </c:pt>
                <c:pt idx="188">
                  <c:v>118.13475260897285</c:v>
                </c:pt>
                <c:pt idx="189">
                  <c:v>117.32063621571986</c:v>
                </c:pt>
                <c:pt idx="190">
                  <c:v>116.25621873762931</c:v>
                </c:pt>
                <c:pt idx="191">
                  <c:v>117.17901867490761</c:v>
                </c:pt>
                <c:pt idx="192">
                  <c:v>115.47578900478736</c:v>
                </c:pt>
                <c:pt idx="193">
                  <c:v>115.745928185579</c:v>
                </c:pt>
                <c:pt idx="194">
                  <c:v>114.38395697073831</c:v>
                </c:pt>
                <c:pt idx="195">
                  <c:v>111.62098127227709</c:v>
                </c:pt>
                <c:pt idx="196">
                  <c:v>107.84587077359762</c:v>
                </c:pt>
                <c:pt idx="197">
                  <c:v>104.87807715721769</c:v>
                </c:pt>
                <c:pt idx="198">
                  <c:v>101.61700317459633</c:v>
                </c:pt>
                <c:pt idx="199">
                  <c:v>101.61700317459633</c:v>
                </c:pt>
                <c:pt idx="200">
                  <c:v>103.79392387370051</c:v>
                </c:pt>
                <c:pt idx="201">
                  <c:v>102.85280769876283</c:v>
                </c:pt>
                <c:pt idx="202">
                  <c:v>102.48168421455004</c:v>
                </c:pt>
                <c:pt idx="203">
                  <c:v>102.59833937967301</c:v>
                </c:pt>
                <c:pt idx="204">
                  <c:v>102.48272543249115</c:v>
                </c:pt>
                <c:pt idx="205">
                  <c:v>101.73492319366625</c:v>
                </c:pt>
                <c:pt idx="206">
                  <c:v>100.99581006228678</c:v>
                </c:pt>
                <c:pt idx="207">
                  <c:v>101.12037969117097</c:v>
                </c:pt>
                <c:pt idx="208">
                  <c:v>101.27546331640433</c:v>
                </c:pt>
                <c:pt idx="209">
                  <c:v>102.12595580580674</c:v>
                </c:pt>
                <c:pt idx="210">
                  <c:v>100.74567061431534</c:v>
                </c:pt>
                <c:pt idx="211">
                  <c:v>101.10870432832515</c:v>
                </c:pt>
                <c:pt idx="212">
                  <c:v>102.45140480051199</c:v>
                </c:pt>
                <c:pt idx="213">
                  <c:v>100.86520866413636</c:v>
                </c:pt>
                <c:pt idx="214">
                  <c:v>98.866461229885019</c:v>
                </c:pt>
                <c:pt idx="215">
                  <c:v>98.773013436546904</c:v>
                </c:pt>
                <c:pt idx="216">
                  <c:v>98.913101948280854</c:v>
                </c:pt>
                <c:pt idx="217">
                  <c:v>99.510341371149636</c:v>
                </c:pt>
                <c:pt idx="218">
                  <c:v>100.01536851419282</c:v>
                </c:pt>
                <c:pt idx="219">
                  <c:v>101.02913742584819</c:v>
                </c:pt>
                <c:pt idx="220">
                  <c:v>102.49750334902106</c:v>
                </c:pt>
                <c:pt idx="221">
                  <c:v>101.90179238073814</c:v>
                </c:pt>
                <c:pt idx="222">
                  <c:v>101.11919272436677</c:v>
                </c:pt>
                <c:pt idx="223">
                  <c:v>101.4987730798664</c:v>
                </c:pt>
                <c:pt idx="224">
                  <c:v>103.48708810176176</c:v>
                </c:pt>
                <c:pt idx="225">
                  <c:v>103.39855406229591</c:v>
                </c:pt>
                <c:pt idx="226">
                  <c:v>105.11842164943096</c:v>
                </c:pt>
                <c:pt idx="227">
                  <c:v>104.72603234587207</c:v>
                </c:pt>
                <c:pt idx="228">
                  <c:v>104.6732196094683</c:v>
                </c:pt>
                <c:pt idx="229">
                  <c:v>104.81627198884014</c:v>
                </c:pt>
                <c:pt idx="230">
                  <c:v>102.45252160905052</c:v>
                </c:pt>
                <c:pt idx="231">
                  <c:v>102.39759472972868</c:v>
                </c:pt>
                <c:pt idx="232">
                  <c:v>101.54105880272529</c:v>
                </c:pt>
                <c:pt idx="233">
                  <c:v>99.317793837539824</c:v>
                </c:pt>
                <c:pt idx="234">
                  <c:v>99.983324333045005</c:v>
                </c:pt>
                <c:pt idx="235">
                  <c:v>98.192057320086533</c:v>
                </c:pt>
                <c:pt idx="236">
                  <c:v>98.394987978134679</c:v>
                </c:pt>
                <c:pt idx="237">
                  <c:v>98.294874807847535</c:v>
                </c:pt>
                <c:pt idx="238">
                  <c:v>98.335106967089516</c:v>
                </c:pt>
                <c:pt idx="239">
                  <c:v>96.899678281300353</c:v>
                </c:pt>
                <c:pt idx="240">
                  <c:v>95.49004065147048</c:v>
                </c:pt>
                <c:pt idx="241">
                  <c:v>96.41550197580267</c:v>
                </c:pt>
                <c:pt idx="242">
                  <c:v>95.045852806170217</c:v>
                </c:pt>
                <c:pt idx="243">
                  <c:v>92.739080960439907</c:v>
                </c:pt>
                <c:pt idx="244">
                  <c:v>95.433099738546062</c:v>
                </c:pt>
                <c:pt idx="245">
                  <c:v>96.879199404842396</c:v>
                </c:pt>
                <c:pt idx="246">
                  <c:v>97.512132127094162</c:v>
                </c:pt>
                <c:pt idx="247">
                  <c:v>100.50712494711607</c:v>
                </c:pt>
                <c:pt idx="248">
                  <c:v>100.6973228965843</c:v>
                </c:pt>
                <c:pt idx="249">
                  <c:v>97.746099516360459</c:v>
                </c:pt>
                <c:pt idx="250">
                  <c:v>96.549990750558592</c:v>
                </c:pt>
                <c:pt idx="251">
                  <c:v>95.982093694880106</c:v>
                </c:pt>
                <c:pt idx="252">
                  <c:v>99.976167814791083</c:v>
                </c:pt>
                <c:pt idx="253">
                  <c:v>98.392794112315997</c:v>
                </c:pt>
                <c:pt idx="254">
                  <c:v>98.392789541636844</c:v>
                </c:pt>
                <c:pt idx="255">
                  <c:v>97.058396704472429</c:v>
                </c:pt>
                <c:pt idx="256">
                  <c:v>94.707088917355605</c:v>
                </c:pt>
                <c:pt idx="257">
                  <c:v>93.962807204827755</c:v>
                </c:pt>
                <c:pt idx="258">
                  <c:v>94.901074302008453</c:v>
                </c:pt>
                <c:pt idx="259">
                  <c:v>92.872226930980048</c:v>
                </c:pt>
                <c:pt idx="260">
                  <c:v>94.316974326595172</c:v>
                </c:pt>
                <c:pt idx="261">
                  <c:v>95.954477612438723</c:v>
                </c:pt>
                <c:pt idx="262">
                  <c:v>97.246968076426072</c:v>
                </c:pt>
                <c:pt idx="263">
                  <c:v>95.967245413717251</c:v>
                </c:pt>
                <c:pt idx="264">
                  <c:v>94.202687732646496</c:v>
                </c:pt>
                <c:pt idx="265">
                  <c:v>94.552781424015038</c:v>
                </c:pt>
                <c:pt idx="266">
                  <c:v>94.199018958712216</c:v>
                </c:pt>
                <c:pt idx="267">
                  <c:v>94.449418940134692</c:v>
                </c:pt>
                <c:pt idx="268">
                  <c:v>96.163051504036318</c:v>
                </c:pt>
                <c:pt idx="269">
                  <c:v>96.674089998998824</c:v>
                </c:pt>
                <c:pt idx="270">
                  <c:v>99.06578929155782</c:v>
                </c:pt>
                <c:pt idx="271">
                  <c:v>99.712471095204108</c:v>
                </c:pt>
                <c:pt idx="272">
                  <c:v>99.790742931757023</c:v>
                </c:pt>
                <c:pt idx="273">
                  <c:v>100.59431446253258</c:v>
                </c:pt>
                <c:pt idx="274">
                  <c:v>101.16912448105879</c:v>
                </c:pt>
                <c:pt idx="275">
                  <c:v>101.46966880683073</c:v>
                </c:pt>
                <c:pt idx="276">
                  <c:v>97.761509770775646</c:v>
                </c:pt>
                <c:pt idx="277">
                  <c:v>98.043349946261685</c:v>
                </c:pt>
                <c:pt idx="278">
                  <c:v>97.418627841671821</c:v>
                </c:pt>
                <c:pt idx="279">
                  <c:v>96.638640230705505</c:v>
                </c:pt>
                <c:pt idx="280">
                  <c:v>98.042867216982472</c:v>
                </c:pt>
                <c:pt idx="281">
                  <c:v>97.828749235309957</c:v>
                </c:pt>
                <c:pt idx="282">
                  <c:v>97.189935494727592</c:v>
                </c:pt>
                <c:pt idx="283">
                  <c:v>95.336510449087754</c:v>
                </c:pt>
                <c:pt idx="284">
                  <c:v>96.138521179234345</c:v>
                </c:pt>
                <c:pt idx="285">
                  <c:v>95.606175273158229</c:v>
                </c:pt>
                <c:pt idx="286">
                  <c:v>96.171084705243288</c:v>
                </c:pt>
                <c:pt idx="287">
                  <c:v>95.052087949512241</c:v>
                </c:pt>
                <c:pt idx="288">
                  <c:v>95.898103342940516</c:v>
                </c:pt>
                <c:pt idx="289">
                  <c:v>96.143864959158478</c:v>
                </c:pt>
                <c:pt idx="290">
                  <c:v>96.363157245929031</c:v>
                </c:pt>
                <c:pt idx="291">
                  <c:v>98.065718467336978</c:v>
                </c:pt>
                <c:pt idx="292">
                  <c:v>98.519089889239936</c:v>
                </c:pt>
                <c:pt idx="293">
                  <c:v>98.710613776472968</c:v>
                </c:pt>
                <c:pt idx="294">
                  <c:v>97.338682857727235</c:v>
                </c:pt>
                <c:pt idx="295">
                  <c:v>98.284218829724225</c:v>
                </c:pt>
                <c:pt idx="296">
                  <c:v>97.69770632715327</c:v>
                </c:pt>
                <c:pt idx="297">
                  <c:v>98.524475971085494</c:v>
                </c:pt>
                <c:pt idx="298">
                  <c:v>98.595795657165851</c:v>
                </c:pt>
                <c:pt idx="299">
                  <c:v>97.622436878617577</c:v>
                </c:pt>
                <c:pt idx="300">
                  <c:v>97.522382583122607</c:v>
                </c:pt>
                <c:pt idx="301">
                  <c:v>98.012705641200839</c:v>
                </c:pt>
                <c:pt idx="302">
                  <c:v>96.929502331247718</c:v>
                </c:pt>
                <c:pt idx="303">
                  <c:v>97.681889635589371</c:v>
                </c:pt>
                <c:pt idx="304">
                  <c:v>97.992712438779421</c:v>
                </c:pt>
                <c:pt idx="305">
                  <c:v>97.331528159468931</c:v>
                </c:pt>
                <c:pt idx="306">
                  <c:v>98.156408388831991</c:v>
                </c:pt>
                <c:pt idx="307">
                  <c:v>96.98680189772297</c:v>
                </c:pt>
                <c:pt idx="308">
                  <c:v>97.312965795343601</c:v>
                </c:pt>
                <c:pt idx="309">
                  <c:v>97.858759711665982</c:v>
                </c:pt>
                <c:pt idx="310">
                  <c:v>97.752118458023929</c:v>
                </c:pt>
                <c:pt idx="311">
                  <c:v>97.071328212168041</c:v>
                </c:pt>
                <c:pt idx="312">
                  <c:v>95.307435720582262</c:v>
                </c:pt>
                <c:pt idx="313">
                  <c:v>94.423361631407985</c:v>
                </c:pt>
                <c:pt idx="314">
                  <c:v>93.005462001194232</c:v>
                </c:pt>
                <c:pt idx="315">
                  <c:v>93.856934188345534</c:v>
                </c:pt>
                <c:pt idx="316">
                  <c:v>93.855196014420784</c:v>
                </c:pt>
                <c:pt idx="317">
                  <c:v>96.977696004709827</c:v>
                </c:pt>
                <c:pt idx="318">
                  <c:v>96.702515691600851</c:v>
                </c:pt>
                <c:pt idx="319">
                  <c:v>94.948334294530014</c:v>
                </c:pt>
                <c:pt idx="320">
                  <c:v>94.407306055599193</c:v>
                </c:pt>
                <c:pt idx="321">
                  <c:v>94.071606951161101</c:v>
                </c:pt>
                <c:pt idx="322">
                  <c:v>93.277774935704414</c:v>
                </c:pt>
                <c:pt idx="323">
                  <c:v>92.54693211920069</c:v>
                </c:pt>
                <c:pt idx="324">
                  <c:v>93.253871495638521</c:v>
                </c:pt>
                <c:pt idx="325">
                  <c:v>93.18540932810555</c:v>
                </c:pt>
                <c:pt idx="326">
                  <c:v>92.896980675050656</c:v>
                </c:pt>
                <c:pt idx="327">
                  <c:v>92.592814507066151</c:v>
                </c:pt>
                <c:pt idx="328">
                  <c:v>92.632412200706483</c:v>
                </c:pt>
                <c:pt idx="329">
                  <c:v>93.170411435925715</c:v>
                </c:pt>
                <c:pt idx="330">
                  <c:v>93.237112001524437</c:v>
                </c:pt>
                <c:pt idx="331">
                  <c:v>92.928393372920453</c:v>
                </c:pt>
                <c:pt idx="332">
                  <c:v>92.042815730699076</c:v>
                </c:pt>
                <c:pt idx="333">
                  <c:v>91.993076543452617</c:v>
                </c:pt>
                <c:pt idx="334">
                  <c:v>91.397189138302551</c:v>
                </c:pt>
                <c:pt idx="335">
                  <c:v>91.882473966652228</c:v>
                </c:pt>
                <c:pt idx="336">
                  <c:v>92.969653414029011</c:v>
                </c:pt>
                <c:pt idx="337">
                  <c:v>91.70238280067899</c:v>
                </c:pt>
                <c:pt idx="338">
                  <c:v>93.705301899057545</c:v>
                </c:pt>
                <c:pt idx="339">
                  <c:v>94.332471821099404</c:v>
                </c:pt>
                <c:pt idx="340">
                  <c:v>94.954269966843725</c:v>
                </c:pt>
                <c:pt idx="341">
                  <c:v>95.62507321080254</c:v>
                </c:pt>
                <c:pt idx="342">
                  <c:v>96.810986387758817</c:v>
                </c:pt>
                <c:pt idx="343">
                  <c:v>97.404282702847922</c:v>
                </c:pt>
                <c:pt idx="344">
                  <c:v>97.818808714202817</c:v>
                </c:pt>
                <c:pt idx="345">
                  <c:v>99.104689410778178</c:v>
                </c:pt>
                <c:pt idx="346">
                  <c:v>99.528373280125138</c:v>
                </c:pt>
                <c:pt idx="347">
                  <c:v>101.51770020991458</c:v>
                </c:pt>
                <c:pt idx="348">
                  <c:v>100.50930965796019</c:v>
                </c:pt>
                <c:pt idx="349">
                  <c:v>100.52039563390667</c:v>
                </c:pt>
                <c:pt idx="350">
                  <c:v>100.66826247015472</c:v>
                </c:pt>
                <c:pt idx="351">
                  <c:v>99.947168132119103</c:v>
                </c:pt>
                <c:pt idx="352">
                  <c:v>100.65956916502003</c:v>
                </c:pt>
                <c:pt idx="353">
                  <c:v>103.02579214934552</c:v>
                </c:pt>
                <c:pt idx="354">
                  <c:v>102.13439762535211</c:v>
                </c:pt>
                <c:pt idx="355">
                  <c:v>102.43519499826796</c:v>
                </c:pt>
                <c:pt idx="356">
                  <c:v>100.70811043638096</c:v>
                </c:pt>
                <c:pt idx="357">
                  <c:v>99.859022656334872</c:v>
                </c:pt>
                <c:pt idx="358">
                  <c:v>100.52595170024253</c:v>
                </c:pt>
                <c:pt idx="359">
                  <c:v>101.26294071467805</c:v>
                </c:pt>
                <c:pt idx="360">
                  <c:v>101.60377986159033</c:v>
                </c:pt>
                <c:pt idx="361">
                  <c:v>100.5510118908505</c:v>
                </c:pt>
                <c:pt idx="362">
                  <c:v>100.16103353550646</c:v>
                </c:pt>
                <c:pt idx="363">
                  <c:v>100.47711434244547</c:v>
                </c:pt>
                <c:pt idx="364">
                  <c:v>101.43677062465629</c:v>
                </c:pt>
                <c:pt idx="365">
                  <c:v>101.6683501734616</c:v>
                </c:pt>
                <c:pt idx="366">
                  <c:v>100.48456720487455</c:v>
                </c:pt>
                <c:pt idx="367">
                  <c:v>98.786668320585889</c:v>
                </c:pt>
                <c:pt idx="368">
                  <c:v>98.750184558652947</c:v>
                </c:pt>
                <c:pt idx="369">
                  <c:v>98.671101316847754</c:v>
                </c:pt>
                <c:pt idx="370">
                  <c:v>99.062920868748535</c:v>
                </c:pt>
                <c:pt idx="371">
                  <c:v>99.729123348846585</c:v>
                </c:pt>
                <c:pt idx="372">
                  <c:v>100.48005435693725</c:v>
                </c:pt>
                <c:pt idx="373">
                  <c:v>100.46804256820688</c:v>
                </c:pt>
                <c:pt idx="374">
                  <c:v>98.687972348368191</c:v>
                </c:pt>
                <c:pt idx="375">
                  <c:v>99.396887949016332</c:v>
                </c:pt>
                <c:pt idx="376">
                  <c:v>98.655850575772519</c:v>
                </c:pt>
                <c:pt idx="377">
                  <c:v>98.321061374534878</c:v>
                </c:pt>
                <c:pt idx="378">
                  <c:v>99.931256226413979</c:v>
                </c:pt>
                <c:pt idx="379">
                  <c:v>99.539366435551329</c:v>
                </c:pt>
                <c:pt idx="380">
                  <c:v>99.356554311460542</c:v>
                </c:pt>
                <c:pt idx="381">
                  <c:v>100.32215603768458</c:v>
                </c:pt>
                <c:pt idx="382">
                  <c:v>101.26713575689959</c:v>
                </c:pt>
                <c:pt idx="383">
                  <c:v>101.7270836839667</c:v>
                </c:pt>
                <c:pt idx="384">
                  <c:v>104.24612980450422</c:v>
                </c:pt>
                <c:pt idx="385">
                  <c:v>103.06535323658538</c:v>
                </c:pt>
                <c:pt idx="386">
                  <c:v>100.81601284888579</c:v>
                </c:pt>
                <c:pt idx="387">
                  <c:v>100.8775772143257</c:v>
                </c:pt>
                <c:pt idx="388">
                  <c:v>101.43653821824925</c:v>
                </c:pt>
                <c:pt idx="389">
                  <c:v>101.74078933931719</c:v>
                </c:pt>
                <c:pt idx="390">
                  <c:v>102.1075666487165</c:v>
                </c:pt>
                <c:pt idx="391">
                  <c:v>101.70970453532792</c:v>
                </c:pt>
                <c:pt idx="392">
                  <c:v>102.82661223382284</c:v>
                </c:pt>
                <c:pt idx="393">
                  <c:v>102.72648373259756</c:v>
                </c:pt>
                <c:pt idx="394">
                  <c:v>101.85474832645248</c:v>
                </c:pt>
                <c:pt idx="395">
                  <c:v>102.8785345112188</c:v>
                </c:pt>
                <c:pt idx="396">
                  <c:v>102.85855219809328</c:v>
                </c:pt>
                <c:pt idx="397">
                  <c:v>99.685330210996483</c:v>
                </c:pt>
                <c:pt idx="398">
                  <c:v>99.775314645734113</c:v>
                </c:pt>
                <c:pt idx="399">
                  <c:v>101.51069039883538</c:v>
                </c:pt>
                <c:pt idx="400">
                  <c:v>101.85168070742007</c:v>
                </c:pt>
                <c:pt idx="401">
                  <c:v>101.25950910262968</c:v>
                </c:pt>
                <c:pt idx="402">
                  <c:v>100.10740085070871</c:v>
                </c:pt>
                <c:pt idx="403">
                  <c:v>99.749996339226854</c:v>
                </c:pt>
                <c:pt idx="404">
                  <c:v>100.33389367060862</c:v>
                </c:pt>
                <c:pt idx="405">
                  <c:v>98.43479176389171</c:v>
                </c:pt>
                <c:pt idx="406">
                  <c:v>98.791612749325083</c:v>
                </c:pt>
                <c:pt idx="407">
                  <c:v>98.019810392346258</c:v>
                </c:pt>
                <c:pt idx="408">
                  <c:v>99.748083385840189</c:v>
                </c:pt>
                <c:pt idx="409">
                  <c:v>100.2735305311014</c:v>
                </c:pt>
                <c:pt idx="410">
                  <c:v>99.703475196440991</c:v>
                </c:pt>
                <c:pt idx="411">
                  <c:v>100.53334577504768</c:v>
                </c:pt>
                <c:pt idx="412">
                  <c:v>99.569091765987679</c:v>
                </c:pt>
                <c:pt idx="413">
                  <c:v>100.07593800130905</c:v>
                </c:pt>
                <c:pt idx="414">
                  <c:v>100.44307555419604</c:v>
                </c:pt>
                <c:pt idx="415">
                  <c:v>100.99989432533476</c:v>
                </c:pt>
                <c:pt idx="416">
                  <c:v>100.29553811887816</c:v>
                </c:pt>
                <c:pt idx="417">
                  <c:v>97.85326278974901</c:v>
                </c:pt>
                <c:pt idx="418">
                  <c:v>96.793618117365895</c:v>
                </c:pt>
                <c:pt idx="419">
                  <c:v>92.245294305503023</c:v>
                </c:pt>
                <c:pt idx="420">
                  <c:v>94.084167957644823</c:v>
                </c:pt>
                <c:pt idx="421">
                  <c:v>92.78574849360902</c:v>
                </c:pt>
                <c:pt idx="422">
                  <c:v>96.013685217081019</c:v>
                </c:pt>
                <c:pt idx="423">
                  <c:v>94.378444377085088</c:v>
                </c:pt>
                <c:pt idx="424">
                  <c:v>92.105434042363044</c:v>
                </c:pt>
                <c:pt idx="425">
                  <c:v>90.406336373822015</c:v>
                </c:pt>
                <c:pt idx="426">
                  <c:v>90.542713833823768</c:v>
                </c:pt>
                <c:pt idx="427">
                  <c:v>91.62675224420579</c:v>
                </c:pt>
                <c:pt idx="428">
                  <c:v>90.476986152618025</c:v>
                </c:pt>
                <c:pt idx="429">
                  <c:v>90.951217286210877</c:v>
                </c:pt>
                <c:pt idx="430">
                  <c:v>92.661969196748444</c:v>
                </c:pt>
                <c:pt idx="431">
                  <c:v>93.939925055875733</c:v>
                </c:pt>
                <c:pt idx="432">
                  <c:v>93.816363196395301</c:v>
                </c:pt>
                <c:pt idx="433">
                  <c:v>93.498786635654696</c:v>
                </c:pt>
                <c:pt idx="434">
                  <c:v>93.831465490038639</c:v>
                </c:pt>
                <c:pt idx="435">
                  <c:v>94.481884425866966</c:v>
                </c:pt>
                <c:pt idx="436">
                  <c:v>93.690180080187403</c:v>
                </c:pt>
                <c:pt idx="437">
                  <c:v>94.26478662307774</c:v>
                </c:pt>
                <c:pt idx="438">
                  <c:v>94.425443924008803</c:v>
                </c:pt>
                <c:pt idx="439">
                  <c:v>92.621610278374348</c:v>
                </c:pt>
                <c:pt idx="440">
                  <c:v>94.428907572694911</c:v>
                </c:pt>
                <c:pt idx="441">
                  <c:v>93.846342066336902</c:v>
                </c:pt>
                <c:pt idx="442">
                  <c:v>93.558263089231403</c:v>
                </c:pt>
                <c:pt idx="443">
                  <c:v>94.139823453339659</c:v>
                </c:pt>
                <c:pt idx="444">
                  <c:v>93.276027856900924</c:v>
                </c:pt>
                <c:pt idx="445">
                  <c:v>91.2029888506475</c:v>
                </c:pt>
                <c:pt idx="446">
                  <c:v>91.155334327135321</c:v>
                </c:pt>
                <c:pt idx="447">
                  <c:v>90.446660507293075</c:v>
                </c:pt>
                <c:pt idx="448">
                  <c:v>88.591861635242395</c:v>
                </c:pt>
                <c:pt idx="449">
                  <c:v>87.380718128316886</c:v>
                </c:pt>
                <c:pt idx="450">
                  <c:v>86.789321711823277</c:v>
                </c:pt>
                <c:pt idx="451">
                  <c:v>84.504796286643128</c:v>
                </c:pt>
                <c:pt idx="452">
                  <c:v>86.159977041673585</c:v>
                </c:pt>
                <c:pt idx="453">
                  <c:v>86.328906900410615</c:v>
                </c:pt>
                <c:pt idx="454">
                  <c:v>86.311716837567715</c:v>
                </c:pt>
                <c:pt idx="455">
                  <c:v>87.677256537849971</c:v>
                </c:pt>
                <c:pt idx="456">
                  <c:v>88.046172236928101</c:v>
                </c:pt>
                <c:pt idx="457">
                  <c:v>87.701431332009207</c:v>
                </c:pt>
                <c:pt idx="458">
                  <c:v>89.524953708877064</c:v>
                </c:pt>
                <c:pt idx="459">
                  <c:v>89.652935163582697</c:v>
                </c:pt>
                <c:pt idx="460">
                  <c:v>87.859718258181886</c:v>
                </c:pt>
                <c:pt idx="461">
                  <c:v>88.385749443405189</c:v>
                </c:pt>
                <c:pt idx="462">
                  <c:v>89.007118703886746</c:v>
                </c:pt>
                <c:pt idx="463">
                  <c:v>88.836467414684549</c:v>
                </c:pt>
                <c:pt idx="464">
                  <c:v>88.607680617673992</c:v>
                </c:pt>
                <c:pt idx="465">
                  <c:v>88.914387967623739</c:v>
                </c:pt>
                <c:pt idx="466">
                  <c:v>89.284453917665161</c:v>
                </c:pt>
                <c:pt idx="467">
                  <c:v>88.436873517404877</c:v>
                </c:pt>
                <c:pt idx="468">
                  <c:v>87.739746065726493</c:v>
                </c:pt>
                <c:pt idx="469">
                  <c:v>87.060017563117313</c:v>
                </c:pt>
                <c:pt idx="470">
                  <c:v>88.033559827630285</c:v>
                </c:pt>
                <c:pt idx="471">
                  <c:v>87.977148707386064</c:v>
                </c:pt>
                <c:pt idx="472">
                  <c:v>88.208406445695772</c:v>
                </c:pt>
                <c:pt idx="473">
                  <c:v>88.801563191645911</c:v>
                </c:pt>
                <c:pt idx="474">
                  <c:v>87.412241111709847</c:v>
                </c:pt>
                <c:pt idx="475">
                  <c:v>89.497239832524713</c:v>
                </c:pt>
                <c:pt idx="476">
                  <c:v>90.90221779628763</c:v>
                </c:pt>
                <c:pt idx="477">
                  <c:v>92.499715253880339</c:v>
                </c:pt>
                <c:pt idx="478">
                  <c:v>91.342036687099565</c:v>
                </c:pt>
                <c:pt idx="479">
                  <c:v>91.250571270406908</c:v>
                </c:pt>
                <c:pt idx="480">
                  <c:v>91.296822794787815</c:v>
                </c:pt>
                <c:pt idx="481">
                  <c:v>90.494173132081414</c:v>
                </c:pt>
                <c:pt idx="482">
                  <c:v>90.154577064762265</c:v>
                </c:pt>
                <c:pt idx="483">
                  <c:v>89.480073673908052</c:v>
                </c:pt>
                <c:pt idx="484">
                  <c:v>87.912109658087743</c:v>
                </c:pt>
                <c:pt idx="485">
                  <c:v>90.217279701549913</c:v>
                </c:pt>
                <c:pt idx="486">
                  <c:v>91.957467238394017</c:v>
                </c:pt>
                <c:pt idx="487">
                  <c:v>92.106338556915588</c:v>
                </c:pt>
                <c:pt idx="488">
                  <c:v>92.132304484564699</c:v>
                </c:pt>
                <c:pt idx="489">
                  <c:v>91.70566318243209</c:v>
                </c:pt>
                <c:pt idx="490">
                  <c:v>91.943368157365853</c:v>
                </c:pt>
                <c:pt idx="491">
                  <c:v>92.042520269508074</c:v>
                </c:pt>
                <c:pt idx="492">
                  <c:v>91.65195208443582</c:v>
                </c:pt>
                <c:pt idx="493">
                  <c:v>92.158429851198832</c:v>
                </c:pt>
                <c:pt idx="494">
                  <c:v>92.257801762566245</c:v>
                </c:pt>
                <c:pt idx="495">
                  <c:v>91.973272142666971</c:v>
                </c:pt>
                <c:pt idx="496">
                  <c:v>92.175919217353382</c:v>
                </c:pt>
                <c:pt idx="497">
                  <c:v>91.248590976348822</c:v>
                </c:pt>
                <c:pt idx="498">
                  <c:v>91.094433860676048</c:v>
                </c:pt>
                <c:pt idx="499">
                  <c:v>92.658163556832875</c:v>
                </c:pt>
                <c:pt idx="500">
                  <c:v>94.521723889839748</c:v>
                </c:pt>
                <c:pt idx="501">
                  <c:v>95.245142710166036</c:v>
                </c:pt>
                <c:pt idx="502">
                  <c:v>93.239745871803166</c:v>
                </c:pt>
                <c:pt idx="503">
                  <c:v>93.137756384946442</c:v>
                </c:pt>
                <c:pt idx="504">
                  <c:v>93.804861054727098</c:v>
                </c:pt>
                <c:pt idx="505">
                  <c:v>93.586261889363243</c:v>
                </c:pt>
                <c:pt idx="506">
                  <c:v>93.096062612634455</c:v>
                </c:pt>
                <c:pt idx="507">
                  <c:v>93.593554476546686</c:v>
                </c:pt>
                <c:pt idx="508">
                  <c:v>93.0880745869962</c:v>
                </c:pt>
                <c:pt idx="509">
                  <c:v>93.011840618085571</c:v>
                </c:pt>
                <c:pt idx="510">
                  <c:v>93.180724941677994</c:v>
                </c:pt>
                <c:pt idx="511">
                  <c:v>94.047062359774031</c:v>
                </c:pt>
                <c:pt idx="512">
                  <c:v>93.502654969503197</c:v>
                </c:pt>
                <c:pt idx="513">
                  <c:v>91.860283340049463</c:v>
                </c:pt>
                <c:pt idx="514">
                  <c:v>92.895793300854578</c:v>
                </c:pt>
                <c:pt idx="515">
                  <c:v>93.6970642863145</c:v>
                </c:pt>
                <c:pt idx="516">
                  <c:v>95.027522133312743</c:v>
                </c:pt>
                <c:pt idx="517">
                  <c:v>93.076990073170023</c:v>
                </c:pt>
                <c:pt idx="518">
                  <c:v>92.79541024900179</c:v>
                </c:pt>
                <c:pt idx="519">
                  <c:v>92.510298712160647</c:v>
                </c:pt>
                <c:pt idx="520">
                  <c:v>91.746816179563325</c:v>
                </c:pt>
                <c:pt idx="521">
                  <c:v>92.461736067784003</c:v>
                </c:pt>
                <c:pt idx="522">
                  <c:v>92.460339000008901</c:v>
                </c:pt>
                <c:pt idx="523">
                  <c:v>91.417587150348879</c:v>
                </c:pt>
                <c:pt idx="524">
                  <c:v>91.460049102975262</c:v>
                </c:pt>
                <c:pt idx="525">
                  <c:v>90.709665755201115</c:v>
                </c:pt>
                <c:pt idx="526">
                  <c:v>90.30579501545985</c:v>
                </c:pt>
                <c:pt idx="527">
                  <c:v>90.185090459623879</c:v>
                </c:pt>
                <c:pt idx="528">
                  <c:v>89.654215974475235</c:v>
                </c:pt>
                <c:pt idx="529">
                  <c:v>90.56023550550259</c:v>
                </c:pt>
                <c:pt idx="530">
                  <c:v>89.94148185749556</c:v>
                </c:pt>
                <c:pt idx="531">
                  <c:v>91.668017325698742</c:v>
                </c:pt>
                <c:pt idx="532">
                  <c:v>91.3400175660949</c:v>
                </c:pt>
                <c:pt idx="533">
                  <c:v>92.794597088622623</c:v>
                </c:pt>
                <c:pt idx="534">
                  <c:v>92.805091139464295</c:v>
                </c:pt>
                <c:pt idx="535">
                  <c:v>92.661528020477078</c:v>
                </c:pt>
                <c:pt idx="536">
                  <c:v>91.634863887086013</c:v>
                </c:pt>
                <c:pt idx="537">
                  <c:v>89.516190079404367</c:v>
                </c:pt>
                <c:pt idx="538">
                  <c:v>86.437777651519795</c:v>
                </c:pt>
                <c:pt idx="539">
                  <c:v>84.525025214905426</c:v>
                </c:pt>
                <c:pt idx="540">
                  <c:v>82.754004805853143</c:v>
                </c:pt>
                <c:pt idx="541">
                  <c:v>81.398748104520266</c:v>
                </c:pt>
                <c:pt idx="542">
                  <c:v>78.679751684493326</c:v>
                </c:pt>
                <c:pt idx="543">
                  <c:v>80.718973436178189</c:v>
                </c:pt>
                <c:pt idx="544">
                  <c:v>81.143482355129862</c:v>
                </c:pt>
                <c:pt idx="545">
                  <c:v>81.955912867486958</c:v>
                </c:pt>
                <c:pt idx="546">
                  <c:v>83.367532916610685</c:v>
                </c:pt>
                <c:pt idx="547">
                  <c:v>83.236620188305807</c:v>
                </c:pt>
                <c:pt idx="548">
                  <c:v>82.734802777538889</c:v>
                </c:pt>
                <c:pt idx="549">
                  <c:v>83.737682733184755</c:v>
                </c:pt>
                <c:pt idx="550">
                  <c:v>85.54429264937967</c:v>
                </c:pt>
                <c:pt idx="551">
                  <c:v>85.859883878168816</c:v>
                </c:pt>
                <c:pt idx="552">
                  <c:v>86.43984022009478</c:v>
                </c:pt>
                <c:pt idx="553">
                  <c:v>86.374640625480524</c:v>
                </c:pt>
                <c:pt idx="554">
                  <c:v>86.404989579028495</c:v>
                </c:pt>
                <c:pt idx="555">
                  <c:v>87.486405410382559</c:v>
                </c:pt>
                <c:pt idx="556">
                  <c:v>85.584819508413958</c:v>
                </c:pt>
                <c:pt idx="557">
                  <c:v>85.535823236271469</c:v>
                </c:pt>
                <c:pt idx="558">
                  <c:v>85.353091373626199</c:v>
                </c:pt>
                <c:pt idx="559">
                  <c:v>84.948330026132695</c:v>
                </c:pt>
                <c:pt idx="560">
                  <c:v>85.223116802895291</c:v>
                </c:pt>
                <c:pt idx="561">
                  <c:v>85.240131304281633</c:v>
                </c:pt>
                <c:pt idx="562">
                  <c:v>85.27527098620466</c:v>
                </c:pt>
                <c:pt idx="563">
                  <c:v>84.863980165935786</c:v>
                </c:pt>
                <c:pt idx="564">
                  <c:v>86.112032588058014</c:v>
                </c:pt>
                <c:pt idx="565">
                  <c:v>86.200776459083755</c:v>
                </c:pt>
                <c:pt idx="566">
                  <c:v>85.319164366620882</c:v>
                </c:pt>
                <c:pt idx="567">
                  <c:v>85.98766227175247</c:v>
                </c:pt>
                <c:pt idx="568">
                  <c:v>87.169938281742432</c:v>
                </c:pt>
                <c:pt idx="569">
                  <c:v>88.875715591765569</c:v>
                </c:pt>
                <c:pt idx="570">
                  <c:v>88.183051820813048</c:v>
                </c:pt>
                <c:pt idx="571">
                  <c:v>88.933288899120413</c:v>
                </c:pt>
                <c:pt idx="572">
                  <c:v>89.659708511838147</c:v>
                </c:pt>
                <c:pt idx="573">
                  <c:v>90.110086345941639</c:v>
                </c:pt>
                <c:pt idx="574">
                  <c:v>90.42753315117298</c:v>
                </c:pt>
                <c:pt idx="575">
                  <c:v>92.337686150490754</c:v>
                </c:pt>
                <c:pt idx="576">
                  <c:v>91.339926591607053</c:v>
                </c:pt>
                <c:pt idx="577">
                  <c:v>90.697291443137217</c:v>
                </c:pt>
                <c:pt idx="578">
                  <c:v>89.865846942367938</c:v>
                </c:pt>
                <c:pt idx="579">
                  <c:v>89.542859845171677</c:v>
                </c:pt>
                <c:pt idx="580">
                  <c:v>90.412899654854868</c:v>
                </c:pt>
                <c:pt idx="581">
                  <c:v>89.418252828752486</c:v>
                </c:pt>
                <c:pt idx="582">
                  <c:v>87.502203807491426</c:v>
                </c:pt>
                <c:pt idx="583">
                  <c:v>85.82249978888656</c:v>
                </c:pt>
                <c:pt idx="584">
                  <c:v>86.205174293950918</c:v>
                </c:pt>
                <c:pt idx="585">
                  <c:v>85.629919165401589</c:v>
                </c:pt>
                <c:pt idx="586">
                  <c:v>85.151913399536554</c:v>
                </c:pt>
                <c:pt idx="587">
                  <c:v>84.31858367006727</c:v>
                </c:pt>
                <c:pt idx="588">
                  <c:v>84.027801353381633</c:v>
                </c:pt>
                <c:pt idx="589">
                  <c:v>83.087259777613809</c:v>
                </c:pt>
                <c:pt idx="590">
                  <c:v>79.799408199166933</c:v>
                </c:pt>
                <c:pt idx="591">
                  <c:v>77.260236696577522</c:v>
                </c:pt>
                <c:pt idx="592">
                  <c:v>77.062323445489483</c:v>
                </c:pt>
                <c:pt idx="593">
                  <c:v>79.381424521098523</c:v>
                </c:pt>
                <c:pt idx="594">
                  <c:v>80.027840811503083</c:v>
                </c:pt>
                <c:pt idx="595">
                  <c:v>79.465078718973501</c:v>
                </c:pt>
                <c:pt idx="596">
                  <c:v>78.208436857314979</c:v>
                </c:pt>
                <c:pt idx="597">
                  <c:v>76.94936147375283</c:v>
                </c:pt>
                <c:pt idx="598">
                  <c:v>77.54389927719474</c:v>
                </c:pt>
                <c:pt idx="599">
                  <c:v>77.968260672547473</c:v>
                </c:pt>
                <c:pt idx="600">
                  <c:v>81.545596026149425</c:v>
                </c:pt>
                <c:pt idx="601">
                  <c:v>80.844588664776865</c:v>
                </c:pt>
                <c:pt idx="602">
                  <c:v>80.314280471451625</c:v>
                </c:pt>
                <c:pt idx="603">
                  <c:v>82.281730802516179</c:v>
                </c:pt>
                <c:pt idx="604">
                  <c:v>82.269486092419569</c:v>
                </c:pt>
                <c:pt idx="605">
                  <c:v>81.79833619278196</c:v>
                </c:pt>
                <c:pt idx="606">
                  <c:v>81.107172188413969</c:v>
                </c:pt>
                <c:pt idx="607">
                  <c:v>80.326363489699077</c:v>
                </c:pt>
                <c:pt idx="608">
                  <c:v>79.975935085527638</c:v>
                </c:pt>
                <c:pt idx="609">
                  <c:v>81.637803817790711</c:v>
                </c:pt>
                <c:pt idx="610">
                  <c:v>82.904681653712615</c:v>
                </c:pt>
                <c:pt idx="611">
                  <c:v>84.968042096839767</c:v>
                </c:pt>
                <c:pt idx="612">
                  <c:v>84.56924951832039</c:v>
                </c:pt>
                <c:pt idx="613">
                  <c:v>84.636362987099517</c:v>
                </c:pt>
                <c:pt idx="614">
                  <c:v>84.03973182374942</c:v>
                </c:pt>
                <c:pt idx="615">
                  <c:v>84.028798703222066</c:v>
                </c:pt>
                <c:pt idx="616">
                  <c:v>86.605378769740199</c:v>
                </c:pt>
                <c:pt idx="617">
                  <c:v>84.558751125757809</c:v>
                </c:pt>
                <c:pt idx="618">
                  <c:v>83.212965848605677</c:v>
                </c:pt>
                <c:pt idx="619">
                  <c:v>82.582526260107031</c:v>
                </c:pt>
                <c:pt idx="620">
                  <c:v>79.823458513009044</c:v>
                </c:pt>
                <c:pt idx="621">
                  <c:v>80.406107373927725</c:v>
                </c:pt>
                <c:pt idx="622">
                  <c:v>81.447025678887996</c:v>
                </c:pt>
                <c:pt idx="623">
                  <c:v>81.575999170783774</c:v>
                </c:pt>
                <c:pt idx="624">
                  <c:v>83.302942372477233</c:v>
                </c:pt>
                <c:pt idx="625">
                  <c:v>83.643607827603986</c:v>
                </c:pt>
                <c:pt idx="626">
                  <c:v>84.321186133955578</c:v>
                </c:pt>
                <c:pt idx="627">
                  <c:v>84.569850337215229</c:v>
                </c:pt>
                <c:pt idx="628">
                  <c:v>84.739809684933562</c:v>
                </c:pt>
                <c:pt idx="629">
                  <c:v>83.94207285166371</c:v>
                </c:pt>
                <c:pt idx="630">
                  <c:v>85.313473225388847</c:v>
                </c:pt>
                <c:pt idx="631">
                  <c:v>86.853842458226438</c:v>
                </c:pt>
                <c:pt idx="632">
                  <c:v>87.065742462255272</c:v>
                </c:pt>
                <c:pt idx="633">
                  <c:v>85.82398892442626</c:v>
                </c:pt>
                <c:pt idx="634">
                  <c:v>85.564445965381836</c:v>
                </c:pt>
                <c:pt idx="635">
                  <c:v>85.16036854983038</c:v>
                </c:pt>
                <c:pt idx="636">
                  <c:v>84.822832115057565</c:v>
                </c:pt>
                <c:pt idx="637">
                  <c:v>83.269216827345161</c:v>
                </c:pt>
                <c:pt idx="638">
                  <c:v>84.449297604045569</c:v>
                </c:pt>
                <c:pt idx="639">
                  <c:v>86.031600811531945</c:v>
                </c:pt>
                <c:pt idx="640">
                  <c:v>87.178861086395713</c:v>
                </c:pt>
                <c:pt idx="641">
                  <c:v>89.881730701358038</c:v>
                </c:pt>
                <c:pt idx="642">
                  <c:v>88.940647828896914</c:v>
                </c:pt>
                <c:pt idx="643">
                  <c:v>88.706422009207145</c:v>
                </c:pt>
                <c:pt idx="644">
                  <c:v>84.797709151635075</c:v>
                </c:pt>
                <c:pt idx="645">
                  <c:v>84.692462379884361</c:v>
                </c:pt>
                <c:pt idx="646">
                  <c:v>84.375854001840821</c:v>
                </c:pt>
                <c:pt idx="647">
                  <c:v>83.113218663763405</c:v>
                </c:pt>
                <c:pt idx="648">
                  <c:v>81.944595031517693</c:v>
                </c:pt>
                <c:pt idx="649">
                  <c:v>81.563328406382126</c:v>
                </c:pt>
                <c:pt idx="650">
                  <c:v>80.121523317885703</c:v>
                </c:pt>
                <c:pt idx="651">
                  <c:v>80.720035079505166</c:v>
                </c:pt>
                <c:pt idx="652">
                  <c:v>81.989731596390811</c:v>
                </c:pt>
                <c:pt idx="653">
                  <c:v>81.559889081163902</c:v>
                </c:pt>
                <c:pt idx="654">
                  <c:v>83.395088141760141</c:v>
                </c:pt>
                <c:pt idx="655">
                  <c:v>83.158562268251146</c:v>
                </c:pt>
                <c:pt idx="656">
                  <c:v>83.294799619671437</c:v>
                </c:pt>
                <c:pt idx="657">
                  <c:v>83.932067756907117</c:v>
                </c:pt>
                <c:pt idx="658">
                  <c:v>84.037067725921034</c:v>
                </c:pt>
                <c:pt idx="659">
                  <c:v>83.942610937975019</c:v>
                </c:pt>
                <c:pt idx="660">
                  <c:v>84.262799963713192</c:v>
                </c:pt>
                <c:pt idx="661">
                  <c:v>83.207850025526014</c:v>
                </c:pt>
                <c:pt idx="662">
                  <c:v>81.812759134555492</c:v>
                </c:pt>
                <c:pt idx="663">
                  <c:v>81.593908494510188</c:v>
                </c:pt>
                <c:pt idx="664">
                  <c:v>81.518104162498247</c:v>
                </c:pt>
                <c:pt idx="665">
                  <c:v>80.484056694531418</c:v>
                </c:pt>
                <c:pt idx="666">
                  <c:v>80.568702059804266</c:v>
                </c:pt>
                <c:pt idx="667">
                  <c:v>81.904001176644854</c:v>
                </c:pt>
                <c:pt idx="668">
                  <c:v>82.066229953394952</c:v>
                </c:pt>
                <c:pt idx="669">
                  <c:v>81.058403823134441</c:v>
                </c:pt>
                <c:pt idx="670">
                  <c:v>81.891078044652801</c:v>
                </c:pt>
                <c:pt idx="671">
                  <c:v>82.392261551545033</c:v>
                </c:pt>
                <c:pt idx="672">
                  <c:v>83.557197711770641</c:v>
                </c:pt>
                <c:pt idx="673">
                  <c:v>84.165336900268784</c:v>
                </c:pt>
                <c:pt idx="674">
                  <c:v>84.118992692900491</c:v>
                </c:pt>
                <c:pt idx="675">
                  <c:v>84.405776929628473</c:v>
                </c:pt>
                <c:pt idx="676">
                  <c:v>84.513659421601446</c:v>
                </c:pt>
                <c:pt idx="677">
                  <c:v>85.306409012615063</c:v>
                </c:pt>
                <c:pt idx="678">
                  <c:v>87.193667594968602</c:v>
                </c:pt>
                <c:pt idx="679">
                  <c:v>86.671171687071478</c:v>
                </c:pt>
                <c:pt idx="680">
                  <c:v>87.328628676595315</c:v>
                </c:pt>
                <c:pt idx="681">
                  <c:v>87.310927111547187</c:v>
                </c:pt>
                <c:pt idx="682">
                  <c:v>87.182080674545375</c:v>
                </c:pt>
                <c:pt idx="683">
                  <c:v>87.019720901231764</c:v>
                </c:pt>
                <c:pt idx="684">
                  <c:v>88.189975849165293</c:v>
                </c:pt>
                <c:pt idx="685">
                  <c:v>88.820672836905004</c:v>
                </c:pt>
                <c:pt idx="686">
                  <c:v>90.124703960909386</c:v>
                </c:pt>
                <c:pt idx="687">
                  <c:v>89.331419383211198</c:v>
                </c:pt>
                <c:pt idx="688">
                  <c:v>88.634899111732167</c:v>
                </c:pt>
                <c:pt idx="689">
                  <c:v>88.980768541677634</c:v>
                </c:pt>
                <c:pt idx="690">
                  <c:v>88.991936434603403</c:v>
                </c:pt>
                <c:pt idx="691">
                  <c:v>88.241951782686058</c:v>
                </c:pt>
                <c:pt idx="692">
                  <c:v>87.58732374087586</c:v>
                </c:pt>
                <c:pt idx="693">
                  <c:v>88.383586630633047</c:v>
                </c:pt>
                <c:pt idx="694">
                  <c:v>87.501547928142699</c:v>
                </c:pt>
                <c:pt idx="695">
                  <c:v>87.775560674891977</c:v>
                </c:pt>
                <c:pt idx="696">
                  <c:v>87.694879959645078</c:v>
                </c:pt>
                <c:pt idx="697">
                  <c:v>88.879851752488605</c:v>
                </c:pt>
                <c:pt idx="698">
                  <c:v>89.598412336996304</c:v>
                </c:pt>
                <c:pt idx="699">
                  <c:v>88.914479338457681</c:v>
                </c:pt>
                <c:pt idx="700">
                  <c:v>87.871297383395273</c:v>
                </c:pt>
                <c:pt idx="701">
                  <c:v>87.051563975265225</c:v>
                </c:pt>
                <c:pt idx="702">
                  <c:v>85.512579283914619</c:v>
                </c:pt>
                <c:pt idx="703">
                  <c:v>83.552587354737227</c:v>
                </c:pt>
                <c:pt idx="704">
                  <c:v>82.19858193719854</c:v>
                </c:pt>
                <c:pt idx="705">
                  <c:v>80.097804211437648</c:v>
                </c:pt>
                <c:pt idx="706">
                  <c:v>80.850337583819794</c:v>
                </c:pt>
                <c:pt idx="707">
                  <c:v>83.774958735914339</c:v>
                </c:pt>
                <c:pt idx="708">
                  <c:v>83.145823591586534</c:v>
                </c:pt>
                <c:pt idx="709">
                  <c:v>84.314595786048002</c:v>
                </c:pt>
                <c:pt idx="710">
                  <c:v>83.701045646107033</c:v>
                </c:pt>
                <c:pt idx="711">
                  <c:v>83.589263863924742</c:v>
                </c:pt>
                <c:pt idx="712">
                  <c:v>83.364217735654094</c:v>
                </c:pt>
                <c:pt idx="713">
                  <c:v>81.974950309415377</c:v>
                </c:pt>
                <c:pt idx="714">
                  <c:v>81.128521414800844</c:v>
                </c:pt>
                <c:pt idx="715">
                  <c:v>79.061228596598951</c:v>
                </c:pt>
                <c:pt idx="716">
                  <c:v>81.424609876853836</c:v>
                </c:pt>
                <c:pt idx="717">
                  <c:v>81.352695519669524</c:v>
                </c:pt>
                <c:pt idx="718">
                  <c:v>80.745060138467622</c:v>
                </c:pt>
                <c:pt idx="719">
                  <c:v>79.869258280068735</c:v>
                </c:pt>
                <c:pt idx="720">
                  <c:v>79.340635264924146</c:v>
                </c:pt>
                <c:pt idx="721">
                  <c:v>78.998965573759335</c:v>
                </c:pt>
                <c:pt idx="722">
                  <c:v>78.122249652695231</c:v>
                </c:pt>
                <c:pt idx="723">
                  <c:v>76.957489435388496</c:v>
                </c:pt>
                <c:pt idx="724">
                  <c:v>76.751286828073333</c:v>
                </c:pt>
                <c:pt idx="725">
                  <c:v>75.935320413008228</c:v>
                </c:pt>
                <c:pt idx="726">
                  <c:v>77.832707834838246</c:v>
                </c:pt>
                <c:pt idx="727">
                  <c:v>77.701301635998149</c:v>
                </c:pt>
                <c:pt idx="728">
                  <c:v>77.485445107314121</c:v>
                </c:pt>
                <c:pt idx="729">
                  <c:v>76.45367336634348</c:v>
                </c:pt>
                <c:pt idx="730">
                  <c:v>75.958282622387003</c:v>
                </c:pt>
                <c:pt idx="731">
                  <c:v>76.355681358002187</c:v>
                </c:pt>
                <c:pt idx="732">
                  <c:v>75.881723761593221</c:v>
                </c:pt>
                <c:pt idx="733">
                  <c:v>75.582226012111448</c:v>
                </c:pt>
                <c:pt idx="734">
                  <c:v>74.194132690227363</c:v>
                </c:pt>
                <c:pt idx="735">
                  <c:v>75.018680119921783</c:v>
                </c:pt>
                <c:pt idx="736">
                  <c:v>75.698783022013018</c:v>
                </c:pt>
                <c:pt idx="737">
                  <c:v>74.56897488757123</c:v>
                </c:pt>
                <c:pt idx="738">
                  <c:v>77.32896597831278</c:v>
                </c:pt>
                <c:pt idx="739">
                  <c:v>76.479805796997084</c:v>
                </c:pt>
                <c:pt idx="740">
                  <c:v>77.205327847303053</c:v>
                </c:pt>
                <c:pt idx="741">
                  <c:v>78.332932404801994</c:v>
                </c:pt>
                <c:pt idx="742">
                  <c:v>78.098758885140199</c:v>
                </c:pt>
                <c:pt idx="743">
                  <c:v>77.1242418380657</c:v>
                </c:pt>
                <c:pt idx="744">
                  <c:v>77.679387174482784</c:v>
                </c:pt>
                <c:pt idx="745">
                  <c:v>78.624065651840525</c:v>
                </c:pt>
                <c:pt idx="746">
                  <c:v>78.07729459004463</c:v>
                </c:pt>
                <c:pt idx="747">
                  <c:v>77.661759737927269</c:v>
                </c:pt>
                <c:pt idx="748">
                  <c:v>77.89171856071296</c:v>
                </c:pt>
                <c:pt idx="749">
                  <c:v>77.529660140524626</c:v>
                </c:pt>
                <c:pt idx="750">
                  <c:v>78.434058796322347</c:v>
                </c:pt>
                <c:pt idx="751">
                  <c:v>78.563009567696724</c:v>
                </c:pt>
                <c:pt idx="752">
                  <c:v>77.444599429737323</c:v>
                </c:pt>
                <c:pt idx="753">
                  <c:v>77.253285628026973</c:v>
                </c:pt>
                <c:pt idx="754">
                  <c:v>78.099467200647183</c:v>
                </c:pt>
                <c:pt idx="755">
                  <c:v>78.736675504233176</c:v>
                </c:pt>
                <c:pt idx="756">
                  <c:v>78.006703008755451</c:v>
                </c:pt>
                <c:pt idx="757">
                  <c:v>78.115679040700655</c:v>
                </c:pt>
                <c:pt idx="758">
                  <c:v>76.636559372114533</c:v>
                </c:pt>
                <c:pt idx="759">
                  <c:v>75.878469150828863</c:v>
                </c:pt>
                <c:pt idx="760">
                  <c:v>75.723756788682977</c:v>
                </c:pt>
                <c:pt idx="761">
                  <c:v>74.96264127028131</c:v>
                </c:pt>
                <c:pt idx="762">
                  <c:v>73.595102042587726</c:v>
                </c:pt>
                <c:pt idx="763">
                  <c:v>72.911523436800366</c:v>
                </c:pt>
                <c:pt idx="764">
                  <c:v>72.195535317573032</c:v>
                </c:pt>
                <c:pt idx="765">
                  <c:v>71.859934545331669</c:v>
                </c:pt>
                <c:pt idx="766">
                  <c:v>72.012331289453499</c:v>
                </c:pt>
                <c:pt idx="767">
                  <c:v>70.123658566296825</c:v>
                </c:pt>
                <c:pt idx="768">
                  <c:v>68.040464476248616</c:v>
                </c:pt>
                <c:pt idx="769">
                  <c:v>69.267826103279219</c:v>
                </c:pt>
                <c:pt idx="770">
                  <c:v>68.650590212872402</c:v>
                </c:pt>
                <c:pt idx="771">
                  <c:v>69.642128375673835</c:v>
                </c:pt>
                <c:pt idx="772">
                  <c:v>70.539119506267411</c:v>
                </c:pt>
                <c:pt idx="773">
                  <c:v>72.247497109061655</c:v>
                </c:pt>
                <c:pt idx="774">
                  <c:v>71.964846415843198</c:v>
                </c:pt>
                <c:pt idx="775">
                  <c:v>71.402330676159423</c:v>
                </c:pt>
                <c:pt idx="776">
                  <c:v>70.721079101926989</c:v>
                </c:pt>
                <c:pt idx="777">
                  <c:v>70.942460727158775</c:v>
                </c:pt>
                <c:pt idx="778">
                  <c:v>71.016191681194485</c:v>
                </c:pt>
                <c:pt idx="779">
                  <c:v>70.123192302418161</c:v>
                </c:pt>
                <c:pt idx="780">
                  <c:v>71.272657502890667</c:v>
                </c:pt>
                <c:pt idx="781">
                  <c:v>71.455874016114407</c:v>
                </c:pt>
                <c:pt idx="782">
                  <c:v>73.94501111649501</c:v>
                </c:pt>
                <c:pt idx="783">
                  <c:v>74.522910363306167</c:v>
                </c:pt>
                <c:pt idx="784">
                  <c:v>76.309571015262208</c:v>
                </c:pt>
                <c:pt idx="785">
                  <c:v>76.793924315689011</c:v>
                </c:pt>
                <c:pt idx="786">
                  <c:v>78.124942885502534</c:v>
                </c:pt>
                <c:pt idx="787">
                  <c:v>79.535634254514335</c:v>
                </c:pt>
                <c:pt idx="788">
                  <c:v>79.502282169777416</c:v>
                </c:pt>
                <c:pt idx="789">
                  <c:v>78.798078976825664</c:v>
                </c:pt>
                <c:pt idx="790">
                  <c:v>79.195031722716209</c:v>
                </c:pt>
                <c:pt idx="791">
                  <c:v>78.278393697828065</c:v>
                </c:pt>
                <c:pt idx="792">
                  <c:v>80.157978475252847</c:v>
                </c:pt>
                <c:pt idx="793">
                  <c:v>79.083452703530924</c:v>
                </c:pt>
                <c:pt idx="794">
                  <c:v>78.726327908698153</c:v>
                </c:pt>
                <c:pt idx="795">
                  <c:v>78.448762968473687</c:v>
                </c:pt>
                <c:pt idx="796">
                  <c:v>77.017939805553112</c:v>
                </c:pt>
                <c:pt idx="797">
                  <c:v>77.626885705656647</c:v>
                </c:pt>
                <c:pt idx="798">
                  <c:v>77.241293890811349</c:v>
                </c:pt>
                <c:pt idx="799">
                  <c:v>78.778636930506735</c:v>
                </c:pt>
                <c:pt idx="800">
                  <c:v>79.40631139931061</c:v>
                </c:pt>
                <c:pt idx="801">
                  <c:v>78.278143540897005</c:v>
                </c:pt>
                <c:pt idx="802">
                  <c:v>77.429445448602777</c:v>
                </c:pt>
                <c:pt idx="803">
                  <c:v>78.670436020076366</c:v>
                </c:pt>
                <c:pt idx="804">
                  <c:v>78.248545320717227</c:v>
                </c:pt>
                <c:pt idx="805">
                  <c:v>77.808943374076691</c:v>
                </c:pt>
                <c:pt idx="806">
                  <c:v>78.163298536755391</c:v>
                </c:pt>
                <c:pt idx="807">
                  <c:v>77.7374162699072</c:v>
                </c:pt>
                <c:pt idx="808">
                  <c:v>74.340694887651438</c:v>
                </c:pt>
                <c:pt idx="809">
                  <c:v>75.84287145558244</c:v>
                </c:pt>
                <c:pt idx="810">
                  <c:v>75.205334012570162</c:v>
                </c:pt>
                <c:pt idx="811">
                  <c:v>73.767773668357435</c:v>
                </c:pt>
                <c:pt idx="812">
                  <c:v>74.97915577014605</c:v>
                </c:pt>
                <c:pt idx="813">
                  <c:v>75.490430919395422</c:v>
                </c:pt>
                <c:pt idx="814">
                  <c:v>76.046901934107268</c:v>
                </c:pt>
                <c:pt idx="815">
                  <c:v>75.650157470624521</c:v>
                </c:pt>
                <c:pt idx="816">
                  <c:v>75.976157290632699</c:v>
                </c:pt>
                <c:pt idx="817">
                  <c:v>76.348540165280767</c:v>
                </c:pt>
                <c:pt idx="818">
                  <c:v>76.940213874361291</c:v>
                </c:pt>
                <c:pt idx="819">
                  <c:v>77.643968894333781</c:v>
                </c:pt>
                <c:pt idx="820">
                  <c:v>78.679615127082727</c:v>
                </c:pt>
                <c:pt idx="821">
                  <c:v>80.010284401473498</c:v>
                </c:pt>
                <c:pt idx="822">
                  <c:v>80.144213313931445</c:v>
                </c:pt>
                <c:pt idx="823">
                  <c:v>79.494219069459774</c:v>
                </c:pt>
                <c:pt idx="824">
                  <c:v>79.042380108248622</c:v>
                </c:pt>
                <c:pt idx="825">
                  <c:v>78.680419526033731</c:v>
                </c:pt>
                <c:pt idx="826">
                  <c:v>78.221536338361304</c:v>
                </c:pt>
                <c:pt idx="827">
                  <c:v>76.907033716346248</c:v>
                </c:pt>
                <c:pt idx="828">
                  <c:v>76.741415998687586</c:v>
                </c:pt>
                <c:pt idx="829">
                  <c:v>79.20197638908374</c:v>
                </c:pt>
                <c:pt idx="830">
                  <c:v>79.288361743026968</c:v>
                </c:pt>
                <c:pt idx="831">
                  <c:v>80.102287616672868</c:v>
                </c:pt>
                <c:pt idx="832">
                  <c:v>81.514050188666289</c:v>
                </c:pt>
                <c:pt idx="833">
                  <c:v>82.886007247816522</c:v>
                </c:pt>
                <c:pt idx="834">
                  <c:v>83.460231695428618</c:v>
                </c:pt>
                <c:pt idx="835">
                  <c:v>83.244757263335856</c:v>
                </c:pt>
                <c:pt idx="836">
                  <c:v>82.381730526105628</c:v>
                </c:pt>
                <c:pt idx="837">
                  <c:v>85.019119287018455</c:v>
                </c:pt>
                <c:pt idx="838">
                  <c:v>84.765067092189113</c:v>
                </c:pt>
                <c:pt idx="839">
                  <c:v>83.329756643225409</c:v>
                </c:pt>
                <c:pt idx="840">
                  <c:v>85.392261906091079</c:v>
                </c:pt>
                <c:pt idx="841">
                  <c:v>86.046950362026251</c:v>
                </c:pt>
                <c:pt idx="842">
                  <c:v>83.531109046418848</c:v>
                </c:pt>
                <c:pt idx="843">
                  <c:v>82.478340217739003</c:v>
                </c:pt>
                <c:pt idx="844">
                  <c:v>82.886110057157538</c:v>
                </c:pt>
                <c:pt idx="845">
                  <c:v>86.084516008706515</c:v>
                </c:pt>
                <c:pt idx="846">
                  <c:v>84.019935999059697</c:v>
                </c:pt>
                <c:pt idx="847">
                  <c:v>83.907594029241309</c:v>
                </c:pt>
                <c:pt idx="848">
                  <c:v>83.495513185127081</c:v>
                </c:pt>
                <c:pt idx="849">
                  <c:v>82.806593277872338</c:v>
                </c:pt>
                <c:pt idx="850">
                  <c:v>79.78892167576339</c:v>
                </c:pt>
                <c:pt idx="851">
                  <c:v>81.65234013574522</c:v>
                </c:pt>
                <c:pt idx="852">
                  <c:v>82.111580231151819</c:v>
                </c:pt>
                <c:pt idx="853">
                  <c:v>79.770358824185323</c:v>
                </c:pt>
                <c:pt idx="854">
                  <c:v>79.98342591151561</c:v>
                </c:pt>
                <c:pt idx="855">
                  <c:v>79.07207152096349</c:v>
                </c:pt>
                <c:pt idx="856">
                  <c:v>75.779946211802127</c:v>
                </c:pt>
                <c:pt idx="857">
                  <c:v>74.796772079033161</c:v>
                </c:pt>
                <c:pt idx="858">
                  <c:v>75.486750962084272</c:v>
                </c:pt>
                <c:pt idx="859">
                  <c:v>76.49145373709004</c:v>
                </c:pt>
                <c:pt idx="860">
                  <c:v>74.022883047816606</c:v>
                </c:pt>
                <c:pt idx="861">
                  <c:v>74.906052893392982</c:v>
                </c:pt>
                <c:pt idx="862">
                  <c:v>76.67931464900667</c:v>
                </c:pt>
                <c:pt idx="863">
                  <c:v>77.240437385585011</c:v>
                </c:pt>
                <c:pt idx="864">
                  <c:v>76.260052442848419</c:v>
                </c:pt>
                <c:pt idx="865">
                  <c:v>76.369392279430173</c:v>
                </c:pt>
                <c:pt idx="866">
                  <c:v>73.683581210030823</c:v>
                </c:pt>
                <c:pt idx="867">
                  <c:v>73.935711071684608</c:v>
                </c:pt>
                <c:pt idx="868">
                  <c:v>72.407388115442302</c:v>
                </c:pt>
                <c:pt idx="869">
                  <c:v>72.090995046530239</c:v>
                </c:pt>
                <c:pt idx="870">
                  <c:v>75.80456350726196</c:v>
                </c:pt>
                <c:pt idx="871">
                  <c:v>75.212519388433236</c:v>
                </c:pt>
                <c:pt idx="872">
                  <c:v>76.525450679335364</c:v>
                </c:pt>
                <c:pt idx="873">
                  <c:v>75.529478331450775</c:v>
                </c:pt>
                <c:pt idx="874">
                  <c:v>75.129938856023585</c:v>
                </c:pt>
                <c:pt idx="875">
                  <c:v>75.085863895857543</c:v>
                </c:pt>
                <c:pt idx="876">
                  <c:v>75.460302521412373</c:v>
                </c:pt>
                <c:pt idx="877">
                  <c:v>76.943646467319837</c:v>
                </c:pt>
                <c:pt idx="878">
                  <c:v>76.073258638901152</c:v>
                </c:pt>
                <c:pt idx="879">
                  <c:v>75.332339845591605</c:v>
                </c:pt>
                <c:pt idx="880">
                  <c:v>74.174452150971348</c:v>
                </c:pt>
                <c:pt idx="881">
                  <c:v>74.135409539981836</c:v>
                </c:pt>
                <c:pt idx="882">
                  <c:v>75.174647702647434</c:v>
                </c:pt>
                <c:pt idx="883">
                  <c:v>75.86174615977346</c:v>
                </c:pt>
                <c:pt idx="884">
                  <c:v>75.001943165697085</c:v>
                </c:pt>
                <c:pt idx="885">
                  <c:v>76.274389813393071</c:v>
                </c:pt>
                <c:pt idx="886">
                  <c:v>74.006928228947729</c:v>
                </c:pt>
                <c:pt idx="887">
                  <c:v>75.453449010055024</c:v>
                </c:pt>
                <c:pt idx="888">
                  <c:v>77.275185695710277</c:v>
                </c:pt>
                <c:pt idx="889">
                  <c:v>75.024163903195316</c:v>
                </c:pt>
                <c:pt idx="890">
                  <c:v>74.776657584256313</c:v>
                </c:pt>
                <c:pt idx="891">
                  <c:v>72.696136750803532</c:v>
                </c:pt>
                <c:pt idx="892">
                  <c:v>70.961049950170136</c:v>
                </c:pt>
                <c:pt idx="893">
                  <c:v>71.402804225094997</c:v>
                </c:pt>
                <c:pt idx="894">
                  <c:v>70.567968830962457</c:v>
                </c:pt>
                <c:pt idx="895">
                  <c:v>70.898738152426588</c:v>
                </c:pt>
                <c:pt idx="896">
                  <c:v>71.473975544188349</c:v>
                </c:pt>
                <c:pt idx="897">
                  <c:v>70.593064443896466</c:v>
                </c:pt>
                <c:pt idx="898">
                  <c:v>71.018529886853315</c:v>
                </c:pt>
                <c:pt idx="899">
                  <c:v>72.059300708271692</c:v>
                </c:pt>
                <c:pt idx="900">
                  <c:v>73.033900534669797</c:v>
                </c:pt>
                <c:pt idx="901">
                  <c:v>72.700451050355085</c:v>
                </c:pt>
                <c:pt idx="902">
                  <c:v>72.305216065929201</c:v>
                </c:pt>
                <c:pt idx="903">
                  <c:v>72.008705060726868</c:v>
                </c:pt>
                <c:pt idx="904">
                  <c:v>71.506550424728474</c:v>
                </c:pt>
                <c:pt idx="905">
                  <c:v>73.093705126181874</c:v>
                </c:pt>
                <c:pt idx="906">
                  <c:v>73.545658443485422</c:v>
                </c:pt>
                <c:pt idx="907">
                  <c:v>73.655537002279402</c:v>
                </c:pt>
                <c:pt idx="908">
                  <c:v>73.696140311297569</c:v>
                </c:pt>
                <c:pt idx="909">
                  <c:v>71.936490633926454</c:v>
                </c:pt>
                <c:pt idx="910">
                  <c:v>72.994585078739021</c:v>
                </c:pt>
                <c:pt idx="911">
                  <c:v>72.935454288354194</c:v>
                </c:pt>
                <c:pt idx="912">
                  <c:v>73.467476489272116</c:v>
                </c:pt>
                <c:pt idx="913">
                  <c:v>73.375313453338507</c:v>
                </c:pt>
                <c:pt idx="914">
                  <c:v>73.531522395819806</c:v>
                </c:pt>
                <c:pt idx="915">
                  <c:v>73.306823155199055</c:v>
                </c:pt>
                <c:pt idx="916">
                  <c:v>73.327440630681849</c:v>
                </c:pt>
                <c:pt idx="917">
                  <c:v>73.754770826193436</c:v>
                </c:pt>
                <c:pt idx="918">
                  <c:v>73.811630268135659</c:v>
                </c:pt>
                <c:pt idx="919">
                  <c:v>72.643217455536558</c:v>
                </c:pt>
                <c:pt idx="920">
                  <c:v>70.881900469711496</c:v>
                </c:pt>
                <c:pt idx="921">
                  <c:v>71.249785494474892</c:v>
                </c:pt>
                <c:pt idx="922">
                  <c:v>72.299560492611164</c:v>
                </c:pt>
                <c:pt idx="923">
                  <c:v>72.911506688784741</c:v>
                </c:pt>
                <c:pt idx="924">
                  <c:v>72.410850917844044</c:v>
                </c:pt>
                <c:pt idx="925">
                  <c:v>72.562306963979495</c:v>
                </c:pt>
                <c:pt idx="926">
                  <c:v>70.68043875087497</c:v>
                </c:pt>
                <c:pt idx="927">
                  <c:v>71.47897612566149</c:v>
                </c:pt>
                <c:pt idx="928">
                  <c:v>71.146589235539125</c:v>
                </c:pt>
                <c:pt idx="929">
                  <c:v>72.099116821029568</c:v>
                </c:pt>
                <c:pt idx="930">
                  <c:v>73.198411439378987</c:v>
                </c:pt>
                <c:pt idx="931">
                  <c:v>71.361893927077773</c:v>
                </c:pt>
                <c:pt idx="932">
                  <c:v>71.183059176583001</c:v>
                </c:pt>
                <c:pt idx="933">
                  <c:v>72.216526968781153</c:v>
                </c:pt>
                <c:pt idx="934">
                  <c:v>73.534178058471483</c:v>
                </c:pt>
                <c:pt idx="935">
                  <c:v>73.13311244741017</c:v>
                </c:pt>
                <c:pt idx="936">
                  <c:v>72.071723259375915</c:v>
                </c:pt>
                <c:pt idx="937">
                  <c:v>72.850437534658013</c:v>
                </c:pt>
                <c:pt idx="938">
                  <c:v>72.706970540560391</c:v>
                </c:pt>
                <c:pt idx="939">
                  <c:v>72.974809173059569</c:v>
                </c:pt>
                <c:pt idx="940">
                  <c:v>70.396139133203334</c:v>
                </c:pt>
                <c:pt idx="941">
                  <c:v>69.831311781510394</c:v>
                </c:pt>
                <c:pt idx="942">
                  <c:v>69.658239233226681</c:v>
                </c:pt>
                <c:pt idx="943">
                  <c:v>70.167969286966326</c:v>
                </c:pt>
                <c:pt idx="944">
                  <c:v>71.006672087158819</c:v>
                </c:pt>
                <c:pt idx="945">
                  <c:v>71.482675549800248</c:v>
                </c:pt>
                <c:pt idx="946">
                  <c:v>72.015864088762996</c:v>
                </c:pt>
                <c:pt idx="947">
                  <c:v>72.070149984340844</c:v>
                </c:pt>
                <c:pt idx="948">
                  <c:v>72.420372115310357</c:v>
                </c:pt>
                <c:pt idx="949">
                  <c:v>73.368597189974494</c:v>
                </c:pt>
                <c:pt idx="950">
                  <c:v>74.258509584075867</c:v>
                </c:pt>
                <c:pt idx="951">
                  <c:v>75.272904695399504</c:v>
                </c:pt>
                <c:pt idx="952">
                  <c:v>74.961011858124692</c:v>
                </c:pt>
                <c:pt idx="953">
                  <c:v>74.684727704002626</c:v>
                </c:pt>
                <c:pt idx="954">
                  <c:v>75.971926712224203</c:v>
                </c:pt>
                <c:pt idx="955">
                  <c:v>77.337481604977555</c:v>
                </c:pt>
                <c:pt idx="956">
                  <c:v>76.509499304176259</c:v>
                </c:pt>
                <c:pt idx="957">
                  <c:v>77.318821574589819</c:v>
                </c:pt>
                <c:pt idx="958">
                  <c:v>77.857900589643336</c:v>
                </c:pt>
                <c:pt idx="959">
                  <c:v>78.220968337385528</c:v>
                </c:pt>
                <c:pt idx="960">
                  <c:v>78.075413800485322</c:v>
                </c:pt>
                <c:pt idx="961">
                  <c:v>77.751599311494218</c:v>
                </c:pt>
                <c:pt idx="962">
                  <c:v>77.134546952571142</c:v>
                </c:pt>
                <c:pt idx="963">
                  <c:v>77.926143173346659</c:v>
                </c:pt>
                <c:pt idx="964">
                  <c:v>77.052338435420992</c:v>
                </c:pt>
                <c:pt idx="965">
                  <c:v>77.365372581666847</c:v>
                </c:pt>
                <c:pt idx="966">
                  <c:v>78.412615505988271</c:v>
                </c:pt>
                <c:pt idx="967">
                  <c:v>78.654651760793286</c:v>
                </c:pt>
                <c:pt idx="968">
                  <c:v>77.784358538805662</c:v>
                </c:pt>
                <c:pt idx="969">
                  <c:v>78.083958176568999</c:v>
                </c:pt>
                <c:pt idx="970">
                  <c:v>77.755445658609588</c:v>
                </c:pt>
                <c:pt idx="971">
                  <c:v>77.168846651542609</c:v>
                </c:pt>
                <c:pt idx="972">
                  <c:v>77.886549908484923</c:v>
                </c:pt>
                <c:pt idx="973">
                  <c:v>78.953778957282623</c:v>
                </c:pt>
                <c:pt idx="974">
                  <c:v>78.908839744477504</c:v>
                </c:pt>
                <c:pt idx="975">
                  <c:v>78.943830905664868</c:v>
                </c:pt>
                <c:pt idx="976">
                  <c:v>78.549870194400171</c:v>
                </c:pt>
                <c:pt idx="977">
                  <c:v>78.662343701507439</c:v>
                </c:pt>
                <c:pt idx="978">
                  <c:v>77.262126489714319</c:v>
                </c:pt>
                <c:pt idx="979">
                  <c:v>78.116696133712381</c:v>
                </c:pt>
                <c:pt idx="980">
                  <c:v>78.524045025354937</c:v>
                </c:pt>
                <c:pt idx="981">
                  <c:v>78.345762652491771</c:v>
                </c:pt>
                <c:pt idx="982">
                  <c:v>78.277769083586577</c:v>
                </c:pt>
                <c:pt idx="983">
                  <c:v>78.130256291147973</c:v>
                </c:pt>
                <c:pt idx="984">
                  <c:v>77.533561371352008</c:v>
                </c:pt>
                <c:pt idx="985">
                  <c:v>76.892417278615298</c:v>
                </c:pt>
                <c:pt idx="986">
                  <c:v>75.067236876331236</c:v>
                </c:pt>
                <c:pt idx="987">
                  <c:v>74.560412532552746</c:v>
                </c:pt>
                <c:pt idx="988">
                  <c:v>74.23594213074135</c:v>
                </c:pt>
                <c:pt idx="989">
                  <c:v>70.650072900276299</c:v>
                </c:pt>
                <c:pt idx="990">
                  <c:v>71.56074956499863</c:v>
                </c:pt>
                <c:pt idx="991">
                  <c:v>70.857529748322449</c:v>
                </c:pt>
                <c:pt idx="992">
                  <c:v>70.97566461065982</c:v>
                </c:pt>
                <c:pt idx="993">
                  <c:v>70.642161615167794</c:v>
                </c:pt>
                <c:pt idx="994">
                  <c:v>70.793251973058332</c:v>
                </c:pt>
                <c:pt idx="995">
                  <c:v>70.776869746068499</c:v>
                </c:pt>
                <c:pt idx="996">
                  <c:v>71.765730034886445</c:v>
                </c:pt>
                <c:pt idx="997">
                  <c:v>71.070035668140832</c:v>
                </c:pt>
                <c:pt idx="998">
                  <c:v>70.972498125450414</c:v>
                </c:pt>
                <c:pt idx="999">
                  <c:v>70.459821875278479</c:v>
                </c:pt>
                <c:pt idx="1000">
                  <c:v>70.472869989696775</c:v>
                </c:pt>
                <c:pt idx="1001">
                  <c:v>70.289205405652311</c:v>
                </c:pt>
                <c:pt idx="1002">
                  <c:v>71.347290270574689</c:v>
                </c:pt>
                <c:pt idx="1003">
                  <c:v>70.625004673510603</c:v>
                </c:pt>
                <c:pt idx="1004">
                  <c:v>69.308287310103893</c:v>
                </c:pt>
                <c:pt idx="1005">
                  <c:v>68.493048198450481</c:v>
                </c:pt>
                <c:pt idx="1006">
                  <c:v>68.898295832045932</c:v>
                </c:pt>
                <c:pt idx="1007">
                  <c:v>68.909136083456701</c:v>
                </c:pt>
                <c:pt idx="1008">
                  <c:v>68.387777458718361</c:v>
                </c:pt>
                <c:pt idx="1009">
                  <c:v>68.178035977878778</c:v>
                </c:pt>
                <c:pt idx="1010">
                  <c:v>67.433788803779549</c:v>
                </c:pt>
                <c:pt idx="1011">
                  <c:v>66.271408547731596</c:v>
                </c:pt>
                <c:pt idx="1012">
                  <c:v>65.819744779602942</c:v>
                </c:pt>
                <c:pt idx="1013">
                  <c:v>64.892868474096076</c:v>
                </c:pt>
                <c:pt idx="1014">
                  <c:v>66.9787824871525</c:v>
                </c:pt>
                <c:pt idx="1015">
                  <c:v>66.000337712186038</c:v>
                </c:pt>
                <c:pt idx="1016">
                  <c:v>66.511237953964738</c:v>
                </c:pt>
                <c:pt idx="1017">
                  <c:v>67.695351868144755</c:v>
                </c:pt>
                <c:pt idx="1018">
                  <c:v>67.805073677739131</c:v>
                </c:pt>
                <c:pt idx="1019">
                  <c:v>67.911472717842528</c:v>
                </c:pt>
                <c:pt idx="1020">
                  <c:v>68.820045920115732</c:v>
                </c:pt>
                <c:pt idx="1021">
                  <c:v>68.145264956256227</c:v>
                </c:pt>
                <c:pt idx="1022">
                  <c:v>68.179156341701756</c:v>
                </c:pt>
                <c:pt idx="1023">
                  <c:v>67.796648037666614</c:v>
                </c:pt>
                <c:pt idx="1024">
                  <c:v>66.783085284903862</c:v>
                </c:pt>
                <c:pt idx="1025">
                  <c:v>65.903312098701264</c:v>
                </c:pt>
                <c:pt idx="1026">
                  <c:v>67.648713552086477</c:v>
                </c:pt>
                <c:pt idx="1027">
                  <c:v>67.827682363908096</c:v>
                </c:pt>
                <c:pt idx="1028">
                  <c:v>68.840414032267361</c:v>
                </c:pt>
                <c:pt idx="1029">
                  <c:v>68.910452027073305</c:v>
                </c:pt>
                <c:pt idx="1030">
                  <c:v>69.653115852669913</c:v>
                </c:pt>
                <c:pt idx="1031">
                  <c:v>70.652413519894026</c:v>
                </c:pt>
                <c:pt idx="1032">
                  <c:v>70.263010422956796</c:v>
                </c:pt>
                <c:pt idx="1033">
                  <c:v>69.283911895994166</c:v>
                </c:pt>
                <c:pt idx="1034">
                  <c:v>67.792067534837273</c:v>
                </c:pt>
                <c:pt idx="1035">
                  <c:v>67.82573433414187</c:v>
                </c:pt>
                <c:pt idx="1036">
                  <c:v>66.60212067562756</c:v>
                </c:pt>
                <c:pt idx="1037">
                  <c:v>68.085672417218802</c:v>
                </c:pt>
                <c:pt idx="1038">
                  <c:v>68.726560175620733</c:v>
                </c:pt>
                <c:pt idx="1039">
                  <c:v>67.713199373496451</c:v>
                </c:pt>
                <c:pt idx="1040">
                  <c:v>66.495580917073369</c:v>
                </c:pt>
                <c:pt idx="1041">
                  <c:v>67.317150514810081</c:v>
                </c:pt>
                <c:pt idx="1042">
                  <c:v>66.206945553906436</c:v>
                </c:pt>
                <c:pt idx="1043">
                  <c:v>65.794274330990476</c:v>
                </c:pt>
                <c:pt idx="1044">
                  <c:v>64.399678353151629</c:v>
                </c:pt>
                <c:pt idx="1045">
                  <c:v>64.154657720895159</c:v>
                </c:pt>
                <c:pt idx="1046">
                  <c:v>64.444999894776387</c:v>
                </c:pt>
                <c:pt idx="1047">
                  <c:v>65.237818639038423</c:v>
                </c:pt>
                <c:pt idx="1048">
                  <c:v>65.208951518126469</c:v>
                </c:pt>
                <c:pt idx="1049">
                  <c:v>63.963900537489728</c:v>
                </c:pt>
                <c:pt idx="1050">
                  <c:v>63.211276080436811</c:v>
                </c:pt>
                <c:pt idx="1051">
                  <c:v>62.553907507425869</c:v>
                </c:pt>
                <c:pt idx="1052">
                  <c:v>62.970261408458292</c:v>
                </c:pt>
                <c:pt idx="1053">
                  <c:v>62.768137877486502</c:v>
                </c:pt>
                <c:pt idx="1054">
                  <c:v>62.266079673996551</c:v>
                </c:pt>
                <c:pt idx="1055">
                  <c:v>62.082047654345487</c:v>
                </c:pt>
                <c:pt idx="1056">
                  <c:v>62.949420324570895</c:v>
                </c:pt>
                <c:pt idx="1057">
                  <c:v>62.904384796299119</c:v>
                </c:pt>
                <c:pt idx="1058">
                  <c:v>63.121982464607299</c:v>
                </c:pt>
                <c:pt idx="1059">
                  <c:v>62.629833482651165</c:v>
                </c:pt>
                <c:pt idx="1060">
                  <c:v>65.278537040616058</c:v>
                </c:pt>
                <c:pt idx="1061">
                  <c:v>64.120342238428464</c:v>
                </c:pt>
                <c:pt idx="1062">
                  <c:v>65.18314565244178</c:v>
                </c:pt>
                <c:pt idx="1063">
                  <c:v>65.276165443539242</c:v>
                </c:pt>
                <c:pt idx="1064">
                  <c:v>65.481364453340547</c:v>
                </c:pt>
                <c:pt idx="1065">
                  <c:v>65.452897811743284</c:v>
                </c:pt>
                <c:pt idx="1066">
                  <c:v>65.927650645206427</c:v>
                </c:pt>
                <c:pt idx="1067">
                  <c:v>65.714105420178441</c:v>
                </c:pt>
                <c:pt idx="1068">
                  <c:v>65.470103055399079</c:v>
                </c:pt>
                <c:pt idx="1069">
                  <c:v>64.106679730107132</c:v>
                </c:pt>
                <c:pt idx="1070">
                  <c:v>64.477014519670561</c:v>
                </c:pt>
                <c:pt idx="1071">
                  <c:v>63.625490069784071</c:v>
                </c:pt>
                <c:pt idx="1072">
                  <c:v>65.311026367822421</c:v>
                </c:pt>
                <c:pt idx="1073">
                  <c:v>64.291772517019027</c:v>
                </c:pt>
                <c:pt idx="1074">
                  <c:v>64.642614776761903</c:v>
                </c:pt>
                <c:pt idx="1075">
                  <c:v>63.633094208820118</c:v>
                </c:pt>
                <c:pt idx="1076">
                  <c:v>64.309820809639561</c:v>
                </c:pt>
                <c:pt idx="1077">
                  <c:v>63.04070846763387</c:v>
                </c:pt>
                <c:pt idx="1078">
                  <c:v>61.103153195710881</c:v>
                </c:pt>
                <c:pt idx="1079">
                  <c:v>60.888446507475983</c:v>
                </c:pt>
                <c:pt idx="1080">
                  <c:v>60.568482926186718</c:v>
                </c:pt>
                <c:pt idx="1081">
                  <c:v>58.45099910917039</c:v>
                </c:pt>
                <c:pt idx="1082">
                  <c:v>59.04622609037817</c:v>
                </c:pt>
                <c:pt idx="1083">
                  <c:v>59.096622465015571</c:v>
                </c:pt>
                <c:pt idx="1084">
                  <c:v>59.467140727904891</c:v>
                </c:pt>
                <c:pt idx="1085">
                  <c:v>60.147318439587742</c:v>
                </c:pt>
                <c:pt idx="1086">
                  <c:v>60.381345451631091</c:v>
                </c:pt>
                <c:pt idx="1087">
                  <c:v>60.667372877015701</c:v>
                </c:pt>
                <c:pt idx="1088">
                  <c:v>61.221776010350446</c:v>
                </c:pt>
                <c:pt idx="1089">
                  <c:v>62.010870362785525</c:v>
                </c:pt>
                <c:pt idx="1090">
                  <c:v>63.425678035174812</c:v>
                </c:pt>
                <c:pt idx="1091">
                  <c:v>63.496974659949316</c:v>
                </c:pt>
                <c:pt idx="1092">
                  <c:v>63.224097326323545</c:v>
                </c:pt>
                <c:pt idx="1093">
                  <c:v>63.652986944451122</c:v>
                </c:pt>
                <c:pt idx="1094">
                  <c:v>63.996910830450837</c:v>
                </c:pt>
                <c:pt idx="1095">
                  <c:v>64.154285330694648</c:v>
                </c:pt>
                <c:pt idx="1096">
                  <c:v>65.148919162337236</c:v>
                </c:pt>
                <c:pt idx="1097">
                  <c:v>65.409211845020778</c:v>
                </c:pt>
                <c:pt idx="1098">
                  <c:v>64.649921671387773</c:v>
                </c:pt>
                <c:pt idx="1099">
                  <c:v>64.889722819193096</c:v>
                </c:pt>
                <c:pt idx="1100">
                  <c:v>65.102406958112809</c:v>
                </c:pt>
                <c:pt idx="1101">
                  <c:v>63.426925902222791</c:v>
                </c:pt>
                <c:pt idx="1102">
                  <c:v>63.232576140667774</c:v>
                </c:pt>
                <c:pt idx="1103">
                  <c:v>61.143840050179314</c:v>
                </c:pt>
                <c:pt idx="1104">
                  <c:v>62.477852399099632</c:v>
                </c:pt>
                <c:pt idx="1105">
                  <c:v>63.252814819937825</c:v>
                </c:pt>
                <c:pt idx="1106">
                  <c:v>63.446060721991351</c:v>
                </c:pt>
                <c:pt idx="1107">
                  <c:v>65.216685983768343</c:v>
                </c:pt>
                <c:pt idx="1108">
                  <c:v>65.155467567625209</c:v>
                </c:pt>
                <c:pt idx="1109">
                  <c:v>66.510502270666507</c:v>
                </c:pt>
                <c:pt idx="1110">
                  <c:v>66.289168893896473</c:v>
                </c:pt>
                <c:pt idx="1111">
                  <c:v>67.056187573327279</c:v>
                </c:pt>
                <c:pt idx="1112">
                  <c:v>67.280220506185856</c:v>
                </c:pt>
                <c:pt idx="1113">
                  <c:v>66.599583247374113</c:v>
                </c:pt>
                <c:pt idx="1114">
                  <c:v>65.772359882935788</c:v>
                </c:pt>
                <c:pt idx="1115">
                  <c:v>65.202483885915342</c:v>
                </c:pt>
                <c:pt idx="1116">
                  <c:v>65.659278366975911</c:v>
                </c:pt>
                <c:pt idx="1117">
                  <c:v>64.751906278890729</c:v>
                </c:pt>
                <c:pt idx="1118">
                  <c:v>64.915058018261746</c:v>
                </c:pt>
                <c:pt idx="1119">
                  <c:v>64.996232264000085</c:v>
                </c:pt>
                <c:pt idx="1120">
                  <c:v>65.24615097398889</c:v>
                </c:pt>
                <c:pt idx="1121">
                  <c:v>65.990876187117806</c:v>
                </c:pt>
                <c:pt idx="1122">
                  <c:v>66.017844526786462</c:v>
                </c:pt>
                <c:pt idx="1123">
                  <c:v>65.652923366037498</c:v>
                </c:pt>
                <c:pt idx="1124">
                  <c:v>65.412686434899612</c:v>
                </c:pt>
                <c:pt idx="1125">
                  <c:v>66.074972197719831</c:v>
                </c:pt>
                <c:pt idx="1126">
                  <c:v>65.908996747640231</c:v>
                </c:pt>
                <c:pt idx="1127">
                  <c:v>65.64632550247633</c:v>
                </c:pt>
                <c:pt idx="1128">
                  <c:v>65.651319357342032</c:v>
                </c:pt>
                <c:pt idx="1129">
                  <c:v>65.833151863293565</c:v>
                </c:pt>
                <c:pt idx="1130">
                  <c:v>65.119943918132549</c:v>
                </c:pt>
                <c:pt idx="1131">
                  <c:v>65.738550696782681</c:v>
                </c:pt>
                <c:pt idx="1132">
                  <c:v>65.747295598851807</c:v>
                </c:pt>
                <c:pt idx="1133">
                  <c:v>65.397943698470669</c:v>
                </c:pt>
                <c:pt idx="1134">
                  <c:v>65.454474448357729</c:v>
                </c:pt>
                <c:pt idx="1135">
                  <c:v>65.51159132087264</c:v>
                </c:pt>
                <c:pt idx="1136">
                  <c:v>65.659475660288919</c:v>
                </c:pt>
                <c:pt idx="1137">
                  <c:v>64.294873227005553</c:v>
                </c:pt>
                <c:pt idx="1138">
                  <c:v>64.974829720440141</c:v>
                </c:pt>
                <c:pt idx="1139">
                  <c:v>64.43194394165738</c:v>
                </c:pt>
                <c:pt idx="1140">
                  <c:v>65.270287465999999</c:v>
                </c:pt>
                <c:pt idx="1141">
                  <c:v>65.759982372766416</c:v>
                </c:pt>
                <c:pt idx="1142">
                  <c:v>66.203994701280152</c:v>
                </c:pt>
                <c:pt idx="1143">
                  <c:v>66.414695294287839</c:v>
                </c:pt>
                <c:pt idx="1144">
                  <c:v>66.862925197336679</c:v>
                </c:pt>
                <c:pt idx="1145">
                  <c:v>67.135554893965761</c:v>
                </c:pt>
                <c:pt idx="1146">
                  <c:v>68.167975051717463</c:v>
                </c:pt>
                <c:pt idx="1147">
                  <c:v>67.547583010067925</c:v>
                </c:pt>
                <c:pt idx="1148">
                  <c:v>67.455085605399844</c:v>
                </c:pt>
                <c:pt idx="1149">
                  <c:v>67.289966667362222</c:v>
                </c:pt>
                <c:pt idx="1150">
                  <c:v>67.608940743502629</c:v>
                </c:pt>
                <c:pt idx="1151">
                  <c:v>67.558846169206504</c:v>
                </c:pt>
                <c:pt idx="1152">
                  <c:v>68.409548924611414</c:v>
                </c:pt>
                <c:pt idx="1153">
                  <c:v>68.507008816165239</c:v>
                </c:pt>
                <c:pt idx="1154">
                  <c:v>68.580214997008966</c:v>
                </c:pt>
                <c:pt idx="1155">
                  <c:v>66.875538727177513</c:v>
                </c:pt>
                <c:pt idx="1156">
                  <c:v>66.046287151946089</c:v>
                </c:pt>
                <c:pt idx="1157">
                  <c:v>65.033105652557921</c:v>
                </c:pt>
                <c:pt idx="1158">
                  <c:v>64.593890763116278</c:v>
                </c:pt>
                <c:pt idx="1159">
                  <c:v>66.261504143518678</c:v>
                </c:pt>
                <c:pt idx="1160">
                  <c:v>66.165846439612068</c:v>
                </c:pt>
                <c:pt idx="1161">
                  <c:v>67.008560885123046</c:v>
                </c:pt>
                <c:pt idx="1162">
                  <c:v>67.233818617613792</c:v>
                </c:pt>
                <c:pt idx="1163">
                  <c:v>67.821869154048883</c:v>
                </c:pt>
                <c:pt idx="1164">
                  <c:v>67.309027600680196</c:v>
                </c:pt>
                <c:pt idx="1165">
                  <c:v>67.683171871970956</c:v>
                </c:pt>
                <c:pt idx="1166">
                  <c:v>67.729774618019661</c:v>
                </c:pt>
                <c:pt idx="1167">
                  <c:v>66.698589876574843</c:v>
                </c:pt>
                <c:pt idx="1168">
                  <c:v>66.631253502865519</c:v>
                </c:pt>
                <c:pt idx="1169">
                  <c:v>68.097038674089035</c:v>
                </c:pt>
                <c:pt idx="1170">
                  <c:v>67.802056125164611</c:v>
                </c:pt>
                <c:pt idx="1171">
                  <c:v>65.545021786645677</c:v>
                </c:pt>
                <c:pt idx="1172">
                  <c:v>64.107573565431352</c:v>
                </c:pt>
                <c:pt idx="1173">
                  <c:v>63.421864347075889</c:v>
                </c:pt>
                <c:pt idx="1174">
                  <c:v>63.897143183854659</c:v>
                </c:pt>
                <c:pt idx="1175">
                  <c:v>60.90744727729075</c:v>
                </c:pt>
                <c:pt idx="1176">
                  <c:v>60.528461167509668</c:v>
                </c:pt>
                <c:pt idx="1177">
                  <c:v>63.07411156522317</c:v>
                </c:pt>
                <c:pt idx="1178">
                  <c:v>64.5069520358809</c:v>
                </c:pt>
                <c:pt idx="1179">
                  <c:v>60.86451127840661</c:v>
                </c:pt>
                <c:pt idx="1180">
                  <c:v>59.93201053615082</c:v>
                </c:pt>
                <c:pt idx="1181">
                  <c:v>54.319522180839833</c:v>
                </c:pt>
                <c:pt idx="1182">
                  <c:v>56.942643430641944</c:v>
                </c:pt>
                <c:pt idx="1183">
                  <c:v>54.375500038928699</c:v>
                </c:pt>
                <c:pt idx="1184">
                  <c:v>54.707654573708709</c:v>
                </c:pt>
                <c:pt idx="1185">
                  <c:v>52.464409909053046</c:v>
                </c:pt>
                <c:pt idx="1186">
                  <c:v>51.45690292224446</c:v>
                </c:pt>
                <c:pt idx="1187">
                  <c:v>53.748515276861433</c:v>
                </c:pt>
                <c:pt idx="1188">
                  <c:v>49.191765473493085</c:v>
                </c:pt>
                <c:pt idx="1189">
                  <c:v>50.379017518322144</c:v>
                </c:pt>
                <c:pt idx="1190">
                  <c:v>52.25487636350902</c:v>
                </c:pt>
                <c:pt idx="1191">
                  <c:v>52.826216802773715</c:v>
                </c:pt>
                <c:pt idx="1192">
                  <c:v>53.113364012106913</c:v>
                </c:pt>
                <c:pt idx="1193">
                  <c:v>55.243865088700886</c:v>
                </c:pt>
                <c:pt idx="1194">
                  <c:v>54.090755387712967</c:v>
                </c:pt>
                <c:pt idx="1195">
                  <c:v>56.338687472324743</c:v>
                </c:pt>
                <c:pt idx="1196">
                  <c:v>62.166600333681821</c:v>
                </c:pt>
                <c:pt idx="1197">
                  <c:v>66.795228061957673</c:v>
                </c:pt>
                <c:pt idx="1198">
                  <c:v>68.73272507622768</c:v>
                </c:pt>
                <c:pt idx="1199">
                  <c:v>69.564870946867359</c:v>
                </c:pt>
                <c:pt idx="1200">
                  <c:v>69.428340604679647</c:v>
                </c:pt>
                <c:pt idx="1201">
                  <c:v>69.28290227513321</c:v>
                </c:pt>
                <c:pt idx="1202">
                  <c:v>71.026349017654411</c:v>
                </c:pt>
                <c:pt idx="1203">
                  <c:v>70.846238187550526</c:v>
                </c:pt>
                <c:pt idx="1204">
                  <c:v>72.283041324465998</c:v>
                </c:pt>
                <c:pt idx="1205">
                  <c:v>71.32193043381433</c:v>
                </c:pt>
                <c:pt idx="1206">
                  <c:v>71.952090217634463</c:v>
                </c:pt>
                <c:pt idx="1207">
                  <c:v>72.05792142944965</c:v>
                </c:pt>
                <c:pt idx="1208">
                  <c:v>70.504571370280019</c:v>
                </c:pt>
                <c:pt idx="1209">
                  <c:v>70.248093378256129</c:v>
                </c:pt>
                <c:pt idx="1210">
                  <c:v>71.87144735628965</c:v>
                </c:pt>
                <c:pt idx="1211">
                  <c:v>71.36454078405626</c:v>
                </c:pt>
                <c:pt idx="1212">
                  <c:v>70.796035492296312</c:v>
                </c:pt>
                <c:pt idx="1213">
                  <c:v>70.415929276115818</c:v>
                </c:pt>
                <c:pt idx="1214">
                  <c:v>70.552196402549882</c:v>
                </c:pt>
                <c:pt idx="1215">
                  <c:v>69.83244137924234</c:v>
                </c:pt>
                <c:pt idx="1216">
                  <c:v>69.488485496314723</c:v>
                </c:pt>
                <c:pt idx="1217">
                  <c:v>69.675389934783624</c:v>
                </c:pt>
                <c:pt idx="1218">
                  <c:v>72.522890537350492</c:v>
                </c:pt>
                <c:pt idx="1219">
                  <c:v>72.908383837162305</c:v>
                </c:pt>
                <c:pt idx="1220">
                  <c:v>73.513791684149396</c:v>
                </c:pt>
                <c:pt idx="1221">
                  <c:v>72.598477618855128</c:v>
                </c:pt>
                <c:pt idx="1222">
                  <c:v>72.506356207051866</c:v>
                </c:pt>
                <c:pt idx="1223">
                  <c:v>74.94804117041447</c:v>
                </c:pt>
                <c:pt idx="1224">
                  <c:v>75.496483522116293</c:v>
                </c:pt>
                <c:pt idx="1225">
                  <c:v>75.9926960376431</c:v>
                </c:pt>
                <c:pt idx="1226">
                  <c:v>77.431145141665141</c:v>
                </c:pt>
                <c:pt idx="1227">
                  <c:v>77.521831091975343</c:v>
                </c:pt>
                <c:pt idx="1228">
                  <c:v>76.262429985882918</c:v>
                </c:pt>
                <c:pt idx="1229">
                  <c:v>77.807725596712103</c:v>
                </c:pt>
                <c:pt idx="1230">
                  <c:v>78.041927964151071</c:v>
                </c:pt>
                <c:pt idx="1231">
                  <c:v>76.05774256675096</c:v>
                </c:pt>
                <c:pt idx="1232">
                  <c:v>76.25263506914817</c:v>
                </c:pt>
                <c:pt idx="1233">
                  <c:v>76.167405689673586</c:v>
                </c:pt>
                <c:pt idx="1234">
                  <c:v>75.953767469852522</c:v>
                </c:pt>
                <c:pt idx="1235">
                  <c:v>75.979645950425962</c:v>
                </c:pt>
                <c:pt idx="1236">
                  <c:v>76.017336897852175</c:v>
                </c:pt>
                <c:pt idx="1237">
                  <c:v>76.158418065413755</c:v>
                </c:pt>
                <c:pt idx="1238">
                  <c:v>77.804609132908496</c:v>
                </c:pt>
                <c:pt idx="1239">
                  <c:v>78.889252599904907</c:v>
                </c:pt>
                <c:pt idx="1240">
                  <c:v>77.497642141946272</c:v>
                </c:pt>
                <c:pt idx="1241">
                  <c:v>78.207401727075364</c:v>
                </c:pt>
                <c:pt idx="1242">
                  <c:v>77.947161131032757</c:v>
                </c:pt>
                <c:pt idx="1243">
                  <c:v>77.836971526789029</c:v>
                </c:pt>
                <c:pt idx="1244">
                  <c:v>76.720964932788931</c:v>
                </c:pt>
                <c:pt idx="1245">
                  <c:v>75.880414093800567</c:v>
                </c:pt>
                <c:pt idx="1246">
                  <c:v>76.441935790961864</c:v>
                </c:pt>
                <c:pt idx="1247">
                  <c:v>76.593764167048263</c:v>
                </c:pt>
                <c:pt idx="1248">
                  <c:v>76.115985251920691</c:v>
                </c:pt>
                <c:pt idx="1249">
                  <c:v>76.572975371039661</c:v>
                </c:pt>
                <c:pt idx="1250">
                  <c:v>76.948806733359817</c:v>
                </c:pt>
                <c:pt idx="1251">
                  <c:v>77.275406938141302</c:v>
                </c:pt>
                <c:pt idx="1252">
                  <c:v>77.637431308247656</c:v>
                </c:pt>
                <c:pt idx="1253">
                  <c:v>78.036759590014299</c:v>
                </c:pt>
                <c:pt idx="1254">
                  <c:v>80.074621813201759</c:v>
                </c:pt>
                <c:pt idx="1255">
                  <c:v>80.918709640971542</c:v>
                </c:pt>
                <c:pt idx="1256">
                  <c:v>79.767294837710637</c:v>
                </c:pt>
                <c:pt idx="1257">
                  <c:v>78.808980464064319</c:v>
                </c:pt>
                <c:pt idx="1258">
                  <c:v>79.062867768228969</c:v>
                </c:pt>
                <c:pt idx="1259">
                  <c:v>80.129587623066044</c:v>
                </c:pt>
                <c:pt idx="1260">
                  <c:v>79.356567209491828</c:v>
                </c:pt>
                <c:pt idx="1261">
                  <c:v>78.102880509321878</c:v>
                </c:pt>
                <c:pt idx="1262">
                  <c:v>78.632234439191947</c:v>
                </c:pt>
                <c:pt idx="1263">
                  <c:v>81.040399155007805</c:v>
                </c:pt>
                <c:pt idx="1264">
                  <c:v>83.478984243985181</c:v>
                </c:pt>
                <c:pt idx="1265">
                  <c:v>86.527370424523212</c:v>
                </c:pt>
                <c:pt idx="1266">
                  <c:v>86.130208193897829</c:v>
                </c:pt>
                <c:pt idx="1267">
                  <c:v>87.460617324344611</c:v>
                </c:pt>
                <c:pt idx="1268">
                  <c:v>87.259595262018038</c:v>
                </c:pt>
                <c:pt idx="1269">
                  <c:v>88.401767849972359</c:v>
                </c:pt>
                <c:pt idx="1270">
                  <c:v>87.740964492249603</c:v>
                </c:pt>
                <c:pt idx="1271">
                  <c:v>92.547042995816938</c:v>
                </c:pt>
                <c:pt idx="1272">
                  <c:v>91.278112997264614</c:v>
                </c:pt>
                <c:pt idx="1273">
                  <c:v>89.884899218423669</c:v>
                </c:pt>
                <c:pt idx="1274">
                  <c:v>89.004107566742803</c:v>
                </c:pt>
                <c:pt idx="1275">
                  <c:v>90.342070117741144</c:v>
                </c:pt>
                <c:pt idx="1276">
                  <c:v>89.903102127266052</c:v>
                </c:pt>
                <c:pt idx="1277">
                  <c:v>89.83014681104612</c:v>
                </c:pt>
                <c:pt idx="1278">
                  <c:v>89.56005185802772</c:v>
                </c:pt>
                <c:pt idx="1279">
                  <c:v>89.290277790919305</c:v>
                </c:pt>
                <c:pt idx="1280">
                  <c:v>90.019673963138629</c:v>
                </c:pt>
                <c:pt idx="1281">
                  <c:v>89.745773750552203</c:v>
                </c:pt>
                <c:pt idx="1282">
                  <c:v>89.70453973742751</c:v>
                </c:pt>
                <c:pt idx="1283">
                  <c:v>89.633526633155228</c:v>
                </c:pt>
                <c:pt idx="1284">
                  <c:v>90.475174170427493</c:v>
                </c:pt>
                <c:pt idx="1285">
                  <c:v>91.951674229429983</c:v>
                </c:pt>
                <c:pt idx="1286">
                  <c:v>87.36645583003029</c:v>
                </c:pt>
                <c:pt idx="1287">
                  <c:v>90.365420180083774</c:v>
                </c:pt>
                <c:pt idx="1288">
                  <c:v>90.642196508204634</c:v>
                </c:pt>
                <c:pt idx="1289">
                  <c:v>91.069095405945973</c:v>
                </c:pt>
                <c:pt idx="1290">
                  <c:v>89.24642402110949</c:v>
                </c:pt>
                <c:pt idx="1291">
                  <c:v>89.154657579859034</c:v>
                </c:pt>
                <c:pt idx="1292">
                  <c:v>87.672082176930161</c:v>
                </c:pt>
                <c:pt idx="1293">
                  <c:v>89.04111858498969</c:v>
                </c:pt>
                <c:pt idx="1294">
                  <c:v>89.422438949216584</c:v>
                </c:pt>
                <c:pt idx="1295">
                  <c:v>89.355056717813738</c:v>
                </c:pt>
                <c:pt idx="1296">
                  <c:v>88.832884069612007</c:v>
                </c:pt>
                <c:pt idx="1297">
                  <c:v>90.508603390831553</c:v>
                </c:pt>
                <c:pt idx="1298">
                  <c:v>91.979081428802246</c:v>
                </c:pt>
                <c:pt idx="1299">
                  <c:v>92.406002674483744</c:v>
                </c:pt>
                <c:pt idx="1300">
                  <c:v>97.547856555863305</c:v>
                </c:pt>
                <c:pt idx="1301">
                  <c:v>93.395464282812227</c:v>
                </c:pt>
                <c:pt idx="1302">
                  <c:v>93.778748743375118</c:v>
                </c:pt>
                <c:pt idx="1303">
                  <c:v>92.105338241752236</c:v>
                </c:pt>
                <c:pt idx="1304">
                  <c:v>88.977208784784651</c:v>
                </c:pt>
                <c:pt idx="1305">
                  <c:v>91.269044571664054</c:v>
                </c:pt>
                <c:pt idx="1306">
                  <c:v>93.046162615246203</c:v>
                </c:pt>
                <c:pt idx="1307">
                  <c:v>92.010460979878246</c:v>
                </c:pt>
                <c:pt idx="1308">
                  <c:v>92.576282962273936</c:v>
                </c:pt>
                <c:pt idx="1309">
                  <c:v>93.494920414313555</c:v>
                </c:pt>
                <c:pt idx="1310">
                  <c:v>95.24009769874354</c:v>
                </c:pt>
                <c:pt idx="1311">
                  <c:v>94.98948123673074</c:v>
                </c:pt>
                <c:pt idx="1312">
                  <c:v>94.252848907656514</c:v>
                </c:pt>
                <c:pt idx="1313">
                  <c:v>96.66708852864339</c:v>
                </c:pt>
                <c:pt idx="1314">
                  <c:v>95.468091416348301</c:v>
                </c:pt>
                <c:pt idx="1315">
                  <c:v>96.344778127157298</c:v>
                </c:pt>
                <c:pt idx="1316">
                  <c:v>94.403600922287097</c:v>
                </c:pt>
                <c:pt idx="1317">
                  <c:v>93.674110068343197</c:v>
                </c:pt>
                <c:pt idx="1318">
                  <c:v>92.177289665301373</c:v>
                </c:pt>
                <c:pt idx="1319">
                  <c:v>93.425793694921822</c:v>
                </c:pt>
                <c:pt idx="1320">
                  <c:v>91.819455947832964</c:v>
                </c:pt>
                <c:pt idx="1321">
                  <c:v>92.145754529820891</c:v>
                </c:pt>
                <c:pt idx="1322">
                  <c:v>90.962140236402377</c:v>
                </c:pt>
                <c:pt idx="1323">
                  <c:v>90.72494496824234</c:v>
                </c:pt>
                <c:pt idx="1324">
                  <c:v>89.205125962290765</c:v>
                </c:pt>
                <c:pt idx="1325">
                  <c:v>90.581413334912924</c:v>
                </c:pt>
                <c:pt idx="1326">
                  <c:v>89.095004130557115</c:v>
                </c:pt>
                <c:pt idx="1327">
                  <c:v>88.06683272031222</c:v>
                </c:pt>
                <c:pt idx="1328">
                  <c:v>88.206079672101424</c:v>
                </c:pt>
                <c:pt idx="1329">
                  <c:v>87.257625222159021</c:v>
                </c:pt>
                <c:pt idx="1330">
                  <c:v>88.702778404765027</c:v>
                </c:pt>
                <c:pt idx="1331">
                  <c:v>90.1928970589736</c:v>
                </c:pt>
                <c:pt idx="1332">
                  <c:v>91.460056558249875</c:v>
                </c:pt>
                <c:pt idx="1333">
                  <c:v>91.085152630608732</c:v>
                </c:pt>
                <c:pt idx="1334">
                  <c:v>91.642825384166159</c:v>
                </c:pt>
                <c:pt idx="1335">
                  <c:v>87.337416498387867</c:v>
                </c:pt>
                <c:pt idx="1336">
                  <c:v>90.426318163987219</c:v>
                </c:pt>
                <c:pt idx="1337">
                  <c:v>90.42426776504189</c:v>
                </c:pt>
                <c:pt idx="1338">
                  <c:v>91.132737725822665</c:v>
                </c:pt>
                <c:pt idx="1339">
                  <c:v>90.994209778322542</c:v>
                </c:pt>
                <c:pt idx="1340">
                  <c:v>90.624986320608258</c:v>
                </c:pt>
                <c:pt idx="1341">
                  <c:v>90.393805581140384</c:v>
                </c:pt>
                <c:pt idx="1342">
                  <c:v>90.198648115025478</c:v>
                </c:pt>
                <c:pt idx="1343">
                  <c:v>91.868806667577005</c:v>
                </c:pt>
                <c:pt idx="1344">
                  <c:v>93.201155939083961</c:v>
                </c:pt>
                <c:pt idx="1345">
                  <c:v>91.273226738732035</c:v>
                </c:pt>
                <c:pt idx="1346">
                  <c:v>92.575818812780298</c:v>
                </c:pt>
                <c:pt idx="1347">
                  <c:v>92.873128295504969</c:v>
                </c:pt>
                <c:pt idx="1348">
                  <c:v>95.090539768933496</c:v>
                </c:pt>
                <c:pt idx="1349">
                  <c:v>95.249882639550449</c:v>
                </c:pt>
                <c:pt idx="1350">
                  <c:v>97.217465856180567</c:v>
                </c:pt>
                <c:pt idx="1351">
                  <c:v>98.777160270325169</c:v>
                </c:pt>
                <c:pt idx="1352">
                  <c:v>97.61362305377672</c:v>
                </c:pt>
                <c:pt idx="1353">
                  <c:v>98.131801420586612</c:v>
                </c:pt>
                <c:pt idx="1354">
                  <c:v>97.999009254890467</c:v>
                </c:pt>
                <c:pt idx="1355">
                  <c:v>97.513253242235606</c:v>
                </c:pt>
                <c:pt idx="1356">
                  <c:v>98.320152166921034</c:v>
                </c:pt>
                <c:pt idx="1357">
                  <c:v>99.039388165730387</c:v>
                </c:pt>
                <c:pt idx="1358">
                  <c:v>99.591014953987653</c:v>
                </c:pt>
                <c:pt idx="1359">
                  <c:v>100.74388630958178</c:v>
                </c:pt>
                <c:pt idx="1360">
                  <c:v>96.743754279411377</c:v>
                </c:pt>
                <c:pt idx="1361">
                  <c:v>98.574592340597079</c:v>
                </c:pt>
                <c:pt idx="1362">
                  <c:v>100.26480061855288</c:v>
                </c:pt>
                <c:pt idx="1363">
                  <c:v>101.48889874697574</c:v>
                </c:pt>
                <c:pt idx="1364">
                  <c:v>101.21687694065955</c:v>
                </c:pt>
                <c:pt idx="1365">
                  <c:v>100.97748202729746</c:v>
                </c:pt>
                <c:pt idx="1366">
                  <c:v>100.82024398896441</c:v>
                </c:pt>
                <c:pt idx="1367">
                  <c:v>101.54353896529648</c:v>
                </c:pt>
                <c:pt idx="1368">
                  <c:v>102.22005562522446</c:v>
                </c:pt>
                <c:pt idx="1369">
                  <c:v>104.51761266621497</c:v>
                </c:pt>
                <c:pt idx="1370">
                  <c:v>104.51013046991946</c:v>
                </c:pt>
                <c:pt idx="1371">
                  <c:v>104.08385559458742</c:v>
                </c:pt>
                <c:pt idx="1372">
                  <c:v>103.63736400089935</c:v>
                </c:pt>
                <c:pt idx="1373">
                  <c:v>105.02080523942831</c:v>
                </c:pt>
                <c:pt idx="1374">
                  <c:v>105.96641740243179</c:v>
                </c:pt>
                <c:pt idx="1375">
                  <c:v>104.75396193030758</c:v>
                </c:pt>
                <c:pt idx="1376">
                  <c:v>104.09704054045685</c:v>
                </c:pt>
                <c:pt idx="1377">
                  <c:v>105.01551739543038</c:v>
                </c:pt>
                <c:pt idx="1378">
                  <c:v>103.4221458982188</c:v>
                </c:pt>
                <c:pt idx="1379">
                  <c:v>100.5553238275822</c:v>
                </c:pt>
                <c:pt idx="1380">
                  <c:v>102.02642484210685</c:v>
                </c:pt>
                <c:pt idx="1381">
                  <c:v>102.22368097667582</c:v>
                </c:pt>
                <c:pt idx="1382">
                  <c:v>100.9724624351263</c:v>
                </c:pt>
                <c:pt idx="1383">
                  <c:v>99.651328280049356</c:v>
                </c:pt>
                <c:pt idx="1384">
                  <c:v>101.50728503011982</c:v>
                </c:pt>
                <c:pt idx="1385">
                  <c:v>99.584765969462879</c:v>
                </c:pt>
                <c:pt idx="1386">
                  <c:v>98.450422729790191</c:v>
                </c:pt>
                <c:pt idx="1387">
                  <c:v>96.810937024708096</c:v>
                </c:pt>
                <c:pt idx="1388">
                  <c:v>96.192036697175283</c:v>
                </c:pt>
                <c:pt idx="1389">
                  <c:v>101.09497410257309</c:v>
                </c:pt>
                <c:pt idx="1390">
                  <c:v>101.38663659391797</c:v>
                </c:pt>
                <c:pt idx="1391">
                  <c:v>103.09417294442709</c:v>
                </c:pt>
                <c:pt idx="1392">
                  <c:v>103.30763484509231</c:v>
                </c:pt>
                <c:pt idx="1393">
                  <c:v>102.01122320974875</c:v>
                </c:pt>
                <c:pt idx="1394">
                  <c:v>102.80962963445776</c:v>
                </c:pt>
                <c:pt idx="1395">
                  <c:v>103.09989338015457</c:v>
                </c:pt>
                <c:pt idx="1396">
                  <c:v>101.91962225855535</c:v>
                </c:pt>
                <c:pt idx="1397">
                  <c:v>101.59558709090305</c:v>
                </c:pt>
                <c:pt idx="1398">
                  <c:v>102.1755876582706</c:v>
                </c:pt>
                <c:pt idx="1399">
                  <c:v>100.26443565591993</c:v>
                </c:pt>
                <c:pt idx="1400">
                  <c:v>99.87337428166235</c:v>
                </c:pt>
                <c:pt idx="1401">
                  <c:v>98.51619745199902</c:v>
                </c:pt>
                <c:pt idx="1402">
                  <c:v>96.48798538164236</c:v>
                </c:pt>
                <c:pt idx="1403">
                  <c:v>96.459827506640892</c:v>
                </c:pt>
                <c:pt idx="1404">
                  <c:v>96.615400714300364</c:v>
                </c:pt>
                <c:pt idx="1405">
                  <c:v>94.767682480747297</c:v>
                </c:pt>
                <c:pt idx="1406">
                  <c:v>95.744080964979162</c:v>
                </c:pt>
                <c:pt idx="1407">
                  <c:v>96.973347637263558</c:v>
                </c:pt>
                <c:pt idx="1408">
                  <c:v>98.322235289647352</c:v>
                </c:pt>
                <c:pt idx="1409">
                  <c:v>98.578106018348194</c:v>
                </c:pt>
                <c:pt idx="1410">
                  <c:v>97.249461838820238</c:v>
                </c:pt>
                <c:pt idx="1411">
                  <c:v>97.297354180696018</c:v>
                </c:pt>
                <c:pt idx="1412">
                  <c:v>96.301994255678721</c:v>
                </c:pt>
                <c:pt idx="1413">
                  <c:v>97.91924044446931</c:v>
                </c:pt>
                <c:pt idx="1414">
                  <c:v>97.278856143576462</c:v>
                </c:pt>
                <c:pt idx="1415">
                  <c:v>95.970194580913841</c:v>
                </c:pt>
                <c:pt idx="1416">
                  <c:v>96.180758335989637</c:v>
                </c:pt>
                <c:pt idx="1417">
                  <c:v>94.257705058967318</c:v>
                </c:pt>
                <c:pt idx="1418">
                  <c:v>93.367082411518936</c:v>
                </c:pt>
                <c:pt idx="1419">
                  <c:v>95.017969952335733</c:v>
                </c:pt>
                <c:pt idx="1420">
                  <c:v>95.582015032549137</c:v>
                </c:pt>
                <c:pt idx="1421">
                  <c:v>95.177199023334353</c:v>
                </c:pt>
                <c:pt idx="1422">
                  <c:v>94.441743238629542</c:v>
                </c:pt>
                <c:pt idx="1423">
                  <c:v>95.242109811498452</c:v>
                </c:pt>
                <c:pt idx="1424">
                  <c:v>96.982044087072438</c:v>
                </c:pt>
                <c:pt idx="1425">
                  <c:v>96.89089848614492</c:v>
                </c:pt>
                <c:pt idx="1426">
                  <c:v>97.715954391361805</c:v>
                </c:pt>
                <c:pt idx="1427">
                  <c:v>97.450951481505868</c:v>
                </c:pt>
                <c:pt idx="1428">
                  <c:v>99.327492931369505</c:v>
                </c:pt>
                <c:pt idx="1429">
                  <c:v>98.409638639291629</c:v>
                </c:pt>
                <c:pt idx="1430">
                  <c:v>100.69923756169521</c:v>
                </c:pt>
                <c:pt idx="1431">
                  <c:v>100.48986891275396</c:v>
                </c:pt>
                <c:pt idx="1432">
                  <c:v>100.26016611657089</c:v>
                </c:pt>
                <c:pt idx="1433">
                  <c:v>103.00326347983861</c:v>
                </c:pt>
                <c:pt idx="1434">
                  <c:v>102.72810262319365</c:v>
                </c:pt>
                <c:pt idx="1435">
                  <c:v>104.26646778619673</c:v>
                </c:pt>
                <c:pt idx="1436">
                  <c:v>103.6019288625894</c:v>
                </c:pt>
                <c:pt idx="1437">
                  <c:v>103.17924624128123</c:v>
                </c:pt>
                <c:pt idx="1438">
                  <c:v>103.36577378703386</c:v>
                </c:pt>
                <c:pt idx="1439">
                  <c:v>104.20807291360688</c:v>
                </c:pt>
                <c:pt idx="1440">
                  <c:v>105.5935203621148</c:v>
                </c:pt>
                <c:pt idx="1441">
                  <c:v>105.66741404594312</c:v>
                </c:pt>
                <c:pt idx="1442">
                  <c:v>108.10993753367306</c:v>
                </c:pt>
                <c:pt idx="1443">
                  <c:v>107.89723833733505</c:v>
                </c:pt>
                <c:pt idx="1444">
                  <c:v>108.17928100207369</c:v>
                </c:pt>
                <c:pt idx="1445">
                  <c:v>111.70808554909169</c:v>
                </c:pt>
                <c:pt idx="1446">
                  <c:v>111.13477160910057</c:v>
                </c:pt>
                <c:pt idx="1447">
                  <c:v>111.1415813254772</c:v>
                </c:pt>
                <c:pt idx="1448">
                  <c:v>109.82276587658831</c:v>
                </c:pt>
                <c:pt idx="1449">
                  <c:v>109.80498033202807</c:v>
                </c:pt>
                <c:pt idx="1450">
                  <c:v>109.90728519099545</c:v>
                </c:pt>
                <c:pt idx="1451">
                  <c:v>111.35384046088444</c:v>
                </c:pt>
                <c:pt idx="1452">
                  <c:v>110.87842306085265</c:v>
                </c:pt>
                <c:pt idx="1453">
                  <c:v>111.20712361804087</c:v>
                </c:pt>
                <c:pt idx="1454">
                  <c:v>111.72717465540943</c:v>
                </c:pt>
                <c:pt idx="1455">
                  <c:v>112.3097876536862</c:v>
                </c:pt>
                <c:pt idx="1456">
                  <c:v>112.60590397729884</c:v>
                </c:pt>
                <c:pt idx="1457">
                  <c:v>111.06633821940433</c:v>
                </c:pt>
                <c:pt idx="1458">
                  <c:v>112.00410633442523</c:v>
                </c:pt>
                <c:pt idx="1459">
                  <c:v>112.10524805257182</c:v>
                </c:pt>
                <c:pt idx="1460">
                  <c:v>112.17900557759879</c:v>
                </c:pt>
                <c:pt idx="1461">
                  <c:v>112.01847120494718</c:v>
                </c:pt>
                <c:pt idx="1462">
                  <c:v>112.05912837045368</c:v>
                </c:pt>
                <c:pt idx="1463">
                  <c:v>112.13509416986415</c:v>
                </c:pt>
                <c:pt idx="1464">
                  <c:v>113.04678192833767</c:v>
                </c:pt>
                <c:pt idx="1465">
                  <c:v>113.79638691077578</c:v>
                </c:pt>
                <c:pt idx="1466">
                  <c:v>115.00621792573388</c:v>
                </c:pt>
                <c:pt idx="1467">
                  <c:v>114.56976858348018</c:v>
                </c:pt>
                <c:pt idx="1468">
                  <c:v>113.42798958708997</c:v>
                </c:pt>
                <c:pt idx="1469">
                  <c:v>112.43711832588905</c:v>
                </c:pt>
                <c:pt idx="1470">
                  <c:v>110.83156264503205</c:v>
                </c:pt>
                <c:pt idx="1471">
                  <c:v>109.81479710910482</c:v>
                </c:pt>
                <c:pt idx="1472">
                  <c:v>110.21256601207597</c:v>
                </c:pt>
                <c:pt idx="1473">
                  <c:v>110.33995798321388</c:v>
                </c:pt>
                <c:pt idx="1474">
                  <c:v>109.3779732910982</c:v>
                </c:pt>
                <c:pt idx="1475">
                  <c:v>109.18889904575093</c:v>
                </c:pt>
                <c:pt idx="1476">
                  <c:v>110.0682974307565</c:v>
                </c:pt>
                <c:pt idx="1477">
                  <c:v>111.42580557073343</c:v>
                </c:pt>
                <c:pt idx="1478">
                  <c:v>112.04770289057112</c:v>
                </c:pt>
                <c:pt idx="1479">
                  <c:v>111.68952929242046</c:v>
                </c:pt>
                <c:pt idx="1480">
                  <c:v>112.65820340837175</c:v>
                </c:pt>
                <c:pt idx="1481">
                  <c:v>113.33840623664602</c:v>
                </c:pt>
                <c:pt idx="1482">
                  <c:v>113.3294356718236</c:v>
                </c:pt>
                <c:pt idx="1483">
                  <c:v>112.48021983476195</c:v>
                </c:pt>
                <c:pt idx="1484">
                  <c:v>112.21486770156913</c:v>
                </c:pt>
                <c:pt idx="1485">
                  <c:v>110.85512778771368</c:v>
                </c:pt>
                <c:pt idx="1486">
                  <c:v>111.64095989516565</c:v>
                </c:pt>
                <c:pt idx="1487">
                  <c:v>112.00234181217922</c:v>
                </c:pt>
                <c:pt idx="1488">
                  <c:v>112.65301301377205</c:v>
                </c:pt>
                <c:pt idx="1489">
                  <c:v>112.89391577399718</c:v>
                </c:pt>
                <c:pt idx="1490">
                  <c:v>112.66485891075278</c:v>
                </c:pt>
                <c:pt idx="1491">
                  <c:v>113.81041731131613</c:v>
                </c:pt>
                <c:pt idx="1492">
                  <c:v>113.82668240176024</c:v>
                </c:pt>
                <c:pt idx="1493">
                  <c:v>112.24285639137464</c:v>
                </c:pt>
                <c:pt idx="1494">
                  <c:v>113.73564464626767</c:v>
                </c:pt>
                <c:pt idx="1495">
                  <c:v>113.821584679922</c:v>
                </c:pt>
                <c:pt idx="1496">
                  <c:v>114.19961812853141</c:v>
                </c:pt>
                <c:pt idx="1497">
                  <c:v>109.32049211880205</c:v>
                </c:pt>
                <c:pt idx="1498">
                  <c:v>108.8723550191839</c:v>
                </c:pt>
                <c:pt idx="1499">
                  <c:v>108.7493957967654</c:v>
                </c:pt>
                <c:pt idx="1500">
                  <c:v>112.89776954759682</c:v>
                </c:pt>
                <c:pt idx="1501">
                  <c:v>114.412065161472</c:v>
                </c:pt>
                <c:pt idx="1502">
                  <c:v>114.21929257886509</c:v>
                </c:pt>
                <c:pt idx="1503">
                  <c:v>113.92894868219051</c:v>
                </c:pt>
                <c:pt idx="1504">
                  <c:v>113.55733085649165</c:v>
                </c:pt>
                <c:pt idx="1505">
                  <c:v>113.62494051195098</c:v>
                </c:pt>
                <c:pt idx="1506">
                  <c:v>113.14312647295449</c:v>
                </c:pt>
                <c:pt idx="1507">
                  <c:v>111.42815104638528</c:v>
                </c:pt>
                <c:pt idx="1508">
                  <c:v>110.412053948443</c:v>
                </c:pt>
                <c:pt idx="1509">
                  <c:v>109.73290414153321</c:v>
                </c:pt>
                <c:pt idx="1510">
                  <c:v>109.0795391502036</c:v>
                </c:pt>
                <c:pt idx="1511">
                  <c:v>109.6719806874702</c:v>
                </c:pt>
                <c:pt idx="1512">
                  <c:v>109.90243344695554</c:v>
                </c:pt>
                <c:pt idx="1513">
                  <c:v>106.90602197309509</c:v>
                </c:pt>
                <c:pt idx="1514">
                  <c:v>107.04087872300434</c:v>
                </c:pt>
                <c:pt idx="1515">
                  <c:v>108.6143968028065</c:v>
                </c:pt>
                <c:pt idx="1516">
                  <c:v>108.02281368634247</c:v>
                </c:pt>
                <c:pt idx="1517">
                  <c:v>112.29125469623531</c:v>
                </c:pt>
                <c:pt idx="1518">
                  <c:v>113.89953885780078</c:v>
                </c:pt>
                <c:pt idx="1519">
                  <c:v>115.00235565145672</c:v>
                </c:pt>
                <c:pt idx="1520">
                  <c:v>115.21830571238539</c:v>
                </c:pt>
                <c:pt idx="1521">
                  <c:v>115.18569446929855</c:v>
                </c:pt>
                <c:pt idx="1522">
                  <c:v>113.93274174904816</c:v>
                </c:pt>
                <c:pt idx="1523">
                  <c:v>113.06107487688047</c:v>
                </c:pt>
                <c:pt idx="1524">
                  <c:v>112.8501960350021</c:v>
                </c:pt>
                <c:pt idx="1525">
                  <c:v>113.22190468881577</c:v>
                </c:pt>
                <c:pt idx="1526">
                  <c:v>113.59264281678176</c:v>
                </c:pt>
                <c:pt idx="1527">
                  <c:v>114.12201775245798</c:v>
                </c:pt>
                <c:pt idx="1528">
                  <c:v>114.52241390044946</c:v>
                </c:pt>
                <c:pt idx="1529">
                  <c:v>113.35099742880396</c:v>
                </c:pt>
                <c:pt idx="1530">
                  <c:v>112.7106489570731</c:v>
                </c:pt>
                <c:pt idx="1531">
                  <c:v>113.19165186513248</c:v>
                </c:pt>
                <c:pt idx="1532">
                  <c:v>112.52232387255934</c:v>
                </c:pt>
                <c:pt idx="1533">
                  <c:v>111.53501821752121</c:v>
                </c:pt>
                <c:pt idx="1534">
                  <c:v>111.47402749340895</c:v>
                </c:pt>
                <c:pt idx="1535">
                  <c:v>112.73139811968871</c:v>
                </c:pt>
                <c:pt idx="1536">
                  <c:v>113.05738463731021</c:v>
                </c:pt>
                <c:pt idx="1537">
                  <c:v>113.98987022547435</c:v>
                </c:pt>
                <c:pt idx="1538">
                  <c:v>115.77966436793669</c:v>
                </c:pt>
                <c:pt idx="1539">
                  <c:v>114.75522962732694</c:v>
                </c:pt>
                <c:pt idx="1540">
                  <c:v>112.45527385812547</c:v>
                </c:pt>
                <c:pt idx="1541">
                  <c:v>112.88464135872916</c:v>
                </c:pt>
                <c:pt idx="1542">
                  <c:v>112.31718586730324</c:v>
                </c:pt>
                <c:pt idx="1543">
                  <c:v>113.09525329082665</c:v>
                </c:pt>
                <c:pt idx="1544">
                  <c:v>112.67897183762615</c:v>
                </c:pt>
                <c:pt idx="1545">
                  <c:v>112.89299983948041</c:v>
                </c:pt>
                <c:pt idx="1546">
                  <c:v>113.50299384561379</c:v>
                </c:pt>
                <c:pt idx="1547">
                  <c:v>112.4386282474714</c:v>
                </c:pt>
                <c:pt idx="1548">
                  <c:v>110.79150732497946</c:v>
                </c:pt>
                <c:pt idx="1549">
                  <c:v>109.62307735299478</c:v>
                </c:pt>
                <c:pt idx="1550">
                  <c:v>109.98675758798881</c:v>
                </c:pt>
                <c:pt idx="1551">
                  <c:v>108.24771804306066</c:v>
                </c:pt>
                <c:pt idx="1552">
                  <c:v>107.92991145389273</c:v>
                </c:pt>
                <c:pt idx="1553">
                  <c:v>106.88158517356896</c:v>
                </c:pt>
                <c:pt idx="1554">
                  <c:v>107.69897376257376</c:v>
                </c:pt>
                <c:pt idx="1555">
                  <c:v>108.80934767727295</c:v>
                </c:pt>
                <c:pt idx="1556">
                  <c:v>108.61755405840813</c:v>
                </c:pt>
                <c:pt idx="1557">
                  <c:v>108.08264612505113</c:v>
                </c:pt>
                <c:pt idx="1558">
                  <c:v>108.54880472638395</c:v>
                </c:pt>
                <c:pt idx="1559">
                  <c:v>108.46011556980343</c:v>
                </c:pt>
                <c:pt idx="1560">
                  <c:v>108.95668349765327</c:v>
                </c:pt>
                <c:pt idx="1561">
                  <c:v>108.84917209192979</c:v>
                </c:pt>
                <c:pt idx="1562">
                  <c:v>106.88983092024704</c:v>
                </c:pt>
                <c:pt idx="1563">
                  <c:v>107.34066676003977</c:v>
                </c:pt>
                <c:pt idx="1564">
                  <c:v>106.28461010176486</c:v>
                </c:pt>
                <c:pt idx="1565">
                  <c:v>105.5005984662844</c:v>
                </c:pt>
                <c:pt idx="1566">
                  <c:v>103.33506273373716</c:v>
                </c:pt>
                <c:pt idx="1567">
                  <c:v>105.07303522955111</c:v>
                </c:pt>
                <c:pt idx="1568">
                  <c:v>104.572895270579</c:v>
                </c:pt>
                <c:pt idx="1569">
                  <c:v>105.80829376931182</c:v>
                </c:pt>
                <c:pt idx="1570">
                  <c:v>107.60679688678526</c:v>
                </c:pt>
                <c:pt idx="1571">
                  <c:v>105.47951600176989</c:v>
                </c:pt>
                <c:pt idx="1572">
                  <c:v>105.5912332827096</c:v>
                </c:pt>
                <c:pt idx="1573">
                  <c:v>104.89876347813652</c:v>
                </c:pt>
                <c:pt idx="1574">
                  <c:v>104.04227281310041</c:v>
                </c:pt>
                <c:pt idx="1575">
                  <c:v>101.67123751714387</c:v>
                </c:pt>
                <c:pt idx="1576">
                  <c:v>101.92071588401937</c:v>
                </c:pt>
                <c:pt idx="1577">
                  <c:v>103.29252869769573</c:v>
                </c:pt>
                <c:pt idx="1578">
                  <c:v>103.37659682990878</c:v>
                </c:pt>
                <c:pt idx="1579">
                  <c:v>103.05140012992943</c:v>
                </c:pt>
                <c:pt idx="1580">
                  <c:v>102.95023484916288</c:v>
                </c:pt>
                <c:pt idx="1581">
                  <c:v>103.79991225197632</c:v>
                </c:pt>
                <c:pt idx="1582">
                  <c:v>103.31172182649523</c:v>
                </c:pt>
                <c:pt idx="1583">
                  <c:v>101.93062581105494</c:v>
                </c:pt>
                <c:pt idx="1584">
                  <c:v>100.79565666836142</c:v>
                </c:pt>
                <c:pt idx="1585">
                  <c:v>100.69019902436905</c:v>
                </c:pt>
                <c:pt idx="1586">
                  <c:v>104.0005975588281</c:v>
                </c:pt>
                <c:pt idx="1587">
                  <c:v>103.56725213988645</c:v>
                </c:pt>
                <c:pt idx="1588">
                  <c:v>105.24766511076913</c:v>
                </c:pt>
                <c:pt idx="1589">
                  <c:v>106.21491972169294</c:v>
                </c:pt>
                <c:pt idx="1590">
                  <c:v>108.03236042912317</c:v>
                </c:pt>
                <c:pt idx="1591">
                  <c:v>108.51291708502659</c:v>
                </c:pt>
                <c:pt idx="1592">
                  <c:v>109.18462167594589</c:v>
                </c:pt>
                <c:pt idx="1593">
                  <c:v>110.54996264735225</c:v>
                </c:pt>
                <c:pt idx="1594">
                  <c:v>109.26345411799379</c:v>
                </c:pt>
                <c:pt idx="1595">
                  <c:v>109.07418031794766</c:v>
                </c:pt>
                <c:pt idx="1596">
                  <c:v>108.45605802222825</c:v>
                </c:pt>
                <c:pt idx="1597">
                  <c:v>108.24490590347703</c:v>
                </c:pt>
                <c:pt idx="1598">
                  <c:v>108.44375490764823</c:v>
                </c:pt>
                <c:pt idx="1599">
                  <c:v>108.74590428685234</c:v>
                </c:pt>
                <c:pt idx="1600">
                  <c:v>108.48938357221822</c:v>
                </c:pt>
                <c:pt idx="1601">
                  <c:v>110.28708820639592</c:v>
                </c:pt>
                <c:pt idx="1602">
                  <c:v>109.33668724797334</c:v>
                </c:pt>
                <c:pt idx="1603">
                  <c:v>108.54039523642101</c:v>
                </c:pt>
                <c:pt idx="1604">
                  <c:v>106.82330220425668</c:v>
                </c:pt>
                <c:pt idx="1605">
                  <c:v>106.44393199604447</c:v>
                </c:pt>
                <c:pt idx="1606">
                  <c:v>105.00066612805877</c:v>
                </c:pt>
                <c:pt idx="1607">
                  <c:v>103.10830242426503</c:v>
                </c:pt>
                <c:pt idx="1608">
                  <c:v>101.14467286238967</c:v>
                </c:pt>
                <c:pt idx="1609">
                  <c:v>99.182541090165358</c:v>
                </c:pt>
                <c:pt idx="1610">
                  <c:v>100.52152903731935</c:v>
                </c:pt>
                <c:pt idx="1611">
                  <c:v>102.02380112593201</c:v>
                </c:pt>
                <c:pt idx="1612">
                  <c:v>104.94044248258164</c:v>
                </c:pt>
                <c:pt idx="1613">
                  <c:v>105.80275094048184</c:v>
                </c:pt>
                <c:pt idx="1614">
                  <c:v>105.56742391889875</c:v>
                </c:pt>
                <c:pt idx="1615">
                  <c:v>105.46689344902236</c:v>
                </c:pt>
                <c:pt idx="1616">
                  <c:v>104.4601160590823</c:v>
                </c:pt>
                <c:pt idx="1617">
                  <c:v>105.25557433610319</c:v>
                </c:pt>
                <c:pt idx="1618">
                  <c:v>105.41989229461704</c:v>
                </c:pt>
                <c:pt idx="1619">
                  <c:v>104.0445534837642</c:v>
                </c:pt>
                <c:pt idx="1620">
                  <c:v>101.78755007842041</c:v>
                </c:pt>
                <c:pt idx="1621">
                  <c:v>102.44591272906521</c:v>
                </c:pt>
                <c:pt idx="1622">
                  <c:v>103.7638990608508</c:v>
                </c:pt>
                <c:pt idx="1623">
                  <c:v>102.97853367691147</c:v>
                </c:pt>
                <c:pt idx="1624">
                  <c:v>102.30897435110953</c:v>
                </c:pt>
                <c:pt idx="1625">
                  <c:v>100.92330150335549</c:v>
                </c:pt>
                <c:pt idx="1626">
                  <c:v>100.39545205603802</c:v>
                </c:pt>
                <c:pt idx="1627">
                  <c:v>100.91216496419997</c:v>
                </c:pt>
                <c:pt idx="1628">
                  <c:v>96.388182839918102</c:v>
                </c:pt>
                <c:pt idx="1629">
                  <c:v>99.435743436355267</c:v>
                </c:pt>
                <c:pt idx="1630">
                  <c:v>97.251719976687241</c:v>
                </c:pt>
                <c:pt idx="1631">
                  <c:v>96.912079817673785</c:v>
                </c:pt>
                <c:pt idx="1632">
                  <c:v>96.053325700803924</c:v>
                </c:pt>
                <c:pt idx="1633">
                  <c:v>94.653165767876445</c:v>
                </c:pt>
                <c:pt idx="1634">
                  <c:v>96.954530861399874</c:v>
                </c:pt>
                <c:pt idx="1635">
                  <c:v>98.604830394630085</c:v>
                </c:pt>
                <c:pt idx="1636">
                  <c:v>99.700029166298165</c:v>
                </c:pt>
                <c:pt idx="1637">
                  <c:v>101.72709439076564</c:v>
                </c:pt>
                <c:pt idx="1638">
                  <c:v>101.14094536797167</c:v>
                </c:pt>
                <c:pt idx="1639">
                  <c:v>101.04985486105001</c:v>
                </c:pt>
                <c:pt idx="1640">
                  <c:v>101.65773889310205</c:v>
                </c:pt>
                <c:pt idx="1641">
                  <c:v>103.5784835531952</c:v>
                </c:pt>
                <c:pt idx="1642">
                  <c:v>102.66792780103698</c:v>
                </c:pt>
                <c:pt idx="1643">
                  <c:v>103.35901616210464</c:v>
                </c:pt>
                <c:pt idx="1644">
                  <c:v>104.32881381743074</c:v>
                </c:pt>
                <c:pt idx="1645">
                  <c:v>103.65627505343753</c:v>
                </c:pt>
                <c:pt idx="1646">
                  <c:v>103.20817624648998</c:v>
                </c:pt>
                <c:pt idx="1647">
                  <c:v>105.19130808402518</c:v>
                </c:pt>
                <c:pt idx="1648">
                  <c:v>105.2787001230672</c:v>
                </c:pt>
                <c:pt idx="1649">
                  <c:v>103.9878812941155</c:v>
                </c:pt>
                <c:pt idx="1650">
                  <c:v>103.95572874986055</c:v>
                </c:pt>
                <c:pt idx="1651">
                  <c:v>105.55832757708191</c:v>
                </c:pt>
                <c:pt idx="1652">
                  <c:v>105.6088402486123</c:v>
                </c:pt>
                <c:pt idx="1653">
                  <c:v>105.76128690443365</c:v>
                </c:pt>
                <c:pt idx="1654">
                  <c:v>105.97242202805542</c:v>
                </c:pt>
                <c:pt idx="1655">
                  <c:v>105.7133165324628</c:v>
                </c:pt>
                <c:pt idx="1656">
                  <c:v>104.79442853013056</c:v>
                </c:pt>
                <c:pt idx="1657">
                  <c:v>104.854214666351</c:v>
                </c:pt>
                <c:pt idx="1658">
                  <c:v>104.22847782464336</c:v>
                </c:pt>
                <c:pt idx="1659">
                  <c:v>105.24559453482343</c:v>
                </c:pt>
                <c:pt idx="1660">
                  <c:v>103.1700366858332</c:v>
                </c:pt>
                <c:pt idx="1661">
                  <c:v>100.55524073757844</c:v>
                </c:pt>
                <c:pt idx="1662">
                  <c:v>101.90243898518726</c:v>
                </c:pt>
                <c:pt idx="1663">
                  <c:v>101.14503507547118</c:v>
                </c:pt>
                <c:pt idx="1664">
                  <c:v>102.10060273359075</c:v>
                </c:pt>
                <c:pt idx="1665">
                  <c:v>102.22754490065734</c:v>
                </c:pt>
                <c:pt idx="1666">
                  <c:v>102.19386487552401</c:v>
                </c:pt>
                <c:pt idx="1667">
                  <c:v>99.461174835995905</c:v>
                </c:pt>
                <c:pt idx="1668">
                  <c:v>99.212989720812516</c:v>
                </c:pt>
                <c:pt idx="1669">
                  <c:v>96.943541755803452</c:v>
                </c:pt>
                <c:pt idx="1670">
                  <c:v>94.498207492516528</c:v>
                </c:pt>
                <c:pt idx="1671">
                  <c:v>94.317495229103216</c:v>
                </c:pt>
                <c:pt idx="1672">
                  <c:v>92.928971013020686</c:v>
                </c:pt>
                <c:pt idx="1673">
                  <c:v>94.746550239864419</c:v>
                </c:pt>
                <c:pt idx="1674">
                  <c:v>94.587132670475526</c:v>
                </c:pt>
                <c:pt idx="1675">
                  <c:v>95.254835643079375</c:v>
                </c:pt>
                <c:pt idx="1676">
                  <c:v>96.366672337156047</c:v>
                </c:pt>
                <c:pt idx="1677">
                  <c:v>94.111185732778381</c:v>
                </c:pt>
                <c:pt idx="1678">
                  <c:v>96.402268900634041</c:v>
                </c:pt>
                <c:pt idx="1679">
                  <c:v>94.867868060617838</c:v>
                </c:pt>
                <c:pt idx="1680">
                  <c:v>93.910464046196566</c:v>
                </c:pt>
                <c:pt idx="1681">
                  <c:v>93.876378489906415</c:v>
                </c:pt>
                <c:pt idx="1682">
                  <c:v>94.676775404792764</c:v>
                </c:pt>
                <c:pt idx="1683">
                  <c:v>94.685742459160423</c:v>
                </c:pt>
                <c:pt idx="1684">
                  <c:v>94.18137471893499</c:v>
                </c:pt>
                <c:pt idx="1685">
                  <c:v>93.111008003044503</c:v>
                </c:pt>
                <c:pt idx="1686">
                  <c:v>93.494794662035986</c:v>
                </c:pt>
                <c:pt idx="1687">
                  <c:v>92.87163775856115</c:v>
                </c:pt>
                <c:pt idx="1688">
                  <c:v>92.737178272044147</c:v>
                </c:pt>
                <c:pt idx="1689">
                  <c:v>91.683918245219701</c:v>
                </c:pt>
                <c:pt idx="1690">
                  <c:v>91.967271108398052</c:v>
                </c:pt>
                <c:pt idx="1691">
                  <c:v>92.999004349567812</c:v>
                </c:pt>
                <c:pt idx="1692">
                  <c:v>92.587525264623224</c:v>
                </c:pt>
                <c:pt idx="1693">
                  <c:v>90.540184381057628</c:v>
                </c:pt>
                <c:pt idx="1694">
                  <c:v>90.902621560009962</c:v>
                </c:pt>
                <c:pt idx="1695">
                  <c:v>91.134976650618583</c:v>
                </c:pt>
                <c:pt idx="1696">
                  <c:v>89.67536596198633</c:v>
                </c:pt>
                <c:pt idx="1697">
                  <c:v>87.721787370343876</c:v>
                </c:pt>
                <c:pt idx="1698">
                  <c:v>88.04840452434118</c:v>
                </c:pt>
                <c:pt idx="1699">
                  <c:v>89.911245668124366</c:v>
                </c:pt>
                <c:pt idx="1700">
                  <c:v>88.585102068311713</c:v>
                </c:pt>
                <c:pt idx="1701">
                  <c:v>89.918237326565233</c:v>
                </c:pt>
                <c:pt idx="1702">
                  <c:v>90.223424669033875</c:v>
                </c:pt>
                <c:pt idx="1703">
                  <c:v>90.591402703461384</c:v>
                </c:pt>
                <c:pt idx="1704">
                  <c:v>90.070641884713837</c:v>
                </c:pt>
                <c:pt idx="1705">
                  <c:v>89.769158435189667</c:v>
                </c:pt>
                <c:pt idx="1706">
                  <c:v>89.384736616542241</c:v>
                </c:pt>
                <c:pt idx="1707">
                  <c:v>89.958178149231145</c:v>
                </c:pt>
                <c:pt idx="1708">
                  <c:v>89.644888406473925</c:v>
                </c:pt>
                <c:pt idx="1709">
                  <c:v>89.775947589394718</c:v>
                </c:pt>
                <c:pt idx="1710">
                  <c:v>90.20216038160109</c:v>
                </c:pt>
                <c:pt idx="1711">
                  <c:v>90.984247444384124</c:v>
                </c:pt>
                <c:pt idx="1712">
                  <c:v>91.161827289867333</c:v>
                </c:pt>
                <c:pt idx="1713">
                  <c:v>91.821572420470702</c:v>
                </c:pt>
                <c:pt idx="1714">
                  <c:v>90.723911816644616</c:v>
                </c:pt>
                <c:pt idx="1715">
                  <c:v>91.952606801892912</c:v>
                </c:pt>
                <c:pt idx="1716">
                  <c:v>92.42596210985991</c:v>
                </c:pt>
                <c:pt idx="1717">
                  <c:v>92.505883938584731</c:v>
                </c:pt>
                <c:pt idx="1718">
                  <c:v>92.055495928853361</c:v>
                </c:pt>
                <c:pt idx="1719">
                  <c:v>92.238171534567869</c:v>
                </c:pt>
                <c:pt idx="1720">
                  <c:v>91.801709705824152</c:v>
                </c:pt>
                <c:pt idx="1721">
                  <c:v>91.62945194348363</c:v>
                </c:pt>
                <c:pt idx="1722">
                  <c:v>90.764083795650194</c:v>
                </c:pt>
                <c:pt idx="1723">
                  <c:v>89.757139751384642</c:v>
                </c:pt>
                <c:pt idx="1724">
                  <c:v>91.727594434159656</c:v>
                </c:pt>
                <c:pt idx="1725">
                  <c:v>92.134674124322601</c:v>
                </c:pt>
                <c:pt idx="1726">
                  <c:v>93.356293555878452</c:v>
                </c:pt>
                <c:pt idx="1727">
                  <c:v>93.581598835999486</c:v>
                </c:pt>
                <c:pt idx="1728">
                  <c:v>94.349213332655353</c:v>
                </c:pt>
                <c:pt idx="1729">
                  <c:v>93.344329181887787</c:v>
                </c:pt>
                <c:pt idx="1730">
                  <c:v>94.714133331990155</c:v>
                </c:pt>
                <c:pt idx="1731">
                  <c:v>94.912696713837036</c:v>
                </c:pt>
                <c:pt idx="1732">
                  <c:v>94.364479433124274</c:v>
                </c:pt>
                <c:pt idx="1733">
                  <c:v>94.530025039058998</c:v>
                </c:pt>
                <c:pt idx="1734">
                  <c:v>93.664100605319007</c:v>
                </c:pt>
                <c:pt idx="1735">
                  <c:v>94.172685604330326</c:v>
                </c:pt>
                <c:pt idx="1736">
                  <c:v>94.821696686343287</c:v>
                </c:pt>
                <c:pt idx="1737">
                  <c:v>91.462257155244941</c:v>
                </c:pt>
                <c:pt idx="1738">
                  <c:v>92.131533367102435</c:v>
                </c:pt>
                <c:pt idx="1739">
                  <c:v>91.956655535685243</c:v>
                </c:pt>
                <c:pt idx="1740">
                  <c:v>91.498322689032008</c:v>
                </c:pt>
                <c:pt idx="1741">
                  <c:v>91.360476889954128</c:v>
                </c:pt>
                <c:pt idx="1742">
                  <c:v>90.902650047261375</c:v>
                </c:pt>
                <c:pt idx="1743">
                  <c:v>92.444444131855178</c:v>
                </c:pt>
                <c:pt idx="1744">
                  <c:v>91.764414819260253</c:v>
                </c:pt>
                <c:pt idx="1745">
                  <c:v>90.958528817299324</c:v>
                </c:pt>
                <c:pt idx="1746">
                  <c:v>91.390551191231154</c:v>
                </c:pt>
                <c:pt idx="1747">
                  <c:v>92.187637590920602</c:v>
                </c:pt>
                <c:pt idx="1748">
                  <c:v>92.431559029264292</c:v>
                </c:pt>
                <c:pt idx="1749">
                  <c:v>92.467897973015155</c:v>
                </c:pt>
                <c:pt idx="1750">
                  <c:v>92.608340129889356</c:v>
                </c:pt>
                <c:pt idx="1751">
                  <c:v>93.549830032182115</c:v>
                </c:pt>
                <c:pt idx="1752">
                  <c:v>92.476675493962858</c:v>
                </c:pt>
                <c:pt idx="1753">
                  <c:v>91.28632763747585</c:v>
                </c:pt>
                <c:pt idx="1754">
                  <c:v>89.767021779278636</c:v>
                </c:pt>
                <c:pt idx="1755">
                  <c:v>90.104387488670952</c:v>
                </c:pt>
                <c:pt idx="1756">
                  <c:v>92.866300852683096</c:v>
                </c:pt>
                <c:pt idx="1757">
                  <c:v>91.295636305692653</c:v>
                </c:pt>
                <c:pt idx="1758">
                  <c:v>90.671099560315653</c:v>
                </c:pt>
                <c:pt idx="1759">
                  <c:v>90.440350259154201</c:v>
                </c:pt>
                <c:pt idx="1760">
                  <c:v>88.748776307857796</c:v>
                </c:pt>
                <c:pt idx="1761">
                  <c:v>89.843815448827129</c:v>
                </c:pt>
                <c:pt idx="1762">
                  <c:v>90.025086855673408</c:v>
                </c:pt>
                <c:pt idx="1763">
                  <c:v>91.263309014127401</c:v>
                </c:pt>
                <c:pt idx="1764">
                  <c:v>92.305931161917158</c:v>
                </c:pt>
                <c:pt idx="1765">
                  <c:v>93.1359046328825</c:v>
                </c:pt>
                <c:pt idx="1766">
                  <c:v>94.312176708685911</c:v>
                </c:pt>
                <c:pt idx="1767">
                  <c:v>93.668836836654307</c:v>
                </c:pt>
                <c:pt idx="1768">
                  <c:v>92.502712234513496</c:v>
                </c:pt>
                <c:pt idx="1769">
                  <c:v>91.754081636895819</c:v>
                </c:pt>
                <c:pt idx="1770">
                  <c:v>90.59740577301794</c:v>
                </c:pt>
                <c:pt idx="1771">
                  <c:v>90.617019390392343</c:v>
                </c:pt>
                <c:pt idx="1772">
                  <c:v>91.218750509305494</c:v>
                </c:pt>
                <c:pt idx="1773">
                  <c:v>91.424901565421479</c:v>
                </c:pt>
                <c:pt idx="1774">
                  <c:v>91.80392769753638</c:v>
                </c:pt>
                <c:pt idx="1775">
                  <c:v>91.73673417882388</c:v>
                </c:pt>
                <c:pt idx="1776">
                  <c:v>91.291366178057245</c:v>
                </c:pt>
                <c:pt idx="1777">
                  <c:v>90.899488414714881</c:v>
                </c:pt>
                <c:pt idx="1778">
                  <c:v>91.471663415368397</c:v>
                </c:pt>
                <c:pt idx="1779">
                  <c:v>91.939722012769707</c:v>
                </c:pt>
                <c:pt idx="1780">
                  <c:v>93.172705371414423</c:v>
                </c:pt>
                <c:pt idx="1781">
                  <c:v>93.056306170997217</c:v>
                </c:pt>
                <c:pt idx="1782">
                  <c:v>95.05511478377889</c:v>
                </c:pt>
                <c:pt idx="1783">
                  <c:v>94.940568019908696</c:v>
                </c:pt>
                <c:pt idx="1784">
                  <c:v>94.379710997529031</c:v>
                </c:pt>
                <c:pt idx="1785">
                  <c:v>93.387913048953408</c:v>
                </c:pt>
                <c:pt idx="1786">
                  <c:v>93.154081052759224</c:v>
                </c:pt>
                <c:pt idx="1787">
                  <c:v>92.170975597746931</c:v>
                </c:pt>
                <c:pt idx="1788">
                  <c:v>93.655256690197831</c:v>
                </c:pt>
                <c:pt idx="1789">
                  <c:v>93.010928574940664</c:v>
                </c:pt>
                <c:pt idx="1790">
                  <c:v>92.741795796980043</c:v>
                </c:pt>
                <c:pt idx="1791">
                  <c:v>92.045916824473935</c:v>
                </c:pt>
                <c:pt idx="1792">
                  <c:v>91.35682526981256</c:v>
                </c:pt>
                <c:pt idx="1793">
                  <c:v>90.798269957292135</c:v>
                </c:pt>
                <c:pt idx="1794">
                  <c:v>91.093388989378852</c:v>
                </c:pt>
                <c:pt idx="1795">
                  <c:v>91.334240061899621</c:v>
                </c:pt>
                <c:pt idx="1796">
                  <c:v>91.413679951678887</c:v>
                </c:pt>
                <c:pt idx="1797">
                  <c:v>91.983235590007098</c:v>
                </c:pt>
                <c:pt idx="1798">
                  <c:v>92.234034516143211</c:v>
                </c:pt>
                <c:pt idx="1799">
                  <c:v>92.945206269993449</c:v>
                </c:pt>
                <c:pt idx="1800">
                  <c:v>93.48058836384395</c:v>
                </c:pt>
                <c:pt idx="1801">
                  <c:v>93.825715088764312</c:v>
                </c:pt>
                <c:pt idx="1802">
                  <c:v>93.554882943835736</c:v>
                </c:pt>
                <c:pt idx="1803">
                  <c:v>92.84439126930495</c:v>
                </c:pt>
                <c:pt idx="1804">
                  <c:v>91.372715150280271</c:v>
                </c:pt>
                <c:pt idx="1805">
                  <c:v>90.484424606539079</c:v>
                </c:pt>
                <c:pt idx="1806">
                  <c:v>89.769382213213134</c:v>
                </c:pt>
                <c:pt idx="1807">
                  <c:v>90.176191732675321</c:v>
                </c:pt>
                <c:pt idx="1808">
                  <c:v>89.586466712367056</c:v>
                </c:pt>
                <c:pt idx="1809">
                  <c:v>89.786058928040006</c:v>
                </c:pt>
                <c:pt idx="1810">
                  <c:v>90.605640320408355</c:v>
                </c:pt>
                <c:pt idx="1811">
                  <c:v>90.169041778110596</c:v>
                </c:pt>
                <c:pt idx="1812">
                  <c:v>88.542425704902357</c:v>
                </c:pt>
                <c:pt idx="1813">
                  <c:v>88.804987207714674</c:v>
                </c:pt>
                <c:pt idx="1814">
                  <c:v>88.448114207744226</c:v>
                </c:pt>
                <c:pt idx="1815">
                  <c:v>90.582779814316552</c:v>
                </c:pt>
                <c:pt idx="1816">
                  <c:v>90.504499306636518</c:v>
                </c:pt>
                <c:pt idx="1817">
                  <c:v>89.526999162600575</c:v>
                </c:pt>
                <c:pt idx="1818">
                  <c:v>88.775248140061066</c:v>
                </c:pt>
                <c:pt idx="1819">
                  <c:v>88.898847632821415</c:v>
                </c:pt>
                <c:pt idx="1820">
                  <c:v>88.404449661780063</c:v>
                </c:pt>
                <c:pt idx="1821">
                  <c:v>88.475528123622411</c:v>
                </c:pt>
                <c:pt idx="1822">
                  <c:v>88.218525212330377</c:v>
                </c:pt>
                <c:pt idx="1823">
                  <c:v>87.894995661875541</c:v>
                </c:pt>
                <c:pt idx="1824">
                  <c:v>88.620539484521203</c:v>
                </c:pt>
                <c:pt idx="1825">
                  <c:v>88.355569345491446</c:v>
                </c:pt>
                <c:pt idx="1826">
                  <c:v>89.493071617080162</c:v>
                </c:pt>
                <c:pt idx="1827">
                  <c:v>88.870808988134314</c:v>
                </c:pt>
                <c:pt idx="1828">
                  <c:v>89.975461282234392</c:v>
                </c:pt>
                <c:pt idx="1829">
                  <c:v>90.117278227883318</c:v>
                </c:pt>
                <c:pt idx="1830">
                  <c:v>90.078372843857721</c:v>
                </c:pt>
                <c:pt idx="1831">
                  <c:v>89.984263535277009</c:v>
                </c:pt>
                <c:pt idx="1832">
                  <c:v>90.281294196688663</c:v>
                </c:pt>
                <c:pt idx="1833">
                  <c:v>90.214307255111805</c:v>
                </c:pt>
                <c:pt idx="1834">
                  <c:v>89.758388950087706</c:v>
                </c:pt>
                <c:pt idx="1835">
                  <c:v>90.510274655113108</c:v>
                </c:pt>
                <c:pt idx="1836">
                  <c:v>90.580352016416555</c:v>
                </c:pt>
                <c:pt idx="1837">
                  <c:v>90.810280097519822</c:v>
                </c:pt>
                <c:pt idx="1838">
                  <c:v>89.561101582625355</c:v>
                </c:pt>
                <c:pt idx="1839">
                  <c:v>88.441333744722726</c:v>
                </c:pt>
                <c:pt idx="1840">
                  <c:v>89.013664142996248</c:v>
                </c:pt>
                <c:pt idx="1841">
                  <c:v>88.722048163459093</c:v>
                </c:pt>
                <c:pt idx="1842">
                  <c:v>87.752805492618137</c:v>
                </c:pt>
                <c:pt idx="1843">
                  <c:v>87.602618199571921</c:v>
                </c:pt>
                <c:pt idx="1844">
                  <c:v>87.140667359453062</c:v>
                </c:pt>
                <c:pt idx="1845">
                  <c:v>85.989373824225666</c:v>
                </c:pt>
                <c:pt idx="1846">
                  <c:v>85.815212725000677</c:v>
                </c:pt>
                <c:pt idx="1847">
                  <c:v>85.552188097422814</c:v>
                </c:pt>
                <c:pt idx="1848">
                  <c:v>86.738766152252964</c:v>
                </c:pt>
                <c:pt idx="1849">
                  <c:v>86.421353676053613</c:v>
                </c:pt>
                <c:pt idx="1850">
                  <c:v>86.626516540651565</c:v>
                </c:pt>
                <c:pt idx="1851">
                  <c:v>86.08141538468854</c:v>
                </c:pt>
                <c:pt idx="1852">
                  <c:v>85.933795164375809</c:v>
                </c:pt>
                <c:pt idx="1853">
                  <c:v>85.700712541371942</c:v>
                </c:pt>
                <c:pt idx="1854">
                  <c:v>86.361418013426643</c:v>
                </c:pt>
                <c:pt idx="1855">
                  <c:v>85.174151583467733</c:v>
                </c:pt>
                <c:pt idx="1856">
                  <c:v>84.482823996884733</c:v>
                </c:pt>
                <c:pt idx="1857">
                  <c:v>84.284456913293383</c:v>
                </c:pt>
                <c:pt idx="1858">
                  <c:v>84.002088954883064</c:v>
                </c:pt>
                <c:pt idx="1859">
                  <c:v>83.918007523974453</c:v>
                </c:pt>
                <c:pt idx="1860">
                  <c:v>84.134246148439715</c:v>
                </c:pt>
                <c:pt idx="1861">
                  <c:v>83.304690558003372</c:v>
                </c:pt>
                <c:pt idx="1862">
                  <c:v>82.448640510343566</c:v>
                </c:pt>
                <c:pt idx="1863">
                  <c:v>82.673013693040787</c:v>
                </c:pt>
                <c:pt idx="1864">
                  <c:v>83.111683852659681</c:v>
                </c:pt>
                <c:pt idx="1865">
                  <c:v>83.825116324691791</c:v>
                </c:pt>
                <c:pt idx="1866">
                  <c:v>83.06538980649232</c:v>
                </c:pt>
                <c:pt idx="1867">
                  <c:v>82.888496518918615</c:v>
                </c:pt>
                <c:pt idx="1868">
                  <c:v>82.672268325014656</c:v>
                </c:pt>
                <c:pt idx="1869">
                  <c:v>82.161127781472061</c:v>
                </c:pt>
                <c:pt idx="1870">
                  <c:v>81.717784701534896</c:v>
                </c:pt>
                <c:pt idx="1871">
                  <c:v>81.838652075363967</c:v>
                </c:pt>
                <c:pt idx="1872">
                  <c:v>82.418722349380047</c:v>
                </c:pt>
                <c:pt idx="1873">
                  <c:v>82.037687197987992</c:v>
                </c:pt>
                <c:pt idx="1874">
                  <c:v>81.654714939649693</c:v>
                </c:pt>
                <c:pt idx="1875">
                  <c:v>82.503636205101557</c:v>
                </c:pt>
                <c:pt idx="1876">
                  <c:v>83.211494749025718</c:v>
                </c:pt>
                <c:pt idx="1877">
                  <c:v>82.95176833107503</c:v>
                </c:pt>
                <c:pt idx="1878">
                  <c:v>83.81496023251411</c:v>
                </c:pt>
                <c:pt idx="1879">
                  <c:v>84.147052970747282</c:v>
                </c:pt>
                <c:pt idx="1880">
                  <c:v>85.003718787587133</c:v>
                </c:pt>
                <c:pt idx="1881">
                  <c:v>86.012198248355659</c:v>
                </c:pt>
                <c:pt idx="1882">
                  <c:v>87.133122410962585</c:v>
                </c:pt>
                <c:pt idx="1883">
                  <c:v>86.953439149575289</c:v>
                </c:pt>
                <c:pt idx="1884">
                  <c:v>88.910154582732346</c:v>
                </c:pt>
                <c:pt idx="1885">
                  <c:v>88.339304914899074</c:v>
                </c:pt>
                <c:pt idx="1886">
                  <c:v>89.142157000008055</c:v>
                </c:pt>
                <c:pt idx="1887">
                  <c:v>89.218219946769793</c:v>
                </c:pt>
                <c:pt idx="1888">
                  <c:v>88.181993008720212</c:v>
                </c:pt>
                <c:pt idx="1889">
                  <c:v>88.61935084763428</c:v>
                </c:pt>
                <c:pt idx="1890">
                  <c:v>88.086000167802652</c:v>
                </c:pt>
                <c:pt idx="1891">
                  <c:v>88.263335065357467</c:v>
                </c:pt>
                <c:pt idx="1892">
                  <c:v>88.254822963379141</c:v>
                </c:pt>
                <c:pt idx="1893">
                  <c:v>88.976152824443702</c:v>
                </c:pt>
                <c:pt idx="1894">
                  <c:v>89.50559750397241</c:v>
                </c:pt>
                <c:pt idx="1895">
                  <c:v>89.360070892417667</c:v>
                </c:pt>
                <c:pt idx="1896">
                  <c:v>89.846711326784828</c:v>
                </c:pt>
                <c:pt idx="1897">
                  <c:v>89.517986096578525</c:v>
                </c:pt>
                <c:pt idx="1898">
                  <c:v>89.878879956132707</c:v>
                </c:pt>
                <c:pt idx="1899">
                  <c:v>89.970885734584073</c:v>
                </c:pt>
                <c:pt idx="1900">
                  <c:v>88.819234567952591</c:v>
                </c:pt>
                <c:pt idx="1901">
                  <c:v>88.195365070643021</c:v>
                </c:pt>
                <c:pt idx="1902">
                  <c:v>88.067929558357989</c:v>
                </c:pt>
                <c:pt idx="1903">
                  <c:v>87.847239698151739</c:v>
                </c:pt>
                <c:pt idx="1904">
                  <c:v>87.350666732762463</c:v>
                </c:pt>
                <c:pt idx="1905">
                  <c:v>86.129415101995974</c:v>
                </c:pt>
                <c:pt idx="1906">
                  <c:v>85.077863420976669</c:v>
                </c:pt>
                <c:pt idx="1907">
                  <c:v>85.816570003340317</c:v>
                </c:pt>
                <c:pt idx="1908">
                  <c:v>86.30941440893757</c:v>
                </c:pt>
                <c:pt idx="1909">
                  <c:v>87.273770759379744</c:v>
                </c:pt>
                <c:pt idx="1910">
                  <c:v>87.350844633443529</c:v>
                </c:pt>
                <c:pt idx="1911">
                  <c:v>88.406566401769439</c:v>
                </c:pt>
                <c:pt idx="1912">
                  <c:v>88.565468182026649</c:v>
                </c:pt>
                <c:pt idx="1913">
                  <c:v>88.412606909208776</c:v>
                </c:pt>
                <c:pt idx="1914">
                  <c:v>88.989699531648654</c:v>
                </c:pt>
                <c:pt idx="1915">
                  <c:v>90.174223429567547</c:v>
                </c:pt>
                <c:pt idx="1916">
                  <c:v>90.945159666317124</c:v>
                </c:pt>
                <c:pt idx="1917">
                  <c:v>90.897774124982732</c:v>
                </c:pt>
                <c:pt idx="1918">
                  <c:v>91.37924659321304</c:v>
                </c:pt>
                <c:pt idx="1919">
                  <c:v>91.726532387151835</c:v>
                </c:pt>
                <c:pt idx="1920">
                  <c:v>90.732084981195143</c:v>
                </c:pt>
                <c:pt idx="1921">
                  <c:v>90.378611186854954</c:v>
                </c:pt>
                <c:pt idx="1922">
                  <c:v>91.520399302701989</c:v>
                </c:pt>
                <c:pt idx="1923">
                  <c:v>91.486094884277705</c:v>
                </c:pt>
                <c:pt idx="1924">
                  <c:v>92.912659840616129</c:v>
                </c:pt>
                <c:pt idx="1925">
                  <c:v>93.846459030295051</c:v>
                </c:pt>
                <c:pt idx="1926">
                  <c:v>94.00733523206199</c:v>
                </c:pt>
                <c:pt idx="1927">
                  <c:v>93.558979635643226</c:v>
                </c:pt>
                <c:pt idx="1928">
                  <c:v>93.645043296255238</c:v>
                </c:pt>
                <c:pt idx="1929">
                  <c:v>93.273866705269612</c:v>
                </c:pt>
                <c:pt idx="1930">
                  <c:v>93.261177310454798</c:v>
                </c:pt>
                <c:pt idx="1931">
                  <c:v>94.782142367452423</c:v>
                </c:pt>
                <c:pt idx="1932">
                  <c:v>95.065875675674107</c:v>
                </c:pt>
                <c:pt idx="1933">
                  <c:v>96.390591383612545</c:v>
                </c:pt>
                <c:pt idx="1934">
                  <c:v>96.825673052521239</c:v>
                </c:pt>
                <c:pt idx="1935">
                  <c:v>97.272425937007441</c:v>
                </c:pt>
                <c:pt idx="1936">
                  <c:v>97.624644125035459</c:v>
                </c:pt>
                <c:pt idx="1937">
                  <c:v>96.644660505862078</c:v>
                </c:pt>
                <c:pt idx="1938">
                  <c:v>96.575065006448611</c:v>
                </c:pt>
                <c:pt idx="1939">
                  <c:v>97.915511468620835</c:v>
                </c:pt>
                <c:pt idx="1940">
                  <c:v>98.292042541335107</c:v>
                </c:pt>
                <c:pt idx="1941">
                  <c:v>98.060458217155713</c:v>
                </c:pt>
                <c:pt idx="1942">
                  <c:v>98.570320659795215</c:v>
                </c:pt>
                <c:pt idx="1943">
                  <c:v>99.280898047762278</c:v>
                </c:pt>
                <c:pt idx="1944">
                  <c:v>99.140335217171284</c:v>
                </c:pt>
                <c:pt idx="1945">
                  <c:v>99.60805400586662</c:v>
                </c:pt>
                <c:pt idx="1946">
                  <c:v>101.13909032640322</c:v>
                </c:pt>
                <c:pt idx="1947">
                  <c:v>100.99004075652007</c:v>
                </c:pt>
                <c:pt idx="1948">
                  <c:v>101.52098080300297</c:v>
                </c:pt>
                <c:pt idx="1949">
                  <c:v>102.02787215763261</c:v>
                </c:pt>
                <c:pt idx="1950">
                  <c:v>102.47797301193091</c:v>
                </c:pt>
                <c:pt idx="1951">
                  <c:v>105.59811904511196</c:v>
                </c:pt>
                <c:pt idx="1952">
                  <c:v>105.57230385158007</c:v>
                </c:pt>
                <c:pt idx="1953">
                  <c:v>105.77909840781521</c:v>
                </c:pt>
                <c:pt idx="1954">
                  <c:v>105.79835681831756</c:v>
                </c:pt>
                <c:pt idx="1955">
                  <c:v>105.06899446332032</c:v>
                </c:pt>
                <c:pt idx="1956">
                  <c:v>105.93034321309648</c:v>
                </c:pt>
                <c:pt idx="1957">
                  <c:v>106.82094681530073</c:v>
                </c:pt>
                <c:pt idx="1958">
                  <c:v>108.56249325704179</c:v>
                </c:pt>
                <c:pt idx="1959">
                  <c:v>109.18765217121373</c:v>
                </c:pt>
                <c:pt idx="1960">
                  <c:v>109.99090138589918</c:v>
                </c:pt>
                <c:pt idx="1961">
                  <c:v>109.14980710884143</c:v>
                </c:pt>
                <c:pt idx="1962">
                  <c:v>107.64703006101118</c:v>
                </c:pt>
                <c:pt idx="1963">
                  <c:v>107.21874222765098</c:v>
                </c:pt>
                <c:pt idx="1964">
                  <c:v>106.65763088905274</c:v>
                </c:pt>
                <c:pt idx="1965">
                  <c:v>107.05857999723906</c:v>
                </c:pt>
                <c:pt idx="1966">
                  <c:v>106.90503434645628</c:v>
                </c:pt>
                <c:pt idx="1967">
                  <c:v>106.95161977391537</c:v>
                </c:pt>
                <c:pt idx="1968">
                  <c:v>106.80303949410299</c:v>
                </c:pt>
                <c:pt idx="1969">
                  <c:v>105.49380162374142</c:v>
                </c:pt>
                <c:pt idx="1970">
                  <c:v>106.50401665326187</c:v>
                </c:pt>
                <c:pt idx="1971">
                  <c:v>106.17036035377275</c:v>
                </c:pt>
                <c:pt idx="1972">
                  <c:v>106.04728099276326</c:v>
                </c:pt>
                <c:pt idx="1973">
                  <c:v>105.95673104421347</c:v>
                </c:pt>
                <c:pt idx="1974">
                  <c:v>105.38379733515723</c:v>
                </c:pt>
                <c:pt idx="1975">
                  <c:v>105.67021594793349</c:v>
                </c:pt>
                <c:pt idx="1976">
                  <c:v>106.47345916651734</c:v>
                </c:pt>
                <c:pt idx="1977">
                  <c:v>107.24331638661565</c:v>
                </c:pt>
                <c:pt idx="1978">
                  <c:v>106.7808577161945</c:v>
                </c:pt>
                <c:pt idx="1979">
                  <c:v>106.42377261851252</c:v>
                </c:pt>
                <c:pt idx="1980">
                  <c:v>107.19662115428794</c:v>
                </c:pt>
                <c:pt idx="1981">
                  <c:v>107.20455275176224</c:v>
                </c:pt>
                <c:pt idx="1982">
                  <c:v>108.07615228973101</c:v>
                </c:pt>
                <c:pt idx="1983">
                  <c:v>108.32805970068651</c:v>
                </c:pt>
                <c:pt idx="1984">
                  <c:v>108.88263071726186</c:v>
                </c:pt>
                <c:pt idx="1985">
                  <c:v>107.76179649733174</c:v>
                </c:pt>
                <c:pt idx="1986">
                  <c:v>106.82560890897321</c:v>
                </c:pt>
                <c:pt idx="1987">
                  <c:v>105.42527298587386</c:v>
                </c:pt>
                <c:pt idx="1988">
                  <c:v>104.87497478253161</c:v>
                </c:pt>
                <c:pt idx="1989">
                  <c:v>104.45445737325056</c:v>
                </c:pt>
                <c:pt idx="1990">
                  <c:v>105.71433820519002</c:v>
                </c:pt>
                <c:pt idx="1991">
                  <c:v>105.01776439834488</c:v>
                </c:pt>
                <c:pt idx="1992">
                  <c:v>104.72085083879377</c:v>
                </c:pt>
                <c:pt idx="1993">
                  <c:v>105.47034019836869</c:v>
                </c:pt>
                <c:pt idx="1994">
                  <c:v>105.29883747542748</c:v>
                </c:pt>
                <c:pt idx="1995">
                  <c:v>105.29743651560028</c:v>
                </c:pt>
                <c:pt idx="1996">
                  <c:v>105.8085248681451</c:v>
                </c:pt>
                <c:pt idx="1997">
                  <c:v>105.94347288942355</c:v>
                </c:pt>
                <c:pt idx="1998">
                  <c:v>106.18978368128795</c:v>
                </c:pt>
                <c:pt idx="1999">
                  <c:v>105.69236714979949</c:v>
                </c:pt>
                <c:pt idx="2000">
                  <c:v>106.03117664014088</c:v>
                </c:pt>
                <c:pt idx="2001">
                  <c:v>106.86107399561861</c:v>
                </c:pt>
                <c:pt idx="2002">
                  <c:v>106.435093262311</c:v>
                </c:pt>
                <c:pt idx="2003">
                  <c:v>105.37317903740524</c:v>
                </c:pt>
                <c:pt idx="2004">
                  <c:v>104.04949486727489</c:v>
                </c:pt>
                <c:pt idx="2005">
                  <c:v>102.11841636709649</c:v>
                </c:pt>
                <c:pt idx="2006">
                  <c:v>102.73573447010587</c:v>
                </c:pt>
                <c:pt idx="2007">
                  <c:v>102.97474593693551</c:v>
                </c:pt>
                <c:pt idx="2008">
                  <c:v>102.33190154785174</c:v>
                </c:pt>
                <c:pt idx="2009">
                  <c:v>102.6729804788779</c:v>
                </c:pt>
                <c:pt idx="2010">
                  <c:v>103.39063015097706</c:v>
                </c:pt>
                <c:pt idx="2011">
                  <c:v>103.71962394920961</c:v>
                </c:pt>
                <c:pt idx="2012">
                  <c:v>105.10092000967637</c:v>
                </c:pt>
                <c:pt idx="2013">
                  <c:v>106.43580116391567</c:v>
                </c:pt>
                <c:pt idx="2014">
                  <c:v>108.00214242068537</c:v>
                </c:pt>
                <c:pt idx="2015">
                  <c:v>107.94930842796674</c:v>
                </c:pt>
                <c:pt idx="2016">
                  <c:v>108.0274700069297</c:v>
                </c:pt>
                <c:pt idx="2017">
                  <c:v>108.34877105683269</c:v>
                </c:pt>
                <c:pt idx="2018">
                  <c:v>107.92931096665221</c:v>
                </c:pt>
                <c:pt idx="2019">
                  <c:v>109.11409620643954</c:v>
                </c:pt>
                <c:pt idx="2020">
                  <c:v>110.14942800728242</c:v>
                </c:pt>
                <c:pt idx="2021">
                  <c:v>110.07738488822523</c:v>
                </c:pt>
                <c:pt idx="2022">
                  <c:v>111.18563796964882</c:v>
                </c:pt>
                <c:pt idx="2023">
                  <c:v>111.90043836889345</c:v>
                </c:pt>
                <c:pt idx="2024">
                  <c:v>110.14322448804924</c:v>
                </c:pt>
                <c:pt idx="2025">
                  <c:v>110.64689616426328</c:v>
                </c:pt>
                <c:pt idx="2026">
                  <c:v>111.37001268905014</c:v>
                </c:pt>
                <c:pt idx="2027">
                  <c:v>113.0609019460812</c:v>
                </c:pt>
                <c:pt idx="2028">
                  <c:v>113.17351072293455</c:v>
                </c:pt>
                <c:pt idx="2029">
                  <c:v>113.00718570323649</c:v>
                </c:pt>
                <c:pt idx="2030">
                  <c:v>112.93814680794728</c:v>
                </c:pt>
                <c:pt idx="2031">
                  <c:v>112.57213269457925</c:v>
                </c:pt>
                <c:pt idx="2032">
                  <c:v>113.42556960575703</c:v>
                </c:pt>
                <c:pt idx="2033">
                  <c:v>112.50910603922866</c:v>
                </c:pt>
                <c:pt idx="2034">
                  <c:v>111.62565067876008</c:v>
                </c:pt>
                <c:pt idx="2035">
                  <c:v>111.10354941680637</c:v>
                </c:pt>
                <c:pt idx="2036">
                  <c:v>112.32848125048126</c:v>
                </c:pt>
                <c:pt idx="2037">
                  <c:v>112.48167074310969</c:v>
                </c:pt>
                <c:pt idx="2038">
                  <c:v>112.87947923490265</c:v>
                </c:pt>
                <c:pt idx="2039">
                  <c:v>114.16585433659701</c:v>
                </c:pt>
                <c:pt idx="2040">
                  <c:v>114.35634296699256</c:v>
                </c:pt>
                <c:pt idx="2041">
                  <c:v>112.50870688554693</c:v>
                </c:pt>
                <c:pt idx="2042">
                  <c:v>113.16037674206112</c:v>
                </c:pt>
                <c:pt idx="2043">
                  <c:v>116.07194027625887</c:v>
                </c:pt>
                <c:pt idx="2044">
                  <c:v>117.49984685394463</c:v>
                </c:pt>
                <c:pt idx="2045">
                  <c:v>117.29740329083204</c:v>
                </c:pt>
                <c:pt idx="2046">
                  <c:v>117.48521237950278</c:v>
                </c:pt>
                <c:pt idx="2047">
                  <c:v>120.30126767564714</c:v>
                </c:pt>
                <c:pt idx="2048">
                  <c:v>121.04171165204073</c:v>
                </c:pt>
                <c:pt idx="2049">
                  <c:v>121.30937270866836</c:v>
                </c:pt>
                <c:pt idx="2050">
                  <c:v>121.1095688245971</c:v>
                </c:pt>
                <c:pt idx="2051">
                  <c:v>120.12968987235897</c:v>
                </c:pt>
                <c:pt idx="2052">
                  <c:v>121.09234443115449</c:v>
                </c:pt>
                <c:pt idx="2053">
                  <c:v>121.4426421081741</c:v>
                </c:pt>
                <c:pt idx="2054">
                  <c:v>121.6054635394138</c:v>
                </c:pt>
                <c:pt idx="2055">
                  <c:v>121.30577276009414</c:v>
                </c:pt>
                <c:pt idx="2056">
                  <c:v>121.13051834955573</c:v>
                </c:pt>
                <c:pt idx="2057">
                  <c:v>119.74684856996889</c:v>
                </c:pt>
                <c:pt idx="2058">
                  <c:v>120.99392358137679</c:v>
                </c:pt>
                <c:pt idx="2059">
                  <c:v>120.32127939604305</c:v>
                </c:pt>
                <c:pt idx="2060">
                  <c:v>122.34521884797782</c:v>
                </c:pt>
                <c:pt idx="2061">
                  <c:v>123.98102634984558</c:v>
                </c:pt>
                <c:pt idx="2062">
                  <c:v>122.41227003640651</c:v>
                </c:pt>
                <c:pt idx="2063">
                  <c:v>122.99770622178863</c:v>
                </c:pt>
                <c:pt idx="2064">
                  <c:v>121.97142047134852</c:v>
                </c:pt>
                <c:pt idx="2065">
                  <c:v>125.30035416667945</c:v>
                </c:pt>
                <c:pt idx="2066">
                  <c:v>124.79375954650342</c:v>
                </c:pt>
                <c:pt idx="2067">
                  <c:v>125.89753404669149</c:v>
                </c:pt>
                <c:pt idx="2068">
                  <c:v>127.85534625594399</c:v>
                </c:pt>
                <c:pt idx="2069">
                  <c:v>129.1651828751389</c:v>
                </c:pt>
                <c:pt idx="2070">
                  <c:v>129.83685140966395</c:v>
                </c:pt>
                <c:pt idx="2071">
                  <c:v>129.52572786593609</c:v>
                </c:pt>
                <c:pt idx="2072">
                  <c:v>130.1662098206416</c:v>
                </c:pt>
                <c:pt idx="2073">
                  <c:v>130.53932503736215</c:v>
                </c:pt>
                <c:pt idx="2074">
                  <c:v>131.09215918068591</c:v>
                </c:pt>
                <c:pt idx="2075">
                  <c:v>129.80126907043956</c:v>
                </c:pt>
                <c:pt idx="2076">
                  <c:v>129.80140526267428</c:v>
                </c:pt>
                <c:pt idx="2077">
                  <c:v>131.87960264320125</c:v>
                </c:pt>
                <c:pt idx="2078">
                  <c:v>133.04599228652057</c:v>
                </c:pt>
                <c:pt idx="2079">
                  <c:v>132.84090697817399</c:v>
                </c:pt>
                <c:pt idx="2080">
                  <c:v>132.44168769586079</c:v>
                </c:pt>
                <c:pt idx="2081">
                  <c:v>132.75051661670045</c:v>
                </c:pt>
                <c:pt idx="2082">
                  <c:v>133.36331309058332</c:v>
                </c:pt>
                <c:pt idx="2083">
                  <c:v>132.72092175111538</c:v>
                </c:pt>
                <c:pt idx="2084">
                  <c:v>133.46590287642528</c:v>
                </c:pt>
                <c:pt idx="2085">
                  <c:v>132.57588761131385</c:v>
                </c:pt>
                <c:pt idx="2086">
                  <c:v>132.98534586688035</c:v>
                </c:pt>
                <c:pt idx="2087">
                  <c:v>132.30233437896348</c:v>
                </c:pt>
                <c:pt idx="2088">
                  <c:v>132.73154830245647</c:v>
                </c:pt>
                <c:pt idx="2089">
                  <c:v>133.08874971240027</c:v>
                </c:pt>
                <c:pt idx="2090">
                  <c:v>133.97019326909577</c:v>
                </c:pt>
                <c:pt idx="2091">
                  <c:v>134.55871207702859</c:v>
                </c:pt>
                <c:pt idx="2092">
                  <c:v>134.7797709129056</c:v>
                </c:pt>
                <c:pt idx="2093">
                  <c:v>132.96224195092353</c:v>
                </c:pt>
                <c:pt idx="2094">
                  <c:v>130.44842880339635</c:v>
                </c:pt>
                <c:pt idx="2095">
                  <c:v>132.32893452601544</c:v>
                </c:pt>
                <c:pt idx="2096">
                  <c:v>131.04476395083864</c:v>
                </c:pt>
                <c:pt idx="2097">
                  <c:v>128.77996666523271</c:v>
                </c:pt>
                <c:pt idx="2098">
                  <c:v>128.21974589934666</c:v>
                </c:pt>
                <c:pt idx="2099">
                  <c:v>129.71972086386862</c:v>
                </c:pt>
                <c:pt idx="2100">
                  <c:v>130.94871078645937</c:v>
                </c:pt>
                <c:pt idx="2101">
                  <c:v>130.71071596710232</c:v>
                </c:pt>
                <c:pt idx="2102">
                  <c:v>132.21993023983211</c:v>
                </c:pt>
                <c:pt idx="2103">
                  <c:v>133.69386141339606</c:v>
                </c:pt>
                <c:pt idx="2104">
                  <c:v>133.56010721156173</c:v>
                </c:pt>
                <c:pt idx="2105">
                  <c:v>133.23774074552745</c:v>
                </c:pt>
                <c:pt idx="2106">
                  <c:v>133.31228856031473</c:v>
                </c:pt>
                <c:pt idx="2107">
                  <c:v>133.46222422663649</c:v>
                </c:pt>
                <c:pt idx="2108">
                  <c:v>133.29880053415076</c:v>
                </c:pt>
                <c:pt idx="2109">
                  <c:v>130.74565041847453</c:v>
                </c:pt>
                <c:pt idx="2110">
                  <c:v>129.93440755857824</c:v>
                </c:pt>
                <c:pt idx="2111">
                  <c:v>128.72489318571118</c:v>
                </c:pt>
                <c:pt idx="2112">
                  <c:v>127.87631146878113</c:v>
                </c:pt>
                <c:pt idx="2113">
                  <c:v>129.70368909669824</c:v>
                </c:pt>
                <c:pt idx="2114">
                  <c:v>128.51023630220396</c:v>
                </c:pt>
                <c:pt idx="2115">
                  <c:v>129.48337782864908</c:v>
                </c:pt>
                <c:pt idx="2116">
                  <c:v>131.39566772807552</c:v>
                </c:pt>
                <c:pt idx="2117">
                  <c:v>132.26406343118251</c:v>
                </c:pt>
                <c:pt idx="2118">
                  <c:v>132.81716326983684</c:v>
                </c:pt>
                <c:pt idx="2119">
                  <c:v>132.98748328163941</c:v>
                </c:pt>
                <c:pt idx="2120">
                  <c:v>133.16636355178687</c:v>
                </c:pt>
                <c:pt idx="2121">
                  <c:v>133.50391270367595</c:v>
                </c:pt>
                <c:pt idx="2122">
                  <c:v>130.9765795896563</c:v>
                </c:pt>
                <c:pt idx="2123">
                  <c:v>130.98750585888084</c:v>
                </c:pt>
                <c:pt idx="2124">
                  <c:v>128.1382690509636</c:v>
                </c:pt>
                <c:pt idx="2125">
                  <c:v>129.34123118649418</c:v>
                </c:pt>
                <c:pt idx="2126">
                  <c:v>131.586252073417</c:v>
                </c:pt>
                <c:pt idx="2127">
                  <c:v>131.04843354906751</c:v>
                </c:pt>
                <c:pt idx="2128">
                  <c:v>131.24413679175692</c:v>
                </c:pt>
                <c:pt idx="2129">
                  <c:v>132.01855878891598</c:v>
                </c:pt>
                <c:pt idx="2130">
                  <c:v>131.94841161982987</c:v>
                </c:pt>
                <c:pt idx="2131">
                  <c:v>133.69502688009547</c:v>
                </c:pt>
                <c:pt idx="2132">
                  <c:v>134.68828794952785</c:v>
                </c:pt>
                <c:pt idx="2133">
                  <c:v>133.48207029223138</c:v>
                </c:pt>
                <c:pt idx="2134">
                  <c:v>133.4293602511369</c:v>
                </c:pt>
                <c:pt idx="2135">
                  <c:v>134.08535852467983</c:v>
                </c:pt>
                <c:pt idx="2136">
                  <c:v>134.55914484920606</c:v>
                </c:pt>
                <c:pt idx="2137">
                  <c:v>131.96707636553964</c:v>
                </c:pt>
                <c:pt idx="2138">
                  <c:v>130.94693340149118</c:v>
                </c:pt>
                <c:pt idx="2139">
                  <c:v>131.78802921300621</c:v>
                </c:pt>
                <c:pt idx="2140">
                  <c:v>129.28582498148171</c:v>
                </c:pt>
                <c:pt idx="2141">
                  <c:v>134.17881110938112</c:v>
                </c:pt>
                <c:pt idx="2142">
                  <c:v>133.71634599908541</c:v>
                </c:pt>
                <c:pt idx="2143">
                  <c:v>136.18519050583373</c:v>
                </c:pt>
                <c:pt idx="2144">
                  <c:v>137.44446449833441</c:v>
                </c:pt>
                <c:pt idx="2145">
                  <c:v>136.8315409379737</c:v>
                </c:pt>
                <c:pt idx="2146">
                  <c:v>137.07785850935753</c:v>
                </c:pt>
                <c:pt idx="2147">
                  <c:v>137.797146299091</c:v>
                </c:pt>
                <c:pt idx="2148">
                  <c:v>137.8223228553085</c:v>
                </c:pt>
                <c:pt idx="2149">
                  <c:v>136.55613133490064</c:v>
                </c:pt>
                <c:pt idx="2150">
                  <c:v>135.78849709701521</c:v>
                </c:pt>
                <c:pt idx="2151">
                  <c:v>135.57969880391411</c:v>
                </c:pt>
                <c:pt idx="2152">
                  <c:v>135.64655126019122</c:v>
                </c:pt>
                <c:pt idx="2153">
                  <c:v>135.8644095622916</c:v>
                </c:pt>
                <c:pt idx="2154">
                  <c:v>135.77060857123752</c:v>
                </c:pt>
                <c:pt idx="2155">
                  <c:v>135.64174568133012</c:v>
                </c:pt>
                <c:pt idx="2156">
                  <c:v>137.20782961848099</c:v>
                </c:pt>
                <c:pt idx="2157">
                  <c:v>137.47434804247931</c:v>
                </c:pt>
                <c:pt idx="2158">
                  <c:v>138.56707368164629</c:v>
                </c:pt>
                <c:pt idx="2159">
                  <c:v>140.49647718206657</c:v>
                </c:pt>
                <c:pt idx="2160">
                  <c:v>142.31420767065225</c:v>
                </c:pt>
                <c:pt idx="2161">
                  <c:v>143.51217184328888</c:v>
                </c:pt>
                <c:pt idx="2162">
                  <c:v>144.0554943788166</c:v>
                </c:pt>
                <c:pt idx="2163">
                  <c:v>143.19189607926614</c:v>
                </c:pt>
                <c:pt idx="2164">
                  <c:v>144.75232722290613</c:v>
                </c:pt>
                <c:pt idx="2165">
                  <c:v>144.18186960845034</c:v>
                </c:pt>
                <c:pt idx="2166">
                  <c:v>144.09642649634651</c:v>
                </c:pt>
                <c:pt idx="2167">
                  <c:v>141.71500463735327</c:v>
                </c:pt>
                <c:pt idx="2168">
                  <c:v>143.17195132525111</c:v>
                </c:pt>
                <c:pt idx="2169">
                  <c:v>143.96632591068834</c:v>
                </c:pt>
                <c:pt idx="2170">
                  <c:v>144.95878168019823</c:v>
                </c:pt>
                <c:pt idx="2171">
                  <c:v>146.31642926829974</c:v>
                </c:pt>
                <c:pt idx="2172">
                  <c:v>149.7307513281138</c:v>
                </c:pt>
                <c:pt idx="2173">
                  <c:v>150.21100117069435</c:v>
                </c:pt>
                <c:pt idx="2174">
                  <c:v>149.28900144063147</c:v>
                </c:pt>
                <c:pt idx="2175">
                  <c:v>150.90689133185788</c:v>
                </c:pt>
                <c:pt idx="2176">
                  <c:v>151.03244506035153</c:v>
                </c:pt>
                <c:pt idx="2177">
                  <c:v>151.78970310609526</c:v>
                </c:pt>
                <c:pt idx="2178">
                  <c:v>149.39239494338022</c:v>
                </c:pt>
                <c:pt idx="2179">
                  <c:v>149.12815834499705</c:v>
                </c:pt>
                <c:pt idx="2180">
                  <c:v>152.32905344984155</c:v>
                </c:pt>
                <c:pt idx="2181">
                  <c:v>152.85144503499987</c:v>
                </c:pt>
                <c:pt idx="2182">
                  <c:v>153.61707337651396</c:v>
                </c:pt>
                <c:pt idx="2183">
                  <c:v>153.46329849215303</c:v>
                </c:pt>
                <c:pt idx="2184">
                  <c:v>152.18903289653437</c:v>
                </c:pt>
                <c:pt idx="2185">
                  <c:v>152.80216357143931</c:v>
                </c:pt>
                <c:pt idx="2186">
                  <c:v>153.77602612432608</c:v>
                </c:pt>
                <c:pt idx="2187">
                  <c:v>154.97721111055796</c:v>
                </c:pt>
                <c:pt idx="2188">
                  <c:v>156.13085435100277</c:v>
                </c:pt>
                <c:pt idx="2189">
                  <c:v>155.83927736086727</c:v>
                </c:pt>
                <c:pt idx="2190">
                  <c:v>155.86576412182097</c:v>
                </c:pt>
                <c:pt idx="2191">
                  <c:v>156.09830444706733</c:v>
                </c:pt>
                <c:pt idx="2192">
                  <c:v>157.13054607474368</c:v>
                </c:pt>
                <c:pt idx="2193">
                  <c:v>158.88186649044655</c:v>
                </c:pt>
                <c:pt idx="2194">
                  <c:v>158.25996467770165</c:v>
                </c:pt>
                <c:pt idx="2195">
                  <c:v>160.64517933735488</c:v>
                </c:pt>
                <c:pt idx="2196">
                  <c:v>159.05274566529178</c:v>
                </c:pt>
                <c:pt idx="2197">
                  <c:v>159.08381813264032</c:v>
                </c:pt>
                <c:pt idx="2198">
                  <c:v>160.2295327415562</c:v>
                </c:pt>
                <c:pt idx="2199">
                  <c:v>160.01090642598214</c:v>
                </c:pt>
                <c:pt idx="2200">
                  <c:v>159.3260595180507</c:v>
                </c:pt>
                <c:pt idx="2201">
                  <c:v>159.06875261785169</c:v>
                </c:pt>
                <c:pt idx="2202">
                  <c:v>160.71732075526421</c:v>
                </c:pt>
                <c:pt idx="2203">
                  <c:v>160.51158799947058</c:v>
                </c:pt>
                <c:pt idx="2204">
                  <c:v>162.2149307738072</c:v>
                </c:pt>
                <c:pt idx="2205">
                  <c:v>161.87270416855054</c:v>
                </c:pt>
                <c:pt idx="2206">
                  <c:v>159.39134343961314</c:v>
                </c:pt>
                <c:pt idx="2207">
                  <c:v>159.13769072779394</c:v>
                </c:pt>
                <c:pt idx="2208">
                  <c:v>159.89787183283278</c:v>
                </c:pt>
                <c:pt idx="2209">
                  <c:v>160.75482818529252</c:v>
                </c:pt>
                <c:pt idx="2210">
                  <c:v>160.90172960465478</c:v>
                </c:pt>
                <c:pt idx="2211">
                  <c:v>161.48595653538376</c:v>
                </c:pt>
                <c:pt idx="2212">
                  <c:v>161.20237145456025</c:v>
                </c:pt>
                <c:pt idx="2213">
                  <c:v>163.12439963732712</c:v>
                </c:pt>
                <c:pt idx="2214">
                  <c:v>161.29905107462156</c:v>
                </c:pt>
                <c:pt idx="2215">
                  <c:v>160.22679923062248</c:v>
                </c:pt>
                <c:pt idx="2216">
                  <c:v>159.61386230168878</c:v>
                </c:pt>
                <c:pt idx="2217">
                  <c:v>158.79477781874169</c:v>
                </c:pt>
                <c:pt idx="2218">
                  <c:v>161.13766971088737</c:v>
                </c:pt>
                <c:pt idx="2219">
                  <c:v>164.3841492375546</c:v>
                </c:pt>
                <c:pt idx="2220">
                  <c:v>161.06341933540565</c:v>
                </c:pt>
                <c:pt idx="2221">
                  <c:v>162.80386450735867</c:v>
                </c:pt>
                <c:pt idx="2222">
                  <c:v>163.47869739037847</c:v>
                </c:pt>
                <c:pt idx="2223">
                  <c:v>162.59164263317197</c:v>
                </c:pt>
                <c:pt idx="2224">
                  <c:v>161.98951677405225</c:v>
                </c:pt>
                <c:pt idx="2225">
                  <c:v>160.59161246238759</c:v>
                </c:pt>
                <c:pt idx="2226">
                  <c:v>161.21944745130145</c:v>
                </c:pt>
                <c:pt idx="2227">
                  <c:v>159.60137966137432</c:v>
                </c:pt>
                <c:pt idx="2228">
                  <c:v>157.57350282087774</c:v>
                </c:pt>
                <c:pt idx="2229">
                  <c:v>155.1060476936957</c:v>
                </c:pt>
                <c:pt idx="2230">
                  <c:v>155.79303674464182</c:v>
                </c:pt>
                <c:pt idx="2231">
                  <c:v>155.81278125462438</c:v>
                </c:pt>
                <c:pt idx="2232">
                  <c:v>157.76322681489339</c:v>
                </c:pt>
                <c:pt idx="2233">
                  <c:v>156.92324017155823</c:v>
                </c:pt>
                <c:pt idx="2234">
                  <c:v>157.41743116303564</c:v>
                </c:pt>
                <c:pt idx="2235">
                  <c:v>156.20009220057315</c:v>
                </c:pt>
                <c:pt idx="2236">
                  <c:v>156.32682864417319</c:v>
                </c:pt>
                <c:pt idx="2237">
                  <c:v>157.89997095949002</c:v>
                </c:pt>
                <c:pt idx="2238">
                  <c:v>154.96983594818207</c:v>
                </c:pt>
                <c:pt idx="2239">
                  <c:v>155.04023045308611</c:v>
                </c:pt>
                <c:pt idx="2240">
                  <c:v>153.66089837692033</c:v>
                </c:pt>
                <c:pt idx="2241">
                  <c:v>152.30655142299278</c:v>
                </c:pt>
                <c:pt idx="2242">
                  <c:v>149.55219738208697</c:v>
                </c:pt>
                <c:pt idx="2243">
                  <c:v>148.15377997020028</c:v>
                </c:pt>
                <c:pt idx="2244">
                  <c:v>149.37988409011371</c:v>
                </c:pt>
                <c:pt idx="2245">
                  <c:v>150.83109862969144</c:v>
                </c:pt>
                <c:pt idx="2246">
                  <c:v>152.70508023997894</c:v>
                </c:pt>
                <c:pt idx="2247">
                  <c:v>151.2118985914027</c:v>
                </c:pt>
                <c:pt idx="2248">
                  <c:v>149.96186158738666</c:v>
                </c:pt>
                <c:pt idx="2249">
                  <c:v>149.27486442958732</c:v>
                </c:pt>
                <c:pt idx="2250">
                  <c:v>153.84903504698116</c:v>
                </c:pt>
                <c:pt idx="2251">
                  <c:v>153.81819698506138</c:v>
                </c:pt>
                <c:pt idx="2252">
                  <c:v>153.64870571490388</c:v>
                </c:pt>
                <c:pt idx="2253">
                  <c:v>153.84451144196808</c:v>
                </c:pt>
                <c:pt idx="2254">
                  <c:v>153.78567998096696</c:v>
                </c:pt>
                <c:pt idx="2255">
                  <c:v>152.79318948935924</c:v>
                </c:pt>
                <c:pt idx="2256">
                  <c:v>152.45171172657743</c:v>
                </c:pt>
                <c:pt idx="2257">
                  <c:v>152.54662145258831</c:v>
                </c:pt>
                <c:pt idx="2258">
                  <c:v>151.99068705266149</c:v>
                </c:pt>
                <c:pt idx="2259">
                  <c:v>151.5560507971411</c:v>
                </c:pt>
                <c:pt idx="2260">
                  <c:v>152.2549050623746</c:v>
                </c:pt>
                <c:pt idx="2261">
                  <c:v>150.83808379730849</c:v>
                </c:pt>
                <c:pt idx="2262">
                  <c:v>152.45888027294762</c:v>
                </c:pt>
                <c:pt idx="2263">
                  <c:v>154.82851129217369</c:v>
                </c:pt>
                <c:pt idx="2264">
                  <c:v>153.46581350565975</c:v>
                </c:pt>
                <c:pt idx="2265">
                  <c:v>153.97474974995012</c:v>
                </c:pt>
                <c:pt idx="2266">
                  <c:v>153.88504731002058</c:v>
                </c:pt>
                <c:pt idx="2267">
                  <c:v>154.93316745414037</c:v>
                </c:pt>
                <c:pt idx="2268">
                  <c:v>156.95096074168117</c:v>
                </c:pt>
                <c:pt idx="2269">
                  <c:v>158.53900089495875</c:v>
                </c:pt>
                <c:pt idx="2270">
                  <c:v>159.70615583579118</c:v>
                </c:pt>
                <c:pt idx="2271">
                  <c:v>160.03017605606905</c:v>
                </c:pt>
                <c:pt idx="2272">
                  <c:v>159.33185543532326</c:v>
                </c:pt>
                <c:pt idx="2273">
                  <c:v>157.41747571620195</c:v>
                </c:pt>
                <c:pt idx="2274">
                  <c:v>156.00486496401331</c:v>
                </c:pt>
                <c:pt idx="2275">
                  <c:v>157.25562505040119</c:v>
                </c:pt>
                <c:pt idx="2276">
                  <c:v>155.55626164668516</c:v>
                </c:pt>
                <c:pt idx="2277">
                  <c:v>154.58957403003598</c:v>
                </c:pt>
                <c:pt idx="2278">
                  <c:v>151.20533448623158</c:v>
                </c:pt>
                <c:pt idx="2279">
                  <c:v>147.05281249637036</c:v>
                </c:pt>
                <c:pt idx="2280">
                  <c:v>148.87630243580014</c:v>
                </c:pt>
                <c:pt idx="2281">
                  <c:v>147.40926029394797</c:v>
                </c:pt>
                <c:pt idx="2282">
                  <c:v>147.01324120042136</c:v>
                </c:pt>
                <c:pt idx="2283">
                  <c:v>147.86346925220741</c:v>
                </c:pt>
                <c:pt idx="2284">
                  <c:v>148.67243323679344</c:v>
                </c:pt>
                <c:pt idx="2285">
                  <c:v>146.78468122188795</c:v>
                </c:pt>
                <c:pt idx="2286">
                  <c:v>147.71539536407005</c:v>
                </c:pt>
                <c:pt idx="2287">
                  <c:v>149.96746440467251</c:v>
                </c:pt>
                <c:pt idx="2288">
                  <c:v>147.09415630133395</c:v>
                </c:pt>
                <c:pt idx="2289">
                  <c:v>142.98235043165309</c:v>
                </c:pt>
                <c:pt idx="2290">
                  <c:v>139.46267593806073</c:v>
                </c:pt>
                <c:pt idx="2291">
                  <c:v>141.85857036477373</c:v>
                </c:pt>
                <c:pt idx="2292">
                  <c:v>143.56065156140156</c:v>
                </c:pt>
                <c:pt idx="2293">
                  <c:v>143.59276938879802</c:v>
                </c:pt>
                <c:pt idx="2294">
                  <c:v>142.89753138526436</c:v>
                </c:pt>
                <c:pt idx="2295">
                  <c:v>144.7702629290263</c:v>
                </c:pt>
                <c:pt idx="2296">
                  <c:v>145.49439260078037</c:v>
                </c:pt>
                <c:pt idx="2297">
                  <c:v>145.86424574869986</c:v>
                </c:pt>
                <c:pt idx="2298">
                  <c:v>146.45424942673083</c:v>
                </c:pt>
                <c:pt idx="2299">
                  <c:v>141.92539781409931</c:v>
                </c:pt>
                <c:pt idx="2300">
                  <c:v>141.27269448950028</c:v>
                </c:pt>
                <c:pt idx="2301">
                  <c:v>143.11806420878338</c:v>
                </c:pt>
                <c:pt idx="2302">
                  <c:v>139.00018160269693</c:v>
                </c:pt>
                <c:pt idx="2303">
                  <c:v>140.76644110882853</c:v>
                </c:pt>
                <c:pt idx="2304">
                  <c:v>139.91137107786693</c:v>
                </c:pt>
                <c:pt idx="2305">
                  <c:v>138.91587403626221</c:v>
                </c:pt>
                <c:pt idx="2306">
                  <c:v>139.12673136075449</c:v>
                </c:pt>
                <c:pt idx="2307">
                  <c:v>136.53202448127897</c:v>
                </c:pt>
                <c:pt idx="2308">
                  <c:v>136.48831867952185</c:v>
                </c:pt>
                <c:pt idx="2309">
                  <c:v>135.06355886542136</c:v>
                </c:pt>
                <c:pt idx="2310">
                  <c:v>131.55529192192023</c:v>
                </c:pt>
                <c:pt idx="2311">
                  <c:v>132.10016018278392</c:v>
                </c:pt>
                <c:pt idx="2312">
                  <c:v>131.63599245172941</c:v>
                </c:pt>
                <c:pt idx="2313">
                  <c:v>134.11276053314737</c:v>
                </c:pt>
                <c:pt idx="2314">
                  <c:v>136.09463376995569</c:v>
                </c:pt>
                <c:pt idx="2315">
                  <c:v>135.83297218650213</c:v>
                </c:pt>
                <c:pt idx="2316">
                  <c:v>134.74586939647048</c:v>
                </c:pt>
                <c:pt idx="2317">
                  <c:v>135.11285569931854</c:v>
                </c:pt>
                <c:pt idx="2318">
                  <c:v>135.82661222564803</c:v>
                </c:pt>
                <c:pt idx="2319">
                  <c:v>135.8554296464082</c:v>
                </c:pt>
                <c:pt idx="2320">
                  <c:v>141.85949983341791</c:v>
                </c:pt>
                <c:pt idx="2321">
                  <c:v>143.49526992315921</c:v>
                </c:pt>
                <c:pt idx="2322">
                  <c:v>145.55790892253319</c:v>
                </c:pt>
                <c:pt idx="2323">
                  <c:v>147.19562931843925</c:v>
                </c:pt>
                <c:pt idx="2324">
                  <c:v>144.35837837266772</c:v>
                </c:pt>
                <c:pt idx="2325">
                  <c:v>143.96078922086244</c:v>
                </c:pt>
                <c:pt idx="2326">
                  <c:v>143.32919899641806</c:v>
                </c:pt>
              </c:numCache>
            </c:numRef>
          </c:val>
          <c:smooth val="0"/>
          <c:extLst>
            <c:ext xmlns:c16="http://schemas.microsoft.com/office/drawing/2014/chart" uri="{C3380CC4-5D6E-409C-BE32-E72D297353CC}">
              <c16:uniqueId val="{00000002-AF2F-5546-ACD5-CCD7865E1BD1}"/>
            </c:ext>
          </c:extLst>
        </c:ser>
        <c:ser>
          <c:idx val="3"/>
          <c:order val="3"/>
          <c:tx>
            <c:strRef>
              <c:f>FX!$BQ$2</c:f>
              <c:strCache>
                <c:ptCount val="1"/>
                <c:pt idx="0">
                  <c:v>NIFTY FMCG</c:v>
                </c:pt>
              </c:strCache>
            </c:strRef>
          </c:tx>
          <c:spPr>
            <a:ln w="12700" cap="rnd">
              <a:solidFill>
                <a:schemeClr val="dk1">
                  <a:tint val="98500"/>
                </a:schemeClr>
              </a:solidFill>
              <a:round/>
            </a:ln>
            <a:effectLst>
              <a:outerShdw blurRad="50800" dist="38100" dir="2700000" algn="tl" rotWithShape="0">
                <a:prstClr val="black">
                  <a:alpha val="40000"/>
                </a:prstClr>
              </a:outerShdw>
            </a:effectLst>
          </c:spPr>
          <c:marker>
            <c:symbol val="none"/>
          </c:marker>
          <c:cat>
            <c:numRef>
              <c:f>FX!$BM$3:$BM$2329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FX!$BQ$3:$BQ$2329</c:f>
              <c:numCache>
                <c:formatCode>_(* #,##0.0_);_(* \(#,##0.0\);_(* "-"??_);_(@_)</c:formatCode>
                <c:ptCount val="2327"/>
                <c:pt idx="0" formatCode="General">
                  <c:v>100</c:v>
                </c:pt>
                <c:pt idx="1">
                  <c:v>100.42402879706447</c:v>
                </c:pt>
                <c:pt idx="2">
                  <c:v>100.634422862157</c:v>
                </c:pt>
                <c:pt idx="3">
                  <c:v>99.037722796874945</c:v>
                </c:pt>
                <c:pt idx="4">
                  <c:v>98.826416980876303</c:v>
                </c:pt>
                <c:pt idx="5">
                  <c:v>101.60676158165259</c:v>
                </c:pt>
                <c:pt idx="6">
                  <c:v>102.75307153521872</c:v>
                </c:pt>
                <c:pt idx="7">
                  <c:v>104.31639054685762</c:v>
                </c:pt>
                <c:pt idx="8">
                  <c:v>104.84744285802583</c:v>
                </c:pt>
                <c:pt idx="9">
                  <c:v>104.01313674709615</c:v>
                </c:pt>
                <c:pt idx="10">
                  <c:v>106.2851111338092</c:v>
                </c:pt>
                <c:pt idx="11">
                  <c:v>107.07356084006321</c:v>
                </c:pt>
                <c:pt idx="12">
                  <c:v>105.84196162621922</c:v>
                </c:pt>
                <c:pt idx="13">
                  <c:v>106.04230172628164</c:v>
                </c:pt>
                <c:pt idx="14">
                  <c:v>105.89347569685788</c:v>
                </c:pt>
                <c:pt idx="15">
                  <c:v>106.60206696234177</c:v>
                </c:pt>
                <c:pt idx="16">
                  <c:v>107.90327204549257</c:v>
                </c:pt>
                <c:pt idx="17">
                  <c:v>108.21454746300734</c:v>
                </c:pt>
                <c:pt idx="18">
                  <c:v>109.42041702484502</c:v>
                </c:pt>
                <c:pt idx="19">
                  <c:v>108.31293231844103</c:v>
                </c:pt>
                <c:pt idx="20">
                  <c:v>106.42848860271509</c:v>
                </c:pt>
                <c:pt idx="21">
                  <c:v>107.76658640316431</c:v>
                </c:pt>
                <c:pt idx="22">
                  <c:v>107.55549451031214</c:v>
                </c:pt>
                <c:pt idx="23">
                  <c:v>107.740700149303</c:v>
                </c:pt>
                <c:pt idx="24">
                  <c:v>108.96632027461406</c:v>
                </c:pt>
                <c:pt idx="25">
                  <c:v>106.77660545127054</c:v>
                </c:pt>
                <c:pt idx="26">
                  <c:v>107.46159647646711</c:v>
                </c:pt>
                <c:pt idx="27">
                  <c:v>107.44137227249648</c:v>
                </c:pt>
                <c:pt idx="28">
                  <c:v>111.41419522739962</c:v>
                </c:pt>
                <c:pt idx="29">
                  <c:v>112.69390989557925</c:v>
                </c:pt>
                <c:pt idx="30">
                  <c:v>111.64596049074059</c:v>
                </c:pt>
                <c:pt idx="31">
                  <c:v>112.44329913892115</c:v>
                </c:pt>
                <c:pt idx="32">
                  <c:v>111.31702724250398</c:v>
                </c:pt>
                <c:pt idx="33">
                  <c:v>112.82140048811608</c:v>
                </c:pt>
                <c:pt idx="34">
                  <c:v>113.55987992267691</c:v>
                </c:pt>
                <c:pt idx="35">
                  <c:v>112.61208760039486</c:v>
                </c:pt>
                <c:pt idx="36">
                  <c:v>112.84794183172598</c:v>
                </c:pt>
                <c:pt idx="37">
                  <c:v>107.92975715194797</c:v>
                </c:pt>
                <c:pt idx="38">
                  <c:v>105.59305725912415</c:v>
                </c:pt>
                <c:pt idx="39">
                  <c:v>105.98464194332107</c:v>
                </c:pt>
                <c:pt idx="40">
                  <c:v>106.72696917378504</c:v>
                </c:pt>
                <c:pt idx="41">
                  <c:v>105.37565944474366</c:v>
                </c:pt>
                <c:pt idx="42">
                  <c:v>104.70879071372332</c:v>
                </c:pt>
                <c:pt idx="43">
                  <c:v>104.6574539888836</c:v>
                </c:pt>
                <c:pt idx="44">
                  <c:v>106.61910593014552</c:v>
                </c:pt>
                <c:pt idx="45">
                  <c:v>104.26343592901</c:v>
                </c:pt>
                <c:pt idx="46">
                  <c:v>102.81096454049408</c:v>
                </c:pt>
                <c:pt idx="47">
                  <c:v>104.44364340651551</c:v>
                </c:pt>
                <c:pt idx="48">
                  <c:v>103.73819893033399</c:v>
                </c:pt>
                <c:pt idx="49">
                  <c:v>103.43989529730356</c:v>
                </c:pt>
                <c:pt idx="50">
                  <c:v>101.14261273015109</c:v>
                </c:pt>
                <c:pt idx="51">
                  <c:v>101.47123870187032</c:v>
                </c:pt>
                <c:pt idx="52">
                  <c:v>101.34106505674526</c:v>
                </c:pt>
                <c:pt idx="53">
                  <c:v>101.17168269915689</c:v>
                </c:pt>
                <c:pt idx="54">
                  <c:v>99.294494633967261</c:v>
                </c:pt>
                <c:pt idx="55">
                  <c:v>101.58358063651607</c:v>
                </c:pt>
                <c:pt idx="56">
                  <c:v>104.77866524658305</c:v>
                </c:pt>
                <c:pt idx="57">
                  <c:v>105.19596095974578</c:v>
                </c:pt>
                <c:pt idx="58">
                  <c:v>106.85369926728256</c:v>
                </c:pt>
                <c:pt idx="59">
                  <c:v>107.20741946541391</c:v>
                </c:pt>
                <c:pt idx="60">
                  <c:v>107.5043810401217</c:v>
                </c:pt>
                <c:pt idx="61">
                  <c:v>108.69827162252346</c:v>
                </c:pt>
                <c:pt idx="62">
                  <c:v>107.87006393022622</c:v>
                </c:pt>
                <c:pt idx="63">
                  <c:v>107.85801535642318</c:v>
                </c:pt>
                <c:pt idx="64">
                  <c:v>104.39442358562204</c:v>
                </c:pt>
                <c:pt idx="65">
                  <c:v>102.61216883246833</c:v>
                </c:pt>
                <c:pt idx="66">
                  <c:v>103.32785523254795</c:v>
                </c:pt>
                <c:pt idx="67">
                  <c:v>102.66422626533098</c:v>
                </c:pt>
                <c:pt idx="68">
                  <c:v>102.71571207843623</c:v>
                </c:pt>
                <c:pt idx="69">
                  <c:v>100.56892283857788</c:v>
                </c:pt>
                <c:pt idx="70">
                  <c:v>100.07044334093315</c:v>
                </c:pt>
                <c:pt idx="71">
                  <c:v>98.656619950404647</c:v>
                </c:pt>
                <c:pt idx="72">
                  <c:v>96.983769007466663</c:v>
                </c:pt>
                <c:pt idx="73">
                  <c:v>96.787485476326225</c:v>
                </c:pt>
                <c:pt idx="74">
                  <c:v>96.680217979671468</c:v>
                </c:pt>
                <c:pt idx="75">
                  <c:v>97.980157409308632</c:v>
                </c:pt>
                <c:pt idx="76">
                  <c:v>97.983582227219969</c:v>
                </c:pt>
                <c:pt idx="77">
                  <c:v>96.474668353407836</c:v>
                </c:pt>
                <c:pt idx="78">
                  <c:v>97.577441140501335</c:v>
                </c:pt>
                <c:pt idx="79">
                  <c:v>98.249546804795457</c:v>
                </c:pt>
                <c:pt idx="80">
                  <c:v>99.403415802739886</c:v>
                </c:pt>
                <c:pt idx="81">
                  <c:v>100.90620159043304</c:v>
                </c:pt>
                <c:pt idx="82">
                  <c:v>100.39294786594218</c:v>
                </c:pt>
                <c:pt idx="83">
                  <c:v>100.11912151842721</c:v>
                </c:pt>
                <c:pt idx="84">
                  <c:v>99.578308714321949</c:v>
                </c:pt>
                <c:pt idx="85">
                  <c:v>100.25842317467988</c:v>
                </c:pt>
                <c:pt idx="86">
                  <c:v>98.2659561910842</c:v>
                </c:pt>
                <c:pt idx="87">
                  <c:v>97.427423752574185</c:v>
                </c:pt>
                <c:pt idx="88">
                  <c:v>97.827720265307747</c:v>
                </c:pt>
                <c:pt idx="89">
                  <c:v>98.204028094269219</c:v>
                </c:pt>
                <c:pt idx="90">
                  <c:v>99.662176685487665</c:v>
                </c:pt>
                <c:pt idx="91">
                  <c:v>101.29401496491909</c:v>
                </c:pt>
                <c:pt idx="92">
                  <c:v>97.578892722867153</c:v>
                </c:pt>
                <c:pt idx="93">
                  <c:v>94.694582019205214</c:v>
                </c:pt>
                <c:pt idx="94">
                  <c:v>93.904141183692275</c:v>
                </c:pt>
                <c:pt idx="95">
                  <c:v>95.260108262928142</c:v>
                </c:pt>
                <c:pt idx="96">
                  <c:v>94.075966170903371</c:v>
                </c:pt>
                <c:pt idx="97">
                  <c:v>93.81231190024711</c:v>
                </c:pt>
                <c:pt idx="98">
                  <c:v>94.06195463105054</c:v>
                </c:pt>
                <c:pt idx="99">
                  <c:v>93.134108557657456</c:v>
                </c:pt>
                <c:pt idx="100">
                  <c:v>93.021146492090978</c:v>
                </c:pt>
                <c:pt idx="101">
                  <c:v>93.378737713552553</c:v>
                </c:pt>
                <c:pt idx="102">
                  <c:v>93.380140819143776</c:v>
                </c:pt>
                <c:pt idx="103">
                  <c:v>94.884865801013675</c:v>
                </c:pt>
                <c:pt idx="104">
                  <c:v>95.271836946928417</c:v>
                </c:pt>
                <c:pt idx="105">
                  <c:v>95.798518674717513</c:v>
                </c:pt>
                <c:pt idx="106">
                  <c:v>97.799445263271068</c:v>
                </c:pt>
                <c:pt idx="107">
                  <c:v>98.012916328433704</c:v>
                </c:pt>
                <c:pt idx="108">
                  <c:v>98.508961616934712</c:v>
                </c:pt>
                <c:pt idx="109">
                  <c:v>98.168830789951116</c:v>
                </c:pt>
                <c:pt idx="110">
                  <c:v>97.863144956131421</c:v>
                </c:pt>
                <c:pt idx="111">
                  <c:v>97.680588907516949</c:v>
                </c:pt>
                <c:pt idx="112">
                  <c:v>99.912567203715284</c:v>
                </c:pt>
                <c:pt idx="113">
                  <c:v>99.813187974184316</c:v>
                </c:pt>
                <c:pt idx="114">
                  <c:v>100.13962560472602</c:v>
                </c:pt>
                <c:pt idx="115">
                  <c:v>100.64645968134272</c:v>
                </c:pt>
                <c:pt idx="116">
                  <c:v>101.28801042635017</c:v>
                </c:pt>
                <c:pt idx="117">
                  <c:v>101.65166815735698</c:v>
                </c:pt>
                <c:pt idx="118">
                  <c:v>100.26796495284933</c:v>
                </c:pt>
                <c:pt idx="119">
                  <c:v>99.686098136959558</c:v>
                </c:pt>
                <c:pt idx="120">
                  <c:v>99.16945961082466</c:v>
                </c:pt>
                <c:pt idx="121">
                  <c:v>100.25706375990842</c:v>
                </c:pt>
                <c:pt idx="122">
                  <c:v>100.45952039762891</c:v>
                </c:pt>
                <c:pt idx="123">
                  <c:v>100.97358245860229</c:v>
                </c:pt>
                <c:pt idx="124">
                  <c:v>101.76454178939693</c:v>
                </c:pt>
                <c:pt idx="125">
                  <c:v>102.41642937274204</c:v>
                </c:pt>
                <c:pt idx="126">
                  <c:v>102.00203860814591</c:v>
                </c:pt>
                <c:pt idx="127">
                  <c:v>100.01283866369137</c:v>
                </c:pt>
                <c:pt idx="128">
                  <c:v>101.03726327763776</c:v>
                </c:pt>
                <c:pt idx="129">
                  <c:v>100.55729221232387</c:v>
                </c:pt>
                <c:pt idx="130">
                  <c:v>100.43041242101454</c:v>
                </c:pt>
                <c:pt idx="131">
                  <c:v>99.503439967767505</c:v>
                </c:pt>
                <c:pt idx="132">
                  <c:v>99.476869984294396</c:v>
                </c:pt>
                <c:pt idx="133">
                  <c:v>98.805261751103401</c:v>
                </c:pt>
                <c:pt idx="134">
                  <c:v>101.43740575718628</c:v>
                </c:pt>
                <c:pt idx="135">
                  <c:v>103.2974844681392</c:v>
                </c:pt>
                <c:pt idx="136">
                  <c:v>103.71779525992571</c:v>
                </c:pt>
                <c:pt idx="137">
                  <c:v>103.42450057404845</c:v>
                </c:pt>
                <c:pt idx="138">
                  <c:v>104.58110460529088</c:v>
                </c:pt>
                <c:pt idx="139">
                  <c:v>103.7975904395348</c:v>
                </c:pt>
                <c:pt idx="140">
                  <c:v>103.52347643778062</c:v>
                </c:pt>
                <c:pt idx="141">
                  <c:v>103.04762305587163</c:v>
                </c:pt>
                <c:pt idx="142">
                  <c:v>101.75954767324407</c:v>
                </c:pt>
                <c:pt idx="143">
                  <c:v>99.10836461086852</c:v>
                </c:pt>
                <c:pt idx="144">
                  <c:v>98.679861984315949</c:v>
                </c:pt>
                <c:pt idx="145">
                  <c:v>98.734145060932093</c:v>
                </c:pt>
                <c:pt idx="146">
                  <c:v>98.43544773877413</c:v>
                </c:pt>
                <c:pt idx="147">
                  <c:v>98.442815908292332</c:v>
                </c:pt>
                <c:pt idx="148">
                  <c:v>99.987700997392182</c:v>
                </c:pt>
                <c:pt idx="149">
                  <c:v>99.398382447641922</c:v>
                </c:pt>
                <c:pt idx="150">
                  <c:v>93.80957610880084</c:v>
                </c:pt>
                <c:pt idx="151">
                  <c:v>94.130157382399943</c:v>
                </c:pt>
                <c:pt idx="152">
                  <c:v>94.044757862934787</c:v>
                </c:pt>
                <c:pt idx="153">
                  <c:v>96.147539015238337</c:v>
                </c:pt>
                <c:pt idx="154">
                  <c:v>96.482216762036487</c:v>
                </c:pt>
                <c:pt idx="155">
                  <c:v>95.857504408505832</c:v>
                </c:pt>
                <c:pt idx="156">
                  <c:v>94.257293110412704</c:v>
                </c:pt>
                <c:pt idx="157">
                  <c:v>94.841844021170189</c:v>
                </c:pt>
                <c:pt idx="158">
                  <c:v>94.991521991663362</c:v>
                </c:pt>
                <c:pt idx="159">
                  <c:v>93.628597189348781</c:v>
                </c:pt>
                <c:pt idx="160">
                  <c:v>92.126254160969765</c:v>
                </c:pt>
                <c:pt idx="161">
                  <c:v>90.979244327414008</c:v>
                </c:pt>
                <c:pt idx="162">
                  <c:v>92.035589909184878</c:v>
                </c:pt>
                <c:pt idx="163">
                  <c:v>91.637246993419325</c:v>
                </c:pt>
                <c:pt idx="164">
                  <c:v>92.41097161069645</c:v>
                </c:pt>
                <c:pt idx="165">
                  <c:v>92.836523578966947</c:v>
                </c:pt>
                <c:pt idx="166">
                  <c:v>93.750869174425929</c:v>
                </c:pt>
                <c:pt idx="167">
                  <c:v>93.467219636450906</c:v>
                </c:pt>
                <c:pt idx="168">
                  <c:v>93.022382856482409</c:v>
                </c:pt>
                <c:pt idx="169">
                  <c:v>92.366698709177598</c:v>
                </c:pt>
                <c:pt idx="170">
                  <c:v>92.265323502752324</c:v>
                </c:pt>
                <c:pt idx="171">
                  <c:v>92.886759638481323</c:v>
                </c:pt>
                <c:pt idx="172">
                  <c:v>92.990032102525973</c:v>
                </c:pt>
                <c:pt idx="173">
                  <c:v>95.935741296328388</c:v>
                </c:pt>
                <c:pt idx="174">
                  <c:v>96.411944473790911</c:v>
                </c:pt>
                <c:pt idx="175">
                  <c:v>99.868482883987696</c:v>
                </c:pt>
                <c:pt idx="176">
                  <c:v>100.40987851649832</c:v>
                </c:pt>
                <c:pt idx="177">
                  <c:v>99.203551973156252</c:v>
                </c:pt>
                <c:pt idx="178">
                  <c:v>100.10622191921114</c:v>
                </c:pt>
                <c:pt idx="179">
                  <c:v>99.269363065973081</c:v>
                </c:pt>
                <c:pt idx="180">
                  <c:v>99.038896367329244</c:v>
                </c:pt>
                <c:pt idx="181">
                  <c:v>98.74478620498698</c:v>
                </c:pt>
                <c:pt idx="182">
                  <c:v>99.788222532737947</c:v>
                </c:pt>
                <c:pt idx="183">
                  <c:v>99.402380069607858</c:v>
                </c:pt>
                <c:pt idx="184">
                  <c:v>100.55660796164292</c:v>
                </c:pt>
                <c:pt idx="185">
                  <c:v>100.06353021985409</c:v>
                </c:pt>
                <c:pt idx="186">
                  <c:v>99.604043848672418</c:v>
                </c:pt>
                <c:pt idx="187">
                  <c:v>101.28181257919795</c:v>
                </c:pt>
                <c:pt idx="188">
                  <c:v>101.42581994802288</c:v>
                </c:pt>
                <c:pt idx="189">
                  <c:v>101.39727946868467</c:v>
                </c:pt>
                <c:pt idx="190">
                  <c:v>100.13136141697478</c:v>
                </c:pt>
                <c:pt idx="191">
                  <c:v>97.481751244683508</c:v>
                </c:pt>
                <c:pt idx="192">
                  <c:v>97.564636943631641</c:v>
                </c:pt>
                <c:pt idx="193">
                  <c:v>97.626036018565429</c:v>
                </c:pt>
                <c:pt idx="194">
                  <c:v>97.719130189139548</c:v>
                </c:pt>
                <c:pt idx="195">
                  <c:v>97.307675827756185</c:v>
                </c:pt>
                <c:pt idx="196">
                  <c:v>97.278176735638425</c:v>
                </c:pt>
                <c:pt idx="197">
                  <c:v>97.643905798104413</c:v>
                </c:pt>
                <c:pt idx="198">
                  <c:v>96.291429955788516</c:v>
                </c:pt>
                <c:pt idx="199">
                  <c:v>96.291429955788516</c:v>
                </c:pt>
                <c:pt idx="200">
                  <c:v>98.043185860693413</c:v>
                </c:pt>
                <c:pt idx="201">
                  <c:v>97.571792195544376</c:v>
                </c:pt>
                <c:pt idx="202">
                  <c:v>98.679861051482547</c:v>
                </c:pt>
                <c:pt idx="203">
                  <c:v>97.782374408207374</c:v>
                </c:pt>
                <c:pt idx="204">
                  <c:v>96.057684781493933</c:v>
                </c:pt>
                <c:pt idx="205">
                  <c:v>96.089835766832834</c:v>
                </c:pt>
                <c:pt idx="206">
                  <c:v>97.025073987026772</c:v>
                </c:pt>
                <c:pt idx="207">
                  <c:v>97.290006575236461</c:v>
                </c:pt>
                <c:pt idx="208">
                  <c:v>97.684616016538371</c:v>
                </c:pt>
                <c:pt idx="209">
                  <c:v>98.040457563160402</c:v>
                </c:pt>
                <c:pt idx="210">
                  <c:v>96.340499901335534</c:v>
                </c:pt>
                <c:pt idx="211">
                  <c:v>94.984677298581758</c:v>
                </c:pt>
                <c:pt idx="212">
                  <c:v>92.658043644585334</c:v>
                </c:pt>
                <c:pt idx="213">
                  <c:v>92.345906897792631</c:v>
                </c:pt>
                <c:pt idx="214">
                  <c:v>92.080597998622537</c:v>
                </c:pt>
                <c:pt idx="215">
                  <c:v>92.857201323826558</c:v>
                </c:pt>
                <c:pt idx="216">
                  <c:v>92.862799480844359</c:v>
                </c:pt>
                <c:pt idx="217">
                  <c:v>92.925362236946725</c:v>
                </c:pt>
                <c:pt idx="218">
                  <c:v>94.002261868344817</c:v>
                </c:pt>
                <c:pt idx="219">
                  <c:v>93.565429647599927</c:v>
                </c:pt>
                <c:pt idx="220">
                  <c:v>94.554356017271573</c:v>
                </c:pt>
                <c:pt idx="221">
                  <c:v>94.270274017633525</c:v>
                </c:pt>
                <c:pt idx="222">
                  <c:v>95.942640179887604</c:v>
                </c:pt>
                <c:pt idx="223">
                  <c:v>94.87960638208051</c:v>
                </c:pt>
                <c:pt idx="224">
                  <c:v>95.395510193881464</c:v>
                </c:pt>
                <c:pt idx="225">
                  <c:v>95.751395011664044</c:v>
                </c:pt>
                <c:pt idx="226">
                  <c:v>95.490254499330064</c:v>
                </c:pt>
                <c:pt idx="227">
                  <c:v>95.482545713176876</c:v>
                </c:pt>
                <c:pt idx="228">
                  <c:v>96.215170501076955</c:v>
                </c:pt>
                <c:pt idx="229">
                  <c:v>96.178481071365738</c:v>
                </c:pt>
                <c:pt idx="230">
                  <c:v>95.519701095316151</c:v>
                </c:pt>
                <c:pt idx="231">
                  <c:v>95.213431898421462</c:v>
                </c:pt>
                <c:pt idx="232">
                  <c:v>93.268701663536589</c:v>
                </c:pt>
                <c:pt idx="233">
                  <c:v>90.975224835306506</c:v>
                </c:pt>
                <c:pt idx="234">
                  <c:v>91.769319272087699</c:v>
                </c:pt>
                <c:pt idx="235">
                  <c:v>91.465304016613032</c:v>
                </c:pt>
                <c:pt idx="236">
                  <c:v>91.377732753114188</c:v>
                </c:pt>
                <c:pt idx="237">
                  <c:v>91.79823486224106</c:v>
                </c:pt>
                <c:pt idx="238">
                  <c:v>91.558545501900966</c:v>
                </c:pt>
                <c:pt idx="239">
                  <c:v>89.494509440545727</c:v>
                </c:pt>
                <c:pt idx="240">
                  <c:v>89.079034117266914</c:v>
                </c:pt>
                <c:pt idx="241">
                  <c:v>89.067651491357111</c:v>
                </c:pt>
                <c:pt idx="242">
                  <c:v>87.209370033467067</c:v>
                </c:pt>
                <c:pt idx="243">
                  <c:v>85.757208223150954</c:v>
                </c:pt>
                <c:pt idx="244">
                  <c:v>86.558069175624709</c:v>
                </c:pt>
                <c:pt idx="245">
                  <c:v>86.39953355040096</c:v>
                </c:pt>
                <c:pt idx="246">
                  <c:v>87.726191791673656</c:v>
                </c:pt>
                <c:pt idx="247">
                  <c:v>89.082182404692361</c:v>
                </c:pt>
                <c:pt idx="248">
                  <c:v>90.054102230467635</c:v>
                </c:pt>
                <c:pt idx="249">
                  <c:v>89.424963866745443</c:v>
                </c:pt>
                <c:pt idx="250">
                  <c:v>89.016452311954509</c:v>
                </c:pt>
                <c:pt idx="251">
                  <c:v>89.835478627506077</c:v>
                </c:pt>
                <c:pt idx="252">
                  <c:v>90.953065496962907</c:v>
                </c:pt>
                <c:pt idx="253">
                  <c:v>89.39977571154742</c:v>
                </c:pt>
                <c:pt idx="254">
                  <c:v>88.127277650719748</c:v>
                </c:pt>
                <c:pt idx="255">
                  <c:v>87.49230555051254</c:v>
                </c:pt>
                <c:pt idx="256">
                  <c:v>84.693416767720322</c:v>
                </c:pt>
                <c:pt idx="257">
                  <c:v>84.63916019553325</c:v>
                </c:pt>
                <c:pt idx="258">
                  <c:v>85.478008397881993</c:v>
                </c:pt>
                <c:pt idx="259">
                  <c:v>83.815365950126832</c:v>
                </c:pt>
                <c:pt idx="260">
                  <c:v>84.318887402947055</c:v>
                </c:pt>
                <c:pt idx="261">
                  <c:v>85.579719813964047</c:v>
                </c:pt>
                <c:pt idx="262">
                  <c:v>86.013117084660919</c:v>
                </c:pt>
                <c:pt idx="263">
                  <c:v>84.39239703973918</c:v>
                </c:pt>
                <c:pt idx="264">
                  <c:v>83.42453831797954</c:v>
                </c:pt>
                <c:pt idx="265">
                  <c:v>83.362487798481823</c:v>
                </c:pt>
                <c:pt idx="266">
                  <c:v>84.119644068963382</c:v>
                </c:pt>
                <c:pt idx="267">
                  <c:v>84.432341060277423</c:v>
                </c:pt>
                <c:pt idx="268">
                  <c:v>89.568986230762405</c:v>
                </c:pt>
                <c:pt idx="269">
                  <c:v>89.90811321810088</c:v>
                </c:pt>
                <c:pt idx="270">
                  <c:v>90.096909616509421</c:v>
                </c:pt>
                <c:pt idx="271">
                  <c:v>90.176562560768474</c:v>
                </c:pt>
                <c:pt idx="272">
                  <c:v>90.170765368189919</c:v>
                </c:pt>
                <c:pt idx="273">
                  <c:v>89.864638675882105</c:v>
                </c:pt>
                <c:pt idx="274">
                  <c:v>91.175489742693088</c:v>
                </c:pt>
                <c:pt idx="275">
                  <c:v>92.114486298148606</c:v>
                </c:pt>
                <c:pt idx="276">
                  <c:v>89.958242731628729</c:v>
                </c:pt>
                <c:pt idx="277">
                  <c:v>90.712390614415128</c:v>
                </c:pt>
                <c:pt idx="278">
                  <c:v>91.885743598796537</c:v>
                </c:pt>
                <c:pt idx="279">
                  <c:v>92.783030082578861</c:v>
                </c:pt>
                <c:pt idx="280">
                  <c:v>94.702686128771603</c:v>
                </c:pt>
                <c:pt idx="281">
                  <c:v>93.131967224893586</c:v>
                </c:pt>
                <c:pt idx="282">
                  <c:v>92.780062207614947</c:v>
                </c:pt>
                <c:pt idx="283">
                  <c:v>93.705723124559469</c:v>
                </c:pt>
                <c:pt idx="284">
                  <c:v>94.163888545160916</c:v>
                </c:pt>
                <c:pt idx="285">
                  <c:v>95.249928592108006</c:v>
                </c:pt>
                <c:pt idx="286">
                  <c:v>94.894726654628144</c:v>
                </c:pt>
                <c:pt idx="287">
                  <c:v>93.307463641349131</c:v>
                </c:pt>
                <c:pt idx="288">
                  <c:v>92.162253206386637</c:v>
                </c:pt>
                <c:pt idx="289">
                  <c:v>92.483897879683099</c:v>
                </c:pt>
                <c:pt idx="290">
                  <c:v>93.541721618732396</c:v>
                </c:pt>
                <c:pt idx="291">
                  <c:v>95.364151592632012</c:v>
                </c:pt>
                <c:pt idx="292">
                  <c:v>96.014578491828658</c:v>
                </c:pt>
                <c:pt idx="293">
                  <c:v>96.596478858173171</c:v>
                </c:pt>
                <c:pt idx="294">
                  <c:v>93.43805228335394</c:v>
                </c:pt>
                <c:pt idx="295">
                  <c:v>95.654295247792263</c:v>
                </c:pt>
                <c:pt idx="296">
                  <c:v>93.603081559021916</c:v>
                </c:pt>
                <c:pt idx="297">
                  <c:v>93.776634471766315</c:v>
                </c:pt>
                <c:pt idx="298">
                  <c:v>93.977965953271251</c:v>
                </c:pt>
                <c:pt idx="299">
                  <c:v>92.890631091896708</c:v>
                </c:pt>
                <c:pt idx="300">
                  <c:v>91.647714038359041</c:v>
                </c:pt>
                <c:pt idx="301">
                  <c:v>92.496963082005806</c:v>
                </c:pt>
                <c:pt idx="302">
                  <c:v>92.660070267372745</c:v>
                </c:pt>
                <c:pt idx="303">
                  <c:v>93.960278326642978</c:v>
                </c:pt>
                <c:pt idx="304">
                  <c:v>93.957964428414556</c:v>
                </c:pt>
                <c:pt idx="305">
                  <c:v>93.474886788123371</c:v>
                </c:pt>
                <c:pt idx="306">
                  <c:v>93.716120904176179</c:v>
                </c:pt>
                <c:pt idx="307">
                  <c:v>93.103581417851061</c:v>
                </c:pt>
                <c:pt idx="308">
                  <c:v>94.481916796422723</c:v>
                </c:pt>
                <c:pt idx="309">
                  <c:v>94.544554345032282</c:v>
                </c:pt>
                <c:pt idx="310">
                  <c:v>94.291047834968282</c:v>
                </c:pt>
                <c:pt idx="311">
                  <c:v>92.19481709310945</c:v>
                </c:pt>
                <c:pt idx="312">
                  <c:v>92.385329199855889</c:v>
                </c:pt>
                <c:pt idx="313">
                  <c:v>94.689531938814042</c:v>
                </c:pt>
                <c:pt idx="314">
                  <c:v>94.406677653853379</c:v>
                </c:pt>
                <c:pt idx="315">
                  <c:v>96.711413180012983</c:v>
                </c:pt>
                <c:pt idx="316">
                  <c:v>98.262927526659411</c:v>
                </c:pt>
                <c:pt idx="317">
                  <c:v>98.529502942433069</c:v>
                </c:pt>
                <c:pt idx="318">
                  <c:v>98.055883840925986</c:v>
                </c:pt>
                <c:pt idx="319">
                  <c:v>96.507157876261871</c:v>
                </c:pt>
                <c:pt idx="320">
                  <c:v>98.004648007354405</c:v>
                </c:pt>
                <c:pt idx="321">
                  <c:v>98.304086314225032</c:v>
                </c:pt>
                <c:pt idx="322">
                  <c:v>98.288717120813189</c:v>
                </c:pt>
                <c:pt idx="323">
                  <c:v>98.584197742315197</c:v>
                </c:pt>
                <c:pt idx="324">
                  <c:v>100.32210343156341</c:v>
                </c:pt>
                <c:pt idx="325">
                  <c:v>100.51382626473668</c:v>
                </c:pt>
                <c:pt idx="326">
                  <c:v>98.82430397069858</c:v>
                </c:pt>
                <c:pt idx="327">
                  <c:v>97.961521869345475</c:v>
                </c:pt>
                <c:pt idx="328">
                  <c:v>97.293388116599886</c:v>
                </c:pt>
                <c:pt idx="329">
                  <c:v>97.504024619642692</c:v>
                </c:pt>
                <c:pt idx="330">
                  <c:v>98.614019952752116</c:v>
                </c:pt>
                <c:pt idx="331">
                  <c:v>98.130313603129053</c:v>
                </c:pt>
                <c:pt idx="332">
                  <c:v>99.017784928702881</c:v>
                </c:pt>
                <c:pt idx="333">
                  <c:v>98.504574249938244</c:v>
                </c:pt>
                <c:pt idx="334">
                  <c:v>98.340596964452615</c:v>
                </c:pt>
                <c:pt idx="335">
                  <c:v>97.666239149583291</c:v>
                </c:pt>
                <c:pt idx="336">
                  <c:v>98.818591477439156</c:v>
                </c:pt>
                <c:pt idx="337">
                  <c:v>96.602284388009238</c:v>
                </c:pt>
                <c:pt idx="338">
                  <c:v>97.739440376088282</c:v>
                </c:pt>
                <c:pt idx="339">
                  <c:v>99.779449891746367</c:v>
                </c:pt>
                <c:pt idx="340">
                  <c:v>99.836748203763122</c:v>
                </c:pt>
                <c:pt idx="341">
                  <c:v>100.99622691131195</c:v>
                </c:pt>
                <c:pt idx="342">
                  <c:v>103.21292647622238</c:v>
                </c:pt>
                <c:pt idx="343">
                  <c:v>101.68502801909686</c:v>
                </c:pt>
                <c:pt idx="344">
                  <c:v>101.73455292387617</c:v>
                </c:pt>
                <c:pt idx="345">
                  <c:v>102.65301274476462</c:v>
                </c:pt>
                <c:pt idx="346">
                  <c:v>102.39536998356827</c:v>
                </c:pt>
                <c:pt idx="347">
                  <c:v>103.92077755280566</c:v>
                </c:pt>
                <c:pt idx="348">
                  <c:v>103.14014976112298</c:v>
                </c:pt>
                <c:pt idx="349">
                  <c:v>104.00480006394835</c:v>
                </c:pt>
                <c:pt idx="350">
                  <c:v>104.05439171916018</c:v>
                </c:pt>
                <c:pt idx="351">
                  <c:v>103.49113797178562</c:v>
                </c:pt>
                <c:pt idx="352">
                  <c:v>102.78641284988313</c:v>
                </c:pt>
                <c:pt idx="353">
                  <c:v>103.30650291049146</c:v>
                </c:pt>
                <c:pt idx="354">
                  <c:v>103.56552466959332</c:v>
                </c:pt>
                <c:pt idx="355">
                  <c:v>104.05046428689181</c:v>
                </c:pt>
                <c:pt idx="356">
                  <c:v>103.48531829285506</c:v>
                </c:pt>
                <c:pt idx="357">
                  <c:v>102.9572699328003</c:v>
                </c:pt>
                <c:pt idx="358">
                  <c:v>105.05832534094127</c:v>
                </c:pt>
                <c:pt idx="359">
                  <c:v>104.79888593454605</c:v>
                </c:pt>
                <c:pt idx="360">
                  <c:v>104.82285694048706</c:v>
                </c:pt>
                <c:pt idx="361">
                  <c:v>107.16746144984667</c:v>
                </c:pt>
                <c:pt idx="362">
                  <c:v>104.26966240301014</c:v>
                </c:pt>
                <c:pt idx="363">
                  <c:v>104.20000251382713</c:v>
                </c:pt>
                <c:pt idx="364">
                  <c:v>104.77975150122049</c:v>
                </c:pt>
                <c:pt idx="365">
                  <c:v>105.12512686907097</c:v>
                </c:pt>
                <c:pt idx="366">
                  <c:v>103.89693974267891</c:v>
                </c:pt>
                <c:pt idx="367">
                  <c:v>103.3641744185191</c:v>
                </c:pt>
                <c:pt idx="368">
                  <c:v>105.10586388547924</c:v>
                </c:pt>
                <c:pt idx="369">
                  <c:v>105.92303477138429</c:v>
                </c:pt>
                <c:pt idx="370">
                  <c:v>105.80066349500407</c:v>
                </c:pt>
                <c:pt idx="371">
                  <c:v>105.5495782447469</c:v>
                </c:pt>
                <c:pt idx="372">
                  <c:v>105.33240375970436</c:v>
                </c:pt>
                <c:pt idx="373">
                  <c:v>104.9897979251744</c:v>
                </c:pt>
                <c:pt idx="374">
                  <c:v>104.46548412185486</c:v>
                </c:pt>
                <c:pt idx="375">
                  <c:v>104.97142606602398</c:v>
                </c:pt>
                <c:pt idx="376">
                  <c:v>104.91703527671243</c:v>
                </c:pt>
                <c:pt idx="377">
                  <c:v>104.39979094682677</c:v>
                </c:pt>
                <c:pt idx="378">
                  <c:v>106.21275663736117</c:v>
                </c:pt>
                <c:pt idx="379">
                  <c:v>106.67606723578514</c:v>
                </c:pt>
                <c:pt idx="380">
                  <c:v>107.22131596706038</c:v>
                </c:pt>
                <c:pt idx="381">
                  <c:v>107.75195595858827</c:v>
                </c:pt>
                <c:pt idx="382">
                  <c:v>109.09934891982462</c:v>
                </c:pt>
                <c:pt idx="383">
                  <c:v>109.57173809331131</c:v>
                </c:pt>
                <c:pt idx="384">
                  <c:v>110.2754983527952</c:v>
                </c:pt>
                <c:pt idx="385">
                  <c:v>107.82236646403781</c:v>
                </c:pt>
                <c:pt idx="386">
                  <c:v>105.30125713491702</c:v>
                </c:pt>
                <c:pt idx="387">
                  <c:v>105.36993723572347</c:v>
                </c:pt>
                <c:pt idx="388">
                  <c:v>106.21762471538227</c:v>
                </c:pt>
                <c:pt idx="389">
                  <c:v>107.56143753324353</c:v>
                </c:pt>
                <c:pt idx="390">
                  <c:v>107.12674466076091</c:v>
                </c:pt>
                <c:pt idx="391">
                  <c:v>106.03906672508506</c:v>
                </c:pt>
                <c:pt idx="392">
                  <c:v>105.91207635299587</c:v>
                </c:pt>
                <c:pt idx="393">
                  <c:v>105.81189669484392</c:v>
                </c:pt>
                <c:pt idx="394">
                  <c:v>104.11562079957235</c:v>
                </c:pt>
                <c:pt idx="395">
                  <c:v>104.19847280495929</c:v>
                </c:pt>
                <c:pt idx="396">
                  <c:v>104.23992062443047</c:v>
                </c:pt>
                <c:pt idx="397">
                  <c:v>102.86244848249045</c:v>
                </c:pt>
                <c:pt idx="398">
                  <c:v>102.13169283270929</c:v>
                </c:pt>
                <c:pt idx="399">
                  <c:v>103.21569489570865</c:v>
                </c:pt>
                <c:pt idx="400">
                  <c:v>103.08679429946692</c:v>
                </c:pt>
                <c:pt idx="401">
                  <c:v>103.19329261985852</c:v>
                </c:pt>
                <c:pt idx="402">
                  <c:v>102.73048168337257</c:v>
                </c:pt>
                <c:pt idx="403">
                  <c:v>102.39300459397165</c:v>
                </c:pt>
                <c:pt idx="404">
                  <c:v>102.55341769070992</c:v>
                </c:pt>
                <c:pt idx="405">
                  <c:v>101.43294121757425</c:v>
                </c:pt>
                <c:pt idx="406">
                  <c:v>101.28081607375231</c:v>
                </c:pt>
                <c:pt idx="407">
                  <c:v>101.35122114704325</c:v>
                </c:pt>
                <c:pt idx="408">
                  <c:v>103.00923565333846</c:v>
                </c:pt>
                <c:pt idx="409">
                  <c:v>101.60963100783151</c:v>
                </c:pt>
                <c:pt idx="410">
                  <c:v>101.95371066673621</c:v>
                </c:pt>
                <c:pt idx="411">
                  <c:v>101.06771138058366</c:v>
                </c:pt>
                <c:pt idx="412">
                  <c:v>101.01084466707829</c:v>
                </c:pt>
                <c:pt idx="413">
                  <c:v>101.35127518541279</c:v>
                </c:pt>
                <c:pt idx="414">
                  <c:v>101.85821783913939</c:v>
                </c:pt>
                <c:pt idx="415">
                  <c:v>101.54623259797337</c:v>
                </c:pt>
                <c:pt idx="416">
                  <c:v>101.23535592191526</c:v>
                </c:pt>
                <c:pt idx="417">
                  <c:v>100.23480630055144</c:v>
                </c:pt>
                <c:pt idx="418">
                  <c:v>100.75020679309391</c:v>
                </c:pt>
                <c:pt idx="419">
                  <c:v>102.58949785346886</c:v>
                </c:pt>
                <c:pt idx="420">
                  <c:v>103.79670578789883</c:v>
                </c:pt>
                <c:pt idx="421">
                  <c:v>103.76750533802196</c:v>
                </c:pt>
                <c:pt idx="422">
                  <c:v>102.57878104549431</c:v>
                </c:pt>
                <c:pt idx="423">
                  <c:v>98.191343254762486</c:v>
                </c:pt>
                <c:pt idx="424">
                  <c:v>94.776491845498583</c:v>
                </c:pt>
                <c:pt idx="425">
                  <c:v>93.842232590876762</c:v>
                </c:pt>
                <c:pt idx="426">
                  <c:v>93.790762142079913</c:v>
                </c:pt>
                <c:pt idx="427">
                  <c:v>92.637435085948653</c:v>
                </c:pt>
                <c:pt idx="428">
                  <c:v>91.21735592263957</c:v>
                </c:pt>
                <c:pt idx="429">
                  <c:v>92.33116707938207</c:v>
                </c:pt>
                <c:pt idx="430">
                  <c:v>92.193037220993759</c:v>
                </c:pt>
                <c:pt idx="431">
                  <c:v>93.028613203736185</c:v>
                </c:pt>
                <c:pt idx="432">
                  <c:v>93.931673534189372</c:v>
                </c:pt>
                <c:pt idx="433">
                  <c:v>93.478110475284282</c:v>
                </c:pt>
                <c:pt idx="434">
                  <c:v>94.488103488661267</c:v>
                </c:pt>
                <c:pt idx="435">
                  <c:v>95.007403273208922</c:v>
                </c:pt>
                <c:pt idx="436">
                  <c:v>93.280863516758131</c:v>
                </c:pt>
                <c:pt idx="437">
                  <c:v>94.938418033558264</c:v>
                </c:pt>
                <c:pt idx="438">
                  <c:v>94.269399819946941</c:v>
                </c:pt>
                <c:pt idx="439">
                  <c:v>93.767608899803363</c:v>
                </c:pt>
                <c:pt idx="440">
                  <c:v>96.12520971421489</c:v>
                </c:pt>
                <c:pt idx="441">
                  <c:v>96.434216312360178</c:v>
                </c:pt>
                <c:pt idx="442">
                  <c:v>95.018734250245615</c:v>
                </c:pt>
                <c:pt idx="443">
                  <c:v>95.960476199687562</c:v>
                </c:pt>
                <c:pt idx="444">
                  <c:v>95.023045765429799</c:v>
                </c:pt>
                <c:pt idx="445">
                  <c:v>93.860405440112913</c:v>
                </c:pt>
                <c:pt idx="446">
                  <c:v>93.175156775081817</c:v>
                </c:pt>
                <c:pt idx="447">
                  <c:v>93.127515012011813</c:v>
                </c:pt>
                <c:pt idx="448">
                  <c:v>92.239684978032884</c:v>
                </c:pt>
                <c:pt idx="449">
                  <c:v>91.907077290917258</c:v>
                </c:pt>
                <c:pt idx="450">
                  <c:v>91.177216202139732</c:v>
                </c:pt>
                <c:pt idx="451">
                  <c:v>91.324269848341686</c:v>
                </c:pt>
                <c:pt idx="452">
                  <c:v>93.771130834828341</c:v>
                </c:pt>
                <c:pt idx="453">
                  <c:v>93.937166276291862</c:v>
                </c:pt>
                <c:pt idx="454">
                  <c:v>94.640845895417357</c:v>
                </c:pt>
                <c:pt idx="455">
                  <c:v>96.520642097114617</c:v>
                </c:pt>
                <c:pt idx="456">
                  <c:v>96.317174922351612</c:v>
                </c:pt>
                <c:pt idx="457">
                  <c:v>97.042129862945956</c:v>
                </c:pt>
                <c:pt idx="458">
                  <c:v>98.23213844411471</c:v>
                </c:pt>
                <c:pt idx="459">
                  <c:v>97.283873478426514</c:v>
                </c:pt>
                <c:pt idx="460">
                  <c:v>97.273242034057503</c:v>
                </c:pt>
                <c:pt idx="461">
                  <c:v>98.23903924999243</c:v>
                </c:pt>
                <c:pt idx="462">
                  <c:v>98.17414832826293</c:v>
                </c:pt>
                <c:pt idx="463">
                  <c:v>98.347182527393272</c:v>
                </c:pt>
                <c:pt idx="464">
                  <c:v>98.183910905499445</c:v>
                </c:pt>
                <c:pt idx="465">
                  <c:v>99.582881377001826</c:v>
                </c:pt>
                <c:pt idx="466">
                  <c:v>100.15337937136019</c:v>
                </c:pt>
                <c:pt idx="467">
                  <c:v>100.28616569435661</c:v>
                </c:pt>
                <c:pt idx="468">
                  <c:v>100.31815098350783</c:v>
                </c:pt>
                <c:pt idx="469">
                  <c:v>101.53450672075587</c:v>
                </c:pt>
                <c:pt idx="470">
                  <c:v>101.58612521661402</c:v>
                </c:pt>
                <c:pt idx="471">
                  <c:v>102.96945110179233</c:v>
                </c:pt>
                <c:pt idx="472">
                  <c:v>101.00480620239691</c:v>
                </c:pt>
                <c:pt idx="473">
                  <c:v>101.18976370039812</c:v>
                </c:pt>
                <c:pt idx="474">
                  <c:v>105.10203031120744</c:v>
                </c:pt>
                <c:pt idx="475">
                  <c:v>106.34543431452343</c:v>
                </c:pt>
                <c:pt idx="476">
                  <c:v>106.20974118792094</c:v>
                </c:pt>
                <c:pt idx="477">
                  <c:v>107.72346461587699</c:v>
                </c:pt>
                <c:pt idx="478">
                  <c:v>107.32161246190573</c:v>
                </c:pt>
                <c:pt idx="479">
                  <c:v>106.8992822717519</c:v>
                </c:pt>
                <c:pt idx="480">
                  <c:v>107.88001437470292</c:v>
                </c:pt>
                <c:pt idx="481">
                  <c:v>107.22000368835307</c:v>
                </c:pt>
                <c:pt idx="482">
                  <c:v>106.88729179054101</c:v>
                </c:pt>
                <c:pt idx="483">
                  <c:v>106.67370864131614</c:v>
                </c:pt>
                <c:pt idx="484">
                  <c:v>107.08289896794246</c:v>
                </c:pt>
                <c:pt idx="485">
                  <c:v>105.64769933212274</c:v>
                </c:pt>
                <c:pt idx="486">
                  <c:v>105.80119771964915</c:v>
                </c:pt>
                <c:pt idx="487">
                  <c:v>105.77220889474759</c:v>
                </c:pt>
                <c:pt idx="488">
                  <c:v>105.82358746245932</c:v>
                </c:pt>
                <c:pt idx="489">
                  <c:v>105.83968970505306</c:v>
                </c:pt>
                <c:pt idx="490">
                  <c:v>106.18822124227354</c:v>
                </c:pt>
                <c:pt idx="491">
                  <c:v>105.78219328815909</c:v>
                </c:pt>
                <c:pt idx="492">
                  <c:v>106.1480443361874</c:v>
                </c:pt>
                <c:pt idx="493">
                  <c:v>105.35512728344618</c:v>
                </c:pt>
                <c:pt idx="494">
                  <c:v>106.00898776750621</c:v>
                </c:pt>
                <c:pt idx="495">
                  <c:v>106.20570207392936</c:v>
                </c:pt>
                <c:pt idx="496">
                  <c:v>106.07156541401426</c:v>
                </c:pt>
                <c:pt idx="497">
                  <c:v>105.98440250511339</c:v>
                </c:pt>
                <c:pt idx="498">
                  <c:v>105.87750577818564</c:v>
                </c:pt>
                <c:pt idx="499">
                  <c:v>107.78258292401489</c:v>
                </c:pt>
                <c:pt idx="500">
                  <c:v>109.95164588691961</c:v>
                </c:pt>
                <c:pt idx="501">
                  <c:v>110.71495389612392</c:v>
                </c:pt>
                <c:pt idx="502">
                  <c:v>115.14871559858855</c:v>
                </c:pt>
                <c:pt idx="503">
                  <c:v>112.88009959500457</c:v>
                </c:pt>
                <c:pt idx="504">
                  <c:v>112.72572854619362</c:v>
                </c:pt>
                <c:pt idx="505">
                  <c:v>113.24225680858085</c:v>
                </c:pt>
                <c:pt idx="506">
                  <c:v>113.83015571205252</c:v>
                </c:pt>
                <c:pt idx="507">
                  <c:v>113.94498583665089</c:v>
                </c:pt>
                <c:pt idx="508">
                  <c:v>115.1765859562377</c:v>
                </c:pt>
                <c:pt idx="509">
                  <c:v>115.20986767804693</c:v>
                </c:pt>
                <c:pt idx="510">
                  <c:v>114.74907099710285</c:v>
                </c:pt>
                <c:pt idx="511">
                  <c:v>114.58877857397985</c:v>
                </c:pt>
                <c:pt idx="512">
                  <c:v>113.56144175966769</c:v>
                </c:pt>
                <c:pt idx="513">
                  <c:v>113.00966028861393</c:v>
                </c:pt>
                <c:pt idx="514">
                  <c:v>114.09442700249241</c:v>
                </c:pt>
                <c:pt idx="515">
                  <c:v>115.63360316442696</c:v>
                </c:pt>
                <c:pt idx="516">
                  <c:v>115.51206781830325</c:v>
                </c:pt>
                <c:pt idx="517">
                  <c:v>114.45397610628719</c:v>
                </c:pt>
                <c:pt idx="518">
                  <c:v>114.51248060780475</c:v>
                </c:pt>
                <c:pt idx="519">
                  <c:v>114.87815977965684</c:v>
                </c:pt>
                <c:pt idx="520">
                  <c:v>113.69659199768039</c:v>
                </c:pt>
                <c:pt idx="521">
                  <c:v>116.84458198948624</c:v>
                </c:pt>
                <c:pt idx="522">
                  <c:v>120.01362912947782</c:v>
                </c:pt>
                <c:pt idx="523">
                  <c:v>118.63238073261634</c:v>
                </c:pt>
                <c:pt idx="524">
                  <c:v>116.5151849664591</c:v>
                </c:pt>
                <c:pt idx="525">
                  <c:v>116.9250431398269</c:v>
                </c:pt>
                <c:pt idx="526">
                  <c:v>116.68930380702278</c:v>
                </c:pt>
                <c:pt idx="527">
                  <c:v>117.88506479816353</c:v>
                </c:pt>
                <c:pt idx="528">
                  <c:v>116.12913414899556</c:v>
                </c:pt>
                <c:pt idx="529">
                  <c:v>115.37071612898362</c:v>
                </c:pt>
                <c:pt idx="530">
                  <c:v>115.26968009798284</c:v>
                </c:pt>
                <c:pt idx="531">
                  <c:v>117.83404662448497</c:v>
                </c:pt>
                <c:pt idx="532">
                  <c:v>117.78939180922687</c:v>
                </c:pt>
                <c:pt idx="533">
                  <c:v>118.88262729061705</c:v>
                </c:pt>
                <c:pt idx="534">
                  <c:v>120.20068590658659</c:v>
                </c:pt>
                <c:pt idx="535">
                  <c:v>119.79056499725509</c:v>
                </c:pt>
                <c:pt idx="536">
                  <c:v>117.21153550518882</c:v>
                </c:pt>
                <c:pt idx="537">
                  <c:v>123.50009558260692</c:v>
                </c:pt>
                <c:pt idx="538">
                  <c:v>121.98502835386309</c:v>
                </c:pt>
                <c:pt idx="539">
                  <c:v>121.75085671607296</c:v>
                </c:pt>
                <c:pt idx="540">
                  <c:v>122.75444688609267</c:v>
                </c:pt>
                <c:pt idx="541">
                  <c:v>124.79857070701847</c:v>
                </c:pt>
                <c:pt idx="542">
                  <c:v>126.95376673315354</c:v>
                </c:pt>
                <c:pt idx="543">
                  <c:v>126.07080894032542</c:v>
                </c:pt>
                <c:pt idx="544">
                  <c:v>126.52899821100132</c:v>
                </c:pt>
                <c:pt idx="545">
                  <c:v>128.26519383608866</c:v>
                </c:pt>
                <c:pt idx="546">
                  <c:v>129.52076583452998</c:v>
                </c:pt>
                <c:pt idx="547">
                  <c:v>129.80913344156517</c:v>
                </c:pt>
                <c:pt idx="548">
                  <c:v>127.9764573695802</c:v>
                </c:pt>
                <c:pt idx="549">
                  <c:v>128.61357670218425</c:v>
                </c:pt>
                <c:pt idx="550">
                  <c:v>128.58084631500495</c:v>
                </c:pt>
                <c:pt idx="551">
                  <c:v>127.58451567021233</c:v>
                </c:pt>
                <c:pt idx="552">
                  <c:v>127.04477811571257</c:v>
                </c:pt>
                <c:pt idx="553">
                  <c:v>127.21866662716643</c:v>
                </c:pt>
                <c:pt idx="554">
                  <c:v>126.50676219290565</c:v>
                </c:pt>
                <c:pt idx="555">
                  <c:v>126.5497589444259</c:v>
                </c:pt>
                <c:pt idx="556">
                  <c:v>126.80061128290215</c:v>
                </c:pt>
                <c:pt idx="557">
                  <c:v>128.25277264050553</c:v>
                </c:pt>
                <c:pt idx="558">
                  <c:v>127.73121311886612</c:v>
                </c:pt>
                <c:pt idx="559">
                  <c:v>128.44716337030454</c:v>
                </c:pt>
                <c:pt idx="560">
                  <c:v>128.32294819134083</c:v>
                </c:pt>
                <c:pt idx="561">
                  <c:v>128.40166710556261</c:v>
                </c:pt>
                <c:pt idx="562">
                  <c:v>127.24799294627495</c:v>
                </c:pt>
                <c:pt idx="563">
                  <c:v>128.15446383978673</c:v>
                </c:pt>
                <c:pt idx="564">
                  <c:v>130.59698445835755</c:v>
                </c:pt>
                <c:pt idx="565">
                  <c:v>135.65033433106146</c:v>
                </c:pt>
                <c:pt idx="566">
                  <c:v>134.48017738328855</c:v>
                </c:pt>
                <c:pt idx="567">
                  <c:v>134.56402620249756</c:v>
                </c:pt>
                <c:pt idx="568">
                  <c:v>134.08939736153494</c:v>
                </c:pt>
                <c:pt idx="569">
                  <c:v>134.53438771232089</c:v>
                </c:pt>
                <c:pt idx="570">
                  <c:v>134.06034452157087</c:v>
                </c:pt>
                <c:pt idx="571">
                  <c:v>136.92526059874695</c:v>
                </c:pt>
                <c:pt idx="572">
                  <c:v>136.62736109547342</c:v>
                </c:pt>
                <c:pt idx="573">
                  <c:v>134.49079829674841</c:v>
                </c:pt>
                <c:pt idx="574">
                  <c:v>125.50748968086242</c:v>
                </c:pt>
                <c:pt idx="575">
                  <c:v>127.33412342675256</c:v>
                </c:pt>
                <c:pt idx="576">
                  <c:v>126.3743922522434</c:v>
                </c:pt>
                <c:pt idx="577">
                  <c:v>126.74857850182123</c:v>
                </c:pt>
                <c:pt idx="578">
                  <c:v>127.65769704168154</c:v>
                </c:pt>
                <c:pt idx="579">
                  <c:v>127.30613431543273</c:v>
                </c:pt>
                <c:pt idx="580">
                  <c:v>128.03839527134025</c:v>
                </c:pt>
                <c:pt idx="581">
                  <c:v>128.00019413467908</c:v>
                </c:pt>
                <c:pt idx="582">
                  <c:v>128.2592619724476</c:v>
                </c:pt>
                <c:pt idx="583">
                  <c:v>126.97336073347915</c:v>
                </c:pt>
                <c:pt idx="584">
                  <c:v>127.17468306529535</c:v>
                </c:pt>
                <c:pt idx="585">
                  <c:v>125.93738375758194</c:v>
                </c:pt>
                <c:pt idx="586">
                  <c:v>126.56818099445486</c:v>
                </c:pt>
                <c:pt idx="587">
                  <c:v>126.74842912659008</c:v>
                </c:pt>
                <c:pt idx="588">
                  <c:v>126.97665942199541</c:v>
                </c:pt>
                <c:pt idx="589">
                  <c:v>125.47533943240765</c:v>
                </c:pt>
                <c:pt idx="590">
                  <c:v>124.44598570365002</c:v>
                </c:pt>
                <c:pt idx="591">
                  <c:v>123.40751379251273</c:v>
                </c:pt>
                <c:pt idx="592">
                  <c:v>121.9556620504862</c:v>
                </c:pt>
                <c:pt idx="593">
                  <c:v>122.9497718593132</c:v>
                </c:pt>
                <c:pt idx="594">
                  <c:v>125.61518928371986</c:v>
                </c:pt>
                <c:pt idx="595">
                  <c:v>125.49983000192782</c:v>
                </c:pt>
                <c:pt idx="596">
                  <c:v>126.79202662583272</c:v>
                </c:pt>
                <c:pt idx="597">
                  <c:v>126.35102397753273</c:v>
                </c:pt>
                <c:pt idx="598">
                  <c:v>126.22054733526149</c:v>
                </c:pt>
                <c:pt idx="599">
                  <c:v>126.14320962089541</c:v>
                </c:pt>
                <c:pt idx="600">
                  <c:v>127.47189206804573</c:v>
                </c:pt>
                <c:pt idx="601">
                  <c:v>127.30657281638179</c:v>
                </c:pt>
                <c:pt idx="602">
                  <c:v>127.54278609060135</c:v>
                </c:pt>
                <c:pt idx="603">
                  <c:v>127.96776365088287</c:v>
                </c:pt>
                <c:pt idx="604">
                  <c:v>127.24979962812218</c:v>
                </c:pt>
                <c:pt idx="605">
                  <c:v>127.26295321552152</c:v>
                </c:pt>
                <c:pt idx="606">
                  <c:v>124.92421842139746</c:v>
                </c:pt>
                <c:pt idx="607">
                  <c:v>125.73292520656022</c:v>
                </c:pt>
                <c:pt idx="608">
                  <c:v>126.39461049388991</c:v>
                </c:pt>
                <c:pt idx="609">
                  <c:v>128.06515897064719</c:v>
                </c:pt>
                <c:pt idx="610">
                  <c:v>126.60932214200011</c:v>
                </c:pt>
                <c:pt idx="611">
                  <c:v>126.41694138586682</c:v>
                </c:pt>
                <c:pt idx="612">
                  <c:v>125.79779196719552</c:v>
                </c:pt>
                <c:pt idx="613">
                  <c:v>126.23403780520022</c:v>
                </c:pt>
                <c:pt idx="614">
                  <c:v>126.30411833322859</c:v>
                </c:pt>
                <c:pt idx="615">
                  <c:v>126.18297404246944</c:v>
                </c:pt>
                <c:pt idx="616">
                  <c:v>124.84394520504088</c:v>
                </c:pt>
                <c:pt idx="617">
                  <c:v>122.69908130360039</c:v>
                </c:pt>
                <c:pt idx="618">
                  <c:v>121.76524468974537</c:v>
                </c:pt>
                <c:pt idx="619">
                  <c:v>120.30637902715681</c:v>
                </c:pt>
                <c:pt idx="620">
                  <c:v>118.13130216930963</c:v>
                </c:pt>
                <c:pt idx="621">
                  <c:v>118.82281437009955</c:v>
                </c:pt>
                <c:pt idx="622">
                  <c:v>118.38080454527316</c:v>
                </c:pt>
                <c:pt idx="623">
                  <c:v>119.30936561123379</c:v>
                </c:pt>
                <c:pt idx="624">
                  <c:v>121.52204730248883</c:v>
                </c:pt>
                <c:pt idx="625">
                  <c:v>121.27430979267395</c:v>
                </c:pt>
                <c:pt idx="626">
                  <c:v>121.76072437805806</c:v>
                </c:pt>
                <c:pt idx="627">
                  <c:v>122.51535151875038</c:v>
                </c:pt>
                <c:pt idx="628">
                  <c:v>122.05004306893451</c:v>
                </c:pt>
                <c:pt idx="629">
                  <c:v>121.95869328430791</c:v>
                </c:pt>
                <c:pt idx="630">
                  <c:v>123.79881265878042</c:v>
                </c:pt>
                <c:pt idx="631">
                  <c:v>124.96625966787708</c:v>
                </c:pt>
                <c:pt idx="632">
                  <c:v>124.71881164390341</c:v>
                </c:pt>
                <c:pt idx="633">
                  <c:v>124.75348219517645</c:v>
                </c:pt>
                <c:pt idx="634">
                  <c:v>124.24808683025509</c:v>
                </c:pt>
                <c:pt idx="635">
                  <c:v>123.54461003179534</c:v>
                </c:pt>
                <c:pt idx="636">
                  <c:v>124.13971232803817</c:v>
                </c:pt>
                <c:pt idx="637">
                  <c:v>124.38966315655684</c:v>
                </c:pt>
                <c:pt idx="638">
                  <c:v>125.08994693947815</c:v>
                </c:pt>
                <c:pt idx="639">
                  <c:v>125.3332149237405</c:v>
                </c:pt>
                <c:pt idx="640">
                  <c:v>124.77881878764214</c:v>
                </c:pt>
                <c:pt idx="641">
                  <c:v>126.348699575962</c:v>
                </c:pt>
                <c:pt idx="642">
                  <c:v>126.21780149172868</c:v>
                </c:pt>
                <c:pt idx="643">
                  <c:v>126.07816202107045</c:v>
                </c:pt>
                <c:pt idx="644">
                  <c:v>125.62624764175328</c:v>
                </c:pt>
                <c:pt idx="645">
                  <c:v>125.04211324650605</c:v>
                </c:pt>
                <c:pt idx="646">
                  <c:v>125.2808980918622</c:v>
                </c:pt>
                <c:pt idx="647">
                  <c:v>125.99913783655875</c:v>
                </c:pt>
                <c:pt idx="648">
                  <c:v>123.96709381130586</c:v>
                </c:pt>
                <c:pt idx="649">
                  <c:v>123.38812482099246</c:v>
                </c:pt>
                <c:pt idx="650">
                  <c:v>122.18980047475539</c:v>
                </c:pt>
                <c:pt idx="651">
                  <c:v>123.63336116524754</c:v>
                </c:pt>
                <c:pt idx="652">
                  <c:v>125.49081281698905</c:v>
                </c:pt>
                <c:pt idx="653">
                  <c:v>125.60143764828874</c:v>
                </c:pt>
                <c:pt idx="654">
                  <c:v>124.89523283973979</c:v>
                </c:pt>
                <c:pt idx="655">
                  <c:v>125.91829158204875</c:v>
                </c:pt>
                <c:pt idx="656">
                  <c:v>125.86459851696463</c:v>
                </c:pt>
                <c:pt idx="657">
                  <c:v>126.77030290117922</c:v>
                </c:pt>
                <c:pt idx="658">
                  <c:v>126.55468804265865</c:v>
                </c:pt>
                <c:pt idx="659">
                  <c:v>127.23889935888451</c:v>
                </c:pt>
                <c:pt idx="660">
                  <c:v>127.44736729004867</c:v>
                </c:pt>
                <c:pt idx="661">
                  <c:v>126.64296551802568</c:v>
                </c:pt>
                <c:pt idx="662">
                  <c:v>125.89130026309249</c:v>
                </c:pt>
                <c:pt idx="663">
                  <c:v>126.44400347214473</c:v>
                </c:pt>
                <c:pt idx="664">
                  <c:v>126.14407362198081</c:v>
                </c:pt>
                <c:pt idx="665">
                  <c:v>125.64588418182105</c:v>
                </c:pt>
                <c:pt idx="666">
                  <c:v>126.57577158114945</c:v>
                </c:pt>
                <c:pt idx="667">
                  <c:v>129.71585626743527</c:v>
                </c:pt>
                <c:pt idx="668">
                  <c:v>129.15993972929601</c:v>
                </c:pt>
                <c:pt idx="669">
                  <c:v>128.27030037657795</c:v>
                </c:pt>
                <c:pt idx="670">
                  <c:v>129.71512729459198</c:v>
                </c:pt>
                <c:pt idx="671">
                  <c:v>130.32085784297342</c:v>
                </c:pt>
                <c:pt idx="672">
                  <c:v>130.41209184693037</c:v>
                </c:pt>
                <c:pt idx="673">
                  <c:v>131.5688945712302</c:v>
                </c:pt>
                <c:pt idx="674">
                  <c:v>131.87391877399645</c:v>
                </c:pt>
                <c:pt idx="675">
                  <c:v>131.50535381768117</c:v>
                </c:pt>
                <c:pt idx="676">
                  <c:v>131.81208479542929</c:v>
                </c:pt>
                <c:pt idx="677">
                  <c:v>131.85780200369183</c:v>
                </c:pt>
                <c:pt idx="678">
                  <c:v>131.21179824598769</c:v>
                </c:pt>
                <c:pt idx="679">
                  <c:v>131.06931926289084</c:v>
                </c:pt>
                <c:pt idx="680">
                  <c:v>132.74510425328268</c:v>
                </c:pt>
                <c:pt idx="681">
                  <c:v>131.92865623483195</c:v>
                </c:pt>
                <c:pt idx="682">
                  <c:v>131.69624171653416</c:v>
                </c:pt>
                <c:pt idx="683">
                  <c:v>132.66162498726047</c:v>
                </c:pt>
                <c:pt idx="684">
                  <c:v>133.05940777933967</c:v>
                </c:pt>
                <c:pt idx="685">
                  <c:v>134.19962802060175</c:v>
                </c:pt>
                <c:pt idx="686">
                  <c:v>135.30137215078392</c:v>
                </c:pt>
                <c:pt idx="687">
                  <c:v>135.68362701176267</c:v>
                </c:pt>
                <c:pt idx="688">
                  <c:v>134.73286015302142</c:v>
                </c:pt>
                <c:pt idx="689">
                  <c:v>135.40445388865913</c:v>
                </c:pt>
                <c:pt idx="690">
                  <c:v>135.29991953887316</c:v>
                </c:pt>
                <c:pt idx="691">
                  <c:v>135.17430395870588</c:v>
                </c:pt>
                <c:pt idx="692">
                  <c:v>133.20624028283342</c:v>
                </c:pt>
                <c:pt idx="693">
                  <c:v>133.59089323190233</c:v>
                </c:pt>
                <c:pt idx="694">
                  <c:v>135.37724538561926</c:v>
                </c:pt>
                <c:pt idx="695">
                  <c:v>136.48070963088711</c:v>
                </c:pt>
                <c:pt idx="696">
                  <c:v>136.5635749236281</c:v>
                </c:pt>
                <c:pt idx="697">
                  <c:v>137.57637042621414</c:v>
                </c:pt>
                <c:pt idx="698">
                  <c:v>138.48811484953427</c:v>
                </c:pt>
                <c:pt idx="699">
                  <c:v>137.94592799741554</c:v>
                </c:pt>
                <c:pt idx="700">
                  <c:v>137.04911909016343</c:v>
                </c:pt>
                <c:pt idx="701">
                  <c:v>136.38107017830808</c:v>
                </c:pt>
                <c:pt idx="702">
                  <c:v>134.61292952764447</c:v>
                </c:pt>
                <c:pt idx="703">
                  <c:v>135.8896802823339</c:v>
                </c:pt>
                <c:pt idx="704">
                  <c:v>134.21165988960243</c:v>
                </c:pt>
                <c:pt idx="705">
                  <c:v>131.15173846765143</c:v>
                </c:pt>
                <c:pt idx="706">
                  <c:v>131.72795158327546</c:v>
                </c:pt>
                <c:pt idx="707">
                  <c:v>131.94071881548206</c:v>
                </c:pt>
                <c:pt idx="708">
                  <c:v>130.91593607039124</c:v>
                </c:pt>
                <c:pt idx="709">
                  <c:v>131.66712939814494</c:v>
                </c:pt>
                <c:pt idx="710">
                  <c:v>131.31579728195652</c:v>
                </c:pt>
                <c:pt idx="711">
                  <c:v>132.17140344675684</c:v>
                </c:pt>
                <c:pt idx="712">
                  <c:v>131.53261530119113</c:v>
                </c:pt>
                <c:pt idx="713">
                  <c:v>130.6046838426891</c:v>
                </c:pt>
                <c:pt idx="714">
                  <c:v>129.08920057245237</c:v>
                </c:pt>
                <c:pt idx="715">
                  <c:v>128.5639247485876</c:v>
                </c:pt>
                <c:pt idx="716">
                  <c:v>130.02539378448085</c:v>
                </c:pt>
                <c:pt idx="717">
                  <c:v>130.22723932788074</c:v>
                </c:pt>
                <c:pt idx="718">
                  <c:v>130.25246944966503</c:v>
                </c:pt>
                <c:pt idx="719">
                  <c:v>128.70717839527785</c:v>
                </c:pt>
                <c:pt idx="720">
                  <c:v>128.36120093097279</c:v>
                </c:pt>
                <c:pt idx="721">
                  <c:v>127.11099010107922</c:v>
                </c:pt>
                <c:pt idx="722">
                  <c:v>125.89954909127076</c:v>
                </c:pt>
                <c:pt idx="723">
                  <c:v>126.78306877022681</c:v>
                </c:pt>
                <c:pt idx="724">
                  <c:v>126.34000773197739</c:v>
                </c:pt>
                <c:pt idx="725">
                  <c:v>126.35851422629948</c:v>
                </c:pt>
                <c:pt idx="726">
                  <c:v>129.63571289859928</c:v>
                </c:pt>
                <c:pt idx="727">
                  <c:v>129.02593808511244</c:v>
                </c:pt>
                <c:pt idx="728">
                  <c:v>128.39336614096771</c:v>
                </c:pt>
                <c:pt idx="729">
                  <c:v>126.91451451589839</c:v>
                </c:pt>
                <c:pt idx="730">
                  <c:v>126.02890445528131</c:v>
                </c:pt>
                <c:pt idx="731">
                  <c:v>126.24101284187952</c:v>
                </c:pt>
                <c:pt idx="732">
                  <c:v>126.47852665040557</c:v>
                </c:pt>
                <c:pt idx="733">
                  <c:v>126.46807002182352</c:v>
                </c:pt>
                <c:pt idx="734">
                  <c:v>125.71910907180661</c:v>
                </c:pt>
                <c:pt idx="735">
                  <c:v>127.42093334052534</c:v>
                </c:pt>
                <c:pt idx="736">
                  <c:v>128.27288154733534</c:v>
                </c:pt>
                <c:pt idx="737">
                  <c:v>126.94696122253509</c:v>
                </c:pt>
                <c:pt idx="738">
                  <c:v>128.82885484086819</c:v>
                </c:pt>
                <c:pt idx="739">
                  <c:v>128.54579009197991</c:v>
                </c:pt>
                <c:pt idx="740">
                  <c:v>129.5831481579846</c:v>
                </c:pt>
                <c:pt idx="741">
                  <c:v>130.35546973398414</c:v>
                </c:pt>
                <c:pt idx="742">
                  <c:v>131.94417279273532</c:v>
                </c:pt>
                <c:pt idx="743">
                  <c:v>130.77401797152984</c:v>
                </c:pt>
                <c:pt idx="744">
                  <c:v>130.74444045923218</c:v>
                </c:pt>
                <c:pt idx="745">
                  <c:v>131.66866865587446</c:v>
                </c:pt>
                <c:pt idx="746">
                  <c:v>132.63542441032763</c:v>
                </c:pt>
                <c:pt idx="747">
                  <c:v>134.80641650608422</c:v>
                </c:pt>
                <c:pt idx="748">
                  <c:v>135.34803786901017</c:v>
                </c:pt>
                <c:pt idx="749">
                  <c:v>134.57288814423853</c:v>
                </c:pt>
                <c:pt idx="750">
                  <c:v>133.73938370388487</c:v>
                </c:pt>
                <c:pt idx="751">
                  <c:v>133.71835389695298</c:v>
                </c:pt>
                <c:pt idx="752">
                  <c:v>132.73305705229745</c:v>
                </c:pt>
                <c:pt idx="753">
                  <c:v>134.02988926217904</c:v>
                </c:pt>
                <c:pt idx="754">
                  <c:v>134.56038759049255</c:v>
                </c:pt>
                <c:pt idx="755">
                  <c:v>136.1662891462388</c:v>
                </c:pt>
                <c:pt idx="756">
                  <c:v>136.61952795973448</c:v>
                </c:pt>
                <c:pt idx="757">
                  <c:v>135.15555420585608</c:v>
                </c:pt>
                <c:pt idx="758">
                  <c:v>133.37526475938745</c:v>
                </c:pt>
                <c:pt idx="759">
                  <c:v>134.62788545295211</c:v>
                </c:pt>
                <c:pt idx="760">
                  <c:v>134.53031920810946</c:v>
                </c:pt>
                <c:pt idx="761">
                  <c:v>133.37084230937731</c:v>
                </c:pt>
                <c:pt idx="762">
                  <c:v>132.41705949924471</c:v>
                </c:pt>
                <c:pt idx="763">
                  <c:v>133.8789857200457</c:v>
                </c:pt>
                <c:pt idx="764">
                  <c:v>132.68999144260454</c:v>
                </c:pt>
                <c:pt idx="765">
                  <c:v>134.49730427820782</c:v>
                </c:pt>
                <c:pt idx="766">
                  <c:v>132.99316350024895</c:v>
                </c:pt>
                <c:pt idx="767">
                  <c:v>134.17849802299193</c:v>
                </c:pt>
                <c:pt idx="768">
                  <c:v>133.09045336521143</c:v>
                </c:pt>
                <c:pt idx="769">
                  <c:v>132.85328986704482</c:v>
                </c:pt>
                <c:pt idx="770">
                  <c:v>131.64778820537364</c:v>
                </c:pt>
                <c:pt idx="771">
                  <c:v>131.70709744271318</c:v>
                </c:pt>
                <c:pt idx="772">
                  <c:v>132.39482711595147</c:v>
                </c:pt>
                <c:pt idx="773">
                  <c:v>133.3025130648</c:v>
                </c:pt>
                <c:pt idx="774">
                  <c:v>133.76677919058824</c:v>
                </c:pt>
                <c:pt idx="775">
                  <c:v>133.92177294567483</c:v>
                </c:pt>
                <c:pt idx="776">
                  <c:v>135.00343968365078</c:v>
                </c:pt>
                <c:pt idx="777">
                  <c:v>134.58785336456205</c:v>
                </c:pt>
                <c:pt idx="778">
                  <c:v>133.82836519149973</c:v>
                </c:pt>
                <c:pt idx="779">
                  <c:v>133.35140353528089</c:v>
                </c:pt>
                <c:pt idx="780">
                  <c:v>134.83413711482694</c:v>
                </c:pt>
                <c:pt idx="781">
                  <c:v>136.11414344847711</c:v>
                </c:pt>
                <c:pt idx="782">
                  <c:v>134.39095544733263</c:v>
                </c:pt>
                <c:pt idx="783">
                  <c:v>135.20015862712012</c:v>
                </c:pt>
                <c:pt idx="784">
                  <c:v>136.14810193396053</c:v>
                </c:pt>
                <c:pt idx="785">
                  <c:v>135.13275983645124</c:v>
                </c:pt>
                <c:pt idx="786">
                  <c:v>134.86541262734846</c:v>
                </c:pt>
                <c:pt idx="787">
                  <c:v>133.78334864140686</c:v>
                </c:pt>
                <c:pt idx="788">
                  <c:v>133.39195283459929</c:v>
                </c:pt>
                <c:pt idx="789">
                  <c:v>132.86490093315282</c:v>
                </c:pt>
                <c:pt idx="790">
                  <c:v>132.38398636093723</c:v>
                </c:pt>
                <c:pt idx="791">
                  <c:v>131.29188248327284</c:v>
                </c:pt>
                <c:pt idx="792">
                  <c:v>133.5164517770971</c:v>
                </c:pt>
                <c:pt idx="793">
                  <c:v>132.15116754282096</c:v>
                </c:pt>
                <c:pt idx="794">
                  <c:v>133.48452415239271</c:v>
                </c:pt>
                <c:pt idx="795">
                  <c:v>132.01826365034489</c:v>
                </c:pt>
                <c:pt idx="796">
                  <c:v>130.24819183669283</c:v>
                </c:pt>
                <c:pt idx="797">
                  <c:v>133.49195754201517</c:v>
                </c:pt>
                <c:pt idx="798">
                  <c:v>132.53154399500656</c:v>
                </c:pt>
                <c:pt idx="799">
                  <c:v>133.29719709240115</c:v>
                </c:pt>
                <c:pt idx="800">
                  <c:v>133.91621364087226</c:v>
                </c:pt>
                <c:pt idx="801">
                  <c:v>135.13548355543492</c:v>
                </c:pt>
                <c:pt idx="802">
                  <c:v>134.64716213019966</c:v>
                </c:pt>
                <c:pt idx="803">
                  <c:v>136.19330481767324</c:v>
                </c:pt>
                <c:pt idx="804">
                  <c:v>136.51027410771977</c:v>
                </c:pt>
                <c:pt idx="805">
                  <c:v>136.84094052516372</c:v>
                </c:pt>
                <c:pt idx="806">
                  <c:v>137.83398692506299</c:v>
                </c:pt>
                <c:pt idx="807">
                  <c:v>136.88094175294955</c:v>
                </c:pt>
                <c:pt idx="808">
                  <c:v>136.25727665320719</c:v>
                </c:pt>
                <c:pt idx="809">
                  <c:v>135.45464461448697</c:v>
                </c:pt>
                <c:pt idx="810">
                  <c:v>133.63731814030592</c:v>
                </c:pt>
                <c:pt idx="811">
                  <c:v>134.1236055155033</c:v>
                </c:pt>
                <c:pt idx="812">
                  <c:v>134.41297690009566</c:v>
                </c:pt>
                <c:pt idx="813">
                  <c:v>138.0028004799066</c:v>
                </c:pt>
                <c:pt idx="814">
                  <c:v>137.42036425356821</c:v>
                </c:pt>
                <c:pt idx="815">
                  <c:v>137.63995431227048</c:v>
                </c:pt>
                <c:pt idx="816">
                  <c:v>138.16933683134533</c:v>
                </c:pt>
                <c:pt idx="817">
                  <c:v>141.44552052246908</c:v>
                </c:pt>
                <c:pt idx="818">
                  <c:v>141.74570433532409</c:v>
                </c:pt>
                <c:pt idx="819">
                  <c:v>142.83333943163538</c:v>
                </c:pt>
                <c:pt idx="820">
                  <c:v>143.60867027875457</c:v>
                </c:pt>
                <c:pt idx="821">
                  <c:v>143.67067155006495</c:v>
                </c:pt>
                <c:pt idx="822">
                  <c:v>144.36495593238399</c:v>
                </c:pt>
                <c:pt idx="823">
                  <c:v>143.66274780377128</c:v>
                </c:pt>
                <c:pt idx="824">
                  <c:v>143.04350755837163</c:v>
                </c:pt>
                <c:pt idx="825">
                  <c:v>144.11102890755706</c:v>
                </c:pt>
                <c:pt idx="826">
                  <c:v>144.5082809501863</c:v>
                </c:pt>
                <c:pt idx="827">
                  <c:v>144.25812802809105</c:v>
                </c:pt>
                <c:pt idx="828">
                  <c:v>143.21192536428447</c:v>
                </c:pt>
                <c:pt idx="829">
                  <c:v>144.32878708259329</c:v>
                </c:pt>
                <c:pt idx="830">
                  <c:v>142.79358984531646</c:v>
                </c:pt>
                <c:pt idx="831">
                  <c:v>145.53324672923463</c:v>
                </c:pt>
                <c:pt idx="832">
                  <c:v>146.68502223661989</c:v>
                </c:pt>
                <c:pt idx="833">
                  <c:v>146.55403789448224</c:v>
                </c:pt>
                <c:pt idx="834">
                  <c:v>147.04517716267182</c:v>
                </c:pt>
                <c:pt idx="835">
                  <c:v>145.92698514634588</c:v>
                </c:pt>
                <c:pt idx="836">
                  <c:v>145.36473458596711</c:v>
                </c:pt>
                <c:pt idx="837">
                  <c:v>146.65017661612629</c:v>
                </c:pt>
                <c:pt idx="838">
                  <c:v>143.07655453979947</c:v>
                </c:pt>
                <c:pt idx="839">
                  <c:v>137.28188676638413</c:v>
                </c:pt>
                <c:pt idx="840">
                  <c:v>136.91013295059389</c:v>
                </c:pt>
                <c:pt idx="841">
                  <c:v>137.81528011660447</c:v>
                </c:pt>
                <c:pt idx="842">
                  <c:v>134.17283537163942</c:v>
                </c:pt>
                <c:pt idx="843">
                  <c:v>131.38865996119031</c:v>
                </c:pt>
                <c:pt idx="844">
                  <c:v>133.91228235826622</c:v>
                </c:pt>
                <c:pt idx="845">
                  <c:v>136.37038883966622</c:v>
                </c:pt>
                <c:pt idx="846">
                  <c:v>133.12025348501462</c:v>
                </c:pt>
                <c:pt idx="847">
                  <c:v>134.89067946537384</c:v>
                </c:pt>
                <c:pt idx="848">
                  <c:v>132.57318086239499</c:v>
                </c:pt>
                <c:pt idx="849">
                  <c:v>133.74776919332177</c:v>
                </c:pt>
                <c:pt idx="850">
                  <c:v>129.33583133647414</c:v>
                </c:pt>
                <c:pt idx="851">
                  <c:v>130.749761951647</c:v>
                </c:pt>
                <c:pt idx="852">
                  <c:v>129.00132134865416</c:v>
                </c:pt>
                <c:pt idx="853">
                  <c:v>129.6319179361806</c:v>
                </c:pt>
                <c:pt idx="854">
                  <c:v>129.89608644846462</c:v>
                </c:pt>
                <c:pt idx="855">
                  <c:v>127.65180773243023</c:v>
                </c:pt>
                <c:pt idx="856">
                  <c:v>122.68457296768399</c:v>
                </c:pt>
                <c:pt idx="857">
                  <c:v>118.72379913895023</c:v>
                </c:pt>
                <c:pt idx="858">
                  <c:v>115.7942941353752</c:v>
                </c:pt>
                <c:pt idx="859">
                  <c:v>117.6481920664597</c:v>
                </c:pt>
                <c:pt idx="860">
                  <c:v>116.30238041531858</c:v>
                </c:pt>
                <c:pt idx="861">
                  <c:v>120.56760785631145</c:v>
                </c:pt>
                <c:pt idx="862">
                  <c:v>121.04076424186695</c:v>
                </c:pt>
                <c:pt idx="863">
                  <c:v>121.86645827790512</c:v>
                </c:pt>
                <c:pt idx="864">
                  <c:v>124.13764429798682</c:v>
                </c:pt>
                <c:pt idx="865">
                  <c:v>124.15701459554104</c:v>
                </c:pt>
                <c:pt idx="866">
                  <c:v>121.99282696918438</c:v>
                </c:pt>
                <c:pt idx="867">
                  <c:v>123.50293281730082</c:v>
                </c:pt>
                <c:pt idx="868">
                  <c:v>122.54838209535222</c:v>
                </c:pt>
                <c:pt idx="869">
                  <c:v>120.65925451950325</c:v>
                </c:pt>
                <c:pt idx="870">
                  <c:v>121.63688050142423</c:v>
                </c:pt>
                <c:pt idx="871">
                  <c:v>121.44355213180663</c:v>
                </c:pt>
                <c:pt idx="872">
                  <c:v>121.92766018863962</c:v>
                </c:pt>
                <c:pt idx="873">
                  <c:v>121.37677746959402</c:v>
                </c:pt>
                <c:pt idx="874">
                  <c:v>124.23197854312433</c:v>
                </c:pt>
                <c:pt idx="875">
                  <c:v>123.24591091906619</c:v>
                </c:pt>
                <c:pt idx="876">
                  <c:v>124.19867713652239</c:v>
                </c:pt>
                <c:pt idx="877">
                  <c:v>124.83732990009023</c:v>
                </c:pt>
                <c:pt idx="878">
                  <c:v>123.69696486629913</c:v>
                </c:pt>
                <c:pt idx="879">
                  <c:v>125.32198128711637</c:v>
                </c:pt>
                <c:pt idx="880">
                  <c:v>127.31877777051413</c:v>
                </c:pt>
                <c:pt idx="881">
                  <c:v>127.09863123004718</c:v>
                </c:pt>
                <c:pt idx="882">
                  <c:v>128.31776561654723</c:v>
                </c:pt>
                <c:pt idx="883">
                  <c:v>130.33188425390571</c:v>
                </c:pt>
                <c:pt idx="884">
                  <c:v>130.29749350991608</c:v>
                </c:pt>
                <c:pt idx="885">
                  <c:v>130.22305716797896</c:v>
                </c:pt>
                <c:pt idx="886">
                  <c:v>132.70617432462461</c:v>
                </c:pt>
                <c:pt idx="887">
                  <c:v>136.04857047440279</c:v>
                </c:pt>
                <c:pt idx="888">
                  <c:v>136.68200674854864</c:v>
                </c:pt>
                <c:pt idx="889">
                  <c:v>136.96116662236179</c:v>
                </c:pt>
                <c:pt idx="890">
                  <c:v>135.45570269003824</c:v>
                </c:pt>
                <c:pt idx="891">
                  <c:v>134.49203523863534</c:v>
                </c:pt>
                <c:pt idx="892">
                  <c:v>131.1935789493171</c:v>
                </c:pt>
                <c:pt idx="893">
                  <c:v>132.89521729860022</c:v>
                </c:pt>
                <c:pt idx="894">
                  <c:v>129.8939811025418</c:v>
                </c:pt>
                <c:pt idx="895">
                  <c:v>131.98072501879687</c:v>
                </c:pt>
                <c:pt idx="896">
                  <c:v>133.82051556612188</c:v>
                </c:pt>
                <c:pt idx="897">
                  <c:v>133.80306679016746</c:v>
                </c:pt>
                <c:pt idx="898">
                  <c:v>135.0346964506914</c:v>
                </c:pt>
                <c:pt idx="899">
                  <c:v>135.78818806725221</c:v>
                </c:pt>
                <c:pt idx="900">
                  <c:v>139.63742602414197</c:v>
                </c:pt>
                <c:pt idx="901">
                  <c:v>136.27430460182342</c:v>
                </c:pt>
                <c:pt idx="902">
                  <c:v>135.15138787058137</c:v>
                </c:pt>
                <c:pt idx="903">
                  <c:v>135.44486695475231</c:v>
                </c:pt>
                <c:pt idx="904">
                  <c:v>136.51004462208951</c:v>
                </c:pt>
                <c:pt idx="905">
                  <c:v>137.94180182443316</c:v>
                </c:pt>
                <c:pt idx="906">
                  <c:v>137.81828465969056</c:v>
                </c:pt>
                <c:pt idx="907">
                  <c:v>137.28447373199126</c:v>
                </c:pt>
                <c:pt idx="908">
                  <c:v>137.08999242167755</c:v>
                </c:pt>
                <c:pt idx="909">
                  <c:v>135.59470769312594</c:v>
                </c:pt>
                <c:pt idx="910">
                  <c:v>136.56424954247103</c:v>
                </c:pt>
                <c:pt idx="911">
                  <c:v>137.73956449977683</c:v>
                </c:pt>
                <c:pt idx="912">
                  <c:v>136.62892534218463</c:v>
                </c:pt>
                <c:pt idx="913">
                  <c:v>137.18476915668646</c:v>
                </c:pt>
                <c:pt idx="914">
                  <c:v>137.01891002056914</c:v>
                </c:pt>
                <c:pt idx="915">
                  <c:v>137.9369698805427</c:v>
                </c:pt>
                <c:pt idx="916">
                  <c:v>137.06314159126575</c:v>
                </c:pt>
                <c:pt idx="917">
                  <c:v>137.97868428120327</c:v>
                </c:pt>
                <c:pt idx="918">
                  <c:v>136.66916960437104</c:v>
                </c:pt>
                <c:pt idx="919">
                  <c:v>136.16240490597139</c:v>
                </c:pt>
                <c:pt idx="920">
                  <c:v>135.66958139458546</c:v>
                </c:pt>
                <c:pt idx="921">
                  <c:v>135.42369975504334</c:v>
                </c:pt>
                <c:pt idx="922">
                  <c:v>135.07900421631368</c:v>
                </c:pt>
                <c:pt idx="923">
                  <c:v>133.11503673256914</c:v>
                </c:pt>
                <c:pt idx="924">
                  <c:v>133.1704780501598</c:v>
                </c:pt>
                <c:pt idx="925">
                  <c:v>133.06287055089896</c:v>
                </c:pt>
                <c:pt idx="926">
                  <c:v>131.35441530095014</c:v>
                </c:pt>
                <c:pt idx="927">
                  <c:v>132.2871664379677</c:v>
                </c:pt>
                <c:pt idx="928">
                  <c:v>130.69936144108783</c:v>
                </c:pt>
                <c:pt idx="929">
                  <c:v>132.58524449833274</c:v>
                </c:pt>
                <c:pt idx="930">
                  <c:v>134.21758280920884</c:v>
                </c:pt>
                <c:pt idx="931">
                  <c:v>132.34873396017016</c:v>
                </c:pt>
                <c:pt idx="932">
                  <c:v>131.08953154039583</c:v>
                </c:pt>
                <c:pt idx="933">
                  <c:v>132.59397774544695</c:v>
                </c:pt>
                <c:pt idx="934">
                  <c:v>133.83751826021515</c:v>
                </c:pt>
                <c:pt idx="935">
                  <c:v>131.95963590548007</c:v>
                </c:pt>
                <c:pt idx="936">
                  <c:v>132.02519364064977</c:v>
                </c:pt>
                <c:pt idx="937">
                  <c:v>131.53725761777764</c:v>
                </c:pt>
                <c:pt idx="938">
                  <c:v>131.86351592238813</c:v>
                </c:pt>
                <c:pt idx="939">
                  <c:v>131.20303633957235</c:v>
                </c:pt>
                <c:pt idx="940">
                  <c:v>130.00038659475098</c:v>
                </c:pt>
                <c:pt idx="941">
                  <c:v>128.47479785373662</c:v>
                </c:pt>
                <c:pt idx="942">
                  <c:v>128.67239918652393</c:v>
                </c:pt>
                <c:pt idx="943">
                  <c:v>129.00001915800658</c:v>
                </c:pt>
                <c:pt idx="944">
                  <c:v>129.54421604212152</c:v>
                </c:pt>
                <c:pt idx="945">
                  <c:v>129.75992043089215</c:v>
                </c:pt>
                <c:pt idx="946">
                  <c:v>130.46320072797636</c:v>
                </c:pt>
                <c:pt idx="947">
                  <c:v>130.03933583195359</c:v>
                </c:pt>
                <c:pt idx="948">
                  <c:v>129.89731682574464</c:v>
                </c:pt>
                <c:pt idx="949">
                  <c:v>131.21013033375377</c:v>
                </c:pt>
                <c:pt idx="950">
                  <c:v>132.4220929565538</c:v>
                </c:pt>
                <c:pt idx="951">
                  <c:v>133.0332714667916</c:v>
                </c:pt>
                <c:pt idx="952">
                  <c:v>134.95798271173948</c:v>
                </c:pt>
                <c:pt idx="953">
                  <c:v>135.00327428566064</c:v>
                </c:pt>
                <c:pt idx="954">
                  <c:v>136.73590848861159</c:v>
                </c:pt>
                <c:pt idx="955">
                  <c:v>138.41550483492671</c:v>
                </c:pt>
                <c:pt idx="956">
                  <c:v>138.21265313698495</c:v>
                </c:pt>
                <c:pt idx="957">
                  <c:v>136.77002154867225</c:v>
                </c:pt>
                <c:pt idx="958">
                  <c:v>138.98328731882083</c:v>
                </c:pt>
                <c:pt idx="959">
                  <c:v>140.2345022276653</c:v>
                </c:pt>
                <c:pt idx="960">
                  <c:v>139.04963728895149</c:v>
                </c:pt>
                <c:pt idx="961">
                  <c:v>139.00022423852502</c:v>
                </c:pt>
                <c:pt idx="962">
                  <c:v>137.06546267833528</c:v>
                </c:pt>
                <c:pt idx="963">
                  <c:v>137.51785543397929</c:v>
                </c:pt>
                <c:pt idx="964">
                  <c:v>137.10084355742839</c:v>
                </c:pt>
                <c:pt idx="965">
                  <c:v>138.51234609768463</c:v>
                </c:pt>
                <c:pt idx="966">
                  <c:v>138.53412426456003</c:v>
                </c:pt>
                <c:pt idx="967">
                  <c:v>137.94816842357216</c:v>
                </c:pt>
                <c:pt idx="968">
                  <c:v>138.28674682908729</c:v>
                </c:pt>
                <c:pt idx="969">
                  <c:v>137.71040159350753</c:v>
                </c:pt>
                <c:pt idx="970">
                  <c:v>136.41880514701839</c:v>
                </c:pt>
                <c:pt idx="971">
                  <c:v>135.50046638701303</c:v>
                </c:pt>
                <c:pt idx="972">
                  <c:v>136.42689219122397</c:v>
                </c:pt>
                <c:pt idx="973">
                  <c:v>137.08858022124181</c:v>
                </c:pt>
                <c:pt idx="974">
                  <c:v>139.19698576782116</c:v>
                </c:pt>
                <c:pt idx="975">
                  <c:v>139.44989738731357</c:v>
                </c:pt>
                <c:pt idx="976">
                  <c:v>139.63989386624215</c:v>
                </c:pt>
                <c:pt idx="977">
                  <c:v>139.12116599197282</c:v>
                </c:pt>
                <c:pt idx="978">
                  <c:v>137.8379139882183</c:v>
                </c:pt>
                <c:pt idx="979">
                  <c:v>138.17708809129152</c:v>
                </c:pt>
                <c:pt idx="980">
                  <c:v>138.4825541907195</c:v>
                </c:pt>
                <c:pt idx="981">
                  <c:v>137.23424847263337</c:v>
                </c:pt>
                <c:pt idx="982">
                  <c:v>137.1505399226335</c:v>
                </c:pt>
                <c:pt idx="983">
                  <c:v>137.28402831518318</c:v>
                </c:pt>
                <c:pt idx="984">
                  <c:v>136.74970125979925</c:v>
                </c:pt>
                <c:pt idx="985">
                  <c:v>134.7689856062832</c:v>
                </c:pt>
                <c:pt idx="986">
                  <c:v>133.47594698905831</c:v>
                </c:pt>
                <c:pt idx="987">
                  <c:v>133.32318778021099</c:v>
                </c:pt>
                <c:pt idx="988">
                  <c:v>132.69917005233927</c:v>
                </c:pt>
                <c:pt idx="989">
                  <c:v>130.72306330963596</c:v>
                </c:pt>
                <c:pt idx="990">
                  <c:v>131.20112480311877</c:v>
                </c:pt>
                <c:pt idx="991">
                  <c:v>131.49682987233925</c:v>
                </c:pt>
                <c:pt idx="992">
                  <c:v>138.81530632125364</c:v>
                </c:pt>
                <c:pt idx="993">
                  <c:v>138.40694851788049</c:v>
                </c:pt>
                <c:pt idx="994">
                  <c:v>137.01984525968507</c:v>
                </c:pt>
                <c:pt idx="995">
                  <c:v>134.82558236425351</c:v>
                </c:pt>
                <c:pt idx="996">
                  <c:v>136.04579800098642</c:v>
                </c:pt>
                <c:pt idx="997">
                  <c:v>136.68141146585384</c:v>
                </c:pt>
                <c:pt idx="998">
                  <c:v>136.50710862374231</c:v>
                </c:pt>
                <c:pt idx="999">
                  <c:v>135.7398260940827</c:v>
                </c:pt>
                <c:pt idx="1000">
                  <c:v>135.87092412499865</c:v>
                </c:pt>
                <c:pt idx="1001">
                  <c:v>135.14281090776424</c:v>
                </c:pt>
                <c:pt idx="1002">
                  <c:v>137.81719323468843</c:v>
                </c:pt>
                <c:pt idx="1003">
                  <c:v>137.73024919393299</c:v>
                </c:pt>
                <c:pt idx="1004">
                  <c:v>137.03337590512641</c:v>
                </c:pt>
                <c:pt idx="1005">
                  <c:v>136.6768905259955</c:v>
                </c:pt>
                <c:pt idx="1006">
                  <c:v>138.13884887548184</c:v>
                </c:pt>
                <c:pt idx="1007">
                  <c:v>137.98841722186853</c:v>
                </c:pt>
                <c:pt idx="1008">
                  <c:v>138.33124065541111</c:v>
                </c:pt>
                <c:pt idx="1009">
                  <c:v>138.31231734818769</c:v>
                </c:pt>
                <c:pt idx="1010">
                  <c:v>136.13774865514722</c:v>
                </c:pt>
                <c:pt idx="1011">
                  <c:v>134.42135751122584</c:v>
                </c:pt>
                <c:pt idx="1012">
                  <c:v>133.93077446960137</c:v>
                </c:pt>
                <c:pt idx="1013">
                  <c:v>134.20910884023971</c:v>
                </c:pt>
                <c:pt idx="1014">
                  <c:v>134.7083864451956</c:v>
                </c:pt>
                <c:pt idx="1015">
                  <c:v>134.02218483596081</c:v>
                </c:pt>
                <c:pt idx="1016">
                  <c:v>134.69438496115043</c:v>
                </c:pt>
                <c:pt idx="1017">
                  <c:v>134.60418890300772</c:v>
                </c:pt>
                <c:pt idx="1018">
                  <c:v>134.62372434283398</c:v>
                </c:pt>
                <c:pt idx="1019">
                  <c:v>135.48868738212994</c:v>
                </c:pt>
                <c:pt idx="1020">
                  <c:v>135.64252229155349</c:v>
                </c:pt>
                <c:pt idx="1021">
                  <c:v>136.0979717462194</c:v>
                </c:pt>
                <c:pt idx="1022">
                  <c:v>136.79130849093471</c:v>
                </c:pt>
                <c:pt idx="1023">
                  <c:v>137.14369489375713</c:v>
                </c:pt>
                <c:pt idx="1024">
                  <c:v>137.52819984892014</c:v>
                </c:pt>
                <c:pt idx="1025">
                  <c:v>136.14488434438124</c:v>
                </c:pt>
                <c:pt idx="1026">
                  <c:v>134.82549396148747</c:v>
                </c:pt>
                <c:pt idx="1027">
                  <c:v>134.45389059043399</c:v>
                </c:pt>
                <c:pt idx="1028">
                  <c:v>135.41486390337542</c:v>
                </c:pt>
                <c:pt idx="1029">
                  <c:v>134.79066254832975</c:v>
                </c:pt>
                <c:pt idx="1030">
                  <c:v>134.00127072778642</c:v>
                </c:pt>
                <c:pt idx="1031">
                  <c:v>135.3548238649046</c:v>
                </c:pt>
                <c:pt idx="1032">
                  <c:v>136.02423656093796</c:v>
                </c:pt>
                <c:pt idx="1033">
                  <c:v>135.60693346618311</c:v>
                </c:pt>
                <c:pt idx="1034">
                  <c:v>133.29096680347763</c:v>
                </c:pt>
                <c:pt idx="1035">
                  <c:v>132.79980599984682</c:v>
                </c:pt>
                <c:pt idx="1036">
                  <c:v>132.76567503140944</c:v>
                </c:pt>
                <c:pt idx="1037">
                  <c:v>132.76947473463994</c:v>
                </c:pt>
                <c:pt idx="1038">
                  <c:v>133.36026239533388</c:v>
                </c:pt>
                <c:pt idx="1039">
                  <c:v>132.89960540836611</c:v>
                </c:pt>
                <c:pt idx="1040">
                  <c:v>132.68720345728968</c:v>
                </c:pt>
                <c:pt idx="1041">
                  <c:v>133.40505389305568</c:v>
                </c:pt>
                <c:pt idx="1042">
                  <c:v>132.37249726995552</c:v>
                </c:pt>
                <c:pt idx="1043">
                  <c:v>131.74838809287925</c:v>
                </c:pt>
                <c:pt idx="1044">
                  <c:v>129.26275241474204</c:v>
                </c:pt>
                <c:pt idx="1045">
                  <c:v>128.90910194999444</c:v>
                </c:pt>
                <c:pt idx="1046">
                  <c:v>128.3398529364402</c:v>
                </c:pt>
                <c:pt idx="1047">
                  <c:v>129.94655881181376</c:v>
                </c:pt>
                <c:pt idx="1048">
                  <c:v>131.32068689087885</c:v>
                </c:pt>
                <c:pt idx="1049">
                  <c:v>127.4510072270632</c:v>
                </c:pt>
                <c:pt idx="1050">
                  <c:v>128.19601616133869</c:v>
                </c:pt>
                <c:pt idx="1051">
                  <c:v>128.07661164556501</c:v>
                </c:pt>
                <c:pt idx="1052">
                  <c:v>127.74658758930745</c:v>
                </c:pt>
                <c:pt idx="1053">
                  <c:v>126.45985573873494</c:v>
                </c:pt>
                <c:pt idx="1054">
                  <c:v>125.43632573969218</c:v>
                </c:pt>
                <c:pt idx="1055">
                  <c:v>125.15693279336863</c:v>
                </c:pt>
                <c:pt idx="1056">
                  <c:v>124.50360687854607</c:v>
                </c:pt>
                <c:pt idx="1057">
                  <c:v>125.69217596497091</c:v>
                </c:pt>
                <c:pt idx="1058">
                  <c:v>127.28959146324186</c:v>
                </c:pt>
                <c:pt idx="1059">
                  <c:v>127.00112944362064</c:v>
                </c:pt>
                <c:pt idx="1060">
                  <c:v>128.85297910325986</c:v>
                </c:pt>
                <c:pt idx="1061">
                  <c:v>125.93665548376356</c:v>
                </c:pt>
                <c:pt idx="1062">
                  <c:v>126.2623047606734</c:v>
                </c:pt>
                <c:pt idx="1063">
                  <c:v>126.22405234857727</c:v>
                </c:pt>
                <c:pt idx="1064">
                  <c:v>127.34223994562701</c:v>
                </c:pt>
                <c:pt idx="1065">
                  <c:v>126.82756273284348</c:v>
                </c:pt>
                <c:pt idx="1066">
                  <c:v>126.62792973794679</c:v>
                </c:pt>
                <c:pt idx="1067">
                  <c:v>127.37855912628859</c:v>
                </c:pt>
                <c:pt idx="1068">
                  <c:v>127.0198810631655</c:v>
                </c:pt>
                <c:pt idx="1069">
                  <c:v>126.18280468379513</c:v>
                </c:pt>
                <c:pt idx="1070">
                  <c:v>127.41889404602524</c:v>
                </c:pt>
                <c:pt idx="1071">
                  <c:v>126.94835428850396</c:v>
                </c:pt>
                <c:pt idx="1072">
                  <c:v>132.92127654484702</c:v>
                </c:pt>
                <c:pt idx="1073">
                  <c:v>138.67517382799181</c:v>
                </c:pt>
                <c:pt idx="1074">
                  <c:v>139.67666393365755</c:v>
                </c:pt>
                <c:pt idx="1075">
                  <c:v>137.58093801725784</c:v>
                </c:pt>
                <c:pt idx="1076">
                  <c:v>138.30136140738432</c:v>
                </c:pt>
                <c:pt idx="1077">
                  <c:v>138.41852763386237</c:v>
                </c:pt>
                <c:pt idx="1078">
                  <c:v>137.27521111131759</c:v>
                </c:pt>
                <c:pt idx="1079">
                  <c:v>136.83301630303012</c:v>
                </c:pt>
                <c:pt idx="1080">
                  <c:v>135.23884565028581</c:v>
                </c:pt>
                <c:pt idx="1081">
                  <c:v>134.55187087776579</c:v>
                </c:pt>
                <c:pt idx="1082">
                  <c:v>134.52119848326691</c:v>
                </c:pt>
                <c:pt idx="1083">
                  <c:v>134.09358438185959</c:v>
                </c:pt>
                <c:pt idx="1084">
                  <c:v>135.33683539101889</c:v>
                </c:pt>
                <c:pt idx="1085">
                  <c:v>136.11460772373468</c:v>
                </c:pt>
                <c:pt idx="1086">
                  <c:v>137.0516212916981</c:v>
                </c:pt>
                <c:pt idx="1087">
                  <c:v>136.5654968509939</c:v>
                </c:pt>
                <c:pt idx="1088">
                  <c:v>138.66653163920768</c:v>
                </c:pt>
                <c:pt idx="1089">
                  <c:v>139.82737754404292</c:v>
                </c:pt>
                <c:pt idx="1090">
                  <c:v>141.17402705020223</c:v>
                </c:pt>
                <c:pt idx="1091">
                  <c:v>142.11674499329226</c:v>
                </c:pt>
                <c:pt idx="1092">
                  <c:v>141.46924304862964</c:v>
                </c:pt>
                <c:pt idx="1093">
                  <c:v>141.76051033102061</c:v>
                </c:pt>
                <c:pt idx="1094">
                  <c:v>142.31505007775249</c:v>
                </c:pt>
                <c:pt idx="1095">
                  <c:v>144.205580154248</c:v>
                </c:pt>
                <c:pt idx="1096">
                  <c:v>144.82906732367903</c:v>
                </c:pt>
                <c:pt idx="1097">
                  <c:v>144.22204663962853</c:v>
                </c:pt>
                <c:pt idx="1098">
                  <c:v>144.59972506503311</c:v>
                </c:pt>
                <c:pt idx="1099">
                  <c:v>144.41980426072288</c:v>
                </c:pt>
                <c:pt idx="1100">
                  <c:v>144.80797333173049</c:v>
                </c:pt>
                <c:pt idx="1101">
                  <c:v>141.70688986338345</c:v>
                </c:pt>
                <c:pt idx="1102">
                  <c:v>140.67686738132946</c:v>
                </c:pt>
                <c:pt idx="1103">
                  <c:v>137.9036692554389</c:v>
                </c:pt>
                <c:pt idx="1104">
                  <c:v>137.89526280214267</c:v>
                </c:pt>
                <c:pt idx="1105">
                  <c:v>137.34355009265832</c:v>
                </c:pt>
                <c:pt idx="1106">
                  <c:v>136.30452446678839</c:v>
                </c:pt>
                <c:pt idx="1107">
                  <c:v>135.98231342462253</c:v>
                </c:pt>
                <c:pt idx="1108">
                  <c:v>135.51466760039142</c:v>
                </c:pt>
                <c:pt idx="1109">
                  <c:v>137.11887694530799</c:v>
                </c:pt>
                <c:pt idx="1110">
                  <c:v>137.09220736929166</c:v>
                </c:pt>
                <c:pt idx="1111">
                  <c:v>138.26848119846971</c:v>
                </c:pt>
                <c:pt idx="1112">
                  <c:v>138.45204527905008</c:v>
                </c:pt>
                <c:pt idx="1113">
                  <c:v>137.17706098956657</c:v>
                </c:pt>
                <c:pt idx="1114">
                  <c:v>136.11085373305366</c:v>
                </c:pt>
                <c:pt idx="1115">
                  <c:v>135.40635943279167</c:v>
                </c:pt>
                <c:pt idx="1116">
                  <c:v>135.19158035417365</c:v>
                </c:pt>
                <c:pt idx="1117">
                  <c:v>135.32082492991935</c:v>
                </c:pt>
                <c:pt idx="1118">
                  <c:v>134.89705868089663</c:v>
                </c:pt>
                <c:pt idx="1119">
                  <c:v>133.99474533105914</c:v>
                </c:pt>
                <c:pt idx="1120">
                  <c:v>134.24202604754061</c:v>
                </c:pt>
                <c:pt idx="1121">
                  <c:v>135.02698021937749</c:v>
                </c:pt>
                <c:pt idx="1122">
                  <c:v>135.97339139470861</c:v>
                </c:pt>
                <c:pt idx="1123">
                  <c:v>133.83838299917582</c:v>
                </c:pt>
                <c:pt idx="1124">
                  <c:v>134.40497839102753</c:v>
                </c:pt>
                <c:pt idx="1125">
                  <c:v>134.71521714716303</c:v>
                </c:pt>
                <c:pt idx="1126">
                  <c:v>135.09986926988333</c:v>
                </c:pt>
                <c:pt idx="1127">
                  <c:v>134.82383416374165</c:v>
                </c:pt>
                <c:pt idx="1128">
                  <c:v>134.185184175524</c:v>
                </c:pt>
                <c:pt idx="1129">
                  <c:v>134.09459637068679</c:v>
                </c:pt>
                <c:pt idx="1130">
                  <c:v>133.31146721334622</c:v>
                </c:pt>
                <c:pt idx="1131">
                  <c:v>133.76614851835822</c:v>
                </c:pt>
                <c:pt idx="1132">
                  <c:v>133.88878107686571</c:v>
                </c:pt>
                <c:pt idx="1133">
                  <c:v>133.42875828424852</c:v>
                </c:pt>
                <c:pt idx="1134">
                  <c:v>133.92820527382568</c:v>
                </c:pt>
                <c:pt idx="1135">
                  <c:v>134.07259788487178</c:v>
                </c:pt>
                <c:pt idx="1136">
                  <c:v>132.72263341105025</c:v>
                </c:pt>
                <c:pt idx="1137">
                  <c:v>130.63290921286315</c:v>
                </c:pt>
                <c:pt idx="1138">
                  <c:v>131.48223891305537</c:v>
                </c:pt>
                <c:pt idx="1139">
                  <c:v>131.17939302237622</c:v>
                </c:pt>
                <c:pt idx="1140">
                  <c:v>133.29364016980801</c:v>
                </c:pt>
                <c:pt idx="1141">
                  <c:v>134.96824852982564</c:v>
                </c:pt>
                <c:pt idx="1142">
                  <c:v>137.07481364517722</c:v>
                </c:pt>
                <c:pt idx="1143">
                  <c:v>138.7827403741976</c:v>
                </c:pt>
                <c:pt idx="1144">
                  <c:v>139.28648405365172</c:v>
                </c:pt>
                <c:pt idx="1145">
                  <c:v>139.67591729869881</c:v>
                </c:pt>
                <c:pt idx="1146">
                  <c:v>139.55517305361133</c:v>
                </c:pt>
                <c:pt idx="1147">
                  <c:v>139.80117383042798</c:v>
                </c:pt>
                <c:pt idx="1148">
                  <c:v>138.28121058761468</c:v>
                </c:pt>
                <c:pt idx="1149">
                  <c:v>138.26788236731019</c:v>
                </c:pt>
                <c:pt idx="1150">
                  <c:v>138.52155378966117</c:v>
                </c:pt>
                <c:pt idx="1151">
                  <c:v>139.62167404943196</c:v>
                </c:pt>
                <c:pt idx="1152">
                  <c:v>137.88585450462423</c:v>
                </c:pt>
                <c:pt idx="1153">
                  <c:v>137.47489999215946</c:v>
                </c:pt>
                <c:pt idx="1154">
                  <c:v>139.51591324207092</c:v>
                </c:pt>
                <c:pt idx="1155">
                  <c:v>136.78515756215674</c:v>
                </c:pt>
                <c:pt idx="1156">
                  <c:v>136.01096025921126</c:v>
                </c:pt>
                <c:pt idx="1157">
                  <c:v>133.45362557347326</c:v>
                </c:pt>
                <c:pt idx="1158">
                  <c:v>134.37458668668432</c:v>
                </c:pt>
                <c:pt idx="1159">
                  <c:v>136.58726088831023</c:v>
                </c:pt>
                <c:pt idx="1160">
                  <c:v>137.1807072144677</c:v>
                </c:pt>
                <c:pt idx="1161">
                  <c:v>136.32327746676592</c:v>
                </c:pt>
                <c:pt idx="1162">
                  <c:v>135.30681627546753</c:v>
                </c:pt>
                <c:pt idx="1163">
                  <c:v>134.94539660257897</c:v>
                </c:pt>
                <c:pt idx="1164">
                  <c:v>137.42626998001992</c:v>
                </c:pt>
                <c:pt idx="1165">
                  <c:v>137.25350787353977</c:v>
                </c:pt>
                <c:pt idx="1166">
                  <c:v>135.67609629705689</c:v>
                </c:pt>
                <c:pt idx="1167">
                  <c:v>134.94252653333243</c:v>
                </c:pt>
                <c:pt idx="1168">
                  <c:v>134.38086568611669</c:v>
                </c:pt>
                <c:pt idx="1169">
                  <c:v>136.48063587120836</c:v>
                </c:pt>
                <c:pt idx="1170">
                  <c:v>135.24436499723956</c:v>
                </c:pt>
                <c:pt idx="1171">
                  <c:v>132.60118527641197</c:v>
                </c:pt>
                <c:pt idx="1172">
                  <c:v>132.69907771419017</c:v>
                </c:pt>
                <c:pt idx="1173">
                  <c:v>132.02689824950045</c:v>
                </c:pt>
                <c:pt idx="1174">
                  <c:v>132.31022285898962</c:v>
                </c:pt>
                <c:pt idx="1175">
                  <c:v>128.31572153251182</c:v>
                </c:pt>
                <c:pt idx="1176">
                  <c:v>127.47254978170199</c:v>
                </c:pt>
                <c:pt idx="1177">
                  <c:v>127.52780200572695</c:v>
                </c:pt>
                <c:pt idx="1178">
                  <c:v>127.3520158614065</c:v>
                </c:pt>
                <c:pt idx="1179">
                  <c:v>119.89678610739526</c:v>
                </c:pt>
                <c:pt idx="1180">
                  <c:v>120.22111631664063</c:v>
                </c:pt>
                <c:pt idx="1181">
                  <c:v>111.13922743488956</c:v>
                </c:pt>
                <c:pt idx="1182">
                  <c:v>111.82257613213859</c:v>
                </c:pt>
                <c:pt idx="1183">
                  <c:v>105.1329699415857</c:v>
                </c:pt>
                <c:pt idx="1184">
                  <c:v>106.42440914154926</c:v>
                </c:pt>
                <c:pt idx="1185">
                  <c:v>103.05364758465981</c:v>
                </c:pt>
                <c:pt idx="1186">
                  <c:v>100.92935212867144</c:v>
                </c:pt>
                <c:pt idx="1187">
                  <c:v>109.18555271152785</c:v>
                </c:pt>
                <c:pt idx="1188">
                  <c:v>96.558015202302016</c:v>
                </c:pt>
                <c:pt idx="1189">
                  <c:v>99.332424188792643</c:v>
                </c:pt>
                <c:pt idx="1190">
                  <c:v>107.8666380194192</c:v>
                </c:pt>
                <c:pt idx="1191">
                  <c:v>108.69184871356072</c:v>
                </c:pt>
                <c:pt idx="1192">
                  <c:v>108.35025303929069</c:v>
                </c:pt>
                <c:pt idx="1193">
                  <c:v>114.52815163325465</c:v>
                </c:pt>
                <c:pt idx="1194">
                  <c:v>110.50200970936297</c:v>
                </c:pt>
                <c:pt idx="1195">
                  <c:v>110.60417351665926</c:v>
                </c:pt>
                <c:pt idx="1196">
                  <c:v>119.77923059049698</c:v>
                </c:pt>
                <c:pt idx="1197">
                  <c:v>119.67681836476071</c:v>
                </c:pt>
                <c:pt idx="1198">
                  <c:v>117.99240197863143</c:v>
                </c:pt>
                <c:pt idx="1199">
                  <c:v>121.537742734012</c:v>
                </c:pt>
                <c:pt idx="1200">
                  <c:v>120.56984736259294</c:v>
                </c:pt>
                <c:pt idx="1201">
                  <c:v>117.93780442971511</c:v>
                </c:pt>
                <c:pt idx="1202">
                  <c:v>117.42546970076636</c:v>
                </c:pt>
                <c:pt idx="1203">
                  <c:v>120.08471065922458</c:v>
                </c:pt>
                <c:pt idx="1204">
                  <c:v>118.43118139773267</c:v>
                </c:pt>
                <c:pt idx="1205">
                  <c:v>119.08829154893628</c:v>
                </c:pt>
                <c:pt idx="1206">
                  <c:v>119.67768170859344</c:v>
                </c:pt>
                <c:pt idx="1207">
                  <c:v>120.6216024776939</c:v>
                </c:pt>
                <c:pt idx="1208">
                  <c:v>113.49166968188479</c:v>
                </c:pt>
                <c:pt idx="1209">
                  <c:v>109.79463628361553</c:v>
                </c:pt>
                <c:pt idx="1210">
                  <c:v>112.10101468861929</c:v>
                </c:pt>
                <c:pt idx="1211">
                  <c:v>111.35734288477479</c:v>
                </c:pt>
                <c:pt idx="1212">
                  <c:v>111.9843545491545</c:v>
                </c:pt>
                <c:pt idx="1213">
                  <c:v>112.12346079812551</c:v>
                </c:pt>
                <c:pt idx="1214">
                  <c:v>112.82494803453579</c:v>
                </c:pt>
                <c:pt idx="1215">
                  <c:v>112.75117646953981</c:v>
                </c:pt>
                <c:pt idx="1216">
                  <c:v>111.10139460408439</c:v>
                </c:pt>
                <c:pt idx="1217">
                  <c:v>112.33889938953307</c:v>
                </c:pt>
                <c:pt idx="1218">
                  <c:v>113.97586947960139</c:v>
                </c:pt>
                <c:pt idx="1219">
                  <c:v>116.30320810483833</c:v>
                </c:pt>
                <c:pt idx="1220">
                  <c:v>115.86938119716876</c:v>
                </c:pt>
                <c:pt idx="1221">
                  <c:v>117.90531943635082</c:v>
                </c:pt>
                <c:pt idx="1222">
                  <c:v>118.70199179692935</c:v>
                </c:pt>
                <c:pt idx="1223">
                  <c:v>122.41179807065257</c:v>
                </c:pt>
                <c:pt idx="1224">
                  <c:v>122.75549014134582</c:v>
                </c:pt>
                <c:pt idx="1225">
                  <c:v>123.88217421055153</c:v>
                </c:pt>
                <c:pt idx="1226">
                  <c:v>123.94484808917319</c:v>
                </c:pt>
                <c:pt idx="1227">
                  <c:v>123.71440899761291</c:v>
                </c:pt>
                <c:pt idx="1228">
                  <c:v>123.27929815906806</c:v>
                </c:pt>
                <c:pt idx="1229">
                  <c:v>123.59917872367285</c:v>
                </c:pt>
                <c:pt idx="1230">
                  <c:v>123.54809975721336</c:v>
                </c:pt>
                <c:pt idx="1231">
                  <c:v>121.31058890527764</c:v>
                </c:pt>
                <c:pt idx="1232">
                  <c:v>121.24068836403946</c:v>
                </c:pt>
                <c:pt idx="1233">
                  <c:v>119.18648658613689</c:v>
                </c:pt>
                <c:pt idx="1234">
                  <c:v>119.07539057031782</c:v>
                </c:pt>
                <c:pt idx="1235">
                  <c:v>117.91392243567988</c:v>
                </c:pt>
                <c:pt idx="1236">
                  <c:v>118.89525216079173</c:v>
                </c:pt>
                <c:pt idx="1237">
                  <c:v>119.04806234561677</c:v>
                </c:pt>
                <c:pt idx="1238">
                  <c:v>119.69493986245935</c:v>
                </c:pt>
                <c:pt idx="1239">
                  <c:v>121.72576206677763</c:v>
                </c:pt>
                <c:pt idx="1240">
                  <c:v>123.0907007843176</c:v>
                </c:pt>
                <c:pt idx="1241">
                  <c:v>125.82588085455384</c:v>
                </c:pt>
                <c:pt idx="1242">
                  <c:v>124.59976509873397</c:v>
                </c:pt>
                <c:pt idx="1243">
                  <c:v>125.34504559364845</c:v>
                </c:pt>
                <c:pt idx="1244">
                  <c:v>125.79642489484903</c:v>
                </c:pt>
                <c:pt idx="1245">
                  <c:v>126.41379153835659</c:v>
                </c:pt>
                <c:pt idx="1246">
                  <c:v>126.92100953331622</c:v>
                </c:pt>
                <c:pt idx="1247">
                  <c:v>127.81233110164084</c:v>
                </c:pt>
                <c:pt idx="1248">
                  <c:v>128.3086494291415</c:v>
                </c:pt>
                <c:pt idx="1249">
                  <c:v>128.83632343735067</c:v>
                </c:pt>
                <c:pt idx="1250">
                  <c:v>129.62827170598948</c:v>
                </c:pt>
                <c:pt idx="1251">
                  <c:v>129.23906199403513</c:v>
                </c:pt>
                <c:pt idx="1252">
                  <c:v>129.3797798196037</c:v>
                </c:pt>
                <c:pt idx="1253">
                  <c:v>131.25897399059969</c:v>
                </c:pt>
                <c:pt idx="1254">
                  <c:v>130.97339092037458</c:v>
                </c:pt>
                <c:pt idx="1255">
                  <c:v>132.29970311843798</c:v>
                </c:pt>
                <c:pt idx="1256">
                  <c:v>132.94685254094063</c:v>
                </c:pt>
                <c:pt idx="1257">
                  <c:v>132.21789148366091</c:v>
                </c:pt>
                <c:pt idx="1258">
                  <c:v>131.39731748942205</c:v>
                </c:pt>
                <c:pt idx="1259">
                  <c:v>131.48692527280375</c:v>
                </c:pt>
                <c:pt idx="1260">
                  <c:v>130.9388338315994</c:v>
                </c:pt>
                <c:pt idx="1261">
                  <c:v>130.28145469632807</c:v>
                </c:pt>
                <c:pt idx="1262">
                  <c:v>130.69510971576923</c:v>
                </c:pt>
                <c:pt idx="1263">
                  <c:v>130.81747083331121</c:v>
                </c:pt>
                <c:pt idx="1264">
                  <c:v>129.62271579540354</c:v>
                </c:pt>
                <c:pt idx="1265">
                  <c:v>130.48647191183008</c:v>
                </c:pt>
                <c:pt idx="1266">
                  <c:v>129.65198912261565</c:v>
                </c:pt>
                <c:pt idx="1267">
                  <c:v>130.05819365607283</c:v>
                </c:pt>
                <c:pt idx="1268">
                  <c:v>130.21160157454725</c:v>
                </c:pt>
                <c:pt idx="1269">
                  <c:v>132.08765455409727</c:v>
                </c:pt>
                <c:pt idx="1270">
                  <c:v>132.77348605764954</c:v>
                </c:pt>
                <c:pt idx="1271">
                  <c:v>133.46460610741113</c:v>
                </c:pt>
                <c:pt idx="1272">
                  <c:v>134.14254466436299</c:v>
                </c:pt>
                <c:pt idx="1273">
                  <c:v>133.61586134799037</c:v>
                </c:pt>
                <c:pt idx="1274">
                  <c:v>133.73384217512694</c:v>
                </c:pt>
                <c:pt idx="1275">
                  <c:v>132.03150275354704</c:v>
                </c:pt>
                <c:pt idx="1276">
                  <c:v>133.19757541295044</c:v>
                </c:pt>
                <c:pt idx="1277">
                  <c:v>134.01088608591391</c:v>
                </c:pt>
                <c:pt idx="1278">
                  <c:v>133.52291087931442</c:v>
                </c:pt>
                <c:pt idx="1279">
                  <c:v>132.47031209654833</c:v>
                </c:pt>
                <c:pt idx="1280">
                  <c:v>133.39588041979911</c:v>
                </c:pt>
                <c:pt idx="1281">
                  <c:v>133.63894313908185</c:v>
                </c:pt>
                <c:pt idx="1282">
                  <c:v>133.6448872296597</c:v>
                </c:pt>
                <c:pt idx="1283">
                  <c:v>133.49835465869137</c:v>
                </c:pt>
                <c:pt idx="1284">
                  <c:v>133.14864862609866</c:v>
                </c:pt>
                <c:pt idx="1285">
                  <c:v>134.65299337665797</c:v>
                </c:pt>
                <c:pt idx="1286">
                  <c:v>131.38273283620828</c:v>
                </c:pt>
                <c:pt idx="1287">
                  <c:v>134.48595268671701</c:v>
                </c:pt>
                <c:pt idx="1288">
                  <c:v>134.5483541288412</c:v>
                </c:pt>
                <c:pt idx="1289">
                  <c:v>134.92017012107394</c:v>
                </c:pt>
                <c:pt idx="1290">
                  <c:v>132.81689258667606</c:v>
                </c:pt>
                <c:pt idx="1291">
                  <c:v>133.57169435649683</c:v>
                </c:pt>
                <c:pt idx="1292">
                  <c:v>132.64417338541574</c:v>
                </c:pt>
                <c:pt idx="1293">
                  <c:v>131.4091363425791</c:v>
                </c:pt>
                <c:pt idx="1294">
                  <c:v>132.60542743692267</c:v>
                </c:pt>
                <c:pt idx="1295">
                  <c:v>133.22186054175188</c:v>
                </c:pt>
                <c:pt idx="1296">
                  <c:v>132.47462615722424</c:v>
                </c:pt>
                <c:pt idx="1297">
                  <c:v>132.20541598374763</c:v>
                </c:pt>
                <c:pt idx="1298">
                  <c:v>132.15427092723624</c:v>
                </c:pt>
                <c:pt idx="1299">
                  <c:v>131.43472333766795</c:v>
                </c:pt>
                <c:pt idx="1300">
                  <c:v>131.33794706912178</c:v>
                </c:pt>
                <c:pt idx="1301">
                  <c:v>127.34135488861355</c:v>
                </c:pt>
                <c:pt idx="1302">
                  <c:v>126.04552980201687</c:v>
                </c:pt>
                <c:pt idx="1303">
                  <c:v>125.86190964553828</c:v>
                </c:pt>
                <c:pt idx="1304">
                  <c:v>124.16983954663135</c:v>
                </c:pt>
                <c:pt idx="1305">
                  <c:v>127.02081617029313</c:v>
                </c:pt>
                <c:pt idx="1306">
                  <c:v>128.37640773957088</c:v>
                </c:pt>
                <c:pt idx="1307">
                  <c:v>125.96005808211731</c:v>
                </c:pt>
                <c:pt idx="1308">
                  <c:v>127.7954300690236</c:v>
                </c:pt>
                <c:pt idx="1309">
                  <c:v>129.23983368260289</c:v>
                </c:pt>
                <c:pt idx="1310">
                  <c:v>129.89293712446778</c:v>
                </c:pt>
                <c:pt idx="1311">
                  <c:v>129.4606258347971</c:v>
                </c:pt>
                <c:pt idx="1312">
                  <c:v>129.96648779258027</c:v>
                </c:pt>
                <c:pt idx="1313">
                  <c:v>129.94233469818514</c:v>
                </c:pt>
                <c:pt idx="1314">
                  <c:v>129.17557353982892</c:v>
                </c:pt>
                <c:pt idx="1315">
                  <c:v>129.60876469488295</c:v>
                </c:pt>
                <c:pt idx="1316">
                  <c:v>128.89066536830262</c:v>
                </c:pt>
                <c:pt idx="1317">
                  <c:v>128.89750682099614</c:v>
                </c:pt>
                <c:pt idx="1318">
                  <c:v>127.87061239260071</c:v>
                </c:pt>
                <c:pt idx="1319">
                  <c:v>127.78267523680411</c:v>
                </c:pt>
                <c:pt idx="1320">
                  <c:v>129.43255863453129</c:v>
                </c:pt>
                <c:pt idx="1321">
                  <c:v>129.13370361086163</c:v>
                </c:pt>
                <c:pt idx="1322">
                  <c:v>127.49971240424981</c:v>
                </c:pt>
                <c:pt idx="1323">
                  <c:v>127.92145456041075</c:v>
                </c:pt>
                <c:pt idx="1324">
                  <c:v>127.61993273874209</c:v>
                </c:pt>
                <c:pt idx="1325">
                  <c:v>129.2601617150074</c:v>
                </c:pt>
                <c:pt idx="1326">
                  <c:v>128.30792711104442</c:v>
                </c:pt>
                <c:pt idx="1327">
                  <c:v>126.73072139400355</c:v>
                </c:pt>
                <c:pt idx="1328">
                  <c:v>125.7267343484107</c:v>
                </c:pt>
                <c:pt idx="1329">
                  <c:v>125.19192036198771</c:v>
                </c:pt>
                <c:pt idx="1330">
                  <c:v>125.54613124086696</c:v>
                </c:pt>
                <c:pt idx="1331">
                  <c:v>125.2959790527303</c:v>
                </c:pt>
                <c:pt idx="1332">
                  <c:v>128.42653492737006</c:v>
                </c:pt>
                <c:pt idx="1333">
                  <c:v>128.6725363244486</c:v>
                </c:pt>
                <c:pt idx="1334">
                  <c:v>130.19033163186737</c:v>
                </c:pt>
                <c:pt idx="1335">
                  <c:v>129.86374508487978</c:v>
                </c:pt>
                <c:pt idx="1336">
                  <c:v>131.28481049443036</c:v>
                </c:pt>
                <c:pt idx="1337">
                  <c:v>132.61228978925396</c:v>
                </c:pt>
                <c:pt idx="1338">
                  <c:v>132.14260946805223</c:v>
                </c:pt>
                <c:pt idx="1339">
                  <c:v>132.28936593168874</c:v>
                </c:pt>
                <c:pt idx="1340">
                  <c:v>131.54639422334731</c:v>
                </c:pt>
                <c:pt idx="1341">
                  <c:v>132.29990335154366</c:v>
                </c:pt>
                <c:pt idx="1342">
                  <c:v>134.04381408577092</c:v>
                </c:pt>
                <c:pt idx="1343">
                  <c:v>134.56277079899087</c:v>
                </c:pt>
                <c:pt idx="1344">
                  <c:v>135.99256831980117</c:v>
                </c:pt>
                <c:pt idx="1345">
                  <c:v>134.32241092009113</c:v>
                </c:pt>
                <c:pt idx="1346">
                  <c:v>135.43145075810418</c:v>
                </c:pt>
                <c:pt idx="1347">
                  <c:v>135.50621268863279</c:v>
                </c:pt>
                <c:pt idx="1348">
                  <c:v>136.31046184105696</c:v>
                </c:pt>
                <c:pt idx="1349">
                  <c:v>136.54158394170236</c:v>
                </c:pt>
                <c:pt idx="1350">
                  <c:v>138.67193059980895</c:v>
                </c:pt>
                <c:pt idx="1351">
                  <c:v>140.81165720650969</c:v>
                </c:pt>
                <c:pt idx="1352">
                  <c:v>140.74709742097616</c:v>
                </c:pt>
                <c:pt idx="1353">
                  <c:v>142.26190125371843</c:v>
                </c:pt>
                <c:pt idx="1354">
                  <c:v>146.09373758228125</c:v>
                </c:pt>
                <c:pt idx="1355">
                  <c:v>147.57804858205844</c:v>
                </c:pt>
                <c:pt idx="1356">
                  <c:v>147.87896067864349</c:v>
                </c:pt>
                <c:pt idx="1357">
                  <c:v>146.99313590779403</c:v>
                </c:pt>
                <c:pt idx="1358">
                  <c:v>146.38337884869347</c:v>
                </c:pt>
                <c:pt idx="1359">
                  <c:v>146.60531703352325</c:v>
                </c:pt>
                <c:pt idx="1360">
                  <c:v>142.25280961236959</c:v>
                </c:pt>
                <c:pt idx="1361">
                  <c:v>142.55558362114195</c:v>
                </c:pt>
                <c:pt idx="1362">
                  <c:v>145.42696275191881</c:v>
                </c:pt>
                <c:pt idx="1363">
                  <c:v>146.06769598444032</c:v>
                </c:pt>
                <c:pt idx="1364">
                  <c:v>146.34792311486819</c:v>
                </c:pt>
                <c:pt idx="1365">
                  <c:v>146.35156242825036</c:v>
                </c:pt>
                <c:pt idx="1366">
                  <c:v>146.91565600248828</c:v>
                </c:pt>
                <c:pt idx="1367">
                  <c:v>146.33079693424617</c:v>
                </c:pt>
                <c:pt idx="1368">
                  <c:v>147.25025875639108</c:v>
                </c:pt>
                <c:pt idx="1369">
                  <c:v>149.85337935082103</c:v>
                </c:pt>
                <c:pt idx="1370">
                  <c:v>150.08895890872409</c:v>
                </c:pt>
                <c:pt idx="1371">
                  <c:v>148.32884660091239</c:v>
                </c:pt>
                <c:pt idx="1372">
                  <c:v>147.06627350544952</c:v>
                </c:pt>
                <c:pt idx="1373">
                  <c:v>147.7155584053983</c:v>
                </c:pt>
                <c:pt idx="1374">
                  <c:v>149.22137006878842</c:v>
                </c:pt>
                <c:pt idx="1375">
                  <c:v>148.55163430837629</c:v>
                </c:pt>
                <c:pt idx="1376">
                  <c:v>149.551236901479</c:v>
                </c:pt>
                <c:pt idx="1377">
                  <c:v>150.77532796725055</c:v>
                </c:pt>
                <c:pt idx="1378">
                  <c:v>149.87197327840201</c:v>
                </c:pt>
                <c:pt idx="1379">
                  <c:v>149.32147696086815</c:v>
                </c:pt>
                <c:pt idx="1380">
                  <c:v>149.68111855694843</c:v>
                </c:pt>
                <c:pt idx="1381">
                  <c:v>149.55858427998137</c:v>
                </c:pt>
                <c:pt idx="1382">
                  <c:v>149.38885544228364</c:v>
                </c:pt>
                <c:pt idx="1383">
                  <c:v>148.97951185373489</c:v>
                </c:pt>
                <c:pt idx="1384">
                  <c:v>148.10998717236626</c:v>
                </c:pt>
                <c:pt idx="1385">
                  <c:v>148.78420299490645</c:v>
                </c:pt>
                <c:pt idx="1386">
                  <c:v>145.44002753750758</c:v>
                </c:pt>
                <c:pt idx="1387">
                  <c:v>143.48348870424871</c:v>
                </c:pt>
                <c:pt idx="1388">
                  <c:v>145.8128364125424</c:v>
                </c:pt>
                <c:pt idx="1389">
                  <c:v>145.93981435201914</c:v>
                </c:pt>
                <c:pt idx="1390">
                  <c:v>149.56568542899177</c:v>
                </c:pt>
                <c:pt idx="1391">
                  <c:v>150.19302267215724</c:v>
                </c:pt>
                <c:pt idx="1392">
                  <c:v>149.43401208207939</c:v>
                </c:pt>
                <c:pt idx="1393">
                  <c:v>148.42265909967469</c:v>
                </c:pt>
                <c:pt idx="1394">
                  <c:v>148.32142165253507</c:v>
                </c:pt>
                <c:pt idx="1395">
                  <c:v>149.65865834253179</c:v>
                </c:pt>
                <c:pt idx="1396">
                  <c:v>147.28774187249419</c:v>
                </c:pt>
                <c:pt idx="1397">
                  <c:v>147.42492212152436</c:v>
                </c:pt>
                <c:pt idx="1398">
                  <c:v>146.55978453350704</c:v>
                </c:pt>
                <c:pt idx="1399">
                  <c:v>145.44112061682836</c:v>
                </c:pt>
                <c:pt idx="1400">
                  <c:v>145.01468735040396</c:v>
                </c:pt>
                <c:pt idx="1401">
                  <c:v>144.85348219006309</c:v>
                </c:pt>
                <c:pt idx="1402">
                  <c:v>143.6427843597879</c:v>
                </c:pt>
                <c:pt idx="1403">
                  <c:v>144.22054449159177</c:v>
                </c:pt>
                <c:pt idx="1404">
                  <c:v>144.66436954055879</c:v>
                </c:pt>
                <c:pt idx="1405">
                  <c:v>140.37578327350266</c:v>
                </c:pt>
                <c:pt idx="1406">
                  <c:v>141.41786950782617</c:v>
                </c:pt>
                <c:pt idx="1407">
                  <c:v>143.262948357856</c:v>
                </c:pt>
                <c:pt idx="1408">
                  <c:v>144.7009171067528</c:v>
                </c:pt>
                <c:pt idx="1409">
                  <c:v>145.35852312630911</c:v>
                </c:pt>
                <c:pt idx="1410">
                  <c:v>144.90667534990732</c:v>
                </c:pt>
                <c:pt idx="1411">
                  <c:v>143.6844184549725</c:v>
                </c:pt>
                <c:pt idx="1412">
                  <c:v>143.56710295441079</c:v>
                </c:pt>
                <c:pt idx="1413">
                  <c:v>144.6606690212322</c:v>
                </c:pt>
                <c:pt idx="1414">
                  <c:v>143.78283975844124</c:v>
                </c:pt>
                <c:pt idx="1415">
                  <c:v>143.69114250568418</c:v>
                </c:pt>
                <c:pt idx="1416">
                  <c:v>145.42137741606632</c:v>
                </c:pt>
                <c:pt idx="1417">
                  <c:v>144.55579378558181</c:v>
                </c:pt>
                <c:pt idx="1418">
                  <c:v>148.30120031055424</c:v>
                </c:pt>
                <c:pt idx="1419">
                  <c:v>151.11560718536688</c:v>
                </c:pt>
                <c:pt idx="1420">
                  <c:v>150.70510669633777</c:v>
                </c:pt>
                <c:pt idx="1421">
                  <c:v>147.83542294953651</c:v>
                </c:pt>
                <c:pt idx="1422">
                  <c:v>144.55964862312086</c:v>
                </c:pt>
                <c:pt idx="1423">
                  <c:v>147.6121843201872</c:v>
                </c:pt>
                <c:pt idx="1424">
                  <c:v>149.61670055961849</c:v>
                </c:pt>
                <c:pt idx="1425">
                  <c:v>150.18931368824681</c:v>
                </c:pt>
                <c:pt idx="1426">
                  <c:v>149.94365678748497</c:v>
                </c:pt>
                <c:pt idx="1427">
                  <c:v>147.63686363977521</c:v>
                </c:pt>
                <c:pt idx="1428">
                  <c:v>149.23554882827872</c:v>
                </c:pt>
                <c:pt idx="1429">
                  <c:v>148.66015584646772</c:v>
                </c:pt>
                <c:pt idx="1430">
                  <c:v>148.76762228993678</c:v>
                </c:pt>
                <c:pt idx="1431">
                  <c:v>145.92136845311416</c:v>
                </c:pt>
                <c:pt idx="1432">
                  <c:v>145.71418462039333</c:v>
                </c:pt>
                <c:pt idx="1433">
                  <c:v>147.72928407238751</c:v>
                </c:pt>
                <c:pt idx="1434">
                  <c:v>145.67991996707684</c:v>
                </c:pt>
                <c:pt idx="1435">
                  <c:v>145.04127747220991</c:v>
                </c:pt>
                <c:pt idx="1436">
                  <c:v>143.56453892206383</c:v>
                </c:pt>
                <c:pt idx="1437">
                  <c:v>142.27719943971007</c:v>
                </c:pt>
                <c:pt idx="1438">
                  <c:v>144.96480645740215</c:v>
                </c:pt>
                <c:pt idx="1439">
                  <c:v>145.13113041519753</c:v>
                </c:pt>
                <c:pt idx="1440">
                  <c:v>143.55192990216091</c:v>
                </c:pt>
                <c:pt idx="1441">
                  <c:v>144.82563559830015</c:v>
                </c:pt>
                <c:pt idx="1442">
                  <c:v>144.83477083713993</c:v>
                </c:pt>
                <c:pt idx="1443">
                  <c:v>145.52901644606504</c:v>
                </c:pt>
                <c:pt idx="1444">
                  <c:v>146.23774308194604</c:v>
                </c:pt>
                <c:pt idx="1445">
                  <c:v>147.24432629076026</c:v>
                </c:pt>
                <c:pt idx="1446">
                  <c:v>146.84513669529215</c:v>
                </c:pt>
                <c:pt idx="1447">
                  <c:v>146.56142829626151</c:v>
                </c:pt>
                <c:pt idx="1448">
                  <c:v>149.81388602776454</c:v>
                </c:pt>
                <c:pt idx="1449">
                  <c:v>150.19104403647376</c:v>
                </c:pt>
                <c:pt idx="1450">
                  <c:v>150.33143021468877</c:v>
                </c:pt>
                <c:pt idx="1451">
                  <c:v>150.42126166896122</c:v>
                </c:pt>
                <c:pt idx="1452">
                  <c:v>149.01471537524458</c:v>
                </c:pt>
                <c:pt idx="1453">
                  <c:v>150.13575814737749</c:v>
                </c:pt>
                <c:pt idx="1454">
                  <c:v>149.88594920861169</c:v>
                </c:pt>
                <c:pt idx="1455">
                  <c:v>150.97902952992098</c:v>
                </c:pt>
                <c:pt idx="1456">
                  <c:v>151.13030873037519</c:v>
                </c:pt>
                <c:pt idx="1457">
                  <c:v>151.45500555086227</c:v>
                </c:pt>
                <c:pt idx="1458">
                  <c:v>152.98559510839894</c:v>
                </c:pt>
                <c:pt idx="1459">
                  <c:v>153.04687129954405</c:v>
                </c:pt>
                <c:pt idx="1460">
                  <c:v>151.34422223180539</c:v>
                </c:pt>
                <c:pt idx="1461">
                  <c:v>152.42720563258837</c:v>
                </c:pt>
                <c:pt idx="1462">
                  <c:v>152.06537395230384</c:v>
                </c:pt>
                <c:pt idx="1463">
                  <c:v>153.55076172945201</c:v>
                </c:pt>
                <c:pt idx="1464">
                  <c:v>154.76980826403167</c:v>
                </c:pt>
                <c:pt idx="1465">
                  <c:v>154.70067869642065</c:v>
                </c:pt>
                <c:pt idx="1466">
                  <c:v>154.35712872041319</c:v>
                </c:pt>
                <c:pt idx="1467">
                  <c:v>153.98125259497868</c:v>
                </c:pt>
                <c:pt idx="1468">
                  <c:v>154.92597080657714</c:v>
                </c:pt>
                <c:pt idx="1469">
                  <c:v>155.63144533164862</c:v>
                </c:pt>
                <c:pt idx="1470">
                  <c:v>155.09419173669113</c:v>
                </c:pt>
                <c:pt idx="1471">
                  <c:v>154.67153206611169</c:v>
                </c:pt>
                <c:pt idx="1472">
                  <c:v>155.04023826242201</c:v>
                </c:pt>
                <c:pt idx="1473">
                  <c:v>154.75442607668825</c:v>
                </c:pt>
                <c:pt idx="1474">
                  <c:v>153.77606974125368</c:v>
                </c:pt>
                <c:pt idx="1475">
                  <c:v>154.28988996671379</c:v>
                </c:pt>
                <c:pt idx="1476">
                  <c:v>153.40337569916204</c:v>
                </c:pt>
                <c:pt idx="1477">
                  <c:v>153.55920355915464</c:v>
                </c:pt>
                <c:pt idx="1478">
                  <c:v>154.29309303462898</c:v>
                </c:pt>
                <c:pt idx="1479">
                  <c:v>153.42795887506114</c:v>
                </c:pt>
                <c:pt idx="1480">
                  <c:v>153.92952275792675</c:v>
                </c:pt>
                <c:pt idx="1481">
                  <c:v>153.85220731579238</c:v>
                </c:pt>
                <c:pt idx="1482">
                  <c:v>154.59222654764983</c:v>
                </c:pt>
                <c:pt idx="1483">
                  <c:v>154.08033986719525</c:v>
                </c:pt>
                <c:pt idx="1484">
                  <c:v>154.10675628419878</c:v>
                </c:pt>
                <c:pt idx="1485">
                  <c:v>153.06778037576098</c:v>
                </c:pt>
                <c:pt idx="1486">
                  <c:v>153.19950299913182</c:v>
                </c:pt>
                <c:pt idx="1487">
                  <c:v>153.53419161254917</c:v>
                </c:pt>
                <c:pt idx="1488">
                  <c:v>153.20643995022522</c:v>
                </c:pt>
                <c:pt idx="1489">
                  <c:v>152.87993976016077</c:v>
                </c:pt>
                <c:pt idx="1490">
                  <c:v>153.45228737356842</c:v>
                </c:pt>
                <c:pt idx="1491">
                  <c:v>153.53636426868636</c:v>
                </c:pt>
                <c:pt idx="1492">
                  <c:v>152.8844080225258</c:v>
                </c:pt>
                <c:pt idx="1493">
                  <c:v>152.95313444396717</c:v>
                </c:pt>
                <c:pt idx="1494">
                  <c:v>154.10613710158324</c:v>
                </c:pt>
                <c:pt idx="1495">
                  <c:v>155.23826795859821</c:v>
                </c:pt>
                <c:pt idx="1496">
                  <c:v>154.86722909461076</c:v>
                </c:pt>
                <c:pt idx="1497">
                  <c:v>154.41935080423283</c:v>
                </c:pt>
                <c:pt idx="1498">
                  <c:v>154.37800145398433</c:v>
                </c:pt>
                <c:pt idx="1499">
                  <c:v>153.12004750372651</c:v>
                </c:pt>
                <c:pt idx="1500">
                  <c:v>153.76205254321712</c:v>
                </c:pt>
                <c:pt idx="1501">
                  <c:v>156.6484083871255</c:v>
                </c:pt>
                <c:pt idx="1502">
                  <c:v>155.49327545639792</c:v>
                </c:pt>
                <c:pt idx="1503">
                  <c:v>156.18422391725355</c:v>
                </c:pt>
                <c:pt idx="1504">
                  <c:v>156.20854596780163</c:v>
                </c:pt>
                <c:pt idx="1505">
                  <c:v>156.22410905085101</c:v>
                </c:pt>
                <c:pt idx="1506">
                  <c:v>155.23229814210245</c:v>
                </c:pt>
                <c:pt idx="1507">
                  <c:v>154.67151833553035</c:v>
                </c:pt>
                <c:pt idx="1508">
                  <c:v>155.38399003562878</c:v>
                </c:pt>
                <c:pt idx="1509">
                  <c:v>156.71357211858489</c:v>
                </c:pt>
                <c:pt idx="1510">
                  <c:v>157.1908328245365</c:v>
                </c:pt>
                <c:pt idx="1511">
                  <c:v>159.42102701464739</c:v>
                </c:pt>
                <c:pt idx="1512">
                  <c:v>160.51912475992216</c:v>
                </c:pt>
                <c:pt idx="1513">
                  <c:v>163.88683008932227</c:v>
                </c:pt>
                <c:pt idx="1514">
                  <c:v>163.76657090400053</c:v>
                </c:pt>
                <c:pt idx="1515">
                  <c:v>162.97858800335743</c:v>
                </c:pt>
                <c:pt idx="1516">
                  <c:v>163.54052762956647</c:v>
                </c:pt>
                <c:pt idx="1517">
                  <c:v>168.33595392513098</c:v>
                </c:pt>
                <c:pt idx="1518">
                  <c:v>171.72816928136561</c:v>
                </c:pt>
                <c:pt idx="1519">
                  <c:v>174.55112538699049</c:v>
                </c:pt>
                <c:pt idx="1520">
                  <c:v>174.24725800812047</c:v>
                </c:pt>
                <c:pt idx="1521">
                  <c:v>173.99948589021079</c:v>
                </c:pt>
                <c:pt idx="1522">
                  <c:v>173.75459468474421</c:v>
                </c:pt>
                <c:pt idx="1523">
                  <c:v>172.76737988125808</c:v>
                </c:pt>
                <c:pt idx="1524">
                  <c:v>174.02982499911843</c:v>
                </c:pt>
                <c:pt idx="1525">
                  <c:v>174.09158340436039</c:v>
                </c:pt>
                <c:pt idx="1526">
                  <c:v>173.72362185159179</c:v>
                </c:pt>
                <c:pt idx="1527">
                  <c:v>173.75614986125598</c:v>
                </c:pt>
                <c:pt idx="1528">
                  <c:v>176.48951418579776</c:v>
                </c:pt>
                <c:pt idx="1529">
                  <c:v>175.44418263802271</c:v>
                </c:pt>
                <c:pt idx="1530">
                  <c:v>177.74068266094935</c:v>
                </c:pt>
                <c:pt idx="1531">
                  <c:v>178.10323335999473</c:v>
                </c:pt>
                <c:pt idx="1532">
                  <c:v>176.21823966014321</c:v>
                </c:pt>
                <c:pt idx="1533">
                  <c:v>174.71745281100786</c:v>
                </c:pt>
                <c:pt idx="1534">
                  <c:v>174.27703026712271</c:v>
                </c:pt>
                <c:pt idx="1535">
                  <c:v>172.489364219957</c:v>
                </c:pt>
                <c:pt idx="1536">
                  <c:v>172.05807152018266</c:v>
                </c:pt>
                <c:pt idx="1537">
                  <c:v>171.91922585894579</c:v>
                </c:pt>
                <c:pt idx="1538">
                  <c:v>172.16681050743355</c:v>
                </c:pt>
                <c:pt idx="1539">
                  <c:v>171.4258692859311</c:v>
                </c:pt>
                <c:pt idx="1540">
                  <c:v>170.09836568856193</c:v>
                </c:pt>
                <c:pt idx="1541">
                  <c:v>169.82121401231021</c:v>
                </c:pt>
                <c:pt idx="1542">
                  <c:v>168.5372288147941</c:v>
                </c:pt>
                <c:pt idx="1543">
                  <c:v>169.9055572543013</c:v>
                </c:pt>
                <c:pt idx="1544">
                  <c:v>171.17821674173666</c:v>
                </c:pt>
                <c:pt idx="1545">
                  <c:v>172.34358519390483</c:v>
                </c:pt>
                <c:pt idx="1546">
                  <c:v>173.65143671175164</c:v>
                </c:pt>
                <c:pt idx="1547">
                  <c:v>174.34441517054285</c:v>
                </c:pt>
                <c:pt idx="1548">
                  <c:v>168.77882830616491</c:v>
                </c:pt>
                <c:pt idx="1549">
                  <c:v>167.15924921244599</c:v>
                </c:pt>
                <c:pt idx="1550">
                  <c:v>166.35614047971958</c:v>
                </c:pt>
                <c:pt idx="1551">
                  <c:v>164.28447100154855</c:v>
                </c:pt>
                <c:pt idx="1552">
                  <c:v>163.35418807331376</c:v>
                </c:pt>
                <c:pt idx="1553">
                  <c:v>161.38687912055661</c:v>
                </c:pt>
                <c:pt idx="1554">
                  <c:v>161.52133263874975</c:v>
                </c:pt>
                <c:pt idx="1555">
                  <c:v>163.0732180945887</c:v>
                </c:pt>
                <c:pt idx="1556">
                  <c:v>163.23956161602112</c:v>
                </c:pt>
                <c:pt idx="1557">
                  <c:v>162.61953617119266</c:v>
                </c:pt>
                <c:pt idx="1558">
                  <c:v>164.06051866272139</c:v>
                </c:pt>
                <c:pt idx="1559">
                  <c:v>166.71414236116448</c:v>
                </c:pt>
                <c:pt idx="1560">
                  <c:v>166.58823071062494</c:v>
                </c:pt>
                <c:pt idx="1561">
                  <c:v>165.83400191719642</c:v>
                </c:pt>
                <c:pt idx="1562">
                  <c:v>163.55554599427134</c:v>
                </c:pt>
                <c:pt idx="1563">
                  <c:v>165.13858050223041</c:v>
                </c:pt>
                <c:pt idx="1564">
                  <c:v>165.77535263201739</c:v>
                </c:pt>
                <c:pt idx="1565">
                  <c:v>165.64116231492343</c:v>
                </c:pt>
                <c:pt idx="1566">
                  <c:v>162.94507157424522</c:v>
                </c:pt>
                <c:pt idx="1567">
                  <c:v>163.56560964779891</c:v>
                </c:pt>
                <c:pt idx="1568">
                  <c:v>162.1586977629521</c:v>
                </c:pt>
                <c:pt idx="1569">
                  <c:v>162.50507453824713</c:v>
                </c:pt>
                <c:pt idx="1570">
                  <c:v>159.47836589232145</c:v>
                </c:pt>
                <c:pt idx="1571">
                  <c:v>157.08858827016533</c:v>
                </c:pt>
                <c:pt idx="1572">
                  <c:v>157.35519874385471</c:v>
                </c:pt>
                <c:pt idx="1573">
                  <c:v>159.67395609822168</c:v>
                </c:pt>
                <c:pt idx="1574">
                  <c:v>158.04048103860194</c:v>
                </c:pt>
                <c:pt idx="1575">
                  <c:v>154.54599277735781</c:v>
                </c:pt>
                <c:pt idx="1576">
                  <c:v>155.91706966824623</c:v>
                </c:pt>
                <c:pt idx="1577">
                  <c:v>157.69613932190873</c:v>
                </c:pt>
                <c:pt idx="1578">
                  <c:v>159.90953098657965</c:v>
                </c:pt>
                <c:pt idx="1579">
                  <c:v>159.3951153217086</c:v>
                </c:pt>
                <c:pt idx="1580">
                  <c:v>157.8675086280517</c:v>
                </c:pt>
                <c:pt idx="1581">
                  <c:v>156.74037309705389</c:v>
                </c:pt>
                <c:pt idx="1582">
                  <c:v>155.83284906001865</c:v>
                </c:pt>
                <c:pt idx="1583">
                  <c:v>154.36152173765143</c:v>
                </c:pt>
                <c:pt idx="1584">
                  <c:v>151.17724800267433</c:v>
                </c:pt>
                <c:pt idx="1585">
                  <c:v>150.07922774252049</c:v>
                </c:pt>
                <c:pt idx="1586">
                  <c:v>152.61670289567371</c:v>
                </c:pt>
                <c:pt idx="1587">
                  <c:v>154.32324171297719</c:v>
                </c:pt>
                <c:pt idx="1588">
                  <c:v>154.1963591722982</c:v>
                </c:pt>
                <c:pt idx="1589">
                  <c:v>155.3640129980524</c:v>
                </c:pt>
                <c:pt idx="1590">
                  <c:v>154.80380672289644</c:v>
                </c:pt>
                <c:pt idx="1591">
                  <c:v>155.00008795139325</c:v>
                </c:pt>
                <c:pt idx="1592">
                  <c:v>157.10838664214813</c:v>
                </c:pt>
                <c:pt idx="1593">
                  <c:v>159.93238037736509</c:v>
                </c:pt>
                <c:pt idx="1594">
                  <c:v>160.19776048138712</c:v>
                </c:pt>
                <c:pt idx="1595">
                  <c:v>160.85558714565443</c:v>
                </c:pt>
                <c:pt idx="1596">
                  <c:v>159.72650920843449</c:v>
                </c:pt>
                <c:pt idx="1597">
                  <c:v>161.0693986991318</c:v>
                </c:pt>
                <c:pt idx="1598">
                  <c:v>161.86330178256296</c:v>
                </c:pt>
                <c:pt idx="1599">
                  <c:v>161.79590761115739</c:v>
                </c:pt>
                <c:pt idx="1600">
                  <c:v>162.26498416956201</c:v>
                </c:pt>
                <c:pt idx="1601">
                  <c:v>162.80409503016892</c:v>
                </c:pt>
                <c:pt idx="1602">
                  <c:v>161.25006656424358</c:v>
                </c:pt>
                <c:pt idx="1603">
                  <c:v>161.98732424641406</c:v>
                </c:pt>
                <c:pt idx="1604">
                  <c:v>159.28033984525595</c:v>
                </c:pt>
                <c:pt idx="1605">
                  <c:v>157.20662101250261</c:v>
                </c:pt>
                <c:pt idx="1606">
                  <c:v>155.89435520709955</c:v>
                </c:pt>
                <c:pt idx="1607">
                  <c:v>156.09124922196773</c:v>
                </c:pt>
                <c:pt idx="1608">
                  <c:v>152.30484798266744</c:v>
                </c:pt>
                <c:pt idx="1609">
                  <c:v>151.20905195422094</c:v>
                </c:pt>
                <c:pt idx="1610">
                  <c:v>152.58907688289855</c:v>
                </c:pt>
                <c:pt idx="1611">
                  <c:v>153.73236439167022</c:v>
                </c:pt>
                <c:pt idx="1612">
                  <c:v>157.67405193905645</c:v>
                </c:pt>
                <c:pt idx="1613">
                  <c:v>158.71333132465006</c:v>
                </c:pt>
                <c:pt idx="1614">
                  <c:v>158.18070130573517</c:v>
                </c:pt>
                <c:pt idx="1615">
                  <c:v>158.63836899353308</c:v>
                </c:pt>
                <c:pt idx="1616">
                  <c:v>155.56721882148003</c:v>
                </c:pt>
                <c:pt idx="1617">
                  <c:v>155.66810671135636</c:v>
                </c:pt>
                <c:pt idx="1618">
                  <c:v>155.96849766676465</c:v>
                </c:pt>
                <c:pt idx="1619">
                  <c:v>153.80048900512173</c:v>
                </c:pt>
                <c:pt idx="1620">
                  <c:v>149.16872849289817</c:v>
                </c:pt>
                <c:pt idx="1621">
                  <c:v>152.20353646725206</c:v>
                </c:pt>
                <c:pt idx="1622">
                  <c:v>153.47133058424939</c:v>
                </c:pt>
                <c:pt idx="1623">
                  <c:v>153.9278125385797</c:v>
                </c:pt>
                <c:pt idx="1624">
                  <c:v>153.95743607576023</c:v>
                </c:pt>
                <c:pt idx="1625">
                  <c:v>152.69873648029503</c:v>
                </c:pt>
                <c:pt idx="1626">
                  <c:v>151.4317392212734</c:v>
                </c:pt>
                <c:pt idx="1627">
                  <c:v>152.18093199242986</c:v>
                </c:pt>
                <c:pt idx="1628">
                  <c:v>145.86543498391833</c:v>
                </c:pt>
                <c:pt idx="1629">
                  <c:v>148.1541464534466</c:v>
                </c:pt>
                <c:pt idx="1630">
                  <c:v>147.60153877630847</c:v>
                </c:pt>
                <c:pt idx="1631">
                  <c:v>146.17937557811257</c:v>
                </c:pt>
                <c:pt idx="1632">
                  <c:v>143.75902740206013</c:v>
                </c:pt>
                <c:pt idx="1633">
                  <c:v>138.27846650906886</c:v>
                </c:pt>
                <c:pt idx="1634">
                  <c:v>139.7909395743292</c:v>
                </c:pt>
                <c:pt idx="1635">
                  <c:v>141.810258688999</c:v>
                </c:pt>
                <c:pt idx="1636">
                  <c:v>147.52216688222205</c:v>
                </c:pt>
                <c:pt idx="1637">
                  <c:v>147.24943819953577</c:v>
                </c:pt>
                <c:pt idx="1638">
                  <c:v>146.81739407504352</c:v>
                </c:pt>
                <c:pt idx="1639">
                  <c:v>147.29933923474258</c:v>
                </c:pt>
                <c:pt idx="1640">
                  <c:v>150.15038758565615</c:v>
                </c:pt>
                <c:pt idx="1641">
                  <c:v>153.16988507423238</c:v>
                </c:pt>
                <c:pt idx="1642">
                  <c:v>148.48714807662472</c:v>
                </c:pt>
                <c:pt idx="1643">
                  <c:v>148.46104261717051</c:v>
                </c:pt>
                <c:pt idx="1644">
                  <c:v>148.19348012188632</c:v>
                </c:pt>
                <c:pt idx="1645">
                  <c:v>147.37068570265845</c:v>
                </c:pt>
                <c:pt idx="1646">
                  <c:v>147.78484688661942</c:v>
                </c:pt>
                <c:pt idx="1647">
                  <c:v>148.25665368340182</c:v>
                </c:pt>
                <c:pt idx="1648">
                  <c:v>149.56804273253439</c:v>
                </c:pt>
                <c:pt idx="1649">
                  <c:v>151.28114676370271</c:v>
                </c:pt>
                <c:pt idx="1650">
                  <c:v>153.05043977702374</c:v>
                </c:pt>
                <c:pt idx="1651">
                  <c:v>155.04985934022176</c:v>
                </c:pt>
                <c:pt idx="1652">
                  <c:v>157.13151129327804</c:v>
                </c:pt>
                <c:pt idx="1653">
                  <c:v>156.60080293293498</c:v>
                </c:pt>
                <c:pt idx="1654">
                  <c:v>159.81927054336913</c:v>
                </c:pt>
                <c:pt idx="1655">
                  <c:v>159.07769126170311</c:v>
                </c:pt>
                <c:pt idx="1656">
                  <c:v>157.49845142697771</c:v>
                </c:pt>
                <c:pt idx="1657">
                  <c:v>158.34476638249913</c:v>
                </c:pt>
                <c:pt idx="1658">
                  <c:v>158.9907154907639</c:v>
                </c:pt>
                <c:pt idx="1659">
                  <c:v>157.60825502728517</c:v>
                </c:pt>
                <c:pt idx="1660">
                  <c:v>156.4087667957557</c:v>
                </c:pt>
                <c:pt idx="1661">
                  <c:v>153.07148505690651</c:v>
                </c:pt>
                <c:pt idx="1662">
                  <c:v>156.3087215000802</c:v>
                </c:pt>
                <c:pt idx="1663">
                  <c:v>155.1877052482993</c:v>
                </c:pt>
                <c:pt idx="1664">
                  <c:v>158.64391687112874</c:v>
                </c:pt>
                <c:pt idx="1665">
                  <c:v>157.98446098345181</c:v>
                </c:pt>
                <c:pt idx="1666">
                  <c:v>158.29844901583184</c:v>
                </c:pt>
                <c:pt idx="1667">
                  <c:v>155.45443798294747</c:v>
                </c:pt>
                <c:pt idx="1668">
                  <c:v>155.37433863047121</c:v>
                </c:pt>
                <c:pt idx="1669">
                  <c:v>153.51153903390821</c:v>
                </c:pt>
                <c:pt idx="1670">
                  <c:v>150.80643830813452</c:v>
                </c:pt>
                <c:pt idx="1671">
                  <c:v>149.94441610214585</c:v>
                </c:pt>
                <c:pt idx="1672">
                  <c:v>147.54221250471704</c:v>
                </c:pt>
                <c:pt idx="1673">
                  <c:v>150.70416600726273</c:v>
                </c:pt>
                <c:pt idx="1674">
                  <c:v>150.18264599851096</c:v>
                </c:pt>
                <c:pt idx="1675">
                  <c:v>152.69896364663509</c:v>
                </c:pt>
                <c:pt idx="1676">
                  <c:v>154.77117491198374</c:v>
                </c:pt>
                <c:pt idx="1677">
                  <c:v>153.50459670950204</c:v>
                </c:pt>
                <c:pt idx="1678">
                  <c:v>156.8616361649909</c:v>
                </c:pt>
                <c:pt idx="1679">
                  <c:v>154.73310967034459</c:v>
                </c:pt>
                <c:pt idx="1680">
                  <c:v>154.64994212187213</c:v>
                </c:pt>
                <c:pt idx="1681">
                  <c:v>154.09294387685256</c:v>
                </c:pt>
                <c:pt idx="1682">
                  <c:v>155.62881506809615</c:v>
                </c:pt>
                <c:pt idx="1683">
                  <c:v>157.12517163550743</c:v>
                </c:pt>
                <c:pt idx="1684">
                  <c:v>157.53458333285386</c:v>
                </c:pt>
                <c:pt idx="1685">
                  <c:v>156.61900438006103</c:v>
                </c:pt>
                <c:pt idx="1686">
                  <c:v>156.8080802059678</c:v>
                </c:pt>
                <c:pt idx="1687">
                  <c:v>155.87594392578319</c:v>
                </c:pt>
                <c:pt idx="1688">
                  <c:v>155.58628170484656</c:v>
                </c:pt>
                <c:pt idx="1689">
                  <c:v>153.08470409273289</c:v>
                </c:pt>
                <c:pt idx="1690">
                  <c:v>151.47816990318904</c:v>
                </c:pt>
                <c:pt idx="1691">
                  <c:v>152.11461671100489</c:v>
                </c:pt>
                <c:pt idx="1692">
                  <c:v>151.96252655354854</c:v>
                </c:pt>
                <c:pt idx="1693">
                  <c:v>149.95541136734221</c:v>
                </c:pt>
                <c:pt idx="1694">
                  <c:v>149.90743361699296</c:v>
                </c:pt>
                <c:pt idx="1695">
                  <c:v>149.08434302678685</c:v>
                </c:pt>
                <c:pt idx="1696">
                  <c:v>148.21471635707414</c:v>
                </c:pt>
                <c:pt idx="1697">
                  <c:v>146.76932973574361</c:v>
                </c:pt>
                <c:pt idx="1698">
                  <c:v>149.4048563732978</c:v>
                </c:pt>
                <c:pt idx="1699">
                  <c:v>151.03452308755593</c:v>
                </c:pt>
                <c:pt idx="1700">
                  <c:v>149.36008886969844</c:v>
                </c:pt>
                <c:pt idx="1701">
                  <c:v>150.68188888403151</c:v>
                </c:pt>
                <c:pt idx="1702">
                  <c:v>152.42307348236184</c:v>
                </c:pt>
                <c:pt idx="1703">
                  <c:v>153.81371196203659</c:v>
                </c:pt>
                <c:pt idx="1704">
                  <c:v>153.29787101207771</c:v>
                </c:pt>
                <c:pt idx="1705">
                  <c:v>150.88905290614426</c:v>
                </c:pt>
                <c:pt idx="1706">
                  <c:v>150.78519278061714</c:v>
                </c:pt>
                <c:pt idx="1707">
                  <c:v>154.73628554095916</c:v>
                </c:pt>
                <c:pt idx="1708">
                  <c:v>158.85104162378445</c:v>
                </c:pt>
                <c:pt idx="1709">
                  <c:v>158.62110390802022</c:v>
                </c:pt>
                <c:pt idx="1710">
                  <c:v>162.29640111221514</c:v>
                </c:pt>
                <c:pt idx="1711">
                  <c:v>162.80418243270998</c:v>
                </c:pt>
                <c:pt idx="1712">
                  <c:v>163.20261188062258</c:v>
                </c:pt>
                <c:pt idx="1713">
                  <c:v>163.34318121849671</c:v>
                </c:pt>
                <c:pt idx="1714">
                  <c:v>161.01229416923829</c:v>
                </c:pt>
                <c:pt idx="1715">
                  <c:v>162.47966790797454</c:v>
                </c:pt>
                <c:pt idx="1716">
                  <c:v>161.82300888115313</c:v>
                </c:pt>
                <c:pt idx="1717">
                  <c:v>164.20303249743131</c:v>
                </c:pt>
                <c:pt idx="1718">
                  <c:v>163.97030661531269</c:v>
                </c:pt>
                <c:pt idx="1719">
                  <c:v>165.77548562652623</c:v>
                </c:pt>
                <c:pt idx="1720">
                  <c:v>167.085540689992</c:v>
                </c:pt>
                <c:pt idx="1721">
                  <c:v>168.09314096800574</c:v>
                </c:pt>
                <c:pt idx="1722">
                  <c:v>167.76385312565168</c:v>
                </c:pt>
                <c:pt idx="1723">
                  <c:v>165.54890027021347</c:v>
                </c:pt>
                <c:pt idx="1724">
                  <c:v>166.27622288693783</c:v>
                </c:pt>
                <c:pt idx="1725">
                  <c:v>167.52869617046312</c:v>
                </c:pt>
                <c:pt idx="1726">
                  <c:v>169.06864220434846</c:v>
                </c:pt>
                <c:pt idx="1727">
                  <c:v>169.76251729011514</c:v>
                </c:pt>
                <c:pt idx="1728">
                  <c:v>172.06609094501329</c:v>
                </c:pt>
                <c:pt idx="1729">
                  <c:v>170.85544699441829</c:v>
                </c:pt>
                <c:pt idx="1730">
                  <c:v>170.17078136355744</c:v>
                </c:pt>
                <c:pt idx="1731">
                  <c:v>171.490997982887</c:v>
                </c:pt>
                <c:pt idx="1732">
                  <c:v>170.68291173054786</c:v>
                </c:pt>
                <c:pt idx="1733">
                  <c:v>170.22068249756921</c:v>
                </c:pt>
                <c:pt idx="1734">
                  <c:v>168.35360312448782</c:v>
                </c:pt>
                <c:pt idx="1735">
                  <c:v>170.36318936910277</c:v>
                </c:pt>
                <c:pt idx="1736">
                  <c:v>172.17759550925561</c:v>
                </c:pt>
                <c:pt idx="1737">
                  <c:v>169.71181999878917</c:v>
                </c:pt>
                <c:pt idx="1738">
                  <c:v>169.85512408209169</c:v>
                </c:pt>
                <c:pt idx="1739">
                  <c:v>170.30877037547771</c:v>
                </c:pt>
                <c:pt idx="1740">
                  <c:v>169.4715480363769</c:v>
                </c:pt>
                <c:pt idx="1741">
                  <c:v>169.14675770854626</c:v>
                </c:pt>
                <c:pt idx="1742">
                  <c:v>169.41550820033459</c:v>
                </c:pt>
                <c:pt idx="1743">
                  <c:v>173.72178802498019</c:v>
                </c:pt>
                <c:pt idx="1744">
                  <c:v>173.13835577127264</c:v>
                </c:pt>
                <c:pt idx="1745">
                  <c:v>172.9583692908661</c:v>
                </c:pt>
                <c:pt idx="1746">
                  <c:v>173.31207670255017</c:v>
                </c:pt>
                <c:pt idx="1747">
                  <c:v>172.46612129368435</c:v>
                </c:pt>
                <c:pt idx="1748">
                  <c:v>173.68927834909582</c:v>
                </c:pt>
                <c:pt idx="1749">
                  <c:v>173.96984945874686</c:v>
                </c:pt>
                <c:pt idx="1750">
                  <c:v>174.21226550841729</c:v>
                </c:pt>
                <c:pt idx="1751">
                  <c:v>176.88219247165392</c:v>
                </c:pt>
                <c:pt idx="1752">
                  <c:v>175.45359802585074</c:v>
                </c:pt>
                <c:pt idx="1753">
                  <c:v>174.89496058771761</c:v>
                </c:pt>
                <c:pt idx="1754">
                  <c:v>171.0186217938562</c:v>
                </c:pt>
                <c:pt idx="1755">
                  <c:v>173.18235820881648</c:v>
                </c:pt>
                <c:pt idx="1756">
                  <c:v>174.44743758654437</c:v>
                </c:pt>
                <c:pt idx="1757">
                  <c:v>175.96507905519917</c:v>
                </c:pt>
                <c:pt idx="1758">
                  <c:v>176.48865827796311</c:v>
                </c:pt>
                <c:pt idx="1759">
                  <c:v>175.18831797286416</c:v>
                </c:pt>
                <c:pt idx="1760">
                  <c:v>170.2204264918075</c:v>
                </c:pt>
                <c:pt idx="1761">
                  <c:v>171.73549214647861</c:v>
                </c:pt>
                <c:pt idx="1762">
                  <c:v>169.64916801492052</c:v>
                </c:pt>
                <c:pt idx="1763">
                  <c:v>171.23806683060965</c:v>
                </c:pt>
                <c:pt idx="1764">
                  <c:v>172.08267740833375</c:v>
                </c:pt>
                <c:pt idx="1765">
                  <c:v>168.09451161236356</c:v>
                </c:pt>
                <c:pt idx="1766">
                  <c:v>171.88752071882601</c:v>
                </c:pt>
                <c:pt idx="1767">
                  <c:v>170.56900281117933</c:v>
                </c:pt>
                <c:pt idx="1768">
                  <c:v>168.04019679988792</c:v>
                </c:pt>
                <c:pt idx="1769">
                  <c:v>166.18349439968463</c:v>
                </c:pt>
                <c:pt idx="1770">
                  <c:v>165.99603318076791</c:v>
                </c:pt>
                <c:pt idx="1771">
                  <c:v>165.05883474760296</c:v>
                </c:pt>
                <c:pt idx="1772">
                  <c:v>165.53264837991253</c:v>
                </c:pt>
                <c:pt idx="1773">
                  <c:v>165.61292487603012</c:v>
                </c:pt>
                <c:pt idx="1774">
                  <c:v>168.01700094385868</c:v>
                </c:pt>
                <c:pt idx="1775">
                  <c:v>168.39060311285797</c:v>
                </c:pt>
                <c:pt idx="1776">
                  <c:v>168.1931875102905</c:v>
                </c:pt>
                <c:pt idx="1777">
                  <c:v>168.84235591589388</c:v>
                </c:pt>
                <c:pt idx="1778">
                  <c:v>168.61694901369935</c:v>
                </c:pt>
                <c:pt idx="1779">
                  <c:v>167.07323289048549</c:v>
                </c:pt>
                <c:pt idx="1780">
                  <c:v>168.60487113805186</c:v>
                </c:pt>
                <c:pt idx="1781">
                  <c:v>169.90626217572787</c:v>
                </c:pt>
                <c:pt idx="1782">
                  <c:v>170.04872160376752</c:v>
                </c:pt>
                <c:pt idx="1783">
                  <c:v>170.29557117019121</c:v>
                </c:pt>
                <c:pt idx="1784">
                  <c:v>170.44437215996655</c:v>
                </c:pt>
                <c:pt idx="1785">
                  <c:v>171.87118083536552</c:v>
                </c:pt>
                <c:pt idx="1786">
                  <c:v>173.86772297337239</c:v>
                </c:pt>
                <c:pt idx="1787">
                  <c:v>172.38360854754933</c:v>
                </c:pt>
                <c:pt idx="1788">
                  <c:v>174.46135346739814</c:v>
                </c:pt>
                <c:pt idx="1789">
                  <c:v>170.86567752215967</c:v>
                </c:pt>
                <c:pt idx="1790">
                  <c:v>170.61671429631377</c:v>
                </c:pt>
                <c:pt idx="1791">
                  <c:v>169.74126097183978</c:v>
                </c:pt>
                <c:pt idx="1792">
                  <c:v>169.22866840856742</c:v>
                </c:pt>
                <c:pt idx="1793">
                  <c:v>168.54652898413224</c:v>
                </c:pt>
                <c:pt idx="1794">
                  <c:v>169.48408166322702</c:v>
                </c:pt>
                <c:pt idx="1795">
                  <c:v>169.39660827905175</c:v>
                </c:pt>
                <c:pt idx="1796">
                  <c:v>170.89360641237872</c:v>
                </c:pt>
                <c:pt idx="1797">
                  <c:v>170.35610856628804</c:v>
                </c:pt>
                <c:pt idx="1798">
                  <c:v>171.05922586363323</c:v>
                </c:pt>
                <c:pt idx="1799">
                  <c:v>174.34846330172962</c:v>
                </c:pt>
                <c:pt idx="1800">
                  <c:v>176.36821106421061</c:v>
                </c:pt>
                <c:pt idx="1801">
                  <c:v>176.69100500039232</c:v>
                </c:pt>
                <c:pt idx="1802">
                  <c:v>175.79198744531263</c:v>
                </c:pt>
                <c:pt idx="1803">
                  <c:v>174.90023213823153</c:v>
                </c:pt>
                <c:pt idx="1804">
                  <c:v>173.94902172489216</c:v>
                </c:pt>
                <c:pt idx="1805">
                  <c:v>175.07528960229627</c:v>
                </c:pt>
                <c:pt idx="1806">
                  <c:v>175.78022377133107</c:v>
                </c:pt>
                <c:pt idx="1807">
                  <c:v>177.44966497041682</c:v>
                </c:pt>
                <c:pt idx="1808">
                  <c:v>176.73226876558425</c:v>
                </c:pt>
                <c:pt idx="1809">
                  <c:v>176.31043660263077</c:v>
                </c:pt>
                <c:pt idx="1810">
                  <c:v>175.98282327576072</c:v>
                </c:pt>
                <c:pt idx="1811">
                  <c:v>174.50621135581395</c:v>
                </c:pt>
                <c:pt idx="1812">
                  <c:v>172.94376931913709</c:v>
                </c:pt>
                <c:pt idx="1813">
                  <c:v>175.84268012273779</c:v>
                </c:pt>
                <c:pt idx="1814">
                  <c:v>174.4300496224148</c:v>
                </c:pt>
                <c:pt idx="1815">
                  <c:v>172.89963937803887</c:v>
                </c:pt>
                <c:pt idx="1816">
                  <c:v>172.35936602419713</c:v>
                </c:pt>
                <c:pt idx="1817">
                  <c:v>169.00309564068382</c:v>
                </c:pt>
                <c:pt idx="1818">
                  <c:v>170.63973881248833</c:v>
                </c:pt>
                <c:pt idx="1819">
                  <c:v>169.93554176792651</c:v>
                </c:pt>
                <c:pt idx="1820">
                  <c:v>170.04899891428838</c:v>
                </c:pt>
                <c:pt idx="1821">
                  <c:v>169.73951832849801</c:v>
                </c:pt>
                <c:pt idx="1822">
                  <c:v>168.45602244251219</c:v>
                </c:pt>
                <c:pt idx="1823">
                  <c:v>168.53763531418087</c:v>
                </c:pt>
                <c:pt idx="1824">
                  <c:v>168.03025437104876</c:v>
                </c:pt>
                <c:pt idx="1825">
                  <c:v>166.67415886864808</c:v>
                </c:pt>
                <c:pt idx="1826">
                  <c:v>169.68396086244687</c:v>
                </c:pt>
                <c:pt idx="1827">
                  <c:v>169.85574882968135</c:v>
                </c:pt>
                <c:pt idx="1828">
                  <c:v>171.8823269941949</c:v>
                </c:pt>
                <c:pt idx="1829">
                  <c:v>171.55136187345872</c:v>
                </c:pt>
                <c:pt idx="1830">
                  <c:v>170.67195495259793</c:v>
                </c:pt>
                <c:pt idx="1831">
                  <c:v>170.03313902095292</c:v>
                </c:pt>
                <c:pt idx="1832">
                  <c:v>170.58836863995475</c:v>
                </c:pt>
                <c:pt idx="1833">
                  <c:v>170.78687793242111</c:v>
                </c:pt>
                <c:pt idx="1834">
                  <c:v>172.12275262651244</c:v>
                </c:pt>
                <c:pt idx="1835">
                  <c:v>173.06436240061831</c:v>
                </c:pt>
                <c:pt idx="1836">
                  <c:v>172.18476028332248</c:v>
                </c:pt>
                <c:pt idx="1837">
                  <c:v>172.10908202747333</c:v>
                </c:pt>
                <c:pt idx="1838">
                  <c:v>171.66280047894168</c:v>
                </c:pt>
                <c:pt idx="1839">
                  <c:v>171.45597820453025</c:v>
                </c:pt>
                <c:pt idx="1840">
                  <c:v>172.41286968067885</c:v>
                </c:pt>
                <c:pt idx="1841">
                  <c:v>171.14841520050862</c:v>
                </c:pt>
                <c:pt idx="1842">
                  <c:v>171.8881107420732</c:v>
                </c:pt>
                <c:pt idx="1843">
                  <c:v>173.59171933914422</c:v>
                </c:pt>
                <c:pt idx="1844">
                  <c:v>177.31680520914486</c:v>
                </c:pt>
                <c:pt idx="1845">
                  <c:v>176.93563904845678</c:v>
                </c:pt>
                <c:pt idx="1846">
                  <c:v>177.43692802066269</c:v>
                </c:pt>
                <c:pt idx="1847">
                  <c:v>174.87125679377985</c:v>
                </c:pt>
                <c:pt idx="1848">
                  <c:v>174.96800949166453</c:v>
                </c:pt>
                <c:pt idx="1849">
                  <c:v>174.72035221142008</c:v>
                </c:pt>
                <c:pt idx="1850">
                  <c:v>174.08612531380376</c:v>
                </c:pt>
                <c:pt idx="1851">
                  <c:v>173.89879229733808</c:v>
                </c:pt>
                <c:pt idx="1852">
                  <c:v>175.66430185207912</c:v>
                </c:pt>
                <c:pt idx="1853">
                  <c:v>174.67740163971146</c:v>
                </c:pt>
                <c:pt idx="1854">
                  <c:v>174.98705713549495</c:v>
                </c:pt>
                <c:pt idx="1855">
                  <c:v>174.09619588779907</c:v>
                </c:pt>
                <c:pt idx="1856">
                  <c:v>173.65310591222897</c:v>
                </c:pt>
                <c:pt idx="1857">
                  <c:v>173.95662430335392</c:v>
                </c:pt>
                <c:pt idx="1858">
                  <c:v>173.242947486584</c:v>
                </c:pt>
                <c:pt idx="1859">
                  <c:v>173.85926418286172</c:v>
                </c:pt>
                <c:pt idx="1860">
                  <c:v>173.29846930073901</c:v>
                </c:pt>
                <c:pt idx="1861">
                  <c:v>171.67607924804923</c:v>
                </c:pt>
                <c:pt idx="1862">
                  <c:v>171.77626573269285</c:v>
                </c:pt>
                <c:pt idx="1863">
                  <c:v>171.6220055468805</c:v>
                </c:pt>
                <c:pt idx="1864">
                  <c:v>174.45155474777698</c:v>
                </c:pt>
                <c:pt idx="1865">
                  <c:v>176.10951004105462</c:v>
                </c:pt>
                <c:pt idx="1866">
                  <c:v>176.02519064076338</c:v>
                </c:pt>
                <c:pt idx="1867">
                  <c:v>174.61651968860772</c:v>
                </c:pt>
                <c:pt idx="1868">
                  <c:v>174.69251466056252</c:v>
                </c:pt>
                <c:pt idx="1869">
                  <c:v>173.43830162644753</c:v>
                </c:pt>
                <c:pt idx="1870">
                  <c:v>171.57776622649604</c:v>
                </c:pt>
                <c:pt idx="1871">
                  <c:v>170.33979884764338</c:v>
                </c:pt>
                <c:pt idx="1872">
                  <c:v>171.88849300425858</c:v>
                </c:pt>
                <c:pt idx="1873">
                  <c:v>173.19233754975431</c:v>
                </c:pt>
                <c:pt idx="1874">
                  <c:v>171.67631408327233</c:v>
                </c:pt>
                <c:pt idx="1875">
                  <c:v>172.42588381506127</c:v>
                </c:pt>
                <c:pt idx="1876">
                  <c:v>174.12680644483655</c:v>
                </c:pt>
                <c:pt idx="1877">
                  <c:v>173.16263232002049</c:v>
                </c:pt>
                <c:pt idx="1878">
                  <c:v>173.16735656296032</c:v>
                </c:pt>
                <c:pt idx="1879">
                  <c:v>174.29281105473183</c:v>
                </c:pt>
                <c:pt idx="1880">
                  <c:v>175.45218216659254</c:v>
                </c:pt>
                <c:pt idx="1881">
                  <c:v>178.26859595660352</c:v>
                </c:pt>
                <c:pt idx="1882">
                  <c:v>177.13288366043489</c:v>
                </c:pt>
                <c:pt idx="1883">
                  <c:v>178.13581426205022</c:v>
                </c:pt>
                <c:pt idx="1884">
                  <c:v>177.56751582138182</c:v>
                </c:pt>
                <c:pt idx="1885">
                  <c:v>178.15781404339398</c:v>
                </c:pt>
                <c:pt idx="1886">
                  <c:v>179.19444950612333</c:v>
                </c:pt>
                <c:pt idx="1887">
                  <c:v>178.65017939605838</c:v>
                </c:pt>
                <c:pt idx="1888">
                  <c:v>177.91973305745043</c:v>
                </c:pt>
                <c:pt idx="1889">
                  <c:v>179.53116614933214</c:v>
                </c:pt>
                <c:pt idx="1890">
                  <c:v>180.81315912442761</c:v>
                </c:pt>
                <c:pt idx="1891">
                  <c:v>181.56428583863863</c:v>
                </c:pt>
                <c:pt idx="1892">
                  <c:v>182.82351539942934</c:v>
                </c:pt>
                <c:pt idx="1893">
                  <c:v>183.30648057316958</c:v>
                </c:pt>
                <c:pt idx="1894">
                  <c:v>184.76852154701038</c:v>
                </c:pt>
                <c:pt idx="1895">
                  <c:v>184.5676269532924</c:v>
                </c:pt>
                <c:pt idx="1896">
                  <c:v>185.8167130836398</c:v>
                </c:pt>
                <c:pt idx="1897">
                  <c:v>186.31472624177636</c:v>
                </c:pt>
                <c:pt idx="1898">
                  <c:v>187.61883125884876</c:v>
                </c:pt>
                <c:pt idx="1899">
                  <c:v>187.42051360097267</c:v>
                </c:pt>
                <c:pt idx="1900">
                  <c:v>188.23059413682543</c:v>
                </c:pt>
                <c:pt idx="1901">
                  <c:v>188.29133826593429</c:v>
                </c:pt>
                <c:pt idx="1902">
                  <c:v>190.14343385828414</c:v>
                </c:pt>
                <c:pt idx="1903">
                  <c:v>189.78212416602778</c:v>
                </c:pt>
                <c:pt idx="1904">
                  <c:v>189.66796608460123</c:v>
                </c:pt>
                <c:pt idx="1905">
                  <c:v>187.33067977078809</c:v>
                </c:pt>
                <c:pt idx="1906">
                  <c:v>186.77326263273139</c:v>
                </c:pt>
                <c:pt idx="1907">
                  <c:v>187.22876721416549</c:v>
                </c:pt>
                <c:pt idx="1908">
                  <c:v>187.48763147944973</c:v>
                </c:pt>
                <c:pt idx="1909">
                  <c:v>188.56188622733222</c:v>
                </c:pt>
                <c:pt idx="1910">
                  <c:v>189.65283030968439</c:v>
                </c:pt>
                <c:pt idx="1911">
                  <c:v>192.51323169788594</c:v>
                </c:pt>
                <c:pt idx="1912">
                  <c:v>193.42406670695112</c:v>
                </c:pt>
                <c:pt idx="1913">
                  <c:v>194.53797418816598</c:v>
                </c:pt>
                <c:pt idx="1914">
                  <c:v>195.11122821186439</c:v>
                </c:pt>
                <c:pt idx="1915">
                  <c:v>195.46657613368558</c:v>
                </c:pt>
                <c:pt idx="1916">
                  <c:v>196.90822413086283</c:v>
                </c:pt>
                <c:pt idx="1917">
                  <c:v>195.40861743684118</c:v>
                </c:pt>
                <c:pt idx="1918">
                  <c:v>195.18365182209732</c:v>
                </c:pt>
                <c:pt idx="1919">
                  <c:v>197.62003438810461</c:v>
                </c:pt>
                <c:pt idx="1920">
                  <c:v>195.72783384042233</c:v>
                </c:pt>
                <c:pt idx="1921">
                  <c:v>193.93429508516871</c:v>
                </c:pt>
                <c:pt idx="1922">
                  <c:v>197.40078470748458</c:v>
                </c:pt>
                <c:pt idx="1923">
                  <c:v>198.75631395253728</c:v>
                </c:pt>
                <c:pt idx="1924">
                  <c:v>200.10743407359035</c:v>
                </c:pt>
                <c:pt idx="1925">
                  <c:v>202.3965911541475</c:v>
                </c:pt>
                <c:pt idx="1926">
                  <c:v>201.17561637503502</c:v>
                </c:pt>
                <c:pt idx="1927">
                  <c:v>200.76353618890309</c:v>
                </c:pt>
                <c:pt idx="1928">
                  <c:v>199.9268307379337</c:v>
                </c:pt>
                <c:pt idx="1929">
                  <c:v>198.90485225528911</c:v>
                </c:pt>
                <c:pt idx="1930">
                  <c:v>197.52888998993447</c:v>
                </c:pt>
                <c:pt idx="1931">
                  <c:v>199.07120388144068</c:v>
                </c:pt>
                <c:pt idx="1932">
                  <c:v>198.95722924245132</c:v>
                </c:pt>
                <c:pt idx="1933">
                  <c:v>203.36409720594642</c:v>
                </c:pt>
                <c:pt idx="1934">
                  <c:v>203.64673210114651</c:v>
                </c:pt>
                <c:pt idx="1935">
                  <c:v>206.8501074208404</c:v>
                </c:pt>
                <c:pt idx="1936">
                  <c:v>206.06807522825304</c:v>
                </c:pt>
                <c:pt idx="1937">
                  <c:v>202.37292431428426</c:v>
                </c:pt>
                <c:pt idx="1938">
                  <c:v>200.92621917465976</c:v>
                </c:pt>
                <c:pt idx="1939">
                  <c:v>204.0974671495585</c:v>
                </c:pt>
                <c:pt idx="1940">
                  <c:v>204.64043781047238</c:v>
                </c:pt>
                <c:pt idx="1941">
                  <c:v>204.08286309294687</c:v>
                </c:pt>
                <c:pt idx="1942">
                  <c:v>205.75864311854937</c:v>
                </c:pt>
                <c:pt idx="1943">
                  <c:v>205.71743712906584</c:v>
                </c:pt>
                <c:pt idx="1944">
                  <c:v>205.45744030807617</c:v>
                </c:pt>
                <c:pt idx="1945">
                  <c:v>206.00152358679102</c:v>
                </c:pt>
                <c:pt idx="1946">
                  <c:v>208.93059664457127</c:v>
                </c:pt>
                <c:pt idx="1947">
                  <c:v>206.89949215357271</c:v>
                </c:pt>
                <c:pt idx="1948">
                  <c:v>203.57361203257625</c:v>
                </c:pt>
                <c:pt idx="1949">
                  <c:v>202.10116805519871</c:v>
                </c:pt>
                <c:pt idx="1950">
                  <c:v>203.77695291901568</c:v>
                </c:pt>
                <c:pt idx="1951">
                  <c:v>202.35791604116542</c:v>
                </c:pt>
                <c:pt idx="1952">
                  <c:v>203.51596267569451</c:v>
                </c:pt>
                <c:pt idx="1953">
                  <c:v>202.25475519416409</c:v>
                </c:pt>
                <c:pt idx="1954">
                  <c:v>201.64699298890966</c:v>
                </c:pt>
                <c:pt idx="1955">
                  <c:v>200.52561397860524</c:v>
                </c:pt>
                <c:pt idx="1956">
                  <c:v>198.91297666186594</c:v>
                </c:pt>
                <c:pt idx="1957">
                  <c:v>198.6744523640065</c:v>
                </c:pt>
                <c:pt idx="1958">
                  <c:v>198.88921349860149</c:v>
                </c:pt>
                <c:pt idx="1959">
                  <c:v>198.19481247823245</c:v>
                </c:pt>
                <c:pt idx="1960">
                  <c:v>199.22289334615215</c:v>
                </c:pt>
                <c:pt idx="1961">
                  <c:v>197.35133058980563</c:v>
                </c:pt>
                <c:pt idx="1962">
                  <c:v>196.04953782215588</c:v>
                </c:pt>
                <c:pt idx="1963">
                  <c:v>195.23981610563681</c:v>
                </c:pt>
                <c:pt idx="1964">
                  <c:v>195.7460517818709</c:v>
                </c:pt>
                <c:pt idx="1965">
                  <c:v>196.96030703977732</c:v>
                </c:pt>
                <c:pt idx="1966">
                  <c:v>198.37667584203277</c:v>
                </c:pt>
                <c:pt idx="1967">
                  <c:v>197.75856928906583</c:v>
                </c:pt>
                <c:pt idx="1968">
                  <c:v>199.21354263244675</c:v>
                </c:pt>
                <c:pt idx="1969">
                  <c:v>196.94463643211682</c:v>
                </c:pt>
                <c:pt idx="1970">
                  <c:v>196.59547117519904</c:v>
                </c:pt>
                <c:pt idx="1971">
                  <c:v>195.86563619845572</c:v>
                </c:pt>
                <c:pt idx="1972">
                  <c:v>196.69086266949316</c:v>
                </c:pt>
                <c:pt idx="1973">
                  <c:v>195.29938548132264</c:v>
                </c:pt>
                <c:pt idx="1974">
                  <c:v>195.89679924067607</c:v>
                </c:pt>
                <c:pt idx="1975">
                  <c:v>195.63396213042546</c:v>
                </c:pt>
                <c:pt idx="1976">
                  <c:v>196.41071112992006</c:v>
                </c:pt>
                <c:pt idx="1977">
                  <c:v>198.02930290807993</c:v>
                </c:pt>
                <c:pt idx="1978">
                  <c:v>197.004012923278</c:v>
                </c:pt>
                <c:pt idx="1979">
                  <c:v>196.77677495244382</c:v>
                </c:pt>
                <c:pt idx="1980">
                  <c:v>199.19365565488684</c:v>
                </c:pt>
                <c:pt idx="1981">
                  <c:v>198.30588765942821</c:v>
                </c:pt>
                <c:pt idx="1982">
                  <c:v>198.96241166498896</c:v>
                </c:pt>
                <c:pt idx="1983">
                  <c:v>198.60023610588277</c:v>
                </c:pt>
                <c:pt idx="1984">
                  <c:v>197.46579838460829</c:v>
                </c:pt>
                <c:pt idx="1985">
                  <c:v>197.10244800693408</c:v>
                </c:pt>
                <c:pt idx="1986">
                  <c:v>196.39365312148169</c:v>
                </c:pt>
                <c:pt idx="1987">
                  <c:v>196.63080769410413</c:v>
                </c:pt>
                <c:pt idx="1988">
                  <c:v>196.40695642902574</c:v>
                </c:pt>
                <c:pt idx="1989">
                  <c:v>197.11292832906804</c:v>
                </c:pt>
                <c:pt idx="1990">
                  <c:v>198.72839088931113</c:v>
                </c:pt>
                <c:pt idx="1991">
                  <c:v>195.24037857961602</c:v>
                </c:pt>
                <c:pt idx="1992">
                  <c:v>195.08694867383446</c:v>
                </c:pt>
                <c:pt idx="1993">
                  <c:v>195.82695717319456</c:v>
                </c:pt>
                <c:pt idx="1994">
                  <c:v>195.54201317322853</c:v>
                </c:pt>
                <c:pt idx="1995">
                  <c:v>196.6454836569132</c:v>
                </c:pt>
                <c:pt idx="1996">
                  <c:v>198.40031627911901</c:v>
                </c:pt>
                <c:pt idx="1997">
                  <c:v>198.94379442616003</c:v>
                </c:pt>
                <c:pt idx="1998">
                  <c:v>199.36194651296043</c:v>
                </c:pt>
                <c:pt idx="1999">
                  <c:v>198.89722566209423</c:v>
                </c:pt>
                <c:pt idx="2000">
                  <c:v>199.91535908016044</c:v>
                </c:pt>
                <c:pt idx="2001">
                  <c:v>199.06418050974901</c:v>
                </c:pt>
                <c:pt idx="2002">
                  <c:v>199.30425040067695</c:v>
                </c:pt>
                <c:pt idx="2003">
                  <c:v>196.85476520543685</c:v>
                </c:pt>
                <c:pt idx="2004">
                  <c:v>195.40388315625339</c:v>
                </c:pt>
                <c:pt idx="2005">
                  <c:v>193.39741258550441</c:v>
                </c:pt>
                <c:pt idx="2006">
                  <c:v>195.10213507086996</c:v>
                </c:pt>
                <c:pt idx="2007">
                  <c:v>194.25165712993569</c:v>
                </c:pt>
                <c:pt idx="2008">
                  <c:v>194.55865579274499</c:v>
                </c:pt>
                <c:pt idx="2009">
                  <c:v>193.86025027438689</c:v>
                </c:pt>
                <c:pt idx="2010">
                  <c:v>195.81220147298887</c:v>
                </c:pt>
                <c:pt idx="2011">
                  <c:v>196.98911832042546</c:v>
                </c:pt>
                <c:pt idx="2012">
                  <c:v>197.75843278460005</c:v>
                </c:pt>
                <c:pt idx="2013">
                  <c:v>197.86070846354528</c:v>
                </c:pt>
                <c:pt idx="2014">
                  <c:v>199.08529641254063</c:v>
                </c:pt>
                <c:pt idx="2015">
                  <c:v>197.26535936139834</c:v>
                </c:pt>
                <c:pt idx="2016">
                  <c:v>197.44738302727075</c:v>
                </c:pt>
                <c:pt idx="2017">
                  <c:v>198.13914584402289</c:v>
                </c:pt>
                <c:pt idx="2018">
                  <c:v>197.32293776922958</c:v>
                </c:pt>
                <c:pt idx="2019">
                  <c:v>198.59043838210982</c:v>
                </c:pt>
                <c:pt idx="2020">
                  <c:v>200.23826591227117</c:v>
                </c:pt>
                <c:pt idx="2021">
                  <c:v>199.29755605521393</c:v>
                </c:pt>
                <c:pt idx="2022">
                  <c:v>198.94187593747475</c:v>
                </c:pt>
                <c:pt idx="2023">
                  <c:v>199.8169441475126</c:v>
                </c:pt>
                <c:pt idx="2024">
                  <c:v>200.31694915946622</c:v>
                </c:pt>
                <c:pt idx="2025">
                  <c:v>198.92037093272344</c:v>
                </c:pt>
                <c:pt idx="2026">
                  <c:v>199.9909262102729</c:v>
                </c:pt>
                <c:pt idx="2027">
                  <c:v>201.0100080588924</c:v>
                </c:pt>
                <c:pt idx="2028">
                  <c:v>204.1612686220503</c:v>
                </c:pt>
                <c:pt idx="2029">
                  <c:v>205.6859030225115</c:v>
                </c:pt>
                <c:pt idx="2030">
                  <c:v>205.06387875100336</c:v>
                </c:pt>
                <c:pt idx="2031">
                  <c:v>207.25058030249116</c:v>
                </c:pt>
                <c:pt idx="2032">
                  <c:v>205.3690162428361</c:v>
                </c:pt>
                <c:pt idx="2033">
                  <c:v>203.32641061196256</c:v>
                </c:pt>
                <c:pt idx="2034">
                  <c:v>204.57058776557912</c:v>
                </c:pt>
                <c:pt idx="2035">
                  <c:v>204.05797645406528</c:v>
                </c:pt>
                <c:pt idx="2036">
                  <c:v>205.45511383751122</c:v>
                </c:pt>
                <c:pt idx="2037">
                  <c:v>206.11989762926217</c:v>
                </c:pt>
                <c:pt idx="2038">
                  <c:v>205.87492367124841</c:v>
                </c:pt>
                <c:pt idx="2039">
                  <c:v>205.63481319491498</c:v>
                </c:pt>
                <c:pt idx="2040">
                  <c:v>208.12093443000848</c:v>
                </c:pt>
                <c:pt idx="2041">
                  <c:v>207.50867934181315</c:v>
                </c:pt>
                <c:pt idx="2042">
                  <c:v>207.98760480251974</c:v>
                </c:pt>
                <c:pt idx="2043">
                  <c:v>211.58181648554293</c:v>
                </c:pt>
                <c:pt idx="2044">
                  <c:v>214.44394070364331</c:v>
                </c:pt>
                <c:pt idx="2045">
                  <c:v>216.27586719051862</c:v>
                </c:pt>
                <c:pt idx="2046">
                  <c:v>217.43396200607697</c:v>
                </c:pt>
                <c:pt idx="2047">
                  <c:v>216.97555382123926</c:v>
                </c:pt>
                <c:pt idx="2048">
                  <c:v>217.00022663139541</c:v>
                </c:pt>
                <c:pt idx="2049">
                  <c:v>218.92423597130912</c:v>
                </c:pt>
                <c:pt idx="2050">
                  <c:v>219.11225288902844</c:v>
                </c:pt>
                <c:pt idx="2051">
                  <c:v>215.61161015256224</c:v>
                </c:pt>
                <c:pt idx="2052">
                  <c:v>215.07638034950548</c:v>
                </c:pt>
                <c:pt idx="2053">
                  <c:v>214.15749275454229</c:v>
                </c:pt>
                <c:pt idx="2054">
                  <c:v>214.24927634438075</c:v>
                </c:pt>
                <c:pt idx="2055">
                  <c:v>215.10852942636069</c:v>
                </c:pt>
                <c:pt idx="2056">
                  <c:v>216.16504437298337</c:v>
                </c:pt>
                <c:pt idx="2057">
                  <c:v>213.87866390671101</c:v>
                </c:pt>
                <c:pt idx="2058">
                  <c:v>212.73287746304004</c:v>
                </c:pt>
                <c:pt idx="2059">
                  <c:v>212.80796600658141</c:v>
                </c:pt>
                <c:pt idx="2060">
                  <c:v>209.06191262329867</c:v>
                </c:pt>
                <c:pt idx="2061">
                  <c:v>212.31737136117181</c:v>
                </c:pt>
                <c:pt idx="2062">
                  <c:v>209.94366302377927</c:v>
                </c:pt>
                <c:pt idx="2063">
                  <c:v>209.57282405911474</c:v>
                </c:pt>
                <c:pt idx="2064">
                  <c:v>207.50230572506675</c:v>
                </c:pt>
                <c:pt idx="2065">
                  <c:v>209.48916536941093</c:v>
                </c:pt>
                <c:pt idx="2066">
                  <c:v>210.35545085197128</c:v>
                </c:pt>
                <c:pt idx="2067">
                  <c:v>210.27512837222906</c:v>
                </c:pt>
                <c:pt idx="2068">
                  <c:v>208.20093501148622</c:v>
                </c:pt>
                <c:pt idx="2069">
                  <c:v>207.77337613811707</c:v>
                </c:pt>
                <c:pt idx="2070">
                  <c:v>208.61368510848976</c:v>
                </c:pt>
                <c:pt idx="2071">
                  <c:v>204.32424173021835</c:v>
                </c:pt>
                <c:pt idx="2072">
                  <c:v>205.10806168421203</c:v>
                </c:pt>
                <c:pt idx="2073">
                  <c:v>202.93183434885995</c:v>
                </c:pt>
                <c:pt idx="2074">
                  <c:v>203.40363367580235</c:v>
                </c:pt>
                <c:pt idx="2075">
                  <c:v>204.78675203432562</c:v>
                </c:pt>
                <c:pt idx="2076">
                  <c:v>202.99966791878899</c:v>
                </c:pt>
                <c:pt idx="2077">
                  <c:v>203.68777754122505</c:v>
                </c:pt>
                <c:pt idx="2078">
                  <c:v>205.3041538874254</c:v>
                </c:pt>
                <c:pt idx="2079">
                  <c:v>205.23853632318492</c:v>
                </c:pt>
                <c:pt idx="2080">
                  <c:v>205.4873533034949</c:v>
                </c:pt>
                <c:pt idx="2081">
                  <c:v>207.39894415939753</c:v>
                </c:pt>
                <c:pt idx="2082">
                  <c:v>207.18219614746351</c:v>
                </c:pt>
                <c:pt idx="2083">
                  <c:v>207.10637191871825</c:v>
                </c:pt>
                <c:pt idx="2084">
                  <c:v>207.05039557827303</c:v>
                </c:pt>
                <c:pt idx="2085">
                  <c:v>205.15506337995129</c:v>
                </c:pt>
                <c:pt idx="2086">
                  <c:v>205.85921036790228</c:v>
                </c:pt>
                <c:pt idx="2087">
                  <c:v>207.57611389708163</c:v>
                </c:pt>
                <c:pt idx="2088">
                  <c:v>206.71770934463973</c:v>
                </c:pt>
                <c:pt idx="2089">
                  <c:v>204.47151344269307</c:v>
                </c:pt>
                <c:pt idx="2090">
                  <c:v>205.38254005642037</c:v>
                </c:pt>
                <c:pt idx="2091">
                  <c:v>207.71419066360875</c:v>
                </c:pt>
                <c:pt idx="2092">
                  <c:v>206.7504824809931</c:v>
                </c:pt>
                <c:pt idx="2093">
                  <c:v>204.85655927133976</c:v>
                </c:pt>
                <c:pt idx="2094">
                  <c:v>204.57393750228002</c:v>
                </c:pt>
                <c:pt idx="2095">
                  <c:v>206.48919753778176</c:v>
                </c:pt>
                <c:pt idx="2096">
                  <c:v>206.47375944568651</c:v>
                </c:pt>
                <c:pt idx="2097">
                  <c:v>200.96368839205905</c:v>
                </c:pt>
                <c:pt idx="2098">
                  <c:v>201.5322860525466</c:v>
                </c:pt>
                <c:pt idx="2099">
                  <c:v>202.77387988653896</c:v>
                </c:pt>
                <c:pt idx="2100">
                  <c:v>203.55081085100454</c:v>
                </c:pt>
                <c:pt idx="2101">
                  <c:v>203.07853050117711</c:v>
                </c:pt>
                <c:pt idx="2102">
                  <c:v>204.49808703315145</c:v>
                </c:pt>
                <c:pt idx="2103">
                  <c:v>204.27057987160757</c:v>
                </c:pt>
                <c:pt idx="2104">
                  <c:v>205.09602692560105</c:v>
                </c:pt>
                <c:pt idx="2105">
                  <c:v>204.07161211943358</c:v>
                </c:pt>
                <c:pt idx="2106">
                  <c:v>204.32823876528218</c:v>
                </c:pt>
                <c:pt idx="2107">
                  <c:v>203.20440588671846</c:v>
                </c:pt>
                <c:pt idx="2108">
                  <c:v>206.16097044141441</c:v>
                </c:pt>
                <c:pt idx="2109">
                  <c:v>203.51207802592035</c:v>
                </c:pt>
                <c:pt idx="2110">
                  <c:v>202.12369359414589</c:v>
                </c:pt>
                <c:pt idx="2111">
                  <c:v>199.89561382314599</c:v>
                </c:pt>
                <c:pt idx="2112">
                  <c:v>200.75511873384812</c:v>
                </c:pt>
                <c:pt idx="2113">
                  <c:v>202.70233603211778</c:v>
                </c:pt>
                <c:pt idx="2114">
                  <c:v>204.32531904030256</c:v>
                </c:pt>
                <c:pt idx="2115">
                  <c:v>204.61943146365039</c:v>
                </c:pt>
                <c:pt idx="2116">
                  <c:v>205.79156112814803</c:v>
                </c:pt>
                <c:pt idx="2117">
                  <c:v>205.9156242871187</c:v>
                </c:pt>
                <c:pt idx="2118">
                  <c:v>205.78851094129558</c:v>
                </c:pt>
                <c:pt idx="2119">
                  <c:v>206.35543506755241</c:v>
                </c:pt>
                <c:pt idx="2120">
                  <c:v>205.7151737905921</c:v>
                </c:pt>
                <c:pt idx="2121">
                  <c:v>206.94829558986007</c:v>
                </c:pt>
                <c:pt idx="2122">
                  <c:v>211.06024695333227</c:v>
                </c:pt>
                <c:pt idx="2123">
                  <c:v>211.94740830125042</c:v>
                </c:pt>
                <c:pt idx="2124">
                  <c:v>206.7533580176588</c:v>
                </c:pt>
                <c:pt idx="2125">
                  <c:v>209.22659953857428</c:v>
                </c:pt>
                <c:pt idx="2126">
                  <c:v>209.39727646900991</c:v>
                </c:pt>
                <c:pt idx="2127">
                  <c:v>208.32180284914855</c:v>
                </c:pt>
                <c:pt idx="2128">
                  <c:v>206.46303544176374</c:v>
                </c:pt>
                <c:pt idx="2129">
                  <c:v>208.15234335939309</c:v>
                </c:pt>
                <c:pt idx="2130">
                  <c:v>208.45750437603439</c:v>
                </c:pt>
                <c:pt idx="2131">
                  <c:v>208.39588424223879</c:v>
                </c:pt>
                <c:pt idx="2132">
                  <c:v>211.70412438425979</c:v>
                </c:pt>
                <c:pt idx="2133">
                  <c:v>210.82116241228303</c:v>
                </c:pt>
                <c:pt idx="2134">
                  <c:v>210.10390322455737</c:v>
                </c:pt>
                <c:pt idx="2135">
                  <c:v>210.03985599424198</c:v>
                </c:pt>
                <c:pt idx="2136">
                  <c:v>208.50091787128855</c:v>
                </c:pt>
                <c:pt idx="2137">
                  <c:v>205.63115633229262</c:v>
                </c:pt>
                <c:pt idx="2138">
                  <c:v>205.28259818342184</c:v>
                </c:pt>
                <c:pt idx="2139">
                  <c:v>207.93634393998215</c:v>
                </c:pt>
                <c:pt idx="2140">
                  <c:v>208.8141832535367</c:v>
                </c:pt>
                <c:pt idx="2141">
                  <c:v>218.17163000039818</c:v>
                </c:pt>
                <c:pt idx="2142">
                  <c:v>217.24150379261175</c:v>
                </c:pt>
                <c:pt idx="2143">
                  <c:v>219.539672144344</c:v>
                </c:pt>
                <c:pt idx="2144">
                  <c:v>219.51109280340916</c:v>
                </c:pt>
                <c:pt idx="2145">
                  <c:v>218.72284076792977</c:v>
                </c:pt>
                <c:pt idx="2146">
                  <c:v>217.4438374832377</c:v>
                </c:pt>
                <c:pt idx="2147">
                  <c:v>216.05766974931666</c:v>
                </c:pt>
                <c:pt idx="2148">
                  <c:v>216.41710004261461</c:v>
                </c:pt>
                <c:pt idx="2149">
                  <c:v>214.4453321021941</c:v>
                </c:pt>
                <c:pt idx="2150">
                  <c:v>214.41775461104294</c:v>
                </c:pt>
                <c:pt idx="2151">
                  <c:v>211.69575677219694</c:v>
                </c:pt>
                <c:pt idx="2152">
                  <c:v>213.40232846452159</c:v>
                </c:pt>
                <c:pt idx="2153">
                  <c:v>213.0686587427102</c:v>
                </c:pt>
                <c:pt idx="2154">
                  <c:v>213.60730019930369</c:v>
                </c:pt>
                <c:pt idx="2155">
                  <c:v>214.51614500070741</c:v>
                </c:pt>
                <c:pt idx="2156">
                  <c:v>214.93586215087282</c:v>
                </c:pt>
                <c:pt idx="2157">
                  <c:v>216.56987675258256</c:v>
                </c:pt>
                <c:pt idx="2158">
                  <c:v>216.65645968773572</c:v>
                </c:pt>
                <c:pt idx="2159">
                  <c:v>216.20497799305321</c:v>
                </c:pt>
                <c:pt idx="2160">
                  <c:v>218.53381265148266</c:v>
                </c:pt>
                <c:pt idx="2161">
                  <c:v>224.03936641009028</c:v>
                </c:pt>
                <c:pt idx="2162">
                  <c:v>224.64982505603555</c:v>
                </c:pt>
                <c:pt idx="2163">
                  <c:v>225.28233118525733</c:v>
                </c:pt>
                <c:pt idx="2164">
                  <c:v>227.17923406741932</c:v>
                </c:pt>
                <c:pt idx="2165">
                  <c:v>229.31807510974494</c:v>
                </c:pt>
                <c:pt idx="2166">
                  <c:v>231.34248716136287</c:v>
                </c:pt>
                <c:pt idx="2167">
                  <c:v>230.81996358054923</c:v>
                </c:pt>
                <c:pt idx="2168">
                  <c:v>229.97237637949496</c:v>
                </c:pt>
                <c:pt idx="2169">
                  <c:v>236.13586321012622</c:v>
                </c:pt>
                <c:pt idx="2170">
                  <c:v>234.78032062362524</c:v>
                </c:pt>
                <c:pt idx="2171">
                  <c:v>234.60545740720772</c:v>
                </c:pt>
                <c:pt idx="2172">
                  <c:v>236.77443815918602</c:v>
                </c:pt>
                <c:pt idx="2173">
                  <c:v>235.9352274145827</c:v>
                </c:pt>
                <c:pt idx="2174">
                  <c:v>233.32478137213869</c:v>
                </c:pt>
                <c:pt idx="2175">
                  <c:v>234.28691626813728</c:v>
                </c:pt>
                <c:pt idx="2176">
                  <c:v>234.68329396743647</c:v>
                </c:pt>
                <c:pt idx="2177">
                  <c:v>233.03300736471135</c:v>
                </c:pt>
                <c:pt idx="2178">
                  <c:v>232.01700294002777</c:v>
                </c:pt>
                <c:pt idx="2179">
                  <c:v>232.02907681869669</c:v>
                </c:pt>
                <c:pt idx="2180">
                  <c:v>234.61192127933919</c:v>
                </c:pt>
                <c:pt idx="2181">
                  <c:v>233.53924969270869</c:v>
                </c:pt>
                <c:pt idx="2182">
                  <c:v>234.13434552652564</c:v>
                </c:pt>
                <c:pt idx="2183">
                  <c:v>232.10150488635301</c:v>
                </c:pt>
                <c:pt idx="2184">
                  <c:v>230.82400479622544</c:v>
                </c:pt>
                <c:pt idx="2185">
                  <c:v>234.18742238047798</c:v>
                </c:pt>
                <c:pt idx="2186">
                  <c:v>234.71365061633216</c:v>
                </c:pt>
                <c:pt idx="2187">
                  <c:v>234.78266763999588</c:v>
                </c:pt>
                <c:pt idx="2188">
                  <c:v>237.60288229122907</c:v>
                </c:pt>
                <c:pt idx="2189">
                  <c:v>238.96811104674495</c:v>
                </c:pt>
                <c:pt idx="2190">
                  <c:v>238.92220324029304</c:v>
                </c:pt>
                <c:pt idx="2191">
                  <c:v>239.9285189418795</c:v>
                </c:pt>
                <c:pt idx="2192">
                  <c:v>237.11759686595568</c:v>
                </c:pt>
                <c:pt idx="2193">
                  <c:v>236.04075912706941</c:v>
                </c:pt>
                <c:pt idx="2194">
                  <c:v>237.95091127263106</c:v>
                </c:pt>
                <c:pt idx="2195">
                  <c:v>237.61591475460258</c:v>
                </c:pt>
                <c:pt idx="2196">
                  <c:v>239.57099731313517</c:v>
                </c:pt>
                <c:pt idx="2197">
                  <c:v>238.98871699225202</c:v>
                </c:pt>
                <c:pt idx="2198">
                  <c:v>239.91170125463188</c:v>
                </c:pt>
                <c:pt idx="2199">
                  <c:v>239.71101060996173</c:v>
                </c:pt>
                <c:pt idx="2200">
                  <c:v>237.88290128023073</c:v>
                </c:pt>
                <c:pt idx="2201">
                  <c:v>242.70694407423852</c:v>
                </c:pt>
                <c:pt idx="2202">
                  <c:v>243.0614179336996</c:v>
                </c:pt>
                <c:pt idx="2203">
                  <c:v>243.82099223145002</c:v>
                </c:pt>
                <c:pt idx="2204">
                  <c:v>245.02589270409689</c:v>
                </c:pt>
                <c:pt idx="2205">
                  <c:v>243.86391679124083</c:v>
                </c:pt>
                <c:pt idx="2206">
                  <c:v>243.5947432060635</c:v>
                </c:pt>
                <c:pt idx="2207">
                  <c:v>245.57870145791705</c:v>
                </c:pt>
                <c:pt idx="2208">
                  <c:v>249.33403865570003</c:v>
                </c:pt>
                <c:pt idx="2209">
                  <c:v>250.91642884654874</c:v>
                </c:pt>
                <c:pt idx="2210">
                  <c:v>248.63749338820057</c:v>
                </c:pt>
                <c:pt idx="2211">
                  <c:v>247.8497853351202</c:v>
                </c:pt>
                <c:pt idx="2212">
                  <c:v>249.79268268186044</c:v>
                </c:pt>
                <c:pt idx="2213">
                  <c:v>248.71209458511325</c:v>
                </c:pt>
                <c:pt idx="2214">
                  <c:v>246.86626797112507</c:v>
                </c:pt>
                <c:pt idx="2215">
                  <c:v>242.82397863333065</c:v>
                </c:pt>
                <c:pt idx="2216">
                  <c:v>238.55238688959324</c:v>
                </c:pt>
                <c:pt idx="2217">
                  <c:v>237.21197876436094</c:v>
                </c:pt>
                <c:pt idx="2218">
                  <c:v>238.42497012415222</c:v>
                </c:pt>
                <c:pt idx="2219">
                  <c:v>234.62756671539412</c:v>
                </c:pt>
                <c:pt idx="2220">
                  <c:v>233.56286697526667</c:v>
                </c:pt>
                <c:pt idx="2221">
                  <c:v>233.40249017993625</c:v>
                </c:pt>
                <c:pt idx="2222">
                  <c:v>234.5006964901859</c:v>
                </c:pt>
                <c:pt idx="2223">
                  <c:v>235.34385385734504</c:v>
                </c:pt>
                <c:pt idx="2224">
                  <c:v>234.47370205155772</c:v>
                </c:pt>
                <c:pt idx="2225">
                  <c:v>230.74491108897044</c:v>
                </c:pt>
                <c:pt idx="2226">
                  <c:v>229.4656148463371</c:v>
                </c:pt>
                <c:pt idx="2227">
                  <c:v>226.59277015547491</c:v>
                </c:pt>
                <c:pt idx="2228">
                  <c:v>225.54985621949385</c:v>
                </c:pt>
                <c:pt idx="2229">
                  <c:v>225.90463066321408</c:v>
                </c:pt>
                <c:pt idx="2230">
                  <c:v>219.51479214397364</c:v>
                </c:pt>
                <c:pt idx="2231">
                  <c:v>221.4291788927828</c:v>
                </c:pt>
                <c:pt idx="2232">
                  <c:v>222.72167693614128</c:v>
                </c:pt>
                <c:pt idx="2233">
                  <c:v>222.53505015641278</c:v>
                </c:pt>
                <c:pt idx="2234">
                  <c:v>223.40033685718817</c:v>
                </c:pt>
                <c:pt idx="2235">
                  <c:v>220.73524336331747</c:v>
                </c:pt>
                <c:pt idx="2236">
                  <c:v>219.93360958923407</c:v>
                </c:pt>
                <c:pt idx="2237">
                  <c:v>220.43323010345037</c:v>
                </c:pt>
                <c:pt idx="2238">
                  <c:v>217.96826565931667</c:v>
                </c:pt>
                <c:pt idx="2239">
                  <c:v>218.59029131837696</c:v>
                </c:pt>
                <c:pt idx="2240">
                  <c:v>216.63490622521232</c:v>
                </c:pt>
                <c:pt idx="2241">
                  <c:v>213.0679466667186</c:v>
                </c:pt>
                <c:pt idx="2242">
                  <c:v>208.86517898586649</c:v>
                </c:pt>
                <c:pt idx="2243">
                  <c:v>210.89940541240483</c:v>
                </c:pt>
                <c:pt idx="2244">
                  <c:v>208.40568377236642</c:v>
                </c:pt>
                <c:pt idx="2245">
                  <c:v>213.02660123168354</c:v>
                </c:pt>
                <c:pt idx="2246">
                  <c:v>215.0889657119825</c:v>
                </c:pt>
                <c:pt idx="2247">
                  <c:v>216.87379262185081</c:v>
                </c:pt>
                <c:pt idx="2248">
                  <c:v>217.10505750476946</c:v>
                </c:pt>
                <c:pt idx="2249">
                  <c:v>215.89828642467859</c:v>
                </c:pt>
                <c:pt idx="2250">
                  <c:v>216.1491478742781</c:v>
                </c:pt>
                <c:pt idx="2251">
                  <c:v>215.29898685271687</c:v>
                </c:pt>
                <c:pt idx="2252">
                  <c:v>213.71739441809495</c:v>
                </c:pt>
                <c:pt idx="2253">
                  <c:v>214.8528468415933</c:v>
                </c:pt>
                <c:pt idx="2254">
                  <c:v>215.56422708021938</c:v>
                </c:pt>
                <c:pt idx="2255">
                  <c:v>210.59125990329039</c:v>
                </c:pt>
                <c:pt idx="2256">
                  <c:v>210.5463899195322</c:v>
                </c:pt>
                <c:pt idx="2257">
                  <c:v>211.45327640765069</c:v>
                </c:pt>
                <c:pt idx="2258">
                  <c:v>209.06837052577919</c:v>
                </c:pt>
                <c:pt idx="2259">
                  <c:v>211.8395356081935</c:v>
                </c:pt>
                <c:pt idx="2260">
                  <c:v>211.23577888907576</c:v>
                </c:pt>
                <c:pt idx="2261">
                  <c:v>210.13105011842478</c:v>
                </c:pt>
                <c:pt idx="2262">
                  <c:v>210.10595792904687</c:v>
                </c:pt>
                <c:pt idx="2263">
                  <c:v>208.61667835145607</c:v>
                </c:pt>
                <c:pt idx="2264">
                  <c:v>206.51298696178338</c:v>
                </c:pt>
                <c:pt idx="2265">
                  <c:v>208.5381538271875</c:v>
                </c:pt>
                <c:pt idx="2266">
                  <c:v>209.66842329879074</c:v>
                </c:pt>
                <c:pt idx="2267">
                  <c:v>208.9949052866242</c:v>
                </c:pt>
                <c:pt idx="2268">
                  <c:v>209.68681223514059</c:v>
                </c:pt>
                <c:pt idx="2269">
                  <c:v>210.33376845035738</c:v>
                </c:pt>
                <c:pt idx="2270">
                  <c:v>211.00710071569213</c:v>
                </c:pt>
                <c:pt idx="2271">
                  <c:v>211.81695690241196</c:v>
                </c:pt>
                <c:pt idx="2272">
                  <c:v>212.4623745497986</c:v>
                </c:pt>
                <c:pt idx="2273">
                  <c:v>213.06217178277927</c:v>
                </c:pt>
                <c:pt idx="2274">
                  <c:v>208.83312335457657</c:v>
                </c:pt>
                <c:pt idx="2275">
                  <c:v>209.11720830216746</c:v>
                </c:pt>
                <c:pt idx="2276">
                  <c:v>209.72535997851415</c:v>
                </c:pt>
                <c:pt idx="2277">
                  <c:v>211.66918401302951</c:v>
                </c:pt>
                <c:pt idx="2278">
                  <c:v>210.15230369011365</c:v>
                </c:pt>
                <c:pt idx="2279">
                  <c:v>206.28608608905188</c:v>
                </c:pt>
                <c:pt idx="2280">
                  <c:v>203.12174494773959</c:v>
                </c:pt>
                <c:pt idx="2281">
                  <c:v>202.95377726718382</c:v>
                </c:pt>
                <c:pt idx="2282">
                  <c:v>201.85783348935408</c:v>
                </c:pt>
                <c:pt idx="2283">
                  <c:v>203.6740216216977</c:v>
                </c:pt>
                <c:pt idx="2284">
                  <c:v>203.44480058728979</c:v>
                </c:pt>
                <c:pt idx="2285">
                  <c:v>203.18911628282316</c:v>
                </c:pt>
                <c:pt idx="2286">
                  <c:v>202.96938508903926</c:v>
                </c:pt>
                <c:pt idx="2287">
                  <c:v>203.89903173893023</c:v>
                </c:pt>
                <c:pt idx="2288">
                  <c:v>205.35127739449717</c:v>
                </c:pt>
                <c:pt idx="2289">
                  <c:v>203.5321630639985</c:v>
                </c:pt>
                <c:pt idx="2290">
                  <c:v>202.47763497176447</c:v>
                </c:pt>
                <c:pt idx="2291">
                  <c:v>201.36364121638724</c:v>
                </c:pt>
                <c:pt idx="2292">
                  <c:v>202.79161198821504</c:v>
                </c:pt>
                <c:pt idx="2293">
                  <c:v>206.79043796156404</c:v>
                </c:pt>
                <c:pt idx="2294">
                  <c:v>213.00633960774664</c:v>
                </c:pt>
                <c:pt idx="2295">
                  <c:v>207.76693350792738</c:v>
                </c:pt>
                <c:pt idx="2296">
                  <c:v>204.2933005398512</c:v>
                </c:pt>
                <c:pt idx="2297">
                  <c:v>201.54863898196143</c:v>
                </c:pt>
                <c:pt idx="2298">
                  <c:v>199.10916130470943</c:v>
                </c:pt>
                <c:pt idx="2299">
                  <c:v>195.66816354526844</c:v>
                </c:pt>
                <c:pt idx="2300">
                  <c:v>195.55711467903294</c:v>
                </c:pt>
                <c:pt idx="2301">
                  <c:v>193.93283282704925</c:v>
                </c:pt>
                <c:pt idx="2302">
                  <c:v>193.2829510516587</c:v>
                </c:pt>
                <c:pt idx="2303">
                  <c:v>192.57894397626711</c:v>
                </c:pt>
                <c:pt idx="2304">
                  <c:v>190.69619255426562</c:v>
                </c:pt>
                <c:pt idx="2305">
                  <c:v>190.25997190247799</c:v>
                </c:pt>
                <c:pt idx="2306">
                  <c:v>190.77835690407142</c:v>
                </c:pt>
                <c:pt idx="2307">
                  <c:v>190.02256476228001</c:v>
                </c:pt>
                <c:pt idx="2308">
                  <c:v>190.60808263950904</c:v>
                </c:pt>
                <c:pt idx="2309">
                  <c:v>190.53621293193149</c:v>
                </c:pt>
                <c:pt idx="2310">
                  <c:v>183.28788263112955</c:v>
                </c:pt>
                <c:pt idx="2311">
                  <c:v>183.78658473183654</c:v>
                </c:pt>
                <c:pt idx="2312">
                  <c:v>182.73828391639262</c:v>
                </c:pt>
                <c:pt idx="2313">
                  <c:v>186.08384558382977</c:v>
                </c:pt>
                <c:pt idx="2314">
                  <c:v>188.30988151161603</c:v>
                </c:pt>
                <c:pt idx="2315">
                  <c:v>188.36876704531088</c:v>
                </c:pt>
                <c:pt idx="2316">
                  <c:v>188.39947135448421</c:v>
                </c:pt>
                <c:pt idx="2317">
                  <c:v>188.0117608941913</c:v>
                </c:pt>
                <c:pt idx="2318">
                  <c:v>188.17552260809515</c:v>
                </c:pt>
                <c:pt idx="2319">
                  <c:v>188.2753523705652</c:v>
                </c:pt>
                <c:pt idx="2320">
                  <c:v>190.65512754003376</c:v>
                </c:pt>
                <c:pt idx="2321">
                  <c:v>193.55917938885739</c:v>
                </c:pt>
                <c:pt idx="2322">
                  <c:v>194.22094807326724</c:v>
                </c:pt>
                <c:pt idx="2323">
                  <c:v>196.00418952225957</c:v>
                </c:pt>
                <c:pt idx="2324">
                  <c:v>195.02176399564999</c:v>
                </c:pt>
                <c:pt idx="2325">
                  <c:v>196.32743687210362</c:v>
                </c:pt>
                <c:pt idx="2326">
                  <c:v>197.89604921759613</c:v>
                </c:pt>
              </c:numCache>
            </c:numRef>
          </c:val>
          <c:smooth val="0"/>
          <c:extLst>
            <c:ext xmlns:c16="http://schemas.microsoft.com/office/drawing/2014/chart" uri="{C3380CC4-5D6E-409C-BE32-E72D297353CC}">
              <c16:uniqueId val="{00000003-AF2F-5546-ACD5-CCD7865E1BD1}"/>
            </c:ext>
          </c:extLst>
        </c:ser>
        <c:ser>
          <c:idx val="4"/>
          <c:order val="4"/>
          <c:tx>
            <c:strRef>
              <c:f>FX!$BR$2</c:f>
              <c:strCache>
                <c:ptCount val="1"/>
                <c:pt idx="0">
                  <c:v>NIFTY Infra</c:v>
                </c:pt>
              </c:strCache>
            </c:strRef>
          </c:tx>
          <c:spPr>
            <a:ln w="12700" cap="rnd">
              <a:solidFill>
                <a:schemeClr val="dk1">
                  <a:tint val="30000"/>
                </a:schemeClr>
              </a:solidFill>
              <a:round/>
            </a:ln>
            <a:effectLst>
              <a:outerShdw blurRad="50800" dist="38100" dir="2700000" algn="tl" rotWithShape="0">
                <a:prstClr val="black">
                  <a:alpha val="40000"/>
                </a:prstClr>
              </a:outerShdw>
            </a:effectLst>
          </c:spPr>
          <c:marker>
            <c:symbol val="none"/>
          </c:marker>
          <c:cat>
            <c:numRef>
              <c:f>FX!$BM$3:$BM$2329</c:f>
              <c:numCache>
                <c:formatCode>d\-mmm\-yy</c:formatCode>
                <c:ptCount val="2327"/>
                <c:pt idx="0">
                  <c:v>42005</c:v>
                </c:pt>
                <c:pt idx="1">
                  <c:v>42006</c:v>
                </c:pt>
                <c:pt idx="2">
                  <c:v>42009</c:v>
                </c:pt>
                <c:pt idx="3">
                  <c:v>42010</c:v>
                </c:pt>
                <c:pt idx="4">
                  <c:v>42011</c:v>
                </c:pt>
                <c:pt idx="5">
                  <c:v>42012</c:v>
                </c:pt>
                <c:pt idx="6">
                  <c:v>42013</c:v>
                </c:pt>
                <c:pt idx="7">
                  <c:v>42016</c:v>
                </c:pt>
                <c:pt idx="8">
                  <c:v>42017</c:v>
                </c:pt>
                <c:pt idx="9">
                  <c:v>42018</c:v>
                </c:pt>
                <c:pt idx="10">
                  <c:v>42019</c:v>
                </c:pt>
                <c:pt idx="11">
                  <c:v>42020</c:v>
                </c:pt>
                <c:pt idx="12">
                  <c:v>42023</c:v>
                </c:pt>
                <c:pt idx="13">
                  <c:v>42025</c:v>
                </c:pt>
                <c:pt idx="14">
                  <c:v>42026</c:v>
                </c:pt>
                <c:pt idx="15">
                  <c:v>42027</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42047</c:v>
                </c:pt>
                <c:pt idx="28">
                  <c:v>42051</c:v>
                </c:pt>
                <c:pt idx="29">
                  <c:v>42053</c:v>
                </c:pt>
                <c:pt idx="30">
                  <c:v>42054</c:v>
                </c:pt>
                <c:pt idx="31">
                  <c:v>42055</c:v>
                </c:pt>
                <c:pt idx="32">
                  <c:v>42058</c:v>
                </c:pt>
                <c:pt idx="33">
                  <c:v>42059</c:v>
                </c:pt>
                <c:pt idx="34">
                  <c:v>42060</c:v>
                </c:pt>
                <c:pt idx="35">
                  <c:v>42061</c:v>
                </c:pt>
                <c:pt idx="36">
                  <c:v>42062</c:v>
                </c:pt>
                <c:pt idx="37">
                  <c:v>42063</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42095</c:v>
                </c:pt>
                <c:pt idx="56">
                  <c:v>42100</c:v>
                </c:pt>
                <c:pt idx="57">
                  <c:v>42101</c:v>
                </c:pt>
                <c:pt idx="58">
                  <c:v>42102</c:v>
                </c:pt>
                <c:pt idx="59">
                  <c:v>42103</c:v>
                </c:pt>
                <c:pt idx="60">
                  <c:v>42104</c:v>
                </c:pt>
                <c:pt idx="61">
                  <c:v>42109</c:v>
                </c:pt>
                <c:pt idx="62">
                  <c:v>42110</c:v>
                </c:pt>
                <c:pt idx="63">
                  <c:v>42111</c:v>
                </c:pt>
                <c:pt idx="64">
                  <c:v>42114</c:v>
                </c:pt>
                <c:pt idx="65">
                  <c:v>42115</c:v>
                </c:pt>
                <c:pt idx="66">
                  <c:v>42116</c:v>
                </c:pt>
                <c:pt idx="67">
                  <c:v>42117</c:v>
                </c:pt>
                <c:pt idx="68">
                  <c:v>42118</c:v>
                </c:pt>
                <c:pt idx="69">
                  <c:v>42121</c:v>
                </c:pt>
                <c:pt idx="70">
                  <c:v>42122</c:v>
                </c:pt>
                <c:pt idx="71">
                  <c:v>42123</c:v>
                </c:pt>
                <c:pt idx="72">
                  <c:v>42124</c:v>
                </c:pt>
                <c:pt idx="73">
                  <c:v>42130</c:v>
                </c:pt>
                <c:pt idx="74">
                  <c:v>42131</c:v>
                </c:pt>
                <c:pt idx="75">
                  <c:v>42132</c:v>
                </c:pt>
                <c:pt idx="76">
                  <c:v>42135</c:v>
                </c:pt>
                <c:pt idx="77">
                  <c:v>42136</c:v>
                </c:pt>
                <c:pt idx="78">
                  <c:v>42137</c:v>
                </c:pt>
                <c:pt idx="79">
                  <c:v>42138</c:v>
                </c:pt>
                <c:pt idx="80">
                  <c:v>42139</c:v>
                </c:pt>
                <c:pt idx="81">
                  <c:v>42142</c:v>
                </c:pt>
                <c:pt idx="82">
                  <c:v>42143</c:v>
                </c:pt>
                <c:pt idx="83">
                  <c:v>42144</c:v>
                </c:pt>
                <c:pt idx="84">
                  <c:v>42145</c:v>
                </c:pt>
                <c:pt idx="85">
                  <c:v>42146</c:v>
                </c:pt>
                <c:pt idx="86">
                  <c:v>42149</c:v>
                </c:pt>
                <c:pt idx="87">
                  <c:v>42150</c:v>
                </c:pt>
                <c:pt idx="88">
                  <c:v>42151</c:v>
                </c:pt>
                <c:pt idx="89">
                  <c:v>42152</c:v>
                </c:pt>
                <c:pt idx="90">
                  <c:v>42153</c:v>
                </c:pt>
                <c:pt idx="91">
                  <c:v>42156</c:v>
                </c:pt>
                <c:pt idx="92">
                  <c:v>42157</c:v>
                </c:pt>
                <c:pt idx="93">
                  <c:v>42158</c:v>
                </c:pt>
                <c:pt idx="94">
                  <c:v>42159</c:v>
                </c:pt>
                <c:pt idx="95">
                  <c:v>42160</c:v>
                </c:pt>
                <c:pt idx="96">
                  <c:v>42163</c:v>
                </c:pt>
                <c:pt idx="97">
                  <c:v>42164</c:v>
                </c:pt>
                <c:pt idx="98">
                  <c:v>42165</c:v>
                </c:pt>
                <c:pt idx="99">
                  <c:v>42166</c:v>
                </c:pt>
                <c:pt idx="100">
                  <c:v>42167</c:v>
                </c:pt>
                <c:pt idx="101">
                  <c:v>42170</c:v>
                </c:pt>
                <c:pt idx="102">
                  <c:v>42171</c:v>
                </c:pt>
                <c:pt idx="103">
                  <c:v>42172</c:v>
                </c:pt>
                <c:pt idx="104">
                  <c:v>42173</c:v>
                </c:pt>
                <c:pt idx="105">
                  <c:v>42174</c:v>
                </c:pt>
                <c:pt idx="106">
                  <c:v>42177</c:v>
                </c:pt>
                <c:pt idx="107">
                  <c:v>42178</c:v>
                </c:pt>
                <c:pt idx="108">
                  <c:v>42179</c:v>
                </c:pt>
                <c:pt idx="109">
                  <c:v>42180</c:v>
                </c:pt>
                <c:pt idx="110">
                  <c:v>42181</c:v>
                </c:pt>
                <c:pt idx="111">
                  <c:v>42184</c:v>
                </c:pt>
                <c:pt idx="112">
                  <c:v>42185</c:v>
                </c:pt>
                <c:pt idx="113">
                  <c:v>42186</c:v>
                </c:pt>
                <c:pt idx="114">
                  <c:v>42187</c:v>
                </c:pt>
                <c:pt idx="115">
                  <c:v>42188</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42234</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42254</c:v>
                </c:pt>
                <c:pt idx="161">
                  <c:v>42255</c:v>
                </c:pt>
                <c:pt idx="162">
                  <c:v>42256</c:v>
                </c:pt>
                <c:pt idx="163">
                  <c:v>42257</c:v>
                </c:pt>
                <c:pt idx="164">
                  <c:v>42258</c:v>
                </c:pt>
                <c:pt idx="165">
                  <c:v>42261</c:v>
                </c:pt>
                <c:pt idx="166">
                  <c:v>42263</c:v>
                </c:pt>
                <c:pt idx="167">
                  <c:v>42265</c:v>
                </c:pt>
                <c:pt idx="168">
                  <c:v>42268</c:v>
                </c:pt>
                <c:pt idx="169">
                  <c:v>42269</c:v>
                </c:pt>
                <c:pt idx="170">
                  <c:v>42270</c:v>
                </c:pt>
                <c:pt idx="171">
                  <c:v>42275</c:v>
                </c:pt>
                <c:pt idx="172">
                  <c:v>42276</c:v>
                </c:pt>
                <c:pt idx="173">
                  <c:v>42277</c:v>
                </c:pt>
                <c:pt idx="174">
                  <c:v>42278</c:v>
                </c:pt>
                <c:pt idx="175">
                  <c:v>42283</c:v>
                </c:pt>
                <c:pt idx="176">
                  <c:v>42284</c:v>
                </c:pt>
                <c:pt idx="177">
                  <c:v>42285</c:v>
                </c:pt>
                <c:pt idx="178">
                  <c:v>42286</c:v>
                </c:pt>
                <c:pt idx="179">
                  <c:v>42289</c:v>
                </c:pt>
                <c:pt idx="180">
                  <c:v>42290</c:v>
                </c:pt>
                <c:pt idx="181">
                  <c:v>42291</c:v>
                </c:pt>
                <c:pt idx="182">
                  <c:v>42292</c:v>
                </c:pt>
                <c:pt idx="183">
                  <c:v>42293</c:v>
                </c:pt>
                <c:pt idx="184">
                  <c:v>42296</c:v>
                </c:pt>
                <c:pt idx="185">
                  <c:v>42297</c:v>
                </c:pt>
                <c:pt idx="186">
                  <c:v>42298</c:v>
                </c:pt>
                <c:pt idx="187">
                  <c:v>42303</c:v>
                </c:pt>
                <c:pt idx="188">
                  <c:v>42304</c:v>
                </c:pt>
                <c:pt idx="189">
                  <c:v>42305</c:v>
                </c:pt>
                <c:pt idx="190">
                  <c:v>42306</c:v>
                </c:pt>
                <c:pt idx="191">
                  <c:v>42307</c:v>
                </c:pt>
                <c:pt idx="192">
                  <c:v>42310</c:v>
                </c:pt>
                <c:pt idx="193">
                  <c:v>42311</c:v>
                </c:pt>
                <c:pt idx="194">
                  <c:v>42312</c:v>
                </c:pt>
                <c:pt idx="195">
                  <c:v>42313</c:v>
                </c:pt>
                <c:pt idx="196">
                  <c:v>42314</c:v>
                </c:pt>
                <c:pt idx="197">
                  <c:v>42317</c:v>
                </c:pt>
                <c:pt idx="198">
                  <c:v>42318</c:v>
                </c:pt>
                <c:pt idx="199">
                  <c:v>42319</c:v>
                </c:pt>
                <c:pt idx="200">
                  <c:v>42325</c:v>
                </c:pt>
                <c:pt idx="201">
                  <c:v>42326</c:v>
                </c:pt>
                <c:pt idx="202">
                  <c:v>42327</c:v>
                </c:pt>
                <c:pt idx="203">
                  <c:v>42328</c:v>
                </c:pt>
                <c:pt idx="204">
                  <c:v>42331</c:v>
                </c:pt>
                <c:pt idx="205">
                  <c:v>42332</c:v>
                </c:pt>
                <c:pt idx="206">
                  <c:v>42334</c:v>
                </c:pt>
                <c:pt idx="207">
                  <c:v>42335</c:v>
                </c:pt>
                <c:pt idx="208">
                  <c:v>42339</c:v>
                </c:pt>
                <c:pt idx="209">
                  <c:v>42340</c:v>
                </c:pt>
                <c:pt idx="210">
                  <c:v>42341</c:v>
                </c:pt>
                <c:pt idx="211">
                  <c:v>42342</c:v>
                </c:pt>
                <c:pt idx="212">
                  <c:v>42345</c:v>
                </c:pt>
                <c:pt idx="213">
                  <c:v>42346</c:v>
                </c:pt>
                <c:pt idx="214">
                  <c:v>42347</c:v>
                </c:pt>
                <c:pt idx="215">
                  <c:v>42348</c:v>
                </c:pt>
                <c:pt idx="216">
                  <c:v>42349</c:v>
                </c:pt>
                <c:pt idx="217">
                  <c:v>42352</c:v>
                </c:pt>
                <c:pt idx="218">
                  <c:v>42353</c:v>
                </c:pt>
                <c:pt idx="219">
                  <c:v>42354</c:v>
                </c:pt>
                <c:pt idx="220">
                  <c:v>42355</c:v>
                </c:pt>
                <c:pt idx="221">
                  <c:v>42356</c:v>
                </c:pt>
                <c:pt idx="222">
                  <c:v>42359</c:v>
                </c:pt>
                <c:pt idx="223">
                  <c:v>42360</c:v>
                </c:pt>
                <c:pt idx="224">
                  <c:v>42361</c:v>
                </c:pt>
                <c:pt idx="225">
                  <c:v>42362</c:v>
                </c:pt>
                <c:pt idx="226">
                  <c:v>42367</c:v>
                </c:pt>
                <c:pt idx="227">
                  <c:v>42368</c:v>
                </c:pt>
                <c:pt idx="228">
                  <c:v>42369</c:v>
                </c:pt>
                <c:pt idx="229">
                  <c:v>42370</c:v>
                </c:pt>
                <c:pt idx="230">
                  <c:v>42373</c:v>
                </c:pt>
                <c:pt idx="231">
                  <c:v>42374</c:v>
                </c:pt>
                <c:pt idx="232">
                  <c:v>42375</c:v>
                </c:pt>
                <c:pt idx="233">
                  <c:v>42376</c:v>
                </c:pt>
                <c:pt idx="234">
                  <c:v>42377</c:v>
                </c:pt>
                <c:pt idx="235">
                  <c:v>42380</c:v>
                </c:pt>
                <c:pt idx="236">
                  <c:v>42381</c:v>
                </c:pt>
                <c:pt idx="237">
                  <c:v>42382</c:v>
                </c:pt>
                <c:pt idx="238">
                  <c:v>42383</c:v>
                </c:pt>
                <c:pt idx="239">
                  <c:v>42384</c:v>
                </c:pt>
                <c:pt idx="240">
                  <c:v>42387</c:v>
                </c:pt>
                <c:pt idx="241">
                  <c:v>42388</c:v>
                </c:pt>
                <c:pt idx="242">
                  <c:v>42389</c:v>
                </c:pt>
                <c:pt idx="243">
                  <c:v>42390</c:v>
                </c:pt>
                <c:pt idx="244">
                  <c:v>42391</c:v>
                </c:pt>
                <c:pt idx="245">
                  <c:v>42396</c:v>
                </c:pt>
                <c:pt idx="246">
                  <c:v>42397</c:v>
                </c:pt>
                <c:pt idx="247">
                  <c:v>42398</c:v>
                </c:pt>
                <c:pt idx="248">
                  <c:v>42401</c:v>
                </c:pt>
                <c:pt idx="249">
                  <c:v>42402</c:v>
                </c:pt>
                <c:pt idx="250">
                  <c:v>42403</c:v>
                </c:pt>
                <c:pt idx="251">
                  <c:v>42404</c:v>
                </c:pt>
                <c:pt idx="252">
                  <c:v>42405</c:v>
                </c:pt>
                <c:pt idx="253">
                  <c:v>42408</c:v>
                </c:pt>
                <c:pt idx="254">
                  <c:v>42409</c:v>
                </c:pt>
                <c:pt idx="255">
                  <c:v>42410</c:v>
                </c:pt>
                <c:pt idx="256">
                  <c:v>42411</c:v>
                </c:pt>
                <c:pt idx="257">
                  <c:v>42412</c:v>
                </c:pt>
                <c:pt idx="258">
                  <c:v>42415</c:v>
                </c:pt>
                <c:pt idx="259">
                  <c:v>42416</c:v>
                </c:pt>
                <c:pt idx="260">
                  <c:v>42417</c:v>
                </c:pt>
                <c:pt idx="261">
                  <c:v>42419</c:v>
                </c:pt>
                <c:pt idx="262">
                  <c:v>42422</c:v>
                </c:pt>
                <c:pt idx="263">
                  <c:v>42423</c:v>
                </c:pt>
                <c:pt idx="264">
                  <c:v>42424</c:v>
                </c:pt>
                <c:pt idx="265">
                  <c:v>42425</c:v>
                </c:pt>
                <c:pt idx="266">
                  <c:v>42426</c:v>
                </c:pt>
                <c:pt idx="267">
                  <c:v>42429</c:v>
                </c:pt>
                <c:pt idx="268">
                  <c:v>42430</c:v>
                </c:pt>
                <c:pt idx="269">
                  <c:v>42431</c:v>
                </c:pt>
                <c:pt idx="270">
                  <c:v>42432</c:v>
                </c:pt>
                <c:pt idx="271">
                  <c:v>42437</c:v>
                </c:pt>
                <c:pt idx="272">
                  <c:v>42438</c:v>
                </c:pt>
                <c:pt idx="273">
                  <c:v>42439</c:v>
                </c:pt>
                <c:pt idx="274">
                  <c:v>42440</c:v>
                </c:pt>
                <c:pt idx="275">
                  <c:v>42443</c:v>
                </c:pt>
                <c:pt idx="276">
                  <c:v>42444</c:v>
                </c:pt>
                <c:pt idx="277">
                  <c:v>42445</c:v>
                </c:pt>
                <c:pt idx="278">
                  <c:v>42446</c:v>
                </c:pt>
                <c:pt idx="279">
                  <c:v>42447</c:v>
                </c:pt>
                <c:pt idx="280">
                  <c:v>42450</c:v>
                </c:pt>
                <c:pt idx="281">
                  <c:v>42451</c:v>
                </c:pt>
                <c:pt idx="282">
                  <c:v>42452</c:v>
                </c:pt>
                <c:pt idx="283">
                  <c:v>42459</c:v>
                </c:pt>
                <c:pt idx="284">
                  <c:v>42460</c:v>
                </c:pt>
                <c:pt idx="285">
                  <c:v>42461</c:v>
                </c:pt>
                <c:pt idx="286">
                  <c:v>42464</c:v>
                </c:pt>
                <c:pt idx="287">
                  <c:v>42466</c:v>
                </c:pt>
                <c:pt idx="288">
                  <c:v>42467</c:v>
                </c:pt>
                <c:pt idx="289">
                  <c:v>42468</c:v>
                </c:pt>
                <c:pt idx="290">
                  <c:v>42471</c:v>
                </c:pt>
                <c:pt idx="291">
                  <c:v>42473</c:v>
                </c:pt>
                <c:pt idx="292">
                  <c:v>42478</c:v>
                </c:pt>
                <c:pt idx="293">
                  <c:v>42480</c:v>
                </c:pt>
                <c:pt idx="294">
                  <c:v>42485</c:v>
                </c:pt>
                <c:pt idx="295">
                  <c:v>42487</c:v>
                </c:pt>
                <c:pt idx="296">
                  <c:v>42488</c:v>
                </c:pt>
                <c:pt idx="297">
                  <c:v>42489</c:v>
                </c:pt>
                <c:pt idx="298">
                  <c:v>42492</c:v>
                </c:pt>
                <c:pt idx="299">
                  <c:v>42493</c:v>
                </c:pt>
                <c:pt idx="300">
                  <c:v>42494</c:v>
                </c:pt>
                <c:pt idx="301">
                  <c:v>42495</c:v>
                </c:pt>
                <c:pt idx="302">
                  <c:v>42496</c:v>
                </c:pt>
                <c:pt idx="303">
                  <c:v>42499</c:v>
                </c:pt>
                <c:pt idx="304">
                  <c:v>42500</c:v>
                </c:pt>
                <c:pt idx="305">
                  <c:v>42501</c:v>
                </c:pt>
                <c:pt idx="306">
                  <c:v>42502</c:v>
                </c:pt>
                <c:pt idx="307">
                  <c:v>42503</c:v>
                </c:pt>
                <c:pt idx="308">
                  <c:v>42506</c:v>
                </c:pt>
                <c:pt idx="309">
                  <c:v>42507</c:v>
                </c:pt>
                <c:pt idx="310">
                  <c:v>42508</c:v>
                </c:pt>
                <c:pt idx="311">
                  <c:v>42509</c:v>
                </c:pt>
                <c:pt idx="312">
                  <c:v>42510</c:v>
                </c:pt>
                <c:pt idx="313">
                  <c:v>42513</c:v>
                </c:pt>
                <c:pt idx="314">
                  <c:v>42514</c:v>
                </c:pt>
                <c:pt idx="315">
                  <c:v>42515</c:v>
                </c:pt>
                <c:pt idx="316">
                  <c:v>42516</c:v>
                </c:pt>
                <c:pt idx="317">
                  <c:v>42517</c:v>
                </c:pt>
                <c:pt idx="318">
                  <c:v>42520</c:v>
                </c:pt>
                <c:pt idx="319">
                  <c:v>42521</c:v>
                </c:pt>
                <c:pt idx="320">
                  <c:v>42522</c:v>
                </c:pt>
                <c:pt idx="321">
                  <c:v>42523</c:v>
                </c:pt>
                <c:pt idx="322">
                  <c:v>42524</c:v>
                </c:pt>
                <c:pt idx="323">
                  <c:v>42527</c:v>
                </c:pt>
                <c:pt idx="324">
                  <c:v>42528</c:v>
                </c:pt>
                <c:pt idx="325">
                  <c:v>42529</c:v>
                </c:pt>
                <c:pt idx="326">
                  <c:v>42530</c:v>
                </c:pt>
                <c:pt idx="327">
                  <c:v>42531</c:v>
                </c:pt>
                <c:pt idx="328">
                  <c:v>42534</c:v>
                </c:pt>
                <c:pt idx="329">
                  <c:v>42535</c:v>
                </c:pt>
                <c:pt idx="330">
                  <c:v>42536</c:v>
                </c:pt>
                <c:pt idx="331">
                  <c:v>42537</c:v>
                </c:pt>
                <c:pt idx="332">
                  <c:v>42538</c:v>
                </c:pt>
                <c:pt idx="333">
                  <c:v>42541</c:v>
                </c:pt>
                <c:pt idx="334">
                  <c:v>42542</c:v>
                </c:pt>
                <c:pt idx="335">
                  <c:v>42543</c:v>
                </c:pt>
                <c:pt idx="336">
                  <c:v>42544</c:v>
                </c:pt>
                <c:pt idx="337">
                  <c:v>42545</c:v>
                </c:pt>
                <c:pt idx="338">
                  <c:v>42548</c:v>
                </c:pt>
                <c:pt idx="339">
                  <c:v>42549</c:v>
                </c:pt>
                <c:pt idx="340">
                  <c:v>42550</c:v>
                </c:pt>
                <c:pt idx="341">
                  <c:v>42551</c:v>
                </c:pt>
                <c:pt idx="342">
                  <c:v>42552</c:v>
                </c:pt>
                <c:pt idx="343">
                  <c:v>42555</c:v>
                </c:pt>
                <c:pt idx="344">
                  <c:v>42556</c:v>
                </c:pt>
                <c:pt idx="345">
                  <c:v>42558</c:v>
                </c:pt>
                <c:pt idx="346">
                  <c:v>42559</c:v>
                </c:pt>
                <c:pt idx="347">
                  <c:v>42562</c:v>
                </c:pt>
                <c:pt idx="348">
                  <c:v>42564</c:v>
                </c:pt>
                <c:pt idx="349">
                  <c:v>42565</c:v>
                </c:pt>
                <c:pt idx="350">
                  <c:v>42566</c:v>
                </c:pt>
                <c:pt idx="351">
                  <c:v>42569</c:v>
                </c:pt>
                <c:pt idx="352">
                  <c:v>42570</c:v>
                </c:pt>
                <c:pt idx="353">
                  <c:v>42571</c:v>
                </c:pt>
                <c:pt idx="354">
                  <c:v>42573</c:v>
                </c:pt>
                <c:pt idx="355">
                  <c:v>42576</c:v>
                </c:pt>
                <c:pt idx="356">
                  <c:v>42577</c:v>
                </c:pt>
                <c:pt idx="357">
                  <c:v>42578</c:v>
                </c:pt>
                <c:pt idx="358">
                  <c:v>42579</c:v>
                </c:pt>
                <c:pt idx="359">
                  <c:v>42580</c:v>
                </c:pt>
                <c:pt idx="360">
                  <c:v>42583</c:v>
                </c:pt>
                <c:pt idx="361">
                  <c:v>42584</c:v>
                </c:pt>
                <c:pt idx="362">
                  <c:v>42585</c:v>
                </c:pt>
                <c:pt idx="363">
                  <c:v>42586</c:v>
                </c:pt>
                <c:pt idx="364">
                  <c:v>42587</c:v>
                </c:pt>
                <c:pt idx="365">
                  <c:v>42590</c:v>
                </c:pt>
                <c:pt idx="366">
                  <c:v>42591</c:v>
                </c:pt>
                <c:pt idx="367">
                  <c:v>42592</c:v>
                </c:pt>
                <c:pt idx="368">
                  <c:v>42593</c:v>
                </c:pt>
                <c:pt idx="369">
                  <c:v>42594</c:v>
                </c:pt>
                <c:pt idx="370">
                  <c:v>42598</c:v>
                </c:pt>
                <c:pt idx="371">
                  <c:v>42599</c:v>
                </c:pt>
                <c:pt idx="372">
                  <c:v>42600</c:v>
                </c:pt>
                <c:pt idx="373">
                  <c:v>42601</c:v>
                </c:pt>
                <c:pt idx="374">
                  <c:v>42605</c:v>
                </c:pt>
                <c:pt idx="375">
                  <c:v>42607</c:v>
                </c:pt>
                <c:pt idx="376">
                  <c:v>42608</c:v>
                </c:pt>
                <c:pt idx="377">
                  <c:v>42611</c:v>
                </c:pt>
                <c:pt idx="378">
                  <c:v>42612</c:v>
                </c:pt>
                <c:pt idx="379">
                  <c:v>42613</c:v>
                </c:pt>
                <c:pt idx="380">
                  <c:v>42614</c:v>
                </c:pt>
                <c:pt idx="381">
                  <c:v>42615</c:v>
                </c:pt>
                <c:pt idx="382">
                  <c:v>42619</c:v>
                </c:pt>
                <c:pt idx="383">
                  <c:v>42620</c:v>
                </c:pt>
                <c:pt idx="384">
                  <c:v>42621</c:v>
                </c:pt>
                <c:pt idx="385">
                  <c:v>42622</c:v>
                </c:pt>
                <c:pt idx="386">
                  <c:v>42625</c:v>
                </c:pt>
                <c:pt idx="387">
                  <c:v>42627</c:v>
                </c:pt>
                <c:pt idx="388">
                  <c:v>42628</c:v>
                </c:pt>
                <c:pt idx="389">
                  <c:v>42629</c:v>
                </c:pt>
                <c:pt idx="390">
                  <c:v>42632</c:v>
                </c:pt>
                <c:pt idx="391">
                  <c:v>42633</c:v>
                </c:pt>
                <c:pt idx="392">
                  <c:v>42635</c:v>
                </c:pt>
                <c:pt idx="393">
                  <c:v>42636</c:v>
                </c:pt>
                <c:pt idx="394">
                  <c:v>42639</c:v>
                </c:pt>
                <c:pt idx="395">
                  <c:v>42640</c:v>
                </c:pt>
                <c:pt idx="396">
                  <c:v>42641</c:v>
                </c:pt>
                <c:pt idx="397">
                  <c:v>42642</c:v>
                </c:pt>
                <c:pt idx="398">
                  <c:v>42643</c:v>
                </c:pt>
                <c:pt idx="399">
                  <c:v>42646</c:v>
                </c:pt>
                <c:pt idx="400">
                  <c:v>42647</c:v>
                </c:pt>
                <c:pt idx="401">
                  <c:v>42648</c:v>
                </c:pt>
                <c:pt idx="402">
                  <c:v>42649</c:v>
                </c:pt>
                <c:pt idx="403">
                  <c:v>42650</c:v>
                </c:pt>
                <c:pt idx="404">
                  <c:v>42653</c:v>
                </c:pt>
                <c:pt idx="405">
                  <c:v>42656</c:v>
                </c:pt>
                <c:pt idx="406">
                  <c:v>42657</c:v>
                </c:pt>
                <c:pt idx="407">
                  <c:v>42660</c:v>
                </c:pt>
                <c:pt idx="408">
                  <c:v>42661</c:v>
                </c:pt>
                <c:pt idx="409">
                  <c:v>42662</c:v>
                </c:pt>
                <c:pt idx="410">
                  <c:v>42667</c:v>
                </c:pt>
                <c:pt idx="411">
                  <c:v>42668</c:v>
                </c:pt>
                <c:pt idx="412">
                  <c:v>42669</c:v>
                </c:pt>
                <c:pt idx="413">
                  <c:v>42670</c:v>
                </c:pt>
                <c:pt idx="414">
                  <c:v>42671</c:v>
                </c:pt>
                <c:pt idx="415">
                  <c:v>42673</c:v>
                </c:pt>
                <c:pt idx="416">
                  <c:v>42675</c:v>
                </c:pt>
                <c:pt idx="417">
                  <c:v>42676</c:v>
                </c:pt>
                <c:pt idx="418">
                  <c:v>42677</c:v>
                </c:pt>
                <c:pt idx="419">
                  <c:v>42678</c:v>
                </c:pt>
                <c:pt idx="420">
                  <c:v>42681</c:v>
                </c:pt>
                <c:pt idx="421">
                  <c:v>42682</c:v>
                </c:pt>
                <c:pt idx="422">
                  <c:v>42684</c:v>
                </c:pt>
                <c:pt idx="423">
                  <c:v>42685</c:v>
                </c:pt>
                <c:pt idx="424">
                  <c:v>42689</c:v>
                </c:pt>
                <c:pt idx="425">
                  <c:v>42690</c:v>
                </c:pt>
                <c:pt idx="426">
                  <c:v>42691</c:v>
                </c:pt>
                <c:pt idx="427">
                  <c:v>42692</c:v>
                </c:pt>
                <c:pt idx="428">
                  <c:v>42695</c:v>
                </c:pt>
                <c:pt idx="429">
                  <c:v>42696</c:v>
                </c:pt>
                <c:pt idx="430">
                  <c:v>42697</c:v>
                </c:pt>
                <c:pt idx="431">
                  <c:v>42699</c:v>
                </c:pt>
                <c:pt idx="432">
                  <c:v>42702</c:v>
                </c:pt>
                <c:pt idx="433">
                  <c:v>42703</c:v>
                </c:pt>
                <c:pt idx="434">
                  <c:v>42704</c:v>
                </c:pt>
                <c:pt idx="435">
                  <c:v>42705</c:v>
                </c:pt>
                <c:pt idx="436">
                  <c:v>42706</c:v>
                </c:pt>
                <c:pt idx="437">
                  <c:v>42709</c:v>
                </c:pt>
                <c:pt idx="438">
                  <c:v>42710</c:v>
                </c:pt>
                <c:pt idx="439">
                  <c:v>42711</c:v>
                </c:pt>
                <c:pt idx="440">
                  <c:v>42712</c:v>
                </c:pt>
                <c:pt idx="441">
                  <c:v>42713</c:v>
                </c:pt>
                <c:pt idx="442">
                  <c:v>42716</c:v>
                </c:pt>
                <c:pt idx="443">
                  <c:v>42717</c:v>
                </c:pt>
                <c:pt idx="444">
                  <c:v>42718</c:v>
                </c:pt>
                <c:pt idx="445">
                  <c:v>42719</c:v>
                </c:pt>
                <c:pt idx="446">
                  <c:v>42720</c:v>
                </c:pt>
                <c:pt idx="447">
                  <c:v>42723</c:v>
                </c:pt>
                <c:pt idx="448">
                  <c:v>42725</c:v>
                </c:pt>
                <c:pt idx="449">
                  <c:v>42726</c:v>
                </c:pt>
                <c:pt idx="450">
                  <c:v>42727</c:v>
                </c:pt>
                <c:pt idx="451">
                  <c:v>42730</c:v>
                </c:pt>
                <c:pt idx="452">
                  <c:v>42731</c:v>
                </c:pt>
                <c:pt idx="453">
                  <c:v>42732</c:v>
                </c:pt>
                <c:pt idx="454">
                  <c:v>42733</c:v>
                </c:pt>
                <c:pt idx="455">
                  <c:v>42734</c:v>
                </c:pt>
                <c:pt idx="456">
                  <c:v>42737</c:v>
                </c:pt>
                <c:pt idx="457">
                  <c:v>42739</c:v>
                </c:pt>
                <c:pt idx="458">
                  <c:v>42740</c:v>
                </c:pt>
                <c:pt idx="459">
                  <c:v>42741</c:v>
                </c:pt>
                <c:pt idx="460">
                  <c:v>42744</c:v>
                </c:pt>
                <c:pt idx="461">
                  <c:v>42745</c:v>
                </c:pt>
                <c:pt idx="462">
                  <c:v>42746</c:v>
                </c:pt>
                <c:pt idx="463">
                  <c:v>42748</c:v>
                </c:pt>
                <c:pt idx="464">
                  <c:v>42751</c:v>
                </c:pt>
                <c:pt idx="465">
                  <c:v>42752</c:v>
                </c:pt>
                <c:pt idx="466">
                  <c:v>42753</c:v>
                </c:pt>
                <c:pt idx="467">
                  <c:v>42754</c:v>
                </c:pt>
                <c:pt idx="468">
                  <c:v>42755</c:v>
                </c:pt>
                <c:pt idx="469">
                  <c:v>42758</c:v>
                </c:pt>
                <c:pt idx="470">
                  <c:v>42759</c:v>
                </c:pt>
                <c:pt idx="471">
                  <c:v>42760</c:v>
                </c:pt>
                <c:pt idx="472">
                  <c:v>42762</c:v>
                </c:pt>
                <c:pt idx="473">
                  <c:v>42765</c:v>
                </c:pt>
                <c:pt idx="474">
                  <c:v>42767</c:v>
                </c:pt>
                <c:pt idx="475">
                  <c:v>42768</c:v>
                </c:pt>
                <c:pt idx="476">
                  <c:v>42769</c:v>
                </c:pt>
                <c:pt idx="477">
                  <c:v>42772</c:v>
                </c:pt>
                <c:pt idx="478">
                  <c:v>42773</c:v>
                </c:pt>
                <c:pt idx="479">
                  <c:v>42774</c:v>
                </c:pt>
                <c:pt idx="480">
                  <c:v>42775</c:v>
                </c:pt>
                <c:pt idx="481">
                  <c:v>42776</c:v>
                </c:pt>
                <c:pt idx="482">
                  <c:v>42779</c:v>
                </c:pt>
                <c:pt idx="483">
                  <c:v>42780</c:v>
                </c:pt>
                <c:pt idx="484">
                  <c:v>42781</c:v>
                </c:pt>
                <c:pt idx="485">
                  <c:v>42782</c:v>
                </c:pt>
                <c:pt idx="486">
                  <c:v>42783</c:v>
                </c:pt>
                <c:pt idx="487">
                  <c:v>42786</c:v>
                </c:pt>
                <c:pt idx="488">
                  <c:v>42787</c:v>
                </c:pt>
                <c:pt idx="489">
                  <c:v>42788</c:v>
                </c:pt>
                <c:pt idx="490">
                  <c:v>42793</c:v>
                </c:pt>
                <c:pt idx="491">
                  <c:v>42794</c:v>
                </c:pt>
                <c:pt idx="492">
                  <c:v>42796</c:v>
                </c:pt>
                <c:pt idx="493">
                  <c:v>42797</c:v>
                </c:pt>
                <c:pt idx="494">
                  <c:v>42800</c:v>
                </c:pt>
                <c:pt idx="495">
                  <c:v>42801</c:v>
                </c:pt>
                <c:pt idx="496">
                  <c:v>42802</c:v>
                </c:pt>
                <c:pt idx="497">
                  <c:v>42803</c:v>
                </c:pt>
                <c:pt idx="498">
                  <c:v>42804</c:v>
                </c:pt>
                <c:pt idx="499">
                  <c:v>42808</c:v>
                </c:pt>
                <c:pt idx="500">
                  <c:v>42809</c:v>
                </c:pt>
                <c:pt idx="501">
                  <c:v>42810</c:v>
                </c:pt>
                <c:pt idx="502">
                  <c:v>42815</c:v>
                </c:pt>
                <c:pt idx="503">
                  <c:v>42816</c:v>
                </c:pt>
                <c:pt idx="504">
                  <c:v>42817</c:v>
                </c:pt>
                <c:pt idx="505">
                  <c:v>42818</c:v>
                </c:pt>
                <c:pt idx="506">
                  <c:v>42821</c:v>
                </c:pt>
                <c:pt idx="507">
                  <c:v>42822</c:v>
                </c:pt>
                <c:pt idx="508">
                  <c:v>42823</c:v>
                </c:pt>
                <c:pt idx="509">
                  <c:v>42824</c:v>
                </c:pt>
                <c:pt idx="510">
                  <c:v>42825</c:v>
                </c:pt>
                <c:pt idx="511">
                  <c:v>42830</c:v>
                </c:pt>
                <c:pt idx="512">
                  <c:v>42831</c:v>
                </c:pt>
                <c:pt idx="513">
                  <c:v>42832</c:v>
                </c:pt>
                <c:pt idx="514">
                  <c:v>42835</c:v>
                </c:pt>
                <c:pt idx="515">
                  <c:v>42837</c:v>
                </c:pt>
                <c:pt idx="516">
                  <c:v>42838</c:v>
                </c:pt>
                <c:pt idx="517">
                  <c:v>42843</c:v>
                </c:pt>
                <c:pt idx="518">
                  <c:v>42844</c:v>
                </c:pt>
                <c:pt idx="519">
                  <c:v>42845</c:v>
                </c:pt>
                <c:pt idx="520">
                  <c:v>42846</c:v>
                </c:pt>
                <c:pt idx="521">
                  <c:v>42850</c:v>
                </c:pt>
                <c:pt idx="522">
                  <c:v>42851</c:v>
                </c:pt>
                <c:pt idx="523">
                  <c:v>42852</c:v>
                </c:pt>
                <c:pt idx="524">
                  <c:v>42853</c:v>
                </c:pt>
                <c:pt idx="525">
                  <c:v>42857</c:v>
                </c:pt>
                <c:pt idx="526">
                  <c:v>42858</c:v>
                </c:pt>
                <c:pt idx="527">
                  <c:v>42859</c:v>
                </c:pt>
                <c:pt idx="528">
                  <c:v>42860</c:v>
                </c:pt>
                <c:pt idx="529">
                  <c:v>42863</c:v>
                </c:pt>
                <c:pt idx="530">
                  <c:v>42864</c:v>
                </c:pt>
                <c:pt idx="531">
                  <c:v>42866</c:v>
                </c:pt>
                <c:pt idx="532">
                  <c:v>42867</c:v>
                </c:pt>
                <c:pt idx="533">
                  <c:v>42870</c:v>
                </c:pt>
                <c:pt idx="534">
                  <c:v>42871</c:v>
                </c:pt>
                <c:pt idx="535">
                  <c:v>42872</c:v>
                </c:pt>
                <c:pt idx="536">
                  <c:v>42873</c:v>
                </c:pt>
                <c:pt idx="537">
                  <c:v>42877</c:v>
                </c:pt>
                <c:pt idx="538">
                  <c:v>42878</c:v>
                </c:pt>
                <c:pt idx="539">
                  <c:v>42879</c:v>
                </c:pt>
                <c:pt idx="540">
                  <c:v>42880</c:v>
                </c:pt>
                <c:pt idx="541">
                  <c:v>42881</c:v>
                </c:pt>
                <c:pt idx="542">
                  <c:v>42884</c:v>
                </c:pt>
                <c:pt idx="543">
                  <c:v>42885</c:v>
                </c:pt>
                <c:pt idx="544">
                  <c:v>42886</c:v>
                </c:pt>
                <c:pt idx="545">
                  <c:v>42887</c:v>
                </c:pt>
                <c:pt idx="546">
                  <c:v>42888</c:v>
                </c:pt>
                <c:pt idx="547">
                  <c:v>42891</c:v>
                </c:pt>
                <c:pt idx="548">
                  <c:v>42892</c:v>
                </c:pt>
                <c:pt idx="549">
                  <c:v>42893</c:v>
                </c:pt>
                <c:pt idx="550">
                  <c:v>42894</c:v>
                </c:pt>
                <c:pt idx="551">
                  <c:v>42895</c:v>
                </c:pt>
                <c:pt idx="552">
                  <c:v>42898</c:v>
                </c:pt>
                <c:pt idx="553">
                  <c:v>42899</c:v>
                </c:pt>
                <c:pt idx="554">
                  <c:v>42900</c:v>
                </c:pt>
                <c:pt idx="555">
                  <c:v>42901</c:v>
                </c:pt>
                <c:pt idx="556">
                  <c:v>42902</c:v>
                </c:pt>
                <c:pt idx="557">
                  <c:v>42905</c:v>
                </c:pt>
                <c:pt idx="558">
                  <c:v>42906</c:v>
                </c:pt>
                <c:pt idx="559">
                  <c:v>42907</c:v>
                </c:pt>
                <c:pt idx="560">
                  <c:v>42908</c:v>
                </c:pt>
                <c:pt idx="561">
                  <c:v>42913</c:v>
                </c:pt>
                <c:pt idx="562">
                  <c:v>42914</c:v>
                </c:pt>
                <c:pt idx="563">
                  <c:v>42915</c:v>
                </c:pt>
                <c:pt idx="564">
                  <c:v>42916</c:v>
                </c:pt>
                <c:pt idx="565">
                  <c:v>42919</c:v>
                </c:pt>
                <c:pt idx="566">
                  <c:v>42920</c:v>
                </c:pt>
                <c:pt idx="567">
                  <c:v>42922</c:v>
                </c:pt>
                <c:pt idx="568">
                  <c:v>42923</c:v>
                </c:pt>
                <c:pt idx="569">
                  <c:v>42926</c:v>
                </c:pt>
                <c:pt idx="570">
                  <c:v>42927</c:v>
                </c:pt>
                <c:pt idx="571">
                  <c:v>42929</c:v>
                </c:pt>
                <c:pt idx="572">
                  <c:v>42930</c:v>
                </c:pt>
                <c:pt idx="573">
                  <c:v>42933</c:v>
                </c:pt>
                <c:pt idx="574">
                  <c:v>42934</c:v>
                </c:pt>
                <c:pt idx="575">
                  <c:v>42935</c:v>
                </c:pt>
                <c:pt idx="576">
                  <c:v>42936</c:v>
                </c:pt>
                <c:pt idx="577">
                  <c:v>42937</c:v>
                </c:pt>
                <c:pt idx="578">
                  <c:v>42940</c:v>
                </c:pt>
                <c:pt idx="579">
                  <c:v>42941</c:v>
                </c:pt>
                <c:pt idx="580">
                  <c:v>42942</c:v>
                </c:pt>
                <c:pt idx="581">
                  <c:v>42943</c:v>
                </c:pt>
                <c:pt idx="582">
                  <c:v>42944</c:v>
                </c:pt>
                <c:pt idx="583">
                  <c:v>42947</c:v>
                </c:pt>
                <c:pt idx="584">
                  <c:v>42948</c:v>
                </c:pt>
                <c:pt idx="585">
                  <c:v>42949</c:v>
                </c:pt>
                <c:pt idx="586">
                  <c:v>42950</c:v>
                </c:pt>
                <c:pt idx="587">
                  <c:v>42951</c:v>
                </c:pt>
                <c:pt idx="588">
                  <c:v>42954</c:v>
                </c:pt>
                <c:pt idx="589">
                  <c:v>42955</c:v>
                </c:pt>
                <c:pt idx="590">
                  <c:v>42956</c:v>
                </c:pt>
                <c:pt idx="591">
                  <c:v>42957</c:v>
                </c:pt>
                <c:pt idx="592">
                  <c:v>42958</c:v>
                </c:pt>
                <c:pt idx="593">
                  <c:v>42961</c:v>
                </c:pt>
                <c:pt idx="594">
                  <c:v>42963</c:v>
                </c:pt>
                <c:pt idx="595">
                  <c:v>42964</c:v>
                </c:pt>
                <c:pt idx="596">
                  <c:v>42965</c:v>
                </c:pt>
                <c:pt idx="597">
                  <c:v>42968</c:v>
                </c:pt>
                <c:pt idx="598">
                  <c:v>42969</c:v>
                </c:pt>
                <c:pt idx="599">
                  <c:v>42970</c:v>
                </c:pt>
                <c:pt idx="600">
                  <c:v>42975</c:v>
                </c:pt>
                <c:pt idx="601">
                  <c:v>42977</c:v>
                </c:pt>
                <c:pt idx="602">
                  <c:v>42978</c:v>
                </c:pt>
                <c:pt idx="603">
                  <c:v>42979</c:v>
                </c:pt>
                <c:pt idx="604">
                  <c:v>42982</c:v>
                </c:pt>
                <c:pt idx="605">
                  <c:v>42983</c:v>
                </c:pt>
                <c:pt idx="606">
                  <c:v>42985</c:v>
                </c:pt>
                <c:pt idx="607">
                  <c:v>42986</c:v>
                </c:pt>
                <c:pt idx="608">
                  <c:v>42989</c:v>
                </c:pt>
                <c:pt idx="609">
                  <c:v>42990</c:v>
                </c:pt>
                <c:pt idx="610">
                  <c:v>42991</c:v>
                </c:pt>
                <c:pt idx="611">
                  <c:v>42992</c:v>
                </c:pt>
                <c:pt idx="612">
                  <c:v>42993</c:v>
                </c:pt>
                <c:pt idx="613">
                  <c:v>42996</c:v>
                </c:pt>
                <c:pt idx="614">
                  <c:v>42997</c:v>
                </c:pt>
                <c:pt idx="615">
                  <c:v>42998</c:v>
                </c:pt>
                <c:pt idx="616">
                  <c:v>42999</c:v>
                </c:pt>
                <c:pt idx="617">
                  <c:v>43000</c:v>
                </c:pt>
                <c:pt idx="618">
                  <c:v>43003</c:v>
                </c:pt>
                <c:pt idx="619">
                  <c:v>43004</c:v>
                </c:pt>
                <c:pt idx="620">
                  <c:v>43005</c:v>
                </c:pt>
                <c:pt idx="621">
                  <c:v>43006</c:v>
                </c:pt>
                <c:pt idx="622">
                  <c:v>43007</c:v>
                </c:pt>
                <c:pt idx="623">
                  <c:v>43011</c:v>
                </c:pt>
                <c:pt idx="624">
                  <c:v>43012</c:v>
                </c:pt>
                <c:pt idx="625">
                  <c:v>43013</c:v>
                </c:pt>
                <c:pt idx="626">
                  <c:v>43014</c:v>
                </c:pt>
                <c:pt idx="627">
                  <c:v>43017</c:v>
                </c:pt>
                <c:pt idx="628">
                  <c:v>43018</c:v>
                </c:pt>
                <c:pt idx="629">
                  <c:v>43019</c:v>
                </c:pt>
                <c:pt idx="630">
                  <c:v>43021</c:v>
                </c:pt>
                <c:pt idx="631">
                  <c:v>43024</c:v>
                </c:pt>
                <c:pt idx="632">
                  <c:v>43025</c:v>
                </c:pt>
                <c:pt idx="633">
                  <c:v>43026</c:v>
                </c:pt>
                <c:pt idx="634">
                  <c:v>43027</c:v>
                </c:pt>
                <c:pt idx="635">
                  <c:v>43031</c:v>
                </c:pt>
                <c:pt idx="636">
                  <c:v>43032</c:v>
                </c:pt>
                <c:pt idx="637">
                  <c:v>43033</c:v>
                </c:pt>
                <c:pt idx="638">
                  <c:v>43034</c:v>
                </c:pt>
                <c:pt idx="639">
                  <c:v>43035</c:v>
                </c:pt>
                <c:pt idx="640">
                  <c:v>43038</c:v>
                </c:pt>
                <c:pt idx="641">
                  <c:v>43041</c:v>
                </c:pt>
                <c:pt idx="642">
                  <c:v>43042</c:v>
                </c:pt>
                <c:pt idx="643">
                  <c:v>43045</c:v>
                </c:pt>
                <c:pt idx="644">
                  <c:v>43046</c:v>
                </c:pt>
                <c:pt idx="645">
                  <c:v>43047</c:v>
                </c:pt>
                <c:pt idx="646">
                  <c:v>43048</c:v>
                </c:pt>
                <c:pt idx="647">
                  <c:v>43049</c:v>
                </c:pt>
                <c:pt idx="648">
                  <c:v>43052</c:v>
                </c:pt>
                <c:pt idx="649">
                  <c:v>43053</c:v>
                </c:pt>
                <c:pt idx="650">
                  <c:v>43054</c:v>
                </c:pt>
                <c:pt idx="651">
                  <c:v>43055</c:v>
                </c:pt>
                <c:pt idx="652">
                  <c:v>43056</c:v>
                </c:pt>
                <c:pt idx="653">
                  <c:v>43059</c:v>
                </c:pt>
                <c:pt idx="654">
                  <c:v>43060</c:v>
                </c:pt>
                <c:pt idx="655">
                  <c:v>43061</c:v>
                </c:pt>
                <c:pt idx="656">
                  <c:v>43062</c:v>
                </c:pt>
                <c:pt idx="657">
                  <c:v>43063</c:v>
                </c:pt>
                <c:pt idx="658">
                  <c:v>43066</c:v>
                </c:pt>
                <c:pt idx="659">
                  <c:v>43067</c:v>
                </c:pt>
                <c:pt idx="660">
                  <c:v>43068</c:v>
                </c:pt>
                <c:pt idx="661">
                  <c:v>43069</c:v>
                </c:pt>
                <c:pt idx="662">
                  <c:v>43070</c:v>
                </c:pt>
                <c:pt idx="663">
                  <c:v>43073</c:v>
                </c:pt>
                <c:pt idx="664">
                  <c:v>43074</c:v>
                </c:pt>
                <c:pt idx="665">
                  <c:v>43075</c:v>
                </c:pt>
                <c:pt idx="666">
                  <c:v>43076</c:v>
                </c:pt>
                <c:pt idx="667">
                  <c:v>43077</c:v>
                </c:pt>
                <c:pt idx="668">
                  <c:v>43081</c:v>
                </c:pt>
                <c:pt idx="669">
                  <c:v>43082</c:v>
                </c:pt>
                <c:pt idx="670">
                  <c:v>43083</c:v>
                </c:pt>
                <c:pt idx="671">
                  <c:v>43084</c:v>
                </c:pt>
                <c:pt idx="672">
                  <c:v>43087</c:v>
                </c:pt>
                <c:pt idx="673">
                  <c:v>43088</c:v>
                </c:pt>
                <c:pt idx="674">
                  <c:v>43089</c:v>
                </c:pt>
                <c:pt idx="675">
                  <c:v>43090</c:v>
                </c:pt>
                <c:pt idx="676">
                  <c:v>43091</c:v>
                </c:pt>
                <c:pt idx="677">
                  <c:v>43095</c:v>
                </c:pt>
                <c:pt idx="678">
                  <c:v>43096</c:v>
                </c:pt>
                <c:pt idx="679">
                  <c:v>43097</c:v>
                </c:pt>
                <c:pt idx="680">
                  <c:v>43098</c:v>
                </c:pt>
                <c:pt idx="681">
                  <c:v>43101</c:v>
                </c:pt>
                <c:pt idx="682">
                  <c:v>43102</c:v>
                </c:pt>
                <c:pt idx="683">
                  <c:v>43103</c:v>
                </c:pt>
                <c:pt idx="684">
                  <c:v>43104</c:v>
                </c:pt>
                <c:pt idx="685">
                  <c:v>43105</c:v>
                </c:pt>
                <c:pt idx="686">
                  <c:v>43108</c:v>
                </c:pt>
                <c:pt idx="687">
                  <c:v>43109</c:v>
                </c:pt>
                <c:pt idx="688">
                  <c:v>43110</c:v>
                </c:pt>
                <c:pt idx="689">
                  <c:v>43111</c:v>
                </c:pt>
                <c:pt idx="690">
                  <c:v>43112</c:v>
                </c:pt>
                <c:pt idx="691">
                  <c:v>43115</c:v>
                </c:pt>
                <c:pt idx="692">
                  <c:v>43116</c:v>
                </c:pt>
                <c:pt idx="693">
                  <c:v>43117</c:v>
                </c:pt>
                <c:pt idx="694">
                  <c:v>43118</c:v>
                </c:pt>
                <c:pt idx="695">
                  <c:v>43119</c:v>
                </c:pt>
                <c:pt idx="696">
                  <c:v>43122</c:v>
                </c:pt>
                <c:pt idx="697">
                  <c:v>43123</c:v>
                </c:pt>
                <c:pt idx="698">
                  <c:v>43124</c:v>
                </c:pt>
                <c:pt idx="699">
                  <c:v>43125</c:v>
                </c:pt>
                <c:pt idx="700">
                  <c:v>43129</c:v>
                </c:pt>
                <c:pt idx="701">
                  <c:v>43130</c:v>
                </c:pt>
                <c:pt idx="702">
                  <c:v>43131</c:v>
                </c:pt>
                <c:pt idx="703">
                  <c:v>43132</c:v>
                </c:pt>
                <c:pt idx="704">
                  <c:v>43136</c:v>
                </c:pt>
                <c:pt idx="705">
                  <c:v>43137</c:v>
                </c:pt>
                <c:pt idx="706">
                  <c:v>43138</c:v>
                </c:pt>
                <c:pt idx="707">
                  <c:v>43139</c:v>
                </c:pt>
                <c:pt idx="708">
                  <c:v>43140</c:v>
                </c:pt>
                <c:pt idx="709">
                  <c:v>43143</c:v>
                </c:pt>
                <c:pt idx="710">
                  <c:v>43145</c:v>
                </c:pt>
                <c:pt idx="711">
                  <c:v>43146</c:v>
                </c:pt>
                <c:pt idx="712">
                  <c:v>43147</c:v>
                </c:pt>
                <c:pt idx="713">
                  <c:v>43150</c:v>
                </c:pt>
                <c:pt idx="714">
                  <c:v>43151</c:v>
                </c:pt>
                <c:pt idx="715">
                  <c:v>43153</c:v>
                </c:pt>
                <c:pt idx="716">
                  <c:v>43154</c:v>
                </c:pt>
                <c:pt idx="717">
                  <c:v>43157</c:v>
                </c:pt>
                <c:pt idx="718">
                  <c:v>43158</c:v>
                </c:pt>
                <c:pt idx="719">
                  <c:v>43159</c:v>
                </c:pt>
                <c:pt idx="720">
                  <c:v>43160</c:v>
                </c:pt>
                <c:pt idx="721">
                  <c:v>43164</c:v>
                </c:pt>
                <c:pt idx="722">
                  <c:v>43165</c:v>
                </c:pt>
                <c:pt idx="723">
                  <c:v>43166</c:v>
                </c:pt>
                <c:pt idx="724">
                  <c:v>43167</c:v>
                </c:pt>
                <c:pt idx="725">
                  <c:v>43168</c:v>
                </c:pt>
                <c:pt idx="726">
                  <c:v>43172</c:v>
                </c:pt>
                <c:pt idx="727">
                  <c:v>43173</c:v>
                </c:pt>
                <c:pt idx="728">
                  <c:v>43174</c:v>
                </c:pt>
                <c:pt idx="729">
                  <c:v>43175</c:v>
                </c:pt>
                <c:pt idx="730">
                  <c:v>43178</c:v>
                </c:pt>
                <c:pt idx="731">
                  <c:v>43179</c:v>
                </c:pt>
                <c:pt idx="732">
                  <c:v>43180</c:v>
                </c:pt>
                <c:pt idx="733">
                  <c:v>43181</c:v>
                </c:pt>
                <c:pt idx="734">
                  <c:v>43182</c:v>
                </c:pt>
                <c:pt idx="735">
                  <c:v>43185</c:v>
                </c:pt>
                <c:pt idx="736">
                  <c:v>43186</c:v>
                </c:pt>
                <c:pt idx="737">
                  <c:v>43187</c:v>
                </c:pt>
                <c:pt idx="738">
                  <c:v>43193</c:v>
                </c:pt>
                <c:pt idx="739">
                  <c:v>43194</c:v>
                </c:pt>
                <c:pt idx="740">
                  <c:v>43195</c:v>
                </c:pt>
                <c:pt idx="741">
                  <c:v>43196</c:v>
                </c:pt>
                <c:pt idx="742">
                  <c:v>43199</c:v>
                </c:pt>
                <c:pt idx="743">
                  <c:v>43202</c:v>
                </c:pt>
                <c:pt idx="744">
                  <c:v>43203</c:v>
                </c:pt>
                <c:pt idx="745">
                  <c:v>43206</c:v>
                </c:pt>
                <c:pt idx="746">
                  <c:v>43207</c:v>
                </c:pt>
                <c:pt idx="747">
                  <c:v>43208</c:v>
                </c:pt>
                <c:pt idx="748">
                  <c:v>43209</c:v>
                </c:pt>
                <c:pt idx="749">
                  <c:v>43210</c:v>
                </c:pt>
                <c:pt idx="750">
                  <c:v>43213</c:v>
                </c:pt>
                <c:pt idx="751">
                  <c:v>43214</c:v>
                </c:pt>
                <c:pt idx="752">
                  <c:v>43215</c:v>
                </c:pt>
                <c:pt idx="753">
                  <c:v>43216</c:v>
                </c:pt>
                <c:pt idx="754">
                  <c:v>43217</c:v>
                </c:pt>
                <c:pt idx="755">
                  <c:v>43220</c:v>
                </c:pt>
                <c:pt idx="756">
                  <c:v>43222</c:v>
                </c:pt>
                <c:pt idx="757">
                  <c:v>43223</c:v>
                </c:pt>
                <c:pt idx="758">
                  <c:v>43224</c:v>
                </c:pt>
                <c:pt idx="759">
                  <c:v>43227</c:v>
                </c:pt>
                <c:pt idx="760">
                  <c:v>43228</c:v>
                </c:pt>
                <c:pt idx="761">
                  <c:v>43229</c:v>
                </c:pt>
                <c:pt idx="762">
                  <c:v>43230</c:v>
                </c:pt>
                <c:pt idx="763">
                  <c:v>43231</c:v>
                </c:pt>
                <c:pt idx="764">
                  <c:v>43235</c:v>
                </c:pt>
                <c:pt idx="765">
                  <c:v>43236</c:v>
                </c:pt>
                <c:pt idx="766">
                  <c:v>43237</c:v>
                </c:pt>
                <c:pt idx="767">
                  <c:v>43238</c:v>
                </c:pt>
                <c:pt idx="768">
                  <c:v>43241</c:v>
                </c:pt>
                <c:pt idx="769">
                  <c:v>43242</c:v>
                </c:pt>
                <c:pt idx="770">
                  <c:v>43243</c:v>
                </c:pt>
                <c:pt idx="771">
                  <c:v>43244</c:v>
                </c:pt>
                <c:pt idx="772">
                  <c:v>43245</c:v>
                </c:pt>
                <c:pt idx="773">
                  <c:v>43248</c:v>
                </c:pt>
                <c:pt idx="774">
                  <c:v>43249</c:v>
                </c:pt>
                <c:pt idx="775">
                  <c:v>43250</c:v>
                </c:pt>
                <c:pt idx="776">
                  <c:v>43251</c:v>
                </c:pt>
                <c:pt idx="777">
                  <c:v>43252</c:v>
                </c:pt>
                <c:pt idx="778">
                  <c:v>43255</c:v>
                </c:pt>
                <c:pt idx="779">
                  <c:v>43256</c:v>
                </c:pt>
                <c:pt idx="780">
                  <c:v>43257</c:v>
                </c:pt>
                <c:pt idx="781">
                  <c:v>43258</c:v>
                </c:pt>
                <c:pt idx="782">
                  <c:v>43259</c:v>
                </c:pt>
                <c:pt idx="783">
                  <c:v>43262</c:v>
                </c:pt>
                <c:pt idx="784">
                  <c:v>43263</c:v>
                </c:pt>
                <c:pt idx="785">
                  <c:v>43264</c:v>
                </c:pt>
                <c:pt idx="786">
                  <c:v>43265</c:v>
                </c:pt>
                <c:pt idx="787">
                  <c:v>43266</c:v>
                </c:pt>
                <c:pt idx="788">
                  <c:v>43269</c:v>
                </c:pt>
                <c:pt idx="789">
                  <c:v>43270</c:v>
                </c:pt>
                <c:pt idx="790">
                  <c:v>43271</c:v>
                </c:pt>
                <c:pt idx="791">
                  <c:v>43272</c:v>
                </c:pt>
                <c:pt idx="792">
                  <c:v>43273</c:v>
                </c:pt>
                <c:pt idx="793">
                  <c:v>43276</c:v>
                </c:pt>
                <c:pt idx="794">
                  <c:v>43277</c:v>
                </c:pt>
                <c:pt idx="795">
                  <c:v>43278</c:v>
                </c:pt>
                <c:pt idx="796">
                  <c:v>43279</c:v>
                </c:pt>
                <c:pt idx="797">
                  <c:v>43280</c:v>
                </c:pt>
                <c:pt idx="798">
                  <c:v>43283</c:v>
                </c:pt>
                <c:pt idx="799">
                  <c:v>43284</c:v>
                </c:pt>
                <c:pt idx="800">
                  <c:v>43285</c:v>
                </c:pt>
                <c:pt idx="801">
                  <c:v>43286</c:v>
                </c:pt>
                <c:pt idx="802">
                  <c:v>43287</c:v>
                </c:pt>
                <c:pt idx="803">
                  <c:v>43290</c:v>
                </c:pt>
                <c:pt idx="804">
                  <c:v>43291</c:v>
                </c:pt>
                <c:pt idx="805">
                  <c:v>43292</c:v>
                </c:pt>
                <c:pt idx="806">
                  <c:v>43293</c:v>
                </c:pt>
                <c:pt idx="807">
                  <c:v>43294</c:v>
                </c:pt>
                <c:pt idx="808">
                  <c:v>43297</c:v>
                </c:pt>
                <c:pt idx="809">
                  <c:v>43298</c:v>
                </c:pt>
                <c:pt idx="810">
                  <c:v>43299</c:v>
                </c:pt>
                <c:pt idx="811">
                  <c:v>43300</c:v>
                </c:pt>
                <c:pt idx="812">
                  <c:v>43301</c:v>
                </c:pt>
                <c:pt idx="813">
                  <c:v>43304</c:v>
                </c:pt>
                <c:pt idx="814">
                  <c:v>43305</c:v>
                </c:pt>
                <c:pt idx="815">
                  <c:v>43306</c:v>
                </c:pt>
                <c:pt idx="816">
                  <c:v>43307</c:v>
                </c:pt>
                <c:pt idx="817">
                  <c:v>43308</c:v>
                </c:pt>
                <c:pt idx="818">
                  <c:v>43311</c:v>
                </c:pt>
                <c:pt idx="819">
                  <c:v>43312</c:v>
                </c:pt>
                <c:pt idx="820">
                  <c:v>43313</c:v>
                </c:pt>
                <c:pt idx="821">
                  <c:v>43314</c:v>
                </c:pt>
                <c:pt idx="822">
                  <c:v>43315</c:v>
                </c:pt>
                <c:pt idx="823">
                  <c:v>43318</c:v>
                </c:pt>
                <c:pt idx="824">
                  <c:v>43319</c:v>
                </c:pt>
                <c:pt idx="825">
                  <c:v>43320</c:v>
                </c:pt>
                <c:pt idx="826">
                  <c:v>43321</c:v>
                </c:pt>
                <c:pt idx="827">
                  <c:v>43322</c:v>
                </c:pt>
                <c:pt idx="828">
                  <c:v>43325</c:v>
                </c:pt>
                <c:pt idx="829">
                  <c:v>43326</c:v>
                </c:pt>
                <c:pt idx="830">
                  <c:v>43328</c:v>
                </c:pt>
                <c:pt idx="831">
                  <c:v>43329</c:v>
                </c:pt>
                <c:pt idx="832">
                  <c:v>43332</c:v>
                </c:pt>
                <c:pt idx="833">
                  <c:v>43333</c:v>
                </c:pt>
                <c:pt idx="834">
                  <c:v>43335</c:v>
                </c:pt>
                <c:pt idx="835">
                  <c:v>43336</c:v>
                </c:pt>
                <c:pt idx="836">
                  <c:v>43341</c:v>
                </c:pt>
                <c:pt idx="837">
                  <c:v>43343</c:v>
                </c:pt>
                <c:pt idx="838">
                  <c:v>43346</c:v>
                </c:pt>
                <c:pt idx="839">
                  <c:v>43348</c:v>
                </c:pt>
                <c:pt idx="840">
                  <c:v>43349</c:v>
                </c:pt>
                <c:pt idx="841">
                  <c:v>43350</c:v>
                </c:pt>
                <c:pt idx="842">
                  <c:v>43353</c:v>
                </c:pt>
                <c:pt idx="843">
                  <c:v>43354</c:v>
                </c:pt>
                <c:pt idx="844">
                  <c:v>43355</c:v>
                </c:pt>
                <c:pt idx="845">
                  <c:v>43357</c:v>
                </c:pt>
                <c:pt idx="846">
                  <c:v>43360</c:v>
                </c:pt>
                <c:pt idx="847">
                  <c:v>43361</c:v>
                </c:pt>
                <c:pt idx="848">
                  <c:v>43362</c:v>
                </c:pt>
                <c:pt idx="849">
                  <c:v>43364</c:v>
                </c:pt>
                <c:pt idx="850">
                  <c:v>43367</c:v>
                </c:pt>
                <c:pt idx="851">
                  <c:v>43368</c:v>
                </c:pt>
                <c:pt idx="852">
                  <c:v>43369</c:v>
                </c:pt>
                <c:pt idx="853">
                  <c:v>43371</c:v>
                </c:pt>
                <c:pt idx="854">
                  <c:v>43374</c:v>
                </c:pt>
                <c:pt idx="855">
                  <c:v>43376</c:v>
                </c:pt>
                <c:pt idx="856">
                  <c:v>43377</c:v>
                </c:pt>
                <c:pt idx="857">
                  <c:v>43381</c:v>
                </c:pt>
                <c:pt idx="858">
                  <c:v>43382</c:v>
                </c:pt>
                <c:pt idx="859">
                  <c:v>43383</c:v>
                </c:pt>
                <c:pt idx="860">
                  <c:v>43384</c:v>
                </c:pt>
                <c:pt idx="861">
                  <c:v>43385</c:v>
                </c:pt>
                <c:pt idx="862">
                  <c:v>43388</c:v>
                </c:pt>
                <c:pt idx="863">
                  <c:v>43389</c:v>
                </c:pt>
                <c:pt idx="864">
                  <c:v>43392</c:v>
                </c:pt>
                <c:pt idx="865">
                  <c:v>43395</c:v>
                </c:pt>
                <c:pt idx="866">
                  <c:v>43396</c:v>
                </c:pt>
                <c:pt idx="867">
                  <c:v>43397</c:v>
                </c:pt>
                <c:pt idx="868">
                  <c:v>43398</c:v>
                </c:pt>
                <c:pt idx="869">
                  <c:v>43399</c:v>
                </c:pt>
                <c:pt idx="870">
                  <c:v>43402</c:v>
                </c:pt>
                <c:pt idx="871">
                  <c:v>43403</c:v>
                </c:pt>
                <c:pt idx="872">
                  <c:v>43404</c:v>
                </c:pt>
                <c:pt idx="873">
                  <c:v>43405</c:v>
                </c:pt>
                <c:pt idx="874">
                  <c:v>43409</c:v>
                </c:pt>
                <c:pt idx="875">
                  <c:v>43410</c:v>
                </c:pt>
                <c:pt idx="876">
                  <c:v>43411</c:v>
                </c:pt>
                <c:pt idx="877">
                  <c:v>43413</c:v>
                </c:pt>
                <c:pt idx="878">
                  <c:v>43416</c:v>
                </c:pt>
                <c:pt idx="879">
                  <c:v>43417</c:v>
                </c:pt>
                <c:pt idx="880">
                  <c:v>43418</c:v>
                </c:pt>
                <c:pt idx="881">
                  <c:v>43419</c:v>
                </c:pt>
                <c:pt idx="882">
                  <c:v>43420</c:v>
                </c:pt>
                <c:pt idx="883">
                  <c:v>43423</c:v>
                </c:pt>
                <c:pt idx="884">
                  <c:v>43424</c:v>
                </c:pt>
                <c:pt idx="885">
                  <c:v>43425</c:v>
                </c:pt>
                <c:pt idx="886">
                  <c:v>43432</c:v>
                </c:pt>
                <c:pt idx="887">
                  <c:v>43433</c:v>
                </c:pt>
                <c:pt idx="888">
                  <c:v>43434</c:v>
                </c:pt>
                <c:pt idx="889">
                  <c:v>43437</c:v>
                </c:pt>
                <c:pt idx="890">
                  <c:v>43438</c:v>
                </c:pt>
                <c:pt idx="891">
                  <c:v>43439</c:v>
                </c:pt>
                <c:pt idx="892">
                  <c:v>43440</c:v>
                </c:pt>
                <c:pt idx="893">
                  <c:v>43441</c:v>
                </c:pt>
                <c:pt idx="894">
                  <c:v>43445</c:v>
                </c:pt>
                <c:pt idx="895">
                  <c:v>43446</c:v>
                </c:pt>
                <c:pt idx="896">
                  <c:v>43447</c:v>
                </c:pt>
                <c:pt idx="897">
                  <c:v>43448</c:v>
                </c:pt>
                <c:pt idx="898">
                  <c:v>43451</c:v>
                </c:pt>
                <c:pt idx="899">
                  <c:v>43452</c:v>
                </c:pt>
                <c:pt idx="900">
                  <c:v>43453</c:v>
                </c:pt>
                <c:pt idx="901">
                  <c:v>43455</c:v>
                </c:pt>
                <c:pt idx="902">
                  <c:v>43458</c:v>
                </c:pt>
                <c:pt idx="903">
                  <c:v>43460</c:v>
                </c:pt>
                <c:pt idx="904">
                  <c:v>43461</c:v>
                </c:pt>
                <c:pt idx="905">
                  <c:v>43462</c:v>
                </c:pt>
                <c:pt idx="906">
                  <c:v>43465</c:v>
                </c:pt>
                <c:pt idx="907">
                  <c:v>43466</c:v>
                </c:pt>
                <c:pt idx="908">
                  <c:v>43467</c:v>
                </c:pt>
                <c:pt idx="909">
                  <c:v>43468</c:v>
                </c:pt>
                <c:pt idx="910">
                  <c:v>43469</c:v>
                </c:pt>
                <c:pt idx="911">
                  <c:v>43472</c:v>
                </c:pt>
                <c:pt idx="912">
                  <c:v>43473</c:v>
                </c:pt>
                <c:pt idx="913">
                  <c:v>43474</c:v>
                </c:pt>
                <c:pt idx="914">
                  <c:v>43475</c:v>
                </c:pt>
                <c:pt idx="915">
                  <c:v>43476</c:v>
                </c:pt>
                <c:pt idx="916">
                  <c:v>43479</c:v>
                </c:pt>
                <c:pt idx="917">
                  <c:v>43480</c:v>
                </c:pt>
                <c:pt idx="918">
                  <c:v>43481</c:v>
                </c:pt>
                <c:pt idx="919">
                  <c:v>43482</c:v>
                </c:pt>
                <c:pt idx="920">
                  <c:v>43483</c:v>
                </c:pt>
                <c:pt idx="921">
                  <c:v>43486</c:v>
                </c:pt>
                <c:pt idx="922">
                  <c:v>43487</c:v>
                </c:pt>
                <c:pt idx="923">
                  <c:v>43488</c:v>
                </c:pt>
                <c:pt idx="924">
                  <c:v>43489</c:v>
                </c:pt>
                <c:pt idx="925">
                  <c:v>43490</c:v>
                </c:pt>
                <c:pt idx="926">
                  <c:v>43493</c:v>
                </c:pt>
                <c:pt idx="927">
                  <c:v>43494</c:v>
                </c:pt>
                <c:pt idx="928">
                  <c:v>43495</c:v>
                </c:pt>
                <c:pt idx="929">
                  <c:v>43496</c:v>
                </c:pt>
                <c:pt idx="930">
                  <c:v>43497</c:v>
                </c:pt>
                <c:pt idx="931">
                  <c:v>43500</c:v>
                </c:pt>
                <c:pt idx="932">
                  <c:v>43501</c:v>
                </c:pt>
                <c:pt idx="933">
                  <c:v>43502</c:v>
                </c:pt>
                <c:pt idx="934">
                  <c:v>43503</c:v>
                </c:pt>
                <c:pt idx="935">
                  <c:v>43504</c:v>
                </c:pt>
                <c:pt idx="936">
                  <c:v>43507</c:v>
                </c:pt>
                <c:pt idx="937">
                  <c:v>43508</c:v>
                </c:pt>
                <c:pt idx="938">
                  <c:v>43509</c:v>
                </c:pt>
                <c:pt idx="939">
                  <c:v>43510</c:v>
                </c:pt>
                <c:pt idx="940">
                  <c:v>43511</c:v>
                </c:pt>
                <c:pt idx="941">
                  <c:v>43514</c:v>
                </c:pt>
                <c:pt idx="942">
                  <c:v>43515</c:v>
                </c:pt>
                <c:pt idx="943">
                  <c:v>43516</c:v>
                </c:pt>
                <c:pt idx="944">
                  <c:v>43517</c:v>
                </c:pt>
                <c:pt idx="945">
                  <c:v>43518</c:v>
                </c:pt>
                <c:pt idx="946">
                  <c:v>43521</c:v>
                </c:pt>
                <c:pt idx="947">
                  <c:v>43522</c:v>
                </c:pt>
                <c:pt idx="948">
                  <c:v>43524</c:v>
                </c:pt>
                <c:pt idx="949">
                  <c:v>43525</c:v>
                </c:pt>
                <c:pt idx="950">
                  <c:v>43529</c:v>
                </c:pt>
                <c:pt idx="951">
                  <c:v>43530</c:v>
                </c:pt>
                <c:pt idx="952">
                  <c:v>43531</c:v>
                </c:pt>
                <c:pt idx="953">
                  <c:v>43532</c:v>
                </c:pt>
                <c:pt idx="954">
                  <c:v>43535</c:v>
                </c:pt>
                <c:pt idx="955">
                  <c:v>43536</c:v>
                </c:pt>
                <c:pt idx="956">
                  <c:v>43538</c:v>
                </c:pt>
                <c:pt idx="957">
                  <c:v>43539</c:v>
                </c:pt>
                <c:pt idx="958">
                  <c:v>43542</c:v>
                </c:pt>
                <c:pt idx="959">
                  <c:v>43543</c:v>
                </c:pt>
                <c:pt idx="960">
                  <c:v>43544</c:v>
                </c:pt>
                <c:pt idx="961">
                  <c:v>43546</c:v>
                </c:pt>
                <c:pt idx="962">
                  <c:v>43549</c:v>
                </c:pt>
                <c:pt idx="963">
                  <c:v>43550</c:v>
                </c:pt>
                <c:pt idx="964">
                  <c:v>43551</c:v>
                </c:pt>
                <c:pt idx="965">
                  <c:v>43552</c:v>
                </c:pt>
                <c:pt idx="966">
                  <c:v>43553</c:v>
                </c:pt>
                <c:pt idx="967">
                  <c:v>43556</c:v>
                </c:pt>
                <c:pt idx="968">
                  <c:v>43558</c:v>
                </c:pt>
                <c:pt idx="969">
                  <c:v>43559</c:v>
                </c:pt>
                <c:pt idx="970">
                  <c:v>43560</c:v>
                </c:pt>
                <c:pt idx="971">
                  <c:v>43563</c:v>
                </c:pt>
                <c:pt idx="972">
                  <c:v>43564</c:v>
                </c:pt>
                <c:pt idx="973">
                  <c:v>43565</c:v>
                </c:pt>
                <c:pt idx="974">
                  <c:v>43567</c:v>
                </c:pt>
                <c:pt idx="975">
                  <c:v>43570</c:v>
                </c:pt>
                <c:pt idx="976">
                  <c:v>43571</c:v>
                </c:pt>
                <c:pt idx="977">
                  <c:v>43573</c:v>
                </c:pt>
                <c:pt idx="978">
                  <c:v>43577</c:v>
                </c:pt>
                <c:pt idx="979">
                  <c:v>43578</c:v>
                </c:pt>
                <c:pt idx="980">
                  <c:v>43579</c:v>
                </c:pt>
                <c:pt idx="981">
                  <c:v>43580</c:v>
                </c:pt>
                <c:pt idx="982">
                  <c:v>43581</c:v>
                </c:pt>
                <c:pt idx="983">
                  <c:v>43585</c:v>
                </c:pt>
                <c:pt idx="984">
                  <c:v>43587</c:v>
                </c:pt>
                <c:pt idx="985">
                  <c:v>43591</c:v>
                </c:pt>
                <c:pt idx="986">
                  <c:v>43593</c:v>
                </c:pt>
                <c:pt idx="987">
                  <c:v>43594</c:v>
                </c:pt>
                <c:pt idx="988">
                  <c:v>43595</c:v>
                </c:pt>
                <c:pt idx="989">
                  <c:v>43598</c:v>
                </c:pt>
                <c:pt idx="990">
                  <c:v>43599</c:v>
                </c:pt>
                <c:pt idx="991">
                  <c:v>43601</c:v>
                </c:pt>
                <c:pt idx="992">
                  <c:v>43605</c:v>
                </c:pt>
                <c:pt idx="993">
                  <c:v>43606</c:v>
                </c:pt>
                <c:pt idx="994">
                  <c:v>43607</c:v>
                </c:pt>
                <c:pt idx="995">
                  <c:v>43608</c:v>
                </c:pt>
                <c:pt idx="996">
                  <c:v>43609</c:v>
                </c:pt>
                <c:pt idx="997">
                  <c:v>43612</c:v>
                </c:pt>
                <c:pt idx="998">
                  <c:v>43613</c:v>
                </c:pt>
                <c:pt idx="999">
                  <c:v>43614</c:v>
                </c:pt>
                <c:pt idx="1000">
                  <c:v>43615</c:v>
                </c:pt>
                <c:pt idx="1001">
                  <c:v>43616</c:v>
                </c:pt>
                <c:pt idx="1002">
                  <c:v>43619</c:v>
                </c:pt>
                <c:pt idx="1003">
                  <c:v>43620</c:v>
                </c:pt>
                <c:pt idx="1004">
                  <c:v>43622</c:v>
                </c:pt>
                <c:pt idx="1005">
                  <c:v>43623</c:v>
                </c:pt>
                <c:pt idx="1006">
                  <c:v>43626</c:v>
                </c:pt>
                <c:pt idx="1007">
                  <c:v>43627</c:v>
                </c:pt>
                <c:pt idx="1008">
                  <c:v>43628</c:v>
                </c:pt>
                <c:pt idx="1009">
                  <c:v>43629</c:v>
                </c:pt>
                <c:pt idx="1010">
                  <c:v>43630</c:v>
                </c:pt>
                <c:pt idx="1011">
                  <c:v>43633</c:v>
                </c:pt>
                <c:pt idx="1012">
                  <c:v>43634</c:v>
                </c:pt>
                <c:pt idx="1013">
                  <c:v>43635</c:v>
                </c:pt>
                <c:pt idx="1014">
                  <c:v>43636</c:v>
                </c:pt>
                <c:pt idx="1015">
                  <c:v>43640</c:v>
                </c:pt>
                <c:pt idx="1016">
                  <c:v>43641</c:v>
                </c:pt>
                <c:pt idx="1017">
                  <c:v>43642</c:v>
                </c:pt>
                <c:pt idx="1018">
                  <c:v>43643</c:v>
                </c:pt>
                <c:pt idx="1019">
                  <c:v>43644</c:v>
                </c:pt>
                <c:pt idx="1020">
                  <c:v>43647</c:v>
                </c:pt>
                <c:pt idx="1021">
                  <c:v>43648</c:v>
                </c:pt>
                <c:pt idx="1022">
                  <c:v>43649</c:v>
                </c:pt>
                <c:pt idx="1023">
                  <c:v>43650</c:v>
                </c:pt>
                <c:pt idx="1024">
                  <c:v>43651</c:v>
                </c:pt>
                <c:pt idx="1025">
                  <c:v>43654</c:v>
                </c:pt>
                <c:pt idx="1026">
                  <c:v>43655</c:v>
                </c:pt>
                <c:pt idx="1027">
                  <c:v>43656</c:v>
                </c:pt>
                <c:pt idx="1028">
                  <c:v>43657</c:v>
                </c:pt>
                <c:pt idx="1029">
                  <c:v>43658</c:v>
                </c:pt>
                <c:pt idx="1030">
                  <c:v>43661</c:v>
                </c:pt>
                <c:pt idx="1031">
                  <c:v>43662</c:v>
                </c:pt>
                <c:pt idx="1032">
                  <c:v>43663</c:v>
                </c:pt>
                <c:pt idx="1033">
                  <c:v>43664</c:v>
                </c:pt>
                <c:pt idx="1034">
                  <c:v>43665</c:v>
                </c:pt>
                <c:pt idx="1035">
                  <c:v>43669</c:v>
                </c:pt>
                <c:pt idx="1036">
                  <c:v>43670</c:v>
                </c:pt>
                <c:pt idx="1037">
                  <c:v>43671</c:v>
                </c:pt>
                <c:pt idx="1038">
                  <c:v>43672</c:v>
                </c:pt>
                <c:pt idx="1039">
                  <c:v>43675</c:v>
                </c:pt>
                <c:pt idx="1040">
                  <c:v>43676</c:v>
                </c:pt>
                <c:pt idx="1041">
                  <c:v>43677</c:v>
                </c:pt>
                <c:pt idx="1042">
                  <c:v>43678</c:v>
                </c:pt>
                <c:pt idx="1043">
                  <c:v>43679</c:v>
                </c:pt>
                <c:pt idx="1044">
                  <c:v>43682</c:v>
                </c:pt>
                <c:pt idx="1045">
                  <c:v>43683</c:v>
                </c:pt>
                <c:pt idx="1046">
                  <c:v>43684</c:v>
                </c:pt>
                <c:pt idx="1047">
                  <c:v>43685</c:v>
                </c:pt>
                <c:pt idx="1048">
                  <c:v>43686</c:v>
                </c:pt>
                <c:pt idx="1049">
                  <c:v>43690</c:v>
                </c:pt>
                <c:pt idx="1050">
                  <c:v>43691</c:v>
                </c:pt>
                <c:pt idx="1051">
                  <c:v>43693</c:v>
                </c:pt>
                <c:pt idx="1052">
                  <c:v>43696</c:v>
                </c:pt>
                <c:pt idx="1053">
                  <c:v>43697</c:v>
                </c:pt>
                <c:pt idx="1054">
                  <c:v>43698</c:v>
                </c:pt>
                <c:pt idx="1055">
                  <c:v>43699</c:v>
                </c:pt>
                <c:pt idx="1056">
                  <c:v>43700</c:v>
                </c:pt>
                <c:pt idx="1057">
                  <c:v>43703</c:v>
                </c:pt>
                <c:pt idx="1058">
                  <c:v>43704</c:v>
                </c:pt>
                <c:pt idx="1059">
                  <c:v>43705</c:v>
                </c:pt>
                <c:pt idx="1060">
                  <c:v>43707</c:v>
                </c:pt>
                <c:pt idx="1061">
                  <c:v>43711</c:v>
                </c:pt>
                <c:pt idx="1062">
                  <c:v>43713</c:v>
                </c:pt>
                <c:pt idx="1063">
                  <c:v>43714</c:v>
                </c:pt>
                <c:pt idx="1064">
                  <c:v>43717</c:v>
                </c:pt>
                <c:pt idx="1065">
                  <c:v>43719</c:v>
                </c:pt>
                <c:pt idx="1066">
                  <c:v>43720</c:v>
                </c:pt>
                <c:pt idx="1067">
                  <c:v>43721</c:v>
                </c:pt>
                <c:pt idx="1068">
                  <c:v>43724</c:v>
                </c:pt>
                <c:pt idx="1069">
                  <c:v>43725</c:v>
                </c:pt>
                <c:pt idx="1070">
                  <c:v>43726</c:v>
                </c:pt>
                <c:pt idx="1071">
                  <c:v>43727</c:v>
                </c:pt>
                <c:pt idx="1072">
                  <c:v>43728</c:v>
                </c:pt>
                <c:pt idx="1073">
                  <c:v>43731</c:v>
                </c:pt>
                <c:pt idx="1074">
                  <c:v>43732</c:v>
                </c:pt>
                <c:pt idx="1075">
                  <c:v>43733</c:v>
                </c:pt>
                <c:pt idx="1076">
                  <c:v>43734</c:v>
                </c:pt>
                <c:pt idx="1077">
                  <c:v>43735</c:v>
                </c:pt>
                <c:pt idx="1078">
                  <c:v>43739</c:v>
                </c:pt>
                <c:pt idx="1079">
                  <c:v>43741</c:v>
                </c:pt>
                <c:pt idx="1080">
                  <c:v>43742</c:v>
                </c:pt>
                <c:pt idx="1081">
                  <c:v>43745</c:v>
                </c:pt>
                <c:pt idx="1082">
                  <c:v>43747</c:v>
                </c:pt>
                <c:pt idx="1083">
                  <c:v>43748</c:v>
                </c:pt>
                <c:pt idx="1084">
                  <c:v>43749</c:v>
                </c:pt>
                <c:pt idx="1085">
                  <c:v>43752</c:v>
                </c:pt>
                <c:pt idx="1086">
                  <c:v>43753</c:v>
                </c:pt>
                <c:pt idx="1087">
                  <c:v>43754</c:v>
                </c:pt>
                <c:pt idx="1088">
                  <c:v>43755</c:v>
                </c:pt>
                <c:pt idx="1089">
                  <c:v>43756</c:v>
                </c:pt>
                <c:pt idx="1090">
                  <c:v>43760</c:v>
                </c:pt>
                <c:pt idx="1091">
                  <c:v>43761</c:v>
                </c:pt>
                <c:pt idx="1092">
                  <c:v>43762</c:v>
                </c:pt>
                <c:pt idx="1093">
                  <c:v>43765</c:v>
                </c:pt>
                <c:pt idx="1094">
                  <c:v>43767</c:v>
                </c:pt>
                <c:pt idx="1095">
                  <c:v>43768</c:v>
                </c:pt>
                <c:pt idx="1096">
                  <c:v>43770</c:v>
                </c:pt>
                <c:pt idx="1097">
                  <c:v>43773</c:v>
                </c:pt>
                <c:pt idx="1098">
                  <c:v>43774</c:v>
                </c:pt>
                <c:pt idx="1099">
                  <c:v>43775</c:v>
                </c:pt>
                <c:pt idx="1100">
                  <c:v>43776</c:v>
                </c:pt>
                <c:pt idx="1101">
                  <c:v>43777</c:v>
                </c:pt>
                <c:pt idx="1102">
                  <c:v>43780</c:v>
                </c:pt>
                <c:pt idx="1103">
                  <c:v>43783</c:v>
                </c:pt>
                <c:pt idx="1104">
                  <c:v>43784</c:v>
                </c:pt>
                <c:pt idx="1105">
                  <c:v>43787</c:v>
                </c:pt>
                <c:pt idx="1106">
                  <c:v>43788</c:v>
                </c:pt>
                <c:pt idx="1107">
                  <c:v>43790</c:v>
                </c:pt>
                <c:pt idx="1108">
                  <c:v>43791</c:v>
                </c:pt>
                <c:pt idx="1109">
                  <c:v>43794</c:v>
                </c:pt>
                <c:pt idx="1110">
                  <c:v>43795</c:v>
                </c:pt>
                <c:pt idx="1111">
                  <c:v>43796</c:v>
                </c:pt>
                <c:pt idx="1112">
                  <c:v>43797</c:v>
                </c:pt>
                <c:pt idx="1113">
                  <c:v>43798</c:v>
                </c:pt>
                <c:pt idx="1114">
                  <c:v>43801</c:v>
                </c:pt>
                <c:pt idx="1115">
                  <c:v>43802</c:v>
                </c:pt>
                <c:pt idx="1116">
                  <c:v>43803</c:v>
                </c:pt>
                <c:pt idx="1117">
                  <c:v>43805</c:v>
                </c:pt>
                <c:pt idx="1118">
                  <c:v>43808</c:v>
                </c:pt>
                <c:pt idx="1119">
                  <c:v>43809</c:v>
                </c:pt>
                <c:pt idx="1120">
                  <c:v>43810</c:v>
                </c:pt>
                <c:pt idx="1121">
                  <c:v>43811</c:v>
                </c:pt>
                <c:pt idx="1122">
                  <c:v>43812</c:v>
                </c:pt>
                <c:pt idx="1123">
                  <c:v>43815</c:v>
                </c:pt>
                <c:pt idx="1124">
                  <c:v>43816</c:v>
                </c:pt>
                <c:pt idx="1125">
                  <c:v>43817</c:v>
                </c:pt>
                <c:pt idx="1126">
                  <c:v>43818</c:v>
                </c:pt>
                <c:pt idx="1127">
                  <c:v>43819</c:v>
                </c:pt>
                <c:pt idx="1128">
                  <c:v>43822</c:v>
                </c:pt>
                <c:pt idx="1129">
                  <c:v>43823</c:v>
                </c:pt>
                <c:pt idx="1130">
                  <c:v>43825</c:v>
                </c:pt>
                <c:pt idx="1131">
                  <c:v>43826</c:v>
                </c:pt>
                <c:pt idx="1132">
                  <c:v>43829</c:v>
                </c:pt>
                <c:pt idx="1133">
                  <c:v>43830</c:v>
                </c:pt>
                <c:pt idx="1134">
                  <c:v>43831</c:v>
                </c:pt>
                <c:pt idx="1135">
                  <c:v>43832</c:v>
                </c:pt>
                <c:pt idx="1136">
                  <c:v>43833</c:v>
                </c:pt>
                <c:pt idx="1137">
                  <c:v>43836</c:v>
                </c:pt>
                <c:pt idx="1138">
                  <c:v>43837</c:v>
                </c:pt>
                <c:pt idx="1139">
                  <c:v>43838</c:v>
                </c:pt>
                <c:pt idx="1140">
                  <c:v>43839</c:v>
                </c:pt>
                <c:pt idx="1141">
                  <c:v>43840</c:v>
                </c:pt>
                <c:pt idx="1142">
                  <c:v>43843</c:v>
                </c:pt>
                <c:pt idx="1143">
                  <c:v>43844</c:v>
                </c:pt>
                <c:pt idx="1144">
                  <c:v>43845</c:v>
                </c:pt>
                <c:pt idx="1145">
                  <c:v>43846</c:v>
                </c:pt>
                <c:pt idx="1146">
                  <c:v>43847</c:v>
                </c:pt>
                <c:pt idx="1147">
                  <c:v>43850</c:v>
                </c:pt>
                <c:pt idx="1148">
                  <c:v>43851</c:v>
                </c:pt>
                <c:pt idx="1149">
                  <c:v>43852</c:v>
                </c:pt>
                <c:pt idx="1150">
                  <c:v>43853</c:v>
                </c:pt>
                <c:pt idx="1151">
                  <c:v>43854</c:v>
                </c:pt>
                <c:pt idx="1152">
                  <c:v>43857</c:v>
                </c:pt>
                <c:pt idx="1153">
                  <c:v>43858</c:v>
                </c:pt>
                <c:pt idx="1154">
                  <c:v>43859</c:v>
                </c:pt>
                <c:pt idx="1155">
                  <c:v>43860</c:v>
                </c:pt>
                <c:pt idx="1156">
                  <c:v>43861</c:v>
                </c:pt>
                <c:pt idx="1157">
                  <c:v>43862</c:v>
                </c:pt>
                <c:pt idx="1158">
                  <c:v>43864</c:v>
                </c:pt>
                <c:pt idx="1159">
                  <c:v>43865</c:v>
                </c:pt>
                <c:pt idx="1160">
                  <c:v>43866</c:v>
                </c:pt>
                <c:pt idx="1161">
                  <c:v>43867</c:v>
                </c:pt>
                <c:pt idx="1162">
                  <c:v>43871</c:v>
                </c:pt>
                <c:pt idx="1163">
                  <c:v>43872</c:v>
                </c:pt>
                <c:pt idx="1164">
                  <c:v>43873</c:v>
                </c:pt>
                <c:pt idx="1165">
                  <c:v>43874</c:v>
                </c:pt>
                <c:pt idx="1166">
                  <c:v>43875</c:v>
                </c:pt>
                <c:pt idx="1167">
                  <c:v>43878</c:v>
                </c:pt>
                <c:pt idx="1168">
                  <c:v>43879</c:v>
                </c:pt>
                <c:pt idx="1169">
                  <c:v>43880</c:v>
                </c:pt>
                <c:pt idx="1170">
                  <c:v>43881</c:v>
                </c:pt>
                <c:pt idx="1171">
                  <c:v>43885</c:v>
                </c:pt>
                <c:pt idx="1172">
                  <c:v>43886</c:v>
                </c:pt>
                <c:pt idx="1173">
                  <c:v>43887</c:v>
                </c:pt>
                <c:pt idx="1174">
                  <c:v>43888</c:v>
                </c:pt>
                <c:pt idx="1175">
                  <c:v>43889</c:v>
                </c:pt>
                <c:pt idx="1176">
                  <c:v>43892</c:v>
                </c:pt>
                <c:pt idx="1177">
                  <c:v>43893</c:v>
                </c:pt>
                <c:pt idx="1178">
                  <c:v>43895</c:v>
                </c:pt>
                <c:pt idx="1179">
                  <c:v>43899</c:v>
                </c:pt>
                <c:pt idx="1180">
                  <c:v>43901</c:v>
                </c:pt>
                <c:pt idx="1181">
                  <c:v>43902</c:v>
                </c:pt>
                <c:pt idx="1182">
                  <c:v>43903</c:v>
                </c:pt>
                <c:pt idx="1183">
                  <c:v>43906</c:v>
                </c:pt>
                <c:pt idx="1184">
                  <c:v>43907</c:v>
                </c:pt>
                <c:pt idx="1185">
                  <c:v>43908</c:v>
                </c:pt>
                <c:pt idx="1186">
                  <c:v>43909</c:v>
                </c:pt>
                <c:pt idx="1187">
                  <c:v>43910</c:v>
                </c:pt>
                <c:pt idx="1188">
                  <c:v>43913</c:v>
                </c:pt>
                <c:pt idx="1189">
                  <c:v>43914</c:v>
                </c:pt>
                <c:pt idx="1190">
                  <c:v>43916</c:v>
                </c:pt>
                <c:pt idx="1191">
                  <c:v>43917</c:v>
                </c:pt>
                <c:pt idx="1192">
                  <c:v>43920</c:v>
                </c:pt>
                <c:pt idx="1193">
                  <c:v>43921</c:v>
                </c:pt>
                <c:pt idx="1194">
                  <c:v>43922</c:v>
                </c:pt>
                <c:pt idx="1195">
                  <c:v>43924</c:v>
                </c:pt>
                <c:pt idx="1196">
                  <c:v>43928</c:v>
                </c:pt>
                <c:pt idx="1197">
                  <c:v>43930</c:v>
                </c:pt>
                <c:pt idx="1198">
                  <c:v>43934</c:v>
                </c:pt>
                <c:pt idx="1199">
                  <c:v>43937</c:v>
                </c:pt>
                <c:pt idx="1200">
                  <c:v>43938</c:v>
                </c:pt>
                <c:pt idx="1201">
                  <c:v>43941</c:v>
                </c:pt>
                <c:pt idx="1202">
                  <c:v>43942</c:v>
                </c:pt>
                <c:pt idx="1203">
                  <c:v>43943</c:v>
                </c:pt>
                <c:pt idx="1204">
                  <c:v>43945</c:v>
                </c:pt>
                <c:pt idx="1205">
                  <c:v>43949</c:v>
                </c:pt>
                <c:pt idx="1206">
                  <c:v>43950</c:v>
                </c:pt>
                <c:pt idx="1207">
                  <c:v>43951</c:v>
                </c:pt>
                <c:pt idx="1208">
                  <c:v>43956</c:v>
                </c:pt>
                <c:pt idx="1209">
                  <c:v>43958</c:v>
                </c:pt>
                <c:pt idx="1210">
                  <c:v>43959</c:v>
                </c:pt>
                <c:pt idx="1211">
                  <c:v>43962</c:v>
                </c:pt>
                <c:pt idx="1212">
                  <c:v>43963</c:v>
                </c:pt>
                <c:pt idx="1213">
                  <c:v>43964</c:v>
                </c:pt>
                <c:pt idx="1214">
                  <c:v>43965</c:v>
                </c:pt>
                <c:pt idx="1215">
                  <c:v>43966</c:v>
                </c:pt>
                <c:pt idx="1216">
                  <c:v>43969</c:v>
                </c:pt>
                <c:pt idx="1217">
                  <c:v>43970</c:v>
                </c:pt>
                <c:pt idx="1218">
                  <c:v>43971</c:v>
                </c:pt>
                <c:pt idx="1219">
                  <c:v>43972</c:v>
                </c:pt>
                <c:pt idx="1220">
                  <c:v>43973</c:v>
                </c:pt>
                <c:pt idx="1221">
                  <c:v>43978</c:v>
                </c:pt>
                <c:pt idx="1222">
                  <c:v>43979</c:v>
                </c:pt>
                <c:pt idx="1223">
                  <c:v>43980</c:v>
                </c:pt>
                <c:pt idx="1224">
                  <c:v>43984</c:v>
                </c:pt>
                <c:pt idx="1225">
                  <c:v>43985</c:v>
                </c:pt>
                <c:pt idx="1226">
                  <c:v>43986</c:v>
                </c:pt>
                <c:pt idx="1227">
                  <c:v>43987</c:v>
                </c:pt>
                <c:pt idx="1228">
                  <c:v>43990</c:v>
                </c:pt>
                <c:pt idx="1229">
                  <c:v>43991</c:v>
                </c:pt>
                <c:pt idx="1230">
                  <c:v>43992</c:v>
                </c:pt>
                <c:pt idx="1231">
                  <c:v>43993</c:v>
                </c:pt>
                <c:pt idx="1232">
                  <c:v>43994</c:v>
                </c:pt>
                <c:pt idx="1233">
                  <c:v>43997</c:v>
                </c:pt>
                <c:pt idx="1234">
                  <c:v>43998</c:v>
                </c:pt>
                <c:pt idx="1235">
                  <c:v>43999</c:v>
                </c:pt>
                <c:pt idx="1236">
                  <c:v>44000</c:v>
                </c:pt>
                <c:pt idx="1237">
                  <c:v>44001</c:v>
                </c:pt>
                <c:pt idx="1238">
                  <c:v>44004</c:v>
                </c:pt>
                <c:pt idx="1239">
                  <c:v>44005</c:v>
                </c:pt>
                <c:pt idx="1240">
                  <c:v>44006</c:v>
                </c:pt>
                <c:pt idx="1241">
                  <c:v>44007</c:v>
                </c:pt>
                <c:pt idx="1242">
                  <c:v>44008</c:v>
                </c:pt>
                <c:pt idx="1243">
                  <c:v>44011</c:v>
                </c:pt>
                <c:pt idx="1244">
                  <c:v>44012</c:v>
                </c:pt>
                <c:pt idx="1245">
                  <c:v>44013</c:v>
                </c:pt>
                <c:pt idx="1246">
                  <c:v>44014</c:v>
                </c:pt>
                <c:pt idx="1247">
                  <c:v>44015</c:v>
                </c:pt>
                <c:pt idx="1248">
                  <c:v>44018</c:v>
                </c:pt>
                <c:pt idx="1249">
                  <c:v>44019</c:v>
                </c:pt>
                <c:pt idx="1250">
                  <c:v>44020</c:v>
                </c:pt>
                <c:pt idx="1251">
                  <c:v>44021</c:v>
                </c:pt>
                <c:pt idx="1252">
                  <c:v>44022</c:v>
                </c:pt>
                <c:pt idx="1253">
                  <c:v>44025</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44081</c:v>
                </c:pt>
                <c:pt idx="1292">
                  <c:v>44082</c:v>
                </c:pt>
                <c:pt idx="1293">
                  <c:v>44083</c:v>
                </c:pt>
                <c:pt idx="1294">
                  <c:v>44084</c:v>
                </c:pt>
                <c:pt idx="1295">
                  <c:v>44085</c:v>
                </c:pt>
                <c:pt idx="1296">
                  <c:v>44088</c:v>
                </c:pt>
                <c:pt idx="1297">
                  <c:v>44089</c:v>
                </c:pt>
                <c:pt idx="1298">
                  <c:v>44090</c:v>
                </c:pt>
                <c:pt idx="1299">
                  <c:v>44091</c:v>
                </c:pt>
                <c:pt idx="1300">
                  <c:v>44092</c:v>
                </c:pt>
                <c:pt idx="1301">
                  <c:v>44095</c:v>
                </c:pt>
                <c:pt idx="1302">
                  <c:v>44096</c:v>
                </c:pt>
                <c:pt idx="1303">
                  <c:v>44097</c:v>
                </c:pt>
                <c:pt idx="1304">
                  <c:v>44098</c:v>
                </c:pt>
                <c:pt idx="1305">
                  <c:v>44099</c:v>
                </c:pt>
                <c:pt idx="1306">
                  <c:v>44102</c:v>
                </c:pt>
                <c:pt idx="1307">
                  <c:v>44103</c:v>
                </c:pt>
                <c:pt idx="1308">
                  <c:v>44104</c:v>
                </c:pt>
                <c:pt idx="1309">
                  <c:v>44105</c:v>
                </c:pt>
                <c:pt idx="1310">
                  <c:v>44109</c:v>
                </c:pt>
                <c:pt idx="1311">
                  <c:v>44110</c:v>
                </c:pt>
                <c:pt idx="1312">
                  <c:v>44111</c:v>
                </c:pt>
                <c:pt idx="1313">
                  <c:v>44112</c:v>
                </c:pt>
                <c:pt idx="1314">
                  <c:v>44113</c:v>
                </c:pt>
                <c:pt idx="1315">
                  <c:v>44116</c:v>
                </c:pt>
                <c:pt idx="1316">
                  <c:v>44117</c:v>
                </c:pt>
                <c:pt idx="1317">
                  <c:v>44118</c:v>
                </c:pt>
                <c:pt idx="1318">
                  <c:v>44119</c:v>
                </c:pt>
                <c:pt idx="1319">
                  <c:v>44120</c:v>
                </c:pt>
                <c:pt idx="1320">
                  <c:v>44123</c:v>
                </c:pt>
                <c:pt idx="1321">
                  <c:v>44124</c:v>
                </c:pt>
                <c:pt idx="1322">
                  <c:v>44126</c:v>
                </c:pt>
                <c:pt idx="1323">
                  <c:v>44127</c:v>
                </c:pt>
                <c:pt idx="1324">
                  <c:v>44130</c:v>
                </c:pt>
                <c:pt idx="1325">
                  <c:v>44131</c:v>
                </c:pt>
                <c:pt idx="1326">
                  <c:v>44132</c:v>
                </c:pt>
                <c:pt idx="1327">
                  <c:v>44133</c:v>
                </c:pt>
                <c:pt idx="1328">
                  <c:v>44134</c:v>
                </c:pt>
                <c:pt idx="1329">
                  <c:v>44137</c:v>
                </c:pt>
                <c:pt idx="1330">
                  <c:v>44138</c:v>
                </c:pt>
                <c:pt idx="1331">
                  <c:v>44139</c:v>
                </c:pt>
                <c:pt idx="1332">
                  <c:v>44140</c:v>
                </c:pt>
                <c:pt idx="1333">
                  <c:v>44141</c:v>
                </c:pt>
                <c:pt idx="1334">
                  <c:v>44144</c:v>
                </c:pt>
                <c:pt idx="1335">
                  <c:v>44145</c:v>
                </c:pt>
                <c:pt idx="1336">
                  <c:v>44146</c:v>
                </c:pt>
                <c:pt idx="1337">
                  <c:v>44147</c:v>
                </c:pt>
                <c:pt idx="1338">
                  <c:v>44148</c:v>
                </c:pt>
                <c:pt idx="1339">
                  <c:v>44149</c:v>
                </c:pt>
                <c:pt idx="1340">
                  <c:v>44153</c:v>
                </c:pt>
                <c:pt idx="1341">
                  <c:v>44154</c:v>
                </c:pt>
                <c:pt idx="1342">
                  <c:v>44155</c:v>
                </c:pt>
                <c:pt idx="1343">
                  <c:v>44158</c:v>
                </c:pt>
                <c:pt idx="1344">
                  <c:v>44159</c:v>
                </c:pt>
                <c:pt idx="1345">
                  <c:v>44160</c:v>
                </c:pt>
                <c:pt idx="1346">
                  <c:v>44161</c:v>
                </c:pt>
                <c:pt idx="1347">
                  <c:v>44162</c:v>
                </c:pt>
                <c:pt idx="1348">
                  <c:v>44166</c:v>
                </c:pt>
                <c:pt idx="1349">
                  <c:v>44167</c:v>
                </c:pt>
                <c:pt idx="1350">
                  <c:v>44169</c:v>
                </c:pt>
                <c:pt idx="1351">
                  <c:v>44172</c:v>
                </c:pt>
                <c:pt idx="1352">
                  <c:v>44173</c:v>
                </c:pt>
                <c:pt idx="1353">
                  <c:v>44174</c:v>
                </c:pt>
                <c:pt idx="1354">
                  <c:v>44175</c:v>
                </c:pt>
                <c:pt idx="1355">
                  <c:v>44176</c:v>
                </c:pt>
                <c:pt idx="1356">
                  <c:v>44179</c:v>
                </c:pt>
                <c:pt idx="1357">
                  <c:v>44181</c:v>
                </c:pt>
                <c:pt idx="1358">
                  <c:v>44182</c:v>
                </c:pt>
                <c:pt idx="1359">
                  <c:v>44183</c:v>
                </c:pt>
                <c:pt idx="1360">
                  <c:v>44186</c:v>
                </c:pt>
                <c:pt idx="1361">
                  <c:v>44187</c:v>
                </c:pt>
                <c:pt idx="1362">
                  <c:v>44188</c:v>
                </c:pt>
                <c:pt idx="1363">
                  <c:v>44189</c:v>
                </c:pt>
                <c:pt idx="1364">
                  <c:v>44193</c:v>
                </c:pt>
                <c:pt idx="1365">
                  <c:v>44194</c:v>
                </c:pt>
                <c:pt idx="1366">
                  <c:v>44195</c:v>
                </c:pt>
                <c:pt idx="1367">
                  <c:v>44196</c:v>
                </c:pt>
                <c:pt idx="1368">
                  <c:v>44197</c:v>
                </c:pt>
                <c:pt idx="1369">
                  <c:v>44200</c:v>
                </c:pt>
                <c:pt idx="1370">
                  <c:v>44201</c:v>
                </c:pt>
                <c:pt idx="1371">
                  <c:v>44202</c:v>
                </c:pt>
                <c:pt idx="1372">
                  <c:v>44203</c:v>
                </c:pt>
                <c:pt idx="1373">
                  <c:v>44204</c:v>
                </c:pt>
                <c:pt idx="1374">
                  <c:v>44207</c:v>
                </c:pt>
                <c:pt idx="1375">
                  <c:v>44208</c:v>
                </c:pt>
                <c:pt idx="1376">
                  <c:v>44209</c:v>
                </c:pt>
                <c:pt idx="1377">
                  <c:v>44210</c:v>
                </c:pt>
                <c:pt idx="1378">
                  <c:v>44211</c:v>
                </c:pt>
                <c:pt idx="1379">
                  <c:v>44214</c:v>
                </c:pt>
                <c:pt idx="1380">
                  <c:v>44215</c:v>
                </c:pt>
                <c:pt idx="1381">
                  <c:v>44216</c:v>
                </c:pt>
                <c:pt idx="1382">
                  <c:v>44217</c:v>
                </c:pt>
                <c:pt idx="1383">
                  <c:v>44218</c:v>
                </c:pt>
                <c:pt idx="1384">
                  <c:v>44221</c:v>
                </c:pt>
                <c:pt idx="1385">
                  <c:v>44223</c:v>
                </c:pt>
                <c:pt idx="1386">
                  <c:v>44224</c:v>
                </c:pt>
                <c:pt idx="1387">
                  <c:v>44225</c:v>
                </c:pt>
                <c:pt idx="1388">
                  <c:v>44228</c:v>
                </c:pt>
                <c:pt idx="1389">
                  <c:v>44230</c:v>
                </c:pt>
                <c:pt idx="1390">
                  <c:v>44231</c:v>
                </c:pt>
                <c:pt idx="1391">
                  <c:v>44232</c:v>
                </c:pt>
                <c:pt idx="1392">
                  <c:v>44235</c:v>
                </c:pt>
                <c:pt idx="1393">
                  <c:v>44236</c:v>
                </c:pt>
                <c:pt idx="1394">
                  <c:v>44237</c:v>
                </c:pt>
                <c:pt idx="1395">
                  <c:v>44238</c:v>
                </c:pt>
                <c:pt idx="1396">
                  <c:v>44239</c:v>
                </c:pt>
                <c:pt idx="1397">
                  <c:v>44242</c:v>
                </c:pt>
                <c:pt idx="1398">
                  <c:v>44243</c:v>
                </c:pt>
                <c:pt idx="1399">
                  <c:v>44244</c:v>
                </c:pt>
                <c:pt idx="1400">
                  <c:v>44245</c:v>
                </c:pt>
                <c:pt idx="1401">
                  <c:v>44246</c:v>
                </c:pt>
                <c:pt idx="1402">
                  <c:v>44249</c:v>
                </c:pt>
                <c:pt idx="1403">
                  <c:v>44250</c:v>
                </c:pt>
                <c:pt idx="1404">
                  <c:v>44251</c:v>
                </c:pt>
                <c:pt idx="1405">
                  <c:v>44253</c:v>
                </c:pt>
                <c:pt idx="1406">
                  <c:v>44256</c:v>
                </c:pt>
                <c:pt idx="1407">
                  <c:v>44257</c:v>
                </c:pt>
                <c:pt idx="1408">
                  <c:v>44258</c:v>
                </c:pt>
                <c:pt idx="1409">
                  <c:v>44259</c:v>
                </c:pt>
                <c:pt idx="1410">
                  <c:v>44260</c:v>
                </c:pt>
                <c:pt idx="1411">
                  <c:v>44263</c:v>
                </c:pt>
                <c:pt idx="1412">
                  <c:v>44264</c:v>
                </c:pt>
                <c:pt idx="1413">
                  <c:v>44265</c:v>
                </c:pt>
                <c:pt idx="1414">
                  <c:v>44267</c:v>
                </c:pt>
                <c:pt idx="1415">
                  <c:v>44270</c:v>
                </c:pt>
                <c:pt idx="1416">
                  <c:v>44271</c:v>
                </c:pt>
                <c:pt idx="1417">
                  <c:v>44272</c:v>
                </c:pt>
                <c:pt idx="1418">
                  <c:v>44274</c:v>
                </c:pt>
                <c:pt idx="1419">
                  <c:v>44277</c:v>
                </c:pt>
                <c:pt idx="1420">
                  <c:v>44278</c:v>
                </c:pt>
                <c:pt idx="1421">
                  <c:v>44279</c:v>
                </c:pt>
                <c:pt idx="1422">
                  <c:v>44280</c:v>
                </c:pt>
                <c:pt idx="1423">
                  <c:v>44281</c:v>
                </c:pt>
                <c:pt idx="1424">
                  <c:v>44285</c:v>
                </c:pt>
                <c:pt idx="1425">
                  <c:v>44286</c:v>
                </c:pt>
                <c:pt idx="1426">
                  <c:v>44287</c:v>
                </c:pt>
                <c:pt idx="1427">
                  <c:v>44291</c:v>
                </c:pt>
                <c:pt idx="1428">
                  <c:v>44292</c:v>
                </c:pt>
                <c:pt idx="1429">
                  <c:v>44294</c:v>
                </c:pt>
                <c:pt idx="1430">
                  <c:v>44295</c:v>
                </c:pt>
                <c:pt idx="1431">
                  <c:v>44298</c:v>
                </c:pt>
                <c:pt idx="1432">
                  <c:v>44301</c:v>
                </c:pt>
                <c:pt idx="1433">
                  <c:v>44302</c:v>
                </c:pt>
                <c:pt idx="1434">
                  <c:v>44305</c:v>
                </c:pt>
                <c:pt idx="1435">
                  <c:v>44306</c:v>
                </c:pt>
                <c:pt idx="1436">
                  <c:v>44308</c:v>
                </c:pt>
                <c:pt idx="1437">
                  <c:v>44309</c:v>
                </c:pt>
                <c:pt idx="1438">
                  <c:v>44314</c:v>
                </c:pt>
                <c:pt idx="1439">
                  <c:v>44315</c:v>
                </c:pt>
                <c:pt idx="1440">
                  <c:v>44316</c:v>
                </c:pt>
                <c:pt idx="1441">
                  <c:v>44319</c:v>
                </c:pt>
                <c:pt idx="1442">
                  <c:v>44321</c:v>
                </c:pt>
                <c:pt idx="1443">
                  <c:v>44322</c:v>
                </c:pt>
                <c:pt idx="1444">
                  <c:v>44323</c:v>
                </c:pt>
                <c:pt idx="1445">
                  <c:v>44326</c:v>
                </c:pt>
                <c:pt idx="1446">
                  <c:v>44327</c:v>
                </c:pt>
                <c:pt idx="1447">
                  <c:v>44328</c:v>
                </c:pt>
                <c:pt idx="1448">
                  <c:v>44330</c:v>
                </c:pt>
                <c:pt idx="1449">
                  <c:v>44333</c:v>
                </c:pt>
                <c:pt idx="1450">
                  <c:v>44334</c:v>
                </c:pt>
                <c:pt idx="1451">
                  <c:v>44335</c:v>
                </c:pt>
                <c:pt idx="1452">
                  <c:v>44336</c:v>
                </c:pt>
                <c:pt idx="1453">
                  <c:v>44337</c:v>
                </c:pt>
                <c:pt idx="1454">
                  <c:v>44340</c:v>
                </c:pt>
                <c:pt idx="1455">
                  <c:v>44341</c:v>
                </c:pt>
                <c:pt idx="1456">
                  <c:v>44342</c:v>
                </c:pt>
                <c:pt idx="1457">
                  <c:v>44344</c:v>
                </c:pt>
                <c:pt idx="1458">
                  <c:v>44347</c:v>
                </c:pt>
                <c:pt idx="1459">
                  <c:v>44348</c:v>
                </c:pt>
                <c:pt idx="1460">
                  <c:v>44349</c:v>
                </c:pt>
                <c:pt idx="1461">
                  <c:v>44350</c:v>
                </c:pt>
                <c:pt idx="1462">
                  <c:v>44351</c:v>
                </c:pt>
                <c:pt idx="1463">
                  <c:v>44354</c:v>
                </c:pt>
                <c:pt idx="1464">
                  <c:v>44355</c:v>
                </c:pt>
                <c:pt idx="1465">
                  <c:v>44357</c:v>
                </c:pt>
                <c:pt idx="1466">
                  <c:v>44358</c:v>
                </c:pt>
                <c:pt idx="1467">
                  <c:v>44361</c:v>
                </c:pt>
                <c:pt idx="1468">
                  <c:v>44362</c:v>
                </c:pt>
                <c:pt idx="1469">
                  <c:v>44363</c:v>
                </c:pt>
                <c:pt idx="1470">
                  <c:v>44364</c:v>
                </c:pt>
                <c:pt idx="1471">
                  <c:v>44365</c:v>
                </c:pt>
                <c:pt idx="1472">
                  <c:v>44368</c:v>
                </c:pt>
                <c:pt idx="1473">
                  <c:v>44369</c:v>
                </c:pt>
                <c:pt idx="1474">
                  <c:v>44370</c:v>
                </c:pt>
                <c:pt idx="1475">
                  <c:v>44371</c:v>
                </c:pt>
                <c:pt idx="1476">
                  <c:v>44372</c:v>
                </c:pt>
                <c:pt idx="1477">
                  <c:v>44375</c:v>
                </c:pt>
                <c:pt idx="1478">
                  <c:v>44376</c:v>
                </c:pt>
                <c:pt idx="1479">
                  <c:v>44377</c:v>
                </c:pt>
                <c:pt idx="1480">
                  <c:v>44378</c:v>
                </c:pt>
                <c:pt idx="1481">
                  <c:v>44379</c:v>
                </c:pt>
                <c:pt idx="1482">
                  <c:v>44382</c:v>
                </c:pt>
                <c:pt idx="1483">
                  <c:v>44383</c:v>
                </c:pt>
                <c:pt idx="1484">
                  <c:v>44384</c:v>
                </c:pt>
                <c:pt idx="1485">
                  <c:v>44385</c:v>
                </c:pt>
                <c:pt idx="1486">
                  <c:v>44386</c:v>
                </c:pt>
                <c:pt idx="1487">
                  <c:v>44389</c:v>
                </c:pt>
                <c:pt idx="1488">
                  <c:v>44390</c:v>
                </c:pt>
                <c:pt idx="1489">
                  <c:v>44391</c:v>
                </c:pt>
                <c:pt idx="1490">
                  <c:v>44392</c:v>
                </c:pt>
                <c:pt idx="1491">
                  <c:v>44393</c:v>
                </c:pt>
                <c:pt idx="1492">
                  <c:v>44396</c:v>
                </c:pt>
                <c:pt idx="1493">
                  <c:v>44397</c:v>
                </c:pt>
                <c:pt idx="1494">
                  <c:v>44399</c:v>
                </c:pt>
                <c:pt idx="1495">
                  <c:v>44400</c:v>
                </c:pt>
                <c:pt idx="1496">
                  <c:v>44403</c:v>
                </c:pt>
                <c:pt idx="1497">
                  <c:v>44404</c:v>
                </c:pt>
                <c:pt idx="1498">
                  <c:v>44405</c:v>
                </c:pt>
                <c:pt idx="1499">
                  <c:v>44406</c:v>
                </c:pt>
                <c:pt idx="1500">
                  <c:v>44410</c:v>
                </c:pt>
                <c:pt idx="1501">
                  <c:v>44411</c:v>
                </c:pt>
                <c:pt idx="1502">
                  <c:v>44412</c:v>
                </c:pt>
                <c:pt idx="1503">
                  <c:v>44413</c:v>
                </c:pt>
                <c:pt idx="1504">
                  <c:v>44414</c:v>
                </c:pt>
                <c:pt idx="1505">
                  <c:v>44417</c:v>
                </c:pt>
                <c:pt idx="1506">
                  <c:v>44418</c:v>
                </c:pt>
                <c:pt idx="1507">
                  <c:v>44419</c:v>
                </c:pt>
                <c:pt idx="1508">
                  <c:v>44420</c:v>
                </c:pt>
                <c:pt idx="1509">
                  <c:v>44421</c:v>
                </c:pt>
                <c:pt idx="1510">
                  <c:v>44424</c:v>
                </c:pt>
                <c:pt idx="1511">
                  <c:v>44425</c:v>
                </c:pt>
                <c:pt idx="1512">
                  <c:v>44426</c:v>
                </c:pt>
                <c:pt idx="1513">
                  <c:v>44428</c:v>
                </c:pt>
                <c:pt idx="1514">
                  <c:v>44431</c:v>
                </c:pt>
                <c:pt idx="1515">
                  <c:v>44432</c:v>
                </c:pt>
                <c:pt idx="1516">
                  <c:v>44433</c:v>
                </c:pt>
                <c:pt idx="1517">
                  <c:v>44438</c:v>
                </c:pt>
                <c:pt idx="1518">
                  <c:v>44440</c:v>
                </c:pt>
                <c:pt idx="1519">
                  <c:v>44441</c:v>
                </c:pt>
                <c:pt idx="1520">
                  <c:v>44442</c:v>
                </c:pt>
                <c:pt idx="1521">
                  <c:v>44445</c:v>
                </c:pt>
                <c:pt idx="1522">
                  <c:v>44446</c:v>
                </c:pt>
                <c:pt idx="1523">
                  <c:v>44447</c:v>
                </c:pt>
                <c:pt idx="1524">
                  <c:v>44448</c:v>
                </c:pt>
                <c:pt idx="1525">
                  <c:v>44452</c:v>
                </c:pt>
                <c:pt idx="1526">
                  <c:v>44453</c:v>
                </c:pt>
                <c:pt idx="1527">
                  <c:v>44454</c:v>
                </c:pt>
                <c:pt idx="1528">
                  <c:v>44455</c:v>
                </c:pt>
                <c:pt idx="1529">
                  <c:v>44456</c:v>
                </c:pt>
                <c:pt idx="1530">
                  <c:v>44461</c:v>
                </c:pt>
                <c:pt idx="1531">
                  <c:v>44462</c:v>
                </c:pt>
                <c:pt idx="1532">
                  <c:v>44463</c:v>
                </c:pt>
                <c:pt idx="1533">
                  <c:v>44466</c:v>
                </c:pt>
                <c:pt idx="1534">
                  <c:v>44467</c:v>
                </c:pt>
                <c:pt idx="1535">
                  <c:v>44468</c:v>
                </c:pt>
                <c:pt idx="1536">
                  <c:v>44469</c:v>
                </c:pt>
                <c:pt idx="1537">
                  <c:v>44470</c:v>
                </c:pt>
                <c:pt idx="1538">
                  <c:v>44473</c:v>
                </c:pt>
                <c:pt idx="1539">
                  <c:v>44474</c:v>
                </c:pt>
                <c:pt idx="1540">
                  <c:v>44475</c:v>
                </c:pt>
                <c:pt idx="1541">
                  <c:v>44476</c:v>
                </c:pt>
                <c:pt idx="1542">
                  <c:v>44477</c:v>
                </c:pt>
                <c:pt idx="1543">
                  <c:v>44480</c:v>
                </c:pt>
                <c:pt idx="1544">
                  <c:v>44481</c:v>
                </c:pt>
                <c:pt idx="1545">
                  <c:v>44482</c:v>
                </c:pt>
                <c:pt idx="1546">
                  <c:v>44483</c:v>
                </c:pt>
                <c:pt idx="1547">
                  <c:v>44487</c:v>
                </c:pt>
                <c:pt idx="1548">
                  <c:v>44488</c:v>
                </c:pt>
                <c:pt idx="1549">
                  <c:v>44489</c:v>
                </c:pt>
                <c:pt idx="1550">
                  <c:v>44490</c:v>
                </c:pt>
                <c:pt idx="1551">
                  <c:v>44491</c:v>
                </c:pt>
                <c:pt idx="1552">
                  <c:v>44495</c:v>
                </c:pt>
                <c:pt idx="1553">
                  <c:v>44497</c:v>
                </c:pt>
                <c:pt idx="1554">
                  <c:v>44498</c:v>
                </c:pt>
                <c:pt idx="1555">
                  <c:v>44501</c:v>
                </c:pt>
                <c:pt idx="1556">
                  <c:v>44502</c:v>
                </c:pt>
                <c:pt idx="1557">
                  <c:v>44503</c:v>
                </c:pt>
                <c:pt idx="1558">
                  <c:v>44504</c:v>
                </c:pt>
                <c:pt idx="1559">
                  <c:v>44508</c:v>
                </c:pt>
                <c:pt idx="1560">
                  <c:v>44509</c:v>
                </c:pt>
                <c:pt idx="1561">
                  <c:v>44510</c:v>
                </c:pt>
                <c:pt idx="1562">
                  <c:v>44511</c:v>
                </c:pt>
                <c:pt idx="1563">
                  <c:v>44512</c:v>
                </c:pt>
                <c:pt idx="1564">
                  <c:v>44517</c:v>
                </c:pt>
                <c:pt idx="1565">
                  <c:v>44518</c:v>
                </c:pt>
                <c:pt idx="1566">
                  <c:v>44522</c:v>
                </c:pt>
                <c:pt idx="1567">
                  <c:v>44523</c:v>
                </c:pt>
                <c:pt idx="1568">
                  <c:v>44524</c:v>
                </c:pt>
                <c:pt idx="1569">
                  <c:v>44525</c:v>
                </c:pt>
                <c:pt idx="1570">
                  <c:v>44526</c:v>
                </c:pt>
                <c:pt idx="1571">
                  <c:v>44529</c:v>
                </c:pt>
                <c:pt idx="1572">
                  <c:v>44530</c:v>
                </c:pt>
                <c:pt idx="1573">
                  <c:v>44532</c:v>
                </c:pt>
                <c:pt idx="1574">
                  <c:v>44533</c:v>
                </c:pt>
                <c:pt idx="1575">
                  <c:v>44536</c:v>
                </c:pt>
                <c:pt idx="1576">
                  <c:v>44537</c:v>
                </c:pt>
                <c:pt idx="1577">
                  <c:v>44538</c:v>
                </c:pt>
                <c:pt idx="1578">
                  <c:v>44539</c:v>
                </c:pt>
                <c:pt idx="1579">
                  <c:v>44540</c:v>
                </c:pt>
                <c:pt idx="1580">
                  <c:v>44543</c:v>
                </c:pt>
                <c:pt idx="1581">
                  <c:v>44544</c:v>
                </c:pt>
                <c:pt idx="1582">
                  <c:v>44545</c:v>
                </c:pt>
                <c:pt idx="1583">
                  <c:v>44546</c:v>
                </c:pt>
                <c:pt idx="1584">
                  <c:v>44547</c:v>
                </c:pt>
                <c:pt idx="1585">
                  <c:v>44550</c:v>
                </c:pt>
                <c:pt idx="1586">
                  <c:v>44552</c:v>
                </c:pt>
                <c:pt idx="1587">
                  <c:v>44554</c:v>
                </c:pt>
                <c:pt idx="1588">
                  <c:v>44557</c:v>
                </c:pt>
                <c:pt idx="1589">
                  <c:v>44558</c:v>
                </c:pt>
                <c:pt idx="1590">
                  <c:v>44559</c:v>
                </c:pt>
                <c:pt idx="1591">
                  <c:v>44560</c:v>
                </c:pt>
                <c:pt idx="1592">
                  <c:v>44561</c:v>
                </c:pt>
                <c:pt idx="1593">
                  <c:v>44564</c:v>
                </c:pt>
                <c:pt idx="1594">
                  <c:v>44565</c:v>
                </c:pt>
                <c:pt idx="1595">
                  <c:v>44566</c:v>
                </c:pt>
                <c:pt idx="1596">
                  <c:v>44567</c:v>
                </c:pt>
                <c:pt idx="1597">
                  <c:v>44568</c:v>
                </c:pt>
                <c:pt idx="1598">
                  <c:v>44571</c:v>
                </c:pt>
                <c:pt idx="1599">
                  <c:v>44572</c:v>
                </c:pt>
                <c:pt idx="1600">
                  <c:v>44573</c:v>
                </c:pt>
                <c:pt idx="1601">
                  <c:v>44574</c:v>
                </c:pt>
                <c:pt idx="1602">
                  <c:v>44575</c:v>
                </c:pt>
                <c:pt idx="1603">
                  <c:v>44578</c:v>
                </c:pt>
                <c:pt idx="1604">
                  <c:v>44579</c:v>
                </c:pt>
                <c:pt idx="1605">
                  <c:v>44580</c:v>
                </c:pt>
                <c:pt idx="1606">
                  <c:v>44581</c:v>
                </c:pt>
                <c:pt idx="1607">
                  <c:v>44582</c:v>
                </c:pt>
                <c:pt idx="1608">
                  <c:v>44585</c:v>
                </c:pt>
                <c:pt idx="1609">
                  <c:v>44588</c:v>
                </c:pt>
                <c:pt idx="1610">
                  <c:v>44589</c:v>
                </c:pt>
                <c:pt idx="1611">
                  <c:v>44592</c:v>
                </c:pt>
                <c:pt idx="1612">
                  <c:v>44593</c:v>
                </c:pt>
                <c:pt idx="1613">
                  <c:v>44594</c:v>
                </c:pt>
                <c:pt idx="1614">
                  <c:v>44595</c:v>
                </c:pt>
                <c:pt idx="1615">
                  <c:v>44596</c:v>
                </c:pt>
                <c:pt idx="1616">
                  <c:v>44600</c:v>
                </c:pt>
                <c:pt idx="1617">
                  <c:v>44601</c:v>
                </c:pt>
                <c:pt idx="1618">
                  <c:v>44602</c:v>
                </c:pt>
                <c:pt idx="1619">
                  <c:v>44603</c:v>
                </c:pt>
                <c:pt idx="1620">
                  <c:v>44606</c:v>
                </c:pt>
                <c:pt idx="1621">
                  <c:v>44607</c:v>
                </c:pt>
                <c:pt idx="1622">
                  <c:v>44608</c:v>
                </c:pt>
                <c:pt idx="1623">
                  <c:v>44609</c:v>
                </c:pt>
                <c:pt idx="1624">
                  <c:v>44610</c:v>
                </c:pt>
                <c:pt idx="1625">
                  <c:v>44613</c:v>
                </c:pt>
                <c:pt idx="1626">
                  <c:v>44614</c:v>
                </c:pt>
                <c:pt idx="1627">
                  <c:v>44615</c:v>
                </c:pt>
                <c:pt idx="1628">
                  <c:v>44616</c:v>
                </c:pt>
                <c:pt idx="1629">
                  <c:v>44617</c:v>
                </c:pt>
                <c:pt idx="1630">
                  <c:v>44622</c:v>
                </c:pt>
                <c:pt idx="1631">
                  <c:v>44623</c:v>
                </c:pt>
                <c:pt idx="1632">
                  <c:v>44624</c:v>
                </c:pt>
                <c:pt idx="1633">
                  <c:v>44627</c:v>
                </c:pt>
                <c:pt idx="1634">
                  <c:v>44628</c:v>
                </c:pt>
                <c:pt idx="1635">
                  <c:v>44629</c:v>
                </c:pt>
                <c:pt idx="1636">
                  <c:v>44630</c:v>
                </c:pt>
                <c:pt idx="1637">
                  <c:v>44631</c:v>
                </c:pt>
                <c:pt idx="1638">
                  <c:v>44634</c:v>
                </c:pt>
                <c:pt idx="1639">
                  <c:v>44635</c:v>
                </c:pt>
                <c:pt idx="1640">
                  <c:v>44636</c:v>
                </c:pt>
                <c:pt idx="1641">
                  <c:v>44637</c:v>
                </c:pt>
                <c:pt idx="1642">
                  <c:v>44642</c:v>
                </c:pt>
                <c:pt idx="1643">
                  <c:v>44643</c:v>
                </c:pt>
                <c:pt idx="1644">
                  <c:v>44644</c:v>
                </c:pt>
                <c:pt idx="1645">
                  <c:v>44645</c:v>
                </c:pt>
                <c:pt idx="1646">
                  <c:v>44648</c:v>
                </c:pt>
                <c:pt idx="1647">
                  <c:v>44649</c:v>
                </c:pt>
                <c:pt idx="1648">
                  <c:v>44650</c:v>
                </c:pt>
                <c:pt idx="1649">
                  <c:v>44651</c:v>
                </c:pt>
                <c:pt idx="1650">
                  <c:v>44652</c:v>
                </c:pt>
                <c:pt idx="1651">
                  <c:v>44655</c:v>
                </c:pt>
                <c:pt idx="1652">
                  <c:v>44657</c:v>
                </c:pt>
                <c:pt idx="1653">
                  <c:v>44658</c:v>
                </c:pt>
                <c:pt idx="1654">
                  <c:v>44659</c:v>
                </c:pt>
                <c:pt idx="1655">
                  <c:v>44662</c:v>
                </c:pt>
                <c:pt idx="1656">
                  <c:v>44663</c:v>
                </c:pt>
                <c:pt idx="1657">
                  <c:v>44664</c:v>
                </c:pt>
                <c:pt idx="1658">
                  <c:v>44669</c:v>
                </c:pt>
                <c:pt idx="1659">
                  <c:v>44672</c:v>
                </c:pt>
                <c:pt idx="1660">
                  <c:v>44673</c:v>
                </c:pt>
                <c:pt idx="1661">
                  <c:v>44676</c:v>
                </c:pt>
                <c:pt idx="1662">
                  <c:v>44677</c:v>
                </c:pt>
                <c:pt idx="1663">
                  <c:v>44678</c:v>
                </c:pt>
                <c:pt idx="1664">
                  <c:v>44679</c:v>
                </c:pt>
                <c:pt idx="1665">
                  <c:v>44680</c:v>
                </c:pt>
                <c:pt idx="1666">
                  <c:v>44683</c:v>
                </c:pt>
                <c:pt idx="1667">
                  <c:v>44685</c:v>
                </c:pt>
                <c:pt idx="1668">
                  <c:v>44686</c:v>
                </c:pt>
                <c:pt idx="1669">
                  <c:v>44687</c:v>
                </c:pt>
                <c:pt idx="1670">
                  <c:v>44691</c:v>
                </c:pt>
                <c:pt idx="1671">
                  <c:v>44692</c:v>
                </c:pt>
                <c:pt idx="1672">
                  <c:v>44693</c:v>
                </c:pt>
                <c:pt idx="1673">
                  <c:v>44694</c:v>
                </c:pt>
                <c:pt idx="1674">
                  <c:v>44697</c:v>
                </c:pt>
                <c:pt idx="1675">
                  <c:v>44698</c:v>
                </c:pt>
                <c:pt idx="1676">
                  <c:v>44699</c:v>
                </c:pt>
                <c:pt idx="1677">
                  <c:v>44700</c:v>
                </c:pt>
                <c:pt idx="1678">
                  <c:v>44704</c:v>
                </c:pt>
                <c:pt idx="1679">
                  <c:v>44705</c:v>
                </c:pt>
                <c:pt idx="1680">
                  <c:v>44706</c:v>
                </c:pt>
                <c:pt idx="1681">
                  <c:v>44707</c:v>
                </c:pt>
                <c:pt idx="1682">
                  <c:v>44708</c:v>
                </c:pt>
                <c:pt idx="1683">
                  <c:v>44711</c:v>
                </c:pt>
                <c:pt idx="1684">
                  <c:v>44712</c:v>
                </c:pt>
                <c:pt idx="1685">
                  <c:v>44713</c:v>
                </c:pt>
                <c:pt idx="1686">
                  <c:v>44714</c:v>
                </c:pt>
                <c:pt idx="1687">
                  <c:v>44715</c:v>
                </c:pt>
                <c:pt idx="1688">
                  <c:v>44718</c:v>
                </c:pt>
                <c:pt idx="1689">
                  <c:v>44719</c:v>
                </c:pt>
                <c:pt idx="1690">
                  <c:v>44720</c:v>
                </c:pt>
                <c:pt idx="1691">
                  <c:v>44721</c:v>
                </c:pt>
                <c:pt idx="1692">
                  <c:v>44722</c:v>
                </c:pt>
                <c:pt idx="1693">
                  <c:v>44725</c:v>
                </c:pt>
                <c:pt idx="1694">
                  <c:v>44726</c:v>
                </c:pt>
                <c:pt idx="1695">
                  <c:v>44727</c:v>
                </c:pt>
                <c:pt idx="1696">
                  <c:v>44728</c:v>
                </c:pt>
                <c:pt idx="1697">
                  <c:v>44729</c:v>
                </c:pt>
                <c:pt idx="1698">
                  <c:v>44732</c:v>
                </c:pt>
                <c:pt idx="1699">
                  <c:v>44733</c:v>
                </c:pt>
                <c:pt idx="1700">
                  <c:v>44734</c:v>
                </c:pt>
                <c:pt idx="1701">
                  <c:v>44735</c:v>
                </c:pt>
                <c:pt idx="1702">
                  <c:v>44736</c:v>
                </c:pt>
                <c:pt idx="1703">
                  <c:v>44739</c:v>
                </c:pt>
                <c:pt idx="1704">
                  <c:v>44740</c:v>
                </c:pt>
                <c:pt idx="1705">
                  <c:v>44741</c:v>
                </c:pt>
                <c:pt idx="1706">
                  <c:v>44742</c:v>
                </c:pt>
                <c:pt idx="1707">
                  <c:v>44743</c:v>
                </c:pt>
                <c:pt idx="1708">
                  <c:v>44746</c:v>
                </c:pt>
                <c:pt idx="1709">
                  <c:v>44747</c:v>
                </c:pt>
                <c:pt idx="1710">
                  <c:v>44748</c:v>
                </c:pt>
                <c:pt idx="1711">
                  <c:v>44749</c:v>
                </c:pt>
                <c:pt idx="1712">
                  <c:v>44750</c:v>
                </c:pt>
                <c:pt idx="1713">
                  <c:v>44753</c:v>
                </c:pt>
                <c:pt idx="1714">
                  <c:v>44754</c:v>
                </c:pt>
                <c:pt idx="1715">
                  <c:v>44755</c:v>
                </c:pt>
                <c:pt idx="1716">
                  <c:v>44756</c:v>
                </c:pt>
                <c:pt idx="1717">
                  <c:v>44757</c:v>
                </c:pt>
                <c:pt idx="1718">
                  <c:v>44761</c:v>
                </c:pt>
                <c:pt idx="1719">
                  <c:v>44762</c:v>
                </c:pt>
                <c:pt idx="1720">
                  <c:v>44763</c:v>
                </c:pt>
                <c:pt idx="1721">
                  <c:v>44764</c:v>
                </c:pt>
                <c:pt idx="1722">
                  <c:v>44767</c:v>
                </c:pt>
                <c:pt idx="1723">
                  <c:v>44768</c:v>
                </c:pt>
                <c:pt idx="1724">
                  <c:v>44769</c:v>
                </c:pt>
                <c:pt idx="1725">
                  <c:v>44770</c:v>
                </c:pt>
                <c:pt idx="1726">
                  <c:v>44771</c:v>
                </c:pt>
                <c:pt idx="1727">
                  <c:v>44774</c:v>
                </c:pt>
                <c:pt idx="1728">
                  <c:v>44775</c:v>
                </c:pt>
                <c:pt idx="1729">
                  <c:v>44776</c:v>
                </c:pt>
                <c:pt idx="1730">
                  <c:v>44777</c:v>
                </c:pt>
                <c:pt idx="1731">
                  <c:v>44778</c:v>
                </c:pt>
                <c:pt idx="1732">
                  <c:v>44781</c:v>
                </c:pt>
                <c:pt idx="1733">
                  <c:v>44783</c:v>
                </c:pt>
                <c:pt idx="1734">
                  <c:v>44785</c:v>
                </c:pt>
                <c:pt idx="1735">
                  <c:v>44789</c:v>
                </c:pt>
                <c:pt idx="1736">
                  <c:v>44790</c:v>
                </c:pt>
                <c:pt idx="1737">
                  <c:v>44795</c:v>
                </c:pt>
                <c:pt idx="1738">
                  <c:v>44796</c:v>
                </c:pt>
                <c:pt idx="1739">
                  <c:v>44797</c:v>
                </c:pt>
                <c:pt idx="1740">
                  <c:v>44798</c:v>
                </c:pt>
                <c:pt idx="1741">
                  <c:v>44799</c:v>
                </c:pt>
                <c:pt idx="1742">
                  <c:v>44802</c:v>
                </c:pt>
                <c:pt idx="1743">
                  <c:v>44803</c:v>
                </c:pt>
                <c:pt idx="1744">
                  <c:v>44805</c:v>
                </c:pt>
                <c:pt idx="1745">
                  <c:v>44806</c:v>
                </c:pt>
                <c:pt idx="1746">
                  <c:v>44809</c:v>
                </c:pt>
                <c:pt idx="1747">
                  <c:v>44811</c:v>
                </c:pt>
                <c:pt idx="1748">
                  <c:v>44812</c:v>
                </c:pt>
                <c:pt idx="1749">
                  <c:v>44813</c:v>
                </c:pt>
                <c:pt idx="1750">
                  <c:v>44816</c:v>
                </c:pt>
                <c:pt idx="1751">
                  <c:v>44817</c:v>
                </c:pt>
                <c:pt idx="1752">
                  <c:v>44818</c:v>
                </c:pt>
                <c:pt idx="1753">
                  <c:v>44819</c:v>
                </c:pt>
                <c:pt idx="1754">
                  <c:v>44820</c:v>
                </c:pt>
                <c:pt idx="1755">
                  <c:v>44823</c:v>
                </c:pt>
                <c:pt idx="1756">
                  <c:v>44824</c:v>
                </c:pt>
                <c:pt idx="1757">
                  <c:v>44825</c:v>
                </c:pt>
                <c:pt idx="1758">
                  <c:v>44826</c:v>
                </c:pt>
                <c:pt idx="1759">
                  <c:v>44827</c:v>
                </c:pt>
                <c:pt idx="1760">
                  <c:v>44830</c:v>
                </c:pt>
                <c:pt idx="1761">
                  <c:v>44831</c:v>
                </c:pt>
                <c:pt idx="1762">
                  <c:v>44832</c:v>
                </c:pt>
                <c:pt idx="1763">
                  <c:v>44833</c:v>
                </c:pt>
                <c:pt idx="1764">
                  <c:v>44834</c:v>
                </c:pt>
                <c:pt idx="1765">
                  <c:v>44837</c:v>
                </c:pt>
                <c:pt idx="1766">
                  <c:v>44838</c:v>
                </c:pt>
                <c:pt idx="1767">
                  <c:v>44840</c:v>
                </c:pt>
                <c:pt idx="1768">
                  <c:v>44841</c:v>
                </c:pt>
                <c:pt idx="1769">
                  <c:v>44844</c:v>
                </c:pt>
                <c:pt idx="1770">
                  <c:v>44846</c:v>
                </c:pt>
                <c:pt idx="1771">
                  <c:v>44847</c:v>
                </c:pt>
                <c:pt idx="1772">
                  <c:v>44848</c:v>
                </c:pt>
                <c:pt idx="1773">
                  <c:v>44851</c:v>
                </c:pt>
                <c:pt idx="1774">
                  <c:v>44852</c:v>
                </c:pt>
                <c:pt idx="1775">
                  <c:v>44853</c:v>
                </c:pt>
                <c:pt idx="1776">
                  <c:v>44854</c:v>
                </c:pt>
                <c:pt idx="1777">
                  <c:v>44855</c:v>
                </c:pt>
                <c:pt idx="1778">
                  <c:v>44858</c:v>
                </c:pt>
                <c:pt idx="1779">
                  <c:v>44859</c:v>
                </c:pt>
                <c:pt idx="1780">
                  <c:v>44861</c:v>
                </c:pt>
                <c:pt idx="1781">
                  <c:v>44865</c:v>
                </c:pt>
                <c:pt idx="1782">
                  <c:v>44867</c:v>
                </c:pt>
                <c:pt idx="1783">
                  <c:v>44868</c:v>
                </c:pt>
                <c:pt idx="1784">
                  <c:v>44869</c:v>
                </c:pt>
                <c:pt idx="1785">
                  <c:v>44872</c:v>
                </c:pt>
                <c:pt idx="1786">
                  <c:v>44874</c:v>
                </c:pt>
                <c:pt idx="1787">
                  <c:v>44875</c:v>
                </c:pt>
                <c:pt idx="1788">
                  <c:v>44876</c:v>
                </c:pt>
                <c:pt idx="1789">
                  <c:v>44879</c:v>
                </c:pt>
                <c:pt idx="1790">
                  <c:v>44881</c:v>
                </c:pt>
                <c:pt idx="1791">
                  <c:v>44882</c:v>
                </c:pt>
                <c:pt idx="1792">
                  <c:v>44883</c:v>
                </c:pt>
                <c:pt idx="1793">
                  <c:v>44886</c:v>
                </c:pt>
                <c:pt idx="1794">
                  <c:v>44887</c:v>
                </c:pt>
                <c:pt idx="1795">
                  <c:v>44888</c:v>
                </c:pt>
                <c:pt idx="1796">
                  <c:v>44889</c:v>
                </c:pt>
                <c:pt idx="1797">
                  <c:v>44890</c:v>
                </c:pt>
                <c:pt idx="1798">
                  <c:v>44893</c:v>
                </c:pt>
                <c:pt idx="1799">
                  <c:v>44894</c:v>
                </c:pt>
                <c:pt idx="1800">
                  <c:v>44895</c:v>
                </c:pt>
                <c:pt idx="1801">
                  <c:v>44896</c:v>
                </c:pt>
                <c:pt idx="1802">
                  <c:v>44897</c:v>
                </c:pt>
                <c:pt idx="1803">
                  <c:v>44900</c:v>
                </c:pt>
                <c:pt idx="1804">
                  <c:v>44901</c:v>
                </c:pt>
                <c:pt idx="1805">
                  <c:v>44902</c:v>
                </c:pt>
                <c:pt idx="1806">
                  <c:v>44903</c:v>
                </c:pt>
                <c:pt idx="1807">
                  <c:v>44904</c:v>
                </c:pt>
                <c:pt idx="1808">
                  <c:v>44907</c:v>
                </c:pt>
                <c:pt idx="1809">
                  <c:v>44908</c:v>
                </c:pt>
                <c:pt idx="1810">
                  <c:v>44909</c:v>
                </c:pt>
                <c:pt idx="1811">
                  <c:v>44910</c:v>
                </c:pt>
                <c:pt idx="1812">
                  <c:v>44911</c:v>
                </c:pt>
                <c:pt idx="1813">
                  <c:v>44914</c:v>
                </c:pt>
                <c:pt idx="1814">
                  <c:v>44915</c:v>
                </c:pt>
                <c:pt idx="1815">
                  <c:v>44916</c:v>
                </c:pt>
                <c:pt idx="1816">
                  <c:v>44917</c:v>
                </c:pt>
                <c:pt idx="1817">
                  <c:v>44918</c:v>
                </c:pt>
                <c:pt idx="1818">
                  <c:v>44921</c:v>
                </c:pt>
                <c:pt idx="1819">
                  <c:v>44922</c:v>
                </c:pt>
                <c:pt idx="1820">
                  <c:v>44923</c:v>
                </c:pt>
                <c:pt idx="1821">
                  <c:v>44924</c:v>
                </c:pt>
                <c:pt idx="1822">
                  <c:v>44925</c:v>
                </c:pt>
                <c:pt idx="1823">
                  <c:v>44928</c:v>
                </c:pt>
                <c:pt idx="1824">
                  <c:v>44929</c:v>
                </c:pt>
                <c:pt idx="1825">
                  <c:v>44930</c:v>
                </c:pt>
                <c:pt idx="1826">
                  <c:v>44931</c:v>
                </c:pt>
                <c:pt idx="1827">
                  <c:v>44932</c:v>
                </c:pt>
                <c:pt idx="1828">
                  <c:v>44935</c:v>
                </c:pt>
                <c:pt idx="1829">
                  <c:v>44936</c:v>
                </c:pt>
                <c:pt idx="1830">
                  <c:v>44937</c:v>
                </c:pt>
                <c:pt idx="1831">
                  <c:v>44938</c:v>
                </c:pt>
                <c:pt idx="1832">
                  <c:v>44939</c:v>
                </c:pt>
                <c:pt idx="1833">
                  <c:v>44942</c:v>
                </c:pt>
                <c:pt idx="1834">
                  <c:v>44943</c:v>
                </c:pt>
                <c:pt idx="1835">
                  <c:v>44944</c:v>
                </c:pt>
                <c:pt idx="1836">
                  <c:v>44945</c:v>
                </c:pt>
                <c:pt idx="1837">
                  <c:v>44949</c:v>
                </c:pt>
                <c:pt idx="1838">
                  <c:v>44950</c:v>
                </c:pt>
                <c:pt idx="1839">
                  <c:v>44951</c:v>
                </c:pt>
                <c:pt idx="1840">
                  <c:v>44953</c:v>
                </c:pt>
                <c:pt idx="1841">
                  <c:v>44956</c:v>
                </c:pt>
                <c:pt idx="1842">
                  <c:v>44957</c:v>
                </c:pt>
                <c:pt idx="1843">
                  <c:v>44958</c:v>
                </c:pt>
                <c:pt idx="1844">
                  <c:v>44959</c:v>
                </c:pt>
                <c:pt idx="1845">
                  <c:v>44960</c:v>
                </c:pt>
                <c:pt idx="1846">
                  <c:v>44963</c:v>
                </c:pt>
                <c:pt idx="1847">
                  <c:v>44964</c:v>
                </c:pt>
                <c:pt idx="1848">
                  <c:v>44965</c:v>
                </c:pt>
                <c:pt idx="1849">
                  <c:v>44966</c:v>
                </c:pt>
                <c:pt idx="1850">
                  <c:v>44967</c:v>
                </c:pt>
                <c:pt idx="1851">
                  <c:v>44970</c:v>
                </c:pt>
                <c:pt idx="1852">
                  <c:v>44971</c:v>
                </c:pt>
                <c:pt idx="1853">
                  <c:v>44972</c:v>
                </c:pt>
                <c:pt idx="1854">
                  <c:v>44973</c:v>
                </c:pt>
                <c:pt idx="1855">
                  <c:v>44974</c:v>
                </c:pt>
                <c:pt idx="1856">
                  <c:v>44977</c:v>
                </c:pt>
                <c:pt idx="1857">
                  <c:v>44978</c:v>
                </c:pt>
                <c:pt idx="1858">
                  <c:v>44979</c:v>
                </c:pt>
                <c:pt idx="1859">
                  <c:v>44980</c:v>
                </c:pt>
                <c:pt idx="1860">
                  <c:v>44981</c:v>
                </c:pt>
                <c:pt idx="1861">
                  <c:v>44984</c:v>
                </c:pt>
                <c:pt idx="1862">
                  <c:v>44985</c:v>
                </c:pt>
                <c:pt idx="1863">
                  <c:v>44987</c:v>
                </c:pt>
                <c:pt idx="1864">
                  <c:v>44988</c:v>
                </c:pt>
                <c:pt idx="1865">
                  <c:v>44991</c:v>
                </c:pt>
                <c:pt idx="1866">
                  <c:v>44993</c:v>
                </c:pt>
                <c:pt idx="1867">
                  <c:v>44994</c:v>
                </c:pt>
                <c:pt idx="1868">
                  <c:v>44995</c:v>
                </c:pt>
                <c:pt idx="1869">
                  <c:v>44998</c:v>
                </c:pt>
                <c:pt idx="1870">
                  <c:v>44999</c:v>
                </c:pt>
                <c:pt idx="1871">
                  <c:v>45000</c:v>
                </c:pt>
                <c:pt idx="1872">
                  <c:v>45001</c:v>
                </c:pt>
                <c:pt idx="1873">
                  <c:v>45005</c:v>
                </c:pt>
                <c:pt idx="1874">
                  <c:v>45006</c:v>
                </c:pt>
                <c:pt idx="1875">
                  <c:v>45007</c:v>
                </c:pt>
                <c:pt idx="1876">
                  <c:v>45008</c:v>
                </c:pt>
                <c:pt idx="1877">
                  <c:v>45009</c:v>
                </c:pt>
                <c:pt idx="1878">
                  <c:v>45013</c:v>
                </c:pt>
                <c:pt idx="1879">
                  <c:v>45014</c:v>
                </c:pt>
                <c:pt idx="1880">
                  <c:v>45019</c:v>
                </c:pt>
                <c:pt idx="1881">
                  <c:v>45021</c:v>
                </c:pt>
                <c:pt idx="1882">
                  <c:v>45026</c:v>
                </c:pt>
                <c:pt idx="1883">
                  <c:v>45027</c:v>
                </c:pt>
                <c:pt idx="1884">
                  <c:v>45028</c:v>
                </c:pt>
                <c:pt idx="1885">
                  <c:v>45029</c:v>
                </c:pt>
                <c:pt idx="1886">
                  <c:v>45034</c:v>
                </c:pt>
                <c:pt idx="1887">
                  <c:v>45035</c:v>
                </c:pt>
                <c:pt idx="1888">
                  <c:v>45036</c:v>
                </c:pt>
                <c:pt idx="1889">
                  <c:v>45037</c:v>
                </c:pt>
                <c:pt idx="1890">
                  <c:v>45040</c:v>
                </c:pt>
                <c:pt idx="1891">
                  <c:v>45041</c:v>
                </c:pt>
                <c:pt idx="1892">
                  <c:v>45042</c:v>
                </c:pt>
                <c:pt idx="1893">
                  <c:v>45043</c:v>
                </c:pt>
                <c:pt idx="1894">
                  <c:v>45044</c:v>
                </c:pt>
                <c:pt idx="1895">
                  <c:v>45048</c:v>
                </c:pt>
                <c:pt idx="1896">
                  <c:v>45050</c:v>
                </c:pt>
                <c:pt idx="1897">
                  <c:v>45051</c:v>
                </c:pt>
                <c:pt idx="1898">
                  <c:v>45054</c:v>
                </c:pt>
                <c:pt idx="1899">
                  <c:v>45056</c:v>
                </c:pt>
                <c:pt idx="1900">
                  <c:v>45057</c:v>
                </c:pt>
                <c:pt idx="1901">
                  <c:v>45058</c:v>
                </c:pt>
                <c:pt idx="1902">
                  <c:v>45061</c:v>
                </c:pt>
                <c:pt idx="1903">
                  <c:v>45062</c:v>
                </c:pt>
                <c:pt idx="1904">
                  <c:v>45063</c:v>
                </c:pt>
                <c:pt idx="1905">
                  <c:v>45064</c:v>
                </c:pt>
                <c:pt idx="1906">
                  <c:v>45065</c:v>
                </c:pt>
                <c:pt idx="1907">
                  <c:v>45068</c:v>
                </c:pt>
                <c:pt idx="1908">
                  <c:v>45069</c:v>
                </c:pt>
                <c:pt idx="1909">
                  <c:v>45070</c:v>
                </c:pt>
                <c:pt idx="1910">
                  <c:v>45071</c:v>
                </c:pt>
                <c:pt idx="1911">
                  <c:v>45072</c:v>
                </c:pt>
                <c:pt idx="1912">
                  <c:v>45075</c:v>
                </c:pt>
                <c:pt idx="1913">
                  <c:v>45076</c:v>
                </c:pt>
                <c:pt idx="1914">
                  <c:v>45077</c:v>
                </c:pt>
                <c:pt idx="1915">
                  <c:v>45078</c:v>
                </c:pt>
                <c:pt idx="1916">
                  <c:v>45079</c:v>
                </c:pt>
                <c:pt idx="1917">
                  <c:v>45082</c:v>
                </c:pt>
                <c:pt idx="1918">
                  <c:v>45083</c:v>
                </c:pt>
                <c:pt idx="1919">
                  <c:v>45084</c:v>
                </c:pt>
                <c:pt idx="1920">
                  <c:v>45085</c:v>
                </c:pt>
                <c:pt idx="1921">
                  <c:v>45086</c:v>
                </c:pt>
                <c:pt idx="1922">
                  <c:v>45090</c:v>
                </c:pt>
                <c:pt idx="1923">
                  <c:v>45091</c:v>
                </c:pt>
                <c:pt idx="1924">
                  <c:v>45092</c:v>
                </c:pt>
                <c:pt idx="1925">
                  <c:v>45093</c:v>
                </c:pt>
                <c:pt idx="1926">
                  <c:v>45096</c:v>
                </c:pt>
                <c:pt idx="1927">
                  <c:v>45097</c:v>
                </c:pt>
                <c:pt idx="1928">
                  <c:v>45098</c:v>
                </c:pt>
                <c:pt idx="1929">
                  <c:v>45099</c:v>
                </c:pt>
                <c:pt idx="1930">
                  <c:v>45100</c:v>
                </c:pt>
                <c:pt idx="1931">
                  <c:v>45103</c:v>
                </c:pt>
                <c:pt idx="1932">
                  <c:v>45104</c:v>
                </c:pt>
                <c:pt idx="1933">
                  <c:v>45110</c:v>
                </c:pt>
                <c:pt idx="1934">
                  <c:v>45111</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45155</c:v>
                </c:pt>
                <c:pt idx="1964">
                  <c:v>45156</c:v>
                </c:pt>
                <c:pt idx="1965">
                  <c:v>45159</c:v>
                </c:pt>
                <c:pt idx="1966">
                  <c:v>45160</c:v>
                </c:pt>
                <c:pt idx="1967">
                  <c:v>45161</c:v>
                </c:pt>
                <c:pt idx="1968">
                  <c:v>45162</c:v>
                </c:pt>
                <c:pt idx="1969">
                  <c:v>45163</c:v>
                </c:pt>
                <c:pt idx="1970">
                  <c:v>45166</c:v>
                </c:pt>
                <c:pt idx="1971">
                  <c:v>45167</c:v>
                </c:pt>
                <c:pt idx="1972">
                  <c:v>45168</c:v>
                </c:pt>
                <c:pt idx="1973">
                  <c:v>45169</c:v>
                </c:pt>
                <c:pt idx="1974">
                  <c:v>45170</c:v>
                </c:pt>
                <c:pt idx="1975">
                  <c:v>45173</c:v>
                </c:pt>
                <c:pt idx="1976">
                  <c:v>45174</c:v>
                </c:pt>
                <c:pt idx="1977">
                  <c:v>45175</c:v>
                </c:pt>
                <c:pt idx="1978">
                  <c:v>45176</c:v>
                </c:pt>
                <c:pt idx="1979">
                  <c:v>45177</c:v>
                </c:pt>
                <c:pt idx="1980">
                  <c:v>45180</c:v>
                </c:pt>
                <c:pt idx="1981">
                  <c:v>45181</c:v>
                </c:pt>
                <c:pt idx="1982">
                  <c:v>45182</c:v>
                </c:pt>
                <c:pt idx="1983">
                  <c:v>45183</c:v>
                </c:pt>
                <c:pt idx="1984">
                  <c:v>45184</c:v>
                </c:pt>
                <c:pt idx="1985">
                  <c:v>45189</c:v>
                </c:pt>
                <c:pt idx="1986">
                  <c:v>45190</c:v>
                </c:pt>
                <c:pt idx="1987">
                  <c:v>45191</c:v>
                </c:pt>
                <c:pt idx="1988">
                  <c:v>45194</c:v>
                </c:pt>
                <c:pt idx="1989">
                  <c:v>45195</c:v>
                </c:pt>
                <c:pt idx="1990">
                  <c:v>45196</c:v>
                </c:pt>
                <c:pt idx="1991">
                  <c:v>45203</c:v>
                </c:pt>
                <c:pt idx="1992">
                  <c:v>45204</c:v>
                </c:pt>
                <c:pt idx="1993">
                  <c:v>45205</c:v>
                </c:pt>
                <c:pt idx="1994">
                  <c:v>45208</c:v>
                </c:pt>
                <c:pt idx="1995">
                  <c:v>45209</c:v>
                </c:pt>
                <c:pt idx="1996">
                  <c:v>45210</c:v>
                </c:pt>
                <c:pt idx="1997">
                  <c:v>45211</c:v>
                </c:pt>
                <c:pt idx="1998">
                  <c:v>45212</c:v>
                </c:pt>
                <c:pt idx="1999">
                  <c:v>45215</c:v>
                </c:pt>
                <c:pt idx="2000">
                  <c:v>45216</c:v>
                </c:pt>
                <c:pt idx="2001">
                  <c:v>45217</c:v>
                </c:pt>
                <c:pt idx="2002">
                  <c:v>45218</c:v>
                </c:pt>
                <c:pt idx="2003">
                  <c:v>45219</c:v>
                </c:pt>
                <c:pt idx="2004">
                  <c:v>45222</c:v>
                </c:pt>
                <c:pt idx="2005">
                  <c:v>45225</c:v>
                </c:pt>
                <c:pt idx="2006">
                  <c:v>45226</c:v>
                </c:pt>
                <c:pt idx="2007">
                  <c:v>45229</c:v>
                </c:pt>
                <c:pt idx="2008">
                  <c:v>45230</c:v>
                </c:pt>
                <c:pt idx="2009">
                  <c:v>45231</c:v>
                </c:pt>
                <c:pt idx="2010">
                  <c:v>45232</c:v>
                </c:pt>
                <c:pt idx="2011">
                  <c:v>45233</c:v>
                </c:pt>
                <c:pt idx="2012">
                  <c:v>45236</c:v>
                </c:pt>
                <c:pt idx="2013">
                  <c:v>45237</c:v>
                </c:pt>
                <c:pt idx="2014">
                  <c:v>45238</c:v>
                </c:pt>
                <c:pt idx="2015">
                  <c:v>45239</c:v>
                </c:pt>
                <c:pt idx="2016">
                  <c:v>45240</c:v>
                </c:pt>
                <c:pt idx="2017">
                  <c:v>45242</c:v>
                </c:pt>
                <c:pt idx="2018">
                  <c:v>45243</c:v>
                </c:pt>
                <c:pt idx="2019">
                  <c:v>45246</c:v>
                </c:pt>
                <c:pt idx="2020">
                  <c:v>45247</c:v>
                </c:pt>
                <c:pt idx="2021">
                  <c:v>45250</c:v>
                </c:pt>
                <c:pt idx="2022">
                  <c:v>45251</c:v>
                </c:pt>
                <c:pt idx="2023">
                  <c:v>45252</c:v>
                </c:pt>
                <c:pt idx="2024">
                  <c:v>45253</c:v>
                </c:pt>
                <c:pt idx="2025">
                  <c:v>45258</c:v>
                </c:pt>
                <c:pt idx="2026">
                  <c:v>45259</c:v>
                </c:pt>
                <c:pt idx="2027">
                  <c:v>45260</c:v>
                </c:pt>
                <c:pt idx="2028">
                  <c:v>45261</c:v>
                </c:pt>
                <c:pt idx="2029">
                  <c:v>45264</c:v>
                </c:pt>
                <c:pt idx="2030">
                  <c:v>45265</c:v>
                </c:pt>
                <c:pt idx="2031">
                  <c:v>45266</c:v>
                </c:pt>
                <c:pt idx="2032">
                  <c:v>45267</c:v>
                </c:pt>
                <c:pt idx="2033">
                  <c:v>45268</c:v>
                </c:pt>
                <c:pt idx="2034">
                  <c:v>45271</c:v>
                </c:pt>
                <c:pt idx="2035">
                  <c:v>45272</c:v>
                </c:pt>
                <c:pt idx="2036">
                  <c:v>45273</c:v>
                </c:pt>
                <c:pt idx="2037">
                  <c:v>45274</c:v>
                </c:pt>
                <c:pt idx="2038">
                  <c:v>45275</c:v>
                </c:pt>
                <c:pt idx="2039">
                  <c:v>45278</c:v>
                </c:pt>
                <c:pt idx="2040">
                  <c:v>45279</c:v>
                </c:pt>
                <c:pt idx="2041">
                  <c:v>45280</c:v>
                </c:pt>
                <c:pt idx="2042">
                  <c:v>45281</c:v>
                </c:pt>
                <c:pt idx="2043">
                  <c:v>45287</c:v>
                </c:pt>
                <c:pt idx="2044">
                  <c:v>45288</c:v>
                </c:pt>
                <c:pt idx="2045">
                  <c:v>45289</c:v>
                </c:pt>
                <c:pt idx="2046">
                  <c:v>45292</c:v>
                </c:pt>
                <c:pt idx="2047">
                  <c:v>45293</c:v>
                </c:pt>
                <c:pt idx="2048">
                  <c:v>45294</c:v>
                </c:pt>
                <c:pt idx="2049">
                  <c:v>45295</c:v>
                </c:pt>
                <c:pt idx="2050">
                  <c:v>45296</c:v>
                </c:pt>
                <c:pt idx="2051">
                  <c:v>45299</c:v>
                </c:pt>
                <c:pt idx="2052">
                  <c:v>45300</c:v>
                </c:pt>
                <c:pt idx="2053">
                  <c:v>45301</c:v>
                </c:pt>
                <c:pt idx="2054">
                  <c:v>45302</c:v>
                </c:pt>
                <c:pt idx="2055">
                  <c:v>45303</c:v>
                </c:pt>
                <c:pt idx="2056">
                  <c:v>45307</c:v>
                </c:pt>
                <c:pt idx="2057">
                  <c:v>45308</c:v>
                </c:pt>
                <c:pt idx="2058">
                  <c:v>45309</c:v>
                </c:pt>
                <c:pt idx="2059">
                  <c:v>45311</c:v>
                </c:pt>
                <c:pt idx="2060">
                  <c:v>45314</c:v>
                </c:pt>
                <c:pt idx="2061">
                  <c:v>45315</c:v>
                </c:pt>
                <c:pt idx="2062">
                  <c:v>45316</c:v>
                </c:pt>
                <c:pt idx="2063">
                  <c:v>45320</c:v>
                </c:pt>
                <c:pt idx="2064">
                  <c:v>45321</c:v>
                </c:pt>
                <c:pt idx="2065">
                  <c:v>45322</c:v>
                </c:pt>
                <c:pt idx="2066">
                  <c:v>45323</c:v>
                </c:pt>
                <c:pt idx="2067">
                  <c:v>45324</c:v>
                </c:pt>
                <c:pt idx="2068">
                  <c:v>45327</c:v>
                </c:pt>
                <c:pt idx="2069">
                  <c:v>45328</c:v>
                </c:pt>
                <c:pt idx="2070">
                  <c:v>45329</c:v>
                </c:pt>
                <c:pt idx="2071">
                  <c:v>45330</c:v>
                </c:pt>
                <c:pt idx="2072">
                  <c:v>45331</c:v>
                </c:pt>
                <c:pt idx="2073">
                  <c:v>45334</c:v>
                </c:pt>
                <c:pt idx="2074">
                  <c:v>45335</c:v>
                </c:pt>
                <c:pt idx="2075">
                  <c:v>45336</c:v>
                </c:pt>
                <c:pt idx="2076">
                  <c:v>45337</c:v>
                </c:pt>
                <c:pt idx="2077">
                  <c:v>45338</c:v>
                </c:pt>
                <c:pt idx="2078">
                  <c:v>45341</c:v>
                </c:pt>
                <c:pt idx="2079">
                  <c:v>45342</c:v>
                </c:pt>
                <c:pt idx="2080">
                  <c:v>45343</c:v>
                </c:pt>
                <c:pt idx="2081">
                  <c:v>45344</c:v>
                </c:pt>
                <c:pt idx="2082">
                  <c:v>45345</c:v>
                </c:pt>
                <c:pt idx="2083">
                  <c:v>45348</c:v>
                </c:pt>
                <c:pt idx="2084">
                  <c:v>45349</c:v>
                </c:pt>
                <c:pt idx="2085">
                  <c:v>45350</c:v>
                </c:pt>
                <c:pt idx="2086">
                  <c:v>45351</c:v>
                </c:pt>
                <c:pt idx="2087">
                  <c:v>45353</c:v>
                </c:pt>
                <c:pt idx="2088">
                  <c:v>45355</c:v>
                </c:pt>
                <c:pt idx="2089">
                  <c:v>45356</c:v>
                </c:pt>
                <c:pt idx="2090">
                  <c:v>45357</c:v>
                </c:pt>
                <c:pt idx="2091">
                  <c:v>45358</c:v>
                </c:pt>
                <c:pt idx="2092">
                  <c:v>45362</c:v>
                </c:pt>
                <c:pt idx="2093">
                  <c:v>45363</c:v>
                </c:pt>
                <c:pt idx="2094">
                  <c:v>45364</c:v>
                </c:pt>
                <c:pt idx="2095">
                  <c:v>45365</c:v>
                </c:pt>
                <c:pt idx="2096">
                  <c:v>45366</c:v>
                </c:pt>
                <c:pt idx="2097">
                  <c:v>45370</c:v>
                </c:pt>
                <c:pt idx="2098">
                  <c:v>45371</c:v>
                </c:pt>
                <c:pt idx="2099">
                  <c:v>45372</c:v>
                </c:pt>
                <c:pt idx="2100">
                  <c:v>45377</c:v>
                </c:pt>
                <c:pt idx="2101">
                  <c:v>45378</c:v>
                </c:pt>
                <c:pt idx="2102">
                  <c:v>45379</c:v>
                </c:pt>
                <c:pt idx="2103">
                  <c:v>45383</c:v>
                </c:pt>
                <c:pt idx="2104">
                  <c:v>45384</c:v>
                </c:pt>
                <c:pt idx="2105">
                  <c:v>45385</c:v>
                </c:pt>
                <c:pt idx="2106">
                  <c:v>45387</c:v>
                </c:pt>
                <c:pt idx="2107">
                  <c:v>45391</c:v>
                </c:pt>
                <c:pt idx="2108">
                  <c:v>45392</c:v>
                </c:pt>
                <c:pt idx="2109">
                  <c:v>45394</c:v>
                </c:pt>
                <c:pt idx="2110">
                  <c:v>45398</c:v>
                </c:pt>
                <c:pt idx="2111">
                  <c:v>45400</c:v>
                </c:pt>
                <c:pt idx="2112">
                  <c:v>45401</c:v>
                </c:pt>
                <c:pt idx="2113">
                  <c:v>45404</c:v>
                </c:pt>
                <c:pt idx="2114">
                  <c:v>45405</c:v>
                </c:pt>
                <c:pt idx="2115">
                  <c:v>45406</c:v>
                </c:pt>
                <c:pt idx="2116">
                  <c:v>45407</c:v>
                </c:pt>
                <c:pt idx="2117">
                  <c:v>45408</c:v>
                </c:pt>
                <c:pt idx="2118">
                  <c:v>45411</c:v>
                </c:pt>
                <c:pt idx="2119">
                  <c:v>45414</c:v>
                </c:pt>
                <c:pt idx="2120">
                  <c:v>45415</c:v>
                </c:pt>
                <c:pt idx="2121">
                  <c:v>45418</c:v>
                </c:pt>
                <c:pt idx="2122">
                  <c:v>45419</c:v>
                </c:pt>
                <c:pt idx="2123">
                  <c:v>45420</c:v>
                </c:pt>
                <c:pt idx="2124">
                  <c:v>45421</c:v>
                </c:pt>
                <c:pt idx="2125">
                  <c:v>45422</c:v>
                </c:pt>
                <c:pt idx="2126">
                  <c:v>45425</c:v>
                </c:pt>
                <c:pt idx="2127">
                  <c:v>45426</c:v>
                </c:pt>
                <c:pt idx="2128">
                  <c:v>45427</c:v>
                </c:pt>
                <c:pt idx="2129">
                  <c:v>45428</c:v>
                </c:pt>
                <c:pt idx="2130">
                  <c:v>45429</c:v>
                </c:pt>
                <c:pt idx="2131">
                  <c:v>45433</c:v>
                </c:pt>
                <c:pt idx="2132">
                  <c:v>45434</c:v>
                </c:pt>
                <c:pt idx="2133">
                  <c:v>45436</c:v>
                </c:pt>
                <c:pt idx="2134">
                  <c:v>45439</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45461</c:v>
                </c:pt>
                <c:pt idx="2149">
                  <c:v>45462</c:v>
                </c:pt>
                <c:pt idx="2150">
                  <c:v>45463</c:v>
                </c:pt>
                <c:pt idx="2151">
                  <c:v>45464</c:v>
                </c:pt>
                <c:pt idx="2152">
                  <c:v>45467</c:v>
                </c:pt>
                <c:pt idx="2153">
                  <c:v>45468</c:v>
                </c:pt>
                <c:pt idx="2154">
                  <c:v>45469</c:v>
                </c:pt>
                <c:pt idx="2155">
                  <c:v>45470</c:v>
                </c:pt>
                <c:pt idx="2156">
                  <c:v>45471</c:v>
                </c:pt>
                <c:pt idx="2157">
                  <c:v>45474</c:v>
                </c:pt>
                <c:pt idx="2158">
                  <c:v>45476</c:v>
                </c:pt>
                <c:pt idx="2159">
                  <c:v>45477</c:v>
                </c:pt>
                <c:pt idx="2160">
                  <c:v>45478</c:v>
                </c:pt>
                <c:pt idx="2161">
                  <c:v>45482</c:v>
                </c:pt>
                <c:pt idx="2162">
                  <c:v>45483</c:v>
                </c:pt>
                <c:pt idx="2163">
                  <c:v>45484</c:v>
                </c:pt>
                <c:pt idx="2164">
                  <c:v>45488</c:v>
                </c:pt>
                <c:pt idx="2165">
                  <c:v>45489</c:v>
                </c:pt>
                <c:pt idx="2166">
                  <c:v>45491</c:v>
                </c:pt>
                <c:pt idx="2167">
                  <c:v>45492</c:v>
                </c:pt>
                <c:pt idx="2168">
                  <c:v>45495</c:v>
                </c:pt>
                <c:pt idx="2169">
                  <c:v>45496</c:v>
                </c:pt>
                <c:pt idx="2170">
                  <c:v>45497</c:v>
                </c:pt>
                <c:pt idx="2171">
                  <c:v>45498</c:v>
                </c:pt>
                <c:pt idx="2172">
                  <c:v>45499</c:v>
                </c:pt>
                <c:pt idx="2173">
                  <c:v>45502</c:v>
                </c:pt>
                <c:pt idx="2174">
                  <c:v>45503</c:v>
                </c:pt>
                <c:pt idx="2175">
                  <c:v>45504</c:v>
                </c:pt>
                <c:pt idx="2176">
                  <c:v>45505</c:v>
                </c:pt>
                <c:pt idx="2177">
                  <c:v>45506</c:v>
                </c:pt>
                <c:pt idx="2178">
                  <c:v>45509</c:v>
                </c:pt>
                <c:pt idx="2179">
                  <c:v>45510</c:v>
                </c:pt>
                <c:pt idx="2180">
                  <c:v>45511</c:v>
                </c:pt>
                <c:pt idx="2181">
                  <c:v>45512</c:v>
                </c:pt>
                <c:pt idx="2182">
                  <c:v>45513</c:v>
                </c:pt>
                <c:pt idx="2183">
                  <c:v>45516</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45537</c:v>
                </c:pt>
                <c:pt idx="2197">
                  <c:v>45538</c:v>
                </c:pt>
                <c:pt idx="2198">
                  <c:v>45539</c:v>
                </c:pt>
                <c:pt idx="2199">
                  <c:v>45540</c:v>
                </c:pt>
                <c:pt idx="2200">
                  <c:v>45541</c:v>
                </c:pt>
                <c:pt idx="2201">
                  <c:v>45544</c:v>
                </c:pt>
                <c:pt idx="2202">
                  <c:v>45545</c:v>
                </c:pt>
                <c:pt idx="2203">
                  <c:v>45546</c:v>
                </c:pt>
                <c:pt idx="2204">
                  <c:v>45548</c:v>
                </c:pt>
                <c:pt idx="2205">
                  <c:v>45552</c:v>
                </c:pt>
                <c:pt idx="2206">
                  <c:v>45553</c:v>
                </c:pt>
                <c:pt idx="2207">
                  <c:v>45554</c:v>
                </c:pt>
                <c:pt idx="2208">
                  <c:v>45555</c:v>
                </c:pt>
                <c:pt idx="2209">
                  <c:v>45558</c:v>
                </c:pt>
                <c:pt idx="2210">
                  <c:v>45559</c:v>
                </c:pt>
                <c:pt idx="2211">
                  <c:v>45560</c:v>
                </c:pt>
                <c:pt idx="2212">
                  <c:v>45561</c:v>
                </c:pt>
                <c:pt idx="2213">
                  <c:v>45562</c:v>
                </c:pt>
                <c:pt idx="2214">
                  <c:v>45566</c:v>
                </c:pt>
                <c:pt idx="2215">
                  <c:v>45568</c:v>
                </c:pt>
                <c:pt idx="2216">
                  <c:v>45569</c:v>
                </c:pt>
                <c:pt idx="2217">
                  <c:v>45572</c:v>
                </c:pt>
                <c:pt idx="2218">
                  <c:v>45573</c:v>
                </c:pt>
                <c:pt idx="2219">
                  <c:v>45574</c:v>
                </c:pt>
                <c:pt idx="2220">
                  <c:v>45575</c:v>
                </c:pt>
                <c:pt idx="2221">
                  <c:v>45576</c:v>
                </c:pt>
                <c:pt idx="2222">
                  <c:v>45579</c:v>
                </c:pt>
                <c:pt idx="2223">
                  <c:v>45580</c:v>
                </c:pt>
                <c:pt idx="2224">
                  <c:v>45581</c:v>
                </c:pt>
                <c:pt idx="2225">
                  <c:v>45582</c:v>
                </c:pt>
                <c:pt idx="2226">
                  <c:v>45583</c:v>
                </c:pt>
                <c:pt idx="2227">
                  <c:v>45586</c:v>
                </c:pt>
                <c:pt idx="2228">
                  <c:v>45587</c:v>
                </c:pt>
                <c:pt idx="2229">
                  <c:v>45588</c:v>
                </c:pt>
                <c:pt idx="2230">
                  <c:v>45589</c:v>
                </c:pt>
                <c:pt idx="2231">
                  <c:v>45590</c:v>
                </c:pt>
                <c:pt idx="2232">
                  <c:v>45593</c:v>
                </c:pt>
                <c:pt idx="2233">
                  <c:v>45596</c:v>
                </c:pt>
                <c:pt idx="2234">
                  <c:v>45597</c:v>
                </c:pt>
                <c:pt idx="2235">
                  <c:v>45600</c:v>
                </c:pt>
                <c:pt idx="2236">
                  <c:v>45601</c:v>
                </c:pt>
                <c:pt idx="2237">
                  <c:v>45602</c:v>
                </c:pt>
                <c:pt idx="2238">
                  <c:v>45603</c:v>
                </c:pt>
                <c:pt idx="2239">
                  <c:v>45604</c:v>
                </c:pt>
                <c:pt idx="2240">
                  <c:v>45607</c:v>
                </c:pt>
                <c:pt idx="2241">
                  <c:v>45608</c:v>
                </c:pt>
                <c:pt idx="2242">
                  <c:v>45610</c:v>
                </c:pt>
                <c:pt idx="2243">
                  <c:v>45614</c:v>
                </c:pt>
                <c:pt idx="2244">
                  <c:v>45617</c:v>
                </c:pt>
                <c:pt idx="2245">
                  <c:v>45618</c:v>
                </c:pt>
                <c:pt idx="2246">
                  <c:v>45621</c:v>
                </c:pt>
                <c:pt idx="2247">
                  <c:v>45622</c:v>
                </c:pt>
                <c:pt idx="2248">
                  <c:v>45623</c:v>
                </c:pt>
                <c:pt idx="2249">
                  <c:v>45624</c:v>
                </c:pt>
                <c:pt idx="2250">
                  <c:v>45628</c:v>
                </c:pt>
                <c:pt idx="2251">
                  <c:v>45629</c:v>
                </c:pt>
                <c:pt idx="2252">
                  <c:v>45630</c:v>
                </c:pt>
                <c:pt idx="2253">
                  <c:v>45631</c:v>
                </c:pt>
                <c:pt idx="2254">
                  <c:v>45632</c:v>
                </c:pt>
                <c:pt idx="2255">
                  <c:v>45635</c:v>
                </c:pt>
                <c:pt idx="2256">
                  <c:v>45636</c:v>
                </c:pt>
                <c:pt idx="2257">
                  <c:v>45637</c:v>
                </c:pt>
                <c:pt idx="2258">
                  <c:v>45638</c:v>
                </c:pt>
                <c:pt idx="2259">
                  <c:v>45639</c:v>
                </c:pt>
                <c:pt idx="2260">
                  <c:v>45642</c:v>
                </c:pt>
                <c:pt idx="2261">
                  <c:v>45643</c:v>
                </c:pt>
                <c:pt idx="2262">
                  <c:v>45644</c:v>
                </c:pt>
                <c:pt idx="2263">
                  <c:v>45645</c:v>
                </c:pt>
                <c:pt idx="2264">
                  <c:v>45646</c:v>
                </c:pt>
                <c:pt idx="2265">
                  <c:v>45649</c:v>
                </c:pt>
                <c:pt idx="2266">
                  <c:v>45650</c:v>
                </c:pt>
                <c:pt idx="2267">
                  <c:v>45652</c:v>
                </c:pt>
                <c:pt idx="2268">
                  <c:v>45653</c:v>
                </c:pt>
                <c:pt idx="2269">
                  <c:v>45656</c:v>
                </c:pt>
                <c:pt idx="2270">
                  <c:v>45657</c:v>
                </c:pt>
                <c:pt idx="2271">
                  <c:v>45658</c:v>
                </c:pt>
                <c:pt idx="2272">
                  <c:v>45659</c:v>
                </c:pt>
                <c:pt idx="2273">
                  <c:v>45660</c:v>
                </c:pt>
                <c:pt idx="2274">
                  <c:v>45663</c:v>
                </c:pt>
                <c:pt idx="2275">
                  <c:v>45664</c:v>
                </c:pt>
                <c:pt idx="2276">
                  <c:v>45665</c:v>
                </c:pt>
                <c:pt idx="2277">
                  <c:v>45666</c:v>
                </c:pt>
                <c:pt idx="2278">
                  <c:v>45667</c:v>
                </c:pt>
                <c:pt idx="2279">
                  <c:v>45670</c:v>
                </c:pt>
                <c:pt idx="2280">
                  <c:v>45671</c:v>
                </c:pt>
                <c:pt idx="2281">
                  <c:v>45672</c:v>
                </c:pt>
                <c:pt idx="2282">
                  <c:v>45673</c:v>
                </c:pt>
                <c:pt idx="2283">
                  <c:v>45674</c:v>
                </c:pt>
                <c:pt idx="2284">
                  <c:v>45677</c:v>
                </c:pt>
                <c:pt idx="2285">
                  <c:v>45678</c:v>
                </c:pt>
                <c:pt idx="2286">
                  <c:v>45679</c:v>
                </c:pt>
                <c:pt idx="2287">
                  <c:v>45680</c:v>
                </c:pt>
                <c:pt idx="2288">
                  <c:v>45681</c:v>
                </c:pt>
                <c:pt idx="2289">
                  <c:v>45684</c:v>
                </c:pt>
                <c:pt idx="2290">
                  <c:v>45685</c:v>
                </c:pt>
                <c:pt idx="2291">
                  <c:v>45686</c:v>
                </c:pt>
                <c:pt idx="2292">
                  <c:v>45687</c:v>
                </c:pt>
                <c:pt idx="2293">
                  <c:v>45688</c:v>
                </c:pt>
                <c:pt idx="2294">
                  <c:v>45689</c:v>
                </c:pt>
                <c:pt idx="2295">
                  <c:v>45692</c:v>
                </c:pt>
                <c:pt idx="2296">
                  <c:v>45693</c:v>
                </c:pt>
                <c:pt idx="2297">
                  <c:v>45694</c:v>
                </c:pt>
                <c:pt idx="2298">
                  <c:v>45695</c:v>
                </c:pt>
                <c:pt idx="2299">
                  <c:v>45699</c:v>
                </c:pt>
                <c:pt idx="2300">
                  <c:v>45700</c:v>
                </c:pt>
                <c:pt idx="2301">
                  <c:v>45701</c:v>
                </c:pt>
                <c:pt idx="2302">
                  <c:v>45702</c:v>
                </c:pt>
                <c:pt idx="2303">
                  <c:v>45705</c:v>
                </c:pt>
                <c:pt idx="2304">
                  <c:v>45706</c:v>
                </c:pt>
                <c:pt idx="2305">
                  <c:v>45707</c:v>
                </c:pt>
                <c:pt idx="2306">
                  <c:v>45708</c:v>
                </c:pt>
                <c:pt idx="2307">
                  <c:v>45709</c:v>
                </c:pt>
                <c:pt idx="2308">
                  <c:v>45712</c:v>
                </c:pt>
                <c:pt idx="2309">
                  <c:v>45713</c:v>
                </c:pt>
                <c:pt idx="2310">
                  <c:v>45716</c:v>
                </c:pt>
                <c:pt idx="2311">
                  <c:v>45719</c:v>
                </c:pt>
                <c:pt idx="2312">
                  <c:v>45720</c:v>
                </c:pt>
                <c:pt idx="2313">
                  <c:v>45721</c:v>
                </c:pt>
                <c:pt idx="2314">
                  <c:v>45722</c:v>
                </c:pt>
                <c:pt idx="2315">
                  <c:v>45723</c:v>
                </c:pt>
                <c:pt idx="2316">
                  <c:v>45726</c:v>
                </c:pt>
                <c:pt idx="2317">
                  <c:v>45727</c:v>
                </c:pt>
                <c:pt idx="2318">
                  <c:v>45728</c:v>
                </c:pt>
                <c:pt idx="2319">
                  <c:v>45729</c:v>
                </c:pt>
                <c:pt idx="2320">
                  <c:v>45735</c:v>
                </c:pt>
                <c:pt idx="2321">
                  <c:v>45736</c:v>
                </c:pt>
                <c:pt idx="2322">
                  <c:v>45737</c:v>
                </c:pt>
                <c:pt idx="2323">
                  <c:v>45740</c:v>
                </c:pt>
                <c:pt idx="2324">
                  <c:v>45742</c:v>
                </c:pt>
                <c:pt idx="2325">
                  <c:v>45743</c:v>
                </c:pt>
                <c:pt idx="2326">
                  <c:v>45744</c:v>
                </c:pt>
              </c:numCache>
            </c:numRef>
          </c:cat>
          <c:val>
            <c:numRef>
              <c:f>FX!$BR$3:$BR$2329</c:f>
              <c:numCache>
                <c:formatCode>_(* #,##0.0_);_(* \(#,##0.0\);_(* "-"??_);_(@_)</c:formatCode>
                <c:ptCount val="2327"/>
                <c:pt idx="0" formatCode="General">
                  <c:v>100</c:v>
                </c:pt>
                <c:pt idx="1">
                  <c:v>101.38349593761218</c:v>
                </c:pt>
                <c:pt idx="2">
                  <c:v>101.22687375599573</c:v>
                </c:pt>
                <c:pt idx="3">
                  <c:v>98.327345266551475</c:v>
                </c:pt>
                <c:pt idx="4">
                  <c:v>98.002655067719573</c:v>
                </c:pt>
                <c:pt idx="5">
                  <c:v>100.27298898799496</c:v>
                </c:pt>
                <c:pt idx="6">
                  <c:v>100.20893303843104</c:v>
                </c:pt>
                <c:pt idx="7">
                  <c:v>101.11649813767913</c:v>
                </c:pt>
                <c:pt idx="8">
                  <c:v>100.26510121946758</c:v>
                </c:pt>
                <c:pt idx="9">
                  <c:v>100.48253082580565</c:v>
                </c:pt>
                <c:pt idx="10">
                  <c:v>103.72636810120936</c:v>
                </c:pt>
                <c:pt idx="11">
                  <c:v>104.33497266471966</c:v>
                </c:pt>
                <c:pt idx="12">
                  <c:v>105.61488985284905</c:v>
                </c:pt>
                <c:pt idx="13">
                  <c:v>108.06093203627832</c:v>
                </c:pt>
                <c:pt idx="14">
                  <c:v>108.21211737283818</c:v>
                </c:pt>
                <c:pt idx="15">
                  <c:v>111.09339228836447</c:v>
                </c:pt>
                <c:pt idx="16">
                  <c:v>112.50532401775419</c:v>
                </c:pt>
                <c:pt idx="17">
                  <c:v>110.47623348710438</c:v>
                </c:pt>
                <c:pt idx="18">
                  <c:v>111.02538967943086</c:v>
                </c:pt>
                <c:pt idx="19">
                  <c:v>110.33517252009409</c:v>
                </c:pt>
                <c:pt idx="20">
                  <c:v>110.45171905593298</c:v>
                </c:pt>
                <c:pt idx="21">
                  <c:v>110.31902018829265</c:v>
                </c:pt>
                <c:pt idx="22">
                  <c:v>109.02300982910033</c:v>
                </c:pt>
                <c:pt idx="23">
                  <c:v>106.654315788924</c:v>
                </c:pt>
                <c:pt idx="24">
                  <c:v>106.34222670381996</c:v>
                </c:pt>
                <c:pt idx="25">
                  <c:v>101.75238533853039</c:v>
                </c:pt>
                <c:pt idx="26">
                  <c:v>102.58262667306398</c:v>
                </c:pt>
                <c:pt idx="27">
                  <c:v>105.29448040749983</c:v>
                </c:pt>
                <c:pt idx="28">
                  <c:v>105.77984583643487</c:v>
                </c:pt>
                <c:pt idx="29">
                  <c:v>106.69440293750655</c:v>
                </c:pt>
                <c:pt idx="30">
                  <c:v>107.84247638269734</c:v>
                </c:pt>
                <c:pt idx="31">
                  <c:v>106.99620837778367</c:v>
                </c:pt>
                <c:pt idx="32">
                  <c:v>107.06578971172566</c:v>
                </c:pt>
                <c:pt idx="33">
                  <c:v>107.58158554379052</c:v>
                </c:pt>
                <c:pt idx="34">
                  <c:v>107.58163326334757</c:v>
                </c:pt>
                <c:pt idx="35">
                  <c:v>107.2317316599832</c:v>
                </c:pt>
                <c:pt idx="36">
                  <c:v>111.35468314527648</c:v>
                </c:pt>
                <c:pt idx="37">
                  <c:v>110.69860216601884</c:v>
                </c:pt>
                <c:pt idx="38">
                  <c:v>113.21554045164122</c:v>
                </c:pt>
                <c:pt idx="39">
                  <c:v>112.34853622863274</c:v>
                </c:pt>
                <c:pt idx="40">
                  <c:v>111.32121381199623</c:v>
                </c:pt>
                <c:pt idx="41">
                  <c:v>107.2069605470502</c:v>
                </c:pt>
                <c:pt idx="42">
                  <c:v>107.54097557014308</c:v>
                </c:pt>
                <c:pt idx="43">
                  <c:v>108.43189735164042</c:v>
                </c:pt>
                <c:pt idx="44">
                  <c:v>110.92090178531694</c:v>
                </c:pt>
                <c:pt idx="45">
                  <c:v>108.83438251011319</c:v>
                </c:pt>
                <c:pt idx="46">
                  <c:v>107.35980125407814</c:v>
                </c:pt>
                <c:pt idx="47">
                  <c:v>108.91583352514085</c:v>
                </c:pt>
                <c:pt idx="48">
                  <c:v>107.73632353988941</c:v>
                </c:pt>
                <c:pt idx="49">
                  <c:v>107.42115122518267</c:v>
                </c:pt>
                <c:pt idx="50">
                  <c:v>106.03551609248825</c:v>
                </c:pt>
                <c:pt idx="51">
                  <c:v>106.37492970388386</c:v>
                </c:pt>
                <c:pt idx="52">
                  <c:v>107.04260071804613</c:v>
                </c:pt>
                <c:pt idx="53">
                  <c:v>105.65213251502584</c:v>
                </c:pt>
                <c:pt idx="54">
                  <c:v>104.83696853835293</c:v>
                </c:pt>
                <c:pt idx="55">
                  <c:v>108.3599711957024</c:v>
                </c:pt>
                <c:pt idx="56">
                  <c:v>110.46275668504688</c:v>
                </c:pt>
                <c:pt idx="57">
                  <c:v>111.1728060592674</c:v>
                </c:pt>
                <c:pt idx="58">
                  <c:v>111.93698753151475</c:v>
                </c:pt>
                <c:pt idx="59">
                  <c:v>111.57898468928764</c:v>
                </c:pt>
                <c:pt idx="60">
                  <c:v>112.31970918019896</c:v>
                </c:pt>
                <c:pt idx="61">
                  <c:v>112.82666480819996</c:v>
                </c:pt>
                <c:pt idx="62">
                  <c:v>112.00992598299756</c:v>
                </c:pt>
                <c:pt idx="63">
                  <c:v>110.87869720682075</c:v>
                </c:pt>
                <c:pt idx="64">
                  <c:v>108.16612368197212</c:v>
                </c:pt>
                <c:pt idx="65">
                  <c:v>106.53409207396444</c:v>
                </c:pt>
                <c:pt idx="66">
                  <c:v>108.17637845764867</c:v>
                </c:pt>
                <c:pt idx="67">
                  <c:v>106.92064793061786</c:v>
                </c:pt>
                <c:pt idx="68">
                  <c:v>104.94715997781068</c:v>
                </c:pt>
                <c:pt idx="69">
                  <c:v>103.28690675564782</c:v>
                </c:pt>
                <c:pt idx="70">
                  <c:v>104.87653390449036</c:v>
                </c:pt>
                <c:pt idx="71">
                  <c:v>103.99628031305654</c:v>
                </c:pt>
                <c:pt idx="72">
                  <c:v>102.62859580506166</c:v>
                </c:pt>
                <c:pt idx="73">
                  <c:v>100.40946514821459</c:v>
                </c:pt>
                <c:pt idx="74">
                  <c:v>99.430431506234228</c:v>
                </c:pt>
                <c:pt idx="75">
                  <c:v>100.68374784235026</c:v>
                </c:pt>
                <c:pt idx="76">
                  <c:v>102.16823284896149</c:v>
                </c:pt>
                <c:pt idx="77">
                  <c:v>98.57871496690349</c:v>
                </c:pt>
                <c:pt idx="78">
                  <c:v>99.585624372445707</c:v>
                </c:pt>
                <c:pt idx="79">
                  <c:v>100.35308893641113</c:v>
                </c:pt>
                <c:pt idx="80">
                  <c:v>101.19001340072741</c:v>
                </c:pt>
                <c:pt idx="81">
                  <c:v>102.62195091946781</c:v>
                </c:pt>
                <c:pt idx="82">
                  <c:v>102.62866085185088</c:v>
                </c:pt>
                <c:pt idx="83">
                  <c:v>102.29631389089189</c:v>
                </c:pt>
                <c:pt idx="84">
                  <c:v>102.64222298370531</c:v>
                </c:pt>
                <c:pt idx="85">
                  <c:v>103.13355317040525</c:v>
                </c:pt>
                <c:pt idx="86">
                  <c:v>102.72035523821049</c:v>
                </c:pt>
                <c:pt idx="87">
                  <c:v>102.22402974966344</c:v>
                </c:pt>
                <c:pt idx="88">
                  <c:v>102.94665955115518</c:v>
                </c:pt>
                <c:pt idx="89">
                  <c:v>102.59887766799054</c:v>
                </c:pt>
                <c:pt idx="90">
                  <c:v>104.48118939165882</c:v>
                </c:pt>
                <c:pt idx="91">
                  <c:v>105.51663887759473</c:v>
                </c:pt>
                <c:pt idx="92">
                  <c:v>103.79828067437003</c:v>
                </c:pt>
                <c:pt idx="93">
                  <c:v>102.3289478971916</c:v>
                </c:pt>
                <c:pt idx="94">
                  <c:v>102.04611347949702</c:v>
                </c:pt>
                <c:pt idx="95">
                  <c:v>103.26155989599221</c:v>
                </c:pt>
                <c:pt idx="96">
                  <c:v>102.16457717893431</c:v>
                </c:pt>
                <c:pt idx="97">
                  <c:v>102.30332139699425</c:v>
                </c:pt>
                <c:pt idx="98">
                  <c:v>104.06600338233596</c:v>
                </c:pt>
                <c:pt idx="99">
                  <c:v>101.74724587714968</c:v>
                </c:pt>
                <c:pt idx="100">
                  <c:v>101.68506215473307</c:v>
                </c:pt>
                <c:pt idx="101">
                  <c:v>101.77046908439307</c:v>
                </c:pt>
                <c:pt idx="102">
                  <c:v>102.04990534951106</c:v>
                </c:pt>
                <c:pt idx="103">
                  <c:v>102.91574302003174</c:v>
                </c:pt>
                <c:pt idx="104">
                  <c:v>104.04244064555027</c:v>
                </c:pt>
                <c:pt idx="105">
                  <c:v>104.13517281794543</c:v>
                </c:pt>
                <c:pt idx="106">
                  <c:v>105.47141632730386</c:v>
                </c:pt>
                <c:pt idx="107">
                  <c:v>106.32236227500144</c:v>
                </c:pt>
                <c:pt idx="108">
                  <c:v>105.41751720419454</c:v>
                </c:pt>
                <c:pt idx="109">
                  <c:v>107.14572212743437</c:v>
                </c:pt>
                <c:pt idx="110">
                  <c:v>106.0207205615167</c:v>
                </c:pt>
                <c:pt idx="111">
                  <c:v>105.02962796497643</c:v>
                </c:pt>
                <c:pt idx="112">
                  <c:v>105.58034678350806</c:v>
                </c:pt>
                <c:pt idx="113">
                  <c:v>107.45798950745338</c:v>
                </c:pt>
                <c:pt idx="114">
                  <c:v>107.82076793665146</c:v>
                </c:pt>
                <c:pt idx="115">
                  <c:v>108.05340323720732</c:v>
                </c:pt>
                <c:pt idx="116">
                  <c:v>108.30501083823283</c:v>
                </c:pt>
                <c:pt idx="117">
                  <c:v>108.52062489694399</c:v>
                </c:pt>
                <c:pt idx="118">
                  <c:v>107.4341713609473</c:v>
                </c:pt>
                <c:pt idx="119">
                  <c:v>108.66703886621825</c:v>
                </c:pt>
                <c:pt idx="120">
                  <c:v>108.8512347447538</c:v>
                </c:pt>
                <c:pt idx="121">
                  <c:v>109.11733826876578</c:v>
                </c:pt>
                <c:pt idx="122">
                  <c:v>109.15561632907732</c:v>
                </c:pt>
                <c:pt idx="123">
                  <c:v>109.82599274579788</c:v>
                </c:pt>
                <c:pt idx="124">
                  <c:v>110.24004761361952</c:v>
                </c:pt>
                <c:pt idx="125">
                  <c:v>111.00564899077629</c:v>
                </c:pt>
                <c:pt idx="126">
                  <c:v>110.75905875475316</c:v>
                </c:pt>
                <c:pt idx="127">
                  <c:v>109.92372165858417</c:v>
                </c:pt>
                <c:pt idx="128">
                  <c:v>110.65015732096234</c:v>
                </c:pt>
                <c:pt idx="129">
                  <c:v>109.54532031667974</c:v>
                </c:pt>
                <c:pt idx="130">
                  <c:v>108.1623115867941</c:v>
                </c:pt>
                <c:pt idx="131">
                  <c:v>104.74949861929016</c:v>
                </c:pt>
                <c:pt idx="132">
                  <c:v>104.88454031452353</c:v>
                </c:pt>
                <c:pt idx="133">
                  <c:v>105.99905457745773</c:v>
                </c:pt>
                <c:pt idx="134">
                  <c:v>106.13027184960359</c:v>
                </c:pt>
                <c:pt idx="135">
                  <c:v>106.56330852425033</c:v>
                </c:pt>
                <c:pt idx="136">
                  <c:v>106.66870888696312</c:v>
                </c:pt>
                <c:pt idx="137">
                  <c:v>106.31761454173513</c:v>
                </c:pt>
                <c:pt idx="138">
                  <c:v>107.18394678056913</c:v>
                </c:pt>
                <c:pt idx="139">
                  <c:v>108.50427754962634</c:v>
                </c:pt>
                <c:pt idx="140">
                  <c:v>107.54603085762518</c:v>
                </c:pt>
                <c:pt idx="141">
                  <c:v>106.86135248237422</c:v>
                </c:pt>
                <c:pt idx="142">
                  <c:v>104.92243883665648</c:v>
                </c:pt>
                <c:pt idx="143">
                  <c:v>101.61804147152648</c:v>
                </c:pt>
                <c:pt idx="144">
                  <c:v>100.8512578671276</c:v>
                </c:pt>
                <c:pt idx="145">
                  <c:v>103.10258237937144</c:v>
                </c:pt>
                <c:pt idx="146">
                  <c:v>102.34667040209678</c:v>
                </c:pt>
                <c:pt idx="147">
                  <c:v>102.36471629195634</c:v>
                </c:pt>
                <c:pt idx="148">
                  <c:v>100.88728874037434</c:v>
                </c:pt>
                <c:pt idx="149">
                  <c:v>98.135281498702994</c:v>
                </c:pt>
                <c:pt idx="150">
                  <c:v>90.259621430972004</c:v>
                </c:pt>
                <c:pt idx="151">
                  <c:v>90.383402888267909</c:v>
                </c:pt>
                <c:pt idx="152">
                  <c:v>91.006760336089386</c:v>
                </c:pt>
                <c:pt idx="153">
                  <c:v>92.723175421711531</c:v>
                </c:pt>
                <c:pt idx="154">
                  <c:v>93.648912560827554</c:v>
                </c:pt>
                <c:pt idx="155">
                  <c:v>92.103740511464679</c:v>
                </c:pt>
                <c:pt idx="156">
                  <c:v>89.617109884830398</c:v>
                </c:pt>
                <c:pt idx="157">
                  <c:v>88.203282086461144</c:v>
                </c:pt>
                <c:pt idx="158">
                  <c:v>89.616782301100173</c:v>
                </c:pt>
                <c:pt idx="159">
                  <c:v>87.700512067679412</c:v>
                </c:pt>
                <c:pt idx="160">
                  <c:v>86.118105698169003</c:v>
                </c:pt>
                <c:pt idx="161">
                  <c:v>87.917774236076937</c:v>
                </c:pt>
                <c:pt idx="162">
                  <c:v>90.221177718173237</c:v>
                </c:pt>
                <c:pt idx="163">
                  <c:v>90.238635543910291</c:v>
                </c:pt>
                <c:pt idx="164">
                  <c:v>89.995961743228236</c:v>
                </c:pt>
                <c:pt idx="165">
                  <c:v>91.377678360074839</c:v>
                </c:pt>
                <c:pt idx="166">
                  <c:v>90.404140944024562</c:v>
                </c:pt>
                <c:pt idx="167">
                  <c:v>91.405327407306572</c:v>
                </c:pt>
                <c:pt idx="168">
                  <c:v>91.974233203386916</c:v>
                </c:pt>
                <c:pt idx="169">
                  <c:v>88.963647914030673</c:v>
                </c:pt>
                <c:pt idx="170">
                  <c:v>88.209168173876776</c:v>
                </c:pt>
                <c:pt idx="171">
                  <c:v>86.157895900613667</c:v>
                </c:pt>
                <c:pt idx="172">
                  <c:v>86.145029996234769</c:v>
                </c:pt>
                <c:pt idx="173">
                  <c:v>88.885923776366639</c:v>
                </c:pt>
                <c:pt idx="174">
                  <c:v>89.634660513895469</c:v>
                </c:pt>
                <c:pt idx="175">
                  <c:v>92.903983550527556</c:v>
                </c:pt>
                <c:pt idx="176">
                  <c:v>93.154285721712625</c:v>
                </c:pt>
                <c:pt idx="177">
                  <c:v>92.92343663798529</c:v>
                </c:pt>
                <c:pt idx="178">
                  <c:v>93.859375936231331</c:v>
                </c:pt>
                <c:pt idx="179">
                  <c:v>94.470770071707236</c:v>
                </c:pt>
                <c:pt idx="180">
                  <c:v>93.948879120334681</c:v>
                </c:pt>
                <c:pt idx="181">
                  <c:v>93.497073619970735</c:v>
                </c:pt>
                <c:pt idx="182">
                  <c:v>95.034656105487556</c:v>
                </c:pt>
                <c:pt idx="183">
                  <c:v>95.811320801996771</c:v>
                </c:pt>
                <c:pt idx="184">
                  <c:v>95.992782020850072</c:v>
                </c:pt>
                <c:pt idx="185">
                  <c:v>95.728303961823357</c:v>
                </c:pt>
                <c:pt idx="186">
                  <c:v>95.245337454903137</c:v>
                </c:pt>
                <c:pt idx="187">
                  <c:v>93.964371330392225</c:v>
                </c:pt>
                <c:pt idx="188">
                  <c:v>93.430031380100587</c:v>
                </c:pt>
                <c:pt idx="189">
                  <c:v>92.650593170771018</c:v>
                </c:pt>
                <c:pt idx="190">
                  <c:v>91.467940935227389</c:v>
                </c:pt>
                <c:pt idx="191">
                  <c:v>89.862171826214706</c:v>
                </c:pt>
                <c:pt idx="192">
                  <c:v>89.122033844142862</c:v>
                </c:pt>
                <c:pt idx="193">
                  <c:v>89.040391264146777</c:v>
                </c:pt>
                <c:pt idx="194">
                  <c:v>88.612482182920985</c:v>
                </c:pt>
                <c:pt idx="195">
                  <c:v>87.482544811418066</c:v>
                </c:pt>
                <c:pt idx="196">
                  <c:v>87.268184363591786</c:v>
                </c:pt>
                <c:pt idx="197">
                  <c:v>85.44949559673617</c:v>
                </c:pt>
                <c:pt idx="198">
                  <c:v>83.85556879471973</c:v>
                </c:pt>
                <c:pt idx="199">
                  <c:v>83.85556879471973</c:v>
                </c:pt>
                <c:pt idx="200">
                  <c:v>85.037685714044073</c:v>
                </c:pt>
                <c:pt idx="201">
                  <c:v>84.520695261490658</c:v>
                </c:pt>
                <c:pt idx="202">
                  <c:v>85.438374240555802</c:v>
                </c:pt>
                <c:pt idx="203">
                  <c:v>85.881972364860871</c:v>
                </c:pt>
                <c:pt idx="204">
                  <c:v>85.700453443733707</c:v>
                </c:pt>
                <c:pt idx="205">
                  <c:v>85.04100786274617</c:v>
                </c:pt>
                <c:pt idx="206">
                  <c:v>85.632998464853657</c:v>
                </c:pt>
                <c:pt idx="207">
                  <c:v>86.242125637022141</c:v>
                </c:pt>
                <c:pt idx="208">
                  <c:v>85.639110034785674</c:v>
                </c:pt>
                <c:pt idx="209">
                  <c:v>85.221878325666665</c:v>
                </c:pt>
                <c:pt idx="210">
                  <c:v>84.576822513578179</c:v>
                </c:pt>
                <c:pt idx="211">
                  <c:v>83.475003470041244</c:v>
                </c:pt>
                <c:pt idx="212">
                  <c:v>83.808092742235999</c:v>
                </c:pt>
                <c:pt idx="213">
                  <c:v>82.358602013167427</c:v>
                </c:pt>
                <c:pt idx="214">
                  <c:v>81.217466863363185</c:v>
                </c:pt>
                <c:pt idx="215">
                  <c:v>81.925703492505718</c:v>
                </c:pt>
                <c:pt idx="216">
                  <c:v>80.599556686293482</c:v>
                </c:pt>
                <c:pt idx="217">
                  <c:v>80.600242007286411</c:v>
                </c:pt>
                <c:pt idx="218">
                  <c:v>80.752300252916342</c:v>
                </c:pt>
                <c:pt idx="219">
                  <c:v>81.977145233574646</c:v>
                </c:pt>
                <c:pt idx="220">
                  <c:v>83.190633398846217</c:v>
                </c:pt>
                <c:pt idx="221">
                  <c:v>83.360852367699664</c:v>
                </c:pt>
                <c:pt idx="222">
                  <c:v>84.15437268485509</c:v>
                </c:pt>
                <c:pt idx="223">
                  <c:v>83.979075994654195</c:v>
                </c:pt>
                <c:pt idx="224">
                  <c:v>85.123131791720823</c:v>
                </c:pt>
                <c:pt idx="225">
                  <c:v>85.790169968209881</c:v>
                </c:pt>
                <c:pt idx="226">
                  <c:v>85.833481306619916</c:v>
                </c:pt>
                <c:pt idx="227">
                  <c:v>85.729218772034613</c:v>
                </c:pt>
                <c:pt idx="228">
                  <c:v>86.351926613051091</c:v>
                </c:pt>
                <c:pt idx="229">
                  <c:v>87.097240365439774</c:v>
                </c:pt>
                <c:pt idx="230">
                  <c:v>84.830793676234364</c:v>
                </c:pt>
                <c:pt idx="231">
                  <c:v>84.657498324593476</c:v>
                </c:pt>
                <c:pt idx="232">
                  <c:v>83.681298273903778</c:v>
                </c:pt>
                <c:pt idx="233">
                  <c:v>81.150942864067531</c:v>
                </c:pt>
                <c:pt idx="234">
                  <c:v>81.650925764301206</c:v>
                </c:pt>
                <c:pt idx="235">
                  <c:v>81.037423099063915</c:v>
                </c:pt>
                <c:pt idx="236">
                  <c:v>80.665288972183603</c:v>
                </c:pt>
                <c:pt idx="237">
                  <c:v>79.320530507240377</c:v>
                </c:pt>
                <c:pt idx="238">
                  <c:v>78.000679672141871</c:v>
                </c:pt>
                <c:pt idx="239">
                  <c:v>74.971160250571572</c:v>
                </c:pt>
                <c:pt idx="240">
                  <c:v>73.696693468634237</c:v>
                </c:pt>
                <c:pt idx="241">
                  <c:v>75.582313984178313</c:v>
                </c:pt>
                <c:pt idx="242">
                  <c:v>73.823572968505701</c:v>
                </c:pt>
                <c:pt idx="243">
                  <c:v>73.295080565062406</c:v>
                </c:pt>
                <c:pt idx="244">
                  <c:v>74.610785598357282</c:v>
                </c:pt>
                <c:pt idx="245">
                  <c:v>73.846883875066425</c:v>
                </c:pt>
                <c:pt idx="246">
                  <c:v>72.720661813311992</c:v>
                </c:pt>
                <c:pt idx="247">
                  <c:v>73.877296520370209</c:v>
                </c:pt>
                <c:pt idx="248">
                  <c:v>74.817929800062743</c:v>
                </c:pt>
                <c:pt idx="249">
                  <c:v>73.838188253226733</c:v>
                </c:pt>
                <c:pt idx="250">
                  <c:v>71.897081319716548</c:v>
                </c:pt>
                <c:pt idx="251">
                  <c:v>73.033669071879245</c:v>
                </c:pt>
                <c:pt idx="252">
                  <c:v>73.666967462345639</c:v>
                </c:pt>
                <c:pt idx="253">
                  <c:v>73.177460331372217</c:v>
                </c:pt>
                <c:pt idx="254">
                  <c:v>72.452392337839157</c:v>
                </c:pt>
                <c:pt idx="255">
                  <c:v>72.41891879305976</c:v>
                </c:pt>
                <c:pt idx="256">
                  <c:v>69.554245468611185</c:v>
                </c:pt>
                <c:pt idx="257">
                  <c:v>68.774169763612051</c:v>
                </c:pt>
                <c:pt idx="258">
                  <c:v>71.51691587160694</c:v>
                </c:pt>
                <c:pt idx="259">
                  <c:v>70.323641102454772</c:v>
                </c:pt>
                <c:pt idx="260">
                  <c:v>71.206963839219554</c:v>
                </c:pt>
                <c:pt idx="261">
                  <c:v>72.063353173103621</c:v>
                </c:pt>
                <c:pt idx="262">
                  <c:v>71.975768474463109</c:v>
                </c:pt>
                <c:pt idx="263">
                  <c:v>70.60597005147244</c:v>
                </c:pt>
                <c:pt idx="264">
                  <c:v>70.032926120244369</c:v>
                </c:pt>
                <c:pt idx="265">
                  <c:v>68.83137630973232</c:v>
                </c:pt>
                <c:pt idx="266">
                  <c:v>69.335440175246134</c:v>
                </c:pt>
                <c:pt idx="267">
                  <c:v>68.162896430245723</c:v>
                </c:pt>
                <c:pt idx="268">
                  <c:v>70.897070632330511</c:v>
                </c:pt>
                <c:pt idx="269">
                  <c:v>72.816638275816572</c:v>
                </c:pt>
                <c:pt idx="270">
                  <c:v>75.350067983166554</c:v>
                </c:pt>
                <c:pt idx="271">
                  <c:v>75.205440372914509</c:v>
                </c:pt>
                <c:pt idx="272">
                  <c:v>75.93174326916926</c:v>
                </c:pt>
                <c:pt idx="273">
                  <c:v>75.702698049858611</c:v>
                </c:pt>
                <c:pt idx="274">
                  <c:v>75.568632078779913</c:v>
                </c:pt>
                <c:pt idx="275">
                  <c:v>75.83028506556883</c:v>
                </c:pt>
                <c:pt idx="276">
                  <c:v>75.433538987540828</c:v>
                </c:pt>
                <c:pt idx="277">
                  <c:v>75.099722987600558</c:v>
                </c:pt>
                <c:pt idx="278">
                  <c:v>76.234656964284198</c:v>
                </c:pt>
                <c:pt idx="279">
                  <c:v>77.276983865680975</c:v>
                </c:pt>
                <c:pt idx="280">
                  <c:v>78.529450099732159</c:v>
                </c:pt>
                <c:pt idx="281">
                  <c:v>78.896941480872059</c:v>
                </c:pt>
                <c:pt idx="282">
                  <c:v>78.865691813835539</c:v>
                </c:pt>
                <c:pt idx="283">
                  <c:v>79.465296256973318</c:v>
                </c:pt>
                <c:pt idx="284">
                  <c:v>79.455182730399088</c:v>
                </c:pt>
                <c:pt idx="285">
                  <c:v>79.573672495277719</c:v>
                </c:pt>
                <c:pt idx="286">
                  <c:v>80.398058328642193</c:v>
                </c:pt>
                <c:pt idx="287">
                  <c:v>78.006960018696418</c:v>
                </c:pt>
                <c:pt idx="288">
                  <c:v>77.198492458321198</c:v>
                </c:pt>
                <c:pt idx="289">
                  <c:v>77.993535177620686</c:v>
                </c:pt>
                <c:pt idx="290">
                  <c:v>80.061256217649813</c:v>
                </c:pt>
                <c:pt idx="291">
                  <c:v>81.427417464362705</c:v>
                </c:pt>
                <c:pt idx="292">
                  <c:v>82.265599120294425</c:v>
                </c:pt>
                <c:pt idx="293">
                  <c:v>83.245417502465898</c:v>
                </c:pt>
                <c:pt idx="294">
                  <c:v>81.815823621806018</c:v>
                </c:pt>
                <c:pt idx="295">
                  <c:v>83.469486548099582</c:v>
                </c:pt>
                <c:pt idx="296">
                  <c:v>82.370812287260463</c:v>
                </c:pt>
                <c:pt idx="297">
                  <c:v>82.039216567007557</c:v>
                </c:pt>
                <c:pt idx="298">
                  <c:v>81.985988580536471</c:v>
                </c:pt>
                <c:pt idx="299">
                  <c:v>82.56772214785876</c:v>
                </c:pt>
                <c:pt idx="300">
                  <c:v>80.836142041311561</c:v>
                </c:pt>
                <c:pt idx="301">
                  <c:v>80.845954672569505</c:v>
                </c:pt>
                <c:pt idx="302">
                  <c:v>80.872585432078651</c:v>
                </c:pt>
                <c:pt idx="303">
                  <c:v>82.514360783379587</c:v>
                </c:pt>
                <c:pt idx="304">
                  <c:v>82.381262825326274</c:v>
                </c:pt>
                <c:pt idx="305">
                  <c:v>81.94250330701739</c:v>
                </c:pt>
                <c:pt idx="306">
                  <c:v>82.297772337332603</c:v>
                </c:pt>
                <c:pt idx="307">
                  <c:v>80.950267482564414</c:v>
                </c:pt>
                <c:pt idx="308">
                  <c:v>80.744832797737686</c:v>
                </c:pt>
                <c:pt idx="309">
                  <c:v>80.805040047652241</c:v>
                </c:pt>
                <c:pt idx="310">
                  <c:v>80.73854767032762</c:v>
                </c:pt>
                <c:pt idx="311">
                  <c:v>78.853749450265397</c:v>
                </c:pt>
                <c:pt idx="312">
                  <c:v>78.544380911232551</c:v>
                </c:pt>
                <c:pt idx="313">
                  <c:v>78.765727681756758</c:v>
                </c:pt>
                <c:pt idx="314">
                  <c:v>78.27410209362381</c:v>
                </c:pt>
                <c:pt idx="315">
                  <c:v>80.594448676893833</c:v>
                </c:pt>
                <c:pt idx="316">
                  <c:v>84.476916818379323</c:v>
                </c:pt>
                <c:pt idx="317">
                  <c:v>84.992029903795611</c:v>
                </c:pt>
                <c:pt idx="318">
                  <c:v>85.692162024644105</c:v>
                </c:pt>
                <c:pt idx="319">
                  <c:v>84.748342733097317</c:v>
                </c:pt>
                <c:pt idx="320">
                  <c:v>85.038658931753005</c:v>
                </c:pt>
                <c:pt idx="321">
                  <c:v>85.718122293250502</c:v>
                </c:pt>
                <c:pt idx="322">
                  <c:v>84.882685032439881</c:v>
                </c:pt>
                <c:pt idx="323">
                  <c:v>84.870146776224672</c:v>
                </c:pt>
                <c:pt idx="324">
                  <c:v>85.678879114662536</c:v>
                </c:pt>
                <c:pt idx="325">
                  <c:v>86.831730814754778</c:v>
                </c:pt>
                <c:pt idx="326">
                  <c:v>86.628860339744151</c:v>
                </c:pt>
                <c:pt idx="327">
                  <c:v>86.461052895856582</c:v>
                </c:pt>
                <c:pt idx="328">
                  <c:v>84.893340779474229</c:v>
                </c:pt>
                <c:pt idx="329">
                  <c:v>84.900256160414557</c:v>
                </c:pt>
                <c:pt idx="330">
                  <c:v>86.623333279023896</c:v>
                </c:pt>
                <c:pt idx="331">
                  <c:v>85.670974063527126</c:v>
                </c:pt>
                <c:pt idx="332">
                  <c:v>85.754622482266313</c:v>
                </c:pt>
                <c:pt idx="333">
                  <c:v>86.454840408345532</c:v>
                </c:pt>
                <c:pt idx="334">
                  <c:v>85.788309232078063</c:v>
                </c:pt>
                <c:pt idx="335">
                  <c:v>85.527064358040761</c:v>
                </c:pt>
                <c:pt idx="336">
                  <c:v>85.600253508511287</c:v>
                </c:pt>
                <c:pt idx="337">
                  <c:v>82.721386072341204</c:v>
                </c:pt>
                <c:pt idx="338">
                  <c:v>83.482374233808443</c:v>
                </c:pt>
                <c:pt idx="339">
                  <c:v>84.293333533592715</c:v>
                </c:pt>
                <c:pt idx="340">
                  <c:v>85.449752340041599</c:v>
                </c:pt>
                <c:pt idx="341">
                  <c:v>87.048570886995137</c:v>
                </c:pt>
                <c:pt idx="342">
                  <c:v>88.399132084606876</c:v>
                </c:pt>
                <c:pt idx="343">
                  <c:v>89.498619962634564</c:v>
                </c:pt>
                <c:pt idx="344">
                  <c:v>89.282252964245842</c:v>
                </c:pt>
                <c:pt idx="345">
                  <c:v>88.506407905331343</c:v>
                </c:pt>
                <c:pt idx="346">
                  <c:v>87.605092904731293</c:v>
                </c:pt>
                <c:pt idx="347">
                  <c:v>89.486589806559962</c:v>
                </c:pt>
                <c:pt idx="348">
                  <c:v>89.168333200992564</c:v>
                </c:pt>
                <c:pt idx="349">
                  <c:v>90.237910378421077</c:v>
                </c:pt>
                <c:pt idx="350">
                  <c:v>90.834488897348038</c:v>
                </c:pt>
                <c:pt idx="351">
                  <c:v>89.323006038299297</c:v>
                </c:pt>
                <c:pt idx="352">
                  <c:v>89.639182230311931</c:v>
                </c:pt>
                <c:pt idx="353">
                  <c:v>90.111421723621447</c:v>
                </c:pt>
                <c:pt idx="354">
                  <c:v>90.386828409301302</c:v>
                </c:pt>
                <c:pt idx="355">
                  <c:v>91.130698153829528</c:v>
                </c:pt>
                <c:pt idx="356">
                  <c:v>90.931045661626925</c:v>
                </c:pt>
                <c:pt idx="357">
                  <c:v>91.766072304171075</c:v>
                </c:pt>
                <c:pt idx="358">
                  <c:v>91.904807951255592</c:v>
                </c:pt>
                <c:pt idx="359">
                  <c:v>91.532436102876062</c:v>
                </c:pt>
                <c:pt idx="360">
                  <c:v>90.783905905433727</c:v>
                </c:pt>
                <c:pt idx="361">
                  <c:v>90.33681155747017</c:v>
                </c:pt>
                <c:pt idx="362">
                  <c:v>88.922870451313315</c:v>
                </c:pt>
                <c:pt idx="363">
                  <c:v>89.250898012746049</c:v>
                </c:pt>
                <c:pt idx="364">
                  <c:v>90.666551061273211</c:v>
                </c:pt>
                <c:pt idx="365">
                  <c:v>90.585381474540128</c:v>
                </c:pt>
                <c:pt idx="366">
                  <c:v>89.959157291336723</c:v>
                </c:pt>
                <c:pt idx="367">
                  <c:v>89.509394133480441</c:v>
                </c:pt>
                <c:pt idx="368">
                  <c:v>89.185118500126705</c:v>
                </c:pt>
                <c:pt idx="369">
                  <c:v>89.894424866849747</c:v>
                </c:pt>
                <c:pt idx="370">
                  <c:v>90.233671332762157</c:v>
                </c:pt>
                <c:pt idx="371">
                  <c:v>90.110000034036418</c:v>
                </c:pt>
                <c:pt idx="372">
                  <c:v>90.986217027415222</c:v>
                </c:pt>
                <c:pt idx="373">
                  <c:v>91.059871134122034</c:v>
                </c:pt>
                <c:pt idx="374">
                  <c:v>90.161857049281906</c:v>
                </c:pt>
                <c:pt idx="375">
                  <c:v>89.329107016862281</c:v>
                </c:pt>
                <c:pt idx="376">
                  <c:v>88.775909920964125</c:v>
                </c:pt>
                <c:pt idx="377">
                  <c:v>89.267660147737615</c:v>
                </c:pt>
                <c:pt idx="378">
                  <c:v>89.792146778117399</c:v>
                </c:pt>
                <c:pt idx="379">
                  <c:v>90.628373531117575</c:v>
                </c:pt>
                <c:pt idx="380">
                  <c:v>89.144084416581364</c:v>
                </c:pt>
                <c:pt idx="381">
                  <c:v>89.983864792618078</c:v>
                </c:pt>
                <c:pt idx="382">
                  <c:v>91.197206837173141</c:v>
                </c:pt>
                <c:pt idx="383">
                  <c:v>91.649075497731175</c:v>
                </c:pt>
                <c:pt idx="384">
                  <c:v>92.374917883568543</c:v>
                </c:pt>
                <c:pt idx="385">
                  <c:v>91.233789097904449</c:v>
                </c:pt>
                <c:pt idx="386">
                  <c:v>87.866200155247782</c:v>
                </c:pt>
                <c:pt idx="387">
                  <c:v>88.573081442384591</c:v>
                </c:pt>
                <c:pt idx="388">
                  <c:v>88.170839737965963</c:v>
                </c:pt>
                <c:pt idx="389">
                  <c:v>88.592958460679483</c:v>
                </c:pt>
                <c:pt idx="390">
                  <c:v>89.233898456420647</c:v>
                </c:pt>
                <c:pt idx="391">
                  <c:v>88.49317820328956</c:v>
                </c:pt>
                <c:pt idx="392">
                  <c:v>90.127587186316887</c:v>
                </c:pt>
                <c:pt idx="393">
                  <c:v>90.075914826928098</c:v>
                </c:pt>
                <c:pt idx="394">
                  <c:v>88.489242058903216</c:v>
                </c:pt>
                <c:pt idx="395">
                  <c:v>87.882933056898537</c:v>
                </c:pt>
                <c:pt idx="396">
                  <c:v>89.069321128052465</c:v>
                </c:pt>
                <c:pt idx="397">
                  <c:v>86.414822604864909</c:v>
                </c:pt>
                <c:pt idx="398">
                  <c:v>86.67575382058061</c:v>
                </c:pt>
                <c:pt idx="399">
                  <c:v>88.766144086383406</c:v>
                </c:pt>
                <c:pt idx="400">
                  <c:v>88.820789560092692</c:v>
                </c:pt>
                <c:pt idx="401">
                  <c:v>88.917273538829022</c:v>
                </c:pt>
                <c:pt idx="402">
                  <c:v>88.421549069150288</c:v>
                </c:pt>
                <c:pt idx="403">
                  <c:v>88.150961392971652</c:v>
                </c:pt>
                <c:pt idx="404">
                  <c:v>87.866044007918475</c:v>
                </c:pt>
                <c:pt idx="405">
                  <c:v>86.105981138672192</c:v>
                </c:pt>
                <c:pt idx="406">
                  <c:v>86.983598509616471</c:v>
                </c:pt>
                <c:pt idx="407">
                  <c:v>85.990472732127472</c:v>
                </c:pt>
                <c:pt idx="408">
                  <c:v>87.730513502622856</c:v>
                </c:pt>
                <c:pt idx="409">
                  <c:v>88.45350460695353</c:v>
                </c:pt>
                <c:pt idx="410">
                  <c:v>88.991190761618554</c:v>
                </c:pt>
                <c:pt idx="411">
                  <c:v>89.559354589502632</c:v>
                </c:pt>
                <c:pt idx="412">
                  <c:v>89.20239687996154</c:v>
                </c:pt>
                <c:pt idx="413">
                  <c:v>88.585876466876158</c:v>
                </c:pt>
                <c:pt idx="414">
                  <c:v>88.782051574199002</c:v>
                </c:pt>
                <c:pt idx="415">
                  <c:v>88.567037981223763</c:v>
                </c:pt>
                <c:pt idx="416">
                  <c:v>88.896302064343473</c:v>
                </c:pt>
                <c:pt idx="417">
                  <c:v>87.734914120107902</c:v>
                </c:pt>
                <c:pt idx="418">
                  <c:v>87.269407973787807</c:v>
                </c:pt>
                <c:pt idx="419">
                  <c:v>86.005372053366159</c:v>
                </c:pt>
                <c:pt idx="420">
                  <c:v>85.994850183277805</c:v>
                </c:pt>
                <c:pt idx="421">
                  <c:v>86.17616679171573</c:v>
                </c:pt>
                <c:pt idx="422">
                  <c:v>87.708430368109504</c:v>
                </c:pt>
                <c:pt idx="423">
                  <c:v>84.603488795748021</c:v>
                </c:pt>
                <c:pt idx="424">
                  <c:v>82.48247462378589</c:v>
                </c:pt>
                <c:pt idx="425">
                  <c:v>82.736904459850635</c:v>
                </c:pt>
                <c:pt idx="426">
                  <c:v>82.318165710792343</c:v>
                </c:pt>
                <c:pt idx="427">
                  <c:v>82.565871007776096</c:v>
                </c:pt>
                <c:pt idx="428">
                  <c:v>80.643344170585337</c:v>
                </c:pt>
                <c:pt idx="429">
                  <c:v>80.431226267421764</c:v>
                </c:pt>
                <c:pt idx="430">
                  <c:v>80.958382640146539</c:v>
                </c:pt>
                <c:pt idx="431">
                  <c:v>81.766365603107374</c:v>
                </c:pt>
                <c:pt idx="432">
                  <c:v>82.70569119397922</c:v>
                </c:pt>
                <c:pt idx="433">
                  <c:v>83.129421839069664</c:v>
                </c:pt>
                <c:pt idx="434">
                  <c:v>84.271033596155206</c:v>
                </c:pt>
                <c:pt idx="435">
                  <c:v>83.71614856346784</c:v>
                </c:pt>
                <c:pt idx="436">
                  <c:v>82.826124522328342</c:v>
                </c:pt>
                <c:pt idx="437">
                  <c:v>83.390451372509162</c:v>
                </c:pt>
                <c:pt idx="438">
                  <c:v>83.88846650614289</c:v>
                </c:pt>
                <c:pt idx="439">
                  <c:v>83.878966360531152</c:v>
                </c:pt>
                <c:pt idx="440">
                  <c:v>85.360105826099996</c:v>
                </c:pt>
                <c:pt idx="441">
                  <c:v>85.08005124587352</c:v>
                </c:pt>
                <c:pt idx="442">
                  <c:v>84.803082014299719</c:v>
                </c:pt>
                <c:pt idx="443">
                  <c:v>85.301895255545148</c:v>
                </c:pt>
                <c:pt idx="444">
                  <c:v>84.419303231299068</c:v>
                </c:pt>
                <c:pt idx="445">
                  <c:v>83.862148257838157</c:v>
                </c:pt>
                <c:pt idx="446">
                  <c:v>83.495518227827603</c:v>
                </c:pt>
                <c:pt idx="447">
                  <c:v>83.000155706722452</c:v>
                </c:pt>
                <c:pt idx="448">
                  <c:v>82.424826132490125</c:v>
                </c:pt>
                <c:pt idx="449">
                  <c:v>80.829198884293859</c:v>
                </c:pt>
                <c:pt idx="450">
                  <c:v>81.303574119971785</c:v>
                </c:pt>
                <c:pt idx="451">
                  <c:v>80.33048957487604</c:v>
                </c:pt>
                <c:pt idx="452">
                  <c:v>81.42387721709629</c:v>
                </c:pt>
                <c:pt idx="453">
                  <c:v>81.119908421533708</c:v>
                </c:pt>
                <c:pt idx="454">
                  <c:v>81.626940366661415</c:v>
                </c:pt>
                <c:pt idx="455">
                  <c:v>82.553789382146562</c:v>
                </c:pt>
                <c:pt idx="456">
                  <c:v>83.301027110723098</c:v>
                </c:pt>
                <c:pt idx="457">
                  <c:v>83.941065472114303</c:v>
                </c:pt>
                <c:pt idx="458">
                  <c:v>85.650053569003305</c:v>
                </c:pt>
                <c:pt idx="459">
                  <c:v>85.32357586133763</c:v>
                </c:pt>
                <c:pt idx="460">
                  <c:v>84.373859799946473</c:v>
                </c:pt>
                <c:pt idx="461">
                  <c:v>85.117475017773316</c:v>
                </c:pt>
                <c:pt idx="462">
                  <c:v>85.807865579380277</c:v>
                </c:pt>
                <c:pt idx="463">
                  <c:v>86.99953150547519</c:v>
                </c:pt>
                <c:pt idx="464">
                  <c:v>87.314796624260154</c:v>
                </c:pt>
                <c:pt idx="465">
                  <c:v>87.611369489869531</c:v>
                </c:pt>
                <c:pt idx="466">
                  <c:v>87.644688949688856</c:v>
                </c:pt>
                <c:pt idx="467">
                  <c:v>87.759791703878392</c:v>
                </c:pt>
                <c:pt idx="468">
                  <c:v>86.194332011577046</c:v>
                </c:pt>
                <c:pt idx="469">
                  <c:v>85.937490494133243</c:v>
                </c:pt>
                <c:pt idx="470">
                  <c:v>87.097200164373376</c:v>
                </c:pt>
                <c:pt idx="471">
                  <c:v>87.783431263247053</c:v>
                </c:pt>
                <c:pt idx="472">
                  <c:v>88.860687410646307</c:v>
                </c:pt>
                <c:pt idx="473">
                  <c:v>89.907976050634943</c:v>
                </c:pt>
                <c:pt idx="474">
                  <c:v>90.982493794668386</c:v>
                </c:pt>
                <c:pt idx="475">
                  <c:v>91.340122991733494</c:v>
                </c:pt>
                <c:pt idx="476">
                  <c:v>91.757671578258964</c:v>
                </c:pt>
                <c:pt idx="477">
                  <c:v>92.719995968610888</c:v>
                </c:pt>
                <c:pt idx="478">
                  <c:v>92.463297134605355</c:v>
                </c:pt>
                <c:pt idx="479">
                  <c:v>93.082146749564416</c:v>
                </c:pt>
                <c:pt idx="480">
                  <c:v>93.492824884116729</c:v>
                </c:pt>
                <c:pt idx="481">
                  <c:v>93.901457125903477</c:v>
                </c:pt>
                <c:pt idx="482">
                  <c:v>93.774360530640138</c:v>
                </c:pt>
                <c:pt idx="483">
                  <c:v>93.915969165250232</c:v>
                </c:pt>
                <c:pt idx="484">
                  <c:v>92.786758274819775</c:v>
                </c:pt>
                <c:pt idx="485">
                  <c:v>92.878384259756658</c:v>
                </c:pt>
                <c:pt idx="486">
                  <c:v>92.887494489997096</c:v>
                </c:pt>
                <c:pt idx="487">
                  <c:v>93.849995263191346</c:v>
                </c:pt>
                <c:pt idx="488">
                  <c:v>93.524534264563172</c:v>
                </c:pt>
                <c:pt idx="489">
                  <c:v>92.975415815427581</c:v>
                </c:pt>
                <c:pt idx="490">
                  <c:v>92.235782922467337</c:v>
                </c:pt>
                <c:pt idx="491">
                  <c:v>92.910605201604383</c:v>
                </c:pt>
                <c:pt idx="492">
                  <c:v>91.513072775073397</c:v>
                </c:pt>
                <c:pt idx="493">
                  <c:v>91.774725368082201</c:v>
                </c:pt>
                <c:pt idx="494">
                  <c:v>93.049063429577657</c:v>
                </c:pt>
                <c:pt idx="495">
                  <c:v>93.313071066689105</c:v>
                </c:pt>
                <c:pt idx="496">
                  <c:v>92.713962471688689</c:v>
                </c:pt>
                <c:pt idx="497">
                  <c:v>92.311611413695331</c:v>
                </c:pt>
                <c:pt idx="498">
                  <c:v>92.653881899966152</c:v>
                </c:pt>
                <c:pt idx="499">
                  <c:v>94.586141876991917</c:v>
                </c:pt>
                <c:pt idx="500">
                  <c:v>96.660940883471483</c:v>
                </c:pt>
                <c:pt idx="501">
                  <c:v>98.189754433934894</c:v>
                </c:pt>
                <c:pt idx="502">
                  <c:v>96.782030235691892</c:v>
                </c:pt>
                <c:pt idx="503">
                  <c:v>95.195120295810298</c:v>
                </c:pt>
                <c:pt idx="504">
                  <c:v>96.082799999281221</c:v>
                </c:pt>
                <c:pt idx="505">
                  <c:v>96.221232390272306</c:v>
                </c:pt>
                <c:pt idx="506">
                  <c:v>96.356428324929055</c:v>
                </c:pt>
                <c:pt idx="507">
                  <c:v>96.910940543337816</c:v>
                </c:pt>
                <c:pt idx="508">
                  <c:v>97.854477006484558</c:v>
                </c:pt>
                <c:pt idx="509">
                  <c:v>98.19316175417103</c:v>
                </c:pt>
                <c:pt idx="510">
                  <c:v>98.783272222096045</c:v>
                </c:pt>
                <c:pt idx="511">
                  <c:v>101.61550227362719</c:v>
                </c:pt>
                <c:pt idx="512">
                  <c:v>101.75175423694495</c:v>
                </c:pt>
                <c:pt idx="513">
                  <c:v>101.56394989796041</c:v>
                </c:pt>
                <c:pt idx="514">
                  <c:v>102.37324130674649</c:v>
                </c:pt>
                <c:pt idx="515">
                  <c:v>102.01863715242098</c:v>
                </c:pt>
                <c:pt idx="516">
                  <c:v>101.62451263646291</c:v>
                </c:pt>
                <c:pt idx="517">
                  <c:v>100.66468460027868</c:v>
                </c:pt>
                <c:pt idx="518">
                  <c:v>102.00871269574439</c:v>
                </c:pt>
                <c:pt idx="519">
                  <c:v>102.00486282000858</c:v>
                </c:pt>
                <c:pt idx="520">
                  <c:v>102.40680533642352</c:v>
                </c:pt>
                <c:pt idx="521">
                  <c:v>105.14132605639369</c:v>
                </c:pt>
                <c:pt idx="522">
                  <c:v>105.20009356209248</c:v>
                </c:pt>
                <c:pt idx="523">
                  <c:v>105.33243453708799</c:v>
                </c:pt>
                <c:pt idx="524">
                  <c:v>104.84648575155876</c:v>
                </c:pt>
                <c:pt idx="525">
                  <c:v>104.08916239305948</c:v>
                </c:pt>
                <c:pt idx="526">
                  <c:v>103.93406559136724</c:v>
                </c:pt>
                <c:pt idx="527">
                  <c:v>104.41535096201549</c:v>
                </c:pt>
                <c:pt idx="528">
                  <c:v>103.4804960602592</c:v>
                </c:pt>
                <c:pt idx="529">
                  <c:v>103.95717525252824</c:v>
                </c:pt>
                <c:pt idx="530">
                  <c:v>104.46278321989335</c:v>
                </c:pt>
                <c:pt idx="531">
                  <c:v>105.3725411486528</c:v>
                </c:pt>
                <c:pt idx="532">
                  <c:v>105.27142666246436</c:v>
                </c:pt>
                <c:pt idx="533">
                  <c:v>105.72186495996399</c:v>
                </c:pt>
                <c:pt idx="534">
                  <c:v>106.3123425237972</c:v>
                </c:pt>
                <c:pt idx="535">
                  <c:v>106.7501077205833</c:v>
                </c:pt>
                <c:pt idx="536">
                  <c:v>104.27146802909316</c:v>
                </c:pt>
                <c:pt idx="537">
                  <c:v>104.22017656721455</c:v>
                </c:pt>
                <c:pt idx="538">
                  <c:v>102.33185694171939</c:v>
                </c:pt>
                <c:pt idx="539">
                  <c:v>100.19749565390686</c:v>
                </c:pt>
                <c:pt idx="540">
                  <c:v>102.82789746281985</c:v>
                </c:pt>
                <c:pt idx="541">
                  <c:v>104.073928578489</c:v>
                </c:pt>
                <c:pt idx="542">
                  <c:v>103.19175617914824</c:v>
                </c:pt>
                <c:pt idx="543">
                  <c:v>102.76363746072671</c:v>
                </c:pt>
                <c:pt idx="544">
                  <c:v>102.9649247889663</c:v>
                </c:pt>
                <c:pt idx="545">
                  <c:v>103.94692398989376</c:v>
                </c:pt>
                <c:pt idx="546">
                  <c:v>104.47427952464921</c:v>
                </c:pt>
                <c:pt idx="547">
                  <c:v>105.16112938650201</c:v>
                </c:pt>
                <c:pt idx="548">
                  <c:v>103.7524900259252</c:v>
                </c:pt>
                <c:pt idx="549">
                  <c:v>104.01487247861347</c:v>
                </c:pt>
                <c:pt idx="550">
                  <c:v>103.77111562972075</c:v>
                </c:pt>
                <c:pt idx="551">
                  <c:v>104.17663640691651</c:v>
                </c:pt>
                <c:pt idx="552">
                  <c:v>103.05784356531868</c:v>
                </c:pt>
                <c:pt idx="553">
                  <c:v>103.29218620007258</c:v>
                </c:pt>
                <c:pt idx="554">
                  <c:v>104.00122660007391</c:v>
                </c:pt>
                <c:pt idx="555">
                  <c:v>103.21490998354197</c:v>
                </c:pt>
                <c:pt idx="556">
                  <c:v>102.73395113492232</c:v>
                </c:pt>
                <c:pt idx="557">
                  <c:v>104.08315246952277</c:v>
                </c:pt>
                <c:pt idx="558">
                  <c:v>103.96321751574506</c:v>
                </c:pt>
                <c:pt idx="559">
                  <c:v>103.65358407877633</c:v>
                </c:pt>
                <c:pt idx="560">
                  <c:v>103.25554353115287</c:v>
                </c:pt>
                <c:pt idx="561">
                  <c:v>102.18217649430365</c:v>
                </c:pt>
                <c:pt idx="562">
                  <c:v>102.58778387018062</c:v>
                </c:pt>
                <c:pt idx="563">
                  <c:v>102.9408214012859</c:v>
                </c:pt>
                <c:pt idx="564">
                  <c:v>102.28224150642465</c:v>
                </c:pt>
                <c:pt idx="565">
                  <c:v>102.96916052258601</c:v>
                </c:pt>
                <c:pt idx="566">
                  <c:v>102.71036777696243</c:v>
                </c:pt>
                <c:pt idx="567">
                  <c:v>103.32708166049487</c:v>
                </c:pt>
                <c:pt idx="568">
                  <c:v>103.54070544081199</c:v>
                </c:pt>
                <c:pt idx="569">
                  <c:v>105.69113792882963</c:v>
                </c:pt>
                <c:pt idx="570">
                  <c:v>105.42140769370545</c:v>
                </c:pt>
                <c:pt idx="571">
                  <c:v>106.84996536151134</c:v>
                </c:pt>
                <c:pt idx="572">
                  <c:v>107.14418546792606</c:v>
                </c:pt>
                <c:pt idx="573">
                  <c:v>107.61369782344529</c:v>
                </c:pt>
                <c:pt idx="574">
                  <c:v>107.60855055605447</c:v>
                </c:pt>
                <c:pt idx="575">
                  <c:v>108.68013535403799</c:v>
                </c:pt>
                <c:pt idx="576">
                  <c:v>108.33860122385921</c:v>
                </c:pt>
                <c:pt idx="577">
                  <c:v>107.90763536248406</c:v>
                </c:pt>
                <c:pt idx="578">
                  <c:v>108.13314871360407</c:v>
                </c:pt>
                <c:pt idx="579">
                  <c:v>108.64640254603748</c:v>
                </c:pt>
                <c:pt idx="580">
                  <c:v>108.88108408404258</c:v>
                </c:pt>
                <c:pt idx="581">
                  <c:v>108.90401341538704</c:v>
                </c:pt>
                <c:pt idx="582">
                  <c:v>108.29078105866192</c:v>
                </c:pt>
                <c:pt idx="583">
                  <c:v>109.79258352849951</c:v>
                </c:pt>
                <c:pt idx="584">
                  <c:v>110.0180519573406</c:v>
                </c:pt>
                <c:pt idx="585">
                  <c:v>109.79666648063322</c:v>
                </c:pt>
                <c:pt idx="586">
                  <c:v>110.59802220847926</c:v>
                </c:pt>
                <c:pt idx="587">
                  <c:v>110.65426741756362</c:v>
                </c:pt>
                <c:pt idx="588">
                  <c:v>110.77033063687949</c:v>
                </c:pt>
                <c:pt idx="589">
                  <c:v>109.44184660023318</c:v>
                </c:pt>
                <c:pt idx="590">
                  <c:v>108.2370048146217</c:v>
                </c:pt>
                <c:pt idx="591">
                  <c:v>106.42478983869233</c:v>
                </c:pt>
                <c:pt idx="592">
                  <c:v>104.98857148696085</c:v>
                </c:pt>
                <c:pt idx="593">
                  <c:v>106.87702150929948</c:v>
                </c:pt>
                <c:pt idx="594">
                  <c:v>106.63446115227195</c:v>
                </c:pt>
                <c:pt idx="595">
                  <c:v>106.96768881276198</c:v>
                </c:pt>
                <c:pt idx="596">
                  <c:v>107.34137367636343</c:v>
                </c:pt>
                <c:pt idx="597">
                  <c:v>106.20456545116512</c:v>
                </c:pt>
                <c:pt idx="598">
                  <c:v>105.51833978756839</c:v>
                </c:pt>
                <c:pt idx="599">
                  <c:v>106.37208912898915</c:v>
                </c:pt>
                <c:pt idx="600">
                  <c:v>107.96914154345573</c:v>
                </c:pt>
                <c:pt idx="601">
                  <c:v>107.25250491879945</c:v>
                </c:pt>
                <c:pt idx="602">
                  <c:v>107.39275805737205</c:v>
                </c:pt>
                <c:pt idx="603">
                  <c:v>107.58107046402748</c:v>
                </c:pt>
                <c:pt idx="604">
                  <c:v>106.52717813362079</c:v>
                </c:pt>
                <c:pt idx="605">
                  <c:v>106.08317327201549</c:v>
                </c:pt>
                <c:pt idx="606">
                  <c:v>105.90432109271688</c:v>
                </c:pt>
                <c:pt idx="607">
                  <c:v>107.10641109667463</c:v>
                </c:pt>
                <c:pt idx="608">
                  <c:v>109.03696147414195</c:v>
                </c:pt>
                <c:pt idx="609">
                  <c:v>109.79029765321933</c:v>
                </c:pt>
                <c:pt idx="610">
                  <c:v>109.3467959756954</c:v>
                </c:pt>
                <c:pt idx="611">
                  <c:v>109.3143317486257</c:v>
                </c:pt>
                <c:pt idx="612">
                  <c:v>108.74533412732369</c:v>
                </c:pt>
                <c:pt idx="613">
                  <c:v>110.20083254507823</c:v>
                </c:pt>
                <c:pt idx="614">
                  <c:v>109.89157575471738</c:v>
                </c:pt>
                <c:pt idx="615">
                  <c:v>109.57514241005677</c:v>
                </c:pt>
                <c:pt idx="616">
                  <c:v>108.7893549581301</c:v>
                </c:pt>
                <c:pt idx="617">
                  <c:v>105.45605665436098</c:v>
                </c:pt>
                <c:pt idx="618">
                  <c:v>104.48665473747003</c:v>
                </c:pt>
                <c:pt idx="619">
                  <c:v>103.47187790375166</c:v>
                </c:pt>
                <c:pt idx="620">
                  <c:v>100.97861495849898</c:v>
                </c:pt>
                <c:pt idx="621">
                  <c:v>100.98896800549146</c:v>
                </c:pt>
                <c:pt idx="622">
                  <c:v>102.71842798417113</c:v>
                </c:pt>
                <c:pt idx="623">
                  <c:v>102.15269017132677</c:v>
                </c:pt>
                <c:pt idx="624">
                  <c:v>102.77774188399927</c:v>
                </c:pt>
                <c:pt idx="625">
                  <c:v>102.65336265979789</c:v>
                </c:pt>
                <c:pt idx="626">
                  <c:v>103.62172833591417</c:v>
                </c:pt>
                <c:pt idx="627">
                  <c:v>103.24596559621756</c:v>
                </c:pt>
                <c:pt idx="628">
                  <c:v>103.89631279204268</c:v>
                </c:pt>
                <c:pt idx="629">
                  <c:v>103.86471230736628</c:v>
                </c:pt>
                <c:pt idx="630">
                  <c:v>106.7940564423765</c:v>
                </c:pt>
                <c:pt idx="631">
                  <c:v>108.23647639773222</c:v>
                </c:pt>
                <c:pt idx="632">
                  <c:v>108.7575576422397</c:v>
                </c:pt>
                <c:pt idx="633">
                  <c:v>108.48078716259735</c:v>
                </c:pt>
                <c:pt idx="634">
                  <c:v>108.48078716259735</c:v>
                </c:pt>
                <c:pt idx="635">
                  <c:v>109.56365280480918</c:v>
                </c:pt>
                <c:pt idx="636">
                  <c:v>110.71087038226776</c:v>
                </c:pt>
                <c:pt idx="637">
                  <c:v>113.10496601392539</c:v>
                </c:pt>
                <c:pt idx="638">
                  <c:v>114.2801712484699</c:v>
                </c:pt>
                <c:pt idx="639">
                  <c:v>112.699158359382</c:v>
                </c:pt>
                <c:pt idx="640">
                  <c:v>114.08579730657641</c:v>
                </c:pt>
                <c:pt idx="641">
                  <c:v>115.83891612569235</c:v>
                </c:pt>
                <c:pt idx="642">
                  <c:v>116.29796504219443</c:v>
                </c:pt>
                <c:pt idx="643">
                  <c:v>115.34579052761673</c:v>
                </c:pt>
                <c:pt idx="644">
                  <c:v>113.17600662954592</c:v>
                </c:pt>
                <c:pt idx="645">
                  <c:v>112.23163595597907</c:v>
                </c:pt>
                <c:pt idx="646">
                  <c:v>112.93947154054696</c:v>
                </c:pt>
                <c:pt idx="647">
                  <c:v>114.03466352869373</c:v>
                </c:pt>
                <c:pt idx="648">
                  <c:v>111.60984838808949</c:v>
                </c:pt>
                <c:pt idx="649">
                  <c:v>110.14399701130884</c:v>
                </c:pt>
                <c:pt idx="650">
                  <c:v>109.01426029917842</c:v>
                </c:pt>
                <c:pt idx="651">
                  <c:v>110.0857781768526</c:v>
                </c:pt>
                <c:pt idx="652">
                  <c:v>111.43189755426002</c:v>
                </c:pt>
                <c:pt idx="653">
                  <c:v>111.95045944002072</c:v>
                </c:pt>
                <c:pt idx="654">
                  <c:v>112.27660172266231</c:v>
                </c:pt>
                <c:pt idx="655">
                  <c:v>112.67195035282242</c:v>
                </c:pt>
                <c:pt idx="656">
                  <c:v>112.24866583158598</c:v>
                </c:pt>
                <c:pt idx="657">
                  <c:v>112.61285024985736</c:v>
                </c:pt>
                <c:pt idx="658">
                  <c:v>113.59756051946495</c:v>
                </c:pt>
                <c:pt idx="659">
                  <c:v>113.13720819136549</c:v>
                </c:pt>
                <c:pt idx="660">
                  <c:v>113.50738051593679</c:v>
                </c:pt>
                <c:pt idx="661">
                  <c:v>112.90631381735948</c:v>
                </c:pt>
                <c:pt idx="662">
                  <c:v>111.41523462855677</c:v>
                </c:pt>
                <c:pt idx="663">
                  <c:v>111.38447835972333</c:v>
                </c:pt>
                <c:pt idx="664">
                  <c:v>111.0557590614971</c:v>
                </c:pt>
                <c:pt idx="665">
                  <c:v>109.61541368092374</c:v>
                </c:pt>
                <c:pt idx="666">
                  <c:v>112.40245330825256</c:v>
                </c:pt>
                <c:pt idx="667">
                  <c:v>113.08026129322285</c:v>
                </c:pt>
                <c:pt idx="668">
                  <c:v>111.95869583806976</c:v>
                </c:pt>
                <c:pt idx="669">
                  <c:v>110.90998597030584</c:v>
                </c:pt>
                <c:pt idx="670">
                  <c:v>111.38246990149682</c:v>
                </c:pt>
                <c:pt idx="671">
                  <c:v>112.2920222868543</c:v>
                </c:pt>
                <c:pt idx="672">
                  <c:v>113.15804349906848</c:v>
                </c:pt>
                <c:pt idx="673">
                  <c:v>114.28828605353334</c:v>
                </c:pt>
                <c:pt idx="674">
                  <c:v>114.65512040279474</c:v>
                </c:pt>
                <c:pt idx="675">
                  <c:v>115.94242796422721</c:v>
                </c:pt>
                <c:pt idx="676">
                  <c:v>116.75991838329089</c:v>
                </c:pt>
                <c:pt idx="677">
                  <c:v>117.59833424116866</c:v>
                </c:pt>
                <c:pt idx="678">
                  <c:v>116.63183989020195</c:v>
                </c:pt>
                <c:pt idx="679">
                  <c:v>116.17902697328145</c:v>
                </c:pt>
                <c:pt idx="680">
                  <c:v>117.69119188442177</c:v>
                </c:pt>
                <c:pt idx="681">
                  <c:v>117.66369016260685</c:v>
                </c:pt>
                <c:pt idx="682">
                  <c:v>117.66850855020064</c:v>
                </c:pt>
                <c:pt idx="683">
                  <c:v>119.11634500178138</c:v>
                </c:pt>
                <c:pt idx="684">
                  <c:v>120.78019817620758</c:v>
                </c:pt>
                <c:pt idx="685">
                  <c:v>121.93382776379795</c:v>
                </c:pt>
                <c:pt idx="686">
                  <c:v>121.9790214112347</c:v>
                </c:pt>
                <c:pt idx="687">
                  <c:v>121.10221258750288</c:v>
                </c:pt>
                <c:pt idx="688">
                  <c:v>120.11149005498936</c:v>
                </c:pt>
                <c:pt idx="689">
                  <c:v>120.27773830624464</c:v>
                </c:pt>
                <c:pt idx="690">
                  <c:v>120.56492262293682</c:v>
                </c:pt>
                <c:pt idx="691">
                  <c:v>120.07979121498323</c:v>
                </c:pt>
                <c:pt idx="692">
                  <c:v>118.37503825673708</c:v>
                </c:pt>
                <c:pt idx="693">
                  <c:v>119.39381444918358</c:v>
                </c:pt>
                <c:pt idx="694">
                  <c:v>117.83186540327601</c:v>
                </c:pt>
                <c:pt idx="695">
                  <c:v>119.21239471062415</c:v>
                </c:pt>
                <c:pt idx="696">
                  <c:v>119.5664809317372</c:v>
                </c:pt>
                <c:pt idx="697">
                  <c:v>120.16580821951152</c:v>
                </c:pt>
                <c:pt idx="698">
                  <c:v>119.16239868127225</c:v>
                </c:pt>
                <c:pt idx="699">
                  <c:v>119.02113730569448</c:v>
                </c:pt>
                <c:pt idx="700">
                  <c:v>118.76589762525498</c:v>
                </c:pt>
                <c:pt idx="701">
                  <c:v>117.95797494724344</c:v>
                </c:pt>
                <c:pt idx="702">
                  <c:v>117.54922879828482</c:v>
                </c:pt>
                <c:pt idx="703">
                  <c:v>118.6180435812261</c:v>
                </c:pt>
                <c:pt idx="704">
                  <c:v>113.35660174721028</c:v>
                </c:pt>
                <c:pt idx="705">
                  <c:v>111.6616754762163</c:v>
                </c:pt>
                <c:pt idx="706">
                  <c:v>111.40154496759574</c:v>
                </c:pt>
                <c:pt idx="707">
                  <c:v>112.06970754760977</c:v>
                </c:pt>
                <c:pt idx="708">
                  <c:v>110.73726786528341</c:v>
                </c:pt>
                <c:pt idx="709">
                  <c:v>112.39141392568156</c:v>
                </c:pt>
                <c:pt idx="710">
                  <c:v>113.07145438193182</c:v>
                </c:pt>
                <c:pt idx="711">
                  <c:v>112.608362008508</c:v>
                </c:pt>
                <c:pt idx="712">
                  <c:v>111.37647836086092</c:v>
                </c:pt>
                <c:pt idx="713">
                  <c:v>109.77447461852854</c:v>
                </c:pt>
                <c:pt idx="714">
                  <c:v>108.75436030507335</c:v>
                </c:pt>
                <c:pt idx="715">
                  <c:v>107.31867775807619</c:v>
                </c:pt>
                <c:pt idx="716">
                  <c:v>109.21903713814181</c:v>
                </c:pt>
                <c:pt idx="717">
                  <c:v>111.22736743846671</c:v>
                </c:pt>
                <c:pt idx="718">
                  <c:v>111.02735361246563</c:v>
                </c:pt>
                <c:pt idx="719">
                  <c:v>109.68272898289536</c:v>
                </c:pt>
                <c:pt idx="720">
                  <c:v>109.19065074892552</c:v>
                </c:pt>
                <c:pt idx="721">
                  <c:v>108.37769748026761</c:v>
                </c:pt>
                <c:pt idx="722">
                  <c:v>107.04593601328537</c:v>
                </c:pt>
                <c:pt idx="723">
                  <c:v>105.13080922979299</c:v>
                </c:pt>
                <c:pt idx="724">
                  <c:v>106.27900927783061</c:v>
                </c:pt>
                <c:pt idx="725">
                  <c:v>105.69730708958421</c:v>
                </c:pt>
                <c:pt idx="726">
                  <c:v>108.38928852853932</c:v>
                </c:pt>
                <c:pt idx="727">
                  <c:v>108.06536470072223</c:v>
                </c:pt>
                <c:pt idx="728">
                  <c:v>107.85741207131073</c:v>
                </c:pt>
                <c:pt idx="729">
                  <c:v>106.07462898388216</c:v>
                </c:pt>
                <c:pt idx="730">
                  <c:v>105.02304608925959</c:v>
                </c:pt>
                <c:pt idx="731">
                  <c:v>105.64625287299157</c:v>
                </c:pt>
                <c:pt idx="732">
                  <c:v>106.64237693167031</c:v>
                </c:pt>
                <c:pt idx="733">
                  <c:v>105.98898162521822</c:v>
                </c:pt>
                <c:pt idx="734">
                  <c:v>104.99602705458868</c:v>
                </c:pt>
                <c:pt idx="735">
                  <c:v>106.8702297993224</c:v>
                </c:pt>
                <c:pt idx="736">
                  <c:v>107.44389280540297</c:v>
                </c:pt>
                <c:pt idx="737">
                  <c:v>105.85022098828223</c:v>
                </c:pt>
                <c:pt idx="738">
                  <c:v>108.43911098045443</c:v>
                </c:pt>
                <c:pt idx="739">
                  <c:v>106.63935454653659</c:v>
                </c:pt>
                <c:pt idx="740">
                  <c:v>108.22792061964698</c:v>
                </c:pt>
                <c:pt idx="741">
                  <c:v>107.96846279785873</c:v>
                </c:pt>
                <c:pt idx="742">
                  <c:v>108.36706686633507</c:v>
                </c:pt>
                <c:pt idx="743">
                  <c:v>108.44616877657792</c:v>
                </c:pt>
                <c:pt idx="744">
                  <c:v>108.65373333663896</c:v>
                </c:pt>
                <c:pt idx="745">
                  <c:v>108.98725698661281</c:v>
                </c:pt>
                <c:pt idx="746">
                  <c:v>109.06606144979177</c:v>
                </c:pt>
                <c:pt idx="747">
                  <c:v>109.08377034517395</c:v>
                </c:pt>
                <c:pt idx="748">
                  <c:v>110.01941812439918</c:v>
                </c:pt>
                <c:pt idx="749">
                  <c:v>108.74489878159943</c:v>
                </c:pt>
                <c:pt idx="750">
                  <c:v>108.30021172307738</c:v>
                </c:pt>
                <c:pt idx="751">
                  <c:v>108.51353121203272</c:v>
                </c:pt>
                <c:pt idx="752">
                  <c:v>107.71656059504988</c:v>
                </c:pt>
                <c:pt idx="753">
                  <c:v>106.48872008269218</c:v>
                </c:pt>
                <c:pt idx="754">
                  <c:v>107.51369747201812</c:v>
                </c:pt>
                <c:pt idx="755">
                  <c:v>108.50824892321124</c:v>
                </c:pt>
                <c:pt idx="756">
                  <c:v>107.97014663820512</c:v>
                </c:pt>
                <c:pt idx="757">
                  <c:v>106.97085604889605</c:v>
                </c:pt>
                <c:pt idx="758">
                  <c:v>106.08811931521316</c:v>
                </c:pt>
                <c:pt idx="759">
                  <c:v>106.32614561143835</c:v>
                </c:pt>
                <c:pt idx="760">
                  <c:v>106.03581679749105</c:v>
                </c:pt>
                <c:pt idx="761">
                  <c:v>105.55049085000901</c:v>
                </c:pt>
                <c:pt idx="762">
                  <c:v>104.47286983779365</c:v>
                </c:pt>
                <c:pt idx="763">
                  <c:v>104.47571963456394</c:v>
                </c:pt>
                <c:pt idx="764">
                  <c:v>103.28009608190577</c:v>
                </c:pt>
                <c:pt idx="765">
                  <c:v>102.27009421916773</c:v>
                </c:pt>
                <c:pt idx="766">
                  <c:v>101.9522283852873</c:v>
                </c:pt>
                <c:pt idx="767">
                  <c:v>99.47547502463388</c:v>
                </c:pt>
                <c:pt idx="768">
                  <c:v>98.686350654303169</c:v>
                </c:pt>
                <c:pt idx="769">
                  <c:v>99.064037493539388</c:v>
                </c:pt>
                <c:pt idx="770">
                  <c:v>98.826889720994231</c:v>
                </c:pt>
                <c:pt idx="771">
                  <c:v>99.204636715525268</c:v>
                </c:pt>
                <c:pt idx="772">
                  <c:v>100.43028241791903</c:v>
                </c:pt>
                <c:pt idx="773">
                  <c:v>101.65142059721003</c:v>
                </c:pt>
                <c:pt idx="774">
                  <c:v>102.21409258109105</c:v>
                </c:pt>
                <c:pt idx="775">
                  <c:v>101.96276583297468</c:v>
                </c:pt>
                <c:pt idx="776">
                  <c:v>102.29639030400681</c:v>
                </c:pt>
                <c:pt idx="777">
                  <c:v>102.03509470154306</c:v>
                </c:pt>
                <c:pt idx="778">
                  <c:v>100.50895406433685</c:v>
                </c:pt>
                <c:pt idx="779">
                  <c:v>98.751348854466499</c:v>
                </c:pt>
                <c:pt idx="780">
                  <c:v>100.36258611884179</c:v>
                </c:pt>
                <c:pt idx="781">
                  <c:v>100.97214075432879</c:v>
                </c:pt>
                <c:pt idx="782">
                  <c:v>99.883191061279533</c:v>
                </c:pt>
                <c:pt idx="783">
                  <c:v>100.36670581076154</c:v>
                </c:pt>
                <c:pt idx="784">
                  <c:v>100.79597967787026</c:v>
                </c:pt>
                <c:pt idx="785">
                  <c:v>99.847077546562872</c:v>
                </c:pt>
                <c:pt idx="786">
                  <c:v>98.97283241210279</c:v>
                </c:pt>
                <c:pt idx="787">
                  <c:v>97.618564463215193</c:v>
                </c:pt>
                <c:pt idx="788">
                  <c:v>97.177781201958666</c:v>
                </c:pt>
                <c:pt idx="789">
                  <c:v>96.183822723838887</c:v>
                </c:pt>
                <c:pt idx="790">
                  <c:v>96.31873712127522</c:v>
                </c:pt>
                <c:pt idx="791">
                  <c:v>95.201807900093669</c:v>
                </c:pt>
                <c:pt idx="792">
                  <c:v>96.60074845077402</c:v>
                </c:pt>
                <c:pt idx="793">
                  <c:v>94.601786188281153</c:v>
                </c:pt>
                <c:pt idx="794">
                  <c:v>94.777060147779622</c:v>
                </c:pt>
                <c:pt idx="795">
                  <c:v>92.363135899621341</c:v>
                </c:pt>
                <c:pt idx="796">
                  <c:v>91.564340471480065</c:v>
                </c:pt>
                <c:pt idx="797">
                  <c:v>94.276807123853857</c:v>
                </c:pt>
                <c:pt idx="798">
                  <c:v>92.341375937762308</c:v>
                </c:pt>
                <c:pt idx="799">
                  <c:v>92.252268500243702</c:v>
                </c:pt>
                <c:pt idx="800">
                  <c:v>92.154411270736446</c:v>
                </c:pt>
                <c:pt idx="801">
                  <c:v>91.593150778830434</c:v>
                </c:pt>
                <c:pt idx="802">
                  <c:v>91.880620734231314</c:v>
                </c:pt>
                <c:pt idx="803">
                  <c:v>93.325029625554279</c:v>
                </c:pt>
                <c:pt idx="804">
                  <c:v>93.730561335249263</c:v>
                </c:pt>
                <c:pt idx="805">
                  <c:v>93.117739905562118</c:v>
                </c:pt>
                <c:pt idx="806">
                  <c:v>93.806393267935491</c:v>
                </c:pt>
                <c:pt idx="807">
                  <c:v>93.347314106877022</c:v>
                </c:pt>
                <c:pt idx="808">
                  <c:v>91.824741925160055</c:v>
                </c:pt>
                <c:pt idx="809">
                  <c:v>92.910586552442254</c:v>
                </c:pt>
                <c:pt idx="810">
                  <c:v>91.929058041155102</c:v>
                </c:pt>
                <c:pt idx="811">
                  <c:v>90.56114827735756</c:v>
                </c:pt>
                <c:pt idx="812">
                  <c:v>91.100017165367106</c:v>
                </c:pt>
                <c:pt idx="813">
                  <c:v>92.676508623029491</c:v>
                </c:pt>
                <c:pt idx="814">
                  <c:v>93.964516641749697</c:v>
                </c:pt>
                <c:pt idx="815">
                  <c:v>93.465708618122676</c:v>
                </c:pt>
                <c:pt idx="816">
                  <c:v>93.937585450587193</c:v>
                </c:pt>
                <c:pt idx="817">
                  <c:v>94.389428950414285</c:v>
                </c:pt>
                <c:pt idx="818">
                  <c:v>94.798942677986119</c:v>
                </c:pt>
                <c:pt idx="819">
                  <c:v>95.21014239477887</c:v>
                </c:pt>
                <c:pt idx="820">
                  <c:v>94.959821172346167</c:v>
                </c:pt>
                <c:pt idx="821">
                  <c:v>94.873378844015392</c:v>
                </c:pt>
                <c:pt idx="822">
                  <c:v>94.810677139866996</c:v>
                </c:pt>
                <c:pt idx="823">
                  <c:v>95.357298651810382</c:v>
                </c:pt>
                <c:pt idx="824">
                  <c:v>94.721726223643586</c:v>
                </c:pt>
                <c:pt idx="825">
                  <c:v>95.225057943190393</c:v>
                </c:pt>
                <c:pt idx="826">
                  <c:v>95.103916237707779</c:v>
                </c:pt>
                <c:pt idx="827">
                  <c:v>93.930250012702004</c:v>
                </c:pt>
                <c:pt idx="828">
                  <c:v>92.706182800206705</c:v>
                </c:pt>
                <c:pt idx="829">
                  <c:v>92.109211732442446</c:v>
                </c:pt>
                <c:pt idx="830">
                  <c:v>90.613023670800118</c:v>
                </c:pt>
                <c:pt idx="831">
                  <c:v>91.069527292238192</c:v>
                </c:pt>
                <c:pt idx="832">
                  <c:v>94.201834476893026</c:v>
                </c:pt>
                <c:pt idx="833">
                  <c:v>94.5174281248309</c:v>
                </c:pt>
                <c:pt idx="834">
                  <c:v>94.910735212921082</c:v>
                </c:pt>
                <c:pt idx="835">
                  <c:v>94.621735624175528</c:v>
                </c:pt>
                <c:pt idx="836">
                  <c:v>95.003358031671482</c:v>
                </c:pt>
                <c:pt idx="837">
                  <c:v>95.922863570930787</c:v>
                </c:pt>
                <c:pt idx="838">
                  <c:v>95.507297467446477</c:v>
                </c:pt>
                <c:pt idx="839">
                  <c:v>92.361190077997975</c:v>
                </c:pt>
                <c:pt idx="840">
                  <c:v>92.535051902144431</c:v>
                </c:pt>
                <c:pt idx="841">
                  <c:v>93.141082117674358</c:v>
                </c:pt>
                <c:pt idx="842">
                  <c:v>91.338910546126101</c:v>
                </c:pt>
                <c:pt idx="843">
                  <c:v>90.42288647221271</c:v>
                </c:pt>
                <c:pt idx="844">
                  <c:v>90.701649428256189</c:v>
                </c:pt>
                <c:pt idx="845">
                  <c:v>93.452514580599001</c:v>
                </c:pt>
                <c:pt idx="846">
                  <c:v>91.966467601305865</c:v>
                </c:pt>
                <c:pt idx="847">
                  <c:v>90.544703853450528</c:v>
                </c:pt>
                <c:pt idx="848">
                  <c:v>89.938046866575135</c:v>
                </c:pt>
                <c:pt idx="849">
                  <c:v>90.381536349978873</c:v>
                </c:pt>
                <c:pt idx="850">
                  <c:v>87.70910816029135</c:v>
                </c:pt>
                <c:pt idx="851">
                  <c:v>87.346441459668625</c:v>
                </c:pt>
                <c:pt idx="852">
                  <c:v>87.73528674775541</c:v>
                </c:pt>
                <c:pt idx="853">
                  <c:v>84.598963042113908</c:v>
                </c:pt>
                <c:pt idx="854">
                  <c:v>84.242997754481223</c:v>
                </c:pt>
                <c:pt idx="855">
                  <c:v>83.081312714455578</c:v>
                </c:pt>
                <c:pt idx="856">
                  <c:v>81.883485022137052</c:v>
                </c:pt>
                <c:pt idx="857">
                  <c:v>79.332776742942826</c:v>
                </c:pt>
                <c:pt idx="858">
                  <c:v>78.898835709795065</c:v>
                </c:pt>
                <c:pt idx="859">
                  <c:v>80.786412015531496</c:v>
                </c:pt>
                <c:pt idx="860">
                  <c:v>78.923570061009116</c:v>
                </c:pt>
                <c:pt idx="861">
                  <c:v>81.13057181252249</c:v>
                </c:pt>
                <c:pt idx="862">
                  <c:v>80.743933522926497</c:v>
                </c:pt>
                <c:pt idx="863">
                  <c:v>81.475875912500456</c:v>
                </c:pt>
                <c:pt idx="864">
                  <c:v>80.328509996664508</c:v>
                </c:pt>
                <c:pt idx="865">
                  <c:v>80.393702854843468</c:v>
                </c:pt>
                <c:pt idx="866">
                  <c:v>79.916285894744149</c:v>
                </c:pt>
                <c:pt idx="867">
                  <c:v>81.591444444847156</c:v>
                </c:pt>
                <c:pt idx="868">
                  <c:v>80.494932104154714</c:v>
                </c:pt>
                <c:pt idx="869">
                  <c:v>79.909470231497451</c:v>
                </c:pt>
                <c:pt idx="870">
                  <c:v>82.556151786088535</c:v>
                </c:pt>
                <c:pt idx="871">
                  <c:v>82.553386881151411</c:v>
                </c:pt>
                <c:pt idx="872">
                  <c:v>83.018153108507406</c:v>
                </c:pt>
                <c:pt idx="873">
                  <c:v>84.090751578272673</c:v>
                </c:pt>
                <c:pt idx="874">
                  <c:v>85.863156453783745</c:v>
                </c:pt>
                <c:pt idx="875">
                  <c:v>86.151867248518727</c:v>
                </c:pt>
                <c:pt idx="876">
                  <c:v>86.451900035204119</c:v>
                </c:pt>
                <c:pt idx="877">
                  <c:v>87.31584729931798</c:v>
                </c:pt>
                <c:pt idx="878">
                  <c:v>85.904251952747188</c:v>
                </c:pt>
                <c:pt idx="879">
                  <c:v>87.442842843639738</c:v>
                </c:pt>
                <c:pt idx="880">
                  <c:v>88.103052889890947</c:v>
                </c:pt>
                <c:pt idx="881">
                  <c:v>88.370548098291863</c:v>
                </c:pt>
                <c:pt idx="882">
                  <c:v>89.775214428700522</c:v>
                </c:pt>
                <c:pt idx="883">
                  <c:v>90.351178406277171</c:v>
                </c:pt>
                <c:pt idx="884">
                  <c:v>90.50973506150595</c:v>
                </c:pt>
                <c:pt idx="885">
                  <c:v>90.179158856555631</c:v>
                </c:pt>
                <c:pt idx="886">
                  <c:v>89.92889862113914</c:v>
                </c:pt>
                <c:pt idx="887">
                  <c:v>91.569493484948595</c:v>
                </c:pt>
                <c:pt idx="888">
                  <c:v>91.662964325916562</c:v>
                </c:pt>
                <c:pt idx="889">
                  <c:v>92.155630306556731</c:v>
                </c:pt>
                <c:pt idx="890">
                  <c:v>91.407888111745933</c:v>
                </c:pt>
                <c:pt idx="891">
                  <c:v>89.936270510101281</c:v>
                </c:pt>
                <c:pt idx="892">
                  <c:v>87.873585917261408</c:v>
                </c:pt>
                <c:pt idx="893">
                  <c:v>89.015784018260987</c:v>
                </c:pt>
                <c:pt idx="894">
                  <c:v>85.588665859070431</c:v>
                </c:pt>
                <c:pt idx="895">
                  <c:v>87.609656121138912</c:v>
                </c:pt>
                <c:pt idx="896">
                  <c:v>88.770821970525873</c:v>
                </c:pt>
                <c:pt idx="897">
                  <c:v>88.997582713641179</c:v>
                </c:pt>
                <c:pt idx="898">
                  <c:v>89.455138370084057</c:v>
                </c:pt>
                <c:pt idx="899">
                  <c:v>91.096709100701716</c:v>
                </c:pt>
                <c:pt idx="900">
                  <c:v>93.748184438474865</c:v>
                </c:pt>
                <c:pt idx="901">
                  <c:v>92.48117128832439</c:v>
                </c:pt>
                <c:pt idx="902">
                  <c:v>91.70298867186348</c:v>
                </c:pt>
                <c:pt idx="903">
                  <c:v>92.774008415588071</c:v>
                </c:pt>
                <c:pt idx="904">
                  <c:v>92.763907736203024</c:v>
                </c:pt>
                <c:pt idx="905">
                  <c:v>93.914547963297721</c:v>
                </c:pt>
                <c:pt idx="906">
                  <c:v>93.852478173304988</c:v>
                </c:pt>
                <c:pt idx="907">
                  <c:v>94.303223076823684</c:v>
                </c:pt>
                <c:pt idx="908">
                  <c:v>93.41883999792995</c:v>
                </c:pt>
                <c:pt idx="909">
                  <c:v>91.245370855817811</c:v>
                </c:pt>
                <c:pt idx="910">
                  <c:v>92.68224550042973</c:v>
                </c:pt>
                <c:pt idx="911">
                  <c:v>93.663520331516068</c:v>
                </c:pt>
                <c:pt idx="912">
                  <c:v>92.920136218450651</c:v>
                </c:pt>
                <c:pt idx="913">
                  <c:v>92.369407592108843</c:v>
                </c:pt>
                <c:pt idx="914">
                  <c:v>92.525727250437185</c:v>
                </c:pt>
                <c:pt idx="915">
                  <c:v>91.55535504067241</c:v>
                </c:pt>
                <c:pt idx="916">
                  <c:v>89.809399472622758</c:v>
                </c:pt>
                <c:pt idx="917">
                  <c:v>90.177810021924259</c:v>
                </c:pt>
                <c:pt idx="918">
                  <c:v>90.123574674307179</c:v>
                </c:pt>
                <c:pt idx="919">
                  <c:v>90.021201721455157</c:v>
                </c:pt>
                <c:pt idx="920">
                  <c:v>88.834520182937823</c:v>
                </c:pt>
                <c:pt idx="921">
                  <c:v>88.24287152127107</c:v>
                </c:pt>
                <c:pt idx="922">
                  <c:v>87.496656037388576</c:v>
                </c:pt>
                <c:pt idx="923">
                  <c:v>87.127602191427314</c:v>
                </c:pt>
                <c:pt idx="924">
                  <c:v>86.592687607990314</c:v>
                </c:pt>
                <c:pt idx="925">
                  <c:v>86.361454142427107</c:v>
                </c:pt>
                <c:pt idx="926">
                  <c:v>85.531471886905805</c:v>
                </c:pt>
                <c:pt idx="927">
                  <c:v>85.742092553209687</c:v>
                </c:pt>
                <c:pt idx="928">
                  <c:v>85.620782755603031</c:v>
                </c:pt>
                <c:pt idx="929">
                  <c:v>86.679992227836877</c:v>
                </c:pt>
                <c:pt idx="930">
                  <c:v>87.200563497472857</c:v>
                </c:pt>
                <c:pt idx="931">
                  <c:v>84.982210026064848</c:v>
                </c:pt>
                <c:pt idx="932">
                  <c:v>84.343310062915023</c:v>
                </c:pt>
                <c:pt idx="933">
                  <c:v>84.733023833828483</c:v>
                </c:pt>
                <c:pt idx="934">
                  <c:v>84.579294850642185</c:v>
                </c:pt>
                <c:pt idx="935">
                  <c:v>83.683083448282218</c:v>
                </c:pt>
                <c:pt idx="936">
                  <c:v>83.161637177442856</c:v>
                </c:pt>
                <c:pt idx="937">
                  <c:v>83.237198070529161</c:v>
                </c:pt>
                <c:pt idx="938">
                  <c:v>82.330155582798739</c:v>
                </c:pt>
                <c:pt idx="939">
                  <c:v>82.161657269009496</c:v>
                </c:pt>
                <c:pt idx="940">
                  <c:v>82.912836660107089</c:v>
                </c:pt>
                <c:pt idx="941">
                  <c:v>82.780754380573626</c:v>
                </c:pt>
                <c:pt idx="942">
                  <c:v>82.780754380573626</c:v>
                </c:pt>
                <c:pt idx="943">
                  <c:v>84.294957479233219</c:v>
                </c:pt>
                <c:pt idx="944">
                  <c:v>84.495702876625103</c:v>
                </c:pt>
                <c:pt idx="945">
                  <c:v>84.73050578016155</c:v>
                </c:pt>
                <c:pt idx="946">
                  <c:v>84.362429893113458</c:v>
                </c:pt>
                <c:pt idx="947">
                  <c:v>84.068040111741382</c:v>
                </c:pt>
                <c:pt idx="948">
                  <c:v>84.764731823597103</c:v>
                </c:pt>
                <c:pt idx="949">
                  <c:v>85.761427880447556</c:v>
                </c:pt>
                <c:pt idx="950">
                  <c:v>87.094181802194242</c:v>
                </c:pt>
                <c:pt idx="951">
                  <c:v>88.180719083280309</c:v>
                </c:pt>
                <c:pt idx="952">
                  <c:v>89.578407417654901</c:v>
                </c:pt>
                <c:pt idx="953">
                  <c:v>89.653343798517909</c:v>
                </c:pt>
                <c:pt idx="954">
                  <c:v>92.039654511534593</c:v>
                </c:pt>
                <c:pt idx="955">
                  <c:v>94.175374123450226</c:v>
                </c:pt>
                <c:pt idx="956">
                  <c:v>93.304125882408229</c:v>
                </c:pt>
                <c:pt idx="957">
                  <c:v>94.828760880247259</c:v>
                </c:pt>
                <c:pt idx="958">
                  <c:v>95.388355361365413</c:v>
                </c:pt>
                <c:pt idx="959">
                  <c:v>95.658882112572087</c:v>
                </c:pt>
                <c:pt idx="960">
                  <c:v>94.991938041248105</c:v>
                </c:pt>
                <c:pt idx="961">
                  <c:v>95.972815052596303</c:v>
                </c:pt>
                <c:pt idx="962">
                  <c:v>94.70336314816349</c:v>
                </c:pt>
                <c:pt idx="963">
                  <c:v>95.839484434994716</c:v>
                </c:pt>
                <c:pt idx="964">
                  <c:v>95.019817720535386</c:v>
                </c:pt>
                <c:pt idx="965">
                  <c:v>95.84625732034857</c:v>
                </c:pt>
                <c:pt idx="966">
                  <c:v>95.922244719632289</c:v>
                </c:pt>
                <c:pt idx="967">
                  <c:v>96.841727566706297</c:v>
                </c:pt>
                <c:pt idx="968">
                  <c:v>96.879896396991896</c:v>
                </c:pt>
                <c:pt idx="969">
                  <c:v>96.204852843096177</c:v>
                </c:pt>
                <c:pt idx="970">
                  <c:v>95.899721632583422</c:v>
                </c:pt>
                <c:pt idx="971">
                  <c:v>95.441586613909209</c:v>
                </c:pt>
                <c:pt idx="972">
                  <c:v>95.297970873495558</c:v>
                </c:pt>
                <c:pt idx="973">
                  <c:v>95.208111442862176</c:v>
                </c:pt>
                <c:pt idx="974">
                  <c:v>95.303817683793454</c:v>
                </c:pt>
                <c:pt idx="975">
                  <c:v>95.695581037188646</c:v>
                </c:pt>
                <c:pt idx="976">
                  <c:v>96.338247681158975</c:v>
                </c:pt>
                <c:pt idx="977">
                  <c:v>95.21342576023936</c:v>
                </c:pt>
                <c:pt idx="978">
                  <c:v>94.121022408238503</c:v>
                </c:pt>
                <c:pt idx="979">
                  <c:v>93.269370820562088</c:v>
                </c:pt>
                <c:pt idx="980">
                  <c:v>93.795198159184949</c:v>
                </c:pt>
                <c:pt idx="981">
                  <c:v>92.958642568554751</c:v>
                </c:pt>
                <c:pt idx="982">
                  <c:v>92.661973886171339</c:v>
                </c:pt>
                <c:pt idx="983">
                  <c:v>92.034561881758123</c:v>
                </c:pt>
                <c:pt idx="984">
                  <c:v>93.157903791118883</c:v>
                </c:pt>
                <c:pt idx="985">
                  <c:v>93.236994237255772</c:v>
                </c:pt>
                <c:pt idx="986">
                  <c:v>91.395735767258742</c:v>
                </c:pt>
                <c:pt idx="987">
                  <c:v>90.10622568590972</c:v>
                </c:pt>
                <c:pt idx="988">
                  <c:v>90.30430317028916</c:v>
                </c:pt>
                <c:pt idx="989">
                  <c:v>87.875886750631224</c:v>
                </c:pt>
                <c:pt idx="990">
                  <c:v>89.409339682423564</c:v>
                </c:pt>
                <c:pt idx="991">
                  <c:v>88.638211874020797</c:v>
                </c:pt>
                <c:pt idx="992">
                  <c:v>94.816186233785146</c:v>
                </c:pt>
                <c:pt idx="993">
                  <c:v>93.493658215122167</c:v>
                </c:pt>
                <c:pt idx="994">
                  <c:v>93.963651399651141</c:v>
                </c:pt>
                <c:pt idx="995">
                  <c:v>95.33373613947758</c:v>
                </c:pt>
                <c:pt idx="996">
                  <c:v>98.230366254412488</c:v>
                </c:pt>
                <c:pt idx="997">
                  <c:v>100.43363364234457</c:v>
                </c:pt>
                <c:pt idx="998">
                  <c:v>99.739320887601295</c:v>
                </c:pt>
                <c:pt idx="999">
                  <c:v>98.156435104388393</c:v>
                </c:pt>
                <c:pt idx="1000">
                  <c:v>99.399852746236704</c:v>
                </c:pt>
                <c:pt idx="1001">
                  <c:v>98.930612750968237</c:v>
                </c:pt>
                <c:pt idx="1002">
                  <c:v>100.02860564191161</c:v>
                </c:pt>
                <c:pt idx="1003">
                  <c:v>100.59117541206047</c:v>
                </c:pt>
                <c:pt idx="1004">
                  <c:v>99.09113877916144</c:v>
                </c:pt>
                <c:pt idx="1005">
                  <c:v>98.9884500109915</c:v>
                </c:pt>
                <c:pt idx="1006">
                  <c:v>99.422022576609677</c:v>
                </c:pt>
                <c:pt idx="1007">
                  <c:v>99.497121325306296</c:v>
                </c:pt>
                <c:pt idx="1008">
                  <c:v>98.545224717434181</c:v>
                </c:pt>
                <c:pt idx="1009">
                  <c:v>99.068188382042635</c:v>
                </c:pt>
                <c:pt idx="1010">
                  <c:v>98.371767931233677</c:v>
                </c:pt>
                <c:pt idx="1011">
                  <c:v>96.644286444557082</c:v>
                </c:pt>
                <c:pt idx="1012">
                  <c:v>96.959142235503791</c:v>
                </c:pt>
                <c:pt idx="1013">
                  <c:v>96.830667989867223</c:v>
                </c:pt>
                <c:pt idx="1014">
                  <c:v>98.883257859409085</c:v>
                </c:pt>
                <c:pt idx="1015">
                  <c:v>98.693675090223124</c:v>
                </c:pt>
                <c:pt idx="1016">
                  <c:v>99.40803011657475</c:v>
                </c:pt>
                <c:pt idx="1017">
                  <c:v>100.74874839669398</c:v>
                </c:pt>
                <c:pt idx="1018">
                  <c:v>100.88784520527297</c:v>
                </c:pt>
                <c:pt idx="1019">
                  <c:v>101.11635284430919</c:v>
                </c:pt>
                <c:pt idx="1020">
                  <c:v>101.63760815948967</c:v>
                </c:pt>
                <c:pt idx="1021">
                  <c:v>102.1315687629408</c:v>
                </c:pt>
                <c:pt idx="1022">
                  <c:v>102.87675658069236</c:v>
                </c:pt>
                <c:pt idx="1023">
                  <c:v>103.2281023932627</c:v>
                </c:pt>
                <c:pt idx="1024">
                  <c:v>101.30320781328331</c:v>
                </c:pt>
                <c:pt idx="1025">
                  <c:v>98.392311807837359</c:v>
                </c:pt>
                <c:pt idx="1026">
                  <c:v>99.734497795081808</c:v>
                </c:pt>
                <c:pt idx="1027">
                  <c:v>98.619122945625662</c:v>
                </c:pt>
                <c:pt idx="1028">
                  <c:v>99.275714360990165</c:v>
                </c:pt>
                <c:pt idx="1029">
                  <c:v>98.002806215603755</c:v>
                </c:pt>
                <c:pt idx="1030">
                  <c:v>96.960475629762399</c:v>
                </c:pt>
                <c:pt idx="1031">
                  <c:v>98.226531466707328</c:v>
                </c:pt>
                <c:pt idx="1032">
                  <c:v>97.432913016238274</c:v>
                </c:pt>
                <c:pt idx="1033">
                  <c:v>95.922435883017414</c:v>
                </c:pt>
                <c:pt idx="1034">
                  <c:v>95.29964254246525</c:v>
                </c:pt>
                <c:pt idx="1035">
                  <c:v>95.723563612459529</c:v>
                </c:pt>
                <c:pt idx="1036">
                  <c:v>94.376485490125901</c:v>
                </c:pt>
                <c:pt idx="1037">
                  <c:v>93.79073383818745</c:v>
                </c:pt>
                <c:pt idx="1038">
                  <c:v>93.956947542567391</c:v>
                </c:pt>
                <c:pt idx="1039">
                  <c:v>92.430603313724959</c:v>
                </c:pt>
                <c:pt idx="1040">
                  <c:v>92.558961404979357</c:v>
                </c:pt>
                <c:pt idx="1041">
                  <c:v>92.718446248298648</c:v>
                </c:pt>
                <c:pt idx="1042">
                  <c:v>91.294890511743546</c:v>
                </c:pt>
                <c:pt idx="1043">
                  <c:v>91.205143435990294</c:v>
                </c:pt>
                <c:pt idx="1044">
                  <c:v>88.774607450958669</c:v>
                </c:pt>
                <c:pt idx="1045">
                  <c:v>89.809067857809708</c:v>
                </c:pt>
                <c:pt idx="1046">
                  <c:v>88.750526182775559</c:v>
                </c:pt>
                <c:pt idx="1047">
                  <c:v>89.682906069168794</c:v>
                </c:pt>
                <c:pt idx="1048">
                  <c:v>90.054356617440305</c:v>
                </c:pt>
                <c:pt idx="1049">
                  <c:v>85.902849847201495</c:v>
                </c:pt>
                <c:pt idx="1050">
                  <c:v>87.443825768426706</c:v>
                </c:pt>
                <c:pt idx="1051">
                  <c:v>87.654042535340736</c:v>
                </c:pt>
                <c:pt idx="1052">
                  <c:v>87.936550853994632</c:v>
                </c:pt>
                <c:pt idx="1053">
                  <c:v>86.969493090102887</c:v>
                </c:pt>
                <c:pt idx="1054">
                  <c:v>85.657102954528369</c:v>
                </c:pt>
                <c:pt idx="1055">
                  <c:v>84.464137595525145</c:v>
                </c:pt>
                <c:pt idx="1056">
                  <c:v>85.056687831898756</c:v>
                </c:pt>
                <c:pt idx="1057">
                  <c:v>86.404638936237305</c:v>
                </c:pt>
                <c:pt idx="1058">
                  <c:v>87.491227754461136</c:v>
                </c:pt>
                <c:pt idx="1059">
                  <c:v>86.722930041270331</c:v>
                </c:pt>
                <c:pt idx="1060">
                  <c:v>86.504395779629021</c:v>
                </c:pt>
                <c:pt idx="1061">
                  <c:v>83.790405111225198</c:v>
                </c:pt>
                <c:pt idx="1062">
                  <c:v>86.097687884006987</c:v>
                </c:pt>
                <c:pt idx="1063">
                  <c:v>87.227216821876198</c:v>
                </c:pt>
                <c:pt idx="1064">
                  <c:v>88.64323272773639</c:v>
                </c:pt>
                <c:pt idx="1065">
                  <c:v>88.737489620648745</c:v>
                </c:pt>
                <c:pt idx="1066">
                  <c:v>88.717787506166985</c:v>
                </c:pt>
                <c:pt idx="1067">
                  <c:v>89.546813087549566</c:v>
                </c:pt>
                <c:pt idx="1068">
                  <c:v>88.057053608951122</c:v>
                </c:pt>
                <c:pt idx="1069">
                  <c:v>86.254156137570405</c:v>
                </c:pt>
                <c:pt idx="1070">
                  <c:v>87.13458625616363</c:v>
                </c:pt>
                <c:pt idx="1071">
                  <c:v>86.745860033630649</c:v>
                </c:pt>
                <c:pt idx="1072">
                  <c:v>91.002870307102157</c:v>
                </c:pt>
                <c:pt idx="1073">
                  <c:v>93.698453735500792</c:v>
                </c:pt>
                <c:pt idx="1074">
                  <c:v>92.69929258646026</c:v>
                </c:pt>
                <c:pt idx="1075">
                  <c:v>91.881654183461052</c:v>
                </c:pt>
                <c:pt idx="1076">
                  <c:v>93.477656448684172</c:v>
                </c:pt>
                <c:pt idx="1077">
                  <c:v>93.027643951727015</c:v>
                </c:pt>
                <c:pt idx="1078">
                  <c:v>92.294812641686832</c:v>
                </c:pt>
                <c:pt idx="1079">
                  <c:v>92.232023614514532</c:v>
                </c:pt>
                <c:pt idx="1080">
                  <c:v>91.390152248435854</c:v>
                </c:pt>
                <c:pt idx="1081">
                  <c:v>90.169978535579503</c:v>
                </c:pt>
                <c:pt idx="1082">
                  <c:v>91.662547121932747</c:v>
                </c:pt>
                <c:pt idx="1083">
                  <c:v>92.339005771744922</c:v>
                </c:pt>
                <c:pt idx="1084">
                  <c:v>92.496132516102023</c:v>
                </c:pt>
                <c:pt idx="1085">
                  <c:v>93.202309896549536</c:v>
                </c:pt>
                <c:pt idx="1086">
                  <c:v>93.453904944173885</c:v>
                </c:pt>
                <c:pt idx="1087">
                  <c:v>93.595681618981658</c:v>
                </c:pt>
                <c:pt idx="1088">
                  <c:v>94.36559198066162</c:v>
                </c:pt>
                <c:pt idx="1089">
                  <c:v>95.889681541231326</c:v>
                </c:pt>
                <c:pt idx="1090">
                  <c:v>96.228027516635692</c:v>
                </c:pt>
                <c:pt idx="1091">
                  <c:v>95.126652336138449</c:v>
                </c:pt>
                <c:pt idx="1092">
                  <c:v>95.388937455934368</c:v>
                </c:pt>
                <c:pt idx="1093">
                  <c:v>95.297086949878391</c:v>
                </c:pt>
                <c:pt idx="1094">
                  <c:v>95.713090023605488</c:v>
                </c:pt>
                <c:pt idx="1095">
                  <c:v>96.893086727445294</c:v>
                </c:pt>
                <c:pt idx="1096">
                  <c:v>96.465115597119635</c:v>
                </c:pt>
                <c:pt idx="1097">
                  <c:v>96.845303894129856</c:v>
                </c:pt>
                <c:pt idx="1098">
                  <c:v>96.224527741980111</c:v>
                </c:pt>
                <c:pt idx="1099">
                  <c:v>95.907610354103099</c:v>
                </c:pt>
                <c:pt idx="1100">
                  <c:v>95.741567481808403</c:v>
                </c:pt>
                <c:pt idx="1101">
                  <c:v>94.480613672476153</c:v>
                </c:pt>
                <c:pt idx="1102">
                  <c:v>94.209778612753269</c:v>
                </c:pt>
                <c:pt idx="1103">
                  <c:v>92.411569803368195</c:v>
                </c:pt>
                <c:pt idx="1104">
                  <c:v>93.39187260559649</c:v>
                </c:pt>
                <c:pt idx="1105">
                  <c:v>93.691060220020745</c:v>
                </c:pt>
                <c:pt idx="1106">
                  <c:v>94.991012723450567</c:v>
                </c:pt>
                <c:pt idx="1107">
                  <c:v>95.100767340428874</c:v>
                </c:pt>
                <c:pt idx="1108">
                  <c:v>95.033546931104624</c:v>
                </c:pt>
                <c:pt idx="1109">
                  <c:v>96.537324820541897</c:v>
                </c:pt>
                <c:pt idx="1110">
                  <c:v>95.465578618677526</c:v>
                </c:pt>
                <c:pt idx="1111">
                  <c:v>95.965105927761911</c:v>
                </c:pt>
                <c:pt idx="1112">
                  <c:v>96.828820864834483</c:v>
                </c:pt>
                <c:pt idx="1113">
                  <c:v>96.321605717224756</c:v>
                </c:pt>
                <c:pt idx="1114">
                  <c:v>96.133186219249851</c:v>
                </c:pt>
                <c:pt idx="1115">
                  <c:v>95.096235450600346</c:v>
                </c:pt>
                <c:pt idx="1116">
                  <c:v>94.377445253591048</c:v>
                </c:pt>
                <c:pt idx="1117">
                  <c:v>93.917702869775397</c:v>
                </c:pt>
                <c:pt idx="1118">
                  <c:v>94.400252276314049</c:v>
                </c:pt>
                <c:pt idx="1119">
                  <c:v>93.780147567217952</c:v>
                </c:pt>
                <c:pt idx="1120">
                  <c:v>94.043794865787731</c:v>
                </c:pt>
                <c:pt idx="1121">
                  <c:v>94.72865629323816</c:v>
                </c:pt>
                <c:pt idx="1122">
                  <c:v>95.557674498665961</c:v>
                </c:pt>
                <c:pt idx="1123">
                  <c:v>94.577471479147107</c:v>
                </c:pt>
                <c:pt idx="1124">
                  <c:v>95.260476995966386</c:v>
                </c:pt>
                <c:pt idx="1125">
                  <c:v>94.988337920284849</c:v>
                </c:pt>
                <c:pt idx="1126">
                  <c:v>95.537729691907813</c:v>
                </c:pt>
                <c:pt idx="1127">
                  <c:v>95.486833966001214</c:v>
                </c:pt>
                <c:pt idx="1128">
                  <c:v>95.054192559846371</c:v>
                </c:pt>
                <c:pt idx="1129">
                  <c:v>94.545601625246036</c:v>
                </c:pt>
                <c:pt idx="1130">
                  <c:v>93.432921442286528</c:v>
                </c:pt>
                <c:pt idx="1131">
                  <c:v>94.726780630309847</c:v>
                </c:pt>
                <c:pt idx="1132">
                  <c:v>94.835501367163999</c:v>
                </c:pt>
                <c:pt idx="1133">
                  <c:v>94.374543776146069</c:v>
                </c:pt>
                <c:pt idx="1134">
                  <c:v>94.605022571655041</c:v>
                </c:pt>
                <c:pt idx="1135">
                  <c:v>96.018937626937486</c:v>
                </c:pt>
                <c:pt idx="1136">
                  <c:v>95.036975099663124</c:v>
                </c:pt>
                <c:pt idx="1137">
                  <c:v>92.875327440768459</c:v>
                </c:pt>
                <c:pt idx="1138">
                  <c:v>93.846884634224935</c:v>
                </c:pt>
                <c:pt idx="1139">
                  <c:v>93.124550999442292</c:v>
                </c:pt>
                <c:pt idx="1140">
                  <c:v>95.523459482878351</c:v>
                </c:pt>
                <c:pt idx="1141">
                  <c:v>96.295131263202364</c:v>
                </c:pt>
                <c:pt idx="1142">
                  <c:v>97.344129276533408</c:v>
                </c:pt>
                <c:pt idx="1143">
                  <c:v>97.13911403746792</c:v>
                </c:pt>
                <c:pt idx="1144">
                  <c:v>97.258034180444795</c:v>
                </c:pt>
                <c:pt idx="1145">
                  <c:v>97.308662988367999</c:v>
                </c:pt>
                <c:pt idx="1146">
                  <c:v>97.818778156065733</c:v>
                </c:pt>
                <c:pt idx="1147">
                  <c:v>97.219029110717003</c:v>
                </c:pt>
                <c:pt idx="1148">
                  <c:v>96.920028601092142</c:v>
                </c:pt>
                <c:pt idx="1149">
                  <c:v>96.485979995913468</c:v>
                </c:pt>
                <c:pt idx="1150">
                  <c:v>97.748408988664806</c:v>
                </c:pt>
                <c:pt idx="1151">
                  <c:v>98.301471803489733</c:v>
                </c:pt>
                <c:pt idx="1152">
                  <c:v>97.267196390431792</c:v>
                </c:pt>
                <c:pt idx="1153">
                  <c:v>96.206517055300864</c:v>
                </c:pt>
                <c:pt idx="1154">
                  <c:v>96.765062362457002</c:v>
                </c:pt>
                <c:pt idx="1155">
                  <c:v>95.454352071863028</c:v>
                </c:pt>
                <c:pt idx="1156">
                  <c:v>94.061769904874424</c:v>
                </c:pt>
                <c:pt idx="1157">
                  <c:v>91.264791691528387</c:v>
                </c:pt>
                <c:pt idx="1158">
                  <c:v>91.97444818665366</c:v>
                </c:pt>
                <c:pt idx="1159">
                  <c:v>94.607377316141694</c:v>
                </c:pt>
                <c:pt idx="1160">
                  <c:v>95.519054476965707</c:v>
                </c:pt>
                <c:pt idx="1161">
                  <c:v>96.286135313708542</c:v>
                </c:pt>
                <c:pt idx="1162">
                  <c:v>94.627311601993199</c:v>
                </c:pt>
                <c:pt idx="1163">
                  <c:v>95.276795848469177</c:v>
                </c:pt>
                <c:pt idx="1164">
                  <c:v>95.500893425979982</c:v>
                </c:pt>
                <c:pt idx="1165">
                  <c:v>94.977614937129772</c:v>
                </c:pt>
                <c:pt idx="1166">
                  <c:v>95.03214116884719</c:v>
                </c:pt>
                <c:pt idx="1167">
                  <c:v>94.094829126769014</c:v>
                </c:pt>
                <c:pt idx="1168">
                  <c:v>93.557857060894037</c:v>
                </c:pt>
                <c:pt idx="1169">
                  <c:v>94.76726986465053</c:v>
                </c:pt>
                <c:pt idx="1170">
                  <c:v>94.161259358835849</c:v>
                </c:pt>
                <c:pt idx="1171">
                  <c:v>91.766366802582652</c:v>
                </c:pt>
                <c:pt idx="1172">
                  <c:v>90.925805409357181</c:v>
                </c:pt>
                <c:pt idx="1173">
                  <c:v>89.866596915456029</c:v>
                </c:pt>
                <c:pt idx="1174">
                  <c:v>89.608081116439777</c:v>
                </c:pt>
                <c:pt idx="1175">
                  <c:v>86.277620396072237</c:v>
                </c:pt>
                <c:pt idx="1176">
                  <c:v>85.100961080077354</c:v>
                </c:pt>
                <c:pt idx="1177">
                  <c:v>86.420293426591869</c:v>
                </c:pt>
                <c:pt idx="1178">
                  <c:v>85.08835394288397</c:v>
                </c:pt>
                <c:pt idx="1179">
                  <c:v>78.077520880261858</c:v>
                </c:pt>
                <c:pt idx="1180">
                  <c:v>78.116004010513791</c:v>
                </c:pt>
                <c:pt idx="1181">
                  <c:v>71.443546266273259</c:v>
                </c:pt>
                <c:pt idx="1182">
                  <c:v>74.695452341539067</c:v>
                </c:pt>
                <c:pt idx="1183">
                  <c:v>69.616540930197971</c:v>
                </c:pt>
                <c:pt idx="1184">
                  <c:v>69.001221953371498</c:v>
                </c:pt>
                <c:pt idx="1185">
                  <c:v>65.125626352728077</c:v>
                </c:pt>
                <c:pt idx="1186">
                  <c:v>61.768293629486259</c:v>
                </c:pt>
                <c:pt idx="1187">
                  <c:v>66.043712213744485</c:v>
                </c:pt>
                <c:pt idx="1188">
                  <c:v>57.457976635530251</c:v>
                </c:pt>
                <c:pt idx="1189">
                  <c:v>57.720853790183583</c:v>
                </c:pt>
                <c:pt idx="1190">
                  <c:v>64.195636916391351</c:v>
                </c:pt>
                <c:pt idx="1191">
                  <c:v>63.976847139949903</c:v>
                </c:pt>
                <c:pt idx="1192">
                  <c:v>61.785714342998105</c:v>
                </c:pt>
                <c:pt idx="1193">
                  <c:v>64.764836978660398</c:v>
                </c:pt>
                <c:pt idx="1194">
                  <c:v>62.654976855534166</c:v>
                </c:pt>
                <c:pt idx="1195">
                  <c:v>62.204093961067187</c:v>
                </c:pt>
                <c:pt idx="1196">
                  <c:v>66.652394737490226</c:v>
                </c:pt>
                <c:pt idx="1197">
                  <c:v>68.175895815239414</c:v>
                </c:pt>
                <c:pt idx="1198">
                  <c:v>68.883236674703426</c:v>
                </c:pt>
                <c:pt idx="1199">
                  <c:v>69.371700469155201</c:v>
                </c:pt>
                <c:pt idx="1200">
                  <c:v>70.929136044184659</c:v>
                </c:pt>
                <c:pt idx="1201">
                  <c:v>70.675310773783309</c:v>
                </c:pt>
                <c:pt idx="1202">
                  <c:v>69.220361932319179</c:v>
                </c:pt>
                <c:pt idx="1203">
                  <c:v>70.751347357446861</c:v>
                </c:pt>
                <c:pt idx="1204">
                  <c:v>70.777868359991658</c:v>
                </c:pt>
                <c:pt idx="1205">
                  <c:v>71.297420763040535</c:v>
                </c:pt>
                <c:pt idx="1206">
                  <c:v>72.802030867239125</c:v>
                </c:pt>
                <c:pt idx="1207">
                  <c:v>75.810415367921621</c:v>
                </c:pt>
                <c:pt idx="1208">
                  <c:v>73.084890222710584</c:v>
                </c:pt>
                <c:pt idx="1209">
                  <c:v>73.27921397681358</c:v>
                </c:pt>
                <c:pt idx="1210">
                  <c:v>73.966569585467894</c:v>
                </c:pt>
                <c:pt idx="1211">
                  <c:v>74.513700912177342</c:v>
                </c:pt>
                <c:pt idx="1212">
                  <c:v>73.702267451350011</c:v>
                </c:pt>
                <c:pt idx="1213">
                  <c:v>75.786417208289137</c:v>
                </c:pt>
                <c:pt idx="1214">
                  <c:v>74.210458998911989</c:v>
                </c:pt>
                <c:pt idx="1215">
                  <c:v>74.699462207729525</c:v>
                </c:pt>
                <c:pt idx="1216">
                  <c:v>71.498847273850728</c:v>
                </c:pt>
                <c:pt idx="1217">
                  <c:v>73.020349822253053</c:v>
                </c:pt>
                <c:pt idx="1218">
                  <c:v>74.389411624589741</c:v>
                </c:pt>
                <c:pt idx="1219">
                  <c:v>74.390513623469374</c:v>
                </c:pt>
                <c:pt idx="1220">
                  <c:v>74.237774555711297</c:v>
                </c:pt>
                <c:pt idx="1221">
                  <c:v>75.457114934072877</c:v>
                </c:pt>
                <c:pt idx="1222">
                  <c:v>76.866328324682584</c:v>
                </c:pt>
                <c:pt idx="1223">
                  <c:v>77.803123571112252</c:v>
                </c:pt>
                <c:pt idx="1224">
                  <c:v>79.696008061327078</c:v>
                </c:pt>
                <c:pt idx="1225">
                  <c:v>80.260503337179415</c:v>
                </c:pt>
                <c:pt idx="1226">
                  <c:v>80.752693140307784</c:v>
                </c:pt>
                <c:pt idx="1227">
                  <c:v>82.290020886445888</c:v>
                </c:pt>
                <c:pt idx="1228">
                  <c:v>82.115466502895543</c:v>
                </c:pt>
                <c:pt idx="1229">
                  <c:v>81.085617612028315</c:v>
                </c:pt>
                <c:pt idx="1230">
                  <c:v>81.403605001986691</c:v>
                </c:pt>
                <c:pt idx="1231">
                  <c:v>79.380861614276014</c:v>
                </c:pt>
                <c:pt idx="1232">
                  <c:v>80.427817686717034</c:v>
                </c:pt>
                <c:pt idx="1233">
                  <c:v>79.519892090031689</c:v>
                </c:pt>
                <c:pt idx="1234">
                  <c:v>79.599604901923414</c:v>
                </c:pt>
                <c:pt idx="1235">
                  <c:v>79.236225892748593</c:v>
                </c:pt>
                <c:pt idx="1236">
                  <c:v>80.332267913446202</c:v>
                </c:pt>
                <c:pt idx="1237">
                  <c:v>82.464899878491337</c:v>
                </c:pt>
                <c:pt idx="1238">
                  <c:v>83.106729270532639</c:v>
                </c:pt>
                <c:pt idx="1239">
                  <c:v>84.279119534219078</c:v>
                </c:pt>
                <c:pt idx="1240">
                  <c:v>83.578530238644902</c:v>
                </c:pt>
                <c:pt idx="1241">
                  <c:v>83.089911211908358</c:v>
                </c:pt>
                <c:pt idx="1242">
                  <c:v>84.364066346486908</c:v>
                </c:pt>
                <c:pt idx="1243">
                  <c:v>83.27976975408707</c:v>
                </c:pt>
                <c:pt idx="1244">
                  <c:v>83.042935961286034</c:v>
                </c:pt>
                <c:pt idx="1245">
                  <c:v>82.957305953691915</c:v>
                </c:pt>
                <c:pt idx="1246">
                  <c:v>83.830143510820037</c:v>
                </c:pt>
                <c:pt idx="1247">
                  <c:v>85.106981127294688</c:v>
                </c:pt>
                <c:pt idx="1248">
                  <c:v>86.067349334535834</c:v>
                </c:pt>
                <c:pt idx="1249">
                  <c:v>85.447857726670264</c:v>
                </c:pt>
                <c:pt idx="1250">
                  <c:v>84.368298037078276</c:v>
                </c:pt>
                <c:pt idx="1251">
                  <c:v>84.989403706884659</c:v>
                </c:pt>
                <c:pt idx="1252">
                  <c:v>84.727215872908843</c:v>
                </c:pt>
                <c:pt idx="1253">
                  <c:v>85.642762113278664</c:v>
                </c:pt>
                <c:pt idx="1254">
                  <c:v>82.903900637206576</c:v>
                </c:pt>
                <c:pt idx="1255">
                  <c:v>85.152110346921745</c:v>
                </c:pt>
                <c:pt idx="1256">
                  <c:v>85.647427040340048</c:v>
                </c:pt>
                <c:pt idx="1257">
                  <c:v>87.327534418139948</c:v>
                </c:pt>
                <c:pt idx="1258">
                  <c:v>87.396915370051516</c:v>
                </c:pt>
                <c:pt idx="1259">
                  <c:v>87.980505298793233</c:v>
                </c:pt>
                <c:pt idx="1260">
                  <c:v>87.740598619540478</c:v>
                </c:pt>
                <c:pt idx="1261">
                  <c:v>87.779686657449503</c:v>
                </c:pt>
                <c:pt idx="1262">
                  <c:v>89.075785745478939</c:v>
                </c:pt>
                <c:pt idx="1263">
                  <c:v>88.532157466188394</c:v>
                </c:pt>
                <c:pt idx="1264">
                  <c:v>87.3924677644181</c:v>
                </c:pt>
                <c:pt idx="1265">
                  <c:v>87.229715089346129</c:v>
                </c:pt>
                <c:pt idx="1266">
                  <c:v>85.880328365128008</c:v>
                </c:pt>
                <c:pt idx="1267">
                  <c:v>87.253777065966389</c:v>
                </c:pt>
                <c:pt idx="1268">
                  <c:v>87.766741710186849</c:v>
                </c:pt>
                <c:pt idx="1269">
                  <c:v>87.777765344364752</c:v>
                </c:pt>
                <c:pt idx="1270">
                  <c:v>87.977940000366189</c:v>
                </c:pt>
                <c:pt idx="1271">
                  <c:v>88.370194229069995</c:v>
                </c:pt>
                <c:pt idx="1272">
                  <c:v>88.34593035269593</c:v>
                </c:pt>
                <c:pt idx="1273">
                  <c:v>88.362198137668017</c:v>
                </c:pt>
                <c:pt idx="1274">
                  <c:v>88.906535406835999</c:v>
                </c:pt>
                <c:pt idx="1275">
                  <c:v>88.054177515900591</c:v>
                </c:pt>
                <c:pt idx="1276">
                  <c:v>88.522227602470565</c:v>
                </c:pt>
                <c:pt idx="1277">
                  <c:v>89.599613063310841</c:v>
                </c:pt>
                <c:pt idx="1278">
                  <c:v>90.096769966285251</c:v>
                </c:pt>
                <c:pt idx="1279">
                  <c:v>89.715165699063675</c:v>
                </c:pt>
                <c:pt idx="1280">
                  <c:v>90.074812896929572</c:v>
                </c:pt>
                <c:pt idx="1281">
                  <c:v>90.116506455297412</c:v>
                </c:pt>
                <c:pt idx="1282">
                  <c:v>90.251776741046314</c:v>
                </c:pt>
                <c:pt idx="1283">
                  <c:v>90.382319906716774</c:v>
                </c:pt>
                <c:pt idx="1284">
                  <c:v>90.107266877759614</c:v>
                </c:pt>
                <c:pt idx="1285">
                  <c:v>91.767024171054146</c:v>
                </c:pt>
                <c:pt idx="1286">
                  <c:v>88.908757495491628</c:v>
                </c:pt>
                <c:pt idx="1287">
                  <c:v>90.973656686718584</c:v>
                </c:pt>
                <c:pt idx="1288">
                  <c:v>91.669041225727469</c:v>
                </c:pt>
                <c:pt idx="1289">
                  <c:v>91.190577147980107</c:v>
                </c:pt>
                <c:pt idx="1290">
                  <c:v>89.411400109797725</c:v>
                </c:pt>
                <c:pt idx="1291">
                  <c:v>88.979999021300259</c:v>
                </c:pt>
                <c:pt idx="1292">
                  <c:v>87.931733536472265</c:v>
                </c:pt>
                <c:pt idx="1293">
                  <c:v>87.955915680831225</c:v>
                </c:pt>
                <c:pt idx="1294">
                  <c:v>90.34990753447012</c:v>
                </c:pt>
                <c:pt idx="1295">
                  <c:v>90.132445464013657</c:v>
                </c:pt>
                <c:pt idx="1296">
                  <c:v>89.690022607009297</c:v>
                </c:pt>
                <c:pt idx="1297">
                  <c:v>90.517652968724661</c:v>
                </c:pt>
                <c:pt idx="1298">
                  <c:v>90.263488092672006</c:v>
                </c:pt>
                <c:pt idx="1299">
                  <c:v>89.616000829788916</c:v>
                </c:pt>
                <c:pt idx="1300">
                  <c:v>90.822346208612345</c:v>
                </c:pt>
                <c:pt idx="1301">
                  <c:v>88.119638705562167</c:v>
                </c:pt>
                <c:pt idx="1302">
                  <c:v>86.503884302568693</c:v>
                </c:pt>
                <c:pt idx="1303">
                  <c:v>85.337235704253317</c:v>
                </c:pt>
                <c:pt idx="1304">
                  <c:v>82.827053057920892</c:v>
                </c:pt>
                <c:pt idx="1305">
                  <c:v>85.556755730324554</c:v>
                </c:pt>
                <c:pt idx="1306">
                  <c:v>87.467639694828136</c:v>
                </c:pt>
                <c:pt idx="1307">
                  <c:v>86.81393251101278</c:v>
                </c:pt>
                <c:pt idx="1308">
                  <c:v>86.350863374281971</c:v>
                </c:pt>
                <c:pt idx="1309">
                  <c:v>87.407898388389242</c:v>
                </c:pt>
                <c:pt idx="1310">
                  <c:v>87.101399032827715</c:v>
                </c:pt>
                <c:pt idx="1311">
                  <c:v>87.297420680854628</c:v>
                </c:pt>
                <c:pt idx="1312">
                  <c:v>87.644002349521443</c:v>
                </c:pt>
                <c:pt idx="1313">
                  <c:v>87.720120910758837</c:v>
                </c:pt>
                <c:pt idx="1314">
                  <c:v>88.121625626290609</c:v>
                </c:pt>
                <c:pt idx="1315">
                  <c:v>87.593308355535711</c:v>
                </c:pt>
                <c:pt idx="1316">
                  <c:v>87.62025344172109</c:v>
                </c:pt>
                <c:pt idx="1317">
                  <c:v>87.563876700403029</c:v>
                </c:pt>
                <c:pt idx="1318">
                  <c:v>85.936817532777894</c:v>
                </c:pt>
                <c:pt idx="1319">
                  <c:v>86.689594413620014</c:v>
                </c:pt>
                <c:pt idx="1320">
                  <c:v>87.072616198209644</c:v>
                </c:pt>
                <c:pt idx="1321">
                  <c:v>87.241495443750324</c:v>
                </c:pt>
                <c:pt idx="1322">
                  <c:v>88.31893259170441</c:v>
                </c:pt>
                <c:pt idx="1323">
                  <c:v>88.6173848995941</c:v>
                </c:pt>
                <c:pt idx="1324">
                  <c:v>87.331288102011641</c:v>
                </c:pt>
                <c:pt idx="1325">
                  <c:v>88.562287136900395</c:v>
                </c:pt>
                <c:pt idx="1326">
                  <c:v>88.089896592757029</c:v>
                </c:pt>
                <c:pt idx="1327">
                  <c:v>87.36105574933174</c:v>
                </c:pt>
                <c:pt idx="1328">
                  <c:v>87.507850507584209</c:v>
                </c:pt>
                <c:pt idx="1329">
                  <c:v>86.235807793559033</c:v>
                </c:pt>
                <c:pt idx="1330">
                  <c:v>86.552549957467718</c:v>
                </c:pt>
                <c:pt idx="1331">
                  <c:v>86.403233931493915</c:v>
                </c:pt>
                <c:pt idx="1332">
                  <c:v>88.648066674922902</c:v>
                </c:pt>
                <c:pt idx="1333">
                  <c:v>89.094406949770502</c:v>
                </c:pt>
                <c:pt idx="1334">
                  <c:v>90.753556247243608</c:v>
                </c:pt>
                <c:pt idx="1335">
                  <c:v>92.134832413031475</c:v>
                </c:pt>
                <c:pt idx="1336">
                  <c:v>93.005614272815706</c:v>
                </c:pt>
                <c:pt idx="1337">
                  <c:v>92.90524266956983</c:v>
                </c:pt>
                <c:pt idx="1338">
                  <c:v>92.940097335326854</c:v>
                </c:pt>
                <c:pt idx="1339">
                  <c:v>93.426915864420621</c:v>
                </c:pt>
                <c:pt idx="1340">
                  <c:v>95.166883480062737</c:v>
                </c:pt>
                <c:pt idx="1341">
                  <c:v>94.428472057417466</c:v>
                </c:pt>
                <c:pt idx="1342">
                  <c:v>94.975685749261785</c:v>
                </c:pt>
                <c:pt idx="1343">
                  <c:v>95.870241975930739</c:v>
                </c:pt>
                <c:pt idx="1344">
                  <c:v>96.35068174364207</c:v>
                </c:pt>
                <c:pt idx="1345">
                  <c:v>95.268692016822854</c:v>
                </c:pt>
                <c:pt idx="1346">
                  <c:v>95.946716223730846</c:v>
                </c:pt>
                <c:pt idx="1347">
                  <c:v>95.75519186013004</c:v>
                </c:pt>
                <c:pt idx="1348">
                  <c:v>97.830654622136066</c:v>
                </c:pt>
                <c:pt idx="1349">
                  <c:v>98.343052710730205</c:v>
                </c:pt>
                <c:pt idx="1350">
                  <c:v>100.01930354630521</c:v>
                </c:pt>
                <c:pt idx="1351">
                  <c:v>101.06290924552579</c:v>
                </c:pt>
                <c:pt idx="1352">
                  <c:v>101.15032361587345</c:v>
                </c:pt>
                <c:pt idx="1353">
                  <c:v>101.84493535907806</c:v>
                </c:pt>
                <c:pt idx="1354">
                  <c:v>101.07850922447783</c:v>
                </c:pt>
                <c:pt idx="1355">
                  <c:v>101.69155218450463</c:v>
                </c:pt>
                <c:pt idx="1356">
                  <c:v>102.71234845051917</c:v>
                </c:pt>
                <c:pt idx="1357">
                  <c:v>103.60506590235099</c:v>
                </c:pt>
                <c:pt idx="1358">
                  <c:v>103.5494161124042</c:v>
                </c:pt>
                <c:pt idx="1359">
                  <c:v>103.16942762292086</c:v>
                </c:pt>
                <c:pt idx="1360">
                  <c:v>98.615817640180666</c:v>
                </c:pt>
                <c:pt idx="1361">
                  <c:v>99.724317553450149</c:v>
                </c:pt>
                <c:pt idx="1362">
                  <c:v>100.45290826841106</c:v>
                </c:pt>
                <c:pt idx="1363">
                  <c:v>101.46448476073002</c:v>
                </c:pt>
                <c:pt idx="1364">
                  <c:v>102.45644619641122</c:v>
                </c:pt>
                <c:pt idx="1365">
                  <c:v>102.15101174305175</c:v>
                </c:pt>
                <c:pt idx="1366">
                  <c:v>102.81792366873573</c:v>
                </c:pt>
                <c:pt idx="1367">
                  <c:v>102.30513004520562</c:v>
                </c:pt>
                <c:pt idx="1368">
                  <c:v>102.95663014067421</c:v>
                </c:pt>
                <c:pt idx="1369">
                  <c:v>105.27412275216403</c:v>
                </c:pt>
                <c:pt idx="1370">
                  <c:v>104.86832644837352</c:v>
                </c:pt>
                <c:pt idx="1371">
                  <c:v>105.45254759014593</c:v>
                </c:pt>
                <c:pt idx="1372">
                  <c:v>106.54161991964905</c:v>
                </c:pt>
                <c:pt idx="1373">
                  <c:v>108.12034043823803</c:v>
                </c:pt>
                <c:pt idx="1374">
                  <c:v>107.55156570142802</c:v>
                </c:pt>
                <c:pt idx="1375">
                  <c:v>109.32715283075886</c:v>
                </c:pt>
                <c:pt idx="1376">
                  <c:v>110.1179359137975</c:v>
                </c:pt>
                <c:pt idx="1377">
                  <c:v>110.95525141820815</c:v>
                </c:pt>
                <c:pt idx="1378">
                  <c:v>110.19404940049479</c:v>
                </c:pt>
                <c:pt idx="1379">
                  <c:v>108.77075621272091</c:v>
                </c:pt>
                <c:pt idx="1380">
                  <c:v>110.59221038827103</c:v>
                </c:pt>
                <c:pt idx="1381">
                  <c:v>111.49738964105532</c:v>
                </c:pt>
                <c:pt idx="1382">
                  <c:v>110.69735516496388</c:v>
                </c:pt>
                <c:pt idx="1383">
                  <c:v>109.4229038446461</c:v>
                </c:pt>
                <c:pt idx="1384">
                  <c:v>107.82131574690423</c:v>
                </c:pt>
                <c:pt idx="1385">
                  <c:v>106.474788561593</c:v>
                </c:pt>
                <c:pt idx="1386">
                  <c:v>105.96067268978132</c:v>
                </c:pt>
                <c:pt idx="1387">
                  <c:v>104.10552067200761</c:v>
                </c:pt>
                <c:pt idx="1388">
                  <c:v>109.15266655232803</c:v>
                </c:pt>
                <c:pt idx="1389">
                  <c:v>113.91771424383474</c:v>
                </c:pt>
                <c:pt idx="1390">
                  <c:v>114.83942123445752</c:v>
                </c:pt>
                <c:pt idx="1391">
                  <c:v>114.07963619208859</c:v>
                </c:pt>
                <c:pt idx="1392">
                  <c:v>116.406053967449</c:v>
                </c:pt>
                <c:pt idx="1393">
                  <c:v>116.73340434054072</c:v>
                </c:pt>
                <c:pt idx="1394">
                  <c:v>116.52326911810002</c:v>
                </c:pt>
                <c:pt idx="1395">
                  <c:v>117.49565230903237</c:v>
                </c:pt>
                <c:pt idx="1396">
                  <c:v>116.71764299359423</c:v>
                </c:pt>
                <c:pt idx="1397">
                  <c:v>117.44924137413147</c:v>
                </c:pt>
                <c:pt idx="1398">
                  <c:v>118.81934406763295</c:v>
                </c:pt>
                <c:pt idx="1399">
                  <c:v>119.13743024798606</c:v>
                </c:pt>
                <c:pt idx="1400">
                  <c:v>119.55962960080547</c:v>
                </c:pt>
                <c:pt idx="1401">
                  <c:v>118.29699118627833</c:v>
                </c:pt>
                <c:pt idx="1402">
                  <c:v>116.5319950657005</c:v>
                </c:pt>
                <c:pt idx="1403">
                  <c:v>117.83692776234049</c:v>
                </c:pt>
                <c:pt idx="1404">
                  <c:v>119.65991221384277</c:v>
                </c:pt>
                <c:pt idx="1405">
                  <c:v>116.39624764478479</c:v>
                </c:pt>
                <c:pt idx="1406">
                  <c:v>117.82011517898243</c:v>
                </c:pt>
                <c:pt idx="1407">
                  <c:v>119.00488843939148</c:v>
                </c:pt>
                <c:pt idx="1408">
                  <c:v>121.2247217156204</c:v>
                </c:pt>
                <c:pt idx="1409">
                  <c:v>121.74454300211758</c:v>
                </c:pt>
                <c:pt idx="1410">
                  <c:v>120.66067445095088</c:v>
                </c:pt>
                <c:pt idx="1411">
                  <c:v>120.97804004073895</c:v>
                </c:pt>
                <c:pt idx="1412">
                  <c:v>120.1528153921619</c:v>
                </c:pt>
                <c:pt idx="1413">
                  <c:v>120.64004068861469</c:v>
                </c:pt>
                <c:pt idx="1414">
                  <c:v>120.43844346352728</c:v>
                </c:pt>
                <c:pt idx="1415">
                  <c:v>119.54336438787392</c:v>
                </c:pt>
                <c:pt idx="1416">
                  <c:v>119.7976315148471</c:v>
                </c:pt>
                <c:pt idx="1417">
                  <c:v>116.87519661741484</c:v>
                </c:pt>
                <c:pt idx="1418">
                  <c:v>117.84265805165344</c:v>
                </c:pt>
                <c:pt idx="1419">
                  <c:v>118.13212712824254</c:v>
                </c:pt>
                <c:pt idx="1420">
                  <c:v>119.06968623472167</c:v>
                </c:pt>
                <c:pt idx="1421">
                  <c:v>116.23300292968335</c:v>
                </c:pt>
                <c:pt idx="1422">
                  <c:v>113.77217885326064</c:v>
                </c:pt>
                <c:pt idx="1423">
                  <c:v>115.4964453645284</c:v>
                </c:pt>
                <c:pt idx="1424">
                  <c:v>116.24059302737935</c:v>
                </c:pt>
                <c:pt idx="1425">
                  <c:v>115.02704103907584</c:v>
                </c:pt>
                <c:pt idx="1426">
                  <c:v>116.75623610362105</c:v>
                </c:pt>
                <c:pt idx="1427">
                  <c:v>115.28298564681316</c:v>
                </c:pt>
                <c:pt idx="1428">
                  <c:v>115.92846835451655</c:v>
                </c:pt>
                <c:pt idx="1429">
                  <c:v>116.17652404852423</c:v>
                </c:pt>
                <c:pt idx="1430">
                  <c:v>114.55930872131943</c:v>
                </c:pt>
                <c:pt idx="1431">
                  <c:v>109.2973425581891</c:v>
                </c:pt>
                <c:pt idx="1432">
                  <c:v>110.75101040808008</c:v>
                </c:pt>
                <c:pt idx="1433">
                  <c:v>112.15100862122644</c:v>
                </c:pt>
                <c:pt idx="1434">
                  <c:v>108.81534083710126</c:v>
                </c:pt>
                <c:pt idx="1435">
                  <c:v>108.97057881391565</c:v>
                </c:pt>
                <c:pt idx="1436">
                  <c:v>108.93597891334412</c:v>
                </c:pt>
                <c:pt idx="1437">
                  <c:v>108.57614939396269</c:v>
                </c:pt>
                <c:pt idx="1438">
                  <c:v>113.02072645414157</c:v>
                </c:pt>
                <c:pt idx="1439">
                  <c:v>113.59762696673656</c:v>
                </c:pt>
                <c:pt idx="1440">
                  <c:v>113.2517911112662</c:v>
                </c:pt>
                <c:pt idx="1441">
                  <c:v>113.53472688302573</c:v>
                </c:pt>
                <c:pt idx="1442">
                  <c:v>113.65578456830259</c:v>
                </c:pt>
                <c:pt idx="1443">
                  <c:v>114.22588524351548</c:v>
                </c:pt>
                <c:pt idx="1444">
                  <c:v>115.20022546574339</c:v>
                </c:pt>
                <c:pt idx="1445">
                  <c:v>116.99702638451495</c:v>
                </c:pt>
                <c:pt idx="1446">
                  <c:v>117.87378284202084</c:v>
                </c:pt>
                <c:pt idx="1447">
                  <c:v>116.74249480197325</c:v>
                </c:pt>
                <c:pt idx="1448">
                  <c:v>116.28084629272153</c:v>
                </c:pt>
                <c:pt idx="1449">
                  <c:v>117.16036481978576</c:v>
                </c:pt>
                <c:pt idx="1450">
                  <c:v>118.88866579198267</c:v>
                </c:pt>
                <c:pt idx="1451">
                  <c:v>118.80153034448297</c:v>
                </c:pt>
                <c:pt idx="1452">
                  <c:v>117.87350267112656</c:v>
                </c:pt>
                <c:pt idx="1453">
                  <c:v>118.81182942938648</c:v>
                </c:pt>
                <c:pt idx="1454">
                  <c:v>119.5440751832641</c:v>
                </c:pt>
                <c:pt idx="1455">
                  <c:v>119.78261500157024</c:v>
                </c:pt>
                <c:pt idx="1456">
                  <c:v>119.8181271910163</c:v>
                </c:pt>
                <c:pt idx="1457">
                  <c:v>121.61220300183139</c:v>
                </c:pt>
                <c:pt idx="1458">
                  <c:v>122.95456376289258</c:v>
                </c:pt>
                <c:pt idx="1459">
                  <c:v>123.14260848520968</c:v>
                </c:pt>
                <c:pt idx="1460">
                  <c:v>123.29685303032741</c:v>
                </c:pt>
                <c:pt idx="1461">
                  <c:v>124.87276477284479</c:v>
                </c:pt>
                <c:pt idx="1462">
                  <c:v>125.54740327036613</c:v>
                </c:pt>
                <c:pt idx="1463">
                  <c:v>127.9827633578889</c:v>
                </c:pt>
                <c:pt idx="1464">
                  <c:v>127.9571048725347</c:v>
                </c:pt>
                <c:pt idx="1465">
                  <c:v>126.74713528767778</c:v>
                </c:pt>
                <c:pt idx="1466">
                  <c:v>126.73232301224334</c:v>
                </c:pt>
                <c:pt idx="1467">
                  <c:v>126.39034506765115</c:v>
                </c:pt>
                <c:pt idx="1468">
                  <c:v>126.34007649113545</c:v>
                </c:pt>
                <c:pt idx="1469">
                  <c:v>124.67040867848858</c:v>
                </c:pt>
                <c:pt idx="1470">
                  <c:v>123.18100422664547</c:v>
                </c:pt>
                <c:pt idx="1471">
                  <c:v>122.09288125388161</c:v>
                </c:pt>
                <c:pt idx="1472">
                  <c:v>122.92898243901634</c:v>
                </c:pt>
                <c:pt idx="1473">
                  <c:v>123.48762088969603</c:v>
                </c:pt>
                <c:pt idx="1474">
                  <c:v>122.16105451926835</c:v>
                </c:pt>
                <c:pt idx="1475">
                  <c:v>121.67542085984249</c:v>
                </c:pt>
                <c:pt idx="1476">
                  <c:v>121.89191102553303</c:v>
                </c:pt>
                <c:pt idx="1477">
                  <c:v>121.59160503296233</c:v>
                </c:pt>
                <c:pt idx="1478">
                  <c:v>121.22965232553413</c:v>
                </c:pt>
                <c:pt idx="1479">
                  <c:v>120.72154622419923</c:v>
                </c:pt>
                <c:pt idx="1480">
                  <c:v>120.31170357755281</c:v>
                </c:pt>
                <c:pt idx="1481">
                  <c:v>120.61614235744678</c:v>
                </c:pt>
                <c:pt idx="1482">
                  <c:v>121.55031066835431</c:v>
                </c:pt>
                <c:pt idx="1483">
                  <c:v>121.64618555799498</c:v>
                </c:pt>
                <c:pt idx="1484">
                  <c:v>121.12721284293916</c:v>
                </c:pt>
                <c:pt idx="1485">
                  <c:v>120.47892875262771</c:v>
                </c:pt>
                <c:pt idx="1486">
                  <c:v>120.76999453030028</c:v>
                </c:pt>
                <c:pt idx="1487">
                  <c:v>121.50695599839351</c:v>
                </c:pt>
                <c:pt idx="1488">
                  <c:v>122.12844673450384</c:v>
                </c:pt>
                <c:pt idx="1489">
                  <c:v>122.1016879641403</c:v>
                </c:pt>
                <c:pt idx="1490">
                  <c:v>122.70888088744698</c:v>
                </c:pt>
                <c:pt idx="1491">
                  <c:v>123.52930088255518</c:v>
                </c:pt>
                <c:pt idx="1492">
                  <c:v>122.74874314868467</c:v>
                </c:pt>
                <c:pt idx="1493">
                  <c:v>121.91657869348903</c:v>
                </c:pt>
                <c:pt idx="1494">
                  <c:v>124.72654346796809</c:v>
                </c:pt>
                <c:pt idx="1495">
                  <c:v>123.84512874351032</c:v>
                </c:pt>
                <c:pt idx="1496">
                  <c:v>123.51896428095428</c:v>
                </c:pt>
                <c:pt idx="1497">
                  <c:v>122.74063192986527</c:v>
                </c:pt>
                <c:pt idx="1498">
                  <c:v>122.75096507726465</c:v>
                </c:pt>
                <c:pt idx="1499">
                  <c:v>123.07859308587911</c:v>
                </c:pt>
                <c:pt idx="1500">
                  <c:v>125.09637025255751</c:v>
                </c:pt>
                <c:pt idx="1501">
                  <c:v>126.71717320327122</c:v>
                </c:pt>
                <c:pt idx="1502">
                  <c:v>126.09291255699206</c:v>
                </c:pt>
                <c:pt idx="1503">
                  <c:v>126.53665619433247</c:v>
                </c:pt>
                <c:pt idx="1504">
                  <c:v>125.96163209588042</c:v>
                </c:pt>
                <c:pt idx="1505">
                  <c:v>124.73073595367053</c:v>
                </c:pt>
                <c:pt idx="1506">
                  <c:v>124.13395697160443</c:v>
                </c:pt>
                <c:pt idx="1507">
                  <c:v>124.75020188768806</c:v>
                </c:pt>
                <c:pt idx="1508">
                  <c:v>126.10225292585426</c:v>
                </c:pt>
                <c:pt idx="1509">
                  <c:v>127.10040180916477</c:v>
                </c:pt>
                <c:pt idx="1510">
                  <c:v>127.21871761069775</c:v>
                </c:pt>
                <c:pt idx="1511">
                  <c:v>127.19087859857234</c:v>
                </c:pt>
                <c:pt idx="1512">
                  <c:v>127.31355221072825</c:v>
                </c:pt>
                <c:pt idx="1513">
                  <c:v>124.80315869230975</c:v>
                </c:pt>
                <c:pt idx="1514">
                  <c:v>124.5625371659046</c:v>
                </c:pt>
                <c:pt idx="1515">
                  <c:v>126.27552534211665</c:v>
                </c:pt>
                <c:pt idx="1516">
                  <c:v>125.99579726059594</c:v>
                </c:pt>
                <c:pt idx="1517">
                  <c:v>130.590839012511</c:v>
                </c:pt>
                <c:pt idx="1518">
                  <c:v>134.02996537645876</c:v>
                </c:pt>
                <c:pt idx="1519">
                  <c:v>135.33263089579634</c:v>
                </c:pt>
                <c:pt idx="1520">
                  <c:v>136.94855983164493</c:v>
                </c:pt>
                <c:pt idx="1521">
                  <c:v>137.23489109922511</c:v>
                </c:pt>
                <c:pt idx="1522">
                  <c:v>136.7945587672686</c:v>
                </c:pt>
                <c:pt idx="1523">
                  <c:v>135.72459516472955</c:v>
                </c:pt>
                <c:pt idx="1524">
                  <c:v>136.19285420074064</c:v>
                </c:pt>
                <c:pt idx="1525">
                  <c:v>135.92620015096693</c:v>
                </c:pt>
                <c:pt idx="1526">
                  <c:v>136.59551884234577</c:v>
                </c:pt>
                <c:pt idx="1527">
                  <c:v>138.46007332674205</c:v>
                </c:pt>
                <c:pt idx="1528">
                  <c:v>139.54936154309681</c:v>
                </c:pt>
                <c:pt idx="1529">
                  <c:v>138.78090963567823</c:v>
                </c:pt>
                <c:pt idx="1530">
                  <c:v>138.35224745491612</c:v>
                </c:pt>
                <c:pt idx="1531">
                  <c:v>140.83977931825231</c:v>
                </c:pt>
                <c:pt idx="1532">
                  <c:v>140.29717677188555</c:v>
                </c:pt>
                <c:pt idx="1533">
                  <c:v>141.01172794810759</c:v>
                </c:pt>
                <c:pt idx="1534">
                  <c:v>140.86774490833275</c:v>
                </c:pt>
                <c:pt idx="1535">
                  <c:v>140.6900911096858</c:v>
                </c:pt>
                <c:pt idx="1536">
                  <c:v>139.97990125728026</c:v>
                </c:pt>
                <c:pt idx="1537">
                  <c:v>139.89687317265845</c:v>
                </c:pt>
                <c:pt idx="1538">
                  <c:v>141.21758080847593</c:v>
                </c:pt>
                <c:pt idx="1539">
                  <c:v>142.23607632714638</c:v>
                </c:pt>
                <c:pt idx="1540">
                  <c:v>140.25101569364045</c:v>
                </c:pt>
                <c:pt idx="1541">
                  <c:v>140.57020109122314</c:v>
                </c:pt>
                <c:pt idx="1542">
                  <c:v>141.28976484166063</c:v>
                </c:pt>
                <c:pt idx="1543">
                  <c:v>141.96134526542755</c:v>
                </c:pt>
                <c:pt idx="1544">
                  <c:v>141.38177583865794</c:v>
                </c:pt>
                <c:pt idx="1545">
                  <c:v>142.94898974145525</c:v>
                </c:pt>
                <c:pt idx="1546">
                  <c:v>144.74598757897746</c:v>
                </c:pt>
                <c:pt idx="1547">
                  <c:v>145.389221462271</c:v>
                </c:pt>
                <c:pt idx="1548">
                  <c:v>144.09072349205442</c:v>
                </c:pt>
                <c:pt idx="1549">
                  <c:v>143.3464401120149</c:v>
                </c:pt>
                <c:pt idx="1550">
                  <c:v>142.75176277695672</c:v>
                </c:pt>
                <c:pt idx="1551">
                  <c:v>142.19345896900242</c:v>
                </c:pt>
                <c:pt idx="1552">
                  <c:v>142.33799710603651</c:v>
                </c:pt>
                <c:pt idx="1553">
                  <c:v>140.49161868311998</c:v>
                </c:pt>
                <c:pt idx="1554">
                  <c:v>139.53273963130781</c:v>
                </c:pt>
                <c:pt idx="1555">
                  <c:v>141.76684148559718</c:v>
                </c:pt>
                <c:pt idx="1556">
                  <c:v>141.75798382407717</c:v>
                </c:pt>
                <c:pt idx="1557">
                  <c:v>143.06284664845225</c:v>
                </c:pt>
                <c:pt idx="1558">
                  <c:v>143.84782416946962</c:v>
                </c:pt>
                <c:pt idx="1559">
                  <c:v>146.96345733644119</c:v>
                </c:pt>
                <c:pt idx="1560">
                  <c:v>148.01865531706329</c:v>
                </c:pt>
                <c:pt idx="1561">
                  <c:v>148.15495279307981</c:v>
                </c:pt>
                <c:pt idx="1562">
                  <c:v>146.23360872930789</c:v>
                </c:pt>
                <c:pt idx="1563">
                  <c:v>147.84551915465065</c:v>
                </c:pt>
                <c:pt idx="1564">
                  <c:v>145.87866213569794</c:v>
                </c:pt>
                <c:pt idx="1565">
                  <c:v>144.40245670214418</c:v>
                </c:pt>
                <c:pt idx="1566">
                  <c:v>141.11997769877343</c:v>
                </c:pt>
                <c:pt idx="1567">
                  <c:v>142.87657779755355</c:v>
                </c:pt>
                <c:pt idx="1568">
                  <c:v>142.71706014204022</c:v>
                </c:pt>
                <c:pt idx="1569">
                  <c:v>144.55312753958833</c:v>
                </c:pt>
                <c:pt idx="1570">
                  <c:v>139.07411339792702</c:v>
                </c:pt>
                <c:pt idx="1571">
                  <c:v>137.1476631846092</c:v>
                </c:pt>
                <c:pt idx="1572">
                  <c:v>136.6082146728063</c:v>
                </c:pt>
                <c:pt idx="1573">
                  <c:v>139.23558474752525</c:v>
                </c:pt>
                <c:pt idx="1574">
                  <c:v>137.83773189224692</c:v>
                </c:pt>
                <c:pt idx="1575">
                  <c:v>134.70531986849994</c:v>
                </c:pt>
                <c:pt idx="1576">
                  <c:v>136.16538499808976</c:v>
                </c:pt>
                <c:pt idx="1577">
                  <c:v>137.89316629626273</c:v>
                </c:pt>
                <c:pt idx="1578">
                  <c:v>138.90194174763232</c:v>
                </c:pt>
                <c:pt idx="1579">
                  <c:v>138.85954877033933</c:v>
                </c:pt>
                <c:pt idx="1580">
                  <c:v>137.65626688747878</c:v>
                </c:pt>
                <c:pt idx="1581">
                  <c:v>137.08925443547926</c:v>
                </c:pt>
                <c:pt idx="1582">
                  <c:v>136.26353046979094</c:v>
                </c:pt>
                <c:pt idx="1583">
                  <c:v>135.77415717388928</c:v>
                </c:pt>
                <c:pt idx="1584">
                  <c:v>132.81638070205562</c:v>
                </c:pt>
                <c:pt idx="1585">
                  <c:v>129.40825083084962</c:v>
                </c:pt>
                <c:pt idx="1586">
                  <c:v>133.75355879783262</c:v>
                </c:pt>
                <c:pt idx="1587">
                  <c:v>133.54014191546233</c:v>
                </c:pt>
                <c:pt idx="1588">
                  <c:v>133.60854476237589</c:v>
                </c:pt>
                <c:pt idx="1589">
                  <c:v>135.22832417728895</c:v>
                </c:pt>
                <c:pt idx="1590">
                  <c:v>134.98070587146188</c:v>
                </c:pt>
                <c:pt idx="1591">
                  <c:v>134.20364953052385</c:v>
                </c:pt>
                <c:pt idx="1592">
                  <c:v>135.4349007749679</c:v>
                </c:pt>
                <c:pt idx="1593">
                  <c:v>139.45478182371284</c:v>
                </c:pt>
                <c:pt idx="1594">
                  <c:v>140.58798445122767</c:v>
                </c:pt>
                <c:pt idx="1595">
                  <c:v>141.71010329490346</c:v>
                </c:pt>
                <c:pt idx="1596">
                  <c:v>140.64116615037827</c:v>
                </c:pt>
                <c:pt idx="1597">
                  <c:v>141.72611640000335</c:v>
                </c:pt>
                <c:pt idx="1598">
                  <c:v>143.16710074864645</c:v>
                </c:pt>
                <c:pt idx="1599">
                  <c:v>144.06932015816886</c:v>
                </c:pt>
                <c:pt idx="1600">
                  <c:v>146.1162531027914</c:v>
                </c:pt>
                <c:pt idx="1601">
                  <c:v>147.20249435055138</c:v>
                </c:pt>
                <c:pt idx="1602">
                  <c:v>147.26178492095994</c:v>
                </c:pt>
                <c:pt idx="1603">
                  <c:v>148.59853686534225</c:v>
                </c:pt>
                <c:pt idx="1604">
                  <c:v>144.80847220298546</c:v>
                </c:pt>
                <c:pt idx="1605">
                  <c:v>143.98135012048232</c:v>
                </c:pt>
                <c:pt idx="1606">
                  <c:v>144.23349379276351</c:v>
                </c:pt>
                <c:pt idx="1607">
                  <c:v>141.53961747384673</c:v>
                </c:pt>
                <c:pt idx="1608">
                  <c:v>137.34501471681753</c:v>
                </c:pt>
                <c:pt idx="1609">
                  <c:v>136.20946286667021</c:v>
                </c:pt>
                <c:pt idx="1610">
                  <c:v>137.37154781229424</c:v>
                </c:pt>
                <c:pt idx="1611">
                  <c:v>139.51624315410038</c:v>
                </c:pt>
                <c:pt idx="1612">
                  <c:v>141.8109795252789</c:v>
                </c:pt>
                <c:pt idx="1613">
                  <c:v>141.51842261312555</c:v>
                </c:pt>
                <c:pt idx="1614">
                  <c:v>139.64323470287619</c:v>
                </c:pt>
                <c:pt idx="1615">
                  <c:v>139.42287173179102</c:v>
                </c:pt>
                <c:pt idx="1616">
                  <c:v>137.96716283473205</c:v>
                </c:pt>
                <c:pt idx="1617">
                  <c:v>139.07603401990414</c:v>
                </c:pt>
                <c:pt idx="1618">
                  <c:v>139.35254343956751</c:v>
                </c:pt>
                <c:pt idx="1619">
                  <c:v>137.02142816330988</c:v>
                </c:pt>
                <c:pt idx="1620">
                  <c:v>132.29246211461648</c:v>
                </c:pt>
                <c:pt idx="1621">
                  <c:v>136.19356555349506</c:v>
                </c:pt>
                <c:pt idx="1622">
                  <c:v>137.109966590846</c:v>
                </c:pt>
                <c:pt idx="1623">
                  <c:v>137.15843397724498</c:v>
                </c:pt>
                <c:pt idx="1624">
                  <c:v>136.45570663941544</c:v>
                </c:pt>
                <c:pt idx="1625">
                  <c:v>135.08641502641584</c:v>
                </c:pt>
                <c:pt idx="1626">
                  <c:v>134.1303395065749</c:v>
                </c:pt>
                <c:pt idx="1627">
                  <c:v>134.21999309791951</c:v>
                </c:pt>
                <c:pt idx="1628">
                  <c:v>125.9204074191117</c:v>
                </c:pt>
                <c:pt idx="1629">
                  <c:v>129.12089462474415</c:v>
                </c:pt>
                <c:pt idx="1630">
                  <c:v>130.42643152330379</c:v>
                </c:pt>
                <c:pt idx="1631">
                  <c:v>129.54156852973713</c:v>
                </c:pt>
                <c:pt idx="1632">
                  <c:v>126.4985606424631</c:v>
                </c:pt>
                <c:pt idx="1633">
                  <c:v>123.10836447145809</c:v>
                </c:pt>
                <c:pt idx="1634">
                  <c:v>124.31134063253371</c:v>
                </c:pt>
                <c:pt idx="1635">
                  <c:v>126.715880650595</c:v>
                </c:pt>
                <c:pt idx="1636">
                  <c:v>129.72607322765998</c:v>
                </c:pt>
                <c:pt idx="1637">
                  <c:v>129.81910632679458</c:v>
                </c:pt>
                <c:pt idx="1638">
                  <c:v>129.89358797204034</c:v>
                </c:pt>
                <c:pt idx="1639">
                  <c:v>128.56402303090934</c:v>
                </c:pt>
                <c:pt idx="1640">
                  <c:v>131.21172643676857</c:v>
                </c:pt>
                <c:pt idx="1641">
                  <c:v>134.01589655731004</c:v>
                </c:pt>
                <c:pt idx="1642">
                  <c:v>132.44492663805326</c:v>
                </c:pt>
                <c:pt idx="1643">
                  <c:v>132.56137764307437</c:v>
                </c:pt>
                <c:pt idx="1644">
                  <c:v>133.21532422107811</c:v>
                </c:pt>
                <c:pt idx="1645">
                  <c:v>133.61712577972003</c:v>
                </c:pt>
                <c:pt idx="1646">
                  <c:v>134.23979106375117</c:v>
                </c:pt>
                <c:pt idx="1647">
                  <c:v>135.61656036714845</c:v>
                </c:pt>
                <c:pt idx="1648">
                  <c:v>137.29978191668243</c:v>
                </c:pt>
                <c:pt idx="1649">
                  <c:v>136.92855347546177</c:v>
                </c:pt>
                <c:pt idx="1650">
                  <c:v>139.03491433166715</c:v>
                </c:pt>
                <c:pt idx="1651">
                  <c:v>140.5778519572288</c:v>
                </c:pt>
                <c:pt idx="1652">
                  <c:v>142.77385257042334</c:v>
                </c:pt>
                <c:pt idx="1653">
                  <c:v>140.51603570454859</c:v>
                </c:pt>
                <c:pt idx="1654">
                  <c:v>142.19134300206878</c:v>
                </c:pt>
                <c:pt idx="1655">
                  <c:v>141.983427665829</c:v>
                </c:pt>
                <c:pt idx="1656">
                  <c:v>139.43184175128428</c:v>
                </c:pt>
                <c:pt idx="1657">
                  <c:v>139.54422822905661</c:v>
                </c:pt>
                <c:pt idx="1658">
                  <c:v>138.40014910338294</c:v>
                </c:pt>
                <c:pt idx="1659">
                  <c:v>142.15822567846803</c:v>
                </c:pt>
                <c:pt idx="1660">
                  <c:v>140.8313486202097</c:v>
                </c:pt>
                <c:pt idx="1661">
                  <c:v>137.20256303725105</c:v>
                </c:pt>
                <c:pt idx="1662">
                  <c:v>140.3548357877421</c:v>
                </c:pt>
                <c:pt idx="1663">
                  <c:v>138.96927353303033</c:v>
                </c:pt>
                <c:pt idx="1664">
                  <c:v>140.58395832444458</c:v>
                </c:pt>
                <c:pt idx="1665">
                  <c:v>138.78104127889634</c:v>
                </c:pt>
                <c:pt idx="1666">
                  <c:v>138.60651879180051</c:v>
                </c:pt>
                <c:pt idx="1667">
                  <c:v>135.61648995134092</c:v>
                </c:pt>
                <c:pt idx="1668">
                  <c:v>135.39688841204625</c:v>
                </c:pt>
                <c:pt idx="1669">
                  <c:v>132.92582244018703</c:v>
                </c:pt>
                <c:pt idx="1670">
                  <c:v>128.85904978585668</c:v>
                </c:pt>
                <c:pt idx="1671">
                  <c:v>128.05813895252788</c:v>
                </c:pt>
                <c:pt idx="1672">
                  <c:v>124.73040771984826</c:v>
                </c:pt>
                <c:pt idx="1673">
                  <c:v>124.84724986379553</c:v>
                </c:pt>
                <c:pt idx="1674">
                  <c:v>125.57588089059664</c:v>
                </c:pt>
                <c:pt idx="1675">
                  <c:v>128.79326982645711</c:v>
                </c:pt>
                <c:pt idx="1676">
                  <c:v>127.90909196619357</c:v>
                </c:pt>
                <c:pt idx="1677">
                  <c:v>125.13184379346976</c:v>
                </c:pt>
                <c:pt idx="1678">
                  <c:v>128.07766333737351</c:v>
                </c:pt>
                <c:pt idx="1679">
                  <c:v>127.14357152311403</c:v>
                </c:pt>
                <c:pt idx="1680">
                  <c:v>126.30491358595066</c:v>
                </c:pt>
                <c:pt idx="1681">
                  <c:v>126.5215028358313</c:v>
                </c:pt>
                <c:pt idx="1682">
                  <c:v>126.35987344473756</c:v>
                </c:pt>
                <c:pt idx="1683">
                  <c:v>129.5306224269155</c:v>
                </c:pt>
                <c:pt idx="1684">
                  <c:v>129.89262700368511</c:v>
                </c:pt>
                <c:pt idx="1685">
                  <c:v>129.44805617329285</c:v>
                </c:pt>
                <c:pt idx="1686">
                  <c:v>130.27812611989026</c:v>
                </c:pt>
                <c:pt idx="1687">
                  <c:v>129.34801529467737</c:v>
                </c:pt>
                <c:pt idx="1688">
                  <c:v>128.64282616045062</c:v>
                </c:pt>
                <c:pt idx="1689">
                  <c:v>128.31717149235791</c:v>
                </c:pt>
                <c:pt idx="1690">
                  <c:v>127.29056567056368</c:v>
                </c:pt>
                <c:pt idx="1691">
                  <c:v>128.48161797292755</c:v>
                </c:pt>
                <c:pt idx="1692">
                  <c:v>127.12267094643674</c:v>
                </c:pt>
                <c:pt idx="1693">
                  <c:v>123.64940249978991</c:v>
                </c:pt>
                <c:pt idx="1694">
                  <c:v>123.94652542585546</c:v>
                </c:pt>
                <c:pt idx="1695">
                  <c:v>123.5562128365106</c:v>
                </c:pt>
                <c:pt idx="1696">
                  <c:v>120.33398630250305</c:v>
                </c:pt>
                <c:pt idx="1697">
                  <c:v>119.14425944352502</c:v>
                </c:pt>
                <c:pt idx="1698">
                  <c:v>117.72584386957139</c:v>
                </c:pt>
                <c:pt idx="1699">
                  <c:v>120.19531929482207</c:v>
                </c:pt>
                <c:pt idx="1700">
                  <c:v>118.12758666982036</c:v>
                </c:pt>
                <c:pt idx="1701">
                  <c:v>118.43085367603737</c:v>
                </c:pt>
                <c:pt idx="1702">
                  <c:v>119.40924225984433</c:v>
                </c:pt>
                <c:pt idx="1703">
                  <c:v>120.80316551562628</c:v>
                </c:pt>
                <c:pt idx="1704">
                  <c:v>120.98970131511419</c:v>
                </c:pt>
                <c:pt idx="1705">
                  <c:v>121.40634937040461</c:v>
                </c:pt>
                <c:pt idx="1706">
                  <c:v>121.04311312650449</c:v>
                </c:pt>
                <c:pt idx="1707">
                  <c:v>118.73302664529658</c:v>
                </c:pt>
                <c:pt idx="1708">
                  <c:v>119.29395772363671</c:v>
                </c:pt>
                <c:pt idx="1709">
                  <c:v>119.48782921483834</c:v>
                </c:pt>
                <c:pt idx="1710">
                  <c:v>119.47834946493924</c:v>
                </c:pt>
                <c:pt idx="1711">
                  <c:v>120.82027672011446</c:v>
                </c:pt>
                <c:pt idx="1712">
                  <c:v>121.87400753566588</c:v>
                </c:pt>
                <c:pt idx="1713">
                  <c:v>121.30951357318341</c:v>
                </c:pt>
                <c:pt idx="1714">
                  <c:v>120.56006182355164</c:v>
                </c:pt>
                <c:pt idx="1715">
                  <c:v>119.77945201927103</c:v>
                </c:pt>
                <c:pt idx="1716">
                  <c:v>119.68204107007548</c:v>
                </c:pt>
                <c:pt idx="1717">
                  <c:v>120.71918529390629</c:v>
                </c:pt>
                <c:pt idx="1718">
                  <c:v>122.73366687413854</c:v>
                </c:pt>
                <c:pt idx="1719">
                  <c:v>123.52525137048852</c:v>
                </c:pt>
                <c:pt idx="1720">
                  <c:v>124.51833497724637</c:v>
                </c:pt>
                <c:pt idx="1721">
                  <c:v>125.02146326041901</c:v>
                </c:pt>
                <c:pt idx="1722">
                  <c:v>124.26780489690111</c:v>
                </c:pt>
                <c:pt idx="1723">
                  <c:v>123.73235086140247</c:v>
                </c:pt>
                <c:pt idx="1724">
                  <c:v>124.41202489972564</c:v>
                </c:pt>
                <c:pt idx="1725">
                  <c:v>125.15834910322509</c:v>
                </c:pt>
                <c:pt idx="1726">
                  <c:v>127.36544303067819</c:v>
                </c:pt>
                <c:pt idx="1727">
                  <c:v>130.08849914195321</c:v>
                </c:pt>
                <c:pt idx="1728">
                  <c:v>130.95336319587088</c:v>
                </c:pt>
                <c:pt idx="1729">
                  <c:v>130.40908819731945</c:v>
                </c:pt>
                <c:pt idx="1730">
                  <c:v>128.32147344921273</c:v>
                </c:pt>
                <c:pt idx="1731">
                  <c:v>129.42690207515813</c:v>
                </c:pt>
                <c:pt idx="1732">
                  <c:v>129.29685231839477</c:v>
                </c:pt>
                <c:pt idx="1733">
                  <c:v>129.72225340457121</c:v>
                </c:pt>
                <c:pt idx="1734">
                  <c:v>130.29167361304678</c:v>
                </c:pt>
                <c:pt idx="1735">
                  <c:v>131.43483343909438</c:v>
                </c:pt>
                <c:pt idx="1736">
                  <c:v>132.6419720542948</c:v>
                </c:pt>
                <c:pt idx="1737">
                  <c:v>129.7322187199909</c:v>
                </c:pt>
                <c:pt idx="1738">
                  <c:v>130.91258263835081</c:v>
                </c:pt>
                <c:pt idx="1739">
                  <c:v>131.63012146942012</c:v>
                </c:pt>
                <c:pt idx="1740">
                  <c:v>131.05903592279222</c:v>
                </c:pt>
                <c:pt idx="1741">
                  <c:v>131.91360648566143</c:v>
                </c:pt>
                <c:pt idx="1742">
                  <c:v>130.29850209422941</c:v>
                </c:pt>
                <c:pt idx="1743">
                  <c:v>133.03668721110702</c:v>
                </c:pt>
                <c:pt idx="1744">
                  <c:v>132.58567568534741</c:v>
                </c:pt>
                <c:pt idx="1745">
                  <c:v>131.63911322569788</c:v>
                </c:pt>
                <c:pt idx="1746">
                  <c:v>132.55937641852833</c:v>
                </c:pt>
                <c:pt idx="1747">
                  <c:v>134.17724145352054</c:v>
                </c:pt>
                <c:pt idx="1748">
                  <c:v>135.76264402330813</c:v>
                </c:pt>
                <c:pt idx="1749">
                  <c:v>135.19443589031883</c:v>
                </c:pt>
                <c:pt idx="1750">
                  <c:v>136.46033251858205</c:v>
                </c:pt>
                <c:pt idx="1751">
                  <c:v>138.62467554253263</c:v>
                </c:pt>
                <c:pt idx="1752">
                  <c:v>137.49338889254034</c:v>
                </c:pt>
                <c:pt idx="1753">
                  <c:v>137.81943117635967</c:v>
                </c:pt>
                <c:pt idx="1754">
                  <c:v>134.10059594605366</c:v>
                </c:pt>
                <c:pt idx="1755">
                  <c:v>134.49721478884555</c:v>
                </c:pt>
                <c:pt idx="1756">
                  <c:v>135.57349386575584</c:v>
                </c:pt>
                <c:pt idx="1757">
                  <c:v>133.01031815833872</c:v>
                </c:pt>
                <c:pt idx="1758">
                  <c:v>131.16611452469903</c:v>
                </c:pt>
                <c:pt idx="1759">
                  <c:v>127.93343857235297</c:v>
                </c:pt>
                <c:pt idx="1760">
                  <c:v>123.946724299495</c:v>
                </c:pt>
                <c:pt idx="1761">
                  <c:v>124.66392589757054</c:v>
                </c:pt>
                <c:pt idx="1762">
                  <c:v>122.7811607133125</c:v>
                </c:pt>
                <c:pt idx="1763">
                  <c:v>122.98099160879806</c:v>
                </c:pt>
                <c:pt idx="1764">
                  <c:v>125.74285123514801</c:v>
                </c:pt>
                <c:pt idx="1765">
                  <c:v>124.44047469046949</c:v>
                </c:pt>
                <c:pt idx="1766">
                  <c:v>127.20286588070985</c:v>
                </c:pt>
                <c:pt idx="1767">
                  <c:v>127.04016273180358</c:v>
                </c:pt>
                <c:pt idx="1768">
                  <c:v>126.41700421721849</c:v>
                </c:pt>
                <c:pt idx="1769">
                  <c:v>125.46942577905517</c:v>
                </c:pt>
                <c:pt idx="1770">
                  <c:v>124.77253172217684</c:v>
                </c:pt>
                <c:pt idx="1771">
                  <c:v>123.54845974363093</c:v>
                </c:pt>
                <c:pt idx="1772">
                  <c:v>123.61409078620196</c:v>
                </c:pt>
                <c:pt idx="1773">
                  <c:v>124.11564898360905</c:v>
                </c:pt>
                <c:pt idx="1774">
                  <c:v>125.88926001887907</c:v>
                </c:pt>
                <c:pt idx="1775">
                  <c:v>126.11113925524671</c:v>
                </c:pt>
                <c:pt idx="1776">
                  <c:v>125.50969575101888</c:v>
                </c:pt>
                <c:pt idx="1777">
                  <c:v>125.28053418586096</c:v>
                </c:pt>
                <c:pt idx="1778">
                  <c:v>126.16666753319417</c:v>
                </c:pt>
                <c:pt idx="1779">
                  <c:v>126.42801777772723</c:v>
                </c:pt>
                <c:pt idx="1780">
                  <c:v>128.41858855865561</c:v>
                </c:pt>
                <c:pt idx="1781">
                  <c:v>131.40888463712227</c:v>
                </c:pt>
                <c:pt idx="1782">
                  <c:v>131.0476578377056</c:v>
                </c:pt>
                <c:pt idx="1783">
                  <c:v>130.66689610599369</c:v>
                </c:pt>
                <c:pt idx="1784">
                  <c:v>132.03181468301977</c:v>
                </c:pt>
                <c:pt idx="1785">
                  <c:v>133.38840270165616</c:v>
                </c:pt>
                <c:pt idx="1786">
                  <c:v>133.62332649352291</c:v>
                </c:pt>
                <c:pt idx="1787">
                  <c:v>132.13460013390841</c:v>
                </c:pt>
                <c:pt idx="1788">
                  <c:v>135.037168499854</c:v>
                </c:pt>
                <c:pt idx="1789">
                  <c:v>134.24947974258285</c:v>
                </c:pt>
                <c:pt idx="1790">
                  <c:v>134.19913650982824</c:v>
                </c:pt>
                <c:pt idx="1791">
                  <c:v>133.878841866926</c:v>
                </c:pt>
                <c:pt idx="1792">
                  <c:v>133.23333345595543</c:v>
                </c:pt>
                <c:pt idx="1793">
                  <c:v>132.56375036659514</c:v>
                </c:pt>
                <c:pt idx="1794">
                  <c:v>133.10207249982309</c:v>
                </c:pt>
                <c:pt idx="1795">
                  <c:v>132.98898400398448</c:v>
                </c:pt>
                <c:pt idx="1796">
                  <c:v>134.38699197186244</c:v>
                </c:pt>
                <c:pt idx="1797">
                  <c:v>135.32110398656567</c:v>
                </c:pt>
                <c:pt idx="1798">
                  <c:v>136.53063970233728</c:v>
                </c:pt>
                <c:pt idx="1799">
                  <c:v>136.28253446540609</c:v>
                </c:pt>
                <c:pt idx="1800">
                  <c:v>138.08307507982957</c:v>
                </c:pt>
                <c:pt idx="1801">
                  <c:v>139.44568832021838</c:v>
                </c:pt>
                <c:pt idx="1802">
                  <c:v>139.29675377103302</c:v>
                </c:pt>
                <c:pt idx="1803">
                  <c:v>138.19893098142913</c:v>
                </c:pt>
                <c:pt idx="1804">
                  <c:v>137.00227763477506</c:v>
                </c:pt>
                <c:pt idx="1805">
                  <c:v>136.109900974846</c:v>
                </c:pt>
                <c:pt idx="1806">
                  <c:v>136.99496097181</c:v>
                </c:pt>
                <c:pt idx="1807">
                  <c:v>136.1805333249315</c:v>
                </c:pt>
                <c:pt idx="1808">
                  <c:v>135.93203148200277</c:v>
                </c:pt>
                <c:pt idx="1809">
                  <c:v>136.24986293776081</c:v>
                </c:pt>
                <c:pt idx="1810">
                  <c:v>137.17269668842795</c:v>
                </c:pt>
                <c:pt idx="1811">
                  <c:v>135.9242072577868</c:v>
                </c:pt>
                <c:pt idx="1812">
                  <c:v>133.95635102212145</c:v>
                </c:pt>
                <c:pt idx="1813">
                  <c:v>135.78268127438017</c:v>
                </c:pt>
                <c:pt idx="1814">
                  <c:v>135.04993972798209</c:v>
                </c:pt>
                <c:pt idx="1815">
                  <c:v>133.11046808699277</c:v>
                </c:pt>
                <c:pt idx="1816">
                  <c:v>132.56008183758223</c:v>
                </c:pt>
                <c:pt idx="1817">
                  <c:v>128.71614230768768</c:v>
                </c:pt>
                <c:pt idx="1818">
                  <c:v>130.48452289378417</c:v>
                </c:pt>
                <c:pt idx="1819">
                  <c:v>131.65886737615313</c:v>
                </c:pt>
                <c:pt idx="1820">
                  <c:v>131.40303249954778</c:v>
                </c:pt>
                <c:pt idx="1821">
                  <c:v>131.47416707499414</c:v>
                </c:pt>
                <c:pt idx="1822">
                  <c:v>131.08979077258221</c:v>
                </c:pt>
                <c:pt idx="1823">
                  <c:v>132.12561002908191</c:v>
                </c:pt>
                <c:pt idx="1824">
                  <c:v>132.20045888081188</c:v>
                </c:pt>
                <c:pt idx="1825">
                  <c:v>130.5191492666267</c:v>
                </c:pt>
                <c:pt idx="1826">
                  <c:v>131.47125774963374</c:v>
                </c:pt>
                <c:pt idx="1827">
                  <c:v>131.28663517310213</c:v>
                </c:pt>
                <c:pt idx="1828">
                  <c:v>133.53540689733731</c:v>
                </c:pt>
                <c:pt idx="1829">
                  <c:v>132.33484337165157</c:v>
                </c:pt>
                <c:pt idx="1830">
                  <c:v>132.41954503466894</c:v>
                </c:pt>
                <c:pt idx="1831">
                  <c:v>131.98264549631088</c:v>
                </c:pt>
                <c:pt idx="1832">
                  <c:v>132.87145064308851</c:v>
                </c:pt>
                <c:pt idx="1833">
                  <c:v>132.14248325795941</c:v>
                </c:pt>
                <c:pt idx="1834">
                  <c:v>133.00710655997747</c:v>
                </c:pt>
                <c:pt idx="1835">
                  <c:v>134.1171559767989</c:v>
                </c:pt>
                <c:pt idx="1836">
                  <c:v>134.56517254096784</c:v>
                </c:pt>
                <c:pt idx="1837">
                  <c:v>133.31020340840297</c:v>
                </c:pt>
                <c:pt idx="1838">
                  <c:v>131.93567295717739</c:v>
                </c:pt>
                <c:pt idx="1839">
                  <c:v>129.86285596003123</c:v>
                </c:pt>
                <c:pt idx="1840">
                  <c:v>127.33750022009087</c:v>
                </c:pt>
                <c:pt idx="1841">
                  <c:v>126.95966385838422</c:v>
                </c:pt>
                <c:pt idx="1842">
                  <c:v>128.07490150734068</c:v>
                </c:pt>
                <c:pt idx="1843">
                  <c:v>126.59022380033038</c:v>
                </c:pt>
                <c:pt idx="1844">
                  <c:v>126.12254064173294</c:v>
                </c:pt>
                <c:pt idx="1845">
                  <c:v>126.83371377003719</c:v>
                </c:pt>
                <c:pt idx="1846">
                  <c:v>126.82096492063054</c:v>
                </c:pt>
                <c:pt idx="1847">
                  <c:v>126.43613084270403</c:v>
                </c:pt>
                <c:pt idx="1848">
                  <c:v>127.08797020379335</c:v>
                </c:pt>
                <c:pt idx="1849">
                  <c:v>126.79384065782202</c:v>
                </c:pt>
                <c:pt idx="1850">
                  <c:v>127.11651091636209</c:v>
                </c:pt>
                <c:pt idx="1851">
                  <c:v>126.61171776724326</c:v>
                </c:pt>
                <c:pt idx="1852">
                  <c:v>126.89256289379028</c:v>
                </c:pt>
                <c:pt idx="1853">
                  <c:v>127.76393937876372</c:v>
                </c:pt>
                <c:pt idx="1854">
                  <c:v>128.6119304795285</c:v>
                </c:pt>
                <c:pt idx="1855">
                  <c:v>128.92188131787103</c:v>
                </c:pt>
                <c:pt idx="1856">
                  <c:v>128.69083851981034</c:v>
                </c:pt>
                <c:pt idx="1857">
                  <c:v>128.99458432445687</c:v>
                </c:pt>
                <c:pt idx="1858">
                  <c:v>126.47200692984248</c:v>
                </c:pt>
                <c:pt idx="1859">
                  <c:v>125.94780611080405</c:v>
                </c:pt>
                <c:pt idx="1860">
                  <c:v>126.24258899145303</c:v>
                </c:pt>
                <c:pt idx="1861">
                  <c:v>125.51538519158025</c:v>
                </c:pt>
                <c:pt idx="1862">
                  <c:v>125.50244386861641</c:v>
                </c:pt>
                <c:pt idx="1863">
                  <c:v>126.51094748885153</c:v>
                </c:pt>
                <c:pt idx="1864">
                  <c:v>129.02551455507052</c:v>
                </c:pt>
                <c:pt idx="1865">
                  <c:v>130.65131647677751</c:v>
                </c:pt>
                <c:pt idx="1866">
                  <c:v>131.06726955510604</c:v>
                </c:pt>
                <c:pt idx="1867">
                  <c:v>130.49587082937066</c:v>
                </c:pt>
                <c:pt idx="1868">
                  <c:v>129.61742502500019</c:v>
                </c:pt>
                <c:pt idx="1869">
                  <c:v>127.96999094168716</c:v>
                </c:pt>
                <c:pt idx="1870">
                  <c:v>126.92129520554795</c:v>
                </c:pt>
                <c:pt idx="1871">
                  <c:v>126.7019073975775</c:v>
                </c:pt>
                <c:pt idx="1872">
                  <c:v>126.78184571673675</c:v>
                </c:pt>
                <c:pt idx="1873">
                  <c:v>126.78194447696575</c:v>
                </c:pt>
                <c:pt idx="1874">
                  <c:v>127.58257506080037</c:v>
                </c:pt>
                <c:pt idx="1875">
                  <c:v>127.68264080659067</c:v>
                </c:pt>
                <c:pt idx="1876">
                  <c:v>128.06429738192534</c:v>
                </c:pt>
                <c:pt idx="1877">
                  <c:v>126.3670579732471</c:v>
                </c:pt>
                <c:pt idx="1878">
                  <c:v>125.33531029350537</c:v>
                </c:pt>
                <c:pt idx="1879">
                  <c:v>125.90788137534497</c:v>
                </c:pt>
                <c:pt idx="1880">
                  <c:v>128.1835006457402</c:v>
                </c:pt>
                <c:pt idx="1881">
                  <c:v>129.4025328679005</c:v>
                </c:pt>
                <c:pt idx="1882">
                  <c:v>131.50320462425492</c:v>
                </c:pt>
                <c:pt idx="1883">
                  <c:v>131.6457720738627</c:v>
                </c:pt>
                <c:pt idx="1884">
                  <c:v>131.59977312467137</c:v>
                </c:pt>
                <c:pt idx="1885">
                  <c:v>131.45314039492945</c:v>
                </c:pt>
                <c:pt idx="1886">
                  <c:v>130.67512800873044</c:v>
                </c:pt>
                <c:pt idx="1887">
                  <c:v>130.41556024444185</c:v>
                </c:pt>
                <c:pt idx="1888">
                  <c:v>130.71177540919365</c:v>
                </c:pt>
                <c:pt idx="1889">
                  <c:v>130.1639093267834</c:v>
                </c:pt>
                <c:pt idx="1890">
                  <c:v>130.9337703387163</c:v>
                </c:pt>
                <c:pt idx="1891">
                  <c:v>131.99571386925882</c:v>
                </c:pt>
                <c:pt idx="1892">
                  <c:v>132.4734763032786</c:v>
                </c:pt>
                <c:pt idx="1893">
                  <c:v>133.72593295439776</c:v>
                </c:pt>
                <c:pt idx="1894">
                  <c:v>135.46271671800199</c:v>
                </c:pt>
                <c:pt idx="1895">
                  <c:v>136.2807234155562</c:v>
                </c:pt>
                <c:pt idx="1896">
                  <c:v>136.5525975278052</c:v>
                </c:pt>
                <c:pt idx="1897">
                  <c:v>136.79932673768559</c:v>
                </c:pt>
                <c:pt idx="1898">
                  <c:v>137.97380901861317</c:v>
                </c:pt>
                <c:pt idx="1899">
                  <c:v>138.20023742261398</c:v>
                </c:pt>
                <c:pt idx="1900">
                  <c:v>137.21629346846731</c:v>
                </c:pt>
                <c:pt idx="1901">
                  <c:v>136.16670924653005</c:v>
                </c:pt>
                <c:pt idx="1902">
                  <c:v>136.66616671338377</c:v>
                </c:pt>
                <c:pt idx="1903">
                  <c:v>136.04902340708011</c:v>
                </c:pt>
                <c:pt idx="1904">
                  <c:v>135.52759862822222</c:v>
                </c:pt>
                <c:pt idx="1905">
                  <c:v>134.11629477700907</c:v>
                </c:pt>
                <c:pt idx="1906">
                  <c:v>134.09479089918409</c:v>
                </c:pt>
                <c:pt idx="1907">
                  <c:v>134.92077270733571</c:v>
                </c:pt>
                <c:pt idx="1908">
                  <c:v>134.81809073450296</c:v>
                </c:pt>
                <c:pt idx="1909">
                  <c:v>134.51090788114652</c:v>
                </c:pt>
                <c:pt idx="1910">
                  <c:v>135.37062891005655</c:v>
                </c:pt>
                <c:pt idx="1911">
                  <c:v>136.52404589632752</c:v>
                </c:pt>
                <c:pt idx="1912">
                  <c:v>136.90161931214735</c:v>
                </c:pt>
                <c:pt idx="1913">
                  <c:v>136.83300777210152</c:v>
                </c:pt>
                <c:pt idx="1914">
                  <c:v>136.58906438306747</c:v>
                </c:pt>
                <c:pt idx="1915">
                  <c:v>136.62799997301988</c:v>
                </c:pt>
                <c:pt idx="1916">
                  <c:v>137.50276125304907</c:v>
                </c:pt>
                <c:pt idx="1917">
                  <c:v>137.65578805228725</c:v>
                </c:pt>
                <c:pt idx="1918">
                  <c:v>138.20694132522522</c:v>
                </c:pt>
                <c:pt idx="1919">
                  <c:v>139.92139361692341</c:v>
                </c:pt>
                <c:pt idx="1920">
                  <c:v>139.53475767783678</c:v>
                </c:pt>
                <c:pt idx="1921">
                  <c:v>139.61741228797271</c:v>
                </c:pt>
                <c:pt idx="1922">
                  <c:v>141.19385067908902</c:v>
                </c:pt>
                <c:pt idx="1923">
                  <c:v>142.28892660209129</c:v>
                </c:pt>
                <c:pt idx="1924">
                  <c:v>142.63669243236177</c:v>
                </c:pt>
                <c:pt idx="1925">
                  <c:v>144.03388716185404</c:v>
                </c:pt>
                <c:pt idx="1926">
                  <c:v>142.99570951460964</c:v>
                </c:pt>
                <c:pt idx="1927">
                  <c:v>143.07214949118236</c:v>
                </c:pt>
                <c:pt idx="1928">
                  <c:v>143.84881626299753</c:v>
                </c:pt>
                <c:pt idx="1929">
                  <c:v>143.21791994739058</c:v>
                </c:pt>
                <c:pt idx="1930">
                  <c:v>141.67891038095135</c:v>
                </c:pt>
                <c:pt idx="1931">
                  <c:v>141.53754859541141</c:v>
                </c:pt>
                <c:pt idx="1932">
                  <c:v>142.1985484677156</c:v>
                </c:pt>
                <c:pt idx="1933">
                  <c:v>145.98261944435811</c:v>
                </c:pt>
                <c:pt idx="1934">
                  <c:v>145.18391423321614</c:v>
                </c:pt>
                <c:pt idx="1935">
                  <c:v>145.41027676766961</c:v>
                </c:pt>
                <c:pt idx="1936">
                  <c:v>146.89567326266317</c:v>
                </c:pt>
                <c:pt idx="1937">
                  <c:v>144.95488368185062</c:v>
                </c:pt>
                <c:pt idx="1938">
                  <c:v>145.91274351939182</c:v>
                </c:pt>
                <c:pt idx="1939">
                  <c:v>147.88720108911139</c:v>
                </c:pt>
                <c:pt idx="1940">
                  <c:v>147.86513764408019</c:v>
                </c:pt>
                <c:pt idx="1941">
                  <c:v>146.82127795107857</c:v>
                </c:pt>
                <c:pt idx="1942">
                  <c:v>147.18467755806435</c:v>
                </c:pt>
                <c:pt idx="1943">
                  <c:v>147.80088166661747</c:v>
                </c:pt>
                <c:pt idx="1944">
                  <c:v>147.93739805248234</c:v>
                </c:pt>
                <c:pt idx="1945">
                  <c:v>148.90392739535386</c:v>
                </c:pt>
                <c:pt idx="1946">
                  <c:v>149.76479268928682</c:v>
                </c:pt>
                <c:pt idx="1947">
                  <c:v>149.72330700337798</c:v>
                </c:pt>
                <c:pt idx="1948">
                  <c:v>149.90462005330323</c:v>
                </c:pt>
                <c:pt idx="1949">
                  <c:v>150.3848083197538</c:v>
                </c:pt>
                <c:pt idx="1950">
                  <c:v>151.67569841004098</c:v>
                </c:pt>
                <c:pt idx="1951">
                  <c:v>151.44327776421926</c:v>
                </c:pt>
                <c:pt idx="1952">
                  <c:v>152.22002483361837</c:v>
                </c:pt>
                <c:pt idx="1953">
                  <c:v>153.78754547975086</c:v>
                </c:pt>
                <c:pt idx="1954">
                  <c:v>152.74640838649637</c:v>
                </c:pt>
                <c:pt idx="1955">
                  <c:v>150.28883889167571</c:v>
                </c:pt>
                <c:pt idx="1956">
                  <c:v>149.36356606617454</c:v>
                </c:pt>
                <c:pt idx="1957">
                  <c:v>150.14727911484511</c:v>
                </c:pt>
                <c:pt idx="1958">
                  <c:v>150.71021349206444</c:v>
                </c:pt>
                <c:pt idx="1959">
                  <c:v>150.04531158653427</c:v>
                </c:pt>
                <c:pt idx="1960">
                  <c:v>150.51026227152673</c:v>
                </c:pt>
                <c:pt idx="1961">
                  <c:v>150.18561026410939</c:v>
                </c:pt>
                <c:pt idx="1962">
                  <c:v>149.98527855574119</c:v>
                </c:pt>
                <c:pt idx="1963">
                  <c:v>148.76392182994834</c:v>
                </c:pt>
                <c:pt idx="1964">
                  <c:v>148.74083730884496</c:v>
                </c:pt>
                <c:pt idx="1965">
                  <c:v>149.53640138511625</c:v>
                </c:pt>
                <c:pt idx="1966">
                  <c:v>150.01291771264408</c:v>
                </c:pt>
                <c:pt idx="1967">
                  <c:v>150.23701309305284</c:v>
                </c:pt>
                <c:pt idx="1968">
                  <c:v>150.07375970352845</c:v>
                </c:pt>
                <c:pt idx="1969">
                  <c:v>148.60601126242742</c:v>
                </c:pt>
                <c:pt idx="1970">
                  <c:v>149.45352819916295</c:v>
                </c:pt>
                <c:pt idx="1971">
                  <c:v>149.68163042548218</c:v>
                </c:pt>
                <c:pt idx="1972">
                  <c:v>149.55707855966961</c:v>
                </c:pt>
                <c:pt idx="1973">
                  <c:v>148.77548832056868</c:v>
                </c:pt>
                <c:pt idx="1974">
                  <c:v>150.52769660583485</c:v>
                </c:pt>
                <c:pt idx="1975">
                  <c:v>151.73120758176435</c:v>
                </c:pt>
                <c:pt idx="1976">
                  <c:v>151.8226609187742</c:v>
                </c:pt>
                <c:pt idx="1977">
                  <c:v>152.05590957208591</c:v>
                </c:pt>
                <c:pt idx="1978">
                  <c:v>153.12590220312742</c:v>
                </c:pt>
                <c:pt idx="1979">
                  <c:v>154.93368048259262</c:v>
                </c:pt>
                <c:pt idx="1980">
                  <c:v>156.82464631547427</c:v>
                </c:pt>
                <c:pt idx="1981">
                  <c:v>154.76042433115867</c:v>
                </c:pt>
                <c:pt idx="1982">
                  <c:v>155.70138726562899</c:v>
                </c:pt>
                <c:pt idx="1983">
                  <c:v>156.59002623396538</c:v>
                </c:pt>
                <c:pt idx="1984">
                  <c:v>156.47586588175821</c:v>
                </c:pt>
                <c:pt idx="1985">
                  <c:v>154.3032769866</c:v>
                </c:pt>
                <c:pt idx="1986">
                  <c:v>153.85743231127762</c:v>
                </c:pt>
                <c:pt idx="1987">
                  <c:v>153.66242601720074</c:v>
                </c:pt>
                <c:pt idx="1988">
                  <c:v>153.53966718881424</c:v>
                </c:pt>
                <c:pt idx="1989">
                  <c:v>153.57968242552258</c:v>
                </c:pt>
                <c:pt idx="1990">
                  <c:v>154.5972255070337</c:v>
                </c:pt>
                <c:pt idx="1991">
                  <c:v>153.32055030600259</c:v>
                </c:pt>
                <c:pt idx="1992">
                  <c:v>154.29319943390578</c:v>
                </c:pt>
                <c:pt idx="1993">
                  <c:v>154.81099651199062</c:v>
                </c:pt>
                <c:pt idx="1994">
                  <c:v>153.32008774650646</c:v>
                </c:pt>
                <c:pt idx="1995">
                  <c:v>154.80084780776957</c:v>
                </c:pt>
                <c:pt idx="1996">
                  <c:v>156.25341456724854</c:v>
                </c:pt>
                <c:pt idx="1997">
                  <c:v>156.73671936374734</c:v>
                </c:pt>
                <c:pt idx="1998">
                  <c:v>156.76507798242093</c:v>
                </c:pt>
                <c:pt idx="1999">
                  <c:v>156.74538080541723</c:v>
                </c:pt>
                <c:pt idx="2000">
                  <c:v>157.2021485777486</c:v>
                </c:pt>
                <c:pt idx="2001">
                  <c:v>155.88624877578806</c:v>
                </c:pt>
                <c:pt idx="2002">
                  <c:v>155.49452683091263</c:v>
                </c:pt>
                <c:pt idx="2003">
                  <c:v>154.34697838143285</c:v>
                </c:pt>
                <c:pt idx="2004">
                  <c:v>151.90804103242399</c:v>
                </c:pt>
                <c:pt idx="2005">
                  <c:v>148.49788301265545</c:v>
                </c:pt>
                <c:pt idx="2006">
                  <c:v>150.294971853177</c:v>
                </c:pt>
                <c:pt idx="2007">
                  <c:v>151.89835552225881</c:v>
                </c:pt>
                <c:pt idx="2008">
                  <c:v>151.40601746080333</c:v>
                </c:pt>
                <c:pt idx="2009">
                  <c:v>150.74913689311455</c:v>
                </c:pt>
                <c:pt idx="2010">
                  <c:v>152.54769982751932</c:v>
                </c:pt>
                <c:pt idx="2011">
                  <c:v>153.39506415102383</c:v>
                </c:pt>
                <c:pt idx="2012">
                  <c:v>155.37409142401384</c:v>
                </c:pt>
                <c:pt idx="2013">
                  <c:v>155.33350854735247</c:v>
                </c:pt>
                <c:pt idx="2014">
                  <c:v>156.28348763356198</c:v>
                </c:pt>
                <c:pt idx="2015">
                  <c:v>155.96221084753017</c:v>
                </c:pt>
                <c:pt idx="2016">
                  <c:v>156.56790149428275</c:v>
                </c:pt>
                <c:pt idx="2017">
                  <c:v>157.332186009981</c:v>
                </c:pt>
                <c:pt idx="2018">
                  <c:v>156.98957108197479</c:v>
                </c:pt>
                <c:pt idx="2019">
                  <c:v>159.31108579087066</c:v>
                </c:pt>
                <c:pt idx="2020">
                  <c:v>159.71633866284239</c:v>
                </c:pt>
                <c:pt idx="2021">
                  <c:v>159.32853593452745</c:v>
                </c:pt>
                <c:pt idx="2022">
                  <c:v>159.78740052348726</c:v>
                </c:pt>
                <c:pt idx="2023">
                  <c:v>160.12260779966249</c:v>
                </c:pt>
                <c:pt idx="2024">
                  <c:v>160.1424630427401</c:v>
                </c:pt>
                <c:pt idx="2025">
                  <c:v>161.39818680655571</c:v>
                </c:pt>
                <c:pt idx="2026">
                  <c:v>162.42812593518005</c:v>
                </c:pt>
                <c:pt idx="2027">
                  <c:v>163.42372003454673</c:v>
                </c:pt>
                <c:pt idx="2028">
                  <c:v>165.04270808498953</c:v>
                </c:pt>
                <c:pt idx="2029">
                  <c:v>169.33400134184987</c:v>
                </c:pt>
                <c:pt idx="2030">
                  <c:v>171.44726143141273</c:v>
                </c:pt>
                <c:pt idx="2031">
                  <c:v>172.46850106004518</c:v>
                </c:pt>
                <c:pt idx="2032">
                  <c:v>172.73693419378216</c:v>
                </c:pt>
                <c:pt idx="2033">
                  <c:v>172.46004050471288</c:v>
                </c:pt>
                <c:pt idx="2034">
                  <c:v>173.42765617256109</c:v>
                </c:pt>
                <c:pt idx="2035">
                  <c:v>172.23330778488668</c:v>
                </c:pt>
                <c:pt idx="2036">
                  <c:v>173.99430375330874</c:v>
                </c:pt>
                <c:pt idx="2037">
                  <c:v>175.74582002362317</c:v>
                </c:pt>
                <c:pt idx="2038">
                  <c:v>177.57549383181507</c:v>
                </c:pt>
                <c:pt idx="2039">
                  <c:v>178.34735445576641</c:v>
                </c:pt>
                <c:pt idx="2040">
                  <c:v>178.67966398595024</c:v>
                </c:pt>
                <c:pt idx="2041">
                  <c:v>174.24341135301577</c:v>
                </c:pt>
                <c:pt idx="2042">
                  <c:v>176.03643197170754</c:v>
                </c:pt>
                <c:pt idx="2043">
                  <c:v>180.12854069679872</c:v>
                </c:pt>
                <c:pt idx="2044">
                  <c:v>181.65112804033797</c:v>
                </c:pt>
                <c:pt idx="2045">
                  <c:v>181.4039870278059</c:v>
                </c:pt>
                <c:pt idx="2046">
                  <c:v>181.42385766197933</c:v>
                </c:pt>
                <c:pt idx="2047">
                  <c:v>180.66811123189697</c:v>
                </c:pt>
                <c:pt idx="2048">
                  <c:v>180.89633794383295</c:v>
                </c:pt>
                <c:pt idx="2049">
                  <c:v>182.99337885172355</c:v>
                </c:pt>
                <c:pt idx="2050">
                  <c:v>183.95917251591248</c:v>
                </c:pt>
                <c:pt idx="2051">
                  <c:v>183.57422549220431</c:v>
                </c:pt>
                <c:pt idx="2052">
                  <c:v>184.94050086074336</c:v>
                </c:pt>
                <c:pt idx="2053">
                  <c:v>185.33186354696846</c:v>
                </c:pt>
                <c:pt idx="2054">
                  <c:v>187.08635555466188</c:v>
                </c:pt>
                <c:pt idx="2055">
                  <c:v>188.45062549266711</c:v>
                </c:pt>
                <c:pt idx="2056">
                  <c:v>189.70759951872284</c:v>
                </c:pt>
                <c:pt idx="2057">
                  <c:v>187.68880333611051</c:v>
                </c:pt>
                <c:pt idx="2058">
                  <c:v>187.72134185766018</c:v>
                </c:pt>
                <c:pt idx="2059">
                  <c:v>190.93991965787737</c:v>
                </c:pt>
                <c:pt idx="2060">
                  <c:v>187.31793155294207</c:v>
                </c:pt>
                <c:pt idx="2061">
                  <c:v>190.30365849483823</c:v>
                </c:pt>
                <c:pt idx="2062">
                  <c:v>190.53966697382123</c:v>
                </c:pt>
                <c:pt idx="2063">
                  <c:v>197.45423031137497</c:v>
                </c:pt>
                <c:pt idx="2064">
                  <c:v>195.05057472225147</c:v>
                </c:pt>
                <c:pt idx="2065">
                  <c:v>195.67866097198905</c:v>
                </c:pt>
                <c:pt idx="2066">
                  <c:v>195.12624776487945</c:v>
                </c:pt>
                <c:pt idx="2067">
                  <c:v>198.39880928758919</c:v>
                </c:pt>
                <c:pt idx="2068">
                  <c:v>197.12681478783949</c:v>
                </c:pt>
                <c:pt idx="2069">
                  <c:v>198.9509494264141</c:v>
                </c:pt>
                <c:pt idx="2070">
                  <c:v>199.28408054075351</c:v>
                </c:pt>
                <c:pt idx="2071">
                  <c:v>199.56768860398455</c:v>
                </c:pt>
                <c:pt idx="2072">
                  <c:v>198.7890448655414</c:v>
                </c:pt>
                <c:pt idx="2073">
                  <c:v>196.30540763589519</c:v>
                </c:pt>
                <c:pt idx="2074">
                  <c:v>197.06177446098286</c:v>
                </c:pt>
                <c:pt idx="2075">
                  <c:v>199.16480586254144</c:v>
                </c:pt>
                <c:pt idx="2076">
                  <c:v>200.7052907151878</c:v>
                </c:pt>
                <c:pt idx="2077">
                  <c:v>201.20632609185768</c:v>
                </c:pt>
                <c:pt idx="2078">
                  <c:v>202.04824046428871</c:v>
                </c:pt>
                <c:pt idx="2079">
                  <c:v>203.3483334585103</c:v>
                </c:pt>
                <c:pt idx="2080">
                  <c:v>201.59622333508207</c:v>
                </c:pt>
                <c:pt idx="2081">
                  <c:v>203.34127338752697</c:v>
                </c:pt>
                <c:pt idx="2082">
                  <c:v>203.89240272672339</c:v>
                </c:pt>
                <c:pt idx="2083">
                  <c:v>204.12659361477702</c:v>
                </c:pt>
                <c:pt idx="2084">
                  <c:v>204.63370365495388</c:v>
                </c:pt>
                <c:pt idx="2085">
                  <c:v>200.93997048826822</c:v>
                </c:pt>
                <c:pt idx="2086">
                  <c:v>201.67980150571873</c:v>
                </c:pt>
                <c:pt idx="2087">
                  <c:v>206.11709386423433</c:v>
                </c:pt>
                <c:pt idx="2088">
                  <c:v>207.95505967583398</c:v>
                </c:pt>
                <c:pt idx="2089">
                  <c:v>208.26335688399325</c:v>
                </c:pt>
                <c:pt idx="2090">
                  <c:v>207.95013483908494</c:v>
                </c:pt>
                <c:pt idx="2091">
                  <c:v>208.1212751657886</c:v>
                </c:pt>
                <c:pt idx="2092">
                  <c:v>207.10224501392409</c:v>
                </c:pt>
                <c:pt idx="2093">
                  <c:v>205.62832799566124</c:v>
                </c:pt>
                <c:pt idx="2094">
                  <c:v>197.50304927728899</c:v>
                </c:pt>
                <c:pt idx="2095">
                  <c:v>200.76852181301672</c:v>
                </c:pt>
                <c:pt idx="2096">
                  <c:v>199.32164782173297</c:v>
                </c:pt>
                <c:pt idx="2097">
                  <c:v>197.55608453865344</c:v>
                </c:pt>
                <c:pt idx="2098">
                  <c:v>198.44130106921688</c:v>
                </c:pt>
                <c:pt idx="2099">
                  <c:v>201.30639968049604</c:v>
                </c:pt>
                <c:pt idx="2100">
                  <c:v>202.67093534195737</c:v>
                </c:pt>
                <c:pt idx="2101">
                  <c:v>204.94062330517625</c:v>
                </c:pt>
                <c:pt idx="2102">
                  <c:v>206.80114761692587</c:v>
                </c:pt>
                <c:pt idx="2103">
                  <c:v>208.96082044086614</c:v>
                </c:pt>
                <c:pt idx="2104">
                  <c:v>209.79827745334481</c:v>
                </c:pt>
                <c:pt idx="2105">
                  <c:v>209.46786649757172</c:v>
                </c:pt>
                <c:pt idx="2106">
                  <c:v>207.35455003008133</c:v>
                </c:pt>
                <c:pt idx="2107">
                  <c:v>209.1536653487903</c:v>
                </c:pt>
                <c:pt idx="2108">
                  <c:v>211.16066640478024</c:v>
                </c:pt>
                <c:pt idx="2109">
                  <c:v>208.69573358035899</c:v>
                </c:pt>
                <c:pt idx="2110">
                  <c:v>206.27055293583442</c:v>
                </c:pt>
                <c:pt idx="2111">
                  <c:v>206.15961130110188</c:v>
                </c:pt>
                <c:pt idx="2112">
                  <c:v>206.51148070565304</c:v>
                </c:pt>
                <c:pt idx="2113">
                  <c:v>208.88063069565615</c:v>
                </c:pt>
                <c:pt idx="2114">
                  <c:v>209.77780170631959</c:v>
                </c:pt>
                <c:pt idx="2115">
                  <c:v>210.80191292675968</c:v>
                </c:pt>
                <c:pt idx="2116">
                  <c:v>212.06566292124134</c:v>
                </c:pt>
                <c:pt idx="2117">
                  <c:v>211.63303799640082</c:v>
                </c:pt>
                <c:pt idx="2118">
                  <c:v>212.86996831168057</c:v>
                </c:pt>
                <c:pt idx="2119">
                  <c:v>213.90536393594334</c:v>
                </c:pt>
                <c:pt idx="2120">
                  <c:v>211.339366781145</c:v>
                </c:pt>
                <c:pt idx="2121">
                  <c:v>209.2565761541922</c:v>
                </c:pt>
                <c:pt idx="2122">
                  <c:v>206.15090879109979</c:v>
                </c:pt>
                <c:pt idx="2123">
                  <c:v>208.57517038659597</c:v>
                </c:pt>
                <c:pt idx="2124">
                  <c:v>203.14565845763551</c:v>
                </c:pt>
                <c:pt idx="2125">
                  <c:v>205.19687789458197</c:v>
                </c:pt>
                <c:pt idx="2126">
                  <c:v>205.65597268533531</c:v>
                </c:pt>
                <c:pt idx="2127">
                  <c:v>208.41791383069707</c:v>
                </c:pt>
                <c:pt idx="2128">
                  <c:v>210.23833260753611</c:v>
                </c:pt>
                <c:pt idx="2129">
                  <c:v>212.06572492024955</c:v>
                </c:pt>
                <c:pt idx="2130">
                  <c:v>213.65907321684315</c:v>
                </c:pt>
                <c:pt idx="2131">
                  <c:v>215.4580050882216</c:v>
                </c:pt>
                <c:pt idx="2132">
                  <c:v>216.61309526658465</c:v>
                </c:pt>
                <c:pt idx="2133">
                  <c:v>220.36520010945489</c:v>
                </c:pt>
                <c:pt idx="2134">
                  <c:v>220.09397068261029</c:v>
                </c:pt>
                <c:pt idx="2135">
                  <c:v>218.24532338226601</c:v>
                </c:pt>
                <c:pt idx="2136">
                  <c:v>216.47409981256897</c:v>
                </c:pt>
                <c:pt idx="2137">
                  <c:v>213.79629791607974</c:v>
                </c:pt>
                <c:pt idx="2138">
                  <c:v>215.23147009127266</c:v>
                </c:pt>
                <c:pt idx="2139">
                  <c:v>227.76202037802267</c:v>
                </c:pt>
                <c:pt idx="2140">
                  <c:v>202.57014291754808</c:v>
                </c:pt>
                <c:pt idx="2141">
                  <c:v>208.44722543085672</c:v>
                </c:pt>
                <c:pt idx="2142">
                  <c:v>211.816996899782</c:v>
                </c:pt>
                <c:pt idx="2143">
                  <c:v>217.00140461171216</c:v>
                </c:pt>
                <c:pt idx="2144">
                  <c:v>218.16971155513764</c:v>
                </c:pt>
                <c:pt idx="2145">
                  <c:v>219.36298304803103</c:v>
                </c:pt>
                <c:pt idx="2146">
                  <c:v>221.16822276701279</c:v>
                </c:pt>
                <c:pt idx="2147">
                  <c:v>222.26942976893534</c:v>
                </c:pt>
                <c:pt idx="2148">
                  <c:v>224.30236176651073</c:v>
                </c:pt>
                <c:pt idx="2149">
                  <c:v>220.3332197159543</c:v>
                </c:pt>
                <c:pt idx="2150">
                  <c:v>221.11149951257354</c:v>
                </c:pt>
                <c:pt idx="2151">
                  <c:v>219.87889926621051</c:v>
                </c:pt>
                <c:pt idx="2152">
                  <c:v>220.40708479283222</c:v>
                </c:pt>
                <c:pt idx="2153">
                  <c:v>220.55447855111743</c:v>
                </c:pt>
                <c:pt idx="2154">
                  <c:v>223.2062757417265</c:v>
                </c:pt>
                <c:pt idx="2155">
                  <c:v>225.61280162624246</c:v>
                </c:pt>
                <c:pt idx="2156">
                  <c:v>226.38113203794663</c:v>
                </c:pt>
                <c:pt idx="2157">
                  <c:v>226.45855561246782</c:v>
                </c:pt>
                <c:pt idx="2158">
                  <c:v>226.70530732664412</c:v>
                </c:pt>
                <c:pt idx="2159">
                  <c:v>226.59619099072697</c:v>
                </c:pt>
                <c:pt idx="2160">
                  <c:v>229.40717659895691</c:v>
                </c:pt>
                <c:pt idx="2161">
                  <c:v>229.51448324722256</c:v>
                </c:pt>
                <c:pt idx="2162">
                  <c:v>229.84549442376888</c:v>
                </c:pt>
                <c:pt idx="2163">
                  <c:v>229.49371727007633</c:v>
                </c:pt>
                <c:pt idx="2164">
                  <c:v>231.26814769750195</c:v>
                </c:pt>
                <c:pt idx="2165">
                  <c:v>230.91497149811806</c:v>
                </c:pt>
                <c:pt idx="2166">
                  <c:v>230.98825393595627</c:v>
                </c:pt>
                <c:pt idx="2167">
                  <c:v>225.5879517797685</c:v>
                </c:pt>
                <c:pt idx="2168">
                  <c:v>226.39701575565033</c:v>
                </c:pt>
                <c:pt idx="2169">
                  <c:v>224.61008768579285</c:v>
                </c:pt>
                <c:pt idx="2170">
                  <c:v>225.27536112165436</c:v>
                </c:pt>
                <c:pt idx="2171">
                  <c:v>227.03076039416268</c:v>
                </c:pt>
                <c:pt idx="2172">
                  <c:v>231.52756144882466</c:v>
                </c:pt>
                <c:pt idx="2173">
                  <c:v>232.76735989314071</c:v>
                </c:pt>
                <c:pt idx="2174">
                  <c:v>233.26967031742032</c:v>
                </c:pt>
                <c:pt idx="2175">
                  <c:v>234.62289895242986</c:v>
                </c:pt>
                <c:pt idx="2176">
                  <c:v>235.46886082867823</c:v>
                </c:pt>
                <c:pt idx="2177">
                  <c:v>231.66714083954699</c:v>
                </c:pt>
                <c:pt idx="2178">
                  <c:v>223.80051238379889</c:v>
                </c:pt>
                <c:pt idx="2179">
                  <c:v>223.32002589705405</c:v>
                </c:pt>
                <c:pt idx="2180">
                  <c:v>226.85393827395134</c:v>
                </c:pt>
                <c:pt idx="2181">
                  <c:v>223.62867807305517</c:v>
                </c:pt>
                <c:pt idx="2182">
                  <c:v>225.9772955154271</c:v>
                </c:pt>
                <c:pt idx="2183">
                  <c:v>224.64337565961156</c:v>
                </c:pt>
                <c:pt idx="2184">
                  <c:v>222.41396852004661</c:v>
                </c:pt>
                <c:pt idx="2185">
                  <c:v>225.61569962392866</c:v>
                </c:pt>
                <c:pt idx="2186">
                  <c:v>226.32375416625257</c:v>
                </c:pt>
                <c:pt idx="2187">
                  <c:v>227.19240317637028</c:v>
                </c:pt>
                <c:pt idx="2188">
                  <c:v>227.60289342519459</c:v>
                </c:pt>
                <c:pt idx="2189">
                  <c:v>228.28784506765635</c:v>
                </c:pt>
                <c:pt idx="2190">
                  <c:v>228.64724523120231</c:v>
                </c:pt>
                <c:pt idx="2191">
                  <c:v>230.5595798488919</c:v>
                </c:pt>
                <c:pt idx="2192">
                  <c:v>230.11604268455125</c:v>
                </c:pt>
                <c:pt idx="2193">
                  <c:v>230.17759174008307</c:v>
                </c:pt>
                <c:pt idx="2194">
                  <c:v>231.02441176329236</c:v>
                </c:pt>
                <c:pt idx="2195">
                  <c:v>232.45034484385218</c:v>
                </c:pt>
                <c:pt idx="2196">
                  <c:v>231.82148413849524</c:v>
                </c:pt>
                <c:pt idx="2197">
                  <c:v>230.90272315984126</c:v>
                </c:pt>
                <c:pt idx="2198">
                  <c:v>230.84336833532601</c:v>
                </c:pt>
                <c:pt idx="2199">
                  <c:v>229.50623155274016</c:v>
                </c:pt>
                <c:pt idx="2200">
                  <c:v>226.32436363382391</c:v>
                </c:pt>
                <c:pt idx="2201">
                  <c:v>225.57078949289959</c:v>
                </c:pt>
                <c:pt idx="2202">
                  <c:v>227.48366518741483</c:v>
                </c:pt>
                <c:pt idx="2203">
                  <c:v>225.36373245425719</c:v>
                </c:pt>
                <c:pt idx="2204">
                  <c:v>230.05220110632922</c:v>
                </c:pt>
                <c:pt idx="2205">
                  <c:v>231.4480508285105</c:v>
                </c:pt>
                <c:pt idx="2206">
                  <c:v>230.41301069416275</c:v>
                </c:pt>
                <c:pt idx="2207">
                  <c:v>230.50396530869753</c:v>
                </c:pt>
                <c:pt idx="2208">
                  <c:v>234.23917910903901</c:v>
                </c:pt>
                <c:pt idx="2209">
                  <c:v>236.90577198924629</c:v>
                </c:pt>
                <c:pt idx="2210">
                  <c:v>236.96794621358293</c:v>
                </c:pt>
                <c:pt idx="2211">
                  <c:v>238.25318802880824</c:v>
                </c:pt>
                <c:pt idx="2212">
                  <c:v>238.79268884496261</c:v>
                </c:pt>
                <c:pt idx="2213">
                  <c:v>239.52208913220664</c:v>
                </c:pt>
                <c:pt idx="2214">
                  <c:v>235.80128146290409</c:v>
                </c:pt>
                <c:pt idx="2215">
                  <c:v>228.75340719711926</c:v>
                </c:pt>
                <c:pt idx="2216">
                  <c:v>225.48069902559297</c:v>
                </c:pt>
                <c:pt idx="2217">
                  <c:v>222.04969494727681</c:v>
                </c:pt>
                <c:pt idx="2218">
                  <c:v>225.66769905021474</c:v>
                </c:pt>
                <c:pt idx="2219">
                  <c:v>225.32131965212631</c:v>
                </c:pt>
                <c:pt idx="2220">
                  <c:v>225.50460052768281</c:v>
                </c:pt>
                <c:pt idx="2221">
                  <c:v>225.53120735244343</c:v>
                </c:pt>
                <c:pt idx="2222">
                  <c:v>226.61756814568892</c:v>
                </c:pt>
                <c:pt idx="2223">
                  <c:v>226.75561635179264</c:v>
                </c:pt>
                <c:pt idx="2224">
                  <c:v>227.11576274779176</c:v>
                </c:pt>
                <c:pt idx="2225">
                  <c:v>224.84015493068173</c:v>
                </c:pt>
                <c:pt idx="2226">
                  <c:v>225.9001068915739</c:v>
                </c:pt>
                <c:pt idx="2227">
                  <c:v>223.9919507897925</c:v>
                </c:pt>
                <c:pt idx="2228">
                  <c:v>219.79926455794518</c:v>
                </c:pt>
                <c:pt idx="2229">
                  <c:v>218.01701375172817</c:v>
                </c:pt>
                <c:pt idx="2230">
                  <c:v>218.29205239327521</c:v>
                </c:pt>
                <c:pt idx="2231">
                  <c:v>214.3325750673489</c:v>
                </c:pt>
                <c:pt idx="2232">
                  <c:v>215.16546164217235</c:v>
                </c:pt>
                <c:pt idx="2233">
                  <c:v>217.06093790593141</c:v>
                </c:pt>
                <c:pt idx="2234">
                  <c:v>218.18641537597657</c:v>
                </c:pt>
                <c:pt idx="2235">
                  <c:v>213.50406820272707</c:v>
                </c:pt>
                <c:pt idx="2236">
                  <c:v>214.05468654633742</c:v>
                </c:pt>
                <c:pt idx="2237">
                  <c:v>217.47969227491822</c:v>
                </c:pt>
                <c:pt idx="2238">
                  <c:v>214.97817149246163</c:v>
                </c:pt>
                <c:pt idx="2239">
                  <c:v>213.50069123705237</c:v>
                </c:pt>
                <c:pt idx="2240">
                  <c:v>212.21033563173049</c:v>
                </c:pt>
                <c:pt idx="2241">
                  <c:v>209.64142193003175</c:v>
                </c:pt>
                <c:pt idx="2242">
                  <c:v>206.64832261078732</c:v>
                </c:pt>
                <c:pt idx="2243">
                  <c:v>205.9250965864436</c:v>
                </c:pt>
                <c:pt idx="2244">
                  <c:v>203.42395718543102</c:v>
                </c:pt>
                <c:pt idx="2245">
                  <c:v>208.99482413004074</c:v>
                </c:pt>
                <c:pt idx="2246">
                  <c:v>214.03872289436291</c:v>
                </c:pt>
                <c:pt idx="2247">
                  <c:v>212.60025213110768</c:v>
                </c:pt>
                <c:pt idx="2248">
                  <c:v>213.04827949740181</c:v>
                </c:pt>
                <c:pt idx="2249">
                  <c:v>210.64130015359498</c:v>
                </c:pt>
                <c:pt idx="2250">
                  <c:v>215.03474357696498</c:v>
                </c:pt>
                <c:pt idx="2251">
                  <c:v>217.51023952888636</c:v>
                </c:pt>
                <c:pt idx="2252">
                  <c:v>216.51945102843345</c:v>
                </c:pt>
                <c:pt idx="2253">
                  <c:v>218.14861514138087</c:v>
                </c:pt>
                <c:pt idx="2254">
                  <c:v>218.25571539439974</c:v>
                </c:pt>
                <c:pt idx="2255">
                  <c:v>218.34921291612267</c:v>
                </c:pt>
                <c:pt idx="2256">
                  <c:v>216.93803306329144</c:v>
                </c:pt>
                <c:pt idx="2257">
                  <c:v>217.08158312723904</c:v>
                </c:pt>
                <c:pt idx="2258">
                  <c:v>215.59264559917577</c:v>
                </c:pt>
                <c:pt idx="2259">
                  <c:v>218.2352429418799</c:v>
                </c:pt>
                <c:pt idx="2260">
                  <c:v>217.67191660566775</c:v>
                </c:pt>
                <c:pt idx="2261">
                  <c:v>213.68218116327211</c:v>
                </c:pt>
                <c:pt idx="2262">
                  <c:v>211.76078180810012</c:v>
                </c:pt>
                <c:pt idx="2263">
                  <c:v>209.86892753374343</c:v>
                </c:pt>
                <c:pt idx="2264">
                  <c:v>205.46477033195055</c:v>
                </c:pt>
                <c:pt idx="2265">
                  <c:v>206.90789948616199</c:v>
                </c:pt>
                <c:pt idx="2266">
                  <c:v>206.78511774535926</c:v>
                </c:pt>
                <c:pt idx="2267">
                  <c:v>207.36377228617206</c:v>
                </c:pt>
                <c:pt idx="2268">
                  <c:v>206.5407699245539</c:v>
                </c:pt>
                <c:pt idx="2269">
                  <c:v>204.87288330691712</c:v>
                </c:pt>
                <c:pt idx="2270">
                  <c:v>205.77490362053703</c:v>
                </c:pt>
                <c:pt idx="2271">
                  <c:v>206.67327695175686</c:v>
                </c:pt>
                <c:pt idx="2272">
                  <c:v>207.89599074729651</c:v>
                </c:pt>
                <c:pt idx="2273">
                  <c:v>207.32459771533559</c:v>
                </c:pt>
                <c:pt idx="2274">
                  <c:v>202.21981093065918</c:v>
                </c:pt>
                <c:pt idx="2275">
                  <c:v>204.14386062853998</c:v>
                </c:pt>
                <c:pt idx="2276">
                  <c:v>203.71837492262441</c:v>
                </c:pt>
                <c:pt idx="2277">
                  <c:v>201.35713510234928</c:v>
                </c:pt>
                <c:pt idx="2278">
                  <c:v>198.89866136167058</c:v>
                </c:pt>
                <c:pt idx="2279">
                  <c:v>192.72990485692833</c:v>
                </c:pt>
                <c:pt idx="2280">
                  <c:v>194.52195018242253</c:v>
                </c:pt>
                <c:pt idx="2281">
                  <c:v>196.50997219801917</c:v>
                </c:pt>
                <c:pt idx="2282">
                  <c:v>198.53491399357034</c:v>
                </c:pt>
                <c:pt idx="2283">
                  <c:v>200.68348637350078</c:v>
                </c:pt>
                <c:pt idx="2284">
                  <c:v>201.90059687722419</c:v>
                </c:pt>
                <c:pt idx="2285">
                  <c:v>198.6619323849219</c:v>
                </c:pt>
                <c:pt idx="2286">
                  <c:v>197.96979774617043</c:v>
                </c:pt>
                <c:pt idx="2287">
                  <c:v>198.91165057010016</c:v>
                </c:pt>
                <c:pt idx="2288">
                  <c:v>197.5979477800112</c:v>
                </c:pt>
                <c:pt idx="2289">
                  <c:v>194.16357662358845</c:v>
                </c:pt>
                <c:pt idx="2290">
                  <c:v>193.98773589692183</c:v>
                </c:pt>
                <c:pt idx="2291">
                  <c:v>195.0354154784618</c:v>
                </c:pt>
                <c:pt idx="2292">
                  <c:v>196.52265196599734</c:v>
                </c:pt>
                <c:pt idx="2293">
                  <c:v>199.30055443242088</c:v>
                </c:pt>
                <c:pt idx="2294">
                  <c:v>197.05294741321833</c:v>
                </c:pt>
                <c:pt idx="2295">
                  <c:v>197.30805838915651</c:v>
                </c:pt>
                <c:pt idx="2296">
                  <c:v>197.22906760049742</c:v>
                </c:pt>
                <c:pt idx="2297">
                  <c:v>194.8661717692942</c:v>
                </c:pt>
                <c:pt idx="2298">
                  <c:v>195.04745605918615</c:v>
                </c:pt>
                <c:pt idx="2299">
                  <c:v>191.15371481078088</c:v>
                </c:pt>
                <c:pt idx="2300">
                  <c:v>190.99871830250052</c:v>
                </c:pt>
                <c:pt idx="2301">
                  <c:v>190.82193243031742</c:v>
                </c:pt>
                <c:pt idx="2302">
                  <c:v>188.61466851456797</c:v>
                </c:pt>
                <c:pt idx="2303">
                  <c:v>188.95270469854754</c:v>
                </c:pt>
                <c:pt idx="2304">
                  <c:v>189.13720179757769</c:v>
                </c:pt>
                <c:pt idx="2305">
                  <c:v>189.91960560222745</c:v>
                </c:pt>
                <c:pt idx="2306">
                  <c:v>192.05289252256435</c:v>
                </c:pt>
                <c:pt idx="2307">
                  <c:v>191.17114438667818</c:v>
                </c:pt>
                <c:pt idx="2308">
                  <c:v>188.41053885678053</c:v>
                </c:pt>
                <c:pt idx="2309">
                  <c:v>187.04726748997561</c:v>
                </c:pt>
                <c:pt idx="2310">
                  <c:v>181.40712864323592</c:v>
                </c:pt>
                <c:pt idx="2311">
                  <c:v>182.30411549885301</c:v>
                </c:pt>
                <c:pt idx="2312">
                  <c:v>182.20567481188286</c:v>
                </c:pt>
                <c:pt idx="2313">
                  <c:v>186.77288442783205</c:v>
                </c:pt>
                <c:pt idx="2314">
                  <c:v>189.52055813372044</c:v>
                </c:pt>
                <c:pt idx="2315">
                  <c:v>190.08037743988947</c:v>
                </c:pt>
                <c:pt idx="2316">
                  <c:v>188.00198188606555</c:v>
                </c:pt>
                <c:pt idx="2317">
                  <c:v>189.23583380991417</c:v>
                </c:pt>
                <c:pt idx="2318">
                  <c:v>189.22307739665345</c:v>
                </c:pt>
                <c:pt idx="2319">
                  <c:v>188.58085732762737</c:v>
                </c:pt>
                <c:pt idx="2320">
                  <c:v>195.20980429938976</c:v>
                </c:pt>
                <c:pt idx="2321">
                  <c:v>198.49688134085645</c:v>
                </c:pt>
                <c:pt idx="2322">
                  <c:v>201.19474386189503</c:v>
                </c:pt>
                <c:pt idx="2323">
                  <c:v>205.0120590507438</c:v>
                </c:pt>
                <c:pt idx="2324">
                  <c:v>203.02303695740943</c:v>
                </c:pt>
                <c:pt idx="2325">
                  <c:v>204.56373336710311</c:v>
                </c:pt>
                <c:pt idx="2326">
                  <c:v>204.4105924036661</c:v>
                </c:pt>
              </c:numCache>
            </c:numRef>
          </c:val>
          <c:smooth val="0"/>
          <c:extLst>
            <c:ext xmlns:c16="http://schemas.microsoft.com/office/drawing/2014/chart" uri="{C3380CC4-5D6E-409C-BE32-E72D297353CC}">
              <c16:uniqueId val="{00000000-A1AE-964A-A39E-8A14AAB3D785}"/>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400"/>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FX!$BZ$2</c:f>
              <c:strCache>
                <c:ptCount val="1"/>
                <c:pt idx="0">
                  <c:v>NIFTY IT</c:v>
                </c:pt>
              </c:strCache>
            </c:strRef>
          </c:tx>
          <c:spPr>
            <a:ln w="12700" cap="rnd">
              <a:solidFill>
                <a:schemeClr val="dk1">
                  <a:tint val="88500"/>
                </a:schemeClr>
              </a:solidFill>
              <a:round/>
            </a:ln>
            <a:effectLst/>
          </c:spPr>
          <c:marker>
            <c:symbol val="none"/>
          </c:marker>
          <c:cat>
            <c:numRef>
              <c:f>FX!$BY$3:$BY$1422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FX!$BZ$3:$BZ$1422</c:f>
              <c:numCache>
                <c:formatCode>_(* #,##0.00_);_(* \(#,##0.00\);_(* "-"??_);_(@_)</c:formatCode>
                <c:ptCount val="1420"/>
                <c:pt idx="0">
                  <c:v>99.999999999999986</c:v>
                </c:pt>
                <c:pt idx="1">
                  <c:v>100.50406822313339</c:v>
                </c:pt>
                <c:pt idx="2">
                  <c:v>98.56766608477605</c:v>
                </c:pt>
                <c:pt idx="3">
                  <c:v>98.04928071126578</c:v>
                </c:pt>
                <c:pt idx="4">
                  <c:v>99.60438995546626</c:v>
                </c:pt>
                <c:pt idx="5">
                  <c:v>98.795732177993528</c:v>
                </c:pt>
                <c:pt idx="6">
                  <c:v>98.484787355146764</c:v>
                </c:pt>
                <c:pt idx="7">
                  <c:v>98.364485001547536</c:v>
                </c:pt>
                <c:pt idx="8">
                  <c:v>98.309275793649334</c:v>
                </c:pt>
                <c:pt idx="9">
                  <c:v>97.251211157049255</c:v>
                </c:pt>
                <c:pt idx="10">
                  <c:v>99.935589875348683</c:v>
                </c:pt>
                <c:pt idx="11">
                  <c:v>100.05307896858298</c:v>
                </c:pt>
                <c:pt idx="12">
                  <c:v>100.46074073623866</c:v>
                </c:pt>
                <c:pt idx="13">
                  <c:v>101.37381378844624</c:v>
                </c:pt>
                <c:pt idx="14">
                  <c:v>101.87343360527778</c:v>
                </c:pt>
                <c:pt idx="15">
                  <c:v>101.51307737735688</c:v>
                </c:pt>
                <c:pt idx="16">
                  <c:v>101.25669212369607</c:v>
                </c:pt>
                <c:pt idx="17">
                  <c:v>101.71079699119662</c:v>
                </c:pt>
                <c:pt idx="18">
                  <c:v>102.4226768839867</c:v>
                </c:pt>
                <c:pt idx="19">
                  <c:v>102.93188675343231</c:v>
                </c:pt>
                <c:pt idx="20">
                  <c:v>103.74637548721618</c:v>
                </c:pt>
                <c:pt idx="21">
                  <c:v>103.69002934951413</c:v>
                </c:pt>
                <c:pt idx="22">
                  <c:v>105.66182790723057</c:v>
                </c:pt>
                <c:pt idx="23">
                  <c:v>107.08049004639646</c:v>
                </c:pt>
                <c:pt idx="24">
                  <c:v>106.46766515847609</c:v>
                </c:pt>
                <c:pt idx="25">
                  <c:v>106.22854954393389</c:v>
                </c:pt>
                <c:pt idx="26">
                  <c:v>108.62870197315772</c:v>
                </c:pt>
                <c:pt idx="27">
                  <c:v>108.99276691736775</c:v>
                </c:pt>
                <c:pt idx="28">
                  <c:v>108.80988308967792</c:v>
                </c:pt>
                <c:pt idx="29">
                  <c:v>109.55171643790133</c:v>
                </c:pt>
                <c:pt idx="30">
                  <c:v>108.80785309183527</c:v>
                </c:pt>
                <c:pt idx="31">
                  <c:v>110.10147353089933</c:v>
                </c:pt>
                <c:pt idx="32">
                  <c:v>108.2731289720717</c:v>
                </c:pt>
                <c:pt idx="33">
                  <c:v>107.48873563348538</c:v>
                </c:pt>
                <c:pt idx="34">
                  <c:v>106.42442343538957</c:v>
                </c:pt>
                <c:pt idx="35">
                  <c:v>104.21220363666556</c:v>
                </c:pt>
                <c:pt idx="36">
                  <c:v>106.19780321529886</c:v>
                </c:pt>
                <c:pt idx="37">
                  <c:v>106.09295256474131</c:v>
                </c:pt>
                <c:pt idx="38">
                  <c:v>106.64898253842993</c:v>
                </c:pt>
                <c:pt idx="39">
                  <c:v>109.08754595360715</c:v>
                </c:pt>
                <c:pt idx="40">
                  <c:v>108.90991068533782</c:v>
                </c:pt>
                <c:pt idx="41">
                  <c:v>107.00464184130873</c:v>
                </c:pt>
                <c:pt idx="42">
                  <c:v>108.13846479362573</c:v>
                </c:pt>
                <c:pt idx="43">
                  <c:v>107.19833398556936</c:v>
                </c:pt>
                <c:pt idx="44">
                  <c:v>107.95841058333313</c:v>
                </c:pt>
                <c:pt idx="45">
                  <c:v>107.75307576522481</c:v>
                </c:pt>
                <c:pt idx="46">
                  <c:v>106.4413141132446</c:v>
                </c:pt>
                <c:pt idx="47">
                  <c:v>106.56061960555022</c:v>
                </c:pt>
                <c:pt idx="48">
                  <c:v>107.04793601358979</c:v>
                </c:pt>
                <c:pt idx="49">
                  <c:v>106.07579514547797</c:v>
                </c:pt>
                <c:pt idx="50">
                  <c:v>108.77155435679796</c:v>
                </c:pt>
                <c:pt idx="51">
                  <c:v>108.40890249342027</c:v>
                </c:pt>
                <c:pt idx="52">
                  <c:v>109.40825396054203</c:v>
                </c:pt>
                <c:pt idx="53">
                  <c:v>109.69935029855233</c:v>
                </c:pt>
                <c:pt idx="54">
                  <c:v>109.67845669363601</c:v>
                </c:pt>
                <c:pt idx="55">
                  <c:v>108.21218552011997</c:v>
                </c:pt>
                <c:pt idx="56">
                  <c:v>108.01383027598088</c:v>
                </c:pt>
                <c:pt idx="57">
                  <c:v>107.8047980819527</c:v>
                </c:pt>
                <c:pt idx="58">
                  <c:v>109.24286901852531</c:v>
                </c:pt>
                <c:pt idx="59">
                  <c:v>109.40863386006728</c:v>
                </c:pt>
                <c:pt idx="60">
                  <c:v>110.89593657334017</c:v>
                </c:pt>
                <c:pt idx="61">
                  <c:v>112.86429741519501</c:v>
                </c:pt>
                <c:pt idx="62">
                  <c:v>110.74817518645906</c:v>
                </c:pt>
                <c:pt idx="63">
                  <c:v>111.43272657139789</c:v>
                </c:pt>
                <c:pt idx="64">
                  <c:v>111.65570204993595</c:v>
                </c:pt>
                <c:pt idx="65">
                  <c:v>112.26474923691998</c:v>
                </c:pt>
                <c:pt idx="66">
                  <c:v>112.04311312465455</c:v>
                </c:pt>
                <c:pt idx="67">
                  <c:v>111.14392324005904</c:v>
                </c:pt>
                <c:pt idx="68">
                  <c:v>112.71308632583576</c:v>
                </c:pt>
                <c:pt idx="69">
                  <c:v>111.94956275471662</c:v>
                </c:pt>
                <c:pt idx="70">
                  <c:v>112.16491716133575</c:v>
                </c:pt>
                <c:pt idx="71">
                  <c:v>112.1399583809465</c:v>
                </c:pt>
                <c:pt idx="72">
                  <c:v>112.24123614059177</c:v>
                </c:pt>
                <c:pt idx="73">
                  <c:v>113.40270941357907</c:v>
                </c:pt>
                <c:pt idx="74">
                  <c:v>113.22084001060797</c:v>
                </c:pt>
                <c:pt idx="75">
                  <c:v>113.94056019482743</c:v>
                </c:pt>
                <c:pt idx="76">
                  <c:v>115.83526963972554</c:v>
                </c:pt>
                <c:pt idx="77">
                  <c:v>114.22550749351713</c:v>
                </c:pt>
                <c:pt idx="78">
                  <c:v>112.49151806678711</c:v>
                </c:pt>
                <c:pt idx="79">
                  <c:v>111.74886762952082</c:v>
                </c:pt>
                <c:pt idx="80">
                  <c:v>111.81524993769655</c:v>
                </c:pt>
                <c:pt idx="81">
                  <c:v>110.46154790026281</c:v>
                </c:pt>
                <c:pt idx="82">
                  <c:v>109.97190725806911</c:v>
                </c:pt>
                <c:pt idx="83">
                  <c:v>108.39271212232487</c:v>
                </c:pt>
                <c:pt idx="84">
                  <c:v>109.84131330224749</c:v>
                </c:pt>
                <c:pt idx="85">
                  <c:v>111.18613506338792</c:v>
                </c:pt>
                <c:pt idx="86">
                  <c:v>109.49682749842482</c:v>
                </c:pt>
                <c:pt idx="87">
                  <c:v>108.7399765247234</c:v>
                </c:pt>
                <c:pt idx="88">
                  <c:v>107.99955587704962</c:v>
                </c:pt>
                <c:pt idx="89">
                  <c:v>108.31400198630631</c:v>
                </c:pt>
                <c:pt idx="90">
                  <c:v>108.22217420208106</c:v>
                </c:pt>
                <c:pt idx="91">
                  <c:v>109.6439888008705</c:v>
                </c:pt>
                <c:pt idx="92">
                  <c:v>109.94415299627401</c:v>
                </c:pt>
                <c:pt idx="93">
                  <c:v>111.00785217560231</c:v>
                </c:pt>
                <c:pt idx="94">
                  <c:v>112.1080343929371</c:v>
                </c:pt>
                <c:pt idx="95">
                  <c:v>114.1033719990579</c:v>
                </c:pt>
                <c:pt idx="96">
                  <c:v>112.55197359450558</c:v>
                </c:pt>
                <c:pt idx="97">
                  <c:v>111.85576196791507</c:v>
                </c:pt>
                <c:pt idx="98">
                  <c:v>112.56774155295018</c:v>
                </c:pt>
                <c:pt idx="99">
                  <c:v>114.07311930992429</c:v>
                </c:pt>
                <c:pt idx="100">
                  <c:v>114.73315301921758</c:v>
                </c:pt>
                <c:pt idx="101">
                  <c:v>114.60639227805288</c:v>
                </c:pt>
                <c:pt idx="102">
                  <c:v>113.92049059691173</c:v>
                </c:pt>
                <c:pt idx="103">
                  <c:v>113.24602410799442</c:v>
                </c:pt>
                <c:pt idx="104">
                  <c:v>112.52791578392531</c:v>
                </c:pt>
                <c:pt idx="105">
                  <c:v>113.23821039758111</c:v>
                </c:pt>
                <c:pt idx="106">
                  <c:v>113.17906174618595</c:v>
                </c:pt>
                <c:pt idx="107">
                  <c:v>113.58547584761222</c:v>
                </c:pt>
                <c:pt idx="108">
                  <c:v>112.82212075421174</c:v>
                </c:pt>
                <c:pt idx="109">
                  <c:v>113.23772578279026</c:v>
                </c:pt>
                <c:pt idx="110">
                  <c:v>112.48383325596417</c:v>
                </c:pt>
                <c:pt idx="111">
                  <c:v>111.87329445735755</c:v>
                </c:pt>
                <c:pt idx="112">
                  <c:v>111.97738266600402</c:v>
                </c:pt>
                <c:pt idx="113">
                  <c:v>111.76000912915002</c:v>
                </c:pt>
                <c:pt idx="114">
                  <c:v>112.82280712629505</c:v>
                </c:pt>
                <c:pt idx="115">
                  <c:v>111.9811045427431</c:v>
                </c:pt>
                <c:pt idx="116">
                  <c:v>112.08480604874087</c:v>
                </c:pt>
                <c:pt idx="117">
                  <c:v>109.32634598920006</c:v>
                </c:pt>
                <c:pt idx="118">
                  <c:v>108.3843581990957</c:v>
                </c:pt>
                <c:pt idx="119">
                  <c:v>107.47857424787165</c:v>
                </c:pt>
                <c:pt idx="120">
                  <c:v>107.19020441196348</c:v>
                </c:pt>
                <c:pt idx="121">
                  <c:v>107.76554897105376</c:v>
                </c:pt>
                <c:pt idx="122">
                  <c:v>107.51402484165942</c:v>
                </c:pt>
                <c:pt idx="123">
                  <c:v>110.58589443082079</c:v>
                </c:pt>
                <c:pt idx="124">
                  <c:v>110.03609966902472</c:v>
                </c:pt>
                <c:pt idx="125">
                  <c:v>110.32804798677745</c:v>
                </c:pt>
                <c:pt idx="126">
                  <c:v>108.96621962343903</c:v>
                </c:pt>
                <c:pt idx="127">
                  <c:v>108.23926824874002</c:v>
                </c:pt>
                <c:pt idx="128">
                  <c:v>108.74707811165059</c:v>
                </c:pt>
                <c:pt idx="129">
                  <c:v>107.92269356283792</c:v>
                </c:pt>
                <c:pt idx="130">
                  <c:v>108.61820332420052</c:v>
                </c:pt>
                <c:pt idx="131">
                  <c:v>107.61949326642011</c:v>
                </c:pt>
                <c:pt idx="132">
                  <c:v>108.23826148342414</c:v>
                </c:pt>
                <c:pt idx="133">
                  <c:v>109.18841085241304</c:v>
                </c:pt>
                <c:pt idx="134">
                  <c:v>109.85238025070312</c:v>
                </c:pt>
                <c:pt idx="135">
                  <c:v>107.51174315310672</c:v>
                </c:pt>
                <c:pt idx="136">
                  <c:v>107.61287981128238</c:v>
                </c:pt>
                <c:pt idx="137">
                  <c:v>106.80850656507614</c:v>
                </c:pt>
                <c:pt idx="138">
                  <c:v>106.23288144504667</c:v>
                </c:pt>
                <c:pt idx="139">
                  <c:v>106.35199512228341</c:v>
                </c:pt>
                <c:pt idx="140">
                  <c:v>108.45595618792734</c:v>
                </c:pt>
                <c:pt idx="141">
                  <c:v>108.64545831748111</c:v>
                </c:pt>
                <c:pt idx="142">
                  <c:v>104.85127628692655</c:v>
                </c:pt>
                <c:pt idx="143">
                  <c:v>105.34294207505202</c:v>
                </c:pt>
                <c:pt idx="144">
                  <c:v>104.37599230773678</c:v>
                </c:pt>
                <c:pt idx="145">
                  <c:v>104.63442119185594</c:v>
                </c:pt>
                <c:pt idx="146">
                  <c:v>105.42032173269723</c:v>
                </c:pt>
                <c:pt idx="147">
                  <c:v>105.4313455923652</c:v>
                </c:pt>
                <c:pt idx="148">
                  <c:v>105.57111706705055</c:v>
                </c:pt>
                <c:pt idx="149">
                  <c:v>106.78311776651785</c:v>
                </c:pt>
                <c:pt idx="150">
                  <c:v>106.60383219911817</c:v>
                </c:pt>
                <c:pt idx="151">
                  <c:v>105.69068818531001</c:v>
                </c:pt>
                <c:pt idx="152">
                  <c:v>107.24371338967863</c:v>
                </c:pt>
                <c:pt idx="153">
                  <c:v>108.04303616683411</c:v>
                </c:pt>
                <c:pt idx="154">
                  <c:v>107.22699528261924</c:v>
                </c:pt>
                <c:pt idx="155">
                  <c:v>108.02764296889453</c:v>
                </c:pt>
                <c:pt idx="156">
                  <c:v>108.24632957953038</c:v>
                </c:pt>
                <c:pt idx="157">
                  <c:v>107.68469222663778</c:v>
                </c:pt>
                <c:pt idx="158">
                  <c:v>106.10091824559801</c:v>
                </c:pt>
                <c:pt idx="159">
                  <c:v>105.8116256247383</c:v>
                </c:pt>
                <c:pt idx="160">
                  <c:v>107.32942689056489</c:v>
                </c:pt>
                <c:pt idx="161">
                  <c:v>106.5698053152603</c:v>
                </c:pt>
                <c:pt idx="162">
                  <c:v>105.35749087549384</c:v>
                </c:pt>
                <c:pt idx="163">
                  <c:v>106.62570041633852</c:v>
                </c:pt>
                <c:pt idx="164">
                  <c:v>105.66401467800189</c:v>
                </c:pt>
                <c:pt idx="165">
                  <c:v>105.75008978844852</c:v>
                </c:pt>
                <c:pt idx="166">
                  <c:v>102.69740293653147</c:v>
                </c:pt>
                <c:pt idx="167">
                  <c:v>104.8406623453711</c:v>
                </c:pt>
                <c:pt idx="168">
                  <c:v>104.83923642500309</c:v>
                </c:pt>
                <c:pt idx="169">
                  <c:v>104.58500914328265</c:v>
                </c:pt>
                <c:pt idx="170">
                  <c:v>104.15639107574984</c:v>
                </c:pt>
                <c:pt idx="171">
                  <c:v>104.48549785855175</c:v>
                </c:pt>
                <c:pt idx="172">
                  <c:v>104.0320872266295</c:v>
                </c:pt>
                <c:pt idx="173">
                  <c:v>104.81871457207839</c:v>
                </c:pt>
                <c:pt idx="174">
                  <c:v>104.02434425123123</c:v>
                </c:pt>
                <c:pt idx="175">
                  <c:v>103.02168989060546</c:v>
                </c:pt>
                <c:pt idx="176">
                  <c:v>102.87141878049221</c:v>
                </c:pt>
                <c:pt idx="177">
                  <c:v>104.46211298424684</c:v>
                </c:pt>
                <c:pt idx="178">
                  <c:v>104.16110577964074</c:v>
                </c:pt>
                <c:pt idx="179">
                  <c:v>103.26481999163033</c:v>
                </c:pt>
                <c:pt idx="180">
                  <c:v>103.91952744215524</c:v>
                </c:pt>
                <c:pt idx="181">
                  <c:v>103.6328389458031</c:v>
                </c:pt>
                <c:pt idx="182">
                  <c:v>104.80988528532779</c:v>
                </c:pt>
                <c:pt idx="183">
                  <c:v>100.36195827890738</c:v>
                </c:pt>
                <c:pt idx="184">
                  <c:v>101.25933253997871</c:v>
                </c:pt>
                <c:pt idx="185">
                  <c:v>100.90986620628885</c:v>
                </c:pt>
                <c:pt idx="186">
                  <c:v>102.6754389930562</c:v>
                </c:pt>
                <c:pt idx="187">
                  <c:v>103.6135889241656</c:v>
                </c:pt>
                <c:pt idx="188">
                  <c:v>105.40496684342037</c:v>
                </c:pt>
                <c:pt idx="189">
                  <c:v>105.80401818145313</c:v>
                </c:pt>
                <c:pt idx="190">
                  <c:v>106.81755475363076</c:v>
                </c:pt>
                <c:pt idx="191">
                  <c:v>106.35123543481657</c:v>
                </c:pt>
                <c:pt idx="192">
                  <c:v>106.30570627242399</c:v>
                </c:pt>
                <c:pt idx="193">
                  <c:v>106.55359830325273</c:v>
                </c:pt>
                <c:pt idx="194">
                  <c:v>104.55353424484177</c:v>
                </c:pt>
                <c:pt idx="195">
                  <c:v>103.75999030597987</c:v>
                </c:pt>
                <c:pt idx="196">
                  <c:v>103.42829059283191</c:v>
                </c:pt>
                <c:pt idx="197">
                  <c:v>103.3895623809257</c:v>
                </c:pt>
                <c:pt idx="198">
                  <c:v>103.28312139663637</c:v>
                </c:pt>
                <c:pt idx="199">
                  <c:v>103.20289944974019</c:v>
                </c:pt>
                <c:pt idx="200">
                  <c:v>103.15003887136136</c:v>
                </c:pt>
                <c:pt idx="201">
                  <c:v>101.066821016444</c:v>
                </c:pt>
                <c:pt idx="202">
                  <c:v>102.06276217655271</c:v>
                </c:pt>
                <c:pt idx="203">
                  <c:v>100.93525000947797</c:v>
                </c:pt>
                <c:pt idx="204">
                  <c:v>101.93665620889936</c:v>
                </c:pt>
                <c:pt idx="205">
                  <c:v>102.6128568720013</c:v>
                </c:pt>
                <c:pt idx="206">
                  <c:v>101.77311947050741</c:v>
                </c:pt>
                <c:pt idx="207">
                  <c:v>100.27714042751242</c:v>
                </c:pt>
                <c:pt idx="208">
                  <c:v>100.91247814838751</c:v>
                </c:pt>
                <c:pt idx="209">
                  <c:v>102.37664127805886</c:v>
                </c:pt>
                <c:pt idx="210">
                  <c:v>103.81911780649465</c:v>
                </c:pt>
                <c:pt idx="211">
                  <c:v>103.14278720332608</c:v>
                </c:pt>
                <c:pt idx="212">
                  <c:v>102.09143757782762</c:v>
                </c:pt>
                <c:pt idx="213">
                  <c:v>103.38780484894238</c:v>
                </c:pt>
                <c:pt idx="214">
                  <c:v>102.48154244732748</c:v>
                </c:pt>
                <c:pt idx="215">
                  <c:v>104.08782252458563</c:v>
                </c:pt>
                <c:pt idx="216">
                  <c:v>104.77171930512382</c:v>
                </c:pt>
                <c:pt idx="217">
                  <c:v>106.69875307390994</c:v>
                </c:pt>
                <c:pt idx="218">
                  <c:v>107.06107553362521</c:v>
                </c:pt>
                <c:pt idx="219">
                  <c:v>107.72784803935144</c:v>
                </c:pt>
                <c:pt idx="220">
                  <c:v>107.82814953130155</c:v>
                </c:pt>
                <c:pt idx="221">
                  <c:v>107.95144313986053</c:v>
                </c:pt>
                <c:pt idx="222">
                  <c:v>107.35743973712442</c:v>
                </c:pt>
                <c:pt idx="223">
                  <c:v>106.71866971847095</c:v>
                </c:pt>
                <c:pt idx="224">
                  <c:v>107.2965692941511</c:v>
                </c:pt>
                <c:pt idx="225">
                  <c:v>107.07235082025974</c:v>
                </c:pt>
                <c:pt idx="226">
                  <c:v>106.24020690833811</c:v>
                </c:pt>
                <c:pt idx="227">
                  <c:v>106.71363299199662</c:v>
                </c:pt>
                <c:pt idx="228">
                  <c:v>106.63106755200363</c:v>
                </c:pt>
                <c:pt idx="229">
                  <c:v>107.64053445786418</c:v>
                </c:pt>
                <c:pt idx="230">
                  <c:v>106.66616608722266</c:v>
                </c:pt>
                <c:pt idx="231">
                  <c:v>107.23886920277495</c:v>
                </c:pt>
                <c:pt idx="232">
                  <c:v>107.27115224743844</c:v>
                </c:pt>
                <c:pt idx="233">
                  <c:v>107.97450177529529</c:v>
                </c:pt>
                <c:pt idx="234">
                  <c:v>108.67900955995681</c:v>
                </c:pt>
                <c:pt idx="235">
                  <c:v>110.9616681516715</c:v>
                </c:pt>
                <c:pt idx="236">
                  <c:v>111.71779230149114</c:v>
                </c:pt>
                <c:pt idx="237">
                  <c:v>111.68824486212927</c:v>
                </c:pt>
                <c:pt idx="238">
                  <c:v>111.87685464443582</c:v>
                </c:pt>
                <c:pt idx="239">
                  <c:v>111.49092050379843</c:v>
                </c:pt>
                <c:pt idx="240">
                  <c:v>110.4722296958498</c:v>
                </c:pt>
                <c:pt idx="241">
                  <c:v>110.03893308276179</c:v>
                </c:pt>
                <c:pt idx="242">
                  <c:v>111.0865913175524</c:v>
                </c:pt>
                <c:pt idx="243">
                  <c:v>111.97812961569102</c:v>
                </c:pt>
                <c:pt idx="244">
                  <c:v>111.96691440215572</c:v>
                </c:pt>
                <c:pt idx="245">
                  <c:v>111.19211136689125</c:v>
                </c:pt>
                <c:pt idx="246">
                  <c:v>111.54471617843042</c:v>
                </c:pt>
                <c:pt idx="247">
                  <c:v>112.09985890378255</c:v>
                </c:pt>
                <c:pt idx="248">
                  <c:v>110.62007570654214</c:v>
                </c:pt>
                <c:pt idx="249">
                  <c:v>109.32561182827679</c:v>
                </c:pt>
                <c:pt idx="250">
                  <c:v>110.26351176343698</c:v>
                </c:pt>
                <c:pt idx="251">
                  <c:v>108.64694323542017</c:v>
                </c:pt>
                <c:pt idx="252">
                  <c:v>111.3077181233124</c:v>
                </c:pt>
                <c:pt idx="253">
                  <c:v>111.76712525639731</c:v>
                </c:pt>
                <c:pt idx="254">
                  <c:v>111.25729634472034</c:v>
                </c:pt>
                <c:pt idx="255">
                  <c:v>111.59356352966306</c:v>
                </c:pt>
                <c:pt idx="256">
                  <c:v>111.85062615220595</c:v>
                </c:pt>
                <c:pt idx="257">
                  <c:v>112.38839598285095</c:v>
                </c:pt>
                <c:pt idx="258">
                  <c:v>112.9696303447939</c:v>
                </c:pt>
                <c:pt idx="259">
                  <c:v>112.89614799547299</c:v>
                </c:pt>
                <c:pt idx="260">
                  <c:v>112.92972633634679</c:v>
                </c:pt>
                <c:pt idx="261">
                  <c:v>113.59117850984218</c:v>
                </c:pt>
                <c:pt idx="262">
                  <c:v>113.75225264908295</c:v>
                </c:pt>
                <c:pt idx="263">
                  <c:v>112.62045624011475</c:v>
                </c:pt>
                <c:pt idx="264">
                  <c:v>110.94483879914594</c:v>
                </c:pt>
                <c:pt idx="265">
                  <c:v>111.61114025612382</c:v>
                </c:pt>
                <c:pt idx="266">
                  <c:v>110.26084259095185</c:v>
                </c:pt>
                <c:pt idx="267">
                  <c:v>109.03022610385106</c:v>
                </c:pt>
                <c:pt idx="268">
                  <c:v>102.04903594520904</c:v>
                </c:pt>
                <c:pt idx="269">
                  <c:v>103.41378130951129</c:v>
                </c:pt>
                <c:pt idx="270">
                  <c:v>104.48213232555491</c:v>
                </c:pt>
                <c:pt idx="271">
                  <c:v>104.87790735041007</c:v>
                </c:pt>
                <c:pt idx="272">
                  <c:v>97.269997014750004</c:v>
                </c:pt>
                <c:pt idx="273">
                  <c:v>96.317583547544814</c:v>
                </c:pt>
                <c:pt idx="274">
                  <c:v>87.389340421777376</c:v>
                </c:pt>
                <c:pt idx="275">
                  <c:v>88.515745172500658</c:v>
                </c:pt>
                <c:pt idx="276">
                  <c:v>81.181870633252203</c:v>
                </c:pt>
                <c:pt idx="277">
                  <c:v>79.143481977421914</c:v>
                </c:pt>
                <c:pt idx="278">
                  <c:v>76.731590167876973</c:v>
                </c:pt>
                <c:pt idx="279">
                  <c:v>73.161742124376531</c:v>
                </c:pt>
                <c:pt idx="280">
                  <c:v>79.76468612589268</c:v>
                </c:pt>
                <c:pt idx="281">
                  <c:v>71.344485612930882</c:v>
                </c:pt>
                <c:pt idx="282">
                  <c:v>75.449584549391446</c:v>
                </c:pt>
                <c:pt idx="283">
                  <c:v>80.680889720909505</c:v>
                </c:pt>
                <c:pt idx="284">
                  <c:v>81.324264247980665</c:v>
                </c:pt>
                <c:pt idx="285">
                  <c:v>79.174073260175021</c:v>
                </c:pt>
                <c:pt idx="286">
                  <c:v>81.988753085088177</c:v>
                </c:pt>
                <c:pt idx="287">
                  <c:v>77.377931076414896</c:v>
                </c:pt>
                <c:pt idx="288">
                  <c:v>74.591139039581549</c:v>
                </c:pt>
                <c:pt idx="289">
                  <c:v>80.378390007006303</c:v>
                </c:pt>
                <c:pt idx="290">
                  <c:v>80.61716436926838</c:v>
                </c:pt>
                <c:pt idx="291">
                  <c:v>79.922969738837665</c:v>
                </c:pt>
                <c:pt idx="292">
                  <c:v>78.647827853184666</c:v>
                </c:pt>
                <c:pt idx="293">
                  <c:v>80.024101405715356</c:v>
                </c:pt>
                <c:pt idx="294">
                  <c:v>81.184790776198767</c:v>
                </c:pt>
                <c:pt idx="295">
                  <c:v>78.3934589575953</c:v>
                </c:pt>
                <c:pt idx="296">
                  <c:v>79.257632878583863</c:v>
                </c:pt>
                <c:pt idx="297">
                  <c:v>81.215231871844537</c:v>
                </c:pt>
                <c:pt idx="298">
                  <c:v>83.277322273399491</c:v>
                </c:pt>
                <c:pt idx="299">
                  <c:v>85.883358508709264</c:v>
                </c:pt>
                <c:pt idx="300">
                  <c:v>90.953808654461639</c:v>
                </c:pt>
                <c:pt idx="301">
                  <c:v>85.788483711217921</c:v>
                </c:pt>
                <c:pt idx="302">
                  <c:v>85.177496157252662</c:v>
                </c:pt>
                <c:pt idx="303">
                  <c:v>86.036604050689249</c:v>
                </c:pt>
                <c:pt idx="304">
                  <c:v>86.976049918800612</c:v>
                </c:pt>
                <c:pt idx="305">
                  <c:v>87.450966099155693</c:v>
                </c:pt>
                <c:pt idx="306">
                  <c:v>88.494797166806379</c:v>
                </c:pt>
                <c:pt idx="307">
                  <c:v>85.328194833104703</c:v>
                </c:pt>
                <c:pt idx="308">
                  <c:v>84.569134918492779</c:v>
                </c:pt>
                <c:pt idx="309">
                  <c:v>84.908662598291627</c:v>
                </c:pt>
                <c:pt idx="310">
                  <c:v>86.05856739300603</c:v>
                </c:pt>
                <c:pt idx="311">
                  <c:v>86.503184272348946</c:v>
                </c:pt>
                <c:pt idx="312">
                  <c:v>87.21462001027713</c:v>
                </c:pt>
                <c:pt idx="313">
                  <c:v>88.449514270252578</c:v>
                </c:pt>
                <c:pt idx="314">
                  <c:v>89.318014185687673</c:v>
                </c:pt>
                <c:pt idx="315">
                  <c:v>89.681066667327258</c:v>
                </c:pt>
                <c:pt idx="316">
                  <c:v>89.699417455854601</c:v>
                </c:pt>
                <c:pt idx="317">
                  <c:v>92.397399745505439</c:v>
                </c:pt>
                <c:pt idx="318">
                  <c:v>92.327370335748725</c:v>
                </c:pt>
                <c:pt idx="319">
                  <c:v>93.783069406372903</c:v>
                </c:pt>
                <c:pt idx="320">
                  <c:v>93.860774612262162</c:v>
                </c:pt>
                <c:pt idx="321">
                  <c:v>95.367511807216133</c:v>
                </c:pt>
                <c:pt idx="322">
                  <c:v>94.535821493299323</c:v>
                </c:pt>
                <c:pt idx="323">
                  <c:v>95.2348622248103</c:v>
                </c:pt>
                <c:pt idx="324">
                  <c:v>93.408106722421124</c:v>
                </c:pt>
                <c:pt idx="325">
                  <c:v>91.802801882333597</c:v>
                </c:pt>
                <c:pt idx="326">
                  <c:v>91.604320907060668</c:v>
                </c:pt>
                <c:pt idx="327">
                  <c:v>92.269351318338636</c:v>
                </c:pt>
                <c:pt idx="328">
                  <c:v>92.006537312828556</c:v>
                </c:pt>
                <c:pt idx="329">
                  <c:v>92.532653359954935</c:v>
                </c:pt>
                <c:pt idx="330">
                  <c:v>92.128625374873138</c:v>
                </c:pt>
                <c:pt idx="331">
                  <c:v>91.899253702434009</c:v>
                </c:pt>
                <c:pt idx="332">
                  <c:v>93.276119115662823</c:v>
                </c:pt>
                <c:pt idx="333">
                  <c:v>93.266267542912502</c:v>
                </c:pt>
                <c:pt idx="334">
                  <c:v>92.267258312941763</c:v>
                </c:pt>
                <c:pt idx="335">
                  <c:v>96.20525669093837</c:v>
                </c:pt>
                <c:pt idx="336">
                  <c:v>94.635335194197083</c:v>
                </c:pt>
                <c:pt idx="337">
                  <c:v>94.598903148591447</c:v>
                </c:pt>
                <c:pt idx="338">
                  <c:v>94.389057311566106</c:v>
                </c:pt>
                <c:pt idx="339">
                  <c:v>97.010536014923886</c:v>
                </c:pt>
                <c:pt idx="340">
                  <c:v>98.058419543696331</c:v>
                </c:pt>
                <c:pt idx="341">
                  <c:v>99.207017926473867</c:v>
                </c:pt>
                <c:pt idx="342">
                  <c:v>102.10752267933945</c:v>
                </c:pt>
                <c:pt idx="343">
                  <c:v>100.13048102765573</c:v>
                </c:pt>
                <c:pt idx="344">
                  <c:v>100.30629222891007</c:v>
                </c:pt>
                <c:pt idx="345">
                  <c:v>100.11690024093505</c:v>
                </c:pt>
                <c:pt idx="346">
                  <c:v>101.92640221741334</c:v>
                </c:pt>
                <c:pt idx="347">
                  <c:v>108.93438100346943</c:v>
                </c:pt>
                <c:pt idx="348">
                  <c:v>108.46308922965778</c:v>
                </c:pt>
                <c:pt idx="349">
                  <c:v>111.48072077745142</c:v>
                </c:pt>
                <c:pt idx="350">
                  <c:v>111.87368255755229</c:v>
                </c:pt>
                <c:pt idx="351">
                  <c:v>110.71973931924897</c:v>
                </c:pt>
                <c:pt idx="352">
                  <c:v>110.41621896986682</c:v>
                </c:pt>
                <c:pt idx="353">
                  <c:v>111.80787810461815</c:v>
                </c:pt>
                <c:pt idx="354">
                  <c:v>114.1723271742802</c:v>
                </c:pt>
                <c:pt idx="355">
                  <c:v>116.89220200167289</c:v>
                </c:pt>
                <c:pt idx="356">
                  <c:v>115.80862987847202</c:v>
                </c:pt>
                <c:pt idx="357">
                  <c:v>116.48954283184302</c:v>
                </c:pt>
                <c:pt idx="358">
                  <c:v>117.03941082686033</c:v>
                </c:pt>
                <c:pt idx="359">
                  <c:v>116.03188782546228</c:v>
                </c:pt>
                <c:pt idx="360">
                  <c:v>114.84347268376348</c:v>
                </c:pt>
                <c:pt idx="361">
                  <c:v>115.52019452956745</c:v>
                </c:pt>
                <c:pt idx="362">
                  <c:v>117.65975843409211</c:v>
                </c:pt>
                <c:pt idx="363">
                  <c:v>116.31565375435456</c:v>
                </c:pt>
                <c:pt idx="364">
                  <c:v>117.44118139521999</c:v>
                </c:pt>
                <c:pt idx="365">
                  <c:v>116.83237579589698</c:v>
                </c:pt>
                <c:pt idx="366">
                  <c:v>116.9133126503073</c:v>
                </c:pt>
                <c:pt idx="367">
                  <c:v>117.16692927696145</c:v>
                </c:pt>
                <c:pt idx="368">
                  <c:v>116.72094914910119</c:v>
                </c:pt>
                <c:pt idx="369">
                  <c:v>117.90521584325127</c:v>
                </c:pt>
                <c:pt idx="370">
                  <c:v>118.25096496910777</c:v>
                </c:pt>
                <c:pt idx="371">
                  <c:v>117.95756833100613</c:v>
                </c:pt>
                <c:pt idx="372">
                  <c:v>117.02452739151133</c:v>
                </c:pt>
                <c:pt idx="373">
                  <c:v>116.83559289556425</c:v>
                </c:pt>
                <c:pt idx="374">
                  <c:v>116.55766740888771</c:v>
                </c:pt>
                <c:pt idx="375">
                  <c:v>116.99359831784862</c:v>
                </c:pt>
                <c:pt idx="376">
                  <c:v>118.06316510255232</c:v>
                </c:pt>
                <c:pt idx="377">
                  <c:v>117.94220700072363</c:v>
                </c:pt>
                <c:pt idx="378">
                  <c:v>119.63528652514314</c:v>
                </c:pt>
                <c:pt idx="379">
                  <c:v>117.97045622629115</c:v>
                </c:pt>
                <c:pt idx="380">
                  <c:v>118.46200039321531</c:v>
                </c:pt>
                <c:pt idx="381">
                  <c:v>119.89417346538946</c:v>
                </c:pt>
                <c:pt idx="382">
                  <c:v>121.12552667172636</c:v>
                </c:pt>
                <c:pt idx="383">
                  <c:v>119.31279108095457</c:v>
                </c:pt>
                <c:pt idx="384">
                  <c:v>119.99174175652222</c:v>
                </c:pt>
                <c:pt idx="385">
                  <c:v>121.31933049258406</c:v>
                </c:pt>
                <c:pt idx="386">
                  <c:v>120.03256650567617</c:v>
                </c:pt>
                <c:pt idx="387">
                  <c:v>121.44099087931407</c:v>
                </c:pt>
                <c:pt idx="388">
                  <c:v>122.80794668694382</c:v>
                </c:pt>
                <c:pt idx="389">
                  <c:v>128.71305966613983</c:v>
                </c:pt>
                <c:pt idx="390">
                  <c:v>129.45952259790704</c:v>
                </c:pt>
                <c:pt idx="391">
                  <c:v>129.82275317208374</c:v>
                </c:pt>
                <c:pt idx="392">
                  <c:v>130.20966187679349</c:v>
                </c:pt>
                <c:pt idx="393">
                  <c:v>130.99132145139745</c:v>
                </c:pt>
                <c:pt idx="394">
                  <c:v>130.30870877538371</c:v>
                </c:pt>
                <c:pt idx="395">
                  <c:v>130.89522610379166</c:v>
                </c:pt>
                <c:pt idx="396">
                  <c:v>130.26260660893749</c:v>
                </c:pt>
                <c:pt idx="397">
                  <c:v>124.28472586687592</c:v>
                </c:pt>
                <c:pt idx="398">
                  <c:v>128.92376790667907</c:v>
                </c:pt>
                <c:pt idx="399">
                  <c:v>130.20956557828643</c:v>
                </c:pt>
                <c:pt idx="400">
                  <c:v>130.03762163927806</c:v>
                </c:pt>
                <c:pt idx="401">
                  <c:v>130.91772332403517</c:v>
                </c:pt>
                <c:pt idx="402">
                  <c:v>132.70666554233341</c:v>
                </c:pt>
                <c:pt idx="403">
                  <c:v>137.54034297395646</c:v>
                </c:pt>
                <c:pt idx="404">
                  <c:v>137.92378684554947</c:v>
                </c:pt>
                <c:pt idx="405">
                  <c:v>138.73545324301679</c:v>
                </c:pt>
                <c:pt idx="406">
                  <c:v>143.35213043512226</c:v>
                </c:pt>
                <c:pt idx="407">
                  <c:v>144.44523694697244</c:v>
                </c:pt>
                <c:pt idx="408">
                  <c:v>146.85589315793487</c:v>
                </c:pt>
                <c:pt idx="409">
                  <c:v>148.43537579985539</c:v>
                </c:pt>
                <c:pt idx="410">
                  <c:v>146.37800502819783</c:v>
                </c:pt>
                <c:pt idx="411">
                  <c:v>142.54537162361649</c:v>
                </c:pt>
                <c:pt idx="412">
                  <c:v>142.1289602026481</c:v>
                </c:pt>
                <c:pt idx="413">
                  <c:v>141.09486175828977</c:v>
                </c:pt>
                <c:pt idx="414">
                  <c:v>143.25602142502493</c:v>
                </c:pt>
                <c:pt idx="415">
                  <c:v>140.78329767259015</c:v>
                </c:pt>
                <c:pt idx="416">
                  <c:v>141.65654541542878</c:v>
                </c:pt>
                <c:pt idx="417">
                  <c:v>139.6646990875515</c:v>
                </c:pt>
                <c:pt idx="418">
                  <c:v>138.04419750528146</c:v>
                </c:pt>
                <c:pt idx="419">
                  <c:v>136.61477649390125</c:v>
                </c:pt>
                <c:pt idx="420">
                  <c:v>136.66660900230193</c:v>
                </c:pt>
                <c:pt idx="421">
                  <c:v>136.92780604972461</c:v>
                </c:pt>
                <c:pt idx="422">
                  <c:v>135.08269335691119</c:v>
                </c:pt>
                <c:pt idx="423">
                  <c:v>135.09947948258997</c:v>
                </c:pt>
                <c:pt idx="424">
                  <c:v>136.82792598391336</c:v>
                </c:pt>
                <c:pt idx="425">
                  <c:v>139.44160909317154</c:v>
                </c:pt>
                <c:pt idx="426">
                  <c:v>140.54234549895082</c:v>
                </c:pt>
                <c:pt idx="427">
                  <c:v>142.93267466799779</c:v>
                </c:pt>
                <c:pt idx="428">
                  <c:v>136.89021284753341</c:v>
                </c:pt>
                <c:pt idx="429">
                  <c:v>139.10970051998004</c:v>
                </c:pt>
                <c:pt idx="430">
                  <c:v>138.95508521367813</c:v>
                </c:pt>
                <c:pt idx="431">
                  <c:v>139.01986364570541</c:v>
                </c:pt>
                <c:pt idx="432">
                  <c:v>139.18750317647795</c:v>
                </c:pt>
                <c:pt idx="433">
                  <c:v>138.80199449010095</c:v>
                </c:pt>
                <c:pt idx="434">
                  <c:v>137.6958194531926</c:v>
                </c:pt>
                <c:pt idx="435">
                  <c:v>139.79854008713318</c:v>
                </c:pt>
                <c:pt idx="436">
                  <c:v>143.73860592586678</c:v>
                </c:pt>
                <c:pt idx="437">
                  <c:v>144.4354489295425</c:v>
                </c:pt>
                <c:pt idx="438">
                  <c:v>142.087337826907</c:v>
                </c:pt>
                <c:pt idx="439">
                  <c:v>143.09542549087598</c:v>
                </c:pt>
                <c:pt idx="440">
                  <c:v>142.47355323063539</c:v>
                </c:pt>
                <c:pt idx="441">
                  <c:v>146.05500742775141</c:v>
                </c:pt>
                <c:pt idx="442">
                  <c:v>146.74766583841335</c:v>
                </c:pt>
                <c:pt idx="443">
                  <c:v>146.50568124715855</c:v>
                </c:pt>
                <c:pt idx="444">
                  <c:v>147.31781116440158</c:v>
                </c:pt>
                <c:pt idx="445">
                  <c:v>148.48543516541119</c:v>
                </c:pt>
                <c:pt idx="446">
                  <c:v>150.05892975024466</c:v>
                </c:pt>
                <c:pt idx="447">
                  <c:v>149.58207055634944</c:v>
                </c:pt>
                <c:pt idx="448">
                  <c:v>149.13479895797104</c:v>
                </c:pt>
                <c:pt idx="449">
                  <c:v>149.78020242716886</c:v>
                </c:pt>
                <c:pt idx="450">
                  <c:v>150.87343173738623</c:v>
                </c:pt>
                <c:pt idx="451">
                  <c:v>150.96052814712715</c:v>
                </c:pt>
                <c:pt idx="452">
                  <c:v>153.19419221719212</c:v>
                </c:pt>
                <c:pt idx="453">
                  <c:v>150.20403112249383</c:v>
                </c:pt>
                <c:pt idx="454">
                  <c:v>154.74685652432746</c:v>
                </c:pt>
                <c:pt idx="455">
                  <c:v>158.55205279080471</c:v>
                </c:pt>
                <c:pt idx="456">
                  <c:v>157.51221663032877</c:v>
                </c:pt>
                <c:pt idx="457">
                  <c:v>158.10954838055801</c:v>
                </c:pt>
                <c:pt idx="458">
                  <c:v>159.2494318687769</c:v>
                </c:pt>
                <c:pt idx="459">
                  <c:v>159.61681877721006</c:v>
                </c:pt>
                <c:pt idx="460">
                  <c:v>159.10050896125134</c:v>
                </c:pt>
                <c:pt idx="461">
                  <c:v>160.44376734521001</c:v>
                </c:pt>
                <c:pt idx="462">
                  <c:v>166.54282966924094</c:v>
                </c:pt>
                <c:pt idx="463">
                  <c:v>170.68726352739006</c:v>
                </c:pt>
                <c:pt idx="464">
                  <c:v>168.29898094054661</c:v>
                </c:pt>
                <c:pt idx="465">
                  <c:v>167.20077706788916</c:v>
                </c:pt>
                <c:pt idx="466">
                  <c:v>172.75845273957688</c:v>
                </c:pt>
                <c:pt idx="467">
                  <c:v>178.18916589554564</c:v>
                </c:pt>
                <c:pt idx="468">
                  <c:v>178.07875365122217</c:v>
                </c:pt>
                <c:pt idx="469">
                  <c:v>178.75619378370209</c:v>
                </c:pt>
                <c:pt idx="470">
                  <c:v>178.57770759148272</c:v>
                </c:pt>
                <c:pt idx="471">
                  <c:v>174.82114588431514</c:v>
                </c:pt>
                <c:pt idx="472">
                  <c:v>171.85991328782916</c:v>
                </c:pt>
                <c:pt idx="473">
                  <c:v>172.33552470237603</c:v>
                </c:pt>
                <c:pt idx="474">
                  <c:v>176.28135371278219</c:v>
                </c:pt>
                <c:pt idx="475">
                  <c:v>175.52252779054839</c:v>
                </c:pt>
                <c:pt idx="476">
                  <c:v>175.63000774730472</c:v>
                </c:pt>
                <c:pt idx="477">
                  <c:v>172.79356463625879</c:v>
                </c:pt>
                <c:pt idx="478">
                  <c:v>172.00889824405795</c:v>
                </c:pt>
                <c:pt idx="479">
                  <c:v>167.68251357056553</c:v>
                </c:pt>
                <c:pt idx="480">
                  <c:v>163.59687025620784</c:v>
                </c:pt>
                <c:pt idx="481">
                  <c:v>165.28348812581476</c:v>
                </c:pt>
                <c:pt idx="482">
                  <c:v>170.49700937068278</c:v>
                </c:pt>
                <c:pt idx="483">
                  <c:v>169.81782693503033</c:v>
                </c:pt>
                <c:pt idx="484">
                  <c:v>168.27252140147962</c:v>
                </c:pt>
                <c:pt idx="485">
                  <c:v>172.23771516749895</c:v>
                </c:pt>
                <c:pt idx="486">
                  <c:v>171.26969712180238</c:v>
                </c:pt>
                <c:pt idx="487">
                  <c:v>172.07528900872518</c:v>
                </c:pt>
                <c:pt idx="488">
                  <c:v>173.2897807222129</c:v>
                </c:pt>
                <c:pt idx="489">
                  <c:v>173.57091560740926</c:v>
                </c:pt>
                <c:pt idx="490">
                  <c:v>172.95429311943101</c:v>
                </c:pt>
                <c:pt idx="491">
                  <c:v>170.56148811954409</c:v>
                </c:pt>
                <c:pt idx="492">
                  <c:v>168.09387893847492</c:v>
                </c:pt>
                <c:pt idx="493">
                  <c:v>170.56687639923254</c:v>
                </c:pt>
                <c:pt idx="494">
                  <c:v>169.79888253569808</c:v>
                </c:pt>
                <c:pt idx="495">
                  <c:v>165.72818527278287</c:v>
                </c:pt>
                <c:pt idx="496">
                  <c:v>165.99506798707461</c:v>
                </c:pt>
                <c:pt idx="497">
                  <c:v>165.98483355484225</c:v>
                </c:pt>
                <c:pt idx="498">
                  <c:v>161.11518946837609</c:v>
                </c:pt>
                <c:pt idx="499">
                  <c:v>162.24062640376542</c:v>
                </c:pt>
                <c:pt idx="500">
                  <c:v>167.03899847343428</c:v>
                </c:pt>
                <c:pt idx="501">
                  <c:v>170.80958405558533</c:v>
                </c:pt>
                <c:pt idx="502">
                  <c:v>170.70252998559639</c:v>
                </c:pt>
                <c:pt idx="503">
                  <c:v>167.9205819898514</c:v>
                </c:pt>
                <c:pt idx="504">
                  <c:v>168.14184360507795</c:v>
                </c:pt>
                <c:pt idx="505">
                  <c:v>169.42797623834159</c:v>
                </c:pt>
                <c:pt idx="506">
                  <c:v>172.60182716540209</c:v>
                </c:pt>
                <c:pt idx="507">
                  <c:v>172.47667683542375</c:v>
                </c:pt>
                <c:pt idx="508">
                  <c:v>173.37470954813168</c:v>
                </c:pt>
                <c:pt idx="509">
                  <c:v>176.13821059472389</c:v>
                </c:pt>
                <c:pt idx="510">
                  <c:v>174.71527777529687</c:v>
                </c:pt>
                <c:pt idx="511">
                  <c:v>170.70508905747596</c:v>
                </c:pt>
                <c:pt idx="512">
                  <c:v>174.19326504263447</c:v>
                </c:pt>
                <c:pt idx="513">
                  <c:v>174.8678235086274</c:v>
                </c:pt>
                <c:pt idx="514">
                  <c:v>171.97641062300647</c:v>
                </c:pt>
                <c:pt idx="515">
                  <c:v>168.31064581374559</c:v>
                </c:pt>
                <c:pt idx="516">
                  <c:v>169.77842776619889</c:v>
                </c:pt>
                <c:pt idx="517">
                  <c:v>173.17935191427429</c:v>
                </c:pt>
                <c:pt idx="518">
                  <c:v>170.33306996673181</c:v>
                </c:pt>
                <c:pt idx="519">
                  <c:v>171.15927559034992</c:v>
                </c:pt>
                <c:pt idx="520">
                  <c:v>174.69606185284593</c:v>
                </c:pt>
                <c:pt idx="521">
                  <c:v>175.24897574345434</c:v>
                </c:pt>
                <c:pt idx="522">
                  <c:v>176.77313870693558</c:v>
                </c:pt>
                <c:pt idx="523">
                  <c:v>176.95963562504267</c:v>
                </c:pt>
                <c:pt idx="524">
                  <c:v>172.91255551701283</c:v>
                </c:pt>
                <c:pt idx="525">
                  <c:v>167.56390775565802</c:v>
                </c:pt>
                <c:pt idx="526">
                  <c:v>170.97255769318099</c:v>
                </c:pt>
                <c:pt idx="527">
                  <c:v>169.66377629282201</c:v>
                </c:pt>
                <c:pt idx="528">
                  <c:v>167.68759285618307</c:v>
                </c:pt>
                <c:pt idx="529">
                  <c:v>166.8870955730865</c:v>
                </c:pt>
                <c:pt idx="530">
                  <c:v>165.53834975026356</c:v>
                </c:pt>
                <c:pt idx="531">
                  <c:v>168.97095049864575</c:v>
                </c:pt>
                <c:pt idx="532">
                  <c:v>169.18834644550861</c:v>
                </c:pt>
                <c:pt idx="533">
                  <c:v>167.89348534420719</c:v>
                </c:pt>
                <c:pt idx="534">
                  <c:v>167.61155355902443</c:v>
                </c:pt>
                <c:pt idx="535">
                  <c:v>168.82387334770442</c:v>
                </c:pt>
                <c:pt idx="536">
                  <c:v>171.97287531696597</c:v>
                </c:pt>
                <c:pt idx="537">
                  <c:v>172.50115489399522</c:v>
                </c:pt>
                <c:pt idx="538">
                  <c:v>173.30485220583768</c:v>
                </c:pt>
                <c:pt idx="539">
                  <c:v>172.1152239807009</c:v>
                </c:pt>
                <c:pt idx="540">
                  <c:v>170.48862972676449</c:v>
                </c:pt>
                <c:pt idx="541">
                  <c:v>168.88015506088917</c:v>
                </c:pt>
                <c:pt idx="542">
                  <c:v>169.941983241956</c:v>
                </c:pt>
                <c:pt idx="543">
                  <c:v>172.11248701713075</c:v>
                </c:pt>
                <c:pt idx="544">
                  <c:v>172.4365266515959</c:v>
                </c:pt>
                <c:pt idx="545">
                  <c:v>171.49836135774817</c:v>
                </c:pt>
                <c:pt idx="546">
                  <c:v>173.11582319065607</c:v>
                </c:pt>
                <c:pt idx="547">
                  <c:v>173.67632275797808</c:v>
                </c:pt>
                <c:pt idx="548">
                  <c:v>175.55577717830892</c:v>
                </c:pt>
                <c:pt idx="549">
                  <c:v>178.63835780994302</c:v>
                </c:pt>
                <c:pt idx="550">
                  <c:v>180.40396581224587</c:v>
                </c:pt>
                <c:pt idx="551">
                  <c:v>180.35241764114832</c:v>
                </c:pt>
                <c:pt idx="552">
                  <c:v>180.629689300221</c:v>
                </c:pt>
                <c:pt idx="553">
                  <c:v>178.1961621578221</c:v>
                </c:pt>
                <c:pt idx="554">
                  <c:v>178.73283354503624</c:v>
                </c:pt>
                <c:pt idx="555">
                  <c:v>179.01931927732267</c:v>
                </c:pt>
                <c:pt idx="556">
                  <c:v>181.54311848727764</c:v>
                </c:pt>
                <c:pt idx="557">
                  <c:v>183.64193003288062</c:v>
                </c:pt>
                <c:pt idx="558">
                  <c:v>184.41322937525737</c:v>
                </c:pt>
                <c:pt idx="559">
                  <c:v>187.22246932219954</c:v>
                </c:pt>
                <c:pt idx="560">
                  <c:v>187.33762091524068</c:v>
                </c:pt>
                <c:pt idx="561">
                  <c:v>187.53588067585051</c:v>
                </c:pt>
                <c:pt idx="562">
                  <c:v>187.76480916560851</c:v>
                </c:pt>
                <c:pt idx="563">
                  <c:v>187.91343485308073</c:v>
                </c:pt>
                <c:pt idx="564">
                  <c:v>185.78375947398305</c:v>
                </c:pt>
                <c:pt idx="565">
                  <c:v>185.25029717607842</c:v>
                </c:pt>
                <c:pt idx="566">
                  <c:v>186.32852170146614</c:v>
                </c:pt>
                <c:pt idx="567">
                  <c:v>183.99219498800767</c:v>
                </c:pt>
                <c:pt idx="568">
                  <c:v>189.4829245960016</c:v>
                </c:pt>
                <c:pt idx="569">
                  <c:v>190.69015008557957</c:v>
                </c:pt>
                <c:pt idx="570">
                  <c:v>189.70355329092209</c:v>
                </c:pt>
                <c:pt idx="571">
                  <c:v>189.12579535159574</c:v>
                </c:pt>
                <c:pt idx="572">
                  <c:v>189.98569044600956</c:v>
                </c:pt>
                <c:pt idx="573">
                  <c:v>188.78800476011307</c:v>
                </c:pt>
                <c:pt idx="574">
                  <c:v>188.81957455172454</c:v>
                </c:pt>
                <c:pt idx="575">
                  <c:v>188.44626990246317</c:v>
                </c:pt>
                <c:pt idx="576">
                  <c:v>186.64985921626911</c:v>
                </c:pt>
                <c:pt idx="577">
                  <c:v>186.16598354269354</c:v>
                </c:pt>
                <c:pt idx="578">
                  <c:v>186.37338329958183</c:v>
                </c:pt>
                <c:pt idx="579">
                  <c:v>185.94333825348093</c:v>
                </c:pt>
                <c:pt idx="580">
                  <c:v>185.54507109278072</c:v>
                </c:pt>
                <c:pt idx="581">
                  <c:v>184.88718906226674</c:v>
                </c:pt>
                <c:pt idx="582">
                  <c:v>190.52801518259275</c:v>
                </c:pt>
                <c:pt idx="583">
                  <c:v>193.1189201045442</c:v>
                </c:pt>
                <c:pt idx="584">
                  <c:v>190.7861555236818</c:v>
                </c:pt>
                <c:pt idx="585">
                  <c:v>189.4779340937703</c:v>
                </c:pt>
                <c:pt idx="586">
                  <c:v>189.22789547485814</c:v>
                </c:pt>
                <c:pt idx="587">
                  <c:v>193.91352615488009</c:v>
                </c:pt>
                <c:pt idx="588">
                  <c:v>194.50561704350542</c:v>
                </c:pt>
                <c:pt idx="589">
                  <c:v>194.72291661681402</c:v>
                </c:pt>
                <c:pt idx="590">
                  <c:v>194.52094804761953</c:v>
                </c:pt>
                <c:pt idx="591">
                  <c:v>194.87201702490515</c:v>
                </c:pt>
                <c:pt idx="592">
                  <c:v>197.99286387631727</c:v>
                </c:pt>
                <c:pt idx="593">
                  <c:v>200.47953142799338</c:v>
                </c:pt>
                <c:pt idx="594">
                  <c:v>203.13508726823167</c:v>
                </c:pt>
                <c:pt idx="595">
                  <c:v>202.30387227342095</c:v>
                </c:pt>
                <c:pt idx="596">
                  <c:v>203.51645474607542</c:v>
                </c:pt>
                <c:pt idx="597">
                  <c:v>204.32499301369501</c:v>
                </c:pt>
                <c:pt idx="598">
                  <c:v>205.12062291268361</c:v>
                </c:pt>
                <c:pt idx="599">
                  <c:v>206.45440631796504</c:v>
                </c:pt>
                <c:pt idx="600">
                  <c:v>206.0553230140564</c:v>
                </c:pt>
                <c:pt idx="601">
                  <c:v>210.20950511730248</c:v>
                </c:pt>
                <c:pt idx="602">
                  <c:v>212.99236878829171</c:v>
                </c:pt>
                <c:pt idx="603">
                  <c:v>212.33505333018743</c:v>
                </c:pt>
                <c:pt idx="604">
                  <c:v>217.78910960526613</c:v>
                </c:pt>
                <c:pt idx="605">
                  <c:v>218.0024685663027</c:v>
                </c:pt>
                <c:pt idx="606">
                  <c:v>216.99500333855283</c:v>
                </c:pt>
                <c:pt idx="607">
                  <c:v>221.14207979096653</c:v>
                </c:pt>
                <c:pt idx="608">
                  <c:v>221.02397568918556</c:v>
                </c:pt>
                <c:pt idx="609">
                  <c:v>222.1444932060347</c:v>
                </c:pt>
                <c:pt idx="610">
                  <c:v>224.72437970134993</c:v>
                </c:pt>
                <c:pt idx="611">
                  <c:v>226.40166194646795</c:v>
                </c:pt>
                <c:pt idx="612">
                  <c:v>230.18359615960165</c:v>
                </c:pt>
                <c:pt idx="613">
                  <c:v>231.58340297874847</c:v>
                </c:pt>
                <c:pt idx="614">
                  <c:v>235.0606850676582</c:v>
                </c:pt>
                <c:pt idx="615">
                  <c:v>230.96123958485791</c:v>
                </c:pt>
                <c:pt idx="616">
                  <c:v>228.00398091366583</c:v>
                </c:pt>
                <c:pt idx="617">
                  <c:v>228.7055206062646</c:v>
                </c:pt>
                <c:pt idx="618">
                  <c:v>230.85639330417334</c:v>
                </c:pt>
                <c:pt idx="619">
                  <c:v>233.05324763134558</c:v>
                </c:pt>
                <c:pt idx="620">
                  <c:v>237.12687480463973</c:v>
                </c:pt>
                <c:pt idx="621">
                  <c:v>236.43322961326368</c:v>
                </c:pt>
                <c:pt idx="622">
                  <c:v>234.8781046728835</c:v>
                </c:pt>
                <c:pt idx="623">
                  <c:v>238.98308309572502</c:v>
                </c:pt>
                <c:pt idx="624">
                  <c:v>241.8219157825755</c:v>
                </c:pt>
                <c:pt idx="625">
                  <c:v>243.81042883554903</c:v>
                </c:pt>
                <c:pt idx="626">
                  <c:v>236.90516915870151</c:v>
                </c:pt>
                <c:pt idx="627">
                  <c:v>231.31197578490995</c:v>
                </c:pt>
                <c:pt idx="628">
                  <c:v>230.41055113775008</c:v>
                </c:pt>
                <c:pt idx="629">
                  <c:v>228.43299426229848</c:v>
                </c:pt>
                <c:pt idx="630">
                  <c:v>226.79110774580727</c:v>
                </c:pt>
                <c:pt idx="631">
                  <c:v>229.11073288261917</c:v>
                </c:pt>
                <c:pt idx="632">
                  <c:v>230.94287135603687</c:v>
                </c:pt>
                <c:pt idx="633">
                  <c:v>227.59807526946904</c:v>
                </c:pt>
                <c:pt idx="634">
                  <c:v>230.95690098519876</c:v>
                </c:pt>
                <c:pt idx="635">
                  <c:v>235.05442477659324</c:v>
                </c:pt>
                <c:pt idx="636">
                  <c:v>227.16342263939652</c:v>
                </c:pt>
                <c:pt idx="637">
                  <c:v>224.11924977093963</c:v>
                </c:pt>
                <c:pt idx="638">
                  <c:v>226.4457861278967</c:v>
                </c:pt>
                <c:pt idx="639">
                  <c:v>229.86131238278028</c:v>
                </c:pt>
                <c:pt idx="640">
                  <c:v>233.34948534004951</c:v>
                </c:pt>
                <c:pt idx="641">
                  <c:v>238.49127426325546</c:v>
                </c:pt>
                <c:pt idx="642">
                  <c:v>237.74682925478933</c:v>
                </c:pt>
                <c:pt idx="643">
                  <c:v>232.61571469071438</c:v>
                </c:pt>
                <c:pt idx="644">
                  <c:v>229.19286257538403</c:v>
                </c:pt>
                <c:pt idx="645">
                  <c:v>226.67891685175434</c:v>
                </c:pt>
                <c:pt idx="646">
                  <c:v>225.96304545934126</c:v>
                </c:pt>
                <c:pt idx="647">
                  <c:v>222.80214178471772</c:v>
                </c:pt>
                <c:pt idx="648">
                  <c:v>228.06916371229926</c:v>
                </c:pt>
                <c:pt idx="649">
                  <c:v>227.85267170785099</c:v>
                </c:pt>
                <c:pt idx="650">
                  <c:v>228.44146734940634</c:v>
                </c:pt>
                <c:pt idx="651">
                  <c:v>229.46200561418539</c:v>
                </c:pt>
                <c:pt idx="652">
                  <c:v>233.80725465470175</c:v>
                </c:pt>
                <c:pt idx="653">
                  <c:v>234.62770002795475</c:v>
                </c:pt>
                <c:pt idx="654">
                  <c:v>233.24522284334441</c:v>
                </c:pt>
                <c:pt idx="655">
                  <c:v>231.37181070208953</c:v>
                </c:pt>
                <c:pt idx="656">
                  <c:v>236.25697315076724</c:v>
                </c:pt>
                <c:pt idx="657">
                  <c:v>238.69528833729206</c:v>
                </c:pt>
                <c:pt idx="658">
                  <c:v>235.13370951823075</c:v>
                </c:pt>
                <c:pt idx="659">
                  <c:v>230.97397857928695</c:v>
                </c:pt>
                <c:pt idx="660">
                  <c:v>230.76563947146246</c:v>
                </c:pt>
                <c:pt idx="661">
                  <c:v>227.56683974816571</c:v>
                </c:pt>
                <c:pt idx="662">
                  <c:v>229.74057369092159</c:v>
                </c:pt>
                <c:pt idx="663">
                  <c:v>225.22324216497296</c:v>
                </c:pt>
                <c:pt idx="664">
                  <c:v>224.87593121279954</c:v>
                </c:pt>
                <c:pt idx="665">
                  <c:v>225.9991224926533</c:v>
                </c:pt>
                <c:pt idx="666">
                  <c:v>233.46264401542186</c:v>
                </c:pt>
                <c:pt idx="667">
                  <c:v>231.50465999007832</c:v>
                </c:pt>
                <c:pt idx="668">
                  <c:v>224.31394354790618</c:v>
                </c:pt>
                <c:pt idx="669">
                  <c:v>226.67397326218264</c:v>
                </c:pt>
                <c:pt idx="670">
                  <c:v>230.71968626488959</c:v>
                </c:pt>
                <c:pt idx="671">
                  <c:v>230.55903597641068</c:v>
                </c:pt>
                <c:pt idx="672">
                  <c:v>229.8469934560118</c:v>
                </c:pt>
                <c:pt idx="673">
                  <c:v>230.55655961489904</c:v>
                </c:pt>
                <c:pt idx="674">
                  <c:v>230.34259876516737</c:v>
                </c:pt>
                <c:pt idx="675">
                  <c:v>228.0115814697449</c:v>
                </c:pt>
                <c:pt idx="676">
                  <c:v>229.63907971715386</c:v>
                </c:pt>
                <c:pt idx="677">
                  <c:v>232.97864671009322</c:v>
                </c:pt>
                <c:pt idx="678">
                  <c:v>228.88989191352474</c:v>
                </c:pt>
                <c:pt idx="679">
                  <c:v>236.94777949278227</c:v>
                </c:pt>
                <c:pt idx="680">
                  <c:v>241.67947722907371</c:v>
                </c:pt>
                <c:pt idx="681">
                  <c:v>243.34948819482358</c:v>
                </c:pt>
                <c:pt idx="682">
                  <c:v>245.71517691615631</c:v>
                </c:pt>
                <c:pt idx="683">
                  <c:v>245.18252861618657</c:v>
                </c:pt>
                <c:pt idx="684">
                  <c:v>247.64334454442908</c:v>
                </c:pt>
                <c:pt idx="685">
                  <c:v>247.91399265836441</c:v>
                </c:pt>
                <c:pt idx="686">
                  <c:v>254.94989236948868</c:v>
                </c:pt>
                <c:pt idx="687">
                  <c:v>255.66358631896489</c:v>
                </c:pt>
                <c:pt idx="688">
                  <c:v>251.01336405911945</c:v>
                </c:pt>
                <c:pt idx="689">
                  <c:v>247.25831989569625</c:v>
                </c:pt>
                <c:pt idx="690">
                  <c:v>248.59677251833909</c:v>
                </c:pt>
                <c:pt idx="691">
                  <c:v>249.50789320008079</c:v>
                </c:pt>
                <c:pt idx="692">
                  <c:v>252.86372773943361</c:v>
                </c:pt>
                <c:pt idx="693">
                  <c:v>252.6374102469496</c:v>
                </c:pt>
                <c:pt idx="694">
                  <c:v>252.86393052648833</c:v>
                </c:pt>
                <c:pt idx="695">
                  <c:v>253.68313263393242</c:v>
                </c:pt>
                <c:pt idx="696">
                  <c:v>253.54004452339336</c:v>
                </c:pt>
                <c:pt idx="697">
                  <c:v>247.89083641453544</c:v>
                </c:pt>
                <c:pt idx="698">
                  <c:v>242.02088207248016</c:v>
                </c:pt>
                <c:pt idx="699">
                  <c:v>238.74711389052061</c:v>
                </c:pt>
                <c:pt idx="700">
                  <c:v>234.24715652061087</c:v>
                </c:pt>
                <c:pt idx="701">
                  <c:v>226.10136539042983</c:v>
                </c:pt>
                <c:pt idx="702">
                  <c:v>215.64150077648966</c:v>
                </c:pt>
                <c:pt idx="703">
                  <c:v>218.71273690880497</c:v>
                </c:pt>
                <c:pt idx="704">
                  <c:v>224.94840922487052</c:v>
                </c:pt>
                <c:pt idx="705">
                  <c:v>229.82480364282463</c:v>
                </c:pt>
                <c:pt idx="706">
                  <c:v>231.590610687447</c:v>
                </c:pt>
                <c:pt idx="707">
                  <c:v>226.78255811716761</c:v>
                </c:pt>
                <c:pt idx="708">
                  <c:v>227.33988752908022</c:v>
                </c:pt>
                <c:pt idx="709">
                  <c:v>223.81938765845871</c:v>
                </c:pt>
                <c:pt idx="710">
                  <c:v>226.42504310857419</c:v>
                </c:pt>
                <c:pt idx="711">
                  <c:v>228.38334835639628</c:v>
                </c:pt>
                <c:pt idx="712">
                  <c:v>220.93079620188541</c:v>
                </c:pt>
                <c:pt idx="713">
                  <c:v>217.15412338044325</c:v>
                </c:pt>
                <c:pt idx="714">
                  <c:v>223.45387477304658</c:v>
                </c:pt>
                <c:pt idx="715">
                  <c:v>224.46072434321388</c:v>
                </c:pt>
                <c:pt idx="716">
                  <c:v>223.36286753698315</c:v>
                </c:pt>
                <c:pt idx="717">
                  <c:v>222.87671406241014</c:v>
                </c:pt>
                <c:pt idx="718">
                  <c:v>222.8052939264482</c:v>
                </c:pt>
                <c:pt idx="719">
                  <c:v>220.71506365215549</c:v>
                </c:pt>
                <c:pt idx="720">
                  <c:v>221.37936559507909</c:v>
                </c:pt>
                <c:pt idx="721">
                  <c:v>209.43116403123005</c:v>
                </c:pt>
                <c:pt idx="722">
                  <c:v>215.33358782410286</c:v>
                </c:pt>
                <c:pt idx="723">
                  <c:v>215.64861025187872</c:v>
                </c:pt>
                <c:pt idx="724">
                  <c:v>218.29819647046608</c:v>
                </c:pt>
                <c:pt idx="725">
                  <c:v>217.41402311691147</c:v>
                </c:pt>
                <c:pt idx="726">
                  <c:v>214.89179012078463</c:v>
                </c:pt>
                <c:pt idx="727">
                  <c:v>220.80244883305886</c:v>
                </c:pt>
                <c:pt idx="728">
                  <c:v>223.29985225008105</c:v>
                </c:pt>
                <c:pt idx="729">
                  <c:v>225.20900390375388</c:v>
                </c:pt>
                <c:pt idx="730">
                  <c:v>223.94724680536589</c:v>
                </c:pt>
                <c:pt idx="731">
                  <c:v>227.73622627873965</c:v>
                </c:pt>
                <c:pt idx="732">
                  <c:v>222.20688329053567</c:v>
                </c:pt>
                <c:pt idx="733">
                  <c:v>226.6207542971562</c:v>
                </c:pt>
                <c:pt idx="734">
                  <c:v>227.42932558083547</c:v>
                </c:pt>
                <c:pt idx="735">
                  <c:v>228.68505705764559</c:v>
                </c:pt>
                <c:pt idx="736">
                  <c:v>229.33923048148327</c:v>
                </c:pt>
                <c:pt idx="737">
                  <c:v>231.63697485033381</c:v>
                </c:pt>
                <c:pt idx="738">
                  <c:v>229.81352162853054</c:v>
                </c:pt>
                <c:pt idx="739">
                  <c:v>228.77419387680405</c:v>
                </c:pt>
                <c:pt idx="740">
                  <c:v>230.3981812087556</c:v>
                </c:pt>
                <c:pt idx="741">
                  <c:v>233.04714597484457</c:v>
                </c:pt>
                <c:pt idx="742">
                  <c:v>231.99159221218719</c:v>
                </c:pt>
                <c:pt idx="743">
                  <c:v>232.15895353094726</c:v>
                </c:pt>
                <c:pt idx="744">
                  <c:v>232.79455217819353</c:v>
                </c:pt>
                <c:pt idx="745">
                  <c:v>229.76735726784068</c:v>
                </c:pt>
                <c:pt idx="746">
                  <c:v>226.29359908030864</c:v>
                </c:pt>
                <c:pt idx="747">
                  <c:v>226.17463610561956</c:v>
                </c:pt>
                <c:pt idx="748">
                  <c:v>222.45568623136069</c:v>
                </c:pt>
                <c:pt idx="749">
                  <c:v>218.73188354321121</c:v>
                </c:pt>
                <c:pt idx="750">
                  <c:v>218.25323025738356</c:v>
                </c:pt>
                <c:pt idx="751">
                  <c:v>207.84299801577578</c:v>
                </c:pt>
                <c:pt idx="752">
                  <c:v>207.22166888040189</c:v>
                </c:pt>
                <c:pt idx="753">
                  <c:v>205.72606521197861</c:v>
                </c:pt>
                <c:pt idx="754">
                  <c:v>200.32210966183189</c:v>
                </c:pt>
                <c:pt idx="755">
                  <c:v>201.38847523024921</c:v>
                </c:pt>
                <c:pt idx="756">
                  <c:v>199.62535730516939</c:v>
                </c:pt>
                <c:pt idx="757">
                  <c:v>201.71232970902432</c:v>
                </c:pt>
                <c:pt idx="758">
                  <c:v>200.37049905666549</c:v>
                </c:pt>
                <c:pt idx="759">
                  <c:v>197.27933625389932</c:v>
                </c:pt>
                <c:pt idx="760">
                  <c:v>194.97244716580113</c:v>
                </c:pt>
                <c:pt idx="761">
                  <c:v>200.0449430217123</c:v>
                </c:pt>
                <c:pt idx="762">
                  <c:v>193.83037385947367</c:v>
                </c:pt>
                <c:pt idx="763">
                  <c:v>190.48053069492826</c:v>
                </c:pt>
                <c:pt idx="764">
                  <c:v>188.33888796762662</c:v>
                </c:pt>
                <c:pt idx="765">
                  <c:v>185.72438953102909</c:v>
                </c:pt>
                <c:pt idx="766">
                  <c:v>185.45623423749731</c:v>
                </c:pt>
                <c:pt idx="767">
                  <c:v>184.07054832015191</c:v>
                </c:pt>
                <c:pt idx="768">
                  <c:v>188.45139012250323</c:v>
                </c:pt>
                <c:pt idx="769">
                  <c:v>187.76359434298959</c:v>
                </c:pt>
                <c:pt idx="770">
                  <c:v>176.69954429944048</c:v>
                </c:pt>
                <c:pt idx="771">
                  <c:v>181.49023746685558</c:v>
                </c:pt>
                <c:pt idx="772">
                  <c:v>177.96532728932632</c:v>
                </c:pt>
                <c:pt idx="773">
                  <c:v>172.21322109412006</c:v>
                </c:pt>
                <c:pt idx="774">
                  <c:v>174.24958538640831</c:v>
                </c:pt>
                <c:pt idx="775">
                  <c:v>178.59687691306368</c:v>
                </c:pt>
                <c:pt idx="776">
                  <c:v>185.52896688234799</c:v>
                </c:pt>
                <c:pt idx="777">
                  <c:v>185.05428639821181</c:v>
                </c:pt>
                <c:pt idx="778">
                  <c:v>182.70197101400657</c:v>
                </c:pt>
                <c:pt idx="779">
                  <c:v>185.94254781747739</c:v>
                </c:pt>
                <c:pt idx="780">
                  <c:v>186.61127441859603</c:v>
                </c:pt>
                <c:pt idx="781">
                  <c:v>185.9134752856003</c:v>
                </c:pt>
                <c:pt idx="782">
                  <c:v>182.87252638410544</c:v>
                </c:pt>
                <c:pt idx="783">
                  <c:v>183.62000665225492</c:v>
                </c:pt>
                <c:pt idx="784">
                  <c:v>185.27560248776791</c:v>
                </c:pt>
                <c:pt idx="785">
                  <c:v>181.12284696074931</c:v>
                </c:pt>
                <c:pt idx="786">
                  <c:v>172.98609737894816</c:v>
                </c:pt>
                <c:pt idx="787">
                  <c:v>173.54032456158382</c:v>
                </c:pt>
                <c:pt idx="788">
                  <c:v>172.50197541875076</c:v>
                </c:pt>
                <c:pt idx="789">
                  <c:v>168.28581189168807</c:v>
                </c:pt>
                <c:pt idx="790">
                  <c:v>165.77800239410422</c:v>
                </c:pt>
                <c:pt idx="791">
                  <c:v>167.2275742836849</c:v>
                </c:pt>
                <c:pt idx="792">
                  <c:v>172.4674085725141</c:v>
                </c:pt>
                <c:pt idx="793">
                  <c:v>170.19563160335548</c:v>
                </c:pt>
                <c:pt idx="794">
                  <c:v>173.41405067259817</c:v>
                </c:pt>
                <c:pt idx="795">
                  <c:v>171.72556276379703</c:v>
                </c:pt>
                <c:pt idx="796">
                  <c:v>175.33141599771508</c:v>
                </c:pt>
                <c:pt idx="797">
                  <c:v>175.42735750354552</c:v>
                </c:pt>
                <c:pt idx="798">
                  <c:v>172.62805023971868</c:v>
                </c:pt>
                <c:pt idx="799">
                  <c:v>170.79789738293837</c:v>
                </c:pt>
                <c:pt idx="800">
                  <c:v>171.82239554460048</c:v>
                </c:pt>
                <c:pt idx="801">
                  <c:v>170.75953557625846</c:v>
                </c:pt>
                <c:pt idx="802">
                  <c:v>169.59464934262957</c:v>
                </c:pt>
                <c:pt idx="803">
                  <c:v>170.96109150270172</c:v>
                </c:pt>
                <c:pt idx="804">
                  <c:v>172.78511943834505</c:v>
                </c:pt>
                <c:pt idx="805">
                  <c:v>172.62112740762205</c:v>
                </c:pt>
                <c:pt idx="806">
                  <c:v>166.96967934494492</c:v>
                </c:pt>
                <c:pt idx="807">
                  <c:v>164.56055525454357</c:v>
                </c:pt>
                <c:pt idx="808">
                  <c:v>163.82807060223888</c:v>
                </c:pt>
                <c:pt idx="809">
                  <c:v>160.80824531947374</c:v>
                </c:pt>
                <c:pt idx="810">
                  <c:v>160.57452033589078</c:v>
                </c:pt>
                <c:pt idx="811">
                  <c:v>165.63775821533548</c:v>
                </c:pt>
                <c:pt idx="812">
                  <c:v>170.42919605447457</c:v>
                </c:pt>
                <c:pt idx="813">
                  <c:v>171.61390773371548</c:v>
                </c:pt>
                <c:pt idx="814">
                  <c:v>170.69720397883691</c:v>
                </c:pt>
                <c:pt idx="815">
                  <c:v>171.11843204289019</c:v>
                </c:pt>
                <c:pt idx="816">
                  <c:v>166.39652229014919</c:v>
                </c:pt>
                <c:pt idx="817">
                  <c:v>168.97204680291267</c:v>
                </c:pt>
                <c:pt idx="818">
                  <c:v>174.05941937381718</c:v>
                </c:pt>
                <c:pt idx="819">
                  <c:v>177.75050970121191</c:v>
                </c:pt>
                <c:pt idx="820">
                  <c:v>178.72896676849894</c:v>
                </c:pt>
                <c:pt idx="821">
                  <c:v>178.80055248667105</c:v>
                </c:pt>
                <c:pt idx="822">
                  <c:v>180.67824381562639</c:v>
                </c:pt>
                <c:pt idx="823">
                  <c:v>181.31614952050515</c:v>
                </c:pt>
                <c:pt idx="824">
                  <c:v>183.46137252302236</c:v>
                </c:pt>
                <c:pt idx="825">
                  <c:v>182.35905046467204</c:v>
                </c:pt>
                <c:pt idx="826">
                  <c:v>180.90802108109378</c:v>
                </c:pt>
                <c:pt idx="827">
                  <c:v>181.58145965621517</c:v>
                </c:pt>
                <c:pt idx="828">
                  <c:v>181.72181118379368</c:v>
                </c:pt>
                <c:pt idx="829">
                  <c:v>184.45506384383913</c:v>
                </c:pt>
                <c:pt idx="830">
                  <c:v>178.72934245046974</c:v>
                </c:pt>
                <c:pt idx="831">
                  <c:v>175.52614562910901</c:v>
                </c:pt>
                <c:pt idx="832">
                  <c:v>175.14622371617949</c:v>
                </c:pt>
                <c:pt idx="833">
                  <c:v>173.45255460077746</c:v>
                </c:pt>
                <c:pt idx="834">
                  <c:v>173.87012947391145</c:v>
                </c:pt>
                <c:pt idx="835">
                  <c:v>167.35456157784597</c:v>
                </c:pt>
                <c:pt idx="836">
                  <c:v>172.56184336011714</c:v>
                </c:pt>
                <c:pt idx="837">
                  <c:v>169.84036175213069</c:v>
                </c:pt>
                <c:pt idx="838">
                  <c:v>168.39340301310418</c:v>
                </c:pt>
                <c:pt idx="839">
                  <c:v>168.9444817707392</c:v>
                </c:pt>
                <c:pt idx="840">
                  <c:v>168.63751562297821</c:v>
                </c:pt>
                <c:pt idx="841">
                  <c:v>170.80941549960235</c:v>
                </c:pt>
                <c:pt idx="842">
                  <c:v>174.66545607110029</c:v>
                </c:pt>
                <c:pt idx="843">
                  <c:v>177.04823422025524</c:v>
                </c:pt>
                <c:pt idx="844">
                  <c:v>178.33440425043011</c:v>
                </c:pt>
                <c:pt idx="845">
                  <c:v>171.21170892976028</c:v>
                </c:pt>
                <c:pt idx="846">
                  <c:v>168.75914656674328</c:v>
                </c:pt>
                <c:pt idx="847">
                  <c:v>162.02604657772204</c:v>
                </c:pt>
                <c:pt idx="848">
                  <c:v>162.9662059540544</c:v>
                </c:pt>
                <c:pt idx="849">
                  <c:v>164.22041126711491</c:v>
                </c:pt>
                <c:pt idx="850">
                  <c:v>162.64294554119945</c:v>
                </c:pt>
                <c:pt idx="851">
                  <c:v>160.66350070221148</c:v>
                </c:pt>
                <c:pt idx="852">
                  <c:v>159.14372149926626</c:v>
                </c:pt>
                <c:pt idx="853">
                  <c:v>158.75708683785345</c:v>
                </c:pt>
                <c:pt idx="854">
                  <c:v>160.70342133360194</c:v>
                </c:pt>
                <c:pt idx="855">
                  <c:v>160.0419325570482</c:v>
                </c:pt>
                <c:pt idx="856">
                  <c:v>158.64412892770309</c:v>
                </c:pt>
                <c:pt idx="857">
                  <c:v>160.21180013494762</c:v>
                </c:pt>
                <c:pt idx="858">
                  <c:v>158.34721313076474</c:v>
                </c:pt>
                <c:pt idx="859">
                  <c:v>163.52616041512013</c:v>
                </c:pt>
                <c:pt idx="860">
                  <c:v>165.52961900113803</c:v>
                </c:pt>
                <c:pt idx="861">
                  <c:v>162.98535562992157</c:v>
                </c:pt>
                <c:pt idx="862">
                  <c:v>164.71314050297076</c:v>
                </c:pt>
                <c:pt idx="863">
                  <c:v>163.07096199128796</c:v>
                </c:pt>
                <c:pt idx="864">
                  <c:v>161.64639884576286</c:v>
                </c:pt>
                <c:pt idx="865">
                  <c:v>164.30547125425826</c:v>
                </c:pt>
                <c:pt idx="866">
                  <c:v>164.65408116280699</c:v>
                </c:pt>
                <c:pt idx="867">
                  <c:v>166.7516151096838</c:v>
                </c:pt>
                <c:pt idx="868">
                  <c:v>164.95862724618675</c:v>
                </c:pt>
                <c:pt idx="869">
                  <c:v>165.47603121613727</c:v>
                </c:pt>
                <c:pt idx="870">
                  <c:v>165.60290627388741</c:v>
                </c:pt>
                <c:pt idx="871">
                  <c:v>166.75623200418482</c:v>
                </c:pt>
                <c:pt idx="872">
                  <c:v>168.05954356942303</c:v>
                </c:pt>
                <c:pt idx="873">
                  <c:v>167.93630275460995</c:v>
                </c:pt>
                <c:pt idx="874">
                  <c:v>168.84041069086967</c:v>
                </c:pt>
                <c:pt idx="875">
                  <c:v>170.48750420447951</c:v>
                </c:pt>
                <c:pt idx="876">
                  <c:v>168.24034882404069</c:v>
                </c:pt>
                <c:pt idx="877">
                  <c:v>168.36092315178729</c:v>
                </c:pt>
                <c:pt idx="878">
                  <c:v>169.29544061618597</c:v>
                </c:pt>
                <c:pt idx="879">
                  <c:v>170.13418135633984</c:v>
                </c:pt>
                <c:pt idx="880">
                  <c:v>168.87146938770522</c:v>
                </c:pt>
                <c:pt idx="881">
                  <c:v>177.68383106696331</c:v>
                </c:pt>
                <c:pt idx="882">
                  <c:v>177.93860372749597</c:v>
                </c:pt>
                <c:pt idx="883">
                  <c:v>178.32361835889785</c:v>
                </c:pt>
                <c:pt idx="884">
                  <c:v>176.07020167878454</c:v>
                </c:pt>
                <c:pt idx="885">
                  <c:v>175.86011380394987</c:v>
                </c:pt>
                <c:pt idx="886">
                  <c:v>172.97516562339905</c:v>
                </c:pt>
                <c:pt idx="887">
                  <c:v>174.37849257462724</c:v>
                </c:pt>
                <c:pt idx="888">
                  <c:v>174.04414672081617</c:v>
                </c:pt>
                <c:pt idx="889">
                  <c:v>178.61932616473908</c:v>
                </c:pt>
                <c:pt idx="890">
                  <c:v>179.54235234103891</c:v>
                </c:pt>
                <c:pt idx="891">
                  <c:v>179.53079922031156</c:v>
                </c:pt>
                <c:pt idx="892">
                  <c:v>179.83729065956359</c:v>
                </c:pt>
                <c:pt idx="893">
                  <c:v>180.36418356023398</c:v>
                </c:pt>
                <c:pt idx="894">
                  <c:v>185.70394362314761</c:v>
                </c:pt>
                <c:pt idx="895">
                  <c:v>185.2366937544875</c:v>
                </c:pt>
                <c:pt idx="896">
                  <c:v>183.35623694929717</c:v>
                </c:pt>
                <c:pt idx="897">
                  <c:v>179.1689941927529</c:v>
                </c:pt>
                <c:pt idx="898">
                  <c:v>177.10496372437268</c:v>
                </c:pt>
                <c:pt idx="899">
                  <c:v>177.22912005756601</c:v>
                </c:pt>
                <c:pt idx="900">
                  <c:v>171.81558696467587</c:v>
                </c:pt>
                <c:pt idx="901">
                  <c:v>170.22359106785223</c:v>
                </c:pt>
                <c:pt idx="902">
                  <c:v>171.98243979327657</c:v>
                </c:pt>
                <c:pt idx="903">
                  <c:v>174.37558867302005</c:v>
                </c:pt>
                <c:pt idx="904">
                  <c:v>170.77437720773932</c:v>
                </c:pt>
                <c:pt idx="905">
                  <c:v>167.82557315570349</c:v>
                </c:pt>
                <c:pt idx="906">
                  <c:v>167.33275827644425</c:v>
                </c:pt>
                <c:pt idx="907">
                  <c:v>167.35797040447443</c:v>
                </c:pt>
                <c:pt idx="908">
                  <c:v>168.27932756898284</c:v>
                </c:pt>
                <c:pt idx="909">
                  <c:v>168.49243513826971</c:v>
                </c:pt>
                <c:pt idx="910">
                  <c:v>165.0058454548365</c:v>
                </c:pt>
                <c:pt idx="911">
                  <c:v>165.87449564764569</c:v>
                </c:pt>
                <c:pt idx="912">
                  <c:v>167.33860803115277</c:v>
                </c:pt>
                <c:pt idx="913">
                  <c:v>167.03006628759192</c:v>
                </c:pt>
                <c:pt idx="914">
                  <c:v>167.63633912650178</c:v>
                </c:pt>
                <c:pt idx="915">
                  <c:v>167.25358374386471</c:v>
                </c:pt>
                <c:pt idx="916">
                  <c:v>167.9291031672669</c:v>
                </c:pt>
                <c:pt idx="917">
                  <c:v>169.42140063836732</c:v>
                </c:pt>
                <c:pt idx="918">
                  <c:v>167.50732706980179</c:v>
                </c:pt>
                <c:pt idx="919">
                  <c:v>167.04973535000707</c:v>
                </c:pt>
                <c:pt idx="920">
                  <c:v>163.82823429228529</c:v>
                </c:pt>
                <c:pt idx="921">
                  <c:v>169.01712499551857</c:v>
                </c:pt>
                <c:pt idx="922">
                  <c:v>167.89077927627773</c:v>
                </c:pt>
                <c:pt idx="923">
                  <c:v>169.48952188429652</c:v>
                </c:pt>
                <c:pt idx="924">
                  <c:v>170.19125957881474</c:v>
                </c:pt>
                <c:pt idx="925">
                  <c:v>172.05807070358085</c:v>
                </c:pt>
                <c:pt idx="926">
                  <c:v>174.0258078823363</c:v>
                </c:pt>
                <c:pt idx="927">
                  <c:v>174.68426682315044</c:v>
                </c:pt>
                <c:pt idx="928">
                  <c:v>175.66158992979723</c:v>
                </c:pt>
                <c:pt idx="929">
                  <c:v>176.37494598220056</c:v>
                </c:pt>
                <c:pt idx="930">
                  <c:v>179.2558375310754</c:v>
                </c:pt>
                <c:pt idx="931">
                  <c:v>179.90934802390407</c:v>
                </c:pt>
                <c:pt idx="932">
                  <c:v>178.23613161552373</c:v>
                </c:pt>
                <c:pt idx="933">
                  <c:v>176.76738656758351</c:v>
                </c:pt>
                <c:pt idx="934">
                  <c:v>178.47525460472929</c:v>
                </c:pt>
                <c:pt idx="935">
                  <c:v>176.19267871186739</c:v>
                </c:pt>
                <c:pt idx="936">
                  <c:v>177.59863137420189</c:v>
                </c:pt>
                <c:pt idx="937">
                  <c:v>180.61369465054921</c:v>
                </c:pt>
                <c:pt idx="938">
                  <c:v>180.18955405442912</c:v>
                </c:pt>
                <c:pt idx="939">
                  <c:v>178.60363978046061</c:v>
                </c:pt>
                <c:pt idx="940">
                  <c:v>177.49312473852248</c:v>
                </c:pt>
                <c:pt idx="941">
                  <c:v>180.25293005869958</c:v>
                </c:pt>
                <c:pt idx="942">
                  <c:v>181.66413993343022</c:v>
                </c:pt>
                <c:pt idx="943">
                  <c:v>181.02598782991205</c:v>
                </c:pt>
                <c:pt idx="944">
                  <c:v>177.35129950612082</c:v>
                </c:pt>
                <c:pt idx="945">
                  <c:v>179.07716359961378</c:v>
                </c:pt>
                <c:pt idx="946">
                  <c:v>180.78190013933519</c:v>
                </c:pt>
                <c:pt idx="947">
                  <c:v>184.19740535864776</c:v>
                </c:pt>
                <c:pt idx="948">
                  <c:v>181.60351977890124</c:v>
                </c:pt>
                <c:pt idx="949">
                  <c:v>182.58303149971027</c:v>
                </c:pt>
                <c:pt idx="950">
                  <c:v>181.08862967850538</c:v>
                </c:pt>
                <c:pt idx="951">
                  <c:v>178.91622127053748</c:v>
                </c:pt>
                <c:pt idx="952">
                  <c:v>179.03299277469475</c:v>
                </c:pt>
                <c:pt idx="953">
                  <c:v>178.58669053986205</c:v>
                </c:pt>
                <c:pt idx="954">
                  <c:v>174.73876839076615</c:v>
                </c:pt>
                <c:pt idx="955">
                  <c:v>173.73600936087175</c:v>
                </c:pt>
                <c:pt idx="956">
                  <c:v>174.31525497179825</c:v>
                </c:pt>
                <c:pt idx="957">
                  <c:v>175.51859621548459</c:v>
                </c:pt>
                <c:pt idx="958">
                  <c:v>178.78256518808533</c:v>
                </c:pt>
                <c:pt idx="959">
                  <c:v>177.36044376903288</c:v>
                </c:pt>
                <c:pt idx="960">
                  <c:v>175.82347576125522</c:v>
                </c:pt>
                <c:pt idx="961">
                  <c:v>174.44942248441805</c:v>
                </c:pt>
                <c:pt idx="962">
                  <c:v>173.01902628409249</c:v>
                </c:pt>
                <c:pt idx="963">
                  <c:v>169.24080728628743</c:v>
                </c:pt>
                <c:pt idx="964">
                  <c:v>168.5663213884522</c:v>
                </c:pt>
                <c:pt idx="965">
                  <c:v>167.01485137684242</c:v>
                </c:pt>
                <c:pt idx="966">
                  <c:v>166.94546558668353</c:v>
                </c:pt>
                <c:pt idx="967">
                  <c:v>164.95937816481248</c:v>
                </c:pt>
                <c:pt idx="968">
                  <c:v>165.26833089128513</c:v>
                </c:pt>
                <c:pt idx="969">
                  <c:v>165.02932505502733</c:v>
                </c:pt>
                <c:pt idx="970">
                  <c:v>164.49658767593394</c:v>
                </c:pt>
                <c:pt idx="971">
                  <c:v>163.18696097533419</c:v>
                </c:pt>
                <c:pt idx="972">
                  <c:v>164.69672130192299</c:v>
                </c:pt>
                <c:pt idx="973">
                  <c:v>168.29813568301557</c:v>
                </c:pt>
                <c:pt idx="974">
                  <c:v>170.73055263542196</c:v>
                </c:pt>
                <c:pt idx="975">
                  <c:v>171.69232083685853</c:v>
                </c:pt>
                <c:pt idx="976">
                  <c:v>169.16264453069897</c:v>
                </c:pt>
                <c:pt idx="977">
                  <c:v>170.99470247110423</c:v>
                </c:pt>
                <c:pt idx="978">
                  <c:v>167.42814038425092</c:v>
                </c:pt>
                <c:pt idx="979">
                  <c:v>160.29066862514247</c:v>
                </c:pt>
                <c:pt idx="980">
                  <c:v>157.37181525898126</c:v>
                </c:pt>
                <c:pt idx="981">
                  <c:v>156.99233598618034</c:v>
                </c:pt>
                <c:pt idx="982">
                  <c:v>158.10031703345447</c:v>
                </c:pt>
                <c:pt idx="983">
                  <c:v>159.43259696202045</c:v>
                </c:pt>
                <c:pt idx="984">
                  <c:v>159.56004129805964</c:v>
                </c:pt>
                <c:pt idx="985">
                  <c:v>159.99684183590239</c:v>
                </c:pt>
                <c:pt idx="986">
                  <c:v>162.23350792062888</c:v>
                </c:pt>
                <c:pt idx="987">
                  <c:v>164.06480730430067</c:v>
                </c:pt>
                <c:pt idx="988">
                  <c:v>165.98203140526084</c:v>
                </c:pt>
                <c:pt idx="989">
                  <c:v>165.19720271244782</c:v>
                </c:pt>
                <c:pt idx="990">
                  <c:v>164.23000944399919</c:v>
                </c:pt>
                <c:pt idx="991">
                  <c:v>165.36966029367218</c:v>
                </c:pt>
                <c:pt idx="992">
                  <c:v>165.84697812075626</c:v>
                </c:pt>
                <c:pt idx="993">
                  <c:v>165.86878375717941</c:v>
                </c:pt>
                <c:pt idx="994">
                  <c:v>165.19786090864383</c:v>
                </c:pt>
                <c:pt idx="995">
                  <c:v>165.75617428083589</c:v>
                </c:pt>
                <c:pt idx="996">
                  <c:v>166.07539635744715</c:v>
                </c:pt>
                <c:pt idx="997">
                  <c:v>164.27656310351119</c:v>
                </c:pt>
                <c:pt idx="998">
                  <c:v>163.76399753123144</c:v>
                </c:pt>
                <c:pt idx="999">
                  <c:v>165.73421104645689</c:v>
                </c:pt>
                <c:pt idx="1000">
                  <c:v>169.6508625487383</c:v>
                </c:pt>
                <c:pt idx="1001">
                  <c:v>168.87386186087502</c:v>
                </c:pt>
                <c:pt idx="1002">
                  <c:v>169.12789609947075</c:v>
                </c:pt>
                <c:pt idx="1003">
                  <c:v>169.29480797233393</c:v>
                </c:pt>
                <c:pt idx="1004">
                  <c:v>171.85571706524607</c:v>
                </c:pt>
                <c:pt idx="1005">
                  <c:v>171.17838452001837</c:v>
                </c:pt>
                <c:pt idx="1006">
                  <c:v>171.48356248197433</c:v>
                </c:pt>
                <c:pt idx="1007">
                  <c:v>171.72897663665728</c:v>
                </c:pt>
                <c:pt idx="1008">
                  <c:v>172.93240719722829</c:v>
                </c:pt>
                <c:pt idx="1009">
                  <c:v>172.52910806947273</c:v>
                </c:pt>
                <c:pt idx="1010">
                  <c:v>171.46300604512788</c:v>
                </c:pt>
                <c:pt idx="1011">
                  <c:v>168.11159791238413</c:v>
                </c:pt>
                <c:pt idx="1012">
                  <c:v>169.64495615385903</c:v>
                </c:pt>
                <c:pt idx="1013">
                  <c:v>167.65948561481662</c:v>
                </c:pt>
                <c:pt idx="1014">
                  <c:v>166.27703709993986</c:v>
                </c:pt>
                <c:pt idx="1015">
                  <c:v>169.85516247863995</c:v>
                </c:pt>
                <c:pt idx="1016">
                  <c:v>169.7529530188994</c:v>
                </c:pt>
                <c:pt idx="1017">
                  <c:v>169.07289763621651</c:v>
                </c:pt>
                <c:pt idx="1018">
                  <c:v>169.07130371788477</c:v>
                </c:pt>
                <c:pt idx="1019">
                  <c:v>169.77801476536797</c:v>
                </c:pt>
                <c:pt idx="1020">
                  <c:v>170.60968703601483</c:v>
                </c:pt>
                <c:pt idx="1021">
                  <c:v>171.21233110660512</c:v>
                </c:pt>
                <c:pt idx="1022">
                  <c:v>170.31257477504863</c:v>
                </c:pt>
                <c:pt idx="1023">
                  <c:v>168.52234263628483</c:v>
                </c:pt>
                <c:pt idx="1024">
                  <c:v>168.89432482106221</c:v>
                </c:pt>
                <c:pt idx="1025">
                  <c:v>170.15772731516961</c:v>
                </c:pt>
                <c:pt idx="1026">
                  <c:v>173.84829921730974</c:v>
                </c:pt>
                <c:pt idx="1027">
                  <c:v>175.65060284133574</c:v>
                </c:pt>
                <c:pt idx="1028">
                  <c:v>175.88406900583976</c:v>
                </c:pt>
                <c:pt idx="1029">
                  <c:v>175.03825504756392</c:v>
                </c:pt>
                <c:pt idx="1030">
                  <c:v>173.13885218094293</c:v>
                </c:pt>
                <c:pt idx="1031">
                  <c:v>171.08748822771298</c:v>
                </c:pt>
                <c:pt idx="1032">
                  <c:v>172.43424930164593</c:v>
                </c:pt>
                <c:pt idx="1033">
                  <c:v>171.36760373116766</c:v>
                </c:pt>
                <c:pt idx="1034">
                  <c:v>174.71319635735162</c:v>
                </c:pt>
                <c:pt idx="1035">
                  <c:v>182.5210423588525</c:v>
                </c:pt>
                <c:pt idx="1036">
                  <c:v>182.98991053597612</c:v>
                </c:pt>
                <c:pt idx="1037">
                  <c:v>185.15230780297358</c:v>
                </c:pt>
                <c:pt idx="1038">
                  <c:v>184.92604406194437</c:v>
                </c:pt>
                <c:pt idx="1039">
                  <c:v>183.83215087064559</c:v>
                </c:pt>
                <c:pt idx="1040">
                  <c:v>176.35645971635768</c:v>
                </c:pt>
                <c:pt idx="1041">
                  <c:v>176.40242290819299</c:v>
                </c:pt>
                <c:pt idx="1042">
                  <c:v>176.16496304743049</c:v>
                </c:pt>
                <c:pt idx="1043">
                  <c:v>176.0117160338101</c:v>
                </c:pt>
                <c:pt idx="1044">
                  <c:v>175.6753454026119</c:v>
                </c:pt>
                <c:pt idx="1045">
                  <c:v>173.63243937338711</c:v>
                </c:pt>
                <c:pt idx="1046">
                  <c:v>176.20904425478241</c:v>
                </c:pt>
                <c:pt idx="1047">
                  <c:v>178.25346110740588</c:v>
                </c:pt>
                <c:pt idx="1048">
                  <c:v>176.27273931161079</c:v>
                </c:pt>
                <c:pt idx="1049">
                  <c:v>175.45989981574712</c:v>
                </c:pt>
                <c:pt idx="1050">
                  <c:v>178.00819251838342</c:v>
                </c:pt>
                <c:pt idx="1051">
                  <c:v>180.13410896095823</c:v>
                </c:pt>
                <c:pt idx="1052">
                  <c:v>180.28446185982412</c:v>
                </c:pt>
                <c:pt idx="1053">
                  <c:v>180.91446503378967</c:v>
                </c:pt>
                <c:pt idx="1054">
                  <c:v>180.44234277222264</c:v>
                </c:pt>
                <c:pt idx="1055">
                  <c:v>180.28798078298425</c:v>
                </c:pt>
                <c:pt idx="1056">
                  <c:v>180.94042082276405</c:v>
                </c:pt>
                <c:pt idx="1057">
                  <c:v>178.3598782472869</c:v>
                </c:pt>
                <c:pt idx="1058">
                  <c:v>180.25157900966465</c:v>
                </c:pt>
                <c:pt idx="1059">
                  <c:v>180.14954476180836</c:v>
                </c:pt>
                <c:pt idx="1060">
                  <c:v>180.59181339853447</c:v>
                </c:pt>
                <c:pt idx="1061">
                  <c:v>182.50460994214652</c:v>
                </c:pt>
                <c:pt idx="1062">
                  <c:v>181.12468315026692</c:v>
                </c:pt>
                <c:pt idx="1063">
                  <c:v>180.38547150439857</c:v>
                </c:pt>
                <c:pt idx="1064">
                  <c:v>180.84603414798141</c:v>
                </c:pt>
                <c:pt idx="1065">
                  <c:v>181.97539595895944</c:v>
                </c:pt>
                <c:pt idx="1066">
                  <c:v>182.53380485298743</c:v>
                </c:pt>
                <c:pt idx="1067">
                  <c:v>184.61094950412166</c:v>
                </c:pt>
                <c:pt idx="1068">
                  <c:v>188.4163039790792</c:v>
                </c:pt>
                <c:pt idx="1069">
                  <c:v>188.95757844331555</c:v>
                </c:pt>
                <c:pt idx="1070">
                  <c:v>188.31626428954996</c:v>
                </c:pt>
                <c:pt idx="1071">
                  <c:v>188.89831580787208</c:v>
                </c:pt>
                <c:pt idx="1072">
                  <c:v>188.76258073638584</c:v>
                </c:pt>
                <c:pt idx="1073">
                  <c:v>190.72286257421536</c:v>
                </c:pt>
                <c:pt idx="1074">
                  <c:v>192.45994002497864</c:v>
                </c:pt>
                <c:pt idx="1075">
                  <c:v>191.9814341845051</c:v>
                </c:pt>
                <c:pt idx="1076">
                  <c:v>192.85380609314231</c:v>
                </c:pt>
                <c:pt idx="1077">
                  <c:v>194.47412703416623</c:v>
                </c:pt>
                <c:pt idx="1078">
                  <c:v>191.64726139470517</c:v>
                </c:pt>
                <c:pt idx="1079">
                  <c:v>191.71716646084718</c:v>
                </c:pt>
                <c:pt idx="1080">
                  <c:v>192.10757956856889</c:v>
                </c:pt>
                <c:pt idx="1081">
                  <c:v>190.260972349496</c:v>
                </c:pt>
                <c:pt idx="1082">
                  <c:v>188.91699209467879</c:v>
                </c:pt>
                <c:pt idx="1083">
                  <c:v>189.66830962060055</c:v>
                </c:pt>
                <c:pt idx="1084">
                  <c:v>185.02219669733483</c:v>
                </c:pt>
                <c:pt idx="1085">
                  <c:v>186.88709921630536</c:v>
                </c:pt>
                <c:pt idx="1086">
                  <c:v>188.15111010026385</c:v>
                </c:pt>
                <c:pt idx="1087">
                  <c:v>187.95825662317935</c:v>
                </c:pt>
                <c:pt idx="1088">
                  <c:v>189.43780214710483</c:v>
                </c:pt>
                <c:pt idx="1089">
                  <c:v>189.35604515462109</c:v>
                </c:pt>
                <c:pt idx="1090">
                  <c:v>186.30848332741061</c:v>
                </c:pt>
                <c:pt idx="1091">
                  <c:v>185.00461424270196</c:v>
                </c:pt>
                <c:pt idx="1092">
                  <c:v>184.65692481643518</c:v>
                </c:pt>
                <c:pt idx="1093">
                  <c:v>184.93290129819206</c:v>
                </c:pt>
                <c:pt idx="1094">
                  <c:v>183.83451266649516</c:v>
                </c:pt>
                <c:pt idx="1095">
                  <c:v>183.40852779798624</c:v>
                </c:pt>
                <c:pt idx="1096">
                  <c:v>183.16535921031348</c:v>
                </c:pt>
                <c:pt idx="1097">
                  <c:v>179.62010516569612</c:v>
                </c:pt>
                <c:pt idx="1098">
                  <c:v>175.83005447625351</c:v>
                </c:pt>
                <c:pt idx="1099">
                  <c:v>177.98911395790151</c:v>
                </c:pt>
                <c:pt idx="1100">
                  <c:v>178.19543189576174</c:v>
                </c:pt>
                <c:pt idx="1101">
                  <c:v>177.85025104523359</c:v>
                </c:pt>
                <c:pt idx="1102">
                  <c:v>176.43782029542598</c:v>
                </c:pt>
                <c:pt idx="1103">
                  <c:v>177.86655596073098</c:v>
                </c:pt>
                <c:pt idx="1104">
                  <c:v>179.00508067005362</c:v>
                </c:pt>
                <c:pt idx="1105">
                  <c:v>180.22605957188398</c:v>
                </c:pt>
                <c:pt idx="1106">
                  <c:v>180.18174896420825</c:v>
                </c:pt>
                <c:pt idx="1107">
                  <c:v>179.79843821689957</c:v>
                </c:pt>
                <c:pt idx="1108">
                  <c:v>178.61309823416306</c:v>
                </c:pt>
                <c:pt idx="1109">
                  <c:v>178.00154127700003</c:v>
                </c:pt>
                <c:pt idx="1110">
                  <c:v>179.29098863540148</c:v>
                </c:pt>
                <c:pt idx="1111">
                  <c:v>178.04325700123576</c:v>
                </c:pt>
                <c:pt idx="1112">
                  <c:v>187.75351201329465</c:v>
                </c:pt>
                <c:pt idx="1113">
                  <c:v>187.21847507238542</c:v>
                </c:pt>
                <c:pt idx="1114">
                  <c:v>188.18426585809894</c:v>
                </c:pt>
                <c:pt idx="1115">
                  <c:v>187.81473304460712</c:v>
                </c:pt>
                <c:pt idx="1116">
                  <c:v>189.22234703562222</c:v>
                </c:pt>
                <c:pt idx="1117">
                  <c:v>188.09652160238372</c:v>
                </c:pt>
                <c:pt idx="1118">
                  <c:v>186.50788619454829</c:v>
                </c:pt>
                <c:pt idx="1119">
                  <c:v>189.51980778013865</c:v>
                </c:pt>
                <c:pt idx="1120">
                  <c:v>189.29723552597667</c:v>
                </c:pt>
                <c:pt idx="1121">
                  <c:v>189.37007715557041</c:v>
                </c:pt>
                <c:pt idx="1122">
                  <c:v>189.81405138805061</c:v>
                </c:pt>
                <c:pt idx="1123">
                  <c:v>188.60108465731702</c:v>
                </c:pt>
                <c:pt idx="1124">
                  <c:v>191.84578083463771</c:v>
                </c:pt>
                <c:pt idx="1125">
                  <c:v>191.46713513449151</c:v>
                </c:pt>
                <c:pt idx="1126">
                  <c:v>193.96520760545886</c:v>
                </c:pt>
                <c:pt idx="1127">
                  <c:v>194.62556223238784</c:v>
                </c:pt>
                <c:pt idx="1128">
                  <c:v>194.52416707620804</c:v>
                </c:pt>
                <c:pt idx="1129">
                  <c:v>192.00830286064661</c:v>
                </c:pt>
                <c:pt idx="1130">
                  <c:v>198.83211189224264</c:v>
                </c:pt>
                <c:pt idx="1131">
                  <c:v>208.31471526116897</c:v>
                </c:pt>
                <c:pt idx="1132">
                  <c:v>208.15808975646846</c:v>
                </c:pt>
                <c:pt idx="1133">
                  <c:v>205.77101431993933</c:v>
                </c:pt>
                <c:pt idx="1134">
                  <c:v>202.31980077878134</c:v>
                </c:pt>
                <c:pt idx="1135">
                  <c:v>202.63731362376512</c:v>
                </c:pt>
                <c:pt idx="1136">
                  <c:v>207.84164134032378</c:v>
                </c:pt>
                <c:pt idx="1137">
                  <c:v>207.5546604220466</c:v>
                </c:pt>
                <c:pt idx="1138">
                  <c:v>206.52740248458628</c:v>
                </c:pt>
                <c:pt idx="1139">
                  <c:v>207.57937509079383</c:v>
                </c:pt>
                <c:pt idx="1140">
                  <c:v>205.04279338233633</c:v>
                </c:pt>
                <c:pt idx="1141">
                  <c:v>199.89379161952834</c:v>
                </c:pt>
                <c:pt idx="1142">
                  <c:v>200.03265384762148</c:v>
                </c:pt>
                <c:pt idx="1143">
                  <c:v>202.90669660953316</c:v>
                </c:pt>
                <c:pt idx="1144">
                  <c:v>201.20357085231697</c:v>
                </c:pt>
                <c:pt idx="1145">
                  <c:v>201.91896833027116</c:v>
                </c:pt>
                <c:pt idx="1146">
                  <c:v>202.85713042565391</c:v>
                </c:pt>
                <c:pt idx="1147">
                  <c:v>202.80003668601239</c:v>
                </c:pt>
                <c:pt idx="1148">
                  <c:v>213.11049469537195</c:v>
                </c:pt>
                <c:pt idx="1149">
                  <c:v>214.33672591701486</c:v>
                </c:pt>
                <c:pt idx="1150">
                  <c:v>215.29967674737247</c:v>
                </c:pt>
                <c:pt idx="1151">
                  <c:v>213.97771312277081</c:v>
                </c:pt>
                <c:pt idx="1152">
                  <c:v>213.83906351080466</c:v>
                </c:pt>
                <c:pt idx="1153">
                  <c:v>212.81405878570462</c:v>
                </c:pt>
                <c:pt idx="1154">
                  <c:v>216.01724105666611</c:v>
                </c:pt>
                <c:pt idx="1155">
                  <c:v>212.63538680345442</c:v>
                </c:pt>
                <c:pt idx="1156">
                  <c:v>212.75641979124609</c:v>
                </c:pt>
                <c:pt idx="1157">
                  <c:v>211.96075047018192</c:v>
                </c:pt>
                <c:pt idx="1158">
                  <c:v>213.55368505747401</c:v>
                </c:pt>
                <c:pt idx="1159">
                  <c:v>213.26976213168891</c:v>
                </c:pt>
                <c:pt idx="1160">
                  <c:v>218.1754493903795</c:v>
                </c:pt>
                <c:pt idx="1161">
                  <c:v>216.74246360340504</c:v>
                </c:pt>
                <c:pt idx="1162">
                  <c:v>222.97276097115807</c:v>
                </c:pt>
                <c:pt idx="1163">
                  <c:v>220.41222128786757</c:v>
                </c:pt>
                <c:pt idx="1164">
                  <c:v>220.90232878231771</c:v>
                </c:pt>
                <c:pt idx="1165">
                  <c:v>219.95151927947683</c:v>
                </c:pt>
                <c:pt idx="1166">
                  <c:v>221.70540410791085</c:v>
                </c:pt>
                <c:pt idx="1167">
                  <c:v>222.8439394632162</c:v>
                </c:pt>
                <c:pt idx="1168">
                  <c:v>220.16519410347752</c:v>
                </c:pt>
                <c:pt idx="1169">
                  <c:v>221.67043087252446</c:v>
                </c:pt>
                <c:pt idx="1170">
                  <c:v>224.38670121052735</c:v>
                </c:pt>
                <c:pt idx="1171">
                  <c:v>223.72276190299675</c:v>
                </c:pt>
                <c:pt idx="1172">
                  <c:v>221.95717644274794</c:v>
                </c:pt>
                <c:pt idx="1173">
                  <c:v>218.54114094869649</c:v>
                </c:pt>
                <c:pt idx="1174">
                  <c:v>222.66810986184817</c:v>
                </c:pt>
                <c:pt idx="1175">
                  <c:v>222.2751490157959</c:v>
                </c:pt>
                <c:pt idx="1176">
                  <c:v>219.66590765289354</c:v>
                </c:pt>
                <c:pt idx="1177">
                  <c:v>221.23709308813258</c:v>
                </c:pt>
                <c:pt idx="1178">
                  <c:v>220.42262133474469</c:v>
                </c:pt>
                <c:pt idx="1179">
                  <c:v>220.27362974301769</c:v>
                </c:pt>
                <c:pt idx="1180">
                  <c:v>219.60440677696886</c:v>
                </c:pt>
                <c:pt idx="1181">
                  <c:v>217.98187938068901</c:v>
                </c:pt>
                <c:pt idx="1182">
                  <c:v>214.42956037665297</c:v>
                </c:pt>
                <c:pt idx="1183">
                  <c:v>216.12108041493985</c:v>
                </c:pt>
                <c:pt idx="1184">
                  <c:v>217.0325312646649</c:v>
                </c:pt>
                <c:pt idx="1185">
                  <c:v>216.64542244570646</c:v>
                </c:pt>
                <c:pt idx="1186">
                  <c:v>217.84809140121192</c:v>
                </c:pt>
                <c:pt idx="1187">
                  <c:v>215.81115335147103</c:v>
                </c:pt>
                <c:pt idx="1188">
                  <c:v>220.17802221406851</c:v>
                </c:pt>
                <c:pt idx="1189">
                  <c:v>219.07720511833745</c:v>
                </c:pt>
                <c:pt idx="1190">
                  <c:v>209.10570825892239</c:v>
                </c:pt>
                <c:pt idx="1191">
                  <c:v>208.31465860073862</c:v>
                </c:pt>
                <c:pt idx="1192">
                  <c:v>209.86172755475286</c:v>
                </c:pt>
                <c:pt idx="1193">
                  <c:v>203.15036806206402</c:v>
                </c:pt>
                <c:pt idx="1194">
                  <c:v>201.91852363996827</c:v>
                </c:pt>
                <c:pt idx="1195">
                  <c:v>202.69440760397561</c:v>
                </c:pt>
                <c:pt idx="1196">
                  <c:v>203.53467547680972</c:v>
                </c:pt>
                <c:pt idx="1197">
                  <c:v>202.12653126843247</c:v>
                </c:pt>
                <c:pt idx="1198">
                  <c:v>203.44787165407445</c:v>
                </c:pt>
                <c:pt idx="1199">
                  <c:v>204.64397141497938</c:v>
                </c:pt>
                <c:pt idx="1200">
                  <c:v>203.6653956308335</c:v>
                </c:pt>
                <c:pt idx="1201">
                  <c:v>205.35484388856366</c:v>
                </c:pt>
                <c:pt idx="1202">
                  <c:v>203.34442977122541</c:v>
                </c:pt>
                <c:pt idx="1203">
                  <c:v>194.71892610184423</c:v>
                </c:pt>
                <c:pt idx="1204">
                  <c:v>194.23257797847225</c:v>
                </c:pt>
                <c:pt idx="1205">
                  <c:v>193.46652330429035</c:v>
                </c:pt>
                <c:pt idx="1206">
                  <c:v>194.71171272865209</c:v>
                </c:pt>
                <c:pt idx="1207">
                  <c:v>195.8137598703471</c:v>
                </c:pt>
                <c:pt idx="1208">
                  <c:v>194.41547346955599</c:v>
                </c:pt>
                <c:pt idx="1209">
                  <c:v>194.88560713531473</c:v>
                </c:pt>
                <c:pt idx="1210">
                  <c:v>195.62003743426888</c:v>
                </c:pt>
                <c:pt idx="1211">
                  <c:v>194.88225053804268</c:v>
                </c:pt>
                <c:pt idx="1212">
                  <c:v>192.66895624357821</c:v>
                </c:pt>
                <c:pt idx="1213">
                  <c:v>191.12486211183557</c:v>
                </c:pt>
                <c:pt idx="1214">
                  <c:v>192.70302103654484</c:v>
                </c:pt>
                <c:pt idx="1215">
                  <c:v>194.11996769557703</c:v>
                </c:pt>
                <c:pt idx="1216">
                  <c:v>193.28999592836647</c:v>
                </c:pt>
                <c:pt idx="1217">
                  <c:v>192.57949762579372</c:v>
                </c:pt>
                <c:pt idx="1218">
                  <c:v>191.0166070865429</c:v>
                </c:pt>
                <c:pt idx="1219">
                  <c:v>191.75915262085095</c:v>
                </c:pt>
                <c:pt idx="1220">
                  <c:v>192.04645677803106</c:v>
                </c:pt>
                <c:pt idx="1221">
                  <c:v>192.03993035775014</c:v>
                </c:pt>
                <c:pt idx="1222">
                  <c:v>195.25427367616621</c:v>
                </c:pt>
                <c:pt idx="1223">
                  <c:v>193.63763903598118</c:v>
                </c:pt>
                <c:pt idx="1224">
                  <c:v>193.90433859108271</c:v>
                </c:pt>
                <c:pt idx="1225">
                  <c:v>195.56798246439024</c:v>
                </c:pt>
                <c:pt idx="1226">
                  <c:v>197.05308972760838</c:v>
                </c:pt>
                <c:pt idx="1227">
                  <c:v>198.04900762358653</c:v>
                </c:pt>
                <c:pt idx="1228">
                  <c:v>197.28149174032629</c:v>
                </c:pt>
                <c:pt idx="1229">
                  <c:v>194.93139771503508</c:v>
                </c:pt>
                <c:pt idx="1230">
                  <c:v>190.43492909045426</c:v>
                </c:pt>
                <c:pt idx="1231">
                  <c:v>188.27369453473361</c:v>
                </c:pt>
                <c:pt idx="1232">
                  <c:v>189.53194609637703</c:v>
                </c:pt>
                <c:pt idx="1233">
                  <c:v>187.40622093356799</c:v>
                </c:pt>
                <c:pt idx="1234">
                  <c:v>192.1439182472177</c:v>
                </c:pt>
                <c:pt idx="1235">
                  <c:v>197.40067653947196</c:v>
                </c:pt>
                <c:pt idx="1236">
                  <c:v>204.1459272513126</c:v>
                </c:pt>
                <c:pt idx="1237">
                  <c:v>200.25104401359565</c:v>
                </c:pt>
                <c:pt idx="1238">
                  <c:v>200.24881828769318</c:v>
                </c:pt>
                <c:pt idx="1239">
                  <c:v>200.19996117379682</c:v>
                </c:pt>
                <c:pt idx="1240">
                  <c:v>202.29742572249424</c:v>
                </c:pt>
                <c:pt idx="1241">
                  <c:v>201.88047173077015</c:v>
                </c:pt>
                <c:pt idx="1242">
                  <c:v>202.60062506735153</c:v>
                </c:pt>
                <c:pt idx="1243">
                  <c:v>202.54620341125749</c:v>
                </c:pt>
                <c:pt idx="1244">
                  <c:v>203.93059932440801</c:v>
                </c:pt>
                <c:pt idx="1245">
                  <c:v>203.7793181801558</c:v>
                </c:pt>
                <c:pt idx="1246">
                  <c:v>205.63332563091743</c:v>
                </c:pt>
                <c:pt idx="1247">
                  <c:v>205.23648385109047</c:v>
                </c:pt>
                <c:pt idx="1248">
                  <c:v>209.52194678764735</c:v>
                </c:pt>
                <c:pt idx="1249">
                  <c:v>209.80900070653294</c:v>
                </c:pt>
                <c:pt idx="1250">
                  <c:v>214.06464002946146</c:v>
                </c:pt>
                <c:pt idx="1251">
                  <c:v>216.64920585972399</c:v>
                </c:pt>
                <c:pt idx="1252">
                  <c:v>219.0386882082459</c:v>
                </c:pt>
                <c:pt idx="1253">
                  <c:v>219.00878701982435</c:v>
                </c:pt>
                <c:pt idx="1254">
                  <c:v>218.49681211143849</c:v>
                </c:pt>
                <c:pt idx="1255">
                  <c:v>216.22606754665435</c:v>
                </c:pt>
                <c:pt idx="1256">
                  <c:v>216.52679437222233</c:v>
                </c:pt>
                <c:pt idx="1257">
                  <c:v>225.48484480664598</c:v>
                </c:pt>
                <c:pt idx="1258">
                  <c:v>226.78524682152641</c:v>
                </c:pt>
                <c:pt idx="1259">
                  <c:v>231.64991110513961</c:v>
                </c:pt>
                <c:pt idx="1260">
                  <c:v>231.14245698034921</c:v>
                </c:pt>
                <c:pt idx="1261">
                  <c:v>230.20441812044234</c:v>
                </c:pt>
                <c:pt idx="1262">
                  <c:v>231.78425574975665</c:v>
                </c:pt>
                <c:pt idx="1263">
                  <c:v>232.07962769581647</c:v>
                </c:pt>
                <c:pt idx="1264">
                  <c:v>231.72219520635451</c:v>
                </c:pt>
                <c:pt idx="1265">
                  <c:v>236.99917005386018</c:v>
                </c:pt>
                <c:pt idx="1266">
                  <c:v>236.06180787977118</c:v>
                </c:pt>
                <c:pt idx="1267">
                  <c:v>235.82093727212001</c:v>
                </c:pt>
                <c:pt idx="1268">
                  <c:v>236.22171251502732</c:v>
                </c:pt>
                <c:pt idx="1269">
                  <c:v>235.45546600458499</c:v>
                </c:pt>
                <c:pt idx="1270">
                  <c:v>229.75848298140764</c:v>
                </c:pt>
                <c:pt idx="1271">
                  <c:v>222.00426638822503</c:v>
                </c:pt>
                <c:pt idx="1272">
                  <c:v>222.90872124124994</c:v>
                </c:pt>
                <c:pt idx="1273">
                  <c:v>226.08291180866584</c:v>
                </c:pt>
                <c:pt idx="1274">
                  <c:v>221.75963807367404</c:v>
                </c:pt>
                <c:pt idx="1275">
                  <c:v>225.3482935217551</c:v>
                </c:pt>
                <c:pt idx="1276">
                  <c:v>225.54482307579335</c:v>
                </c:pt>
                <c:pt idx="1277">
                  <c:v>229.21883415749519</c:v>
                </c:pt>
                <c:pt idx="1278">
                  <c:v>235.78156091716704</c:v>
                </c:pt>
                <c:pt idx="1279">
                  <c:v>237.95199391871444</c:v>
                </c:pt>
                <c:pt idx="1280">
                  <c:v>240.29053202912431</c:v>
                </c:pt>
                <c:pt idx="1281">
                  <c:v>239.88446496306025</c:v>
                </c:pt>
                <c:pt idx="1282">
                  <c:v>239.4012971889577</c:v>
                </c:pt>
                <c:pt idx="1283">
                  <c:v>237.23216441174648</c:v>
                </c:pt>
                <c:pt idx="1284">
                  <c:v>240.60547314287302</c:v>
                </c:pt>
                <c:pt idx="1285">
                  <c:v>240.61389303905591</c:v>
                </c:pt>
                <c:pt idx="1286">
                  <c:v>244.49438236107406</c:v>
                </c:pt>
                <c:pt idx="1287">
                  <c:v>245.85811792961562</c:v>
                </c:pt>
                <c:pt idx="1288">
                  <c:v>247.04630246938129</c:v>
                </c:pt>
                <c:pt idx="1289">
                  <c:v>248.13061378250671</c:v>
                </c:pt>
                <c:pt idx="1290">
                  <c:v>247.17256578888549</c:v>
                </c:pt>
                <c:pt idx="1291">
                  <c:v>244.81472904372976</c:v>
                </c:pt>
                <c:pt idx="1292">
                  <c:v>245.89262234702176</c:v>
                </c:pt>
                <c:pt idx="1293">
                  <c:v>243.64530866789281</c:v>
                </c:pt>
                <c:pt idx="1294">
                  <c:v>241.82379998306558</c:v>
                </c:pt>
                <c:pt idx="1295">
                  <c:v>245.91203949958788</c:v>
                </c:pt>
                <c:pt idx="1296">
                  <c:v>244.99697830160372</c:v>
                </c:pt>
                <c:pt idx="1297">
                  <c:v>250.407619173189</c:v>
                </c:pt>
                <c:pt idx="1298">
                  <c:v>250.78938668747699</c:v>
                </c:pt>
                <c:pt idx="1299">
                  <c:v>243.13140004849075</c:v>
                </c:pt>
                <c:pt idx="1300">
                  <c:v>242.9185024312975</c:v>
                </c:pt>
                <c:pt idx="1301">
                  <c:v>244.78313070657762</c:v>
                </c:pt>
                <c:pt idx="1302">
                  <c:v>243.46477133800326</c:v>
                </c:pt>
                <c:pt idx="1303">
                  <c:v>244.60339311669381</c:v>
                </c:pt>
                <c:pt idx="1304">
                  <c:v>243.21134140603823</c:v>
                </c:pt>
                <c:pt idx="1305">
                  <c:v>243.92120641617004</c:v>
                </c:pt>
                <c:pt idx="1306">
                  <c:v>244.89277258797205</c:v>
                </c:pt>
                <c:pt idx="1307">
                  <c:v>245.17172873441376</c:v>
                </c:pt>
                <c:pt idx="1308">
                  <c:v>240.90216467075587</c:v>
                </c:pt>
                <c:pt idx="1309">
                  <c:v>241.71849196221189</c:v>
                </c:pt>
                <c:pt idx="1310">
                  <c:v>243.30526149584824</c:v>
                </c:pt>
                <c:pt idx="1311">
                  <c:v>244.53405195831826</c:v>
                </c:pt>
                <c:pt idx="1312">
                  <c:v>245.82621197508871</c:v>
                </c:pt>
                <c:pt idx="1313">
                  <c:v>242.72783602442527</c:v>
                </c:pt>
                <c:pt idx="1314">
                  <c:v>243.89014036255008</c:v>
                </c:pt>
                <c:pt idx="1315">
                  <c:v>246.98401148979514</c:v>
                </c:pt>
                <c:pt idx="1316">
                  <c:v>246.12534482357745</c:v>
                </c:pt>
                <c:pt idx="1317">
                  <c:v>243.25353912307565</c:v>
                </c:pt>
                <c:pt idx="1318">
                  <c:v>246.2693257640089</c:v>
                </c:pt>
                <c:pt idx="1319">
                  <c:v>242.53387982402646</c:v>
                </c:pt>
                <c:pt idx="1320">
                  <c:v>239.39213461732902</c:v>
                </c:pt>
                <c:pt idx="1321">
                  <c:v>237.53388287593046</c:v>
                </c:pt>
                <c:pt idx="1322">
                  <c:v>243.18825362299091</c:v>
                </c:pt>
                <c:pt idx="1323">
                  <c:v>242.71806643087416</c:v>
                </c:pt>
                <c:pt idx="1324">
                  <c:v>242.12678372415201</c:v>
                </c:pt>
                <c:pt idx="1325">
                  <c:v>243.08482657255783</c:v>
                </c:pt>
                <c:pt idx="1326">
                  <c:v>232.72998914764366</c:v>
                </c:pt>
                <c:pt idx="1327">
                  <c:v>232.88031384480431</c:v>
                </c:pt>
                <c:pt idx="1328">
                  <c:v>232.73470646337532</c:v>
                </c:pt>
                <c:pt idx="1329">
                  <c:v>232.70376769359694</c:v>
                </c:pt>
                <c:pt idx="1330">
                  <c:v>241.67202170404855</c:v>
                </c:pt>
                <c:pt idx="1331">
                  <c:v>239.68135477606671</c:v>
                </c:pt>
                <c:pt idx="1332">
                  <c:v>241.33633924709329</c:v>
                </c:pt>
                <c:pt idx="1333">
                  <c:v>244.40850436492505</c:v>
                </c:pt>
                <c:pt idx="1334">
                  <c:v>244.47162537788421</c:v>
                </c:pt>
                <c:pt idx="1335">
                  <c:v>243.20570432459434</c:v>
                </c:pt>
                <c:pt idx="1336">
                  <c:v>237.60766526293995</c:v>
                </c:pt>
                <c:pt idx="1337">
                  <c:v>240.54678705808726</c:v>
                </c:pt>
                <c:pt idx="1338">
                  <c:v>248.33377090998673</c:v>
                </c:pt>
                <c:pt idx="1339">
                  <c:v>250.62534032318615</c:v>
                </c:pt>
                <c:pt idx="1340">
                  <c:v>253.2953719747417</c:v>
                </c:pt>
                <c:pt idx="1341">
                  <c:v>252.34818234380865</c:v>
                </c:pt>
                <c:pt idx="1342">
                  <c:v>246.32908196029251</c:v>
                </c:pt>
                <c:pt idx="1343">
                  <c:v>249.02378614000605</c:v>
                </c:pt>
                <c:pt idx="1344">
                  <c:v>250.21294948829211</c:v>
                </c:pt>
                <c:pt idx="1345">
                  <c:v>251.30239202735669</c:v>
                </c:pt>
                <c:pt idx="1346">
                  <c:v>256.06757942641985</c:v>
                </c:pt>
                <c:pt idx="1347">
                  <c:v>255.77972971554658</c:v>
                </c:pt>
                <c:pt idx="1348">
                  <c:v>256.22298605374868</c:v>
                </c:pt>
                <c:pt idx="1349">
                  <c:v>257.9514935033759</c:v>
                </c:pt>
                <c:pt idx="1350">
                  <c:v>258.84260947482267</c:v>
                </c:pt>
                <c:pt idx="1351">
                  <c:v>260.75407205568945</c:v>
                </c:pt>
                <c:pt idx="1352">
                  <c:v>262.53164941710219</c:v>
                </c:pt>
                <c:pt idx="1353">
                  <c:v>260.62496791733599</c:v>
                </c:pt>
                <c:pt idx="1354">
                  <c:v>258.94918026863024</c:v>
                </c:pt>
                <c:pt idx="1355">
                  <c:v>259.56146891042209</c:v>
                </c:pt>
                <c:pt idx="1356">
                  <c:v>255.88425345271673</c:v>
                </c:pt>
                <c:pt idx="1357">
                  <c:v>249.10842361774488</c:v>
                </c:pt>
                <c:pt idx="1358">
                  <c:v>249.48339913578096</c:v>
                </c:pt>
                <c:pt idx="1359">
                  <c:v>248.57576451133815</c:v>
                </c:pt>
                <c:pt idx="1360">
                  <c:v>248.54929539246916</c:v>
                </c:pt>
                <c:pt idx="1361">
                  <c:v>248.8746094017944</c:v>
                </c:pt>
                <c:pt idx="1362">
                  <c:v>250.29796492291032</c:v>
                </c:pt>
                <c:pt idx="1363">
                  <c:v>246.69104940219401</c:v>
                </c:pt>
                <c:pt idx="1364">
                  <c:v>246.89198701425315</c:v>
                </c:pt>
                <c:pt idx="1365">
                  <c:v>250.3616439769857</c:v>
                </c:pt>
                <c:pt idx="1366">
                  <c:v>246.90570800253249</c:v>
                </c:pt>
                <c:pt idx="1367">
                  <c:v>246.41808880290088</c:v>
                </c:pt>
                <c:pt idx="1368">
                  <c:v>245.0417667385972</c:v>
                </c:pt>
                <c:pt idx="1369">
                  <c:v>246.14196395851675</c:v>
                </c:pt>
                <c:pt idx="1370">
                  <c:v>243.27745066223838</c:v>
                </c:pt>
                <c:pt idx="1371">
                  <c:v>251.4930109140353</c:v>
                </c:pt>
                <c:pt idx="1372">
                  <c:v>246.4986887627835</c:v>
                </c:pt>
                <c:pt idx="1373">
                  <c:v>240.9297708532614</c:v>
                </c:pt>
                <c:pt idx="1374">
                  <c:v>242.9694142090253</c:v>
                </c:pt>
                <c:pt idx="1375">
                  <c:v>241.82360922211654</c:v>
                </c:pt>
                <c:pt idx="1376">
                  <c:v>235.07804322586901</c:v>
                </c:pt>
                <c:pt idx="1377">
                  <c:v>235.9762482625332</c:v>
                </c:pt>
                <c:pt idx="1378">
                  <c:v>233.3987848431</c:v>
                </c:pt>
                <c:pt idx="1379">
                  <c:v>238.25196869176966</c:v>
                </c:pt>
                <c:pt idx="1380">
                  <c:v>242.80878373757571</c:v>
                </c:pt>
                <c:pt idx="1381">
                  <c:v>244.25125706147833</c:v>
                </c:pt>
                <c:pt idx="1382">
                  <c:v>235.69174929323304</c:v>
                </c:pt>
                <c:pt idx="1383">
                  <c:v>234.02618982919321</c:v>
                </c:pt>
                <c:pt idx="1384">
                  <c:v>240.03355814628597</c:v>
                </c:pt>
                <c:pt idx="1385">
                  <c:v>237.28474590705034</c:v>
                </c:pt>
                <c:pt idx="1386">
                  <c:v>238.44763789287779</c:v>
                </c:pt>
                <c:pt idx="1387">
                  <c:v>234.91307234791279</c:v>
                </c:pt>
                <c:pt idx="1388">
                  <c:v>238.23354921828536</c:v>
                </c:pt>
                <c:pt idx="1389">
                  <c:v>238.10807336695024</c:v>
                </c:pt>
                <c:pt idx="1390">
                  <c:v>237.92253477707138</c:v>
                </c:pt>
                <c:pt idx="1391">
                  <c:v>237.59995645388187</c:v>
                </c:pt>
                <c:pt idx="1392">
                  <c:v>233.90570285005424</c:v>
                </c:pt>
                <c:pt idx="1393">
                  <c:v>232.70127690067542</c:v>
                </c:pt>
                <c:pt idx="1394">
                  <c:v>230.2780926352938</c:v>
                </c:pt>
                <c:pt idx="1395">
                  <c:v>230.24290377148293</c:v>
                </c:pt>
                <c:pt idx="1396">
                  <c:v>228.91671704096524</c:v>
                </c:pt>
                <c:pt idx="1397">
                  <c:v>230.86284347143481</c:v>
                </c:pt>
                <c:pt idx="1398">
                  <c:v>227.85570549003825</c:v>
                </c:pt>
                <c:pt idx="1399">
                  <c:v>228.251957023258</c:v>
                </c:pt>
                <c:pt idx="1400">
                  <c:v>226.59508165630095</c:v>
                </c:pt>
                <c:pt idx="1401">
                  <c:v>220.34451919031838</c:v>
                </c:pt>
                <c:pt idx="1402">
                  <c:v>217.80291887916329</c:v>
                </c:pt>
                <c:pt idx="1403">
                  <c:v>206.76498924509329</c:v>
                </c:pt>
                <c:pt idx="1404">
                  <c:v>208.57107396606099</c:v>
                </c:pt>
                <c:pt idx="1405">
                  <c:v>206.58803209854074</c:v>
                </c:pt>
                <c:pt idx="1406">
                  <c:v>211.69593219539831</c:v>
                </c:pt>
                <c:pt idx="1407">
                  <c:v>212.11094759936543</c:v>
                </c:pt>
                <c:pt idx="1408">
                  <c:v>210.36426742027908</c:v>
                </c:pt>
                <c:pt idx="1409">
                  <c:v>208.95770422511691</c:v>
                </c:pt>
                <c:pt idx="1410">
                  <c:v>207.39354144679328</c:v>
                </c:pt>
                <c:pt idx="1411">
                  <c:v>201.50513523061167</c:v>
                </c:pt>
                <c:pt idx="1412">
                  <c:v>200.8688996798422</c:v>
                </c:pt>
                <c:pt idx="1413">
                  <c:v>202.78499827922997</c:v>
                </c:pt>
                <c:pt idx="1414">
                  <c:v>205.79207628728696</c:v>
                </c:pt>
                <c:pt idx="1415">
                  <c:v>206.14311899882586</c:v>
                </c:pt>
                <c:pt idx="1416">
                  <c:v>209.97303161683965</c:v>
                </c:pt>
                <c:pt idx="1417">
                  <c:v>210.55836795764478</c:v>
                </c:pt>
                <c:pt idx="1418">
                  <c:v>212.01661447714238</c:v>
                </c:pt>
                <c:pt idx="1419">
                  <c:v>208.71489158770697</c:v>
                </c:pt>
              </c:numCache>
            </c:numRef>
          </c:val>
          <c:smooth val="0"/>
          <c:extLst>
            <c:ext xmlns:c16="http://schemas.microsoft.com/office/drawing/2014/chart" uri="{C3380CC4-5D6E-409C-BE32-E72D297353CC}">
              <c16:uniqueId val="{00000000-C9F5-7A4A-B402-9C2ABB2F5BCB}"/>
            </c:ext>
          </c:extLst>
        </c:ser>
        <c:ser>
          <c:idx val="1"/>
          <c:order val="1"/>
          <c:tx>
            <c:strRef>
              <c:f>FX!$CA$2</c:f>
              <c:strCache>
                <c:ptCount val="1"/>
                <c:pt idx="0">
                  <c:v>NIFTY Bank</c:v>
                </c:pt>
              </c:strCache>
            </c:strRef>
          </c:tx>
          <c:spPr>
            <a:ln w="12700" cap="rnd">
              <a:solidFill>
                <a:schemeClr val="dk1">
                  <a:tint val="55000"/>
                </a:schemeClr>
              </a:solidFill>
              <a:round/>
            </a:ln>
            <a:effectLst/>
          </c:spPr>
          <c:marker>
            <c:symbol val="none"/>
          </c:marker>
          <c:cat>
            <c:numRef>
              <c:f>FX!$BY$3:$BY$1422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FX!$CA$3:$CA$1422</c:f>
              <c:numCache>
                <c:formatCode>_(* #,##0.00_);_(* \(#,##0.00\);_(* "-"??_);_(@_)</c:formatCode>
                <c:ptCount val="1420"/>
                <c:pt idx="0">
                  <c:v>100</c:v>
                </c:pt>
                <c:pt idx="1">
                  <c:v>99.731541519579508</c:v>
                </c:pt>
                <c:pt idx="2">
                  <c:v>97.883285405263095</c:v>
                </c:pt>
                <c:pt idx="3">
                  <c:v>99.439750782535029</c:v>
                </c:pt>
                <c:pt idx="4">
                  <c:v>100.39232229865405</c:v>
                </c:pt>
                <c:pt idx="5">
                  <c:v>100.36543384555193</c:v>
                </c:pt>
                <c:pt idx="6">
                  <c:v>100.53226719685095</c:v>
                </c:pt>
                <c:pt idx="7">
                  <c:v>99.734381262780616</c:v>
                </c:pt>
                <c:pt idx="8">
                  <c:v>99.520315112966358</c:v>
                </c:pt>
                <c:pt idx="9">
                  <c:v>98.285378470710825</c:v>
                </c:pt>
                <c:pt idx="10">
                  <c:v>98.5502907835033</c:v>
                </c:pt>
                <c:pt idx="11">
                  <c:v>98.633115766111899</c:v>
                </c:pt>
                <c:pt idx="12">
                  <c:v>98.577687808882885</c:v>
                </c:pt>
                <c:pt idx="13">
                  <c:v>98.595420890533944</c:v>
                </c:pt>
                <c:pt idx="14">
                  <c:v>98.871564340638358</c:v>
                </c:pt>
                <c:pt idx="15">
                  <c:v>98.363058569947384</c:v>
                </c:pt>
                <c:pt idx="16">
                  <c:v>97.770709860343132</c:v>
                </c:pt>
                <c:pt idx="17">
                  <c:v>97.719841096725958</c:v>
                </c:pt>
                <c:pt idx="18">
                  <c:v>97.419910050940643</c:v>
                </c:pt>
                <c:pt idx="19">
                  <c:v>95.720632303250042</c:v>
                </c:pt>
                <c:pt idx="20">
                  <c:v>95.487801990485465</c:v>
                </c:pt>
                <c:pt idx="21">
                  <c:v>96.190399409548277</c:v>
                </c:pt>
                <c:pt idx="22">
                  <c:v>98.166002157081095</c:v>
                </c:pt>
                <c:pt idx="23">
                  <c:v>97.307857911836834</c:v>
                </c:pt>
                <c:pt idx="24">
                  <c:v>96.922485775173769</c:v>
                </c:pt>
                <c:pt idx="25">
                  <c:v>97.106749287054598</c:v>
                </c:pt>
                <c:pt idx="26">
                  <c:v>97.807164868422362</c:v>
                </c:pt>
                <c:pt idx="27">
                  <c:v>97.896082841073323</c:v>
                </c:pt>
                <c:pt idx="28">
                  <c:v>97.802423509404136</c:v>
                </c:pt>
                <c:pt idx="29">
                  <c:v>97.745393636952841</c:v>
                </c:pt>
                <c:pt idx="30">
                  <c:v>97.276998392711505</c:v>
                </c:pt>
                <c:pt idx="31">
                  <c:v>97.347635635375454</c:v>
                </c:pt>
                <c:pt idx="32">
                  <c:v>97.124264705546381</c:v>
                </c:pt>
                <c:pt idx="33">
                  <c:v>96.06909465067649</c:v>
                </c:pt>
                <c:pt idx="34">
                  <c:v>95.567133474263827</c:v>
                </c:pt>
                <c:pt idx="35">
                  <c:v>95.676847845679731</c:v>
                </c:pt>
                <c:pt idx="36">
                  <c:v>96.747585451231103</c:v>
                </c:pt>
                <c:pt idx="37">
                  <c:v>97.127380491099345</c:v>
                </c:pt>
                <c:pt idx="38">
                  <c:v>96.376994048787779</c:v>
                </c:pt>
                <c:pt idx="39">
                  <c:v>97.664640080877234</c:v>
                </c:pt>
                <c:pt idx="40">
                  <c:v>96.85028854456084</c:v>
                </c:pt>
                <c:pt idx="41">
                  <c:v>96.12903515582363</c:v>
                </c:pt>
                <c:pt idx="42">
                  <c:v>97.349034463790943</c:v>
                </c:pt>
                <c:pt idx="43">
                  <c:v>99.479327766866106</c:v>
                </c:pt>
                <c:pt idx="44">
                  <c:v>99.99209574352065</c:v>
                </c:pt>
                <c:pt idx="45">
                  <c:v>101.28844889483963</c:v>
                </c:pt>
                <c:pt idx="46">
                  <c:v>101.17114379687307</c:v>
                </c:pt>
                <c:pt idx="47">
                  <c:v>102.1658391227469</c:v>
                </c:pt>
                <c:pt idx="48">
                  <c:v>104.41055415886619</c:v>
                </c:pt>
                <c:pt idx="49">
                  <c:v>106.06170531410638</c:v>
                </c:pt>
                <c:pt idx="50">
                  <c:v>108.4471006678509</c:v>
                </c:pt>
                <c:pt idx="51">
                  <c:v>110.20177258598241</c:v>
                </c:pt>
                <c:pt idx="52">
                  <c:v>110.8805498629833</c:v>
                </c:pt>
                <c:pt idx="53">
                  <c:v>110.67522917533212</c:v>
                </c:pt>
                <c:pt idx="54">
                  <c:v>110.06770236017083</c:v>
                </c:pt>
                <c:pt idx="55">
                  <c:v>108.42619150311903</c:v>
                </c:pt>
                <c:pt idx="56">
                  <c:v>110.88197350465312</c:v>
                </c:pt>
                <c:pt idx="57">
                  <c:v>111.30183470926499</c:v>
                </c:pt>
                <c:pt idx="58">
                  <c:v>112.62298121962158</c:v>
                </c:pt>
                <c:pt idx="59">
                  <c:v>112.37345285806789</c:v>
                </c:pt>
                <c:pt idx="60">
                  <c:v>112.00302095850357</c:v>
                </c:pt>
                <c:pt idx="61">
                  <c:v>112.24785603123246</c:v>
                </c:pt>
                <c:pt idx="62">
                  <c:v>110.97025807725977</c:v>
                </c:pt>
                <c:pt idx="63">
                  <c:v>111.06987228243766</c:v>
                </c:pt>
                <c:pt idx="64">
                  <c:v>109.68204986515241</c:v>
                </c:pt>
                <c:pt idx="65">
                  <c:v>110.62833160638367</c:v>
                </c:pt>
                <c:pt idx="66">
                  <c:v>110.10837080937517</c:v>
                </c:pt>
                <c:pt idx="67">
                  <c:v>110.326817565735</c:v>
                </c:pt>
                <c:pt idx="68">
                  <c:v>111.08916203442523</c:v>
                </c:pt>
                <c:pt idx="69">
                  <c:v>112.10238571630175</c:v>
                </c:pt>
                <c:pt idx="70">
                  <c:v>111.22387755112408</c:v>
                </c:pt>
                <c:pt idx="71">
                  <c:v>108.74686610774528</c:v>
                </c:pt>
                <c:pt idx="72">
                  <c:v>107.97660735249463</c:v>
                </c:pt>
                <c:pt idx="73">
                  <c:v>109.12687421635439</c:v>
                </c:pt>
                <c:pt idx="74">
                  <c:v>107.97502710916746</c:v>
                </c:pt>
                <c:pt idx="75">
                  <c:v>109.30971152464986</c:v>
                </c:pt>
                <c:pt idx="76">
                  <c:v>108.88090313071693</c:v>
                </c:pt>
                <c:pt idx="77">
                  <c:v>109.13606113779673</c:v>
                </c:pt>
                <c:pt idx="78">
                  <c:v>109.09754637986866</c:v>
                </c:pt>
                <c:pt idx="79">
                  <c:v>106.42245224712744</c:v>
                </c:pt>
                <c:pt idx="80">
                  <c:v>105.61390767264042</c:v>
                </c:pt>
                <c:pt idx="81">
                  <c:v>106.10362683234183</c:v>
                </c:pt>
                <c:pt idx="82">
                  <c:v>104.21182991006044</c:v>
                </c:pt>
                <c:pt idx="83">
                  <c:v>104.5840599936419</c:v>
                </c:pt>
                <c:pt idx="84">
                  <c:v>104.93764383949465</c:v>
                </c:pt>
                <c:pt idx="85">
                  <c:v>112.99040800338742</c:v>
                </c:pt>
                <c:pt idx="86">
                  <c:v>111.04056607317762</c:v>
                </c:pt>
                <c:pt idx="87">
                  <c:v>111.78230137644833</c:v>
                </c:pt>
                <c:pt idx="88">
                  <c:v>111.49912849285455</c:v>
                </c:pt>
                <c:pt idx="89">
                  <c:v>114.54977376101353</c:v>
                </c:pt>
                <c:pt idx="90">
                  <c:v>116.14658679177894</c:v>
                </c:pt>
                <c:pt idx="91">
                  <c:v>115.95651567297348</c:v>
                </c:pt>
                <c:pt idx="92">
                  <c:v>114.40974993637845</c:v>
                </c:pt>
                <c:pt idx="93">
                  <c:v>115.44954329003595</c:v>
                </c:pt>
                <c:pt idx="94">
                  <c:v>114.8238212096674</c:v>
                </c:pt>
                <c:pt idx="95">
                  <c:v>116.46332536961322</c:v>
                </c:pt>
                <c:pt idx="96">
                  <c:v>116.46310604157166</c:v>
                </c:pt>
                <c:pt idx="97">
                  <c:v>113.71930792062598</c:v>
                </c:pt>
                <c:pt idx="98">
                  <c:v>114.51972429646908</c:v>
                </c:pt>
                <c:pt idx="99">
                  <c:v>114.14026558273463</c:v>
                </c:pt>
                <c:pt idx="100">
                  <c:v>115.05425528569333</c:v>
                </c:pt>
                <c:pt idx="101">
                  <c:v>113.97879409824814</c:v>
                </c:pt>
                <c:pt idx="102">
                  <c:v>114.09424218989041</c:v>
                </c:pt>
                <c:pt idx="103">
                  <c:v>112.42769697473389</c:v>
                </c:pt>
                <c:pt idx="104">
                  <c:v>110.74236190156726</c:v>
                </c:pt>
                <c:pt idx="105">
                  <c:v>111.08211382458916</c:v>
                </c:pt>
                <c:pt idx="106">
                  <c:v>111.33617200787948</c:v>
                </c:pt>
                <c:pt idx="107">
                  <c:v>113.04016056560685</c:v>
                </c:pt>
                <c:pt idx="108">
                  <c:v>112.52071723137519</c:v>
                </c:pt>
                <c:pt idx="109">
                  <c:v>113.64945699297598</c:v>
                </c:pt>
                <c:pt idx="110">
                  <c:v>114.84498634596765</c:v>
                </c:pt>
                <c:pt idx="111">
                  <c:v>115.40239592954909</c:v>
                </c:pt>
                <c:pt idx="112">
                  <c:v>115.30191932630416</c:v>
                </c:pt>
                <c:pt idx="113">
                  <c:v>116.20991505552753</c:v>
                </c:pt>
                <c:pt idx="114">
                  <c:v>115.83708114214406</c:v>
                </c:pt>
                <c:pt idx="115">
                  <c:v>116.39722425367371</c:v>
                </c:pt>
                <c:pt idx="116">
                  <c:v>116.72936598426442</c:v>
                </c:pt>
                <c:pt idx="117">
                  <c:v>116.74401656869584</c:v>
                </c:pt>
                <c:pt idx="118">
                  <c:v>113.8057264865847</c:v>
                </c:pt>
                <c:pt idx="119">
                  <c:v>113.62452829459946</c:v>
                </c:pt>
                <c:pt idx="120">
                  <c:v>113.78599770448554</c:v>
                </c:pt>
                <c:pt idx="121">
                  <c:v>114.77973460740489</c:v>
                </c:pt>
                <c:pt idx="122">
                  <c:v>113.98460018997412</c:v>
                </c:pt>
                <c:pt idx="123">
                  <c:v>113.40846428646159</c:v>
                </c:pt>
                <c:pt idx="124">
                  <c:v>113.9008082153545</c:v>
                </c:pt>
                <c:pt idx="125">
                  <c:v>114.11842600620467</c:v>
                </c:pt>
                <c:pt idx="126">
                  <c:v>112.86974471847054</c:v>
                </c:pt>
                <c:pt idx="127">
                  <c:v>110.50303556211318</c:v>
                </c:pt>
                <c:pt idx="128">
                  <c:v>107.85687454907983</c:v>
                </c:pt>
                <c:pt idx="129">
                  <c:v>107.17226121821372</c:v>
                </c:pt>
                <c:pt idx="130">
                  <c:v>107.5446506310016</c:v>
                </c:pt>
                <c:pt idx="131">
                  <c:v>108.4788348818352</c:v>
                </c:pt>
                <c:pt idx="132">
                  <c:v>108.61949328156962</c:v>
                </c:pt>
                <c:pt idx="133">
                  <c:v>106.98656134983679</c:v>
                </c:pt>
                <c:pt idx="134">
                  <c:v>107.13335987030095</c:v>
                </c:pt>
                <c:pt idx="135">
                  <c:v>104.93885160744288</c:v>
                </c:pt>
                <c:pt idx="136">
                  <c:v>103.82713823737399</c:v>
                </c:pt>
                <c:pt idx="137">
                  <c:v>100.3885126678861</c:v>
                </c:pt>
                <c:pt idx="138">
                  <c:v>101.22278201194588</c:v>
                </c:pt>
                <c:pt idx="139">
                  <c:v>99.738202313132831</c:v>
                </c:pt>
                <c:pt idx="140">
                  <c:v>101.35967120680132</c:v>
                </c:pt>
                <c:pt idx="141">
                  <c:v>103.000357491751</c:v>
                </c:pt>
                <c:pt idx="142">
                  <c:v>99.441124514531126</c:v>
                </c:pt>
                <c:pt idx="143">
                  <c:v>100.67947901682199</c:v>
                </c:pt>
                <c:pt idx="144">
                  <c:v>101.1192428557912</c:v>
                </c:pt>
                <c:pt idx="145">
                  <c:v>100.93147510166985</c:v>
                </c:pt>
                <c:pt idx="146">
                  <c:v>99.772976679795832</c:v>
                </c:pt>
                <c:pt idx="147">
                  <c:v>98.9685074675848</c:v>
                </c:pt>
                <c:pt idx="148">
                  <c:v>96.318321080190643</c:v>
                </c:pt>
                <c:pt idx="149">
                  <c:v>96.017947159588701</c:v>
                </c:pt>
                <c:pt idx="150">
                  <c:v>98.926137527125363</c:v>
                </c:pt>
                <c:pt idx="151">
                  <c:v>100.0451325370708</c:v>
                </c:pt>
                <c:pt idx="152">
                  <c:v>99.060577783076624</c:v>
                </c:pt>
                <c:pt idx="153">
                  <c:v>97.645261806501409</c:v>
                </c:pt>
                <c:pt idx="154">
                  <c:v>94.925958814820461</c:v>
                </c:pt>
                <c:pt idx="155">
                  <c:v>95.699720065276992</c:v>
                </c:pt>
                <c:pt idx="156">
                  <c:v>97.040773728609139</c:v>
                </c:pt>
                <c:pt idx="157">
                  <c:v>98.151786699953476</c:v>
                </c:pt>
                <c:pt idx="158">
                  <c:v>99.016447951647763</c:v>
                </c:pt>
                <c:pt idx="159">
                  <c:v>99.649211871077767</c:v>
                </c:pt>
                <c:pt idx="160">
                  <c:v>101.19008699795967</c:v>
                </c:pt>
                <c:pt idx="161">
                  <c:v>99.47421317915304</c:v>
                </c:pt>
                <c:pt idx="162">
                  <c:v>96.509473079115281</c:v>
                </c:pt>
                <c:pt idx="163">
                  <c:v>97.34091678559966</c:v>
                </c:pt>
                <c:pt idx="164">
                  <c:v>96.090315105037007</c:v>
                </c:pt>
                <c:pt idx="165">
                  <c:v>104.37221663534589</c:v>
                </c:pt>
                <c:pt idx="166">
                  <c:v>110.10299105603436</c:v>
                </c:pt>
                <c:pt idx="167">
                  <c:v>108.83567414681326</c:v>
                </c:pt>
                <c:pt idx="168">
                  <c:v>106.39522448477487</c:v>
                </c:pt>
                <c:pt idx="169">
                  <c:v>108.10248941441517</c:v>
                </c:pt>
                <c:pt idx="170">
                  <c:v>107.7457796935653</c:v>
                </c:pt>
                <c:pt idx="171">
                  <c:v>103.48797691552325</c:v>
                </c:pt>
                <c:pt idx="172">
                  <c:v>102.07066470917582</c:v>
                </c:pt>
                <c:pt idx="173">
                  <c:v>99.965151824015351</c:v>
                </c:pt>
                <c:pt idx="174">
                  <c:v>99.944771849943422</c:v>
                </c:pt>
                <c:pt idx="175">
                  <c:v>103.41165580539415</c:v>
                </c:pt>
                <c:pt idx="176">
                  <c:v>100.72274359911999</c:v>
                </c:pt>
                <c:pt idx="177">
                  <c:v>100.86203402066748</c:v>
                </c:pt>
                <c:pt idx="178">
                  <c:v>101.36360166421504</c:v>
                </c:pt>
                <c:pt idx="179">
                  <c:v>102.28627478235782</c:v>
                </c:pt>
                <c:pt idx="180">
                  <c:v>101.96055817726494</c:v>
                </c:pt>
                <c:pt idx="181">
                  <c:v>103.71100164368886</c:v>
                </c:pt>
                <c:pt idx="182">
                  <c:v>104.4856619982133</c:v>
                </c:pt>
                <c:pt idx="183">
                  <c:v>106.01420504448733</c:v>
                </c:pt>
                <c:pt idx="184">
                  <c:v>106.09318140167602</c:v>
                </c:pt>
                <c:pt idx="185">
                  <c:v>104.83144055366989</c:v>
                </c:pt>
                <c:pt idx="186">
                  <c:v>106.30210127522845</c:v>
                </c:pt>
                <c:pt idx="187">
                  <c:v>107.55962274151173</c:v>
                </c:pt>
                <c:pt idx="188">
                  <c:v>108.30989090811877</c:v>
                </c:pt>
                <c:pt idx="189">
                  <c:v>109.42668873483349</c:v>
                </c:pt>
                <c:pt idx="190">
                  <c:v>109.63315481484037</c:v>
                </c:pt>
                <c:pt idx="191">
                  <c:v>109.15200827345593</c:v>
                </c:pt>
                <c:pt idx="192">
                  <c:v>110.31464380523259</c:v>
                </c:pt>
                <c:pt idx="193">
                  <c:v>110.21006028762818</c:v>
                </c:pt>
                <c:pt idx="194">
                  <c:v>110.25306338975983</c:v>
                </c:pt>
                <c:pt idx="195">
                  <c:v>111.25977013884966</c:v>
                </c:pt>
                <c:pt idx="196">
                  <c:v>109.02980301572858</c:v>
                </c:pt>
                <c:pt idx="197">
                  <c:v>110.46564608145063</c:v>
                </c:pt>
                <c:pt idx="198">
                  <c:v>110.4049614013245</c:v>
                </c:pt>
                <c:pt idx="199">
                  <c:v>111.11853890081164</c:v>
                </c:pt>
                <c:pt idx="200">
                  <c:v>111.54533016874193</c:v>
                </c:pt>
                <c:pt idx="201">
                  <c:v>110.61734415942122</c:v>
                </c:pt>
                <c:pt idx="202">
                  <c:v>112.51709113873036</c:v>
                </c:pt>
                <c:pt idx="203">
                  <c:v>113.18447474061543</c:v>
                </c:pt>
                <c:pt idx="204">
                  <c:v>114.11066520085633</c:v>
                </c:pt>
                <c:pt idx="205">
                  <c:v>114.99488462975529</c:v>
                </c:pt>
                <c:pt idx="206">
                  <c:v>114.36179067833514</c:v>
                </c:pt>
                <c:pt idx="207">
                  <c:v>113.52294091708427</c:v>
                </c:pt>
                <c:pt idx="208">
                  <c:v>112.79492196437739</c:v>
                </c:pt>
                <c:pt idx="209">
                  <c:v>113.81556241540217</c:v>
                </c:pt>
                <c:pt idx="210">
                  <c:v>112.2707159270536</c:v>
                </c:pt>
                <c:pt idx="211">
                  <c:v>112.42461887664456</c:v>
                </c:pt>
                <c:pt idx="212">
                  <c:v>112.28338530168162</c:v>
                </c:pt>
                <c:pt idx="213">
                  <c:v>112.67573642817237</c:v>
                </c:pt>
                <c:pt idx="214">
                  <c:v>114.3398072470104</c:v>
                </c:pt>
                <c:pt idx="215">
                  <c:v>115.65083267600335</c:v>
                </c:pt>
                <c:pt idx="216">
                  <c:v>115.14247393333083</c:v>
                </c:pt>
                <c:pt idx="217">
                  <c:v>115.69532312556896</c:v>
                </c:pt>
                <c:pt idx="218">
                  <c:v>115.9189767930899</c:v>
                </c:pt>
                <c:pt idx="219">
                  <c:v>115.87625820678997</c:v>
                </c:pt>
                <c:pt idx="220">
                  <c:v>116.26802213381364</c:v>
                </c:pt>
                <c:pt idx="221">
                  <c:v>116.08393719134247</c:v>
                </c:pt>
                <c:pt idx="222">
                  <c:v>115.87323085239323</c:v>
                </c:pt>
                <c:pt idx="223">
                  <c:v>114.69538407174055</c:v>
                </c:pt>
                <c:pt idx="224">
                  <c:v>116.26122726459322</c:v>
                </c:pt>
                <c:pt idx="225">
                  <c:v>115.85448279058016</c:v>
                </c:pt>
                <c:pt idx="226">
                  <c:v>115.16250479654279</c:v>
                </c:pt>
                <c:pt idx="227">
                  <c:v>114.95213632487554</c:v>
                </c:pt>
                <c:pt idx="228">
                  <c:v>116.17547144843847</c:v>
                </c:pt>
                <c:pt idx="229">
                  <c:v>114.27041045575102</c:v>
                </c:pt>
                <c:pt idx="230">
                  <c:v>110.69241714394865</c:v>
                </c:pt>
                <c:pt idx="231">
                  <c:v>111.75639636925179</c:v>
                </c:pt>
                <c:pt idx="232">
                  <c:v>111.29052425333603</c:v>
                </c:pt>
                <c:pt idx="233">
                  <c:v>114.79016617144049</c:v>
                </c:pt>
                <c:pt idx="234">
                  <c:v>115.305539284948</c:v>
                </c:pt>
                <c:pt idx="235">
                  <c:v>116.08692739626491</c:v>
                </c:pt>
                <c:pt idx="236">
                  <c:v>115.52148985769638</c:v>
                </c:pt>
                <c:pt idx="237">
                  <c:v>114.71104793683517</c:v>
                </c:pt>
                <c:pt idx="238">
                  <c:v>114.76514990402234</c:v>
                </c:pt>
                <c:pt idx="239">
                  <c:v>113.59777910267758</c:v>
                </c:pt>
                <c:pt idx="240">
                  <c:v>111.76385459202758</c:v>
                </c:pt>
                <c:pt idx="241">
                  <c:v>111.06770440662252</c:v>
                </c:pt>
                <c:pt idx="242">
                  <c:v>110.14839269036314</c:v>
                </c:pt>
                <c:pt idx="243">
                  <c:v>111.17492422820486</c:v>
                </c:pt>
                <c:pt idx="244">
                  <c:v>112.02727350157541</c:v>
                </c:pt>
                <c:pt idx="245">
                  <c:v>110.34268112551364</c:v>
                </c:pt>
                <c:pt idx="246">
                  <c:v>110.17649583688771</c:v>
                </c:pt>
                <c:pt idx="247">
                  <c:v>110.80674938001245</c:v>
                </c:pt>
                <c:pt idx="248">
                  <c:v>109.53730889014146</c:v>
                </c:pt>
                <c:pt idx="249">
                  <c:v>110.15285993506458</c:v>
                </c:pt>
                <c:pt idx="250">
                  <c:v>106.53499496774842</c:v>
                </c:pt>
                <c:pt idx="251">
                  <c:v>107.15123691370179</c:v>
                </c:pt>
                <c:pt idx="252">
                  <c:v>110.20465608029332</c:v>
                </c:pt>
                <c:pt idx="253">
                  <c:v>111.13229515823332</c:v>
                </c:pt>
                <c:pt idx="254">
                  <c:v>112.2314706110828</c:v>
                </c:pt>
                <c:pt idx="255">
                  <c:v>111.27316354219583</c:v>
                </c:pt>
                <c:pt idx="256">
                  <c:v>112.26109475055084</c:v>
                </c:pt>
                <c:pt idx="257">
                  <c:v>112.90503880846839</c:v>
                </c:pt>
                <c:pt idx="258">
                  <c:v>111.63154276009473</c:v>
                </c:pt>
                <c:pt idx="259">
                  <c:v>110.34686047307441</c:v>
                </c:pt>
                <c:pt idx="260">
                  <c:v>109.79539099057735</c:v>
                </c:pt>
                <c:pt idx="261">
                  <c:v>109.34927113003337</c:v>
                </c:pt>
                <c:pt idx="262">
                  <c:v>110.33569547524564</c:v>
                </c:pt>
                <c:pt idx="263">
                  <c:v>110.41900211009262</c:v>
                </c:pt>
                <c:pt idx="264">
                  <c:v>108.28158972691141</c:v>
                </c:pt>
                <c:pt idx="265">
                  <c:v>108.18995731946363</c:v>
                </c:pt>
                <c:pt idx="266">
                  <c:v>107.9396233285167</c:v>
                </c:pt>
                <c:pt idx="267">
                  <c:v>107.68724733576316</c:v>
                </c:pt>
                <c:pt idx="268">
                  <c:v>103.14694634681801</c:v>
                </c:pt>
                <c:pt idx="269">
                  <c:v>102.08599493051285</c:v>
                </c:pt>
                <c:pt idx="270">
                  <c:v>102.28390003612567</c:v>
                </c:pt>
                <c:pt idx="271">
                  <c:v>100.45206156444102</c:v>
                </c:pt>
                <c:pt idx="272">
                  <c:v>91.412690826346434</c:v>
                </c:pt>
                <c:pt idx="273">
                  <c:v>91.674554128255437</c:v>
                </c:pt>
                <c:pt idx="274">
                  <c:v>82.565503439001091</c:v>
                </c:pt>
                <c:pt idx="275">
                  <c:v>86.799555802054741</c:v>
                </c:pt>
                <c:pt idx="276">
                  <c:v>79.45862110765772</c:v>
                </c:pt>
                <c:pt idx="277">
                  <c:v>76.453295211685798</c:v>
                </c:pt>
                <c:pt idx="278">
                  <c:v>70.882636711223995</c:v>
                </c:pt>
                <c:pt idx="279">
                  <c:v>68.355772429816298</c:v>
                </c:pt>
                <c:pt idx="280">
                  <c:v>69.15255019892129</c:v>
                </c:pt>
                <c:pt idx="281">
                  <c:v>56.955935925356997</c:v>
                </c:pt>
                <c:pt idx="282">
                  <c:v>57.389648172698543</c:v>
                </c:pt>
                <c:pt idx="283">
                  <c:v>66.596947064147031</c:v>
                </c:pt>
                <c:pt idx="284">
                  <c:v>68.16117825845582</c:v>
                </c:pt>
                <c:pt idx="285">
                  <c:v>63.684021515314143</c:v>
                </c:pt>
                <c:pt idx="286">
                  <c:v>64.874928378625071</c:v>
                </c:pt>
                <c:pt idx="287">
                  <c:v>61.70424833419132</c:v>
                </c:pt>
                <c:pt idx="288">
                  <c:v>58.113739665489724</c:v>
                </c:pt>
                <c:pt idx="289">
                  <c:v>64.208786458886038</c:v>
                </c:pt>
                <c:pt idx="290">
                  <c:v>66.53699384786637</c:v>
                </c:pt>
                <c:pt idx="291">
                  <c:v>65.196804847712642</c:v>
                </c:pt>
                <c:pt idx="292">
                  <c:v>64.581744296243201</c:v>
                </c:pt>
                <c:pt idx="293">
                  <c:v>69.024270486542733</c:v>
                </c:pt>
                <c:pt idx="294">
                  <c:v>68.414668722022313</c:v>
                </c:pt>
                <c:pt idx="295">
                  <c:v>64.688055245001493</c:v>
                </c:pt>
                <c:pt idx="296">
                  <c:v>65.528877124190657</c:v>
                </c:pt>
                <c:pt idx="297">
                  <c:v>65.479173085923065</c:v>
                </c:pt>
                <c:pt idx="298">
                  <c:v>69.14642203380788</c:v>
                </c:pt>
                <c:pt idx="299">
                  <c:v>71.177356030848799</c:v>
                </c:pt>
                <c:pt idx="300">
                  <c:v>73.239054468548915</c:v>
                </c:pt>
                <c:pt idx="301">
                  <c:v>65.147481359120547</c:v>
                </c:pt>
                <c:pt idx="302">
                  <c:v>65.891352739409015</c:v>
                </c:pt>
                <c:pt idx="303">
                  <c:v>65.534903550869544</c:v>
                </c:pt>
                <c:pt idx="304">
                  <c:v>63.966453829941265</c:v>
                </c:pt>
                <c:pt idx="305">
                  <c:v>63.577678995514525</c:v>
                </c:pt>
                <c:pt idx="306">
                  <c:v>66.536394964060506</c:v>
                </c:pt>
                <c:pt idx="307">
                  <c:v>64.569346763774391</c:v>
                </c:pt>
                <c:pt idx="308">
                  <c:v>63.674315720688966</c:v>
                </c:pt>
                <c:pt idx="309">
                  <c:v>59.121584205784011</c:v>
                </c:pt>
                <c:pt idx="310">
                  <c:v>59.039561091968302</c:v>
                </c:pt>
                <c:pt idx="311">
                  <c:v>60.228695777050262</c:v>
                </c:pt>
                <c:pt idx="312">
                  <c:v>59.789085905917922</c:v>
                </c:pt>
                <c:pt idx="313">
                  <c:v>58.244794334778632</c:v>
                </c:pt>
                <c:pt idx="314">
                  <c:v>63.186738910675949</c:v>
                </c:pt>
                <c:pt idx="315">
                  <c:v>64.650044116936371</c:v>
                </c:pt>
                <c:pt idx="316">
                  <c:v>65.17727847760392</c:v>
                </c:pt>
                <c:pt idx="317">
                  <c:v>69.387334439044665</c:v>
                </c:pt>
                <c:pt idx="318">
                  <c:v>71.019992410141526</c:v>
                </c:pt>
                <c:pt idx="319">
                  <c:v>68.967969744315383</c:v>
                </c:pt>
                <c:pt idx="320">
                  <c:v>71.205332001571577</c:v>
                </c:pt>
                <c:pt idx="321">
                  <c:v>71.567040614765048</c:v>
                </c:pt>
                <c:pt idx="322">
                  <c:v>70.132533046184861</c:v>
                </c:pt>
                <c:pt idx="323">
                  <c:v>71.425187964590975</c:v>
                </c:pt>
                <c:pt idx="324">
                  <c:v>69.183843537231013</c:v>
                </c:pt>
                <c:pt idx="325">
                  <c:v>69.453008417024762</c:v>
                </c:pt>
                <c:pt idx="326">
                  <c:v>66.842445137517274</c:v>
                </c:pt>
                <c:pt idx="327">
                  <c:v>68.368463606160546</c:v>
                </c:pt>
                <c:pt idx="328">
                  <c:v>67.72521911037046</c:v>
                </c:pt>
                <c:pt idx="329">
                  <c:v>70.303044265210204</c:v>
                </c:pt>
                <c:pt idx="330">
                  <c:v>71.524220974243292</c:v>
                </c:pt>
                <c:pt idx="331">
                  <c:v>72.765280057091047</c:v>
                </c:pt>
                <c:pt idx="332">
                  <c:v>74.630807221328496</c:v>
                </c:pt>
                <c:pt idx="333">
                  <c:v>72.301284111799561</c:v>
                </c:pt>
                <c:pt idx="334">
                  <c:v>72.639852214573068</c:v>
                </c:pt>
                <c:pt idx="335">
                  <c:v>73.083806273311126</c:v>
                </c:pt>
                <c:pt idx="336">
                  <c:v>72.206678448582537</c:v>
                </c:pt>
                <c:pt idx="337">
                  <c:v>72.283616411392941</c:v>
                </c:pt>
                <c:pt idx="338">
                  <c:v>74.284908416002992</c:v>
                </c:pt>
                <c:pt idx="339">
                  <c:v>74.294475312275907</c:v>
                </c:pt>
                <c:pt idx="340">
                  <c:v>73.953345859099272</c:v>
                </c:pt>
                <c:pt idx="341">
                  <c:v>75.126147565432248</c:v>
                </c:pt>
                <c:pt idx="342">
                  <c:v>77.219237678912009</c:v>
                </c:pt>
                <c:pt idx="343">
                  <c:v>76.900734656624408</c:v>
                </c:pt>
                <c:pt idx="344">
                  <c:v>78.023814890505861</c:v>
                </c:pt>
                <c:pt idx="345">
                  <c:v>76.00382790822097</c:v>
                </c:pt>
                <c:pt idx="346">
                  <c:v>75.084096522915701</c:v>
                </c:pt>
                <c:pt idx="347">
                  <c:v>73.328129350748128</c:v>
                </c:pt>
                <c:pt idx="348">
                  <c:v>74.722729807335753</c:v>
                </c:pt>
                <c:pt idx="349">
                  <c:v>76.067080871281661</c:v>
                </c:pt>
                <c:pt idx="350">
                  <c:v>77.84160658705342</c:v>
                </c:pt>
                <c:pt idx="351">
                  <c:v>78.272249729447296</c:v>
                </c:pt>
                <c:pt idx="352">
                  <c:v>78.886877301444812</c:v>
                </c:pt>
                <c:pt idx="353">
                  <c:v>77.3289122321398</c:v>
                </c:pt>
                <c:pt idx="354">
                  <c:v>74.658629719686388</c:v>
                </c:pt>
                <c:pt idx="355">
                  <c:v>75.551321954040816</c:v>
                </c:pt>
                <c:pt idx="356">
                  <c:v>75.432458807211262</c:v>
                </c:pt>
                <c:pt idx="357">
                  <c:v>73.890449801590108</c:v>
                </c:pt>
                <c:pt idx="358">
                  <c:v>73.935426838305588</c:v>
                </c:pt>
                <c:pt idx="359">
                  <c:v>71.79652539768523</c:v>
                </c:pt>
                <c:pt idx="360">
                  <c:v>73.114329263593334</c:v>
                </c:pt>
                <c:pt idx="361">
                  <c:v>73.357146824748412</c:v>
                </c:pt>
                <c:pt idx="362">
                  <c:v>73.85830597887032</c:v>
                </c:pt>
                <c:pt idx="363">
                  <c:v>74.142884569015834</c:v>
                </c:pt>
                <c:pt idx="364">
                  <c:v>74.718683692567041</c:v>
                </c:pt>
                <c:pt idx="365">
                  <c:v>75.869072210984726</c:v>
                </c:pt>
                <c:pt idx="366">
                  <c:v>76.00986555982044</c:v>
                </c:pt>
                <c:pt idx="367">
                  <c:v>75.770495036779806</c:v>
                </c:pt>
                <c:pt idx="368">
                  <c:v>74.06998062493011</c:v>
                </c:pt>
                <c:pt idx="369">
                  <c:v>74.069668218401645</c:v>
                </c:pt>
                <c:pt idx="370">
                  <c:v>75.700732823227384</c:v>
                </c:pt>
                <c:pt idx="371">
                  <c:v>76.1536252019865</c:v>
                </c:pt>
                <c:pt idx="372">
                  <c:v>74.92886575322278</c:v>
                </c:pt>
                <c:pt idx="373">
                  <c:v>76.083743460533213</c:v>
                </c:pt>
                <c:pt idx="374">
                  <c:v>77.952852993463807</c:v>
                </c:pt>
                <c:pt idx="375">
                  <c:v>79.296458361855031</c:v>
                </c:pt>
                <c:pt idx="376">
                  <c:v>80.446779700733344</c:v>
                </c:pt>
                <c:pt idx="377">
                  <c:v>81.116714154942471</c:v>
                </c:pt>
                <c:pt idx="378">
                  <c:v>85.40941446259211</c:v>
                </c:pt>
                <c:pt idx="379">
                  <c:v>82.457238702797071</c:v>
                </c:pt>
                <c:pt idx="380">
                  <c:v>83.536654749152376</c:v>
                </c:pt>
                <c:pt idx="381">
                  <c:v>83.535624837491397</c:v>
                </c:pt>
                <c:pt idx="382">
                  <c:v>81.947621907538391</c:v>
                </c:pt>
                <c:pt idx="383">
                  <c:v>80.138953821273759</c:v>
                </c:pt>
                <c:pt idx="384">
                  <c:v>79.907537638868277</c:v>
                </c:pt>
                <c:pt idx="385">
                  <c:v>79.131937912231777</c:v>
                </c:pt>
                <c:pt idx="386">
                  <c:v>77.212775606520381</c:v>
                </c:pt>
                <c:pt idx="387">
                  <c:v>78.241987542250627</c:v>
                </c:pt>
                <c:pt idx="388">
                  <c:v>78.162422499764475</c:v>
                </c:pt>
                <c:pt idx="389">
                  <c:v>76.940690748170567</c:v>
                </c:pt>
                <c:pt idx="390">
                  <c:v>78.173082982660162</c:v>
                </c:pt>
                <c:pt idx="391">
                  <c:v>78.198987740364359</c:v>
                </c:pt>
                <c:pt idx="392">
                  <c:v>77.367002802093296</c:v>
                </c:pt>
                <c:pt idx="393">
                  <c:v>76.786227867379509</c:v>
                </c:pt>
                <c:pt idx="394">
                  <c:v>74.451364962789413</c:v>
                </c:pt>
                <c:pt idx="395">
                  <c:v>73.478874332987374</c:v>
                </c:pt>
                <c:pt idx="396">
                  <c:v>73.483641956875857</c:v>
                </c:pt>
                <c:pt idx="397">
                  <c:v>70.694264277145891</c:v>
                </c:pt>
                <c:pt idx="398">
                  <c:v>72.701941505711176</c:v>
                </c:pt>
                <c:pt idx="399">
                  <c:v>75.228632684981378</c:v>
                </c:pt>
                <c:pt idx="400">
                  <c:v>74.0652905988036</c:v>
                </c:pt>
                <c:pt idx="401">
                  <c:v>74.259959329633048</c:v>
                </c:pt>
                <c:pt idx="402">
                  <c:v>77.444177532161575</c:v>
                </c:pt>
                <c:pt idx="403">
                  <c:v>78.006021933011098</c:v>
                </c:pt>
                <c:pt idx="404">
                  <c:v>79.575936543046609</c:v>
                </c:pt>
                <c:pt idx="405">
                  <c:v>79.97162962550982</c:v>
                </c:pt>
                <c:pt idx="406">
                  <c:v>80.833298243377058</c:v>
                </c:pt>
                <c:pt idx="407">
                  <c:v>83.213204105295603</c:v>
                </c:pt>
                <c:pt idx="408">
                  <c:v>82.745612254392768</c:v>
                </c:pt>
                <c:pt idx="409">
                  <c:v>81.787372588594025</c:v>
                </c:pt>
                <c:pt idx="410">
                  <c:v>83.031990974409538</c:v>
                </c:pt>
                <c:pt idx="411">
                  <c:v>80.447939373764839</c:v>
                </c:pt>
                <c:pt idx="412">
                  <c:v>81.925839608626234</c:v>
                </c:pt>
                <c:pt idx="413">
                  <c:v>84.43806366116047</c:v>
                </c:pt>
                <c:pt idx="414">
                  <c:v>84.693127072307803</c:v>
                </c:pt>
                <c:pt idx="415">
                  <c:v>84.92065169851675</c:v>
                </c:pt>
                <c:pt idx="416">
                  <c:v>84.989993881293742</c:v>
                </c:pt>
                <c:pt idx="417">
                  <c:v>83.415391289187411</c:v>
                </c:pt>
                <c:pt idx="418">
                  <c:v>85.801968907016843</c:v>
                </c:pt>
                <c:pt idx="419">
                  <c:v>83.923264156159206</c:v>
                </c:pt>
                <c:pt idx="420">
                  <c:v>83.201859590844549</c:v>
                </c:pt>
                <c:pt idx="421">
                  <c:v>82.541894649461085</c:v>
                </c:pt>
                <c:pt idx="422">
                  <c:v>85.562911352891092</c:v>
                </c:pt>
                <c:pt idx="423">
                  <c:v>88.27462315387416</c:v>
                </c:pt>
                <c:pt idx="424">
                  <c:v>88.146452907471513</c:v>
                </c:pt>
                <c:pt idx="425">
                  <c:v>90.512124327773577</c:v>
                </c:pt>
                <c:pt idx="426">
                  <c:v>92.449995088669283</c:v>
                </c:pt>
                <c:pt idx="427">
                  <c:v>95.150151720085887</c:v>
                </c:pt>
                <c:pt idx="428">
                  <c:v>98.473621912366667</c:v>
                </c:pt>
                <c:pt idx="429">
                  <c:v>99.241137639679337</c:v>
                </c:pt>
                <c:pt idx="430">
                  <c:v>97.035551044174156</c:v>
                </c:pt>
                <c:pt idx="431">
                  <c:v>97.387354388944004</c:v>
                </c:pt>
                <c:pt idx="432">
                  <c:v>97.827322974800595</c:v>
                </c:pt>
                <c:pt idx="433">
                  <c:v>102.20285249208258</c:v>
                </c:pt>
                <c:pt idx="434">
                  <c:v>99.437332818535552</c:v>
                </c:pt>
                <c:pt idx="435">
                  <c:v>100.71263218158485</c:v>
                </c:pt>
                <c:pt idx="436">
                  <c:v>100.00844328759521</c:v>
                </c:pt>
                <c:pt idx="437">
                  <c:v>102.69498992630433</c:v>
                </c:pt>
                <c:pt idx="438">
                  <c:v>100.82580434491193</c:v>
                </c:pt>
                <c:pt idx="439">
                  <c:v>102.04605060696049</c:v>
                </c:pt>
                <c:pt idx="440">
                  <c:v>102.25083510770901</c:v>
                </c:pt>
                <c:pt idx="441">
                  <c:v>103.62731951307148</c:v>
                </c:pt>
                <c:pt idx="442">
                  <c:v>102.19754366588637</c:v>
                </c:pt>
                <c:pt idx="443">
                  <c:v>104.11247260315854</c:v>
                </c:pt>
                <c:pt idx="444">
                  <c:v>104.62917602865951</c:v>
                </c:pt>
                <c:pt idx="445">
                  <c:v>104.80986943329903</c:v>
                </c:pt>
                <c:pt idx="446">
                  <c:v>106.60987377734223</c:v>
                </c:pt>
                <c:pt idx="447">
                  <c:v>105.80358594099471</c:v>
                </c:pt>
                <c:pt idx="448">
                  <c:v>106.24230825125211</c:v>
                </c:pt>
                <c:pt idx="449">
                  <c:v>106.80412700148736</c:v>
                </c:pt>
                <c:pt idx="450">
                  <c:v>106.66927025811113</c:v>
                </c:pt>
                <c:pt idx="451">
                  <c:v>107.31325667866355</c:v>
                </c:pt>
                <c:pt idx="452">
                  <c:v>106.73490289410064</c:v>
                </c:pt>
                <c:pt idx="453">
                  <c:v>102.17467073359735</c:v>
                </c:pt>
                <c:pt idx="454">
                  <c:v>102.43149580782134</c:v>
                </c:pt>
                <c:pt idx="455">
                  <c:v>103.42583006023659</c:v>
                </c:pt>
                <c:pt idx="456">
                  <c:v>105.22173825037143</c:v>
                </c:pt>
                <c:pt idx="457">
                  <c:v>106.87868765493312</c:v>
                </c:pt>
                <c:pt idx="458">
                  <c:v>108.40688819714556</c:v>
                </c:pt>
                <c:pt idx="459">
                  <c:v>108.33957192368607</c:v>
                </c:pt>
                <c:pt idx="460">
                  <c:v>108.20459327767476</c:v>
                </c:pt>
                <c:pt idx="461">
                  <c:v>108.07238342440215</c:v>
                </c:pt>
                <c:pt idx="462">
                  <c:v>109.21216897122967</c:v>
                </c:pt>
                <c:pt idx="463">
                  <c:v>110.84849897296166</c:v>
                </c:pt>
                <c:pt idx="464">
                  <c:v>111.06666012937519</c:v>
                </c:pt>
                <c:pt idx="465">
                  <c:v>111.628089817521</c:v>
                </c:pt>
                <c:pt idx="466">
                  <c:v>111.76806962019167</c:v>
                </c:pt>
                <c:pt idx="467">
                  <c:v>111.29387448274929</c:v>
                </c:pt>
                <c:pt idx="468">
                  <c:v>112.59724310268192</c:v>
                </c:pt>
                <c:pt idx="469">
                  <c:v>113.75558905182641</c:v>
                </c:pt>
                <c:pt idx="470">
                  <c:v>113.61350809625722</c:v>
                </c:pt>
                <c:pt idx="471">
                  <c:v>112.81162693919433</c:v>
                </c:pt>
                <c:pt idx="472">
                  <c:v>111.28965581958256</c:v>
                </c:pt>
                <c:pt idx="473">
                  <c:v>113.19265545839595</c:v>
                </c:pt>
                <c:pt idx="474">
                  <c:v>113.69332266025054</c:v>
                </c:pt>
                <c:pt idx="475">
                  <c:v>112.68047967369803</c:v>
                </c:pt>
                <c:pt idx="476">
                  <c:v>109.01447216347616</c:v>
                </c:pt>
                <c:pt idx="477">
                  <c:v>109.28544585891632</c:v>
                </c:pt>
                <c:pt idx="478">
                  <c:v>106.24764921873795</c:v>
                </c:pt>
                <c:pt idx="479">
                  <c:v>106.14219310906026</c:v>
                </c:pt>
                <c:pt idx="480">
                  <c:v>107.0358513104315</c:v>
                </c:pt>
                <c:pt idx="481">
                  <c:v>115.76665616559086</c:v>
                </c:pt>
                <c:pt idx="482">
                  <c:v>121.73956293439053</c:v>
                </c:pt>
                <c:pt idx="483">
                  <c:v>123.83461016005715</c:v>
                </c:pt>
                <c:pt idx="484">
                  <c:v>124.94812459372048</c:v>
                </c:pt>
                <c:pt idx="485">
                  <c:v>126.16445393655418</c:v>
                </c:pt>
                <c:pt idx="486">
                  <c:v>126.37475148558453</c:v>
                </c:pt>
                <c:pt idx="487">
                  <c:v>125.48969911418361</c:v>
                </c:pt>
                <c:pt idx="488">
                  <c:v>125.49915576788194</c:v>
                </c:pt>
                <c:pt idx="489">
                  <c:v>126.71227679489917</c:v>
                </c:pt>
                <c:pt idx="490">
                  <c:v>130.91398176570615</c:v>
                </c:pt>
                <c:pt idx="491">
                  <c:v>130.32400248877312</c:v>
                </c:pt>
                <c:pt idx="492">
                  <c:v>129.46255900967137</c:v>
                </c:pt>
                <c:pt idx="493">
                  <c:v>128.50847276308812</c:v>
                </c:pt>
                <c:pt idx="494">
                  <c:v>125.89032381407327</c:v>
                </c:pt>
                <c:pt idx="495">
                  <c:v>124.46442733907037</c:v>
                </c:pt>
                <c:pt idx="496">
                  <c:v>123.96198806371993</c:v>
                </c:pt>
                <c:pt idx="497">
                  <c:v>128.81527579401194</c:v>
                </c:pt>
                <c:pt idx="498">
                  <c:v>121.72878250344843</c:v>
                </c:pt>
                <c:pt idx="499">
                  <c:v>123.0231904287121</c:v>
                </c:pt>
                <c:pt idx="500">
                  <c:v>123.36026396227557</c:v>
                </c:pt>
                <c:pt idx="501">
                  <c:v>127.156330214127</c:v>
                </c:pt>
                <c:pt idx="502">
                  <c:v>125.78769798112391</c:v>
                </c:pt>
                <c:pt idx="503">
                  <c:v>123.69388024337388</c:v>
                </c:pt>
                <c:pt idx="504">
                  <c:v>123.44514954359397</c:v>
                </c:pt>
                <c:pt idx="505">
                  <c:v>125.3107138236572</c:v>
                </c:pt>
                <c:pt idx="506">
                  <c:v>125.81305484317217</c:v>
                </c:pt>
                <c:pt idx="507">
                  <c:v>124.76129134216002</c:v>
                </c:pt>
                <c:pt idx="508">
                  <c:v>123.61452408678967</c:v>
                </c:pt>
                <c:pt idx="509">
                  <c:v>122.67221462338728</c:v>
                </c:pt>
                <c:pt idx="510">
                  <c:v>120.49398790933921</c:v>
                </c:pt>
                <c:pt idx="511">
                  <c:v>120.3488403399919</c:v>
                </c:pt>
                <c:pt idx="512">
                  <c:v>118.60871966184287</c:v>
                </c:pt>
                <c:pt idx="513">
                  <c:v>120.80011124139261</c:v>
                </c:pt>
                <c:pt idx="514">
                  <c:v>117.06323522770263</c:v>
                </c:pt>
                <c:pt idx="515">
                  <c:v>116.12768409498419</c:v>
                </c:pt>
                <c:pt idx="516">
                  <c:v>117.55739954306668</c:v>
                </c:pt>
                <c:pt idx="517">
                  <c:v>118.48136393378306</c:v>
                </c:pt>
                <c:pt idx="518">
                  <c:v>115.74822411711902</c:v>
                </c:pt>
                <c:pt idx="519">
                  <c:v>117.6740546299815</c:v>
                </c:pt>
                <c:pt idx="520">
                  <c:v>113.68673142957455</c:v>
                </c:pt>
                <c:pt idx="521">
                  <c:v>113.25266683346787</c:v>
                </c:pt>
                <c:pt idx="522">
                  <c:v>112.61170946339476</c:v>
                </c:pt>
                <c:pt idx="523">
                  <c:v>110.68777132877551</c:v>
                </c:pt>
                <c:pt idx="524">
                  <c:v>105.09112119410219</c:v>
                </c:pt>
                <c:pt idx="525">
                  <c:v>109.13639321974108</c:v>
                </c:pt>
                <c:pt idx="526">
                  <c:v>109.56411067526875</c:v>
                </c:pt>
                <c:pt idx="527">
                  <c:v>106.46648686776741</c:v>
                </c:pt>
                <c:pt idx="528">
                  <c:v>106.36027393946804</c:v>
                </c:pt>
                <c:pt idx="529">
                  <c:v>108.34479984239174</c:v>
                </c:pt>
                <c:pt idx="530">
                  <c:v>108.17671379031614</c:v>
                </c:pt>
                <c:pt idx="531">
                  <c:v>115.78723055584472</c:v>
                </c:pt>
                <c:pt idx="532">
                  <c:v>116.30097905732981</c:v>
                </c:pt>
                <c:pt idx="533">
                  <c:v>113.13565367758945</c:v>
                </c:pt>
                <c:pt idx="534">
                  <c:v>111.80622639039009</c:v>
                </c:pt>
                <c:pt idx="535">
                  <c:v>113.22873612954231</c:v>
                </c:pt>
                <c:pt idx="536">
                  <c:v>113.42096050533593</c:v>
                </c:pt>
                <c:pt idx="537">
                  <c:v>113.98852491306886</c:v>
                </c:pt>
                <c:pt idx="538">
                  <c:v>115.33002427662504</c:v>
                </c:pt>
                <c:pt idx="539">
                  <c:v>114.33018052009368</c:v>
                </c:pt>
                <c:pt idx="540">
                  <c:v>112.88951633115556</c:v>
                </c:pt>
                <c:pt idx="541">
                  <c:v>112.00790628738874</c:v>
                </c:pt>
                <c:pt idx="542">
                  <c:v>116.70476425671697</c:v>
                </c:pt>
                <c:pt idx="543">
                  <c:v>118.65563044769286</c:v>
                </c:pt>
                <c:pt idx="544">
                  <c:v>117.93623441908629</c:v>
                </c:pt>
                <c:pt idx="545">
                  <c:v>116.46940391869087</c:v>
                </c:pt>
                <c:pt idx="546">
                  <c:v>121.0697332800322</c:v>
                </c:pt>
                <c:pt idx="547">
                  <c:v>122.46097540587935</c:v>
                </c:pt>
                <c:pt idx="548">
                  <c:v>121.62699800683762</c:v>
                </c:pt>
                <c:pt idx="549">
                  <c:v>121.70489655151916</c:v>
                </c:pt>
                <c:pt idx="550">
                  <c:v>123.30936094591723</c:v>
                </c:pt>
                <c:pt idx="551">
                  <c:v>124.66100596444572</c:v>
                </c:pt>
                <c:pt idx="552">
                  <c:v>124.05258937711349</c:v>
                </c:pt>
                <c:pt idx="553">
                  <c:v>123.43897598584233</c:v>
                </c:pt>
                <c:pt idx="554">
                  <c:v>124.5510551186038</c:v>
                </c:pt>
                <c:pt idx="555">
                  <c:v>123.45969250279147</c:v>
                </c:pt>
                <c:pt idx="556">
                  <c:v>124.36254492795884</c:v>
                </c:pt>
                <c:pt idx="557">
                  <c:v>123.04909748202219</c:v>
                </c:pt>
                <c:pt idx="558">
                  <c:v>122.95220393202653</c:v>
                </c:pt>
                <c:pt idx="559">
                  <c:v>122.67612556460223</c:v>
                </c:pt>
                <c:pt idx="560">
                  <c:v>121.99490288602136</c:v>
                </c:pt>
                <c:pt idx="561">
                  <c:v>122.885628174798</c:v>
                </c:pt>
                <c:pt idx="562">
                  <c:v>121.87812582783776</c:v>
                </c:pt>
                <c:pt idx="563">
                  <c:v>119.90247986324745</c:v>
                </c:pt>
                <c:pt idx="564">
                  <c:v>119.07101599586767</c:v>
                </c:pt>
                <c:pt idx="565">
                  <c:v>120.13746221845837</c:v>
                </c:pt>
                <c:pt idx="566">
                  <c:v>119.73824517019955</c:v>
                </c:pt>
                <c:pt idx="567">
                  <c:v>118.75850828626125</c:v>
                </c:pt>
                <c:pt idx="568">
                  <c:v>119.84908429206249</c:v>
                </c:pt>
                <c:pt idx="569">
                  <c:v>121.79310468228549</c:v>
                </c:pt>
                <c:pt idx="570">
                  <c:v>121.73694778879251</c:v>
                </c:pt>
                <c:pt idx="571">
                  <c:v>120.5089706660158</c:v>
                </c:pt>
                <c:pt idx="572">
                  <c:v>119.48440354666023</c:v>
                </c:pt>
                <c:pt idx="573">
                  <c:v>119.10334671073903</c:v>
                </c:pt>
                <c:pt idx="574">
                  <c:v>119.53568183214608</c:v>
                </c:pt>
                <c:pt idx="575">
                  <c:v>120.91647573459065</c:v>
                </c:pt>
                <c:pt idx="576">
                  <c:v>122.2848105121406</c:v>
                </c:pt>
                <c:pt idx="577">
                  <c:v>122.2626914379356</c:v>
                </c:pt>
                <c:pt idx="578">
                  <c:v>120.63738064472322</c:v>
                </c:pt>
                <c:pt idx="579">
                  <c:v>120.03166370099615</c:v>
                </c:pt>
                <c:pt idx="580">
                  <c:v>120.75518335318326</c:v>
                </c:pt>
                <c:pt idx="581">
                  <c:v>122.34616470598412</c:v>
                </c:pt>
                <c:pt idx="582">
                  <c:v>122.19334873074878</c:v>
                </c:pt>
                <c:pt idx="583">
                  <c:v>123.09950580457308</c:v>
                </c:pt>
                <c:pt idx="584">
                  <c:v>122.39355699287397</c:v>
                </c:pt>
                <c:pt idx="585">
                  <c:v>119.82279454503077</c:v>
                </c:pt>
                <c:pt idx="586">
                  <c:v>117.44659620464955</c:v>
                </c:pt>
                <c:pt idx="587">
                  <c:v>119.12261703321025</c:v>
                </c:pt>
                <c:pt idx="588">
                  <c:v>120.25503087566101</c:v>
                </c:pt>
                <c:pt idx="589">
                  <c:v>119.91340380738175</c:v>
                </c:pt>
                <c:pt idx="590">
                  <c:v>119.45811116856257</c:v>
                </c:pt>
                <c:pt idx="591">
                  <c:v>118.51964499927504</c:v>
                </c:pt>
                <c:pt idx="592">
                  <c:v>119.30883779304448</c:v>
                </c:pt>
                <c:pt idx="593">
                  <c:v>119.17790377308468</c:v>
                </c:pt>
                <c:pt idx="594">
                  <c:v>121.06130495475377</c:v>
                </c:pt>
                <c:pt idx="595">
                  <c:v>124.12758460431762</c:v>
                </c:pt>
                <c:pt idx="596">
                  <c:v>123.27024292795805</c:v>
                </c:pt>
                <c:pt idx="597">
                  <c:v>123.30804304256722</c:v>
                </c:pt>
                <c:pt idx="598">
                  <c:v>124.00220063834749</c:v>
                </c:pt>
                <c:pt idx="599">
                  <c:v>123.75416988488725</c:v>
                </c:pt>
                <c:pt idx="600">
                  <c:v>122.90264926225542</c:v>
                </c:pt>
                <c:pt idx="601">
                  <c:v>123.59356413264975</c:v>
                </c:pt>
                <c:pt idx="602">
                  <c:v>124.36651312619566</c:v>
                </c:pt>
                <c:pt idx="603">
                  <c:v>124.10914511965157</c:v>
                </c:pt>
                <c:pt idx="604">
                  <c:v>123.32844497421621</c:v>
                </c:pt>
                <c:pt idx="605">
                  <c:v>122.24721042793924</c:v>
                </c:pt>
                <c:pt idx="606">
                  <c:v>120.25108196170875</c:v>
                </c:pt>
                <c:pt idx="607">
                  <c:v>120.80692555468715</c:v>
                </c:pt>
                <c:pt idx="608">
                  <c:v>123.05797567223257</c:v>
                </c:pt>
                <c:pt idx="609">
                  <c:v>122.35808424359436</c:v>
                </c:pt>
                <c:pt idx="610">
                  <c:v>126.33368626223287</c:v>
                </c:pt>
                <c:pt idx="611">
                  <c:v>128.06556174734399</c:v>
                </c:pt>
                <c:pt idx="612">
                  <c:v>128.9654518168482</c:v>
                </c:pt>
                <c:pt idx="613">
                  <c:v>128.71982034456911</c:v>
                </c:pt>
                <c:pt idx="614">
                  <c:v>128.12876414327607</c:v>
                </c:pt>
                <c:pt idx="615">
                  <c:v>127.13409971819816</c:v>
                </c:pt>
                <c:pt idx="616">
                  <c:v>127.53314305681833</c:v>
                </c:pt>
                <c:pt idx="617">
                  <c:v>127.17470124567257</c:v>
                </c:pt>
                <c:pt idx="618">
                  <c:v>126.44181175284385</c:v>
                </c:pt>
                <c:pt idx="619">
                  <c:v>127.0475633626248</c:v>
                </c:pt>
                <c:pt idx="620">
                  <c:v>127.7911709664406</c:v>
                </c:pt>
                <c:pt idx="621">
                  <c:v>131.04907687746382</c:v>
                </c:pt>
                <c:pt idx="622">
                  <c:v>131.43757113347073</c:v>
                </c:pt>
                <c:pt idx="623">
                  <c:v>127.88345802357257</c:v>
                </c:pt>
                <c:pt idx="624">
                  <c:v>130.88195758681485</c:v>
                </c:pt>
                <c:pt idx="625">
                  <c:v>131.14294191771094</c:v>
                </c:pt>
                <c:pt idx="626">
                  <c:v>132.39099152180265</c:v>
                </c:pt>
                <c:pt idx="627">
                  <c:v>131.39601761021623</c:v>
                </c:pt>
                <c:pt idx="628">
                  <c:v>130.02965017020611</c:v>
                </c:pt>
                <c:pt idx="629">
                  <c:v>128.75712527345709</c:v>
                </c:pt>
                <c:pt idx="630">
                  <c:v>128.05571630209019</c:v>
                </c:pt>
                <c:pt idx="631">
                  <c:v>129.31009322285513</c:v>
                </c:pt>
                <c:pt idx="632">
                  <c:v>129.36381346647835</c:v>
                </c:pt>
                <c:pt idx="633">
                  <c:v>128.44185862331605</c:v>
                </c:pt>
                <c:pt idx="634">
                  <c:v>128.83518156884114</c:v>
                </c:pt>
                <c:pt idx="635">
                  <c:v>128.68127156223858</c:v>
                </c:pt>
                <c:pt idx="636">
                  <c:v>130.44771052342611</c:v>
                </c:pt>
                <c:pt idx="637">
                  <c:v>130.61658567431456</c:v>
                </c:pt>
                <c:pt idx="638">
                  <c:v>130.80396082153706</c:v>
                </c:pt>
                <c:pt idx="639">
                  <c:v>133.4631911994729</c:v>
                </c:pt>
                <c:pt idx="640">
                  <c:v>134.55915901355957</c:v>
                </c:pt>
                <c:pt idx="641">
                  <c:v>134.06988133934533</c:v>
                </c:pt>
                <c:pt idx="642">
                  <c:v>134.51692230502243</c:v>
                </c:pt>
                <c:pt idx="643">
                  <c:v>136.7831750078625</c:v>
                </c:pt>
                <c:pt idx="644">
                  <c:v>137.74889195870503</c:v>
                </c:pt>
                <c:pt idx="645">
                  <c:v>140.24868594199913</c:v>
                </c:pt>
                <c:pt idx="646">
                  <c:v>134.89724687101949</c:v>
                </c:pt>
                <c:pt idx="647">
                  <c:v>133.61809407786563</c:v>
                </c:pt>
                <c:pt idx="648">
                  <c:v>135.57108046004103</c:v>
                </c:pt>
                <c:pt idx="649">
                  <c:v>136.47308920565899</c:v>
                </c:pt>
                <c:pt idx="650">
                  <c:v>134.98904858007944</c:v>
                </c:pt>
                <c:pt idx="651">
                  <c:v>135.5771111349153</c:v>
                </c:pt>
                <c:pt idx="652">
                  <c:v>135.94760770554115</c:v>
                </c:pt>
                <c:pt idx="653">
                  <c:v>136.05988621425146</c:v>
                </c:pt>
                <c:pt idx="654">
                  <c:v>134.41684234926265</c:v>
                </c:pt>
                <c:pt idx="655">
                  <c:v>132.27081823863145</c:v>
                </c:pt>
                <c:pt idx="656">
                  <c:v>132.87449138341447</c:v>
                </c:pt>
                <c:pt idx="657">
                  <c:v>130.66634369586319</c:v>
                </c:pt>
                <c:pt idx="658">
                  <c:v>130.82924805962591</c:v>
                </c:pt>
                <c:pt idx="659">
                  <c:v>127.51698060602841</c:v>
                </c:pt>
                <c:pt idx="660">
                  <c:v>127.80439705866007</c:v>
                </c:pt>
                <c:pt idx="661">
                  <c:v>128.55328826778003</c:v>
                </c:pt>
                <c:pt idx="662">
                  <c:v>128.28822958749569</c:v>
                </c:pt>
                <c:pt idx="663">
                  <c:v>123.69004516300325</c:v>
                </c:pt>
                <c:pt idx="664">
                  <c:v>122.39531776572349</c:v>
                </c:pt>
                <c:pt idx="665">
                  <c:v>121.44287125306708</c:v>
                </c:pt>
                <c:pt idx="666">
                  <c:v>124.35711198016634</c:v>
                </c:pt>
                <c:pt idx="667">
                  <c:v>123.31996395872473</c:v>
                </c:pt>
                <c:pt idx="668">
                  <c:v>121.24303522302492</c:v>
                </c:pt>
                <c:pt idx="669">
                  <c:v>124.14580611980861</c:v>
                </c:pt>
                <c:pt idx="670">
                  <c:v>126.20364744717054</c:v>
                </c:pt>
                <c:pt idx="671">
                  <c:v>125.47597518724784</c:v>
                </c:pt>
                <c:pt idx="672">
                  <c:v>125.1902315546335</c:v>
                </c:pt>
                <c:pt idx="673">
                  <c:v>124.58158252753236</c:v>
                </c:pt>
                <c:pt idx="674">
                  <c:v>124.18134229891749</c:v>
                </c:pt>
                <c:pt idx="675">
                  <c:v>123.82994235025366</c:v>
                </c:pt>
                <c:pt idx="676">
                  <c:v>122.4475003250565</c:v>
                </c:pt>
                <c:pt idx="677">
                  <c:v>119.45636368202329</c:v>
                </c:pt>
                <c:pt idx="678">
                  <c:v>115.78685877499893</c:v>
                </c:pt>
                <c:pt idx="679">
                  <c:v>118.37964708981536</c:v>
                </c:pt>
                <c:pt idx="680">
                  <c:v>117.79686485939135</c:v>
                </c:pt>
                <c:pt idx="681">
                  <c:v>118.47562282390666</c:v>
                </c:pt>
                <c:pt idx="682">
                  <c:v>118.90109271552967</c:v>
                </c:pt>
                <c:pt idx="683">
                  <c:v>118.4333799831975</c:v>
                </c:pt>
                <c:pt idx="684">
                  <c:v>118.49488555927007</c:v>
                </c:pt>
                <c:pt idx="685">
                  <c:v>119.90782409531117</c:v>
                </c:pt>
                <c:pt idx="686">
                  <c:v>125.2106330595501</c:v>
                </c:pt>
                <c:pt idx="687">
                  <c:v>126.20656334423786</c:v>
                </c:pt>
                <c:pt idx="688">
                  <c:v>129.29017733729643</c:v>
                </c:pt>
                <c:pt idx="689">
                  <c:v>128.66120590554803</c:v>
                </c:pt>
                <c:pt idx="690">
                  <c:v>129.77128616693057</c:v>
                </c:pt>
                <c:pt idx="691">
                  <c:v>132.09568886746501</c:v>
                </c:pt>
                <c:pt idx="692">
                  <c:v>132.83452332853454</c:v>
                </c:pt>
                <c:pt idx="693">
                  <c:v>133.70318429825986</c:v>
                </c:pt>
                <c:pt idx="694">
                  <c:v>132.92518133920788</c:v>
                </c:pt>
                <c:pt idx="695">
                  <c:v>132.25757989884306</c:v>
                </c:pt>
                <c:pt idx="696">
                  <c:v>131.72590100835984</c:v>
                </c:pt>
                <c:pt idx="697">
                  <c:v>131.18216853727108</c:v>
                </c:pt>
                <c:pt idx="698">
                  <c:v>130.28003408795948</c:v>
                </c:pt>
                <c:pt idx="699">
                  <c:v>130.03493820198355</c:v>
                </c:pt>
                <c:pt idx="700">
                  <c:v>128.78620784706126</c:v>
                </c:pt>
                <c:pt idx="701">
                  <c:v>126.56246330100136</c:v>
                </c:pt>
                <c:pt idx="702">
                  <c:v>129.07879279788122</c:v>
                </c:pt>
                <c:pt idx="703">
                  <c:v>128.46192306811</c:v>
                </c:pt>
                <c:pt idx="704">
                  <c:v>129.40885933913282</c:v>
                </c:pt>
                <c:pt idx="705">
                  <c:v>131.98639188252864</c:v>
                </c:pt>
                <c:pt idx="706">
                  <c:v>134.26681790749672</c:v>
                </c:pt>
                <c:pt idx="707">
                  <c:v>133.13067686161958</c:v>
                </c:pt>
                <c:pt idx="708">
                  <c:v>132.61484165708612</c:v>
                </c:pt>
                <c:pt idx="709">
                  <c:v>130.0711114845102</c:v>
                </c:pt>
                <c:pt idx="710">
                  <c:v>131.83511709087284</c:v>
                </c:pt>
                <c:pt idx="711">
                  <c:v>132.99229909723238</c:v>
                </c:pt>
                <c:pt idx="712">
                  <c:v>130.58174543931199</c:v>
                </c:pt>
                <c:pt idx="713">
                  <c:v>124.7981482008564</c:v>
                </c:pt>
                <c:pt idx="714">
                  <c:v>128.87987265449513</c:v>
                </c:pt>
                <c:pt idx="715">
                  <c:v>129.13883284052631</c:v>
                </c:pt>
                <c:pt idx="716">
                  <c:v>127.69371980256464</c:v>
                </c:pt>
                <c:pt idx="717">
                  <c:v>128.20389873239964</c:v>
                </c:pt>
                <c:pt idx="718">
                  <c:v>128.49867207289844</c:v>
                </c:pt>
                <c:pt idx="719">
                  <c:v>127.49950423572349</c:v>
                </c:pt>
                <c:pt idx="720">
                  <c:v>128.01025446598783</c:v>
                </c:pt>
                <c:pt idx="721">
                  <c:v>119.58380415378888</c:v>
                </c:pt>
                <c:pt idx="722">
                  <c:v>123.62286830858548</c:v>
                </c:pt>
                <c:pt idx="723">
                  <c:v>119.34200973835028</c:v>
                </c:pt>
                <c:pt idx="724">
                  <c:v>117.91015167719381</c:v>
                </c:pt>
                <c:pt idx="725">
                  <c:v>115.46927396768572</c:v>
                </c:pt>
                <c:pt idx="726">
                  <c:v>109.16652759771026</c:v>
                </c:pt>
                <c:pt idx="727">
                  <c:v>110.1796905307623</c:v>
                </c:pt>
                <c:pt idx="728">
                  <c:v>112.40042793666214</c:v>
                </c:pt>
                <c:pt idx="729">
                  <c:v>115.7098080886682</c:v>
                </c:pt>
                <c:pt idx="730">
                  <c:v>115.46171485528198</c:v>
                </c:pt>
                <c:pt idx="731">
                  <c:v>117.75542853845425</c:v>
                </c:pt>
                <c:pt idx="732">
                  <c:v>116.9743954260461</c:v>
                </c:pt>
                <c:pt idx="733">
                  <c:v>119.61634172851653</c:v>
                </c:pt>
                <c:pt idx="734">
                  <c:v>122.6229042853881</c:v>
                </c:pt>
                <c:pt idx="735">
                  <c:v>121.57327855028197</c:v>
                </c:pt>
                <c:pt idx="736">
                  <c:v>121.20736888391441</c:v>
                </c:pt>
                <c:pt idx="737">
                  <c:v>118.88863354573702</c:v>
                </c:pt>
                <c:pt idx="738">
                  <c:v>118.74945079840053</c:v>
                </c:pt>
                <c:pt idx="739">
                  <c:v>119.63303708090595</c:v>
                </c:pt>
                <c:pt idx="740">
                  <c:v>120.54029881929884</c:v>
                </c:pt>
                <c:pt idx="741">
                  <c:v>122.50856394051968</c:v>
                </c:pt>
                <c:pt idx="742">
                  <c:v>122.57756371176889</c:v>
                </c:pt>
                <c:pt idx="743">
                  <c:v>125.18894416598462</c:v>
                </c:pt>
                <c:pt idx="744">
                  <c:v>130.19906310191931</c:v>
                </c:pt>
                <c:pt idx="745">
                  <c:v>127.16574353334177</c:v>
                </c:pt>
                <c:pt idx="746">
                  <c:v>126.57374144965195</c:v>
                </c:pt>
                <c:pt idx="747">
                  <c:v>127.26649469757254</c:v>
                </c:pt>
                <c:pt idx="748">
                  <c:v>126.49726318147086</c:v>
                </c:pt>
                <c:pt idx="749">
                  <c:v>126.69643379151485</c:v>
                </c:pt>
                <c:pt idx="750">
                  <c:v>125.55825052670711</c:v>
                </c:pt>
                <c:pt idx="751">
                  <c:v>122.85694211902897</c:v>
                </c:pt>
                <c:pt idx="752">
                  <c:v>123.41434767368054</c:v>
                </c:pt>
                <c:pt idx="753">
                  <c:v>120.64057392328135</c:v>
                </c:pt>
                <c:pt idx="754">
                  <c:v>120.12319101913671</c:v>
                </c:pt>
                <c:pt idx="755">
                  <c:v>121.47427984037999</c:v>
                </c:pt>
                <c:pt idx="756">
                  <c:v>120.09405042880246</c:v>
                </c:pt>
                <c:pt idx="757">
                  <c:v>121.44438151722322</c:v>
                </c:pt>
                <c:pt idx="758">
                  <c:v>120.63362602037886</c:v>
                </c:pt>
                <c:pt idx="759">
                  <c:v>120.86985334032225</c:v>
                </c:pt>
                <c:pt idx="760">
                  <c:v>117.78821288504689</c:v>
                </c:pt>
                <c:pt idx="761">
                  <c:v>118.29378543804582</c:v>
                </c:pt>
                <c:pt idx="762">
                  <c:v>115.143343653182</c:v>
                </c:pt>
                <c:pt idx="763">
                  <c:v>113.88172795213842</c:v>
                </c:pt>
                <c:pt idx="764">
                  <c:v>114.70978271589308</c:v>
                </c:pt>
                <c:pt idx="765">
                  <c:v>110.40994533004701</c:v>
                </c:pt>
                <c:pt idx="766">
                  <c:v>109.38508731280373</c:v>
                </c:pt>
                <c:pt idx="767">
                  <c:v>110.95792923599596</c:v>
                </c:pt>
                <c:pt idx="768">
                  <c:v>112.85111048375563</c:v>
                </c:pt>
                <c:pt idx="769">
                  <c:v>112.51138672128374</c:v>
                </c:pt>
                <c:pt idx="770">
                  <c:v>109.53742652266688</c:v>
                </c:pt>
                <c:pt idx="771">
                  <c:v>112.76239054432642</c:v>
                </c:pt>
                <c:pt idx="772">
                  <c:v>112.83530022316076</c:v>
                </c:pt>
                <c:pt idx="773">
                  <c:v>113.17485345371787</c:v>
                </c:pt>
                <c:pt idx="774">
                  <c:v>115.49680984855004</c:v>
                </c:pt>
                <c:pt idx="775">
                  <c:v>117.15305386928293</c:v>
                </c:pt>
                <c:pt idx="776">
                  <c:v>117.8558741628017</c:v>
                </c:pt>
                <c:pt idx="777">
                  <c:v>116.73152149900342</c:v>
                </c:pt>
                <c:pt idx="778">
                  <c:v>117.33464368706652</c:v>
                </c:pt>
                <c:pt idx="779">
                  <c:v>117.26126751334138</c:v>
                </c:pt>
                <c:pt idx="780">
                  <c:v>116.12987223726817</c:v>
                </c:pt>
                <c:pt idx="781">
                  <c:v>116.13714116028763</c:v>
                </c:pt>
                <c:pt idx="782">
                  <c:v>115.02663723754364</c:v>
                </c:pt>
                <c:pt idx="783">
                  <c:v>114.86092977422982</c:v>
                </c:pt>
                <c:pt idx="784">
                  <c:v>115.22707838460082</c:v>
                </c:pt>
                <c:pt idx="785">
                  <c:v>113.17403802131504</c:v>
                </c:pt>
                <c:pt idx="786">
                  <c:v>109.21118752185433</c:v>
                </c:pt>
                <c:pt idx="787">
                  <c:v>109.09970782108412</c:v>
                </c:pt>
                <c:pt idx="788">
                  <c:v>109.0868007533697</c:v>
                </c:pt>
                <c:pt idx="789">
                  <c:v>106.70987860109683</c:v>
                </c:pt>
                <c:pt idx="790">
                  <c:v>107.12037419472126</c:v>
                </c:pt>
                <c:pt idx="791">
                  <c:v>106.92980667590912</c:v>
                </c:pt>
                <c:pt idx="792">
                  <c:v>108.59025675989822</c:v>
                </c:pt>
                <c:pt idx="793">
                  <c:v>107.28450230278942</c:v>
                </c:pt>
                <c:pt idx="794">
                  <c:v>108.15511383682916</c:v>
                </c:pt>
                <c:pt idx="795">
                  <c:v>109.67202138363527</c:v>
                </c:pt>
                <c:pt idx="796">
                  <c:v>110.33029039816526</c:v>
                </c:pt>
                <c:pt idx="797">
                  <c:v>109.21096402400282</c:v>
                </c:pt>
                <c:pt idx="798">
                  <c:v>107.67181534926226</c:v>
                </c:pt>
                <c:pt idx="799">
                  <c:v>108.16794013840224</c:v>
                </c:pt>
                <c:pt idx="800">
                  <c:v>108.32958429532049</c:v>
                </c:pt>
                <c:pt idx="801">
                  <c:v>109.62623381149791</c:v>
                </c:pt>
                <c:pt idx="802">
                  <c:v>109.24314285120845</c:v>
                </c:pt>
                <c:pt idx="803">
                  <c:v>110.53180291954718</c:v>
                </c:pt>
                <c:pt idx="804">
                  <c:v>112.89019459808048</c:v>
                </c:pt>
                <c:pt idx="805">
                  <c:v>113.22446628125715</c:v>
                </c:pt>
                <c:pt idx="806">
                  <c:v>114.10828006787</c:v>
                </c:pt>
                <c:pt idx="807">
                  <c:v>112.69601163406</c:v>
                </c:pt>
                <c:pt idx="808">
                  <c:v>111.69260717112938</c:v>
                </c:pt>
                <c:pt idx="809">
                  <c:v>110.83166194266106</c:v>
                </c:pt>
                <c:pt idx="810">
                  <c:v>110.9322545849966</c:v>
                </c:pt>
                <c:pt idx="811">
                  <c:v>114.14152450471722</c:v>
                </c:pt>
                <c:pt idx="812">
                  <c:v>114.90859498425837</c:v>
                </c:pt>
                <c:pt idx="813">
                  <c:v>115.63613683149563</c:v>
                </c:pt>
                <c:pt idx="814">
                  <c:v>117.45178826814819</c:v>
                </c:pt>
                <c:pt idx="815">
                  <c:v>117.50179911598369</c:v>
                </c:pt>
                <c:pt idx="816">
                  <c:v>116.56350746941402</c:v>
                </c:pt>
                <c:pt idx="817">
                  <c:v>117.61469905455476</c:v>
                </c:pt>
                <c:pt idx="818">
                  <c:v>119.74509768417202</c:v>
                </c:pt>
                <c:pt idx="819">
                  <c:v>120.59644320043461</c:v>
                </c:pt>
                <c:pt idx="820">
                  <c:v>122.30815672172486</c:v>
                </c:pt>
                <c:pt idx="821">
                  <c:v>123.57325236304541</c:v>
                </c:pt>
                <c:pt idx="822">
                  <c:v>123.09311121247552</c:v>
                </c:pt>
                <c:pt idx="823">
                  <c:v>121.25931664468173</c:v>
                </c:pt>
                <c:pt idx="824">
                  <c:v>122.4465256067959</c:v>
                </c:pt>
                <c:pt idx="825">
                  <c:v>122.7515754689408</c:v>
                </c:pt>
                <c:pt idx="826">
                  <c:v>123.02980866290947</c:v>
                </c:pt>
                <c:pt idx="827">
                  <c:v>125.14265626973142</c:v>
                </c:pt>
                <c:pt idx="828">
                  <c:v>125.77522410551033</c:v>
                </c:pt>
                <c:pt idx="829">
                  <c:v>126.91318813596384</c:v>
                </c:pt>
                <c:pt idx="830">
                  <c:v>122.49621069656648</c:v>
                </c:pt>
                <c:pt idx="831">
                  <c:v>123.74421510137903</c:v>
                </c:pt>
                <c:pt idx="832">
                  <c:v>124.98694172866679</c:v>
                </c:pt>
                <c:pt idx="833">
                  <c:v>124.58448786178531</c:v>
                </c:pt>
                <c:pt idx="834">
                  <c:v>124.63973295090166</c:v>
                </c:pt>
                <c:pt idx="835">
                  <c:v>122.09200967693711</c:v>
                </c:pt>
                <c:pt idx="836">
                  <c:v>126.69848397334178</c:v>
                </c:pt>
                <c:pt idx="837">
                  <c:v>126.45522684351884</c:v>
                </c:pt>
                <c:pt idx="838">
                  <c:v>126.21770230292479</c:v>
                </c:pt>
                <c:pt idx="839">
                  <c:v>127.44959040726133</c:v>
                </c:pt>
                <c:pt idx="840">
                  <c:v>126.11893747469418</c:v>
                </c:pt>
                <c:pt idx="841">
                  <c:v>128.93058066379939</c:v>
                </c:pt>
                <c:pt idx="842">
                  <c:v>129.65111743736267</c:v>
                </c:pt>
                <c:pt idx="843">
                  <c:v>130.09058317738777</c:v>
                </c:pt>
                <c:pt idx="844">
                  <c:v>132.06664183968999</c:v>
                </c:pt>
                <c:pt idx="845">
                  <c:v>132.9129919496599</c:v>
                </c:pt>
                <c:pt idx="846">
                  <c:v>132.2843059168973</c:v>
                </c:pt>
                <c:pt idx="847">
                  <c:v>130.51085198978828</c:v>
                </c:pt>
                <c:pt idx="848">
                  <c:v>131.16958620051062</c:v>
                </c:pt>
                <c:pt idx="849">
                  <c:v>132.95760688864152</c:v>
                </c:pt>
                <c:pt idx="850">
                  <c:v>131.70386715372035</c:v>
                </c:pt>
                <c:pt idx="851">
                  <c:v>128.5824587938101</c:v>
                </c:pt>
                <c:pt idx="852">
                  <c:v>124.85412914564827</c:v>
                </c:pt>
                <c:pt idx="853">
                  <c:v>120.93370251365415</c:v>
                </c:pt>
                <c:pt idx="854">
                  <c:v>120.42825600664382</c:v>
                </c:pt>
                <c:pt idx="855">
                  <c:v>117.78183225702821</c:v>
                </c:pt>
                <c:pt idx="856">
                  <c:v>117.48554916667968</c:v>
                </c:pt>
                <c:pt idx="857">
                  <c:v>121.01674986591625</c:v>
                </c:pt>
                <c:pt idx="858">
                  <c:v>118.85384276586062</c:v>
                </c:pt>
                <c:pt idx="859">
                  <c:v>122.70320249229452</c:v>
                </c:pt>
                <c:pt idx="860">
                  <c:v>122.82648298255984</c:v>
                </c:pt>
                <c:pt idx="861">
                  <c:v>121.46466703577239</c:v>
                </c:pt>
                <c:pt idx="862">
                  <c:v>121.20129447218923</c:v>
                </c:pt>
                <c:pt idx="863">
                  <c:v>121.51455802077443</c:v>
                </c:pt>
                <c:pt idx="864">
                  <c:v>119.74502987489542</c:v>
                </c:pt>
                <c:pt idx="865">
                  <c:v>121.87833953166785</c:v>
                </c:pt>
                <c:pt idx="866">
                  <c:v>123.75928241671205</c:v>
                </c:pt>
                <c:pt idx="867">
                  <c:v>125.26284913747168</c:v>
                </c:pt>
                <c:pt idx="868">
                  <c:v>125.21026483855539</c:v>
                </c:pt>
                <c:pt idx="869">
                  <c:v>123.12009462986427</c:v>
                </c:pt>
                <c:pt idx="870">
                  <c:v>125.7390028070334</c:v>
                </c:pt>
                <c:pt idx="871">
                  <c:v>127.34480604658521</c:v>
                </c:pt>
                <c:pt idx="872">
                  <c:v>126.9353573231386</c:v>
                </c:pt>
                <c:pt idx="873">
                  <c:v>128.05849919538798</c:v>
                </c:pt>
                <c:pt idx="874">
                  <c:v>128.07813135046743</c:v>
                </c:pt>
                <c:pt idx="875">
                  <c:v>127.0054680855052</c:v>
                </c:pt>
                <c:pt idx="876">
                  <c:v>127.29146274464637</c:v>
                </c:pt>
                <c:pt idx="877">
                  <c:v>127.71511608917351</c:v>
                </c:pt>
                <c:pt idx="878">
                  <c:v>129.53919144743213</c:v>
                </c:pt>
                <c:pt idx="879">
                  <c:v>131.0042184227888</c:v>
                </c:pt>
                <c:pt idx="880">
                  <c:v>130.02327452326531</c:v>
                </c:pt>
                <c:pt idx="881">
                  <c:v>133.47602463466509</c:v>
                </c:pt>
                <c:pt idx="882">
                  <c:v>132.3253422587604</c:v>
                </c:pt>
                <c:pt idx="883">
                  <c:v>133.59942892629991</c:v>
                </c:pt>
                <c:pt idx="884">
                  <c:v>132.86981643038962</c:v>
                </c:pt>
                <c:pt idx="885">
                  <c:v>132.70120686294936</c:v>
                </c:pt>
                <c:pt idx="886">
                  <c:v>132.29448302684781</c:v>
                </c:pt>
                <c:pt idx="887">
                  <c:v>132.63799968406732</c:v>
                </c:pt>
                <c:pt idx="888">
                  <c:v>133.41885051630064</c:v>
                </c:pt>
                <c:pt idx="889">
                  <c:v>134.50014986343868</c:v>
                </c:pt>
                <c:pt idx="890">
                  <c:v>134.21460315452796</c:v>
                </c:pt>
                <c:pt idx="891">
                  <c:v>134.43049648047437</c:v>
                </c:pt>
                <c:pt idx="892">
                  <c:v>134.60341423184002</c:v>
                </c:pt>
                <c:pt idx="893">
                  <c:v>135.34910834574839</c:v>
                </c:pt>
                <c:pt idx="894">
                  <c:v>136.18598362542204</c:v>
                </c:pt>
                <c:pt idx="895">
                  <c:v>135.64878579520405</c:v>
                </c:pt>
                <c:pt idx="896">
                  <c:v>135.68747382173143</c:v>
                </c:pt>
                <c:pt idx="897">
                  <c:v>133.93860214757802</c:v>
                </c:pt>
                <c:pt idx="898">
                  <c:v>133.39484314808897</c:v>
                </c:pt>
                <c:pt idx="899">
                  <c:v>135.35432453708043</c:v>
                </c:pt>
                <c:pt idx="900">
                  <c:v>135.59184571815504</c:v>
                </c:pt>
                <c:pt idx="901">
                  <c:v>135.11368351611151</c:v>
                </c:pt>
                <c:pt idx="902">
                  <c:v>135.72908226372533</c:v>
                </c:pt>
                <c:pt idx="903">
                  <c:v>136.37283834678453</c:v>
                </c:pt>
                <c:pt idx="904">
                  <c:v>134.7242243215791</c:v>
                </c:pt>
                <c:pt idx="905">
                  <c:v>133.31760461990297</c:v>
                </c:pt>
                <c:pt idx="906">
                  <c:v>134.20505202254157</c:v>
                </c:pt>
                <c:pt idx="907">
                  <c:v>133.79493444193392</c:v>
                </c:pt>
                <c:pt idx="908">
                  <c:v>131.53310722709608</c:v>
                </c:pt>
                <c:pt idx="909">
                  <c:v>131.05495071685075</c:v>
                </c:pt>
                <c:pt idx="910">
                  <c:v>128.45410700862627</c:v>
                </c:pt>
                <c:pt idx="911">
                  <c:v>131.42006525128463</c:v>
                </c:pt>
                <c:pt idx="912">
                  <c:v>132.12710456419771</c:v>
                </c:pt>
                <c:pt idx="913">
                  <c:v>132.02907164442166</c:v>
                </c:pt>
                <c:pt idx="914">
                  <c:v>133.33818105897822</c:v>
                </c:pt>
                <c:pt idx="915">
                  <c:v>132.51846554424702</c:v>
                </c:pt>
                <c:pt idx="916">
                  <c:v>133.18635334517413</c:v>
                </c:pt>
                <c:pt idx="917">
                  <c:v>134.01158947540446</c:v>
                </c:pt>
                <c:pt idx="918">
                  <c:v>132.37468181783336</c:v>
                </c:pt>
                <c:pt idx="919">
                  <c:v>131.62590397791215</c:v>
                </c:pt>
                <c:pt idx="920">
                  <c:v>130.42736236334039</c:v>
                </c:pt>
                <c:pt idx="921">
                  <c:v>132.07460590434582</c:v>
                </c:pt>
                <c:pt idx="922">
                  <c:v>130.55918721257882</c:v>
                </c:pt>
                <c:pt idx="923">
                  <c:v>132.05228148233914</c:v>
                </c:pt>
                <c:pt idx="924">
                  <c:v>131.55641900488573</c:v>
                </c:pt>
                <c:pt idx="925">
                  <c:v>132.9249211628053</c:v>
                </c:pt>
                <c:pt idx="926">
                  <c:v>132.28588392786739</c:v>
                </c:pt>
                <c:pt idx="927">
                  <c:v>131.94685516427765</c:v>
                </c:pt>
                <c:pt idx="928">
                  <c:v>132.84596157902516</c:v>
                </c:pt>
                <c:pt idx="929">
                  <c:v>132.91441360150847</c:v>
                </c:pt>
                <c:pt idx="930">
                  <c:v>134.59626480573829</c:v>
                </c:pt>
                <c:pt idx="931">
                  <c:v>133.78323872869072</c:v>
                </c:pt>
                <c:pt idx="932">
                  <c:v>130.34511270629142</c:v>
                </c:pt>
                <c:pt idx="933">
                  <c:v>126.39586259692467</c:v>
                </c:pt>
                <c:pt idx="934">
                  <c:v>126.35634977544203</c:v>
                </c:pt>
                <c:pt idx="935">
                  <c:v>127.06358179367855</c:v>
                </c:pt>
                <c:pt idx="936">
                  <c:v>126.44843520497474</c:v>
                </c:pt>
                <c:pt idx="937">
                  <c:v>126.77479588624925</c:v>
                </c:pt>
                <c:pt idx="938">
                  <c:v>128.9292053837234</c:v>
                </c:pt>
                <c:pt idx="939">
                  <c:v>128.19093633140136</c:v>
                </c:pt>
                <c:pt idx="940">
                  <c:v>128.17512766268908</c:v>
                </c:pt>
                <c:pt idx="941">
                  <c:v>128.35252344085356</c:v>
                </c:pt>
                <c:pt idx="942">
                  <c:v>128.50395692688681</c:v>
                </c:pt>
                <c:pt idx="943">
                  <c:v>128.56879178537199</c:v>
                </c:pt>
                <c:pt idx="944">
                  <c:v>127.51690532185127</c:v>
                </c:pt>
                <c:pt idx="945">
                  <c:v>128.6296501016316</c:v>
                </c:pt>
                <c:pt idx="946">
                  <c:v>128.65837888036012</c:v>
                </c:pt>
                <c:pt idx="947">
                  <c:v>128.6937396648774</c:v>
                </c:pt>
                <c:pt idx="948">
                  <c:v>126.89275427993961</c:v>
                </c:pt>
                <c:pt idx="949">
                  <c:v>125.56603638006692</c:v>
                </c:pt>
                <c:pt idx="950">
                  <c:v>125.5586227421834</c:v>
                </c:pt>
                <c:pt idx="951">
                  <c:v>123.3366679856537</c:v>
                </c:pt>
                <c:pt idx="952">
                  <c:v>123.4741327961211</c:v>
                </c:pt>
                <c:pt idx="953">
                  <c:v>123.21884899903699</c:v>
                </c:pt>
                <c:pt idx="954">
                  <c:v>124.18972264182359</c:v>
                </c:pt>
                <c:pt idx="955">
                  <c:v>124.42196512203047</c:v>
                </c:pt>
                <c:pt idx="956">
                  <c:v>124.98571193260986</c:v>
                </c:pt>
                <c:pt idx="957">
                  <c:v>128.10363109727558</c:v>
                </c:pt>
                <c:pt idx="958">
                  <c:v>129.22723506086589</c:v>
                </c:pt>
                <c:pt idx="959">
                  <c:v>129.39089881777278</c:v>
                </c:pt>
                <c:pt idx="960">
                  <c:v>128.66529067174665</c:v>
                </c:pt>
                <c:pt idx="961">
                  <c:v>126.10780711472124</c:v>
                </c:pt>
                <c:pt idx="962">
                  <c:v>123.39238082114839</c:v>
                </c:pt>
                <c:pt idx="963">
                  <c:v>122.24470422378661</c:v>
                </c:pt>
                <c:pt idx="964">
                  <c:v>120.93216664736248</c:v>
                </c:pt>
                <c:pt idx="965">
                  <c:v>120.90686571962554</c:v>
                </c:pt>
                <c:pt idx="966">
                  <c:v>121.88251468268977</c:v>
                </c:pt>
                <c:pt idx="967">
                  <c:v>123.26778229461394</c:v>
                </c:pt>
                <c:pt idx="968">
                  <c:v>123.59020590182099</c:v>
                </c:pt>
                <c:pt idx="969">
                  <c:v>123.18562328935151</c:v>
                </c:pt>
                <c:pt idx="970">
                  <c:v>122.37927797684142</c:v>
                </c:pt>
                <c:pt idx="971">
                  <c:v>122.96162679451193</c:v>
                </c:pt>
                <c:pt idx="972">
                  <c:v>123.79407515569217</c:v>
                </c:pt>
                <c:pt idx="973">
                  <c:v>126.55412748268179</c:v>
                </c:pt>
                <c:pt idx="974">
                  <c:v>127.43669261648689</c:v>
                </c:pt>
                <c:pt idx="975">
                  <c:v>127.35734011914519</c:v>
                </c:pt>
                <c:pt idx="976">
                  <c:v>128.73696557365915</c:v>
                </c:pt>
                <c:pt idx="977">
                  <c:v>129.35938934166779</c:v>
                </c:pt>
                <c:pt idx="978">
                  <c:v>131.30106752684745</c:v>
                </c:pt>
                <c:pt idx="979">
                  <c:v>131.55734380404851</c:v>
                </c:pt>
                <c:pt idx="980">
                  <c:v>131.13646661787891</c:v>
                </c:pt>
                <c:pt idx="981">
                  <c:v>131.42640147077182</c:v>
                </c:pt>
                <c:pt idx="982">
                  <c:v>130.97020719945766</c:v>
                </c:pt>
                <c:pt idx="983">
                  <c:v>132.7494008099184</c:v>
                </c:pt>
                <c:pt idx="984">
                  <c:v>133.12597473357917</c:v>
                </c:pt>
                <c:pt idx="985">
                  <c:v>133.57194503210798</c:v>
                </c:pt>
                <c:pt idx="986">
                  <c:v>134.53699465093308</c:v>
                </c:pt>
                <c:pt idx="987">
                  <c:v>135.05054576374351</c:v>
                </c:pt>
                <c:pt idx="988">
                  <c:v>135.45355413556806</c:v>
                </c:pt>
                <c:pt idx="989">
                  <c:v>136.5405663296207</c:v>
                </c:pt>
                <c:pt idx="990">
                  <c:v>133.33923327563789</c:v>
                </c:pt>
                <c:pt idx="991">
                  <c:v>135.24394878246969</c:v>
                </c:pt>
                <c:pt idx="992">
                  <c:v>134.95618463995163</c:v>
                </c:pt>
                <c:pt idx="993">
                  <c:v>135.37386521204161</c:v>
                </c:pt>
                <c:pt idx="994">
                  <c:v>136.16988636433175</c:v>
                </c:pt>
                <c:pt idx="995">
                  <c:v>136.8303212985092</c:v>
                </c:pt>
                <c:pt idx="996">
                  <c:v>136.32508712655067</c:v>
                </c:pt>
                <c:pt idx="997">
                  <c:v>135.53038833478797</c:v>
                </c:pt>
                <c:pt idx="998">
                  <c:v>135.51766494746448</c:v>
                </c:pt>
                <c:pt idx="999">
                  <c:v>135.82667527408628</c:v>
                </c:pt>
                <c:pt idx="1000">
                  <c:v>135.40374264306553</c:v>
                </c:pt>
                <c:pt idx="1001">
                  <c:v>135.62122294662657</c:v>
                </c:pt>
                <c:pt idx="1002">
                  <c:v>134.8906172386134</c:v>
                </c:pt>
                <c:pt idx="1003">
                  <c:v>134.85757029479026</c:v>
                </c:pt>
                <c:pt idx="1004">
                  <c:v>135.94514477949286</c:v>
                </c:pt>
                <c:pt idx="1005">
                  <c:v>136.85282522955177</c:v>
                </c:pt>
                <c:pt idx="1006">
                  <c:v>137.21225456397934</c:v>
                </c:pt>
                <c:pt idx="1007">
                  <c:v>136.35273407300804</c:v>
                </c:pt>
                <c:pt idx="1008">
                  <c:v>135.67134531601135</c:v>
                </c:pt>
                <c:pt idx="1009">
                  <c:v>136.35821926548337</c:v>
                </c:pt>
                <c:pt idx="1010">
                  <c:v>136.43672325593033</c:v>
                </c:pt>
                <c:pt idx="1011">
                  <c:v>136.52749734358173</c:v>
                </c:pt>
                <c:pt idx="1012">
                  <c:v>137.04512920457663</c:v>
                </c:pt>
                <c:pt idx="1013">
                  <c:v>136.10305250971206</c:v>
                </c:pt>
                <c:pt idx="1014">
                  <c:v>136.0837176024622</c:v>
                </c:pt>
                <c:pt idx="1015">
                  <c:v>136.67728604056842</c:v>
                </c:pt>
                <c:pt idx="1016">
                  <c:v>136.51945128844363</c:v>
                </c:pt>
                <c:pt idx="1017">
                  <c:v>135.01992076116562</c:v>
                </c:pt>
                <c:pt idx="1018">
                  <c:v>137.08203820177394</c:v>
                </c:pt>
                <c:pt idx="1019">
                  <c:v>136.13234477069821</c:v>
                </c:pt>
                <c:pt idx="1020">
                  <c:v>136.16010313800814</c:v>
                </c:pt>
                <c:pt idx="1021">
                  <c:v>136.48277836494771</c:v>
                </c:pt>
                <c:pt idx="1022">
                  <c:v>136.35757222795394</c:v>
                </c:pt>
                <c:pt idx="1023">
                  <c:v>135.82049660926592</c:v>
                </c:pt>
                <c:pt idx="1024">
                  <c:v>136.00641221195318</c:v>
                </c:pt>
                <c:pt idx="1025">
                  <c:v>137.52194506862773</c:v>
                </c:pt>
                <c:pt idx="1026">
                  <c:v>140.75291519108819</c:v>
                </c:pt>
                <c:pt idx="1027">
                  <c:v>141.19972164203816</c:v>
                </c:pt>
                <c:pt idx="1028">
                  <c:v>140.3914438246575</c:v>
                </c:pt>
                <c:pt idx="1029">
                  <c:v>140.47088015244285</c:v>
                </c:pt>
                <c:pt idx="1030">
                  <c:v>138.81499751113253</c:v>
                </c:pt>
                <c:pt idx="1031">
                  <c:v>138.69020774690009</c:v>
                </c:pt>
                <c:pt idx="1032">
                  <c:v>138.80281706463387</c:v>
                </c:pt>
                <c:pt idx="1033">
                  <c:v>138.59580407524058</c:v>
                </c:pt>
                <c:pt idx="1034">
                  <c:v>138.94824856647651</c:v>
                </c:pt>
                <c:pt idx="1035">
                  <c:v>139.45860489686308</c:v>
                </c:pt>
                <c:pt idx="1036">
                  <c:v>141.34464390871111</c:v>
                </c:pt>
                <c:pt idx="1037">
                  <c:v>141.3914447871561</c:v>
                </c:pt>
                <c:pt idx="1038">
                  <c:v>142.10210925495502</c:v>
                </c:pt>
                <c:pt idx="1039">
                  <c:v>143.81477671682907</c:v>
                </c:pt>
                <c:pt idx="1040">
                  <c:v>143.5069462797627</c:v>
                </c:pt>
                <c:pt idx="1041">
                  <c:v>143.20264956107115</c:v>
                </c:pt>
                <c:pt idx="1042">
                  <c:v>143.16162397479675</c:v>
                </c:pt>
                <c:pt idx="1043">
                  <c:v>143.52593522650051</c:v>
                </c:pt>
                <c:pt idx="1044">
                  <c:v>142.32496764691683</c:v>
                </c:pt>
                <c:pt idx="1045">
                  <c:v>141.22904741643816</c:v>
                </c:pt>
                <c:pt idx="1046">
                  <c:v>141.7947097371229</c:v>
                </c:pt>
                <c:pt idx="1047">
                  <c:v>141.5520854470916</c:v>
                </c:pt>
                <c:pt idx="1048">
                  <c:v>139.27366550873339</c:v>
                </c:pt>
                <c:pt idx="1049">
                  <c:v>137.47715499571777</c:v>
                </c:pt>
                <c:pt idx="1050">
                  <c:v>138.47258790256413</c:v>
                </c:pt>
                <c:pt idx="1051">
                  <c:v>138.43443197350888</c:v>
                </c:pt>
                <c:pt idx="1052">
                  <c:v>138.73626980826094</c:v>
                </c:pt>
                <c:pt idx="1053">
                  <c:v>138.44482093773877</c:v>
                </c:pt>
                <c:pt idx="1054">
                  <c:v>137.36516418641136</c:v>
                </c:pt>
                <c:pt idx="1055">
                  <c:v>136.40313598402432</c:v>
                </c:pt>
                <c:pt idx="1056">
                  <c:v>134.88855367179883</c:v>
                </c:pt>
                <c:pt idx="1057">
                  <c:v>134.82271612019719</c:v>
                </c:pt>
                <c:pt idx="1058">
                  <c:v>135.24763679637243</c:v>
                </c:pt>
                <c:pt idx="1059">
                  <c:v>135.2981370653541</c:v>
                </c:pt>
                <c:pt idx="1060">
                  <c:v>137.03178144143786</c:v>
                </c:pt>
                <c:pt idx="1061">
                  <c:v>137.69924193057341</c:v>
                </c:pt>
                <c:pt idx="1062">
                  <c:v>136.71327816872781</c:v>
                </c:pt>
                <c:pt idx="1063">
                  <c:v>137.59284709777197</c:v>
                </c:pt>
                <c:pt idx="1064">
                  <c:v>137.53283525031378</c:v>
                </c:pt>
                <c:pt idx="1065">
                  <c:v>136.52277426363469</c:v>
                </c:pt>
                <c:pt idx="1066">
                  <c:v>135.92143469058908</c:v>
                </c:pt>
                <c:pt idx="1067">
                  <c:v>137.32507608200956</c:v>
                </c:pt>
                <c:pt idx="1068">
                  <c:v>137.76453017043906</c:v>
                </c:pt>
                <c:pt idx="1069">
                  <c:v>137.15863420708763</c:v>
                </c:pt>
                <c:pt idx="1070">
                  <c:v>136.53900717864298</c:v>
                </c:pt>
                <c:pt idx="1071">
                  <c:v>137.82790666861146</c:v>
                </c:pt>
                <c:pt idx="1072">
                  <c:v>138.72198484118289</c:v>
                </c:pt>
                <c:pt idx="1073">
                  <c:v>140.464268847402</c:v>
                </c:pt>
                <c:pt idx="1074">
                  <c:v>140.12056453399876</c:v>
                </c:pt>
                <c:pt idx="1075">
                  <c:v>141.38581378712882</c:v>
                </c:pt>
                <c:pt idx="1076">
                  <c:v>141.62759117542868</c:v>
                </c:pt>
                <c:pt idx="1077">
                  <c:v>142.20112428471347</c:v>
                </c:pt>
                <c:pt idx="1078">
                  <c:v>139.2614991842735</c:v>
                </c:pt>
                <c:pt idx="1079">
                  <c:v>137.09880918595181</c:v>
                </c:pt>
                <c:pt idx="1080">
                  <c:v>137.39864144798145</c:v>
                </c:pt>
                <c:pt idx="1081">
                  <c:v>137.62559837102108</c:v>
                </c:pt>
                <c:pt idx="1082">
                  <c:v>136.96531882069092</c:v>
                </c:pt>
                <c:pt idx="1083">
                  <c:v>136.87816584165137</c:v>
                </c:pt>
                <c:pt idx="1084">
                  <c:v>134.89696820819654</c:v>
                </c:pt>
                <c:pt idx="1085">
                  <c:v>135.69036551409278</c:v>
                </c:pt>
                <c:pt idx="1086">
                  <c:v>136.14640031290992</c:v>
                </c:pt>
                <c:pt idx="1087">
                  <c:v>134.69134766735618</c:v>
                </c:pt>
                <c:pt idx="1088">
                  <c:v>136.11752336194499</c:v>
                </c:pt>
                <c:pt idx="1089">
                  <c:v>136.62932564260595</c:v>
                </c:pt>
                <c:pt idx="1090">
                  <c:v>136.96985552632782</c:v>
                </c:pt>
                <c:pt idx="1091">
                  <c:v>135.89305726940464</c:v>
                </c:pt>
                <c:pt idx="1092">
                  <c:v>135.69313870372358</c:v>
                </c:pt>
                <c:pt idx="1093">
                  <c:v>136.26910831879928</c:v>
                </c:pt>
                <c:pt idx="1094">
                  <c:v>134.66852668324495</c:v>
                </c:pt>
                <c:pt idx="1095">
                  <c:v>134.22848349539711</c:v>
                </c:pt>
                <c:pt idx="1096">
                  <c:v>134.2551115476038</c:v>
                </c:pt>
                <c:pt idx="1097">
                  <c:v>132.55007908676325</c:v>
                </c:pt>
                <c:pt idx="1098">
                  <c:v>129.75341347673438</c:v>
                </c:pt>
                <c:pt idx="1099">
                  <c:v>131.28108781560113</c:v>
                </c:pt>
                <c:pt idx="1100">
                  <c:v>132.04505087629479</c:v>
                </c:pt>
                <c:pt idx="1101">
                  <c:v>131.44971107340729</c:v>
                </c:pt>
                <c:pt idx="1102">
                  <c:v>130.9812217056928</c:v>
                </c:pt>
                <c:pt idx="1103">
                  <c:v>131.98504073809531</c:v>
                </c:pt>
                <c:pt idx="1104">
                  <c:v>132.90250350651658</c:v>
                </c:pt>
                <c:pt idx="1105">
                  <c:v>133.89967235219149</c:v>
                </c:pt>
                <c:pt idx="1106">
                  <c:v>134.19294802129181</c:v>
                </c:pt>
                <c:pt idx="1107">
                  <c:v>133.94326248880085</c:v>
                </c:pt>
                <c:pt idx="1108">
                  <c:v>134.00093905076818</c:v>
                </c:pt>
                <c:pt idx="1109">
                  <c:v>134.30328721300484</c:v>
                </c:pt>
                <c:pt idx="1110">
                  <c:v>134.84439153174117</c:v>
                </c:pt>
                <c:pt idx="1111">
                  <c:v>134.56693363229314</c:v>
                </c:pt>
                <c:pt idx="1112">
                  <c:v>135.5355244051571</c:v>
                </c:pt>
                <c:pt idx="1113">
                  <c:v>133.72139916544114</c:v>
                </c:pt>
                <c:pt idx="1114">
                  <c:v>133.61798249094781</c:v>
                </c:pt>
                <c:pt idx="1115">
                  <c:v>133.912193950909</c:v>
                </c:pt>
                <c:pt idx="1116">
                  <c:v>133.19255127504459</c:v>
                </c:pt>
                <c:pt idx="1117">
                  <c:v>133.58462225632127</c:v>
                </c:pt>
                <c:pt idx="1118">
                  <c:v>134.4258457286127</c:v>
                </c:pt>
                <c:pt idx="1119">
                  <c:v>136.64632919762087</c:v>
                </c:pt>
                <c:pt idx="1120">
                  <c:v>136.33599819573953</c:v>
                </c:pt>
                <c:pt idx="1121">
                  <c:v>137.33825777373161</c:v>
                </c:pt>
                <c:pt idx="1122">
                  <c:v>142.33607098880336</c:v>
                </c:pt>
                <c:pt idx="1123">
                  <c:v>144.01753687698474</c:v>
                </c:pt>
                <c:pt idx="1124">
                  <c:v>143.53973861592846</c:v>
                </c:pt>
                <c:pt idx="1125">
                  <c:v>143.54254171510487</c:v>
                </c:pt>
                <c:pt idx="1126">
                  <c:v>144.82602317349631</c:v>
                </c:pt>
                <c:pt idx="1127">
                  <c:v>144.95297938871508</c:v>
                </c:pt>
                <c:pt idx="1128">
                  <c:v>144.30154193528682</c:v>
                </c:pt>
                <c:pt idx="1129">
                  <c:v>144.25938028221805</c:v>
                </c:pt>
                <c:pt idx="1130">
                  <c:v>146.29893982979081</c:v>
                </c:pt>
                <c:pt idx="1131">
                  <c:v>147.86071372781115</c:v>
                </c:pt>
                <c:pt idx="1132">
                  <c:v>147.30187347097811</c:v>
                </c:pt>
                <c:pt idx="1133">
                  <c:v>147.02548333540201</c:v>
                </c:pt>
                <c:pt idx="1134">
                  <c:v>145.76506692441282</c:v>
                </c:pt>
                <c:pt idx="1135">
                  <c:v>146.76523944490566</c:v>
                </c:pt>
                <c:pt idx="1136">
                  <c:v>148.1213717751057</c:v>
                </c:pt>
                <c:pt idx="1137">
                  <c:v>148.81577411181146</c:v>
                </c:pt>
                <c:pt idx="1138">
                  <c:v>148.15220342292497</c:v>
                </c:pt>
                <c:pt idx="1139">
                  <c:v>147.97442292629543</c:v>
                </c:pt>
                <c:pt idx="1140">
                  <c:v>146.42725024020766</c:v>
                </c:pt>
                <c:pt idx="1141">
                  <c:v>146.26033571906015</c:v>
                </c:pt>
                <c:pt idx="1142">
                  <c:v>147.80810595020404</c:v>
                </c:pt>
                <c:pt idx="1143">
                  <c:v>147.91562797866968</c:v>
                </c:pt>
                <c:pt idx="1144">
                  <c:v>145.92695695685111</c:v>
                </c:pt>
                <c:pt idx="1145">
                  <c:v>145.18338704645598</c:v>
                </c:pt>
                <c:pt idx="1146">
                  <c:v>145.50129735392102</c:v>
                </c:pt>
                <c:pt idx="1147">
                  <c:v>146.11405248550824</c:v>
                </c:pt>
                <c:pt idx="1148">
                  <c:v>146.86768837571373</c:v>
                </c:pt>
                <c:pt idx="1149">
                  <c:v>148.16526794200848</c:v>
                </c:pt>
                <c:pt idx="1150">
                  <c:v>141.55897720426441</c:v>
                </c:pt>
                <c:pt idx="1151">
                  <c:v>140.49195667654462</c:v>
                </c:pt>
                <c:pt idx="1152">
                  <c:v>141.55117331731242</c:v>
                </c:pt>
                <c:pt idx="1153">
                  <c:v>138.38086457983584</c:v>
                </c:pt>
                <c:pt idx="1154">
                  <c:v>138.51654938537507</c:v>
                </c:pt>
                <c:pt idx="1155">
                  <c:v>137.90229964750154</c:v>
                </c:pt>
                <c:pt idx="1156">
                  <c:v>139.61626208236331</c:v>
                </c:pt>
                <c:pt idx="1157">
                  <c:v>139.43812292701642</c:v>
                </c:pt>
                <c:pt idx="1158">
                  <c:v>141.43698824428836</c:v>
                </c:pt>
                <c:pt idx="1159">
                  <c:v>142.24126365196156</c:v>
                </c:pt>
                <c:pt idx="1160">
                  <c:v>141.76685823907539</c:v>
                </c:pt>
                <c:pt idx="1161">
                  <c:v>140.99888244321201</c:v>
                </c:pt>
                <c:pt idx="1162">
                  <c:v>140.52576471882628</c:v>
                </c:pt>
                <c:pt idx="1163">
                  <c:v>141.06531298133203</c:v>
                </c:pt>
                <c:pt idx="1164">
                  <c:v>138.58274943901498</c:v>
                </c:pt>
                <c:pt idx="1165">
                  <c:v>140.46005658236393</c:v>
                </c:pt>
                <c:pt idx="1166">
                  <c:v>138.15129879696488</c:v>
                </c:pt>
                <c:pt idx="1167">
                  <c:v>140.02033286031551</c:v>
                </c:pt>
                <c:pt idx="1168">
                  <c:v>141.15478751640907</c:v>
                </c:pt>
                <c:pt idx="1169">
                  <c:v>142.23737469317234</c:v>
                </c:pt>
                <c:pt idx="1170">
                  <c:v>142.70405487529075</c:v>
                </c:pt>
                <c:pt idx="1171">
                  <c:v>143.16753305549318</c:v>
                </c:pt>
                <c:pt idx="1172">
                  <c:v>145.00351388941462</c:v>
                </c:pt>
                <c:pt idx="1173">
                  <c:v>144.92314906139737</c:v>
                </c:pt>
                <c:pt idx="1174">
                  <c:v>144.54746243685852</c:v>
                </c:pt>
                <c:pt idx="1175">
                  <c:v>144.27981926875464</c:v>
                </c:pt>
                <c:pt idx="1176">
                  <c:v>143.55623799386154</c:v>
                </c:pt>
                <c:pt idx="1177">
                  <c:v>143.58170796128371</c:v>
                </c:pt>
                <c:pt idx="1178">
                  <c:v>141.61482655288575</c:v>
                </c:pt>
                <c:pt idx="1179">
                  <c:v>142.08518699248873</c:v>
                </c:pt>
                <c:pt idx="1180">
                  <c:v>145.70995214267796</c:v>
                </c:pt>
                <c:pt idx="1181">
                  <c:v>146.25008587643529</c:v>
                </c:pt>
                <c:pt idx="1182">
                  <c:v>146.57891022476042</c:v>
                </c:pt>
                <c:pt idx="1183">
                  <c:v>147.79752449372674</c:v>
                </c:pt>
                <c:pt idx="1184">
                  <c:v>147.62841225885913</c:v>
                </c:pt>
                <c:pt idx="1185">
                  <c:v>146.2401865860418</c:v>
                </c:pt>
                <c:pt idx="1186">
                  <c:v>145.97958567232561</c:v>
                </c:pt>
                <c:pt idx="1187">
                  <c:v>144.77414568737592</c:v>
                </c:pt>
                <c:pt idx="1188">
                  <c:v>144.23978770083525</c:v>
                </c:pt>
                <c:pt idx="1189">
                  <c:v>143.59970759739073</c:v>
                </c:pt>
                <c:pt idx="1190">
                  <c:v>142.87152369474256</c:v>
                </c:pt>
                <c:pt idx="1191">
                  <c:v>142.36563849398684</c:v>
                </c:pt>
                <c:pt idx="1192">
                  <c:v>143.46593687278053</c:v>
                </c:pt>
                <c:pt idx="1193">
                  <c:v>142.81892176372588</c:v>
                </c:pt>
                <c:pt idx="1194">
                  <c:v>143.44064654745455</c:v>
                </c:pt>
                <c:pt idx="1195">
                  <c:v>144.39489833092304</c:v>
                </c:pt>
                <c:pt idx="1196">
                  <c:v>145.78501434430601</c:v>
                </c:pt>
                <c:pt idx="1197">
                  <c:v>145.71134300991795</c:v>
                </c:pt>
                <c:pt idx="1198">
                  <c:v>145.84458393331872</c:v>
                </c:pt>
                <c:pt idx="1199">
                  <c:v>148.52857646961522</c:v>
                </c:pt>
                <c:pt idx="1200">
                  <c:v>149.25601136825605</c:v>
                </c:pt>
                <c:pt idx="1201">
                  <c:v>150.36842051387788</c:v>
                </c:pt>
                <c:pt idx="1202">
                  <c:v>148.77291806152718</c:v>
                </c:pt>
                <c:pt idx="1203">
                  <c:v>145.28213557447174</c:v>
                </c:pt>
                <c:pt idx="1204">
                  <c:v>143.97885109250876</c:v>
                </c:pt>
                <c:pt idx="1205">
                  <c:v>145.51494323946747</c:v>
                </c:pt>
                <c:pt idx="1206">
                  <c:v>146.78125053175594</c:v>
                </c:pt>
                <c:pt idx="1207">
                  <c:v>146.98209812005365</c:v>
                </c:pt>
                <c:pt idx="1208">
                  <c:v>147.78969988644005</c:v>
                </c:pt>
                <c:pt idx="1209">
                  <c:v>148.59047416923698</c:v>
                </c:pt>
                <c:pt idx="1210">
                  <c:v>147.75422332131052</c:v>
                </c:pt>
                <c:pt idx="1211">
                  <c:v>151.32214737246829</c:v>
                </c:pt>
                <c:pt idx="1212">
                  <c:v>150.70711308313065</c:v>
                </c:pt>
                <c:pt idx="1213">
                  <c:v>149.89708637640942</c:v>
                </c:pt>
                <c:pt idx="1214">
                  <c:v>149.64357725490817</c:v>
                </c:pt>
                <c:pt idx="1215">
                  <c:v>147.72560166998812</c:v>
                </c:pt>
                <c:pt idx="1216">
                  <c:v>146.8939394851262</c:v>
                </c:pt>
                <c:pt idx="1217">
                  <c:v>145.29250893311541</c:v>
                </c:pt>
                <c:pt idx="1218">
                  <c:v>145.09348617149575</c:v>
                </c:pt>
                <c:pt idx="1219">
                  <c:v>146.06191041603373</c:v>
                </c:pt>
                <c:pt idx="1220">
                  <c:v>146.38990040868336</c:v>
                </c:pt>
                <c:pt idx="1221">
                  <c:v>145.88284254447839</c:v>
                </c:pt>
                <c:pt idx="1222">
                  <c:v>146.783005760995</c:v>
                </c:pt>
                <c:pt idx="1223">
                  <c:v>147.24160588977452</c:v>
                </c:pt>
                <c:pt idx="1224">
                  <c:v>147.2469745761594</c:v>
                </c:pt>
                <c:pt idx="1225">
                  <c:v>146.66208956586357</c:v>
                </c:pt>
                <c:pt idx="1226">
                  <c:v>150.50952290283982</c:v>
                </c:pt>
                <c:pt idx="1227">
                  <c:v>151.46273825352364</c:v>
                </c:pt>
                <c:pt idx="1228">
                  <c:v>150.95621913758876</c:v>
                </c:pt>
                <c:pt idx="1229">
                  <c:v>148.69707195737826</c:v>
                </c:pt>
                <c:pt idx="1230">
                  <c:v>149.08012376996385</c:v>
                </c:pt>
                <c:pt idx="1231">
                  <c:v>150.22755755047913</c:v>
                </c:pt>
                <c:pt idx="1232">
                  <c:v>156.78733078810529</c:v>
                </c:pt>
                <c:pt idx="1233">
                  <c:v>143.57368936533248</c:v>
                </c:pt>
                <c:pt idx="1234">
                  <c:v>150.28005021482466</c:v>
                </c:pt>
                <c:pt idx="1235">
                  <c:v>150.87114611987505</c:v>
                </c:pt>
                <c:pt idx="1236">
                  <c:v>152.50765588706909</c:v>
                </c:pt>
                <c:pt idx="1237">
                  <c:v>152.31859777600204</c:v>
                </c:pt>
                <c:pt idx="1238">
                  <c:v>152.06406252422204</c:v>
                </c:pt>
                <c:pt idx="1239">
                  <c:v>152.53541929849339</c:v>
                </c:pt>
                <c:pt idx="1240">
                  <c:v>152.41953868438873</c:v>
                </c:pt>
                <c:pt idx="1241">
                  <c:v>154.35684426632699</c:v>
                </c:pt>
                <c:pt idx="1242">
                  <c:v>157.28586919430242</c:v>
                </c:pt>
                <c:pt idx="1243">
                  <c:v>158.37967556457323</c:v>
                </c:pt>
                <c:pt idx="1244">
                  <c:v>157.89465661666009</c:v>
                </c:pt>
                <c:pt idx="1245">
                  <c:v>158.16118852099328</c:v>
                </c:pt>
                <c:pt idx="1246">
                  <c:v>161.08697989398615</c:v>
                </c:pt>
                <c:pt idx="1247">
                  <c:v>161.67712188944029</c:v>
                </c:pt>
                <c:pt idx="1248">
                  <c:v>161.59538844846972</c:v>
                </c:pt>
                <c:pt idx="1249">
                  <c:v>160.22966278895521</c:v>
                </c:pt>
                <c:pt idx="1250">
                  <c:v>161.03610131788122</c:v>
                </c:pt>
                <c:pt idx="1251">
                  <c:v>162.61201131513369</c:v>
                </c:pt>
                <c:pt idx="1252">
                  <c:v>162.65627156675717</c:v>
                </c:pt>
                <c:pt idx="1253">
                  <c:v>161.29829353511113</c:v>
                </c:pt>
                <c:pt idx="1254">
                  <c:v>160.86365174233478</c:v>
                </c:pt>
                <c:pt idx="1255">
                  <c:v>159.68704777809415</c:v>
                </c:pt>
                <c:pt idx="1256">
                  <c:v>159.93595974542745</c:v>
                </c:pt>
                <c:pt idx="1257">
                  <c:v>160.36153790752604</c:v>
                </c:pt>
                <c:pt idx="1258">
                  <c:v>160.15736285015822</c:v>
                </c:pt>
                <c:pt idx="1259">
                  <c:v>160.72397938637204</c:v>
                </c:pt>
                <c:pt idx="1260">
                  <c:v>159.63717892516618</c:v>
                </c:pt>
                <c:pt idx="1261">
                  <c:v>159.63472884999311</c:v>
                </c:pt>
                <c:pt idx="1262">
                  <c:v>158.10714134571361</c:v>
                </c:pt>
                <c:pt idx="1263">
                  <c:v>156.62307693312721</c:v>
                </c:pt>
                <c:pt idx="1264">
                  <c:v>155.30737200966396</c:v>
                </c:pt>
                <c:pt idx="1265">
                  <c:v>156.5131543196361</c:v>
                </c:pt>
                <c:pt idx="1266">
                  <c:v>156.83117612381113</c:v>
                </c:pt>
                <c:pt idx="1267">
                  <c:v>157.1231400149189</c:v>
                </c:pt>
                <c:pt idx="1268">
                  <c:v>157.26720989119821</c:v>
                </c:pt>
                <c:pt idx="1269">
                  <c:v>157.33505125116633</c:v>
                </c:pt>
                <c:pt idx="1270">
                  <c:v>156.65932036472654</c:v>
                </c:pt>
                <c:pt idx="1271">
                  <c:v>152.6362721383758</c:v>
                </c:pt>
                <c:pt idx="1272">
                  <c:v>151.46441739954932</c:v>
                </c:pt>
                <c:pt idx="1273">
                  <c:v>152.5128698400878</c:v>
                </c:pt>
                <c:pt idx="1274">
                  <c:v>152.61567004148395</c:v>
                </c:pt>
                <c:pt idx="1275">
                  <c:v>153.72008859760973</c:v>
                </c:pt>
                <c:pt idx="1276">
                  <c:v>153.87783874511675</c:v>
                </c:pt>
                <c:pt idx="1277">
                  <c:v>151.34837443787373</c:v>
                </c:pt>
                <c:pt idx="1278">
                  <c:v>153.71598981644465</c:v>
                </c:pt>
                <c:pt idx="1279">
                  <c:v>153.3297403975464</c:v>
                </c:pt>
                <c:pt idx="1280">
                  <c:v>154.91120600891341</c:v>
                </c:pt>
                <c:pt idx="1281">
                  <c:v>154.29867385821822</c:v>
                </c:pt>
                <c:pt idx="1282">
                  <c:v>155.14104841299346</c:v>
                </c:pt>
                <c:pt idx="1283">
                  <c:v>155.13397497993822</c:v>
                </c:pt>
                <c:pt idx="1284">
                  <c:v>155.83272375238008</c:v>
                </c:pt>
                <c:pt idx="1285">
                  <c:v>156.05962542232754</c:v>
                </c:pt>
                <c:pt idx="1286">
                  <c:v>155.60323450623895</c:v>
                </c:pt>
                <c:pt idx="1287">
                  <c:v>155.77361020500211</c:v>
                </c:pt>
                <c:pt idx="1288">
                  <c:v>156.41273760868589</c:v>
                </c:pt>
                <c:pt idx="1289">
                  <c:v>156.68245675564017</c:v>
                </c:pt>
                <c:pt idx="1290">
                  <c:v>157.2896134830703</c:v>
                </c:pt>
                <c:pt idx="1291">
                  <c:v>156.38128427681707</c:v>
                </c:pt>
                <c:pt idx="1292">
                  <c:v>156.5761672222857</c:v>
                </c:pt>
                <c:pt idx="1293">
                  <c:v>153.94474654469877</c:v>
                </c:pt>
                <c:pt idx="1294">
                  <c:v>155.56954261364189</c:v>
                </c:pt>
                <c:pt idx="1295">
                  <c:v>155.97946655580347</c:v>
                </c:pt>
                <c:pt idx="1296">
                  <c:v>155.22613969335981</c:v>
                </c:pt>
                <c:pt idx="1297">
                  <c:v>158.11198920377478</c:v>
                </c:pt>
                <c:pt idx="1298">
                  <c:v>159.04141158253677</c:v>
                </c:pt>
                <c:pt idx="1299">
                  <c:v>160.75330704173126</c:v>
                </c:pt>
                <c:pt idx="1300">
                  <c:v>162.04023282805613</c:v>
                </c:pt>
                <c:pt idx="1301">
                  <c:v>164.5947373819277</c:v>
                </c:pt>
                <c:pt idx="1302">
                  <c:v>165.51039034659496</c:v>
                </c:pt>
                <c:pt idx="1303">
                  <c:v>164.85568200202354</c:v>
                </c:pt>
                <c:pt idx="1304">
                  <c:v>165.42983336861926</c:v>
                </c:pt>
                <c:pt idx="1305">
                  <c:v>165.96119852905426</c:v>
                </c:pt>
                <c:pt idx="1306">
                  <c:v>164.37286955860156</c:v>
                </c:pt>
                <c:pt idx="1307">
                  <c:v>161.30737087949706</c:v>
                </c:pt>
                <c:pt idx="1308">
                  <c:v>157.77076775141816</c:v>
                </c:pt>
                <c:pt idx="1309">
                  <c:v>156.57347951015058</c:v>
                </c:pt>
                <c:pt idx="1310">
                  <c:v>153.57145269280824</c:v>
                </c:pt>
                <c:pt idx="1311">
                  <c:v>155.27974402169954</c:v>
                </c:pt>
                <c:pt idx="1312">
                  <c:v>155.19628250178175</c:v>
                </c:pt>
                <c:pt idx="1313">
                  <c:v>156.77816567416374</c:v>
                </c:pt>
                <c:pt idx="1314">
                  <c:v>155.52035781357563</c:v>
                </c:pt>
                <c:pt idx="1315">
                  <c:v>157.47939468795158</c:v>
                </c:pt>
                <c:pt idx="1316">
                  <c:v>157.72211981859337</c:v>
                </c:pt>
                <c:pt idx="1317">
                  <c:v>157.41070397764989</c:v>
                </c:pt>
                <c:pt idx="1318">
                  <c:v>155.92672871681648</c:v>
                </c:pt>
                <c:pt idx="1319">
                  <c:v>158.29873885456973</c:v>
                </c:pt>
                <c:pt idx="1320">
                  <c:v>157.89291574237996</c:v>
                </c:pt>
                <c:pt idx="1321">
                  <c:v>155.75385856592496</c:v>
                </c:pt>
                <c:pt idx="1322">
                  <c:v>155.69268923599208</c:v>
                </c:pt>
                <c:pt idx="1323">
                  <c:v>156.58269506499607</c:v>
                </c:pt>
                <c:pt idx="1324">
                  <c:v>154.31680558473647</c:v>
                </c:pt>
                <c:pt idx="1325">
                  <c:v>155.74973351717185</c:v>
                </c:pt>
                <c:pt idx="1326">
                  <c:v>156.40619448964682</c:v>
                </c:pt>
                <c:pt idx="1327">
                  <c:v>157.00948227527471</c:v>
                </c:pt>
                <c:pt idx="1328">
                  <c:v>155.56418248550602</c:v>
                </c:pt>
                <c:pt idx="1329">
                  <c:v>158.54527808415159</c:v>
                </c:pt>
                <c:pt idx="1330">
                  <c:v>158.66451073037797</c:v>
                </c:pt>
                <c:pt idx="1331">
                  <c:v>157.22551413703945</c:v>
                </c:pt>
                <c:pt idx="1332">
                  <c:v>156.11441233603958</c:v>
                </c:pt>
                <c:pt idx="1333">
                  <c:v>157.05189661346748</c:v>
                </c:pt>
                <c:pt idx="1334">
                  <c:v>154.8453553008685</c:v>
                </c:pt>
                <c:pt idx="1335">
                  <c:v>151.87741799423236</c:v>
                </c:pt>
                <c:pt idx="1336">
                  <c:v>152.4665951778685</c:v>
                </c:pt>
                <c:pt idx="1337">
                  <c:v>152.37031797615558</c:v>
                </c:pt>
                <c:pt idx="1338">
                  <c:v>154.60107696650647</c:v>
                </c:pt>
                <c:pt idx="1339">
                  <c:v>158.25427331813756</c:v>
                </c:pt>
                <c:pt idx="1340">
                  <c:v>158.19459488490497</c:v>
                </c:pt>
                <c:pt idx="1341">
                  <c:v>158.17739355112354</c:v>
                </c:pt>
                <c:pt idx="1342">
                  <c:v>156.98293826310254</c:v>
                </c:pt>
                <c:pt idx="1343">
                  <c:v>157.20275043417371</c:v>
                </c:pt>
                <c:pt idx="1344">
                  <c:v>158.97286142876681</c:v>
                </c:pt>
                <c:pt idx="1345">
                  <c:v>160.68205885683219</c:v>
                </c:pt>
                <c:pt idx="1346">
                  <c:v>161.61174070776374</c:v>
                </c:pt>
                <c:pt idx="1347">
                  <c:v>161.47243510868887</c:v>
                </c:pt>
                <c:pt idx="1348">
                  <c:v>161.02713556815445</c:v>
                </c:pt>
                <c:pt idx="1349">
                  <c:v>161.30613710068764</c:v>
                </c:pt>
                <c:pt idx="1350">
                  <c:v>160.76475361828361</c:v>
                </c:pt>
                <c:pt idx="1351">
                  <c:v>160.18060517148515</c:v>
                </c:pt>
                <c:pt idx="1352">
                  <c:v>161.34734013296088</c:v>
                </c:pt>
                <c:pt idx="1353">
                  <c:v>161.36875634851097</c:v>
                </c:pt>
                <c:pt idx="1354">
                  <c:v>158.93225827549875</c:v>
                </c:pt>
                <c:pt idx="1355">
                  <c:v>156.82117739703767</c:v>
                </c:pt>
                <c:pt idx="1356">
                  <c:v>154.8756812444328</c:v>
                </c:pt>
                <c:pt idx="1357">
                  <c:v>152.39861784261129</c:v>
                </c:pt>
                <c:pt idx="1358">
                  <c:v>154.10533700811169</c:v>
                </c:pt>
                <c:pt idx="1359">
                  <c:v>153.85128554212562</c:v>
                </c:pt>
                <c:pt idx="1360">
                  <c:v>153.66420036090895</c:v>
                </c:pt>
                <c:pt idx="1361">
                  <c:v>154.08641828192125</c:v>
                </c:pt>
                <c:pt idx="1362">
                  <c:v>153.00970252389166</c:v>
                </c:pt>
                <c:pt idx="1363">
                  <c:v>152.73177742723669</c:v>
                </c:pt>
                <c:pt idx="1364">
                  <c:v>153.33357309843771</c:v>
                </c:pt>
                <c:pt idx="1365">
                  <c:v>153.68031992248643</c:v>
                </c:pt>
                <c:pt idx="1366">
                  <c:v>151.88871888537051</c:v>
                </c:pt>
                <c:pt idx="1367">
                  <c:v>148.59286269587196</c:v>
                </c:pt>
                <c:pt idx="1368">
                  <c:v>149.61641508843218</c:v>
                </c:pt>
                <c:pt idx="1369">
                  <c:v>148.30570411292661</c:v>
                </c:pt>
                <c:pt idx="1370">
                  <c:v>147.3190339641329</c:v>
                </c:pt>
                <c:pt idx="1371">
                  <c:v>144.94284159260917</c:v>
                </c:pt>
                <c:pt idx="1372">
                  <c:v>141.98744034861716</c:v>
                </c:pt>
                <c:pt idx="1373">
                  <c:v>143.83281691941878</c:v>
                </c:pt>
                <c:pt idx="1374">
                  <c:v>143.9805884071651</c:v>
                </c:pt>
                <c:pt idx="1375">
                  <c:v>145.56303827001398</c:v>
                </c:pt>
                <c:pt idx="1376">
                  <c:v>143.21875569800369</c:v>
                </c:pt>
                <c:pt idx="1377">
                  <c:v>145.60924604765989</c:v>
                </c:pt>
                <c:pt idx="1378">
                  <c:v>143.42499654927173</c:v>
                </c:pt>
                <c:pt idx="1379">
                  <c:v>143.79143923321968</c:v>
                </c:pt>
                <c:pt idx="1380">
                  <c:v>143.56895255634984</c:v>
                </c:pt>
                <c:pt idx="1381">
                  <c:v>143.19509864787361</c:v>
                </c:pt>
                <c:pt idx="1382">
                  <c:v>142.08835246422967</c:v>
                </c:pt>
                <c:pt idx="1383">
                  <c:v>144.26229575262184</c:v>
                </c:pt>
                <c:pt idx="1384">
                  <c:v>145.07652755632958</c:v>
                </c:pt>
                <c:pt idx="1385">
                  <c:v>145.49499913892441</c:v>
                </c:pt>
                <c:pt idx="1386">
                  <c:v>146.21050437023459</c:v>
                </c:pt>
                <c:pt idx="1387">
                  <c:v>145.97388296439374</c:v>
                </c:pt>
                <c:pt idx="1388">
                  <c:v>147.07989688164321</c:v>
                </c:pt>
                <c:pt idx="1389">
                  <c:v>147.44825025487606</c:v>
                </c:pt>
                <c:pt idx="1390">
                  <c:v>146.99300155483729</c:v>
                </c:pt>
                <c:pt idx="1391">
                  <c:v>146.48134855004983</c:v>
                </c:pt>
                <c:pt idx="1392">
                  <c:v>145.25834182616416</c:v>
                </c:pt>
                <c:pt idx="1393">
                  <c:v>145.54886911602304</c:v>
                </c:pt>
                <c:pt idx="1394">
                  <c:v>145.13686139449339</c:v>
                </c:pt>
                <c:pt idx="1395">
                  <c:v>144.36449871875681</c:v>
                </c:pt>
                <c:pt idx="1396">
                  <c:v>144.83332106443905</c:v>
                </c:pt>
                <c:pt idx="1397">
                  <c:v>144.18269349911526</c:v>
                </c:pt>
                <c:pt idx="1398">
                  <c:v>145.60080784684621</c:v>
                </c:pt>
                <c:pt idx="1399">
                  <c:v>145.36802584695278</c:v>
                </c:pt>
                <c:pt idx="1400">
                  <c:v>144.41497391615405</c:v>
                </c:pt>
                <c:pt idx="1401">
                  <c:v>143.36981960265493</c:v>
                </c:pt>
                <c:pt idx="1402">
                  <c:v>142.72994871745396</c:v>
                </c:pt>
                <c:pt idx="1403">
                  <c:v>141.30867752986256</c:v>
                </c:pt>
                <c:pt idx="1404">
                  <c:v>140.7467398889431</c:v>
                </c:pt>
                <c:pt idx="1405">
                  <c:v>141.05344888073225</c:v>
                </c:pt>
                <c:pt idx="1406">
                  <c:v>142.2394113158586</c:v>
                </c:pt>
                <c:pt idx="1407">
                  <c:v>142.6496100956808</c:v>
                </c:pt>
                <c:pt idx="1408">
                  <c:v>142.3080418832206</c:v>
                </c:pt>
                <c:pt idx="1409">
                  <c:v>141.19561315906793</c:v>
                </c:pt>
                <c:pt idx="1410">
                  <c:v>139.99259584052999</c:v>
                </c:pt>
                <c:pt idx="1411">
                  <c:v>140.69232253813831</c:v>
                </c:pt>
                <c:pt idx="1412">
                  <c:v>140.98960466443873</c:v>
                </c:pt>
                <c:pt idx="1413">
                  <c:v>146.78758706595863</c:v>
                </c:pt>
                <c:pt idx="1414">
                  <c:v>148.19016055264072</c:v>
                </c:pt>
                <c:pt idx="1415">
                  <c:v>149.90965686270235</c:v>
                </c:pt>
                <c:pt idx="1416">
                  <c:v>153.89287251054446</c:v>
                </c:pt>
                <c:pt idx="1417">
                  <c:v>152.35183219173999</c:v>
                </c:pt>
                <c:pt idx="1418">
                  <c:v>153.63523223405718</c:v>
                </c:pt>
                <c:pt idx="1419">
                  <c:v>153.92482844386583</c:v>
                </c:pt>
              </c:numCache>
            </c:numRef>
          </c:val>
          <c:smooth val="0"/>
          <c:extLst>
            <c:ext xmlns:c16="http://schemas.microsoft.com/office/drawing/2014/chart" uri="{C3380CC4-5D6E-409C-BE32-E72D297353CC}">
              <c16:uniqueId val="{00000001-C9F5-7A4A-B402-9C2ABB2F5BCB}"/>
            </c:ext>
          </c:extLst>
        </c:ser>
        <c:ser>
          <c:idx val="2"/>
          <c:order val="2"/>
          <c:tx>
            <c:strRef>
              <c:f>FX!$CB$2</c:f>
              <c:strCache>
                <c:ptCount val="1"/>
                <c:pt idx="0">
                  <c:v>NIFTY Pharma</c:v>
                </c:pt>
              </c:strCache>
            </c:strRef>
          </c:tx>
          <c:spPr>
            <a:ln w="12700" cap="rnd">
              <a:solidFill>
                <a:schemeClr val="dk1">
                  <a:tint val="75000"/>
                </a:schemeClr>
              </a:solidFill>
              <a:round/>
            </a:ln>
            <a:effectLst/>
          </c:spPr>
          <c:marker>
            <c:symbol val="none"/>
          </c:marker>
          <c:cat>
            <c:numRef>
              <c:f>FX!$BY$3:$BY$1422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FX!$CB$3:$CB$1422</c:f>
              <c:numCache>
                <c:formatCode>_(* #,##0.00_);_(* \(#,##0.00\);_(* "-"??_);_(@_)</c:formatCode>
                <c:ptCount val="1420"/>
                <c:pt idx="0">
                  <c:v>100</c:v>
                </c:pt>
                <c:pt idx="1">
                  <c:v>100.05512594255732</c:v>
                </c:pt>
                <c:pt idx="2">
                  <c:v>97.666100284762365</c:v>
                </c:pt>
                <c:pt idx="3">
                  <c:v>99.102644620566778</c:v>
                </c:pt>
                <c:pt idx="4">
                  <c:v>99.022364450478548</c:v>
                </c:pt>
                <c:pt idx="5">
                  <c:v>99.744675660973769</c:v>
                </c:pt>
                <c:pt idx="6">
                  <c:v>99.619548563019478</c:v>
                </c:pt>
                <c:pt idx="7">
                  <c:v>99.831628942633657</c:v>
                </c:pt>
                <c:pt idx="8">
                  <c:v>99.52656125897289</c:v>
                </c:pt>
                <c:pt idx="9">
                  <c:v>99.554553011286302</c:v>
                </c:pt>
                <c:pt idx="10">
                  <c:v>100.13472690303101</c:v>
                </c:pt>
                <c:pt idx="11">
                  <c:v>100.2119233287939</c:v>
                </c:pt>
                <c:pt idx="12">
                  <c:v>98.625602924174572</c:v>
                </c:pt>
                <c:pt idx="13">
                  <c:v>96.234313609739786</c:v>
                </c:pt>
                <c:pt idx="14">
                  <c:v>96.73378050623667</c:v>
                </c:pt>
                <c:pt idx="15">
                  <c:v>98.159029769036536</c:v>
                </c:pt>
                <c:pt idx="16">
                  <c:v>98.989851484659411</c:v>
                </c:pt>
                <c:pt idx="17">
                  <c:v>98.310125572233844</c:v>
                </c:pt>
                <c:pt idx="18">
                  <c:v>98.515753081447116</c:v>
                </c:pt>
                <c:pt idx="19">
                  <c:v>95.960794839752012</c:v>
                </c:pt>
                <c:pt idx="20">
                  <c:v>97.044946021436843</c:v>
                </c:pt>
                <c:pt idx="21">
                  <c:v>96.593673919365173</c:v>
                </c:pt>
                <c:pt idx="22">
                  <c:v>97.88689317246893</c:v>
                </c:pt>
                <c:pt idx="23">
                  <c:v>99.379373796587387</c:v>
                </c:pt>
                <c:pt idx="24">
                  <c:v>96.885986894467081</c:v>
                </c:pt>
                <c:pt idx="25">
                  <c:v>96.643188107338233</c:v>
                </c:pt>
                <c:pt idx="26">
                  <c:v>98.046297546573157</c:v>
                </c:pt>
                <c:pt idx="27">
                  <c:v>99.835234459285573</c:v>
                </c:pt>
                <c:pt idx="28">
                  <c:v>99.290719236962374</c:v>
                </c:pt>
                <c:pt idx="29">
                  <c:v>97.849701723233011</c:v>
                </c:pt>
                <c:pt idx="30">
                  <c:v>98.906939653978114</c:v>
                </c:pt>
                <c:pt idx="31">
                  <c:v>98.712158650489968</c:v>
                </c:pt>
                <c:pt idx="32">
                  <c:v>99.075795443323202</c:v>
                </c:pt>
                <c:pt idx="33">
                  <c:v>95.574809441718955</c:v>
                </c:pt>
                <c:pt idx="34">
                  <c:v>94.807959623387632</c:v>
                </c:pt>
                <c:pt idx="35">
                  <c:v>94.572984012146946</c:v>
                </c:pt>
                <c:pt idx="36">
                  <c:v>95.265029816828104</c:v>
                </c:pt>
                <c:pt idx="37">
                  <c:v>96.403712439108801</c:v>
                </c:pt>
                <c:pt idx="38">
                  <c:v>97.049968622980899</c:v>
                </c:pt>
                <c:pt idx="39">
                  <c:v>97.773863337028331</c:v>
                </c:pt>
                <c:pt idx="40">
                  <c:v>97.847565733056157</c:v>
                </c:pt>
                <c:pt idx="41">
                  <c:v>98.323052227654216</c:v>
                </c:pt>
                <c:pt idx="42">
                  <c:v>99.610430085797859</c:v>
                </c:pt>
                <c:pt idx="43">
                  <c:v>100.81863849798258</c:v>
                </c:pt>
                <c:pt idx="44">
                  <c:v>102.19585350802622</c:v>
                </c:pt>
                <c:pt idx="45">
                  <c:v>101.77240559091285</c:v>
                </c:pt>
                <c:pt idx="46">
                  <c:v>101.3973025567533</c:v>
                </c:pt>
                <c:pt idx="47">
                  <c:v>103.14489555601654</c:v>
                </c:pt>
                <c:pt idx="48">
                  <c:v>104.99887008166705</c:v>
                </c:pt>
                <c:pt idx="49">
                  <c:v>103.87474237246893</c:v>
                </c:pt>
                <c:pt idx="50">
                  <c:v>104.97353589615001</c:v>
                </c:pt>
                <c:pt idx="51">
                  <c:v>105.70542793983552</c:v>
                </c:pt>
                <c:pt idx="52">
                  <c:v>106.19835455814386</c:v>
                </c:pt>
                <c:pt idx="53">
                  <c:v>106.00073935795096</c:v>
                </c:pt>
                <c:pt idx="54">
                  <c:v>105.56110575785776</c:v>
                </c:pt>
                <c:pt idx="55">
                  <c:v>104.72335155221809</c:v>
                </c:pt>
                <c:pt idx="56">
                  <c:v>105.79807892913074</c:v>
                </c:pt>
                <c:pt idx="57">
                  <c:v>104.6117394175491</c:v>
                </c:pt>
                <c:pt idx="58">
                  <c:v>105.03673685696248</c:v>
                </c:pt>
                <c:pt idx="59">
                  <c:v>106.45854839611263</c:v>
                </c:pt>
                <c:pt idx="60">
                  <c:v>106.78715404431738</c:v>
                </c:pt>
                <c:pt idx="61">
                  <c:v>105.60558201673078</c:v>
                </c:pt>
                <c:pt idx="62">
                  <c:v>106.01233981112995</c:v>
                </c:pt>
                <c:pt idx="63">
                  <c:v>105.56632783249317</c:v>
                </c:pt>
                <c:pt idx="64">
                  <c:v>104.76991926507097</c:v>
                </c:pt>
                <c:pt idx="65">
                  <c:v>105.74432429441738</c:v>
                </c:pt>
                <c:pt idx="66">
                  <c:v>107.19327041881353</c:v>
                </c:pt>
                <c:pt idx="67">
                  <c:v>107.13225774463572</c:v>
                </c:pt>
                <c:pt idx="68">
                  <c:v>107.17976423581273</c:v>
                </c:pt>
                <c:pt idx="69">
                  <c:v>106.64489513119605</c:v>
                </c:pt>
                <c:pt idx="70">
                  <c:v>106.79759717056044</c:v>
                </c:pt>
                <c:pt idx="71">
                  <c:v>104.89656261324021</c:v>
                </c:pt>
                <c:pt idx="72">
                  <c:v>106.05678719210874</c:v>
                </c:pt>
                <c:pt idx="73">
                  <c:v>106.60983304340699</c:v>
                </c:pt>
                <c:pt idx="74">
                  <c:v>106.36778420347029</c:v>
                </c:pt>
                <c:pt idx="75">
                  <c:v>106.27547129439044</c:v>
                </c:pt>
                <c:pt idx="76">
                  <c:v>106.07519742708561</c:v>
                </c:pt>
                <c:pt idx="77">
                  <c:v>105.26508192989292</c:v>
                </c:pt>
                <c:pt idx="78">
                  <c:v>104.39461907152442</c:v>
                </c:pt>
                <c:pt idx="79">
                  <c:v>101.91662423696421</c:v>
                </c:pt>
                <c:pt idx="80">
                  <c:v>101.22852343096126</c:v>
                </c:pt>
                <c:pt idx="81">
                  <c:v>100.78799931693389</c:v>
                </c:pt>
                <c:pt idx="82">
                  <c:v>95.919567999470161</c:v>
                </c:pt>
                <c:pt idx="83">
                  <c:v>97.155967463497078</c:v>
                </c:pt>
                <c:pt idx="84">
                  <c:v>96.20122618361961</c:v>
                </c:pt>
                <c:pt idx="85">
                  <c:v>96.361614481832305</c:v>
                </c:pt>
                <c:pt idx="86">
                  <c:v>95.908827075663908</c:v>
                </c:pt>
                <c:pt idx="87">
                  <c:v>96.113958100485377</c:v>
                </c:pt>
                <c:pt idx="88">
                  <c:v>96.091716423000463</c:v>
                </c:pt>
                <c:pt idx="89">
                  <c:v>97.434263540384649</c:v>
                </c:pt>
                <c:pt idx="90">
                  <c:v>96.489739347011266</c:v>
                </c:pt>
                <c:pt idx="91">
                  <c:v>96.357315436114519</c:v>
                </c:pt>
                <c:pt idx="92">
                  <c:v>95.661269665440045</c:v>
                </c:pt>
                <c:pt idx="93">
                  <c:v>95.678984714368269</c:v>
                </c:pt>
                <c:pt idx="94">
                  <c:v>95.429628601414024</c:v>
                </c:pt>
                <c:pt idx="95">
                  <c:v>96.866159930877586</c:v>
                </c:pt>
                <c:pt idx="96">
                  <c:v>95.885533590400655</c:v>
                </c:pt>
                <c:pt idx="97">
                  <c:v>94.097864370955605</c:v>
                </c:pt>
                <c:pt idx="98">
                  <c:v>92.991037722433333</c:v>
                </c:pt>
                <c:pt idx="99">
                  <c:v>93.541230756234597</c:v>
                </c:pt>
                <c:pt idx="100">
                  <c:v>93.555948253183175</c:v>
                </c:pt>
                <c:pt idx="101">
                  <c:v>92.848114672766528</c:v>
                </c:pt>
                <c:pt idx="102">
                  <c:v>92.56335470851144</c:v>
                </c:pt>
                <c:pt idx="103">
                  <c:v>91.552911767777474</c:v>
                </c:pt>
                <c:pt idx="104">
                  <c:v>89.974781591342833</c:v>
                </c:pt>
                <c:pt idx="105">
                  <c:v>89.361570709295123</c:v>
                </c:pt>
                <c:pt idx="106">
                  <c:v>88.103177459812485</c:v>
                </c:pt>
                <c:pt idx="107">
                  <c:v>90.935162803958264</c:v>
                </c:pt>
                <c:pt idx="108">
                  <c:v>89.606756529578405</c:v>
                </c:pt>
                <c:pt idx="109">
                  <c:v>90.300391064837967</c:v>
                </c:pt>
                <c:pt idx="110">
                  <c:v>91.908028402603051</c:v>
                </c:pt>
                <c:pt idx="111">
                  <c:v>92.056994541551958</c:v>
                </c:pt>
                <c:pt idx="112">
                  <c:v>92.201449452117743</c:v>
                </c:pt>
                <c:pt idx="113">
                  <c:v>93.434993105794575</c:v>
                </c:pt>
                <c:pt idx="114">
                  <c:v>92.518862436842113</c:v>
                </c:pt>
                <c:pt idx="115">
                  <c:v>92.564875794187515</c:v>
                </c:pt>
                <c:pt idx="116">
                  <c:v>92.045555292833626</c:v>
                </c:pt>
                <c:pt idx="117">
                  <c:v>90.669470352021378</c:v>
                </c:pt>
                <c:pt idx="118">
                  <c:v>89.475027650211501</c:v>
                </c:pt>
                <c:pt idx="119">
                  <c:v>91.844708904902788</c:v>
                </c:pt>
                <c:pt idx="120">
                  <c:v>92.087689703231746</c:v>
                </c:pt>
                <c:pt idx="121">
                  <c:v>93.462646304699362</c:v>
                </c:pt>
                <c:pt idx="122">
                  <c:v>93.557734871908877</c:v>
                </c:pt>
                <c:pt idx="123">
                  <c:v>94.566028146009401</c:v>
                </c:pt>
                <c:pt idx="124">
                  <c:v>95.922745791273726</c:v>
                </c:pt>
                <c:pt idx="125">
                  <c:v>95.394064428289184</c:v>
                </c:pt>
                <c:pt idx="126">
                  <c:v>94.064770573663793</c:v>
                </c:pt>
                <c:pt idx="127">
                  <c:v>92.039336476142083</c:v>
                </c:pt>
                <c:pt idx="128">
                  <c:v>92.085044919356008</c:v>
                </c:pt>
                <c:pt idx="129">
                  <c:v>90.423779917002619</c:v>
                </c:pt>
                <c:pt idx="130">
                  <c:v>92.437955363914824</c:v>
                </c:pt>
                <c:pt idx="131">
                  <c:v>93.308070204543981</c:v>
                </c:pt>
                <c:pt idx="132">
                  <c:v>91.932259446293827</c:v>
                </c:pt>
                <c:pt idx="133">
                  <c:v>90.279133957051386</c:v>
                </c:pt>
                <c:pt idx="134">
                  <c:v>91.394555324098491</c:v>
                </c:pt>
                <c:pt idx="135">
                  <c:v>89.887262042305849</c:v>
                </c:pt>
                <c:pt idx="136">
                  <c:v>89.326990215215389</c:v>
                </c:pt>
                <c:pt idx="137">
                  <c:v>87.433587445243475</c:v>
                </c:pt>
                <c:pt idx="138">
                  <c:v>87.100929993775992</c:v>
                </c:pt>
                <c:pt idx="139">
                  <c:v>87.495119196241859</c:v>
                </c:pt>
                <c:pt idx="140">
                  <c:v>88.57150635806174</c:v>
                </c:pt>
                <c:pt idx="141">
                  <c:v>88.532314299885513</c:v>
                </c:pt>
                <c:pt idx="142">
                  <c:v>86.841944463062234</c:v>
                </c:pt>
                <c:pt idx="143">
                  <c:v>85.820127926676605</c:v>
                </c:pt>
                <c:pt idx="144">
                  <c:v>84.927637558993055</c:v>
                </c:pt>
                <c:pt idx="145">
                  <c:v>85.492909252035687</c:v>
                </c:pt>
                <c:pt idx="146">
                  <c:v>85.218491958783801</c:v>
                </c:pt>
                <c:pt idx="147">
                  <c:v>84.536862004101081</c:v>
                </c:pt>
                <c:pt idx="148">
                  <c:v>84.287007034412426</c:v>
                </c:pt>
                <c:pt idx="149">
                  <c:v>85.464613913035237</c:v>
                </c:pt>
                <c:pt idx="150">
                  <c:v>85.403470474123935</c:v>
                </c:pt>
                <c:pt idx="151">
                  <c:v>85.698896557707371</c:v>
                </c:pt>
                <c:pt idx="152">
                  <c:v>85.030720067539491</c:v>
                </c:pt>
                <c:pt idx="153">
                  <c:v>88.626788558470352</c:v>
                </c:pt>
                <c:pt idx="154">
                  <c:v>87.054340852126487</c:v>
                </c:pt>
                <c:pt idx="155">
                  <c:v>88.497278419712785</c:v>
                </c:pt>
                <c:pt idx="156">
                  <c:v>88.623568709463285</c:v>
                </c:pt>
                <c:pt idx="157">
                  <c:v>88.902161491693562</c:v>
                </c:pt>
                <c:pt idx="158">
                  <c:v>88.863513152741973</c:v>
                </c:pt>
                <c:pt idx="159">
                  <c:v>89.508071393419044</c:v>
                </c:pt>
                <c:pt idx="160">
                  <c:v>89.218147195294762</c:v>
                </c:pt>
                <c:pt idx="161">
                  <c:v>88.886872216236767</c:v>
                </c:pt>
                <c:pt idx="162">
                  <c:v>87.035791658301576</c:v>
                </c:pt>
                <c:pt idx="163">
                  <c:v>87.538584529870718</c:v>
                </c:pt>
                <c:pt idx="164">
                  <c:v>86.382494323291766</c:v>
                </c:pt>
                <c:pt idx="165">
                  <c:v>88.670898381748614</c:v>
                </c:pt>
                <c:pt idx="166">
                  <c:v>87.287086801131323</c:v>
                </c:pt>
                <c:pt idx="167">
                  <c:v>87.763415226694249</c:v>
                </c:pt>
                <c:pt idx="168">
                  <c:v>86.392818243726708</c:v>
                </c:pt>
                <c:pt idx="169">
                  <c:v>87.31159044791076</c:v>
                </c:pt>
                <c:pt idx="170">
                  <c:v>85.58855319415153</c:v>
                </c:pt>
                <c:pt idx="171">
                  <c:v>82.957990237475201</c:v>
                </c:pt>
                <c:pt idx="172">
                  <c:v>82.666489154225673</c:v>
                </c:pt>
                <c:pt idx="173">
                  <c:v>82.232083820544702</c:v>
                </c:pt>
                <c:pt idx="174">
                  <c:v>79.35723706333377</c:v>
                </c:pt>
                <c:pt idx="175">
                  <c:v>80.165359582607991</c:v>
                </c:pt>
                <c:pt idx="176">
                  <c:v>80.233781288142282</c:v>
                </c:pt>
                <c:pt idx="177">
                  <c:v>80.736823256158701</c:v>
                </c:pt>
                <c:pt idx="178">
                  <c:v>81.660280934108698</c:v>
                </c:pt>
                <c:pt idx="179">
                  <c:v>81.978012664224394</c:v>
                </c:pt>
                <c:pt idx="180">
                  <c:v>82.366343856997801</c:v>
                </c:pt>
                <c:pt idx="181">
                  <c:v>83.119041014466873</c:v>
                </c:pt>
                <c:pt idx="182">
                  <c:v>84.190371676831958</c:v>
                </c:pt>
                <c:pt idx="183">
                  <c:v>86.11121528203914</c:v>
                </c:pt>
                <c:pt idx="184">
                  <c:v>86.208012654886062</c:v>
                </c:pt>
                <c:pt idx="185">
                  <c:v>85.837534962737365</c:v>
                </c:pt>
                <c:pt idx="186">
                  <c:v>86.419826037628738</c:v>
                </c:pt>
                <c:pt idx="187">
                  <c:v>86.886761586532643</c:v>
                </c:pt>
                <c:pt idx="188">
                  <c:v>87.100424410332224</c:v>
                </c:pt>
                <c:pt idx="189">
                  <c:v>88.450810100428825</c:v>
                </c:pt>
                <c:pt idx="190">
                  <c:v>88.80420197465476</c:v>
                </c:pt>
                <c:pt idx="191">
                  <c:v>87.773335586959419</c:v>
                </c:pt>
                <c:pt idx="192">
                  <c:v>88.098906694801457</c:v>
                </c:pt>
                <c:pt idx="193">
                  <c:v>88.387661821131104</c:v>
                </c:pt>
                <c:pt idx="194">
                  <c:v>86.112909475169431</c:v>
                </c:pt>
                <c:pt idx="195">
                  <c:v>85.849046404632048</c:v>
                </c:pt>
                <c:pt idx="196">
                  <c:v>83.013229607282753</c:v>
                </c:pt>
                <c:pt idx="197">
                  <c:v>84.824379730156807</c:v>
                </c:pt>
                <c:pt idx="198">
                  <c:v>85.876523876243482</c:v>
                </c:pt>
                <c:pt idx="199">
                  <c:v>86.138888268546467</c:v>
                </c:pt>
                <c:pt idx="200">
                  <c:v>88.542815160997463</c:v>
                </c:pt>
                <c:pt idx="201">
                  <c:v>88.459700681577885</c:v>
                </c:pt>
                <c:pt idx="202">
                  <c:v>90.299392248824716</c:v>
                </c:pt>
                <c:pt idx="203">
                  <c:v>89.998894301517396</c:v>
                </c:pt>
                <c:pt idx="204">
                  <c:v>91.040253458816139</c:v>
                </c:pt>
                <c:pt idx="205">
                  <c:v>91.344416515629703</c:v>
                </c:pt>
                <c:pt idx="206">
                  <c:v>90.42033492378593</c:v>
                </c:pt>
                <c:pt idx="207">
                  <c:v>89.297237600616967</c:v>
                </c:pt>
                <c:pt idx="208">
                  <c:v>88.523533382015174</c:v>
                </c:pt>
                <c:pt idx="209">
                  <c:v>89.143710085154851</c:v>
                </c:pt>
                <c:pt idx="210">
                  <c:v>87.911797149597675</c:v>
                </c:pt>
                <c:pt idx="211">
                  <c:v>88.133303564473138</c:v>
                </c:pt>
                <c:pt idx="212">
                  <c:v>88.243511498651699</c:v>
                </c:pt>
                <c:pt idx="213">
                  <c:v>88.582818929104718</c:v>
                </c:pt>
                <c:pt idx="214">
                  <c:v>89.593910889653273</c:v>
                </c:pt>
                <c:pt idx="215">
                  <c:v>89.630525027254123</c:v>
                </c:pt>
                <c:pt idx="216">
                  <c:v>89.135082083517702</c:v>
                </c:pt>
                <c:pt idx="217">
                  <c:v>88.808919325203348</c:v>
                </c:pt>
                <c:pt idx="218">
                  <c:v>89.708085619788534</c:v>
                </c:pt>
                <c:pt idx="219">
                  <c:v>89.482745534257063</c:v>
                </c:pt>
                <c:pt idx="220">
                  <c:v>89.12612435429638</c:v>
                </c:pt>
                <c:pt idx="221">
                  <c:v>89.132904367135808</c:v>
                </c:pt>
                <c:pt idx="222">
                  <c:v>89.379773120459689</c:v>
                </c:pt>
                <c:pt idx="223">
                  <c:v>88.411471246373907</c:v>
                </c:pt>
                <c:pt idx="224">
                  <c:v>89.251335842882099</c:v>
                </c:pt>
                <c:pt idx="225">
                  <c:v>89.263208544412805</c:v>
                </c:pt>
                <c:pt idx="226">
                  <c:v>88.788903536806487</c:v>
                </c:pt>
                <c:pt idx="227">
                  <c:v>88.865653706838259</c:v>
                </c:pt>
                <c:pt idx="228">
                  <c:v>88.943199638671103</c:v>
                </c:pt>
                <c:pt idx="229">
                  <c:v>89.14397794460038</c:v>
                </c:pt>
                <c:pt idx="230">
                  <c:v>87.291296545724506</c:v>
                </c:pt>
                <c:pt idx="231">
                  <c:v>88.214453882033851</c:v>
                </c:pt>
                <c:pt idx="232">
                  <c:v>87.477393504935577</c:v>
                </c:pt>
                <c:pt idx="233">
                  <c:v>88.615588348748432</c:v>
                </c:pt>
                <c:pt idx="234">
                  <c:v>89.280433011752194</c:v>
                </c:pt>
                <c:pt idx="235">
                  <c:v>89.883255754732133</c:v>
                </c:pt>
                <c:pt idx="236">
                  <c:v>90.169317877938383</c:v>
                </c:pt>
                <c:pt idx="237">
                  <c:v>90.777866700323543</c:v>
                </c:pt>
                <c:pt idx="238">
                  <c:v>91.148008182858177</c:v>
                </c:pt>
                <c:pt idx="239">
                  <c:v>92.549695278995628</c:v>
                </c:pt>
                <c:pt idx="240">
                  <c:v>91.707406882360445</c:v>
                </c:pt>
                <c:pt idx="241">
                  <c:v>91.581825821611105</c:v>
                </c:pt>
                <c:pt idx="242">
                  <c:v>91.35764859779627</c:v>
                </c:pt>
                <c:pt idx="243">
                  <c:v>91.790710508851973</c:v>
                </c:pt>
                <c:pt idx="244">
                  <c:v>91.722698548943811</c:v>
                </c:pt>
                <c:pt idx="245">
                  <c:v>92.877673164604531</c:v>
                </c:pt>
                <c:pt idx="246">
                  <c:v>93.009991650790852</c:v>
                </c:pt>
                <c:pt idx="247">
                  <c:v>93.109381572883819</c:v>
                </c:pt>
                <c:pt idx="248">
                  <c:v>90.794991726294697</c:v>
                </c:pt>
                <c:pt idx="249">
                  <c:v>89.669140759780447</c:v>
                </c:pt>
                <c:pt idx="250">
                  <c:v>88.293573435688018</c:v>
                </c:pt>
                <c:pt idx="251">
                  <c:v>87.697264037484786</c:v>
                </c:pt>
                <c:pt idx="252">
                  <c:v>89.961334667165758</c:v>
                </c:pt>
                <c:pt idx="253">
                  <c:v>89.831462959213027</c:v>
                </c:pt>
                <c:pt idx="254">
                  <c:v>90.975592076735992</c:v>
                </c:pt>
                <c:pt idx="255">
                  <c:v>91.281418008714155</c:v>
                </c:pt>
                <c:pt idx="256">
                  <c:v>92.079797275729604</c:v>
                </c:pt>
                <c:pt idx="257">
                  <c:v>91.383527077668575</c:v>
                </c:pt>
                <c:pt idx="258">
                  <c:v>91.891491972798164</c:v>
                </c:pt>
                <c:pt idx="259">
                  <c:v>91.954763178121482</c:v>
                </c:pt>
                <c:pt idx="260">
                  <c:v>90.554753371101938</c:v>
                </c:pt>
                <c:pt idx="261">
                  <c:v>90.463332717000611</c:v>
                </c:pt>
                <c:pt idx="262">
                  <c:v>92.453387003317417</c:v>
                </c:pt>
                <c:pt idx="263">
                  <c:v>92.052897697380658</c:v>
                </c:pt>
                <c:pt idx="264">
                  <c:v>88.988587218659845</c:v>
                </c:pt>
                <c:pt idx="265">
                  <c:v>87.037005192762933</c:v>
                </c:pt>
                <c:pt idx="266">
                  <c:v>86.106037547609205</c:v>
                </c:pt>
                <c:pt idx="267">
                  <c:v>86.751309927829652</c:v>
                </c:pt>
                <c:pt idx="268">
                  <c:v>82.692285951843459</c:v>
                </c:pt>
                <c:pt idx="269">
                  <c:v>82.177747432126523</c:v>
                </c:pt>
                <c:pt idx="270">
                  <c:v>85.63390361714589</c:v>
                </c:pt>
                <c:pt idx="271">
                  <c:v>87.57922983289717</c:v>
                </c:pt>
                <c:pt idx="272">
                  <c:v>82.633992983478009</c:v>
                </c:pt>
                <c:pt idx="273">
                  <c:v>81.367963598305067</c:v>
                </c:pt>
                <c:pt idx="274">
                  <c:v>73.748049897672757</c:v>
                </c:pt>
                <c:pt idx="275">
                  <c:v>77.309386026035966</c:v>
                </c:pt>
                <c:pt idx="276">
                  <c:v>73.824049422443224</c:v>
                </c:pt>
                <c:pt idx="277">
                  <c:v>74.275006062362536</c:v>
                </c:pt>
                <c:pt idx="278">
                  <c:v>71.229417426458298</c:v>
                </c:pt>
                <c:pt idx="279">
                  <c:v>69.861554224568394</c:v>
                </c:pt>
                <c:pt idx="280">
                  <c:v>72.972810279284346</c:v>
                </c:pt>
                <c:pt idx="281">
                  <c:v>66.786242386598516</c:v>
                </c:pt>
                <c:pt idx="282">
                  <c:v>68.398140273911892</c:v>
                </c:pt>
                <c:pt idx="283">
                  <c:v>70.944939769961763</c:v>
                </c:pt>
                <c:pt idx="284">
                  <c:v>71.720632219596624</c:v>
                </c:pt>
                <c:pt idx="285">
                  <c:v>72.110483710767355</c:v>
                </c:pt>
                <c:pt idx="286">
                  <c:v>75.003003626178526</c:v>
                </c:pt>
                <c:pt idx="287">
                  <c:v>73.437459815192213</c:v>
                </c:pt>
                <c:pt idx="288">
                  <c:v>76.489412426089899</c:v>
                </c:pt>
                <c:pt idx="289">
                  <c:v>84.401801770528081</c:v>
                </c:pt>
                <c:pt idx="290">
                  <c:v>90.685956250499643</c:v>
                </c:pt>
                <c:pt idx="291">
                  <c:v>93.316440112439366</c:v>
                </c:pt>
                <c:pt idx="292">
                  <c:v>94.446220580422278</c:v>
                </c:pt>
                <c:pt idx="293">
                  <c:v>94.260857269333414</c:v>
                </c:pt>
                <c:pt idx="294">
                  <c:v>94.063399840515899</c:v>
                </c:pt>
                <c:pt idx="295">
                  <c:v>96.43042724059751</c:v>
                </c:pt>
                <c:pt idx="296">
                  <c:v>96.185895956957125</c:v>
                </c:pt>
                <c:pt idx="297">
                  <c:v>98.136602170491358</c:v>
                </c:pt>
                <c:pt idx="298">
                  <c:v>96.831729611321876</c:v>
                </c:pt>
                <c:pt idx="299">
                  <c:v>97.687279390017579</c:v>
                </c:pt>
                <c:pt idx="300">
                  <c:v>97.830963376480014</c:v>
                </c:pt>
                <c:pt idx="301">
                  <c:v>95.722024765223182</c:v>
                </c:pt>
                <c:pt idx="302">
                  <c:v>95.373811986574992</c:v>
                </c:pt>
                <c:pt idx="303">
                  <c:v>97.577792901116794</c:v>
                </c:pt>
                <c:pt idx="304">
                  <c:v>96.889580455910263</c:v>
                </c:pt>
                <c:pt idx="305">
                  <c:v>96.117737204339988</c:v>
                </c:pt>
                <c:pt idx="306">
                  <c:v>95.601677948443538</c:v>
                </c:pt>
                <c:pt idx="307">
                  <c:v>95.78668389908897</c:v>
                </c:pt>
                <c:pt idx="308">
                  <c:v>94.80949324567581</c:v>
                </c:pt>
                <c:pt idx="309">
                  <c:v>94.342514255464977</c:v>
                </c:pt>
                <c:pt idx="310">
                  <c:v>94.596269025405917</c:v>
                </c:pt>
                <c:pt idx="311">
                  <c:v>98.462238534906263</c:v>
                </c:pt>
                <c:pt idx="312">
                  <c:v>98.985611679005231</c:v>
                </c:pt>
                <c:pt idx="313">
                  <c:v>99.807556466358236</c:v>
                </c:pt>
                <c:pt idx="314">
                  <c:v>98.56486093721432</c:v>
                </c:pt>
                <c:pt idx="315">
                  <c:v>98.439790351142278</c:v>
                </c:pt>
                <c:pt idx="316">
                  <c:v>101.75479566199493</c:v>
                </c:pt>
                <c:pt idx="317">
                  <c:v>102.4994000380174</c:v>
                </c:pt>
                <c:pt idx="318">
                  <c:v>103.17309347061222</c:v>
                </c:pt>
                <c:pt idx="319">
                  <c:v>105.12603436625395</c:v>
                </c:pt>
                <c:pt idx="320">
                  <c:v>105.24915606762366</c:v>
                </c:pt>
                <c:pt idx="321">
                  <c:v>103.53930347900774</c:v>
                </c:pt>
                <c:pt idx="322">
                  <c:v>105.63730679786396</c:v>
                </c:pt>
                <c:pt idx="323">
                  <c:v>105.95527660294694</c:v>
                </c:pt>
                <c:pt idx="324">
                  <c:v>103.26140526868635</c:v>
                </c:pt>
                <c:pt idx="325">
                  <c:v>103.52600520282459</c:v>
                </c:pt>
                <c:pt idx="326">
                  <c:v>103.41029173043222</c:v>
                </c:pt>
                <c:pt idx="327">
                  <c:v>103.1202412759573</c:v>
                </c:pt>
                <c:pt idx="328">
                  <c:v>103.15537574327186</c:v>
                </c:pt>
                <c:pt idx="329">
                  <c:v>103.20654765642355</c:v>
                </c:pt>
                <c:pt idx="330">
                  <c:v>103.3980894919779</c:v>
                </c:pt>
                <c:pt idx="331">
                  <c:v>105.63307566476732</c:v>
                </c:pt>
                <c:pt idx="332">
                  <c:v>107.10566484290725</c:v>
                </c:pt>
                <c:pt idx="333">
                  <c:v>105.21631542724069</c:v>
                </c:pt>
                <c:pt idx="334">
                  <c:v>106.17993556228515</c:v>
                </c:pt>
                <c:pt idx="335">
                  <c:v>105.82661440459057</c:v>
                </c:pt>
                <c:pt idx="336">
                  <c:v>105.67701315432704</c:v>
                </c:pt>
                <c:pt idx="337">
                  <c:v>104.16184316246945</c:v>
                </c:pt>
                <c:pt idx="338">
                  <c:v>103.02065151117195</c:v>
                </c:pt>
                <c:pt idx="339">
                  <c:v>103.78301333760723</c:v>
                </c:pt>
                <c:pt idx="340">
                  <c:v>103.9891463484652</c:v>
                </c:pt>
                <c:pt idx="341">
                  <c:v>103.34047968391724</c:v>
                </c:pt>
                <c:pt idx="342">
                  <c:v>103.96092199921097</c:v>
                </c:pt>
                <c:pt idx="343">
                  <c:v>104.47117740921297</c:v>
                </c:pt>
                <c:pt idx="344">
                  <c:v>104.91459309535666</c:v>
                </c:pt>
                <c:pt idx="345">
                  <c:v>105.40610314991666</c:v>
                </c:pt>
                <c:pt idx="346">
                  <c:v>105.94825965032243</c:v>
                </c:pt>
                <c:pt idx="347">
                  <c:v>108.71500646410833</c:v>
                </c:pt>
                <c:pt idx="348">
                  <c:v>109.86100018314627</c:v>
                </c:pt>
                <c:pt idx="349">
                  <c:v>108.29775748596076</c:v>
                </c:pt>
                <c:pt idx="350">
                  <c:v>106.99668167734006</c:v>
                </c:pt>
                <c:pt idx="351">
                  <c:v>107.34137715373961</c:v>
                </c:pt>
                <c:pt idx="352">
                  <c:v>108.78963196016926</c:v>
                </c:pt>
                <c:pt idx="353">
                  <c:v>107.74012442138056</c:v>
                </c:pt>
                <c:pt idx="354">
                  <c:v>106.03803011700919</c:v>
                </c:pt>
                <c:pt idx="355">
                  <c:v>106.75671869279635</c:v>
                </c:pt>
                <c:pt idx="356">
                  <c:v>110.02621452953342</c:v>
                </c:pt>
                <c:pt idx="357">
                  <c:v>113.33701123026471</c:v>
                </c:pt>
                <c:pt idx="358">
                  <c:v>117.47571729990301</c:v>
                </c:pt>
                <c:pt idx="359">
                  <c:v>116.93650158471097</c:v>
                </c:pt>
                <c:pt idx="360">
                  <c:v>118.7427597217002</c:v>
                </c:pt>
                <c:pt idx="361">
                  <c:v>118.46983786068607</c:v>
                </c:pt>
                <c:pt idx="362">
                  <c:v>120.02053266848982</c:v>
                </c:pt>
                <c:pt idx="363">
                  <c:v>119.12337899258586</c:v>
                </c:pt>
                <c:pt idx="364">
                  <c:v>125.64845327643583</c:v>
                </c:pt>
                <c:pt idx="365">
                  <c:v>123.9256635851285</c:v>
                </c:pt>
                <c:pt idx="366">
                  <c:v>122.03413738690415</c:v>
                </c:pt>
                <c:pt idx="367">
                  <c:v>120.83831194386433</c:v>
                </c:pt>
                <c:pt idx="368">
                  <c:v>122.6548251422637</c:v>
                </c:pt>
                <c:pt idx="369">
                  <c:v>122.0588509516723</c:v>
                </c:pt>
                <c:pt idx="370">
                  <c:v>121.9598016212497</c:v>
                </c:pt>
                <c:pt idx="371">
                  <c:v>121.59310148706963</c:v>
                </c:pt>
                <c:pt idx="372">
                  <c:v>121.22683701044235</c:v>
                </c:pt>
                <c:pt idx="373">
                  <c:v>122.21711717389665</c:v>
                </c:pt>
                <c:pt idx="374">
                  <c:v>121.84525074846017</c:v>
                </c:pt>
                <c:pt idx="375">
                  <c:v>121.7892685171129</c:v>
                </c:pt>
                <c:pt idx="376">
                  <c:v>121.69285607188141</c:v>
                </c:pt>
                <c:pt idx="377">
                  <c:v>122.83553667883459</c:v>
                </c:pt>
                <c:pt idx="378">
                  <c:v>124.84013825950977</c:v>
                </c:pt>
                <c:pt idx="379">
                  <c:v>118.61491937439351</c:v>
                </c:pt>
                <c:pt idx="380">
                  <c:v>122.68652684900967</c:v>
                </c:pt>
                <c:pt idx="381">
                  <c:v>123.06229809362404</c:v>
                </c:pt>
                <c:pt idx="382">
                  <c:v>123.64188642481511</c:v>
                </c:pt>
                <c:pt idx="383">
                  <c:v>121.16729801093922</c:v>
                </c:pt>
                <c:pt idx="384">
                  <c:v>121.04270935815725</c:v>
                </c:pt>
                <c:pt idx="385">
                  <c:v>119.02985945811106</c:v>
                </c:pt>
                <c:pt idx="386">
                  <c:v>120.88856073676328</c:v>
                </c:pt>
                <c:pt idx="387">
                  <c:v>121.40626840647329</c:v>
                </c:pt>
                <c:pt idx="388">
                  <c:v>121.314785492703</c:v>
                </c:pt>
                <c:pt idx="389">
                  <c:v>120.60584673608844</c:v>
                </c:pt>
                <c:pt idx="390">
                  <c:v>122.88092256802173</c:v>
                </c:pt>
                <c:pt idx="391">
                  <c:v>124.87734822428324</c:v>
                </c:pt>
                <c:pt idx="392">
                  <c:v>125.45696689662866</c:v>
                </c:pt>
                <c:pt idx="393">
                  <c:v>132.43791373463819</c:v>
                </c:pt>
                <c:pt idx="394">
                  <c:v>126.80033040818363</c:v>
                </c:pt>
                <c:pt idx="395">
                  <c:v>127.32070467488815</c:v>
                </c:pt>
                <c:pt idx="396">
                  <c:v>125.04876346078622</c:v>
                </c:pt>
                <c:pt idx="397">
                  <c:v>120.80179224276253</c:v>
                </c:pt>
                <c:pt idx="398">
                  <c:v>123.91335164502239</c:v>
                </c:pt>
                <c:pt idx="399">
                  <c:v>126.32609360022278</c:v>
                </c:pt>
                <c:pt idx="400">
                  <c:v>124.91995133649058</c:v>
                </c:pt>
                <c:pt idx="401">
                  <c:v>125.688151536264</c:v>
                </c:pt>
                <c:pt idx="402">
                  <c:v>126.9353591318195</c:v>
                </c:pt>
                <c:pt idx="403">
                  <c:v>129.30473603878031</c:v>
                </c:pt>
                <c:pt idx="404">
                  <c:v>128.96448129051197</c:v>
                </c:pt>
                <c:pt idx="405">
                  <c:v>127.96437680542563</c:v>
                </c:pt>
                <c:pt idx="406">
                  <c:v>131.24212036584819</c:v>
                </c:pt>
                <c:pt idx="407">
                  <c:v>129.6142765389028</c:v>
                </c:pt>
                <c:pt idx="408">
                  <c:v>130.8045288220161</c:v>
                </c:pt>
                <c:pt idx="409">
                  <c:v>128.16904847135336</c:v>
                </c:pt>
                <c:pt idx="410">
                  <c:v>127.17863976125011</c:v>
                </c:pt>
                <c:pt idx="411">
                  <c:v>125.14644983505963</c:v>
                </c:pt>
                <c:pt idx="412">
                  <c:v>126.84150777697893</c:v>
                </c:pt>
                <c:pt idx="413">
                  <c:v>124.66062930882093</c:v>
                </c:pt>
                <c:pt idx="414">
                  <c:v>125.10363549038992</c:v>
                </c:pt>
                <c:pt idx="415">
                  <c:v>123.49667647333477</c:v>
                </c:pt>
                <c:pt idx="416">
                  <c:v>123.17464329319151</c:v>
                </c:pt>
                <c:pt idx="417">
                  <c:v>121.1112288265988</c:v>
                </c:pt>
                <c:pt idx="418">
                  <c:v>122.97977453088112</c:v>
                </c:pt>
                <c:pt idx="419">
                  <c:v>120.96171958911916</c:v>
                </c:pt>
                <c:pt idx="420">
                  <c:v>119.56580089503228</c:v>
                </c:pt>
                <c:pt idx="421">
                  <c:v>119.75485246869047</c:v>
                </c:pt>
                <c:pt idx="422">
                  <c:v>118.46716319434162</c:v>
                </c:pt>
                <c:pt idx="423">
                  <c:v>120.42920602428023</c:v>
                </c:pt>
                <c:pt idx="424">
                  <c:v>122.45229717920924</c:v>
                </c:pt>
                <c:pt idx="425">
                  <c:v>124.17268311467132</c:v>
                </c:pt>
                <c:pt idx="426">
                  <c:v>123.66368685600641</c:v>
                </c:pt>
                <c:pt idx="427">
                  <c:v>124.42082308262867</c:v>
                </c:pt>
                <c:pt idx="428">
                  <c:v>118.57549351067124</c:v>
                </c:pt>
                <c:pt idx="429">
                  <c:v>122.76920628681155</c:v>
                </c:pt>
                <c:pt idx="430">
                  <c:v>122.76642251925141</c:v>
                </c:pt>
                <c:pt idx="431">
                  <c:v>123.72829176848225</c:v>
                </c:pt>
                <c:pt idx="432">
                  <c:v>123.54021636622724</c:v>
                </c:pt>
                <c:pt idx="433">
                  <c:v>123.03893231788359</c:v>
                </c:pt>
                <c:pt idx="434">
                  <c:v>122.72506489002041</c:v>
                </c:pt>
                <c:pt idx="435">
                  <c:v>122.46010522227829</c:v>
                </c:pt>
                <c:pt idx="436">
                  <c:v>124.72763135883994</c:v>
                </c:pt>
                <c:pt idx="437">
                  <c:v>126.53652356943604</c:v>
                </c:pt>
                <c:pt idx="438">
                  <c:v>123.91902965272988</c:v>
                </c:pt>
                <c:pt idx="439">
                  <c:v>125.68752137387223</c:v>
                </c:pt>
                <c:pt idx="440">
                  <c:v>126.09116989077256</c:v>
                </c:pt>
                <c:pt idx="441">
                  <c:v>129.10168554740255</c:v>
                </c:pt>
                <c:pt idx="442">
                  <c:v>129.31802077093371</c:v>
                </c:pt>
                <c:pt idx="443">
                  <c:v>131.98935180280066</c:v>
                </c:pt>
                <c:pt idx="444">
                  <c:v>134.10690396197685</c:v>
                </c:pt>
                <c:pt idx="445">
                  <c:v>132.52720301361171</c:v>
                </c:pt>
                <c:pt idx="446">
                  <c:v>133.23071884948683</c:v>
                </c:pt>
                <c:pt idx="447">
                  <c:v>133.05043075289467</c:v>
                </c:pt>
                <c:pt idx="448">
                  <c:v>132.39093381291605</c:v>
                </c:pt>
                <c:pt idx="449">
                  <c:v>133.48643722993742</c:v>
                </c:pt>
                <c:pt idx="450">
                  <c:v>134.46292321874651</c:v>
                </c:pt>
                <c:pt idx="451">
                  <c:v>135.21185101251197</c:v>
                </c:pt>
                <c:pt idx="452">
                  <c:v>136.77707122882572</c:v>
                </c:pt>
                <c:pt idx="453">
                  <c:v>131.34620724633027</c:v>
                </c:pt>
                <c:pt idx="454">
                  <c:v>133.83188332134014</c:v>
                </c:pt>
                <c:pt idx="455">
                  <c:v>136.12663039229489</c:v>
                </c:pt>
                <c:pt idx="456">
                  <c:v>137.78855314548176</c:v>
                </c:pt>
                <c:pt idx="457">
                  <c:v>137.41923697810691</c:v>
                </c:pt>
                <c:pt idx="458">
                  <c:v>137.09421740306166</c:v>
                </c:pt>
                <c:pt idx="459">
                  <c:v>136.88073984966582</c:v>
                </c:pt>
                <c:pt idx="460">
                  <c:v>137.86273659528683</c:v>
                </c:pt>
                <c:pt idx="461">
                  <c:v>138.78122376877258</c:v>
                </c:pt>
                <c:pt idx="462">
                  <c:v>141.90055075286531</c:v>
                </c:pt>
                <c:pt idx="463">
                  <c:v>141.89039239057507</c:v>
                </c:pt>
                <c:pt idx="464">
                  <c:v>141.31165127662615</c:v>
                </c:pt>
                <c:pt idx="465">
                  <c:v>140.70546250676594</c:v>
                </c:pt>
                <c:pt idx="466">
                  <c:v>142.58372080863148</c:v>
                </c:pt>
                <c:pt idx="467">
                  <c:v>143.8675511919117</c:v>
                </c:pt>
                <c:pt idx="468">
                  <c:v>142.22143533766618</c:v>
                </c:pt>
                <c:pt idx="469">
                  <c:v>141.3295520976724</c:v>
                </c:pt>
                <c:pt idx="470">
                  <c:v>142.57654165521933</c:v>
                </c:pt>
                <c:pt idx="471">
                  <c:v>140.41326709086135</c:v>
                </c:pt>
                <c:pt idx="472">
                  <c:v>136.52106538096427</c:v>
                </c:pt>
                <c:pt idx="473">
                  <c:v>138.51833683454029</c:v>
                </c:pt>
                <c:pt idx="474">
                  <c:v>138.78614580396356</c:v>
                </c:pt>
                <c:pt idx="475">
                  <c:v>137.08740244742432</c:v>
                </c:pt>
                <c:pt idx="476">
                  <c:v>135.29373667721066</c:v>
                </c:pt>
                <c:pt idx="477">
                  <c:v>137.81351567225488</c:v>
                </c:pt>
                <c:pt idx="478">
                  <c:v>135.20336694630447</c:v>
                </c:pt>
                <c:pt idx="479">
                  <c:v>133.66330181903834</c:v>
                </c:pt>
                <c:pt idx="480">
                  <c:v>131.43741932356301</c:v>
                </c:pt>
                <c:pt idx="481">
                  <c:v>130.59715618419622</c:v>
                </c:pt>
                <c:pt idx="482">
                  <c:v>137.25373300780433</c:v>
                </c:pt>
                <c:pt idx="483">
                  <c:v>137.64971476724199</c:v>
                </c:pt>
                <c:pt idx="484">
                  <c:v>139.96798766294603</c:v>
                </c:pt>
                <c:pt idx="485">
                  <c:v>140.2577987339842</c:v>
                </c:pt>
                <c:pt idx="486">
                  <c:v>138.49769801636478</c:v>
                </c:pt>
                <c:pt idx="487">
                  <c:v>139.58167141090308</c:v>
                </c:pt>
                <c:pt idx="488">
                  <c:v>139.97575413368307</c:v>
                </c:pt>
                <c:pt idx="489">
                  <c:v>138.37333404466423</c:v>
                </c:pt>
                <c:pt idx="490">
                  <c:v>137.9334008355122</c:v>
                </c:pt>
                <c:pt idx="491">
                  <c:v>138.72085089150676</c:v>
                </c:pt>
                <c:pt idx="492">
                  <c:v>136.12613489304553</c:v>
                </c:pt>
                <c:pt idx="493">
                  <c:v>135.59520213473101</c:v>
                </c:pt>
                <c:pt idx="494">
                  <c:v>133.75260226390077</c:v>
                </c:pt>
                <c:pt idx="495">
                  <c:v>130.99895718451739</c:v>
                </c:pt>
                <c:pt idx="496">
                  <c:v>130.96072804907493</c:v>
                </c:pt>
                <c:pt idx="497">
                  <c:v>131.17194530984199</c:v>
                </c:pt>
                <c:pt idx="498">
                  <c:v>128.66335151125779</c:v>
                </c:pt>
                <c:pt idx="499">
                  <c:v>129.98897959567682</c:v>
                </c:pt>
                <c:pt idx="500">
                  <c:v>131.65791953191862</c:v>
                </c:pt>
                <c:pt idx="501">
                  <c:v>133.489265425632</c:v>
                </c:pt>
                <c:pt idx="502">
                  <c:v>133.83665374036647</c:v>
                </c:pt>
                <c:pt idx="503">
                  <c:v>132.0327918263778</c:v>
                </c:pt>
                <c:pt idx="504">
                  <c:v>132.09781387879227</c:v>
                </c:pt>
                <c:pt idx="505">
                  <c:v>130.74644239264521</c:v>
                </c:pt>
                <c:pt idx="506">
                  <c:v>132.94213093774474</c:v>
                </c:pt>
                <c:pt idx="507">
                  <c:v>132.07269962686715</c:v>
                </c:pt>
                <c:pt idx="508">
                  <c:v>130.29596753594217</c:v>
                </c:pt>
                <c:pt idx="509">
                  <c:v>130.58184387823167</c:v>
                </c:pt>
                <c:pt idx="510">
                  <c:v>127.97096986211687</c:v>
                </c:pt>
                <c:pt idx="511">
                  <c:v>126.76179715943083</c:v>
                </c:pt>
                <c:pt idx="512">
                  <c:v>129.00315959870775</c:v>
                </c:pt>
                <c:pt idx="513">
                  <c:v>129.76894734959461</c:v>
                </c:pt>
                <c:pt idx="514">
                  <c:v>129.21934031977653</c:v>
                </c:pt>
                <c:pt idx="515">
                  <c:v>128.22083319507516</c:v>
                </c:pt>
                <c:pt idx="516">
                  <c:v>129.30746782628304</c:v>
                </c:pt>
                <c:pt idx="517">
                  <c:v>131.66972645121189</c:v>
                </c:pt>
                <c:pt idx="518">
                  <c:v>131.54598069544514</c:v>
                </c:pt>
                <c:pt idx="519">
                  <c:v>132.66613532169049</c:v>
                </c:pt>
                <c:pt idx="520">
                  <c:v>132.30634850777079</c:v>
                </c:pt>
                <c:pt idx="521">
                  <c:v>134.85407475651917</c:v>
                </c:pt>
                <c:pt idx="522">
                  <c:v>133.60793043467481</c:v>
                </c:pt>
                <c:pt idx="523">
                  <c:v>136.71645291049728</c:v>
                </c:pt>
                <c:pt idx="524">
                  <c:v>136.43219912936638</c:v>
                </c:pt>
                <c:pt idx="525">
                  <c:v>136.12033826250993</c:v>
                </c:pt>
                <c:pt idx="526">
                  <c:v>139.8445625026819</c:v>
                </c:pt>
                <c:pt idx="527">
                  <c:v>139.47098453713608</c:v>
                </c:pt>
                <c:pt idx="528">
                  <c:v>141.55957858669879</c:v>
                </c:pt>
                <c:pt idx="529">
                  <c:v>140.65735324064403</c:v>
                </c:pt>
                <c:pt idx="530">
                  <c:v>140.0834892264626</c:v>
                </c:pt>
                <c:pt idx="531">
                  <c:v>140.33673230002384</c:v>
                </c:pt>
                <c:pt idx="532">
                  <c:v>141.48029755099333</c:v>
                </c:pt>
                <c:pt idx="533">
                  <c:v>143.36127962633282</c:v>
                </c:pt>
                <c:pt idx="534">
                  <c:v>143.46160295141564</c:v>
                </c:pt>
                <c:pt idx="535">
                  <c:v>146.77774670263744</c:v>
                </c:pt>
                <c:pt idx="536">
                  <c:v>146.48897113328491</c:v>
                </c:pt>
                <c:pt idx="537">
                  <c:v>146.87189233136118</c:v>
                </c:pt>
                <c:pt idx="538">
                  <c:v>151.66284857258549</c:v>
                </c:pt>
                <c:pt idx="539">
                  <c:v>150.88447675788623</c:v>
                </c:pt>
                <c:pt idx="540">
                  <c:v>150.89372211356999</c:v>
                </c:pt>
                <c:pt idx="541">
                  <c:v>149.1032043839279</c:v>
                </c:pt>
                <c:pt idx="542">
                  <c:v>149.07905746261812</c:v>
                </c:pt>
                <c:pt idx="543">
                  <c:v>149.21795382144072</c:v>
                </c:pt>
                <c:pt idx="544">
                  <c:v>151.1819002248784</c:v>
                </c:pt>
                <c:pt idx="545">
                  <c:v>150.53643972132241</c:v>
                </c:pt>
                <c:pt idx="546">
                  <c:v>150.98270699540126</c:v>
                </c:pt>
                <c:pt idx="547">
                  <c:v>151.68876530212771</c:v>
                </c:pt>
                <c:pt idx="548">
                  <c:v>152.4797621802833</c:v>
                </c:pt>
                <c:pt idx="549">
                  <c:v>152.88179077944139</c:v>
                </c:pt>
                <c:pt idx="550">
                  <c:v>150.79156671679303</c:v>
                </c:pt>
                <c:pt idx="551">
                  <c:v>152.06474746217526</c:v>
                </c:pt>
                <c:pt idx="552">
                  <c:v>152.20206465822457</c:v>
                </c:pt>
                <c:pt idx="553">
                  <c:v>152.30220312442663</c:v>
                </c:pt>
                <c:pt idx="554">
                  <c:v>152.08425023291943</c:v>
                </c:pt>
                <c:pt idx="555">
                  <c:v>152.13944929487894</c:v>
                </c:pt>
                <c:pt idx="556">
                  <c:v>152.24258587157397</c:v>
                </c:pt>
                <c:pt idx="557">
                  <c:v>153.48035806844939</c:v>
                </c:pt>
                <c:pt idx="558">
                  <c:v>154.49807515116501</c:v>
                </c:pt>
                <c:pt idx="559">
                  <c:v>156.14062785554711</c:v>
                </c:pt>
                <c:pt idx="560">
                  <c:v>155.54807316106408</c:v>
                </c:pt>
                <c:pt idx="561">
                  <c:v>153.99791272118446</c:v>
                </c:pt>
                <c:pt idx="562">
                  <c:v>152.65263536454765</c:v>
                </c:pt>
                <c:pt idx="563">
                  <c:v>150.47281868517524</c:v>
                </c:pt>
                <c:pt idx="564">
                  <c:v>149.09238541795764</c:v>
                </c:pt>
                <c:pt idx="565">
                  <c:v>149.6324247947106</c:v>
                </c:pt>
                <c:pt idx="566">
                  <c:v>149.80538120277259</c:v>
                </c:pt>
                <c:pt idx="567">
                  <c:v>148.49932230853642</c:v>
                </c:pt>
                <c:pt idx="568">
                  <c:v>148.24262165432572</c:v>
                </c:pt>
                <c:pt idx="569">
                  <c:v>149.4365554993513</c:v>
                </c:pt>
                <c:pt idx="570">
                  <c:v>151.27960518064671</c:v>
                </c:pt>
                <c:pt idx="571">
                  <c:v>152.1239372500992</c:v>
                </c:pt>
                <c:pt idx="572">
                  <c:v>151.63765527765281</c:v>
                </c:pt>
                <c:pt idx="573">
                  <c:v>152.95279620985633</c:v>
                </c:pt>
                <c:pt idx="574">
                  <c:v>153.87628798787873</c:v>
                </c:pt>
                <c:pt idx="575">
                  <c:v>153.86410891053094</c:v>
                </c:pt>
                <c:pt idx="576">
                  <c:v>152.71115304105521</c:v>
                </c:pt>
                <c:pt idx="577">
                  <c:v>152.35089209667487</c:v>
                </c:pt>
                <c:pt idx="578">
                  <c:v>150.50481240029936</c:v>
                </c:pt>
                <c:pt idx="579">
                  <c:v>151.57171400666147</c:v>
                </c:pt>
                <c:pt idx="580">
                  <c:v>152.06235182117146</c:v>
                </c:pt>
                <c:pt idx="581">
                  <c:v>152.94574936068392</c:v>
                </c:pt>
                <c:pt idx="582">
                  <c:v>153.2728160959623</c:v>
                </c:pt>
                <c:pt idx="583">
                  <c:v>152.96183219364238</c:v>
                </c:pt>
                <c:pt idx="584">
                  <c:v>154.51712382165385</c:v>
                </c:pt>
                <c:pt idx="585">
                  <c:v>154.53920646622626</c:v>
                </c:pt>
                <c:pt idx="586">
                  <c:v>152.38889153425231</c:v>
                </c:pt>
                <c:pt idx="587">
                  <c:v>154.41560712909867</c:v>
                </c:pt>
                <c:pt idx="588">
                  <c:v>154.53228543619142</c:v>
                </c:pt>
                <c:pt idx="589">
                  <c:v>155.04553055528913</c:v>
                </c:pt>
                <c:pt idx="590">
                  <c:v>148.42128177738888</c:v>
                </c:pt>
                <c:pt idx="591">
                  <c:v>147.81285895154718</c:v>
                </c:pt>
                <c:pt idx="592">
                  <c:v>147.64592075867964</c:v>
                </c:pt>
                <c:pt idx="593">
                  <c:v>153.2780482533214</c:v>
                </c:pt>
                <c:pt idx="594">
                  <c:v>155.3339637696638</c:v>
                </c:pt>
                <c:pt idx="595">
                  <c:v>155.0722419895335</c:v>
                </c:pt>
                <c:pt idx="596">
                  <c:v>154.67805044808074</c:v>
                </c:pt>
                <c:pt idx="597">
                  <c:v>154.17351563532475</c:v>
                </c:pt>
                <c:pt idx="598">
                  <c:v>154.26530731618269</c:v>
                </c:pt>
                <c:pt idx="599">
                  <c:v>153.61116228024116</c:v>
                </c:pt>
                <c:pt idx="600">
                  <c:v>151.28278956534785</c:v>
                </c:pt>
                <c:pt idx="601">
                  <c:v>149.90326381711955</c:v>
                </c:pt>
                <c:pt idx="602">
                  <c:v>148.981201695858</c:v>
                </c:pt>
                <c:pt idx="603">
                  <c:v>148.09414687564893</c:v>
                </c:pt>
                <c:pt idx="604">
                  <c:v>148.89848767795448</c:v>
                </c:pt>
                <c:pt idx="605">
                  <c:v>149.21136674837413</c:v>
                </c:pt>
                <c:pt idx="606">
                  <c:v>145.14322524019707</c:v>
                </c:pt>
                <c:pt idx="607">
                  <c:v>145.32631636327866</c:v>
                </c:pt>
                <c:pt idx="608">
                  <c:v>147.46263651495099</c:v>
                </c:pt>
                <c:pt idx="609">
                  <c:v>146.65946116583132</c:v>
                </c:pt>
                <c:pt idx="610">
                  <c:v>152.45460051803065</c:v>
                </c:pt>
                <c:pt idx="611">
                  <c:v>154.63812157703222</c:v>
                </c:pt>
                <c:pt idx="612">
                  <c:v>156.13538415706313</c:v>
                </c:pt>
                <c:pt idx="613">
                  <c:v>156.42857333158776</c:v>
                </c:pt>
                <c:pt idx="614">
                  <c:v>156.38429798663191</c:v>
                </c:pt>
                <c:pt idx="615">
                  <c:v>154.68320018564566</c:v>
                </c:pt>
                <c:pt idx="616">
                  <c:v>153.49976319279511</c:v>
                </c:pt>
                <c:pt idx="617">
                  <c:v>153.21345906623387</c:v>
                </c:pt>
                <c:pt idx="618">
                  <c:v>153.71811719370388</c:v>
                </c:pt>
                <c:pt idx="619">
                  <c:v>154.22145766619886</c:v>
                </c:pt>
                <c:pt idx="620">
                  <c:v>154.94017476096369</c:v>
                </c:pt>
                <c:pt idx="621">
                  <c:v>155.48378107256943</c:v>
                </c:pt>
                <c:pt idx="622">
                  <c:v>153.89338268662152</c:v>
                </c:pt>
                <c:pt idx="623">
                  <c:v>153.02400001996466</c:v>
                </c:pt>
                <c:pt idx="624">
                  <c:v>153.67704380680786</c:v>
                </c:pt>
                <c:pt idx="625">
                  <c:v>152.76831647982843</c:v>
                </c:pt>
                <c:pt idx="626">
                  <c:v>151.42788004392605</c:v>
                </c:pt>
                <c:pt idx="627">
                  <c:v>151.34507469541521</c:v>
                </c:pt>
                <c:pt idx="628">
                  <c:v>153.05217056010335</c:v>
                </c:pt>
                <c:pt idx="629">
                  <c:v>153.49475306087504</c:v>
                </c:pt>
                <c:pt idx="630">
                  <c:v>154.76076187177446</c:v>
                </c:pt>
                <c:pt idx="631">
                  <c:v>157.19071380112766</c:v>
                </c:pt>
                <c:pt idx="632">
                  <c:v>155.79986827572193</c:v>
                </c:pt>
                <c:pt idx="633">
                  <c:v>152.67728460746315</c:v>
                </c:pt>
                <c:pt idx="634">
                  <c:v>153.26022448962084</c:v>
                </c:pt>
                <c:pt idx="635">
                  <c:v>152.48980652171116</c:v>
                </c:pt>
                <c:pt idx="636">
                  <c:v>153.54616624046432</c:v>
                </c:pt>
                <c:pt idx="637">
                  <c:v>152.98099290775531</c:v>
                </c:pt>
                <c:pt idx="638">
                  <c:v>153.27157255806407</c:v>
                </c:pt>
                <c:pt idx="639">
                  <c:v>154.09974384152713</c:v>
                </c:pt>
                <c:pt idx="640">
                  <c:v>152.65468534156744</c:v>
                </c:pt>
                <c:pt idx="641">
                  <c:v>150.41843673144467</c:v>
                </c:pt>
                <c:pt idx="642">
                  <c:v>148.83209303002204</c:v>
                </c:pt>
                <c:pt idx="643">
                  <c:v>149.32585120462167</c:v>
                </c:pt>
                <c:pt idx="644">
                  <c:v>146.96480732970659</c:v>
                </c:pt>
                <c:pt idx="645">
                  <c:v>146.53333048206903</c:v>
                </c:pt>
                <c:pt idx="646">
                  <c:v>145.11004810169442</c:v>
                </c:pt>
                <c:pt idx="647">
                  <c:v>146.21979303367351</c:v>
                </c:pt>
                <c:pt idx="648">
                  <c:v>147.7273156991655</c:v>
                </c:pt>
                <c:pt idx="649">
                  <c:v>147.46692302989626</c:v>
                </c:pt>
                <c:pt idx="650">
                  <c:v>146.74069394362886</c:v>
                </c:pt>
                <c:pt idx="651">
                  <c:v>147.37358404300917</c:v>
                </c:pt>
                <c:pt idx="652">
                  <c:v>147.25317333094313</c:v>
                </c:pt>
                <c:pt idx="653">
                  <c:v>147.92734929660674</c:v>
                </c:pt>
                <c:pt idx="654">
                  <c:v>147.78138415929445</c:v>
                </c:pt>
                <c:pt idx="655">
                  <c:v>145.12124311433524</c:v>
                </c:pt>
                <c:pt idx="656">
                  <c:v>145.7333299419403</c:v>
                </c:pt>
                <c:pt idx="657">
                  <c:v>144.29955225019361</c:v>
                </c:pt>
                <c:pt idx="658">
                  <c:v>143.23512224616528</c:v>
                </c:pt>
                <c:pt idx="659">
                  <c:v>140.29503678798685</c:v>
                </c:pt>
                <c:pt idx="660">
                  <c:v>142.65463196106958</c:v>
                </c:pt>
                <c:pt idx="661">
                  <c:v>141.97560635168921</c:v>
                </c:pt>
                <c:pt idx="662">
                  <c:v>143.6528712919945</c:v>
                </c:pt>
                <c:pt idx="663">
                  <c:v>146.09464714574708</c:v>
                </c:pt>
                <c:pt idx="664">
                  <c:v>143.20649919164345</c:v>
                </c:pt>
                <c:pt idx="665">
                  <c:v>143.35817452453287</c:v>
                </c:pt>
                <c:pt idx="666">
                  <c:v>142.41802822629646</c:v>
                </c:pt>
                <c:pt idx="667">
                  <c:v>141.25519553252411</c:v>
                </c:pt>
                <c:pt idx="668">
                  <c:v>138.03610923914312</c:v>
                </c:pt>
                <c:pt idx="669">
                  <c:v>138.37481882844091</c:v>
                </c:pt>
                <c:pt idx="670">
                  <c:v>140.2372895529893</c:v>
                </c:pt>
                <c:pt idx="671">
                  <c:v>140.35142643343923</c:v>
                </c:pt>
                <c:pt idx="672">
                  <c:v>139.90991624531952</c:v>
                </c:pt>
                <c:pt idx="673">
                  <c:v>139.77256705898012</c:v>
                </c:pt>
                <c:pt idx="674">
                  <c:v>140.92614958297574</c:v>
                </c:pt>
                <c:pt idx="675">
                  <c:v>140.26334751085727</c:v>
                </c:pt>
                <c:pt idx="676">
                  <c:v>138.38827325079512</c:v>
                </c:pt>
                <c:pt idx="677">
                  <c:v>136.84735835303476</c:v>
                </c:pt>
                <c:pt idx="678">
                  <c:v>136.70418154883998</c:v>
                </c:pt>
                <c:pt idx="679">
                  <c:v>141.1986142407863</c:v>
                </c:pt>
                <c:pt idx="680">
                  <c:v>140.61027365353587</c:v>
                </c:pt>
                <c:pt idx="681">
                  <c:v>142.89172191835632</c:v>
                </c:pt>
                <c:pt idx="682">
                  <c:v>144.20493562949099</c:v>
                </c:pt>
                <c:pt idx="683">
                  <c:v>146.67242250338887</c:v>
                </c:pt>
                <c:pt idx="684">
                  <c:v>147.32486042653991</c:v>
                </c:pt>
                <c:pt idx="685">
                  <c:v>148.23681439260565</c:v>
                </c:pt>
                <c:pt idx="686">
                  <c:v>150.09049848340808</c:v>
                </c:pt>
                <c:pt idx="687">
                  <c:v>148.34384292739924</c:v>
                </c:pt>
                <c:pt idx="688">
                  <c:v>148.08687134352462</c:v>
                </c:pt>
                <c:pt idx="689">
                  <c:v>147.24766451552975</c:v>
                </c:pt>
                <c:pt idx="690">
                  <c:v>146.96098936883345</c:v>
                </c:pt>
                <c:pt idx="691">
                  <c:v>147.23096093141271</c:v>
                </c:pt>
                <c:pt idx="692">
                  <c:v>147.64118043628818</c:v>
                </c:pt>
                <c:pt idx="693">
                  <c:v>147.29290965438324</c:v>
                </c:pt>
                <c:pt idx="694">
                  <c:v>149.73360143037567</c:v>
                </c:pt>
                <c:pt idx="695">
                  <c:v>148.44326943755732</c:v>
                </c:pt>
                <c:pt idx="696">
                  <c:v>147.36216672082918</c:v>
                </c:pt>
                <c:pt idx="697">
                  <c:v>145.03091899384407</c:v>
                </c:pt>
                <c:pt idx="698">
                  <c:v>144.51585899475606</c:v>
                </c:pt>
                <c:pt idx="699">
                  <c:v>142.55637851748924</c:v>
                </c:pt>
                <c:pt idx="700">
                  <c:v>139.98717085054199</c:v>
                </c:pt>
                <c:pt idx="701">
                  <c:v>137.32120758180008</c:v>
                </c:pt>
                <c:pt idx="702">
                  <c:v>134.65727781890448</c:v>
                </c:pt>
                <c:pt idx="703">
                  <c:v>136.47518316811474</c:v>
                </c:pt>
                <c:pt idx="704">
                  <c:v>138.51477469069937</c:v>
                </c:pt>
                <c:pt idx="705">
                  <c:v>142.47461460953585</c:v>
                </c:pt>
                <c:pt idx="706">
                  <c:v>143.64534595302399</c:v>
                </c:pt>
                <c:pt idx="707">
                  <c:v>143.32584923741956</c:v>
                </c:pt>
                <c:pt idx="708">
                  <c:v>143.18936191553189</c:v>
                </c:pt>
                <c:pt idx="709">
                  <c:v>141.822489266285</c:v>
                </c:pt>
                <c:pt idx="710">
                  <c:v>142.90246004566617</c:v>
                </c:pt>
                <c:pt idx="711">
                  <c:v>143.12554980266404</c:v>
                </c:pt>
                <c:pt idx="712">
                  <c:v>141.25829193336051</c:v>
                </c:pt>
                <c:pt idx="713">
                  <c:v>138.19402345172014</c:v>
                </c:pt>
                <c:pt idx="714">
                  <c:v>139.08786344996011</c:v>
                </c:pt>
                <c:pt idx="715">
                  <c:v>140.87725551120434</c:v>
                </c:pt>
                <c:pt idx="716">
                  <c:v>139.81098756190536</c:v>
                </c:pt>
                <c:pt idx="717">
                  <c:v>138.90194616046773</c:v>
                </c:pt>
                <c:pt idx="718">
                  <c:v>137.0206580670673</c:v>
                </c:pt>
                <c:pt idx="719">
                  <c:v>136.30401208388597</c:v>
                </c:pt>
                <c:pt idx="720">
                  <c:v>137.00553830878602</c:v>
                </c:pt>
                <c:pt idx="721">
                  <c:v>130.8634581497046</c:v>
                </c:pt>
                <c:pt idx="722">
                  <c:v>135.00104334760067</c:v>
                </c:pt>
                <c:pt idx="723">
                  <c:v>132.03585763508534</c:v>
                </c:pt>
                <c:pt idx="724">
                  <c:v>131.57473797886325</c:v>
                </c:pt>
                <c:pt idx="725">
                  <c:v>130.40883226176382</c:v>
                </c:pt>
                <c:pt idx="726">
                  <c:v>128.50787547030882</c:v>
                </c:pt>
                <c:pt idx="727">
                  <c:v>131.63237253758592</c:v>
                </c:pt>
                <c:pt idx="728">
                  <c:v>133.87293665590761</c:v>
                </c:pt>
                <c:pt idx="729">
                  <c:v>135.35985646701994</c:v>
                </c:pt>
                <c:pt idx="730">
                  <c:v>138.11194450678911</c:v>
                </c:pt>
                <c:pt idx="731">
                  <c:v>137.31614687004682</c:v>
                </c:pt>
                <c:pt idx="732">
                  <c:v>137.19247591382415</c:v>
                </c:pt>
                <c:pt idx="733">
                  <c:v>138.01778254628172</c:v>
                </c:pt>
                <c:pt idx="734">
                  <c:v>140.62552221972095</c:v>
                </c:pt>
                <c:pt idx="735">
                  <c:v>139.38928691519789</c:v>
                </c:pt>
                <c:pt idx="736">
                  <c:v>140.32755766739709</c:v>
                </c:pt>
                <c:pt idx="737">
                  <c:v>141.64422399663192</c:v>
                </c:pt>
                <c:pt idx="738">
                  <c:v>140.73113749782274</c:v>
                </c:pt>
                <c:pt idx="739">
                  <c:v>140.12276666083639</c:v>
                </c:pt>
                <c:pt idx="740">
                  <c:v>142.81520760722964</c:v>
                </c:pt>
                <c:pt idx="741">
                  <c:v>142.93385726019369</c:v>
                </c:pt>
                <c:pt idx="742">
                  <c:v>141.18134973464032</c:v>
                </c:pt>
                <c:pt idx="743">
                  <c:v>141.13769715186987</c:v>
                </c:pt>
                <c:pt idx="744">
                  <c:v>143.31349939627108</c:v>
                </c:pt>
                <c:pt idx="745">
                  <c:v>143.38207899474554</c:v>
                </c:pt>
                <c:pt idx="746">
                  <c:v>143.58905142618221</c:v>
                </c:pt>
                <c:pt idx="747">
                  <c:v>143.87570349908103</c:v>
                </c:pt>
                <c:pt idx="748">
                  <c:v>143.52392343455634</c:v>
                </c:pt>
                <c:pt idx="749">
                  <c:v>142.27637567408885</c:v>
                </c:pt>
                <c:pt idx="750">
                  <c:v>142.35754558833247</c:v>
                </c:pt>
                <c:pt idx="751">
                  <c:v>141.5080007106836</c:v>
                </c:pt>
                <c:pt idx="752">
                  <c:v>142.88891075706422</c:v>
                </c:pt>
                <c:pt idx="753">
                  <c:v>140.07098567842959</c:v>
                </c:pt>
                <c:pt idx="754">
                  <c:v>136.52095257206065</c:v>
                </c:pt>
                <c:pt idx="755">
                  <c:v>138.35000480959593</c:v>
                </c:pt>
                <c:pt idx="756">
                  <c:v>137.32169934806268</c:v>
                </c:pt>
                <c:pt idx="757">
                  <c:v>138.61904602016691</c:v>
                </c:pt>
                <c:pt idx="758">
                  <c:v>138.79139174220361</c:v>
                </c:pt>
                <c:pt idx="759">
                  <c:v>138.74566534266316</c:v>
                </c:pt>
                <c:pt idx="760">
                  <c:v>135.03557082601665</c:v>
                </c:pt>
                <c:pt idx="761">
                  <c:v>134.69861704727262</c:v>
                </c:pt>
                <c:pt idx="762">
                  <c:v>131.61745294559913</c:v>
                </c:pt>
                <c:pt idx="763">
                  <c:v>128.29749308540389</c:v>
                </c:pt>
                <c:pt idx="764">
                  <c:v>128.05214525309128</c:v>
                </c:pt>
                <c:pt idx="765">
                  <c:v>126.16698593908131</c:v>
                </c:pt>
                <c:pt idx="766">
                  <c:v>128.63466087679507</c:v>
                </c:pt>
                <c:pt idx="767">
                  <c:v>128.41822423689391</c:v>
                </c:pt>
                <c:pt idx="768">
                  <c:v>129.32474532109043</c:v>
                </c:pt>
                <c:pt idx="769">
                  <c:v>130.83425395998918</c:v>
                </c:pt>
                <c:pt idx="770">
                  <c:v>127.77204479530974</c:v>
                </c:pt>
                <c:pt idx="771">
                  <c:v>130.88258238840984</c:v>
                </c:pt>
                <c:pt idx="772">
                  <c:v>128.79937058592347</c:v>
                </c:pt>
                <c:pt idx="773">
                  <c:v>127.49953074578811</c:v>
                </c:pt>
                <c:pt idx="774">
                  <c:v>127.45325376828254</c:v>
                </c:pt>
                <c:pt idx="775">
                  <c:v>128.53992959397311</c:v>
                </c:pt>
                <c:pt idx="776">
                  <c:v>128.55210390527762</c:v>
                </c:pt>
                <c:pt idx="777">
                  <c:v>127.86733835912483</c:v>
                </c:pt>
                <c:pt idx="778">
                  <c:v>126.41413231453735</c:v>
                </c:pt>
                <c:pt idx="779">
                  <c:v>126.93518840157614</c:v>
                </c:pt>
                <c:pt idx="780">
                  <c:v>126.08914623171788</c:v>
                </c:pt>
                <c:pt idx="781">
                  <c:v>125.9065944616957</c:v>
                </c:pt>
                <c:pt idx="782">
                  <c:v>124.47661367587664</c:v>
                </c:pt>
                <c:pt idx="783">
                  <c:v>124.86131369261751</c:v>
                </c:pt>
                <c:pt idx="784">
                  <c:v>126.26206818190707</c:v>
                </c:pt>
                <c:pt idx="785">
                  <c:v>125.7034148861856</c:v>
                </c:pt>
                <c:pt idx="786">
                  <c:v>122.92379916835812</c:v>
                </c:pt>
                <c:pt idx="787">
                  <c:v>123.41586968159206</c:v>
                </c:pt>
                <c:pt idx="788">
                  <c:v>123.73133149215685</c:v>
                </c:pt>
                <c:pt idx="789">
                  <c:v>121.74966012291942</c:v>
                </c:pt>
                <c:pt idx="790">
                  <c:v>119.09734276681625</c:v>
                </c:pt>
                <c:pt idx="791">
                  <c:v>119.54078146442183</c:v>
                </c:pt>
                <c:pt idx="792">
                  <c:v>122.06990720241697</c:v>
                </c:pt>
                <c:pt idx="793">
                  <c:v>120.26944025344665</c:v>
                </c:pt>
                <c:pt idx="794">
                  <c:v>122.07939957559817</c:v>
                </c:pt>
                <c:pt idx="795">
                  <c:v>122.49374363565057</c:v>
                </c:pt>
                <c:pt idx="796">
                  <c:v>122.99333680868808</c:v>
                </c:pt>
                <c:pt idx="797">
                  <c:v>122.28631485223771</c:v>
                </c:pt>
                <c:pt idx="798">
                  <c:v>121.87699946089809</c:v>
                </c:pt>
                <c:pt idx="799">
                  <c:v>121.35508103589832</c:v>
                </c:pt>
                <c:pt idx="800">
                  <c:v>122.13362607952641</c:v>
                </c:pt>
                <c:pt idx="801">
                  <c:v>121.70828162409528</c:v>
                </c:pt>
                <c:pt idx="802">
                  <c:v>121.88621689991405</c:v>
                </c:pt>
                <c:pt idx="803">
                  <c:v>122.46487372539232</c:v>
                </c:pt>
                <c:pt idx="804">
                  <c:v>123.52669079253126</c:v>
                </c:pt>
                <c:pt idx="805">
                  <c:v>123.76778583128946</c:v>
                </c:pt>
                <c:pt idx="806">
                  <c:v>124.66350278272918</c:v>
                </c:pt>
                <c:pt idx="807">
                  <c:v>123.17324061304041</c:v>
                </c:pt>
                <c:pt idx="808">
                  <c:v>124.84140438626804</c:v>
                </c:pt>
                <c:pt idx="809">
                  <c:v>125.48406524685255</c:v>
                </c:pt>
                <c:pt idx="810">
                  <c:v>125.59257281054371</c:v>
                </c:pt>
                <c:pt idx="811">
                  <c:v>124.9810939889075</c:v>
                </c:pt>
                <c:pt idx="812">
                  <c:v>125.22910739448331</c:v>
                </c:pt>
                <c:pt idx="813">
                  <c:v>124.63653574745261</c:v>
                </c:pt>
                <c:pt idx="814">
                  <c:v>124.40266634760668</c:v>
                </c:pt>
                <c:pt idx="815">
                  <c:v>123.22778095126961</c:v>
                </c:pt>
                <c:pt idx="816">
                  <c:v>121.86068204024762</c:v>
                </c:pt>
                <c:pt idx="817">
                  <c:v>124.53591157895025</c:v>
                </c:pt>
                <c:pt idx="818">
                  <c:v>125.08859194315741</c:v>
                </c:pt>
                <c:pt idx="819">
                  <c:v>126.74714944103846</c:v>
                </c:pt>
                <c:pt idx="820">
                  <c:v>127.05303992706405</c:v>
                </c:pt>
                <c:pt idx="821">
                  <c:v>128.09520800823915</c:v>
                </c:pt>
                <c:pt idx="822">
                  <c:v>126.73090575525785</c:v>
                </c:pt>
                <c:pt idx="823">
                  <c:v>128.59064937515703</c:v>
                </c:pt>
                <c:pt idx="824">
                  <c:v>128.86023315653756</c:v>
                </c:pt>
                <c:pt idx="825">
                  <c:v>128.1159343529109</c:v>
                </c:pt>
                <c:pt idx="826">
                  <c:v>128.340690851434</c:v>
                </c:pt>
                <c:pt idx="827">
                  <c:v>127.16505020175252</c:v>
                </c:pt>
                <c:pt idx="828">
                  <c:v>127.85554139862694</c:v>
                </c:pt>
                <c:pt idx="829">
                  <c:v>128.73668504162674</c:v>
                </c:pt>
                <c:pt idx="830">
                  <c:v>124.17567080179522</c:v>
                </c:pt>
                <c:pt idx="831">
                  <c:v>125.08432782758921</c:v>
                </c:pt>
                <c:pt idx="832">
                  <c:v>124.84690123546243</c:v>
                </c:pt>
                <c:pt idx="833">
                  <c:v>124.22463593768983</c:v>
                </c:pt>
                <c:pt idx="834">
                  <c:v>124.03748666868971</c:v>
                </c:pt>
                <c:pt idx="835">
                  <c:v>123.41590835791236</c:v>
                </c:pt>
                <c:pt idx="836">
                  <c:v>125.50915775550494</c:v>
                </c:pt>
                <c:pt idx="837">
                  <c:v>124.5859015547201</c:v>
                </c:pt>
                <c:pt idx="838">
                  <c:v>123.49177335369158</c:v>
                </c:pt>
                <c:pt idx="839">
                  <c:v>124.07831768085936</c:v>
                </c:pt>
                <c:pt idx="840">
                  <c:v>125.16049891546876</c:v>
                </c:pt>
                <c:pt idx="841">
                  <c:v>125.49166402303717</c:v>
                </c:pt>
                <c:pt idx="842">
                  <c:v>125.54100035976056</c:v>
                </c:pt>
                <c:pt idx="843">
                  <c:v>125.73167462891951</c:v>
                </c:pt>
                <c:pt idx="844">
                  <c:v>127.00990833762715</c:v>
                </c:pt>
                <c:pt idx="845">
                  <c:v>125.55291734700272</c:v>
                </c:pt>
                <c:pt idx="846">
                  <c:v>123.93681636541572</c:v>
                </c:pt>
                <c:pt idx="847">
                  <c:v>121.87409858474135</c:v>
                </c:pt>
                <c:pt idx="848">
                  <c:v>122.33213028625738</c:v>
                </c:pt>
                <c:pt idx="849">
                  <c:v>126.08190046840495</c:v>
                </c:pt>
                <c:pt idx="850">
                  <c:v>123.94945447599865</c:v>
                </c:pt>
                <c:pt idx="851">
                  <c:v>123.10153893455379</c:v>
                </c:pt>
                <c:pt idx="852">
                  <c:v>122.78825725804614</c:v>
                </c:pt>
                <c:pt idx="853">
                  <c:v>120.4916560517525</c:v>
                </c:pt>
                <c:pt idx="854">
                  <c:v>121.97835913686536</c:v>
                </c:pt>
                <c:pt idx="855">
                  <c:v>122.22446610210366</c:v>
                </c:pt>
                <c:pt idx="856">
                  <c:v>123.90556464384082</c:v>
                </c:pt>
                <c:pt idx="857">
                  <c:v>125.32110268785439</c:v>
                </c:pt>
                <c:pt idx="858">
                  <c:v>126.44793375140316</c:v>
                </c:pt>
                <c:pt idx="859">
                  <c:v>128.04492445118859</c:v>
                </c:pt>
                <c:pt idx="860">
                  <c:v>127.17148044654886</c:v>
                </c:pt>
                <c:pt idx="861">
                  <c:v>125.58826667932763</c:v>
                </c:pt>
                <c:pt idx="862">
                  <c:v>124.57187249080313</c:v>
                </c:pt>
                <c:pt idx="863">
                  <c:v>123.00148700322997</c:v>
                </c:pt>
                <c:pt idx="864">
                  <c:v>123.02811584631857</c:v>
                </c:pt>
                <c:pt idx="865">
                  <c:v>123.84506884592066</c:v>
                </c:pt>
                <c:pt idx="866">
                  <c:v>124.12495419399653</c:v>
                </c:pt>
                <c:pt idx="867">
                  <c:v>124.63954705088274</c:v>
                </c:pt>
                <c:pt idx="868">
                  <c:v>124.54832034689385</c:v>
                </c:pt>
                <c:pt idx="869">
                  <c:v>123.9436570467636</c:v>
                </c:pt>
                <c:pt idx="870">
                  <c:v>123.41161590051517</c:v>
                </c:pt>
                <c:pt idx="871">
                  <c:v>124.18844141009744</c:v>
                </c:pt>
                <c:pt idx="872">
                  <c:v>124.82391107938629</c:v>
                </c:pt>
                <c:pt idx="873">
                  <c:v>126.49789705359289</c:v>
                </c:pt>
                <c:pt idx="874">
                  <c:v>126.33986521355132</c:v>
                </c:pt>
                <c:pt idx="875">
                  <c:v>129.05359006592707</c:v>
                </c:pt>
                <c:pt idx="876">
                  <c:v>128.8980732256023</c:v>
                </c:pt>
                <c:pt idx="877">
                  <c:v>128.13661380896357</c:v>
                </c:pt>
                <c:pt idx="878">
                  <c:v>126.79007831558319</c:v>
                </c:pt>
                <c:pt idx="879">
                  <c:v>126.47261135286598</c:v>
                </c:pt>
                <c:pt idx="880">
                  <c:v>125.13787740749828</c:v>
                </c:pt>
                <c:pt idx="881">
                  <c:v>127.15304307305438</c:v>
                </c:pt>
                <c:pt idx="882">
                  <c:v>126.27825735906626</c:v>
                </c:pt>
                <c:pt idx="883">
                  <c:v>125.91286354223442</c:v>
                </c:pt>
                <c:pt idx="884">
                  <c:v>124.96808871493994</c:v>
                </c:pt>
                <c:pt idx="885">
                  <c:v>124.03252896925503</c:v>
                </c:pt>
                <c:pt idx="886">
                  <c:v>123.27419451776208</c:v>
                </c:pt>
                <c:pt idx="887">
                  <c:v>123.67486912295514</c:v>
                </c:pt>
                <c:pt idx="888">
                  <c:v>124.00186568332686</c:v>
                </c:pt>
                <c:pt idx="889">
                  <c:v>124.10971893240006</c:v>
                </c:pt>
                <c:pt idx="890">
                  <c:v>124.88298820923742</c:v>
                </c:pt>
                <c:pt idx="891">
                  <c:v>125.22349068378779</c:v>
                </c:pt>
                <c:pt idx="892">
                  <c:v>126.1890280796094</c:v>
                </c:pt>
                <c:pt idx="893">
                  <c:v>126.91590091991458</c:v>
                </c:pt>
                <c:pt idx="894">
                  <c:v>127.38446952855793</c:v>
                </c:pt>
                <c:pt idx="895">
                  <c:v>127.01676853016565</c:v>
                </c:pt>
                <c:pt idx="896">
                  <c:v>126.05215445843768</c:v>
                </c:pt>
                <c:pt idx="897">
                  <c:v>124.05410220205519</c:v>
                </c:pt>
                <c:pt idx="898">
                  <c:v>122.84809572936638</c:v>
                </c:pt>
                <c:pt idx="899">
                  <c:v>121.87730327787177</c:v>
                </c:pt>
                <c:pt idx="900">
                  <c:v>122.42961683910424</c:v>
                </c:pt>
                <c:pt idx="901">
                  <c:v>121.62896417358907</c:v>
                </c:pt>
                <c:pt idx="902">
                  <c:v>121.89994477300657</c:v>
                </c:pt>
                <c:pt idx="903">
                  <c:v>123.01266681092068</c:v>
                </c:pt>
                <c:pt idx="904">
                  <c:v>122.41990955183743</c:v>
                </c:pt>
                <c:pt idx="905">
                  <c:v>120.2114997846832</c:v>
                </c:pt>
                <c:pt idx="906">
                  <c:v>120.56797197061566</c:v>
                </c:pt>
                <c:pt idx="907">
                  <c:v>120.08345578283821</c:v>
                </c:pt>
                <c:pt idx="908">
                  <c:v>122.98162976058855</c:v>
                </c:pt>
                <c:pt idx="909">
                  <c:v>122.87535057118068</c:v>
                </c:pt>
                <c:pt idx="910">
                  <c:v>121.54822679499303</c:v>
                </c:pt>
                <c:pt idx="911">
                  <c:v>120.52759609547583</c:v>
                </c:pt>
                <c:pt idx="912">
                  <c:v>120.69540356493536</c:v>
                </c:pt>
                <c:pt idx="913">
                  <c:v>120.02417368709732</c:v>
                </c:pt>
                <c:pt idx="914">
                  <c:v>120.12067486641823</c:v>
                </c:pt>
                <c:pt idx="915">
                  <c:v>119.77174942000667</c:v>
                </c:pt>
                <c:pt idx="916">
                  <c:v>119.33250267275287</c:v>
                </c:pt>
                <c:pt idx="917">
                  <c:v>120.31755261220712</c:v>
                </c:pt>
                <c:pt idx="918">
                  <c:v>119.95781029029375</c:v>
                </c:pt>
                <c:pt idx="919">
                  <c:v>121.50216434415601</c:v>
                </c:pt>
                <c:pt idx="920">
                  <c:v>120.65733630505477</c:v>
                </c:pt>
                <c:pt idx="921">
                  <c:v>122.15709089114365</c:v>
                </c:pt>
                <c:pt idx="922">
                  <c:v>122.34963167140371</c:v>
                </c:pt>
                <c:pt idx="923">
                  <c:v>122.29681095267838</c:v>
                </c:pt>
                <c:pt idx="924">
                  <c:v>122.16904145643835</c:v>
                </c:pt>
                <c:pt idx="925">
                  <c:v>122.572311425677</c:v>
                </c:pt>
                <c:pt idx="926">
                  <c:v>122.48136518551208</c:v>
                </c:pt>
                <c:pt idx="927">
                  <c:v>121.86237804132766</c:v>
                </c:pt>
                <c:pt idx="928">
                  <c:v>122.8831915953747</c:v>
                </c:pt>
                <c:pt idx="929">
                  <c:v>122.97833360934342</c:v>
                </c:pt>
                <c:pt idx="930">
                  <c:v>123.2905003390438</c:v>
                </c:pt>
                <c:pt idx="931">
                  <c:v>121.59452666790513</c:v>
                </c:pt>
                <c:pt idx="932">
                  <c:v>120.07425014359171</c:v>
                </c:pt>
                <c:pt idx="933">
                  <c:v>120.85128663204446</c:v>
                </c:pt>
                <c:pt idx="934">
                  <c:v>120.45536802034778</c:v>
                </c:pt>
                <c:pt idx="935">
                  <c:v>119.13945517755504</c:v>
                </c:pt>
                <c:pt idx="936">
                  <c:v>118.93555021784839</c:v>
                </c:pt>
                <c:pt idx="937">
                  <c:v>118.30837287461</c:v>
                </c:pt>
                <c:pt idx="938">
                  <c:v>116.74529481953891</c:v>
                </c:pt>
                <c:pt idx="939">
                  <c:v>116.50884131405488</c:v>
                </c:pt>
                <c:pt idx="940">
                  <c:v>116.15174035697444</c:v>
                </c:pt>
                <c:pt idx="941">
                  <c:v>117.76272318748919</c:v>
                </c:pt>
                <c:pt idx="942">
                  <c:v>117.33178141567164</c:v>
                </c:pt>
                <c:pt idx="943">
                  <c:v>117.61032512460095</c:v>
                </c:pt>
                <c:pt idx="944">
                  <c:v>116.87025699374725</c:v>
                </c:pt>
                <c:pt idx="945">
                  <c:v>116.66983727471356</c:v>
                </c:pt>
                <c:pt idx="946">
                  <c:v>116.35338771438158</c:v>
                </c:pt>
                <c:pt idx="947">
                  <c:v>117.25040849373488</c:v>
                </c:pt>
                <c:pt idx="948">
                  <c:v>115.63849107614526</c:v>
                </c:pt>
                <c:pt idx="949">
                  <c:v>114.69989553435781</c:v>
                </c:pt>
                <c:pt idx="950">
                  <c:v>114.43057826146193</c:v>
                </c:pt>
                <c:pt idx="951">
                  <c:v>114.04721542154185</c:v>
                </c:pt>
                <c:pt idx="952">
                  <c:v>113.93306048583619</c:v>
                </c:pt>
                <c:pt idx="953">
                  <c:v>114.2266414347587</c:v>
                </c:pt>
                <c:pt idx="954">
                  <c:v>113.10037771556178</c:v>
                </c:pt>
                <c:pt idx="955">
                  <c:v>111.9381432353036</c:v>
                </c:pt>
                <c:pt idx="956">
                  <c:v>112.24276823951786</c:v>
                </c:pt>
                <c:pt idx="957">
                  <c:v>112.83833807373863</c:v>
                </c:pt>
                <c:pt idx="958">
                  <c:v>113.80694478148692</c:v>
                </c:pt>
                <c:pt idx="959">
                  <c:v>112.77548598134817</c:v>
                </c:pt>
                <c:pt idx="960">
                  <c:v>112.53532306247862</c:v>
                </c:pt>
                <c:pt idx="961">
                  <c:v>112.24175627482862</c:v>
                </c:pt>
                <c:pt idx="962">
                  <c:v>111.54779548878916</c:v>
                </c:pt>
                <c:pt idx="963">
                  <c:v>110.9458813653154</c:v>
                </c:pt>
                <c:pt idx="964">
                  <c:v>111.1099795156355</c:v>
                </c:pt>
                <c:pt idx="965">
                  <c:v>111.89752421033798</c:v>
                </c:pt>
                <c:pt idx="966">
                  <c:v>111.38020376587464</c:v>
                </c:pt>
                <c:pt idx="967">
                  <c:v>110.86025336713347</c:v>
                </c:pt>
                <c:pt idx="968">
                  <c:v>112.0128093052235</c:v>
                </c:pt>
                <c:pt idx="969">
                  <c:v>112.97384845140779</c:v>
                </c:pt>
                <c:pt idx="970">
                  <c:v>112.62122537849115</c:v>
                </c:pt>
                <c:pt idx="971">
                  <c:v>113.79315614781318</c:v>
                </c:pt>
                <c:pt idx="972">
                  <c:v>114.24402888834169</c:v>
                </c:pt>
                <c:pt idx="973">
                  <c:v>115.40709938067052</c:v>
                </c:pt>
                <c:pt idx="974">
                  <c:v>116.7762828824313</c:v>
                </c:pt>
                <c:pt idx="975">
                  <c:v>118.29812931547305</c:v>
                </c:pt>
                <c:pt idx="976">
                  <c:v>118.0541785295576</c:v>
                </c:pt>
                <c:pt idx="977">
                  <c:v>120.7107546849884</c:v>
                </c:pt>
                <c:pt idx="978">
                  <c:v>119.93572854158303</c:v>
                </c:pt>
                <c:pt idx="979">
                  <c:v>121.02573768113237</c:v>
                </c:pt>
                <c:pt idx="980">
                  <c:v>121.12900615198662</c:v>
                </c:pt>
                <c:pt idx="981">
                  <c:v>119.72215069994162</c:v>
                </c:pt>
                <c:pt idx="982">
                  <c:v>120.3159388341596</c:v>
                </c:pt>
                <c:pt idx="983">
                  <c:v>119.59182398612704</c:v>
                </c:pt>
                <c:pt idx="984">
                  <c:v>119.83258646614171</c:v>
                </c:pt>
                <c:pt idx="985">
                  <c:v>119.82102983058549</c:v>
                </c:pt>
                <c:pt idx="986">
                  <c:v>120.80035859583805</c:v>
                </c:pt>
                <c:pt idx="987">
                  <c:v>121.51917037982155</c:v>
                </c:pt>
                <c:pt idx="988">
                  <c:v>121.32159309306545</c:v>
                </c:pt>
                <c:pt idx="989">
                  <c:v>121.9822907869158</c:v>
                </c:pt>
                <c:pt idx="990">
                  <c:v>121.53599001499131</c:v>
                </c:pt>
                <c:pt idx="991">
                  <c:v>122.0259652079534</c:v>
                </c:pt>
                <c:pt idx="992">
                  <c:v>122.15087880195587</c:v>
                </c:pt>
                <c:pt idx="993">
                  <c:v>120.58731520103359</c:v>
                </c:pt>
                <c:pt idx="994">
                  <c:v>119.74030556306127</c:v>
                </c:pt>
                <c:pt idx="995">
                  <c:v>119.56729004043861</c:v>
                </c:pt>
                <c:pt idx="996">
                  <c:v>119.26766577702521</c:v>
                </c:pt>
                <c:pt idx="997">
                  <c:v>118.59348297203948</c:v>
                </c:pt>
                <c:pt idx="998">
                  <c:v>116.93542482669096</c:v>
                </c:pt>
                <c:pt idx="999">
                  <c:v>115.50776341274083</c:v>
                </c:pt>
                <c:pt idx="1000">
                  <c:v>116.51068405174287</c:v>
                </c:pt>
                <c:pt idx="1001">
                  <c:v>117.17980469854774</c:v>
                </c:pt>
                <c:pt idx="1002">
                  <c:v>118.48908352494789</c:v>
                </c:pt>
                <c:pt idx="1003">
                  <c:v>118.59372450266747</c:v>
                </c:pt>
                <c:pt idx="1004">
                  <c:v>120.02704752398118</c:v>
                </c:pt>
                <c:pt idx="1005">
                  <c:v>120.24278389184215</c:v>
                </c:pt>
                <c:pt idx="1006">
                  <c:v>120.03524854685763</c:v>
                </c:pt>
                <c:pt idx="1007">
                  <c:v>120.81875056982437</c:v>
                </c:pt>
                <c:pt idx="1008">
                  <c:v>122.42694453069691</c:v>
                </c:pt>
                <c:pt idx="1009">
                  <c:v>123.47362244267211</c:v>
                </c:pt>
                <c:pt idx="1010">
                  <c:v>123.40928845874782</c:v>
                </c:pt>
                <c:pt idx="1011">
                  <c:v>124.06296975390342</c:v>
                </c:pt>
                <c:pt idx="1012">
                  <c:v>124.53446966833354</c:v>
                </c:pt>
                <c:pt idx="1013">
                  <c:v>123.18433708301832</c:v>
                </c:pt>
                <c:pt idx="1014">
                  <c:v>122.70443589876756</c:v>
                </c:pt>
                <c:pt idx="1015">
                  <c:v>124.25460871987089</c:v>
                </c:pt>
                <c:pt idx="1016">
                  <c:v>124.20803459955292</c:v>
                </c:pt>
                <c:pt idx="1017">
                  <c:v>126.14484073035919</c:v>
                </c:pt>
                <c:pt idx="1018">
                  <c:v>127.41263298018016</c:v>
                </c:pt>
                <c:pt idx="1019">
                  <c:v>127.63104996322647</c:v>
                </c:pt>
                <c:pt idx="1020">
                  <c:v>127.02233049057517</c:v>
                </c:pt>
                <c:pt idx="1021">
                  <c:v>127.13917664242571</c:v>
                </c:pt>
                <c:pt idx="1022">
                  <c:v>126.63524088132449</c:v>
                </c:pt>
                <c:pt idx="1023">
                  <c:v>126.61801285566442</c:v>
                </c:pt>
                <c:pt idx="1024">
                  <c:v>128.68298328273571</c:v>
                </c:pt>
                <c:pt idx="1025">
                  <c:v>129.06819981874835</c:v>
                </c:pt>
                <c:pt idx="1026">
                  <c:v>130.8667281600697</c:v>
                </c:pt>
                <c:pt idx="1027">
                  <c:v>131.45742600386552</c:v>
                </c:pt>
                <c:pt idx="1028">
                  <c:v>132.06396952071256</c:v>
                </c:pt>
                <c:pt idx="1029">
                  <c:v>132.54216600445704</c:v>
                </c:pt>
                <c:pt idx="1030">
                  <c:v>131.21167048564351</c:v>
                </c:pt>
                <c:pt idx="1031">
                  <c:v>131.11718268167664</c:v>
                </c:pt>
                <c:pt idx="1032">
                  <c:v>132.93706821469601</c:v>
                </c:pt>
                <c:pt idx="1033">
                  <c:v>133.44827360133601</c:v>
                </c:pt>
                <c:pt idx="1034">
                  <c:v>133.13385823814042</c:v>
                </c:pt>
                <c:pt idx="1035">
                  <c:v>133.82608378341573</c:v>
                </c:pt>
                <c:pt idx="1036">
                  <c:v>134.79081422580606</c:v>
                </c:pt>
                <c:pt idx="1037">
                  <c:v>134.59997612141936</c:v>
                </c:pt>
                <c:pt idx="1038">
                  <c:v>135.23498444222065</c:v>
                </c:pt>
                <c:pt idx="1039">
                  <c:v>137.31362833356749</c:v>
                </c:pt>
                <c:pt idx="1040">
                  <c:v>137.11126802781271</c:v>
                </c:pt>
                <c:pt idx="1041">
                  <c:v>137.83211002841676</c:v>
                </c:pt>
                <c:pt idx="1042">
                  <c:v>138.52030181312122</c:v>
                </c:pt>
                <c:pt idx="1043">
                  <c:v>139.13139077210116</c:v>
                </c:pt>
                <c:pt idx="1044">
                  <c:v>143.36752312571429</c:v>
                </c:pt>
                <c:pt idx="1045">
                  <c:v>143.33247458139223</c:v>
                </c:pt>
                <c:pt idx="1046">
                  <c:v>143.61323359103565</c:v>
                </c:pt>
                <c:pt idx="1047">
                  <c:v>143.63938017999033</c:v>
                </c:pt>
                <c:pt idx="1048">
                  <c:v>142.64914592920391</c:v>
                </c:pt>
                <c:pt idx="1049">
                  <c:v>143.8185743046287</c:v>
                </c:pt>
                <c:pt idx="1050">
                  <c:v>145.02772115013562</c:v>
                </c:pt>
                <c:pt idx="1051">
                  <c:v>147.39216856661045</c:v>
                </c:pt>
                <c:pt idx="1052">
                  <c:v>148.2409288086987</c:v>
                </c:pt>
                <c:pt idx="1053">
                  <c:v>149.3314771196296</c:v>
                </c:pt>
                <c:pt idx="1054">
                  <c:v>148.18954765812595</c:v>
                </c:pt>
                <c:pt idx="1055">
                  <c:v>146.14927056696342</c:v>
                </c:pt>
                <c:pt idx="1056">
                  <c:v>145.56779651790862</c:v>
                </c:pt>
                <c:pt idx="1057">
                  <c:v>144.80599182346879</c:v>
                </c:pt>
                <c:pt idx="1058">
                  <c:v>145.35034887319597</c:v>
                </c:pt>
                <c:pt idx="1059">
                  <c:v>145.14188436797073</c:v>
                </c:pt>
                <c:pt idx="1060">
                  <c:v>145.20513206034403</c:v>
                </c:pt>
                <c:pt idx="1061">
                  <c:v>145.00340889619443</c:v>
                </c:pt>
                <c:pt idx="1062">
                  <c:v>143.22589436891448</c:v>
                </c:pt>
                <c:pt idx="1063">
                  <c:v>144.59743420235455</c:v>
                </c:pt>
                <c:pt idx="1064">
                  <c:v>144.14443865976719</c:v>
                </c:pt>
                <c:pt idx="1065">
                  <c:v>143.97733735819676</c:v>
                </c:pt>
                <c:pt idx="1066">
                  <c:v>143.85440030249791</c:v>
                </c:pt>
                <c:pt idx="1067">
                  <c:v>143.07654471638151</c:v>
                </c:pt>
                <c:pt idx="1068">
                  <c:v>143.46540701300341</c:v>
                </c:pt>
                <c:pt idx="1069">
                  <c:v>144.5559471832</c:v>
                </c:pt>
                <c:pt idx="1070">
                  <c:v>145.6011601453626</c:v>
                </c:pt>
                <c:pt idx="1071">
                  <c:v>144.97329333555734</c:v>
                </c:pt>
                <c:pt idx="1072">
                  <c:v>144.48848918882913</c:v>
                </c:pt>
                <c:pt idx="1073">
                  <c:v>145.53776337408354</c:v>
                </c:pt>
                <c:pt idx="1074">
                  <c:v>145.54853187540348</c:v>
                </c:pt>
                <c:pt idx="1075">
                  <c:v>146.73187745055256</c:v>
                </c:pt>
                <c:pt idx="1076">
                  <c:v>147.07388488299813</c:v>
                </c:pt>
                <c:pt idx="1077">
                  <c:v>147.82680997070497</c:v>
                </c:pt>
                <c:pt idx="1078">
                  <c:v>146.3050856502436</c:v>
                </c:pt>
                <c:pt idx="1079">
                  <c:v>145.03405074036363</c:v>
                </c:pt>
                <c:pt idx="1080">
                  <c:v>143.13285501212391</c:v>
                </c:pt>
                <c:pt idx="1081">
                  <c:v>142.38573099981073</c:v>
                </c:pt>
                <c:pt idx="1082">
                  <c:v>141.81480663160195</c:v>
                </c:pt>
                <c:pt idx="1083">
                  <c:v>143.52531053017574</c:v>
                </c:pt>
                <c:pt idx="1084">
                  <c:v>142.57959234632276</c:v>
                </c:pt>
                <c:pt idx="1085">
                  <c:v>142.17648136290555</c:v>
                </c:pt>
                <c:pt idx="1086">
                  <c:v>143.19404146779178</c:v>
                </c:pt>
                <c:pt idx="1087">
                  <c:v>142.96119716317975</c:v>
                </c:pt>
                <c:pt idx="1088">
                  <c:v>142.9592951203949</c:v>
                </c:pt>
                <c:pt idx="1089">
                  <c:v>143.65318504822071</c:v>
                </c:pt>
                <c:pt idx="1090">
                  <c:v>143.83640008781001</c:v>
                </c:pt>
                <c:pt idx="1091">
                  <c:v>144.17080915179767</c:v>
                </c:pt>
                <c:pt idx="1092">
                  <c:v>143.49548106142876</c:v>
                </c:pt>
                <c:pt idx="1093">
                  <c:v>143.95547294273283</c:v>
                </c:pt>
                <c:pt idx="1094">
                  <c:v>145.08220066647752</c:v>
                </c:pt>
                <c:pt idx="1095">
                  <c:v>144.50385890067867</c:v>
                </c:pt>
                <c:pt idx="1096">
                  <c:v>143.06212855951927</c:v>
                </c:pt>
                <c:pt idx="1097">
                  <c:v>141.26500070735332</c:v>
                </c:pt>
                <c:pt idx="1098">
                  <c:v>138.64323107702853</c:v>
                </c:pt>
                <c:pt idx="1099">
                  <c:v>139.48134607575602</c:v>
                </c:pt>
                <c:pt idx="1100">
                  <c:v>139.80584505649421</c:v>
                </c:pt>
                <c:pt idx="1101">
                  <c:v>138.93307375477406</c:v>
                </c:pt>
                <c:pt idx="1102">
                  <c:v>139.39614679029563</c:v>
                </c:pt>
                <c:pt idx="1103">
                  <c:v>140.37047906904468</c:v>
                </c:pt>
                <c:pt idx="1104">
                  <c:v>140.81714446803886</c:v>
                </c:pt>
                <c:pt idx="1105">
                  <c:v>142.6924903234686</c:v>
                </c:pt>
                <c:pt idx="1106">
                  <c:v>144.50481999828719</c:v>
                </c:pt>
                <c:pt idx="1107">
                  <c:v>146.63139638414836</c:v>
                </c:pt>
                <c:pt idx="1108">
                  <c:v>146.55966519479188</c:v>
                </c:pt>
                <c:pt idx="1109">
                  <c:v>146.66578291810785</c:v>
                </c:pt>
                <c:pt idx="1110">
                  <c:v>147.10200409438281</c:v>
                </c:pt>
                <c:pt idx="1111">
                  <c:v>146.5325152178473</c:v>
                </c:pt>
                <c:pt idx="1112">
                  <c:v>148.14106399504331</c:v>
                </c:pt>
                <c:pt idx="1113">
                  <c:v>149.54670414509863</c:v>
                </c:pt>
                <c:pt idx="1114">
                  <c:v>149.44889327847639</c:v>
                </c:pt>
                <c:pt idx="1115">
                  <c:v>150.95353654974775</c:v>
                </c:pt>
                <c:pt idx="1116">
                  <c:v>151.92400045285189</c:v>
                </c:pt>
                <c:pt idx="1117">
                  <c:v>149.53828180580729</c:v>
                </c:pt>
                <c:pt idx="1118">
                  <c:v>150.22210232591084</c:v>
                </c:pt>
                <c:pt idx="1119">
                  <c:v>151.20385679301151</c:v>
                </c:pt>
                <c:pt idx="1120">
                  <c:v>153.49952840963243</c:v>
                </c:pt>
                <c:pt idx="1121">
                  <c:v>153.65241410083289</c:v>
                </c:pt>
                <c:pt idx="1122">
                  <c:v>153.42659941470424</c:v>
                </c:pt>
                <c:pt idx="1123">
                  <c:v>153.3328672961168</c:v>
                </c:pt>
                <c:pt idx="1124">
                  <c:v>152.83594048210591</c:v>
                </c:pt>
                <c:pt idx="1125">
                  <c:v>153.99462718226721</c:v>
                </c:pt>
                <c:pt idx="1126">
                  <c:v>152.7503710084238</c:v>
                </c:pt>
                <c:pt idx="1127">
                  <c:v>151.55092912472503</c:v>
                </c:pt>
                <c:pt idx="1128">
                  <c:v>150.84208728716223</c:v>
                </c:pt>
                <c:pt idx="1129">
                  <c:v>152.50514193794427</c:v>
                </c:pt>
                <c:pt idx="1130">
                  <c:v>152.71312289750699</c:v>
                </c:pt>
                <c:pt idx="1131">
                  <c:v>153.25321602286246</c:v>
                </c:pt>
                <c:pt idx="1132">
                  <c:v>154.99969042797684</c:v>
                </c:pt>
                <c:pt idx="1133">
                  <c:v>155.25831135200818</c:v>
                </c:pt>
                <c:pt idx="1134">
                  <c:v>152.74982908897283</c:v>
                </c:pt>
                <c:pt idx="1135">
                  <c:v>153.63458247349303</c:v>
                </c:pt>
                <c:pt idx="1136">
                  <c:v>157.58752837911808</c:v>
                </c:pt>
                <c:pt idx="1137">
                  <c:v>159.52615599056509</c:v>
                </c:pt>
                <c:pt idx="1138">
                  <c:v>159.25130419889825</c:v>
                </c:pt>
                <c:pt idx="1139">
                  <c:v>159.50628718634826</c:v>
                </c:pt>
                <c:pt idx="1140">
                  <c:v>163.32956430950222</c:v>
                </c:pt>
                <c:pt idx="1141">
                  <c:v>164.33484375831091</c:v>
                </c:pt>
                <c:pt idx="1142">
                  <c:v>164.69823946150066</c:v>
                </c:pt>
                <c:pt idx="1143">
                  <c:v>164.42697148599859</c:v>
                </c:pt>
                <c:pt idx="1144">
                  <c:v>163.09661807046677</c:v>
                </c:pt>
                <c:pt idx="1145">
                  <c:v>164.4035864233901</c:v>
                </c:pt>
                <c:pt idx="1146">
                  <c:v>164.87917548468329</c:v>
                </c:pt>
                <c:pt idx="1147">
                  <c:v>165.10023344972763</c:v>
                </c:pt>
                <c:pt idx="1148">
                  <c:v>164.69335191506391</c:v>
                </c:pt>
                <c:pt idx="1149">
                  <c:v>164.45541405231643</c:v>
                </c:pt>
                <c:pt idx="1150">
                  <c:v>162.57684546684266</c:v>
                </c:pt>
                <c:pt idx="1151">
                  <c:v>164.26996327191588</c:v>
                </c:pt>
                <c:pt idx="1152">
                  <c:v>163.35673364559068</c:v>
                </c:pt>
                <c:pt idx="1153">
                  <c:v>166.10457791406995</c:v>
                </c:pt>
                <c:pt idx="1154">
                  <c:v>168.32546661903879</c:v>
                </c:pt>
                <c:pt idx="1155">
                  <c:v>166.19561138033416</c:v>
                </c:pt>
                <c:pt idx="1156">
                  <c:v>166.99044121826475</c:v>
                </c:pt>
                <c:pt idx="1157">
                  <c:v>165.59708263015435</c:v>
                </c:pt>
                <c:pt idx="1158">
                  <c:v>170.11667997587446</c:v>
                </c:pt>
                <c:pt idx="1159">
                  <c:v>169.42889105898644</c:v>
                </c:pt>
                <c:pt idx="1160">
                  <c:v>170.92745388957704</c:v>
                </c:pt>
                <c:pt idx="1161">
                  <c:v>173.58551910630598</c:v>
                </c:pt>
                <c:pt idx="1162">
                  <c:v>175.36384653762235</c:v>
                </c:pt>
                <c:pt idx="1163">
                  <c:v>176.27575155096068</c:v>
                </c:pt>
                <c:pt idx="1164">
                  <c:v>175.85334808152669</c:v>
                </c:pt>
                <c:pt idx="1165">
                  <c:v>176.72291197417158</c:v>
                </c:pt>
                <c:pt idx="1166">
                  <c:v>177.22947975156623</c:v>
                </c:pt>
                <c:pt idx="1167">
                  <c:v>177.98004673651218</c:v>
                </c:pt>
                <c:pt idx="1168">
                  <c:v>176.22744243439922</c:v>
                </c:pt>
                <c:pt idx="1169">
                  <c:v>176.22762733867157</c:v>
                </c:pt>
                <c:pt idx="1170">
                  <c:v>179.04913603320821</c:v>
                </c:pt>
                <c:pt idx="1171">
                  <c:v>180.63270963919959</c:v>
                </c:pt>
                <c:pt idx="1172">
                  <c:v>180.35427122615778</c:v>
                </c:pt>
                <c:pt idx="1173">
                  <c:v>179.81226271116881</c:v>
                </c:pt>
                <c:pt idx="1174">
                  <c:v>180.23155083723339</c:v>
                </c:pt>
                <c:pt idx="1175">
                  <c:v>181.06352695039905</c:v>
                </c:pt>
                <c:pt idx="1176">
                  <c:v>180.19137074108644</c:v>
                </c:pt>
                <c:pt idx="1177">
                  <c:v>181.2028101462283</c:v>
                </c:pt>
                <c:pt idx="1178">
                  <c:v>179.99446206903772</c:v>
                </c:pt>
                <c:pt idx="1179">
                  <c:v>180.55037174294836</c:v>
                </c:pt>
                <c:pt idx="1180">
                  <c:v>179.62306672866853</c:v>
                </c:pt>
                <c:pt idx="1181">
                  <c:v>180.20579810360877</c:v>
                </c:pt>
                <c:pt idx="1182">
                  <c:v>180.690760164143</c:v>
                </c:pt>
                <c:pt idx="1183">
                  <c:v>181.88747067983473</c:v>
                </c:pt>
                <c:pt idx="1184">
                  <c:v>182.68648570556812</c:v>
                </c:pt>
                <c:pt idx="1185">
                  <c:v>182.98661091661663</c:v>
                </c:pt>
                <c:pt idx="1186">
                  <c:v>180.51900422205702</c:v>
                </c:pt>
                <c:pt idx="1187">
                  <c:v>177.10607255413723</c:v>
                </c:pt>
                <c:pt idx="1188">
                  <c:v>179.65918098176419</c:v>
                </c:pt>
                <c:pt idx="1189">
                  <c:v>177.91569959877319</c:v>
                </c:pt>
                <c:pt idx="1190">
                  <c:v>174.84084959050313</c:v>
                </c:pt>
                <c:pt idx="1191">
                  <c:v>174.08025400097031</c:v>
                </c:pt>
                <c:pt idx="1192">
                  <c:v>176.11672678437495</c:v>
                </c:pt>
                <c:pt idx="1193">
                  <c:v>177.78529098553301</c:v>
                </c:pt>
                <c:pt idx="1194">
                  <c:v>177.46217227777083</c:v>
                </c:pt>
                <c:pt idx="1195">
                  <c:v>179.51118900367302</c:v>
                </c:pt>
                <c:pt idx="1196">
                  <c:v>181.51230288261786</c:v>
                </c:pt>
                <c:pt idx="1197">
                  <c:v>181.33070865728462</c:v>
                </c:pt>
                <c:pt idx="1198">
                  <c:v>180.89304099623109</c:v>
                </c:pt>
                <c:pt idx="1199">
                  <c:v>180.99425241606633</c:v>
                </c:pt>
                <c:pt idx="1200">
                  <c:v>181.19781574942053</c:v>
                </c:pt>
                <c:pt idx="1201">
                  <c:v>180.97594011163829</c:v>
                </c:pt>
                <c:pt idx="1202">
                  <c:v>177.50960177566606</c:v>
                </c:pt>
                <c:pt idx="1203">
                  <c:v>176.40820072299138</c:v>
                </c:pt>
                <c:pt idx="1204">
                  <c:v>174.76607791445136</c:v>
                </c:pt>
                <c:pt idx="1205">
                  <c:v>173.61398297160437</c:v>
                </c:pt>
                <c:pt idx="1206">
                  <c:v>176.09496091608744</c:v>
                </c:pt>
                <c:pt idx="1207">
                  <c:v>174.47464444964535</c:v>
                </c:pt>
                <c:pt idx="1208">
                  <c:v>175.79585065633557</c:v>
                </c:pt>
                <c:pt idx="1209">
                  <c:v>178.39211154486492</c:v>
                </c:pt>
                <c:pt idx="1210">
                  <c:v>179.57110736574953</c:v>
                </c:pt>
                <c:pt idx="1211">
                  <c:v>180.32203507758905</c:v>
                </c:pt>
                <c:pt idx="1212">
                  <c:v>180.55327364937122</c:v>
                </c:pt>
                <c:pt idx="1213">
                  <c:v>180.79613423722074</c:v>
                </c:pt>
                <c:pt idx="1214">
                  <c:v>181.25441499332825</c:v>
                </c:pt>
                <c:pt idx="1215">
                  <c:v>177.82312765651685</c:v>
                </c:pt>
                <c:pt idx="1216">
                  <c:v>177.83796193737234</c:v>
                </c:pt>
                <c:pt idx="1217">
                  <c:v>173.96963523190135</c:v>
                </c:pt>
                <c:pt idx="1218">
                  <c:v>175.60286225663046</c:v>
                </c:pt>
                <c:pt idx="1219">
                  <c:v>178.65086241832006</c:v>
                </c:pt>
                <c:pt idx="1220">
                  <c:v>177.92068170653889</c:v>
                </c:pt>
                <c:pt idx="1221">
                  <c:v>178.18638235940813</c:v>
                </c:pt>
                <c:pt idx="1222">
                  <c:v>179.23779278783945</c:v>
                </c:pt>
                <c:pt idx="1223">
                  <c:v>179.14255599785594</c:v>
                </c:pt>
                <c:pt idx="1224">
                  <c:v>181.51388520316951</c:v>
                </c:pt>
                <c:pt idx="1225">
                  <c:v>182.86240713357324</c:v>
                </c:pt>
                <c:pt idx="1226">
                  <c:v>181.22476018075946</c:v>
                </c:pt>
                <c:pt idx="1227">
                  <c:v>181.15319727695106</c:v>
                </c:pt>
                <c:pt idx="1228">
                  <c:v>182.04382722853589</c:v>
                </c:pt>
                <c:pt idx="1229">
                  <c:v>182.68707326788194</c:v>
                </c:pt>
                <c:pt idx="1230">
                  <c:v>179.16789658522981</c:v>
                </c:pt>
                <c:pt idx="1231">
                  <c:v>177.78287788118195</c:v>
                </c:pt>
                <c:pt idx="1232">
                  <c:v>178.92480942597405</c:v>
                </c:pt>
                <c:pt idx="1233">
                  <c:v>175.52763884876805</c:v>
                </c:pt>
                <c:pt idx="1234">
                  <c:v>182.17070510969015</c:v>
                </c:pt>
                <c:pt idx="1235">
                  <c:v>181.54282955665278</c:v>
                </c:pt>
                <c:pt idx="1236">
                  <c:v>184.89470859688285</c:v>
                </c:pt>
                <c:pt idx="1237">
                  <c:v>186.6043886070384</c:v>
                </c:pt>
                <c:pt idx="1238">
                  <c:v>185.77223995222408</c:v>
                </c:pt>
                <c:pt idx="1239">
                  <c:v>186.1066582205699</c:v>
                </c:pt>
                <c:pt idx="1240">
                  <c:v>187.08321452442416</c:v>
                </c:pt>
                <c:pt idx="1241">
                  <c:v>187.11739600926859</c:v>
                </c:pt>
                <c:pt idx="1242">
                  <c:v>185.39832427082118</c:v>
                </c:pt>
                <c:pt idx="1243">
                  <c:v>184.35612938754758</c:v>
                </c:pt>
                <c:pt idx="1244">
                  <c:v>184.07264996210449</c:v>
                </c:pt>
                <c:pt idx="1245">
                  <c:v>184.16341361545349</c:v>
                </c:pt>
                <c:pt idx="1246">
                  <c:v>184.45919355402572</c:v>
                </c:pt>
                <c:pt idx="1247">
                  <c:v>184.33184265160656</c:v>
                </c:pt>
                <c:pt idx="1248">
                  <c:v>184.15688921951983</c:v>
                </c:pt>
                <c:pt idx="1249">
                  <c:v>186.28311624994987</c:v>
                </c:pt>
                <c:pt idx="1250">
                  <c:v>186.64496063374693</c:v>
                </c:pt>
                <c:pt idx="1251">
                  <c:v>188.12852274413271</c:v>
                </c:pt>
                <c:pt idx="1252">
                  <c:v>190.74801827555564</c:v>
                </c:pt>
                <c:pt idx="1253">
                  <c:v>193.21589857697742</c:v>
                </c:pt>
                <c:pt idx="1254">
                  <c:v>194.84234001151555</c:v>
                </c:pt>
                <c:pt idx="1255">
                  <c:v>195.5799933606601</c:v>
                </c:pt>
                <c:pt idx="1256">
                  <c:v>194.40751083633376</c:v>
                </c:pt>
                <c:pt idx="1257">
                  <c:v>196.52606323191495</c:v>
                </c:pt>
                <c:pt idx="1258">
                  <c:v>195.7515693680821</c:v>
                </c:pt>
                <c:pt idx="1259">
                  <c:v>195.63556571705828</c:v>
                </c:pt>
                <c:pt idx="1260">
                  <c:v>192.40237788635991</c:v>
                </c:pt>
                <c:pt idx="1261">
                  <c:v>194.38043241857079</c:v>
                </c:pt>
                <c:pt idx="1262">
                  <c:v>195.45893190111838</c:v>
                </c:pt>
                <c:pt idx="1263">
                  <c:v>196.80636049902429</c:v>
                </c:pt>
                <c:pt idx="1264">
                  <c:v>198.64959950501986</c:v>
                </c:pt>
                <c:pt idx="1265">
                  <c:v>203.28512617249686</c:v>
                </c:pt>
                <c:pt idx="1266">
                  <c:v>203.93714754404112</c:v>
                </c:pt>
                <c:pt idx="1267">
                  <c:v>202.68537508050679</c:v>
                </c:pt>
                <c:pt idx="1268">
                  <c:v>204.88193756185336</c:v>
                </c:pt>
                <c:pt idx="1269">
                  <c:v>205.05239824085129</c:v>
                </c:pt>
                <c:pt idx="1270">
                  <c:v>206.08050566707274</c:v>
                </c:pt>
                <c:pt idx="1271">
                  <c:v>202.82574945961906</c:v>
                </c:pt>
                <c:pt idx="1272">
                  <c:v>202.46700304470255</c:v>
                </c:pt>
                <c:pt idx="1273">
                  <c:v>206.81276608590534</c:v>
                </c:pt>
                <c:pt idx="1274">
                  <c:v>207.52200208691656</c:v>
                </c:pt>
                <c:pt idx="1275">
                  <c:v>208.56147362249223</c:v>
                </c:pt>
                <c:pt idx="1276">
                  <c:v>208.35269789344395</c:v>
                </c:pt>
                <c:pt idx="1277">
                  <c:v>206.62266421575964</c:v>
                </c:pt>
                <c:pt idx="1278">
                  <c:v>207.45509406402206</c:v>
                </c:pt>
                <c:pt idx="1279">
                  <c:v>208.77727918753374</c:v>
                </c:pt>
                <c:pt idx="1280">
                  <c:v>210.40809342787347</c:v>
                </c:pt>
                <c:pt idx="1281">
                  <c:v>211.97436161000499</c:v>
                </c:pt>
                <c:pt idx="1282">
                  <c:v>211.57849593309535</c:v>
                </c:pt>
                <c:pt idx="1283">
                  <c:v>211.61445624515292</c:v>
                </c:pt>
                <c:pt idx="1284">
                  <c:v>211.93016954344733</c:v>
                </c:pt>
                <c:pt idx="1285">
                  <c:v>213.33161425444632</c:v>
                </c:pt>
                <c:pt idx="1286">
                  <c:v>215.70933151370502</c:v>
                </c:pt>
                <c:pt idx="1287">
                  <c:v>214.86499334436189</c:v>
                </c:pt>
                <c:pt idx="1288">
                  <c:v>218.10333055121629</c:v>
                </c:pt>
                <c:pt idx="1289">
                  <c:v>215.9413292450364</c:v>
                </c:pt>
                <c:pt idx="1290">
                  <c:v>215.98351543851643</c:v>
                </c:pt>
                <c:pt idx="1291">
                  <c:v>217.53901914610657</c:v>
                </c:pt>
                <c:pt idx="1292">
                  <c:v>217.24219649777356</c:v>
                </c:pt>
                <c:pt idx="1293">
                  <c:v>216.31239958663267</c:v>
                </c:pt>
                <c:pt idx="1294">
                  <c:v>215.96306142324238</c:v>
                </c:pt>
                <c:pt idx="1295">
                  <c:v>218.20127487535734</c:v>
                </c:pt>
                <c:pt idx="1296">
                  <c:v>217.92195744157465</c:v>
                </c:pt>
                <c:pt idx="1297">
                  <c:v>220.23453683975879</c:v>
                </c:pt>
                <c:pt idx="1298">
                  <c:v>219.76990564000789</c:v>
                </c:pt>
                <c:pt idx="1299">
                  <c:v>216.40103368560125</c:v>
                </c:pt>
                <c:pt idx="1300">
                  <c:v>216.05665670846869</c:v>
                </c:pt>
                <c:pt idx="1301">
                  <c:v>217.08873268805908</c:v>
                </c:pt>
                <c:pt idx="1302">
                  <c:v>218.25219763222645</c:v>
                </c:pt>
                <c:pt idx="1303">
                  <c:v>218.45164145592392</c:v>
                </c:pt>
                <c:pt idx="1304">
                  <c:v>219.24482952365997</c:v>
                </c:pt>
                <c:pt idx="1305">
                  <c:v>218.85981423171424</c:v>
                </c:pt>
                <c:pt idx="1306">
                  <c:v>221.46929650689933</c:v>
                </c:pt>
                <c:pt idx="1307">
                  <c:v>218.99107336578086</c:v>
                </c:pt>
                <c:pt idx="1308">
                  <c:v>217.53530793708552</c:v>
                </c:pt>
                <c:pt idx="1309">
                  <c:v>216.70314113214496</c:v>
                </c:pt>
                <c:pt idx="1310">
                  <c:v>215.59109373383225</c:v>
                </c:pt>
                <c:pt idx="1311">
                  <c:v>218.77197053888926</c:v>
                </c:pt>
                <c:pt idx="1312">
                  <c:v>223.17962223595958</c:v>
                </c:pt>
                <c:pt idx="1313">
                  <c:v>218.67116294382765</c:v>
                </c:pt>
                <c:pt idx="1314">
                  <c:v>221.03411519804737</c:v>
                </c:pt>
                <c:pt idx="1315">
                  <c:v>221.95031635614757</c:v>
                </c:pt>
                <c:pt idx="1316">
                  <c:v>220.74598767522431</c:v>
                </c:pt>
                <c:pt idx="1317">
                  <c:v>219.92849874821928</c:v>
                </c:pt>
                <c:pt idx="1318">
                  <c:v>218.03060434875084</c:v>
                </c:pt>
                <c:pt idx="1319">
                  <c:v>218.88299782039769</c:v>
                </c:pt>
                <c:pt idx="1320">
                  <c:v>216.68619381111182</c:v>
                </c:pt>
                <c:pt idx="1321">
                  <c:v>213.93300386364891</c:v>
                </c:pt>
                <c:pt idx="1322">
                  <c:v>210.58301114401715</c:v>
                </c:pt>
                <c:pt idx="1323">
                  <c:v>211.5157163809973</c:v>
                </c:pt>
                <c:pt idx="1324">
                  <c:v>211.54252293320798</c:v>
                </c:pt>
                <c:pt idx="1325">
                  <c:v>214.19058666290238</c:v>
                </c:pt>
                <c:pt idx="1326">
                  <c:v>213.05016100378435</c:v>
                </c:pt>
                <c:pt idx="1327">
                  <c:v>213.72110987143313</c:v>
                </c:pt>
                <c:pt idx="1328">
                  <c:v>212.06836384308659</c:v>
                </c:pt>
                <c:pt idx="1329">
                  <c:v>212.24043026030125</c:v>
                </c:pt>
                <c:pt idx="1330">
                  <c:v>214.37624024736053</c:v>
                </c:pt>
                <c:pt idx="1331">
                  <c:v>210.39808038245141</c:v>
                </c:pt>
                <c:pt idx="1332">
                  <c:v>210.49365297314731</c:v>
                </c:pt>
                <c:pt idx="1333">
                  <c:v>208.62097356260537</c:v>
                </c:pt>
                <c:pt idx="1334">
                  <c:v>206.78221573251091</c:v>
                </c:pt>
                <c:pt idx="1335">
                  <c:v>203.042708625502</c:v>
                </c:pt>
                <c:pt idx="1336">
                  <c:v>201.1441176046485</c:v>
                </c:pt>
                <c:pt idx="1337">
                  <c:v>202.80876383467393</c:v>
                </c:pt>
                <c:pt idx="1338">
                  <c:v>204.77903599429828</c:v>
                </c:pt>
                <c:pt idx="1339">
                  <c:v>207.323286822623</c:v>
                </c:pt>
                <c:pt idx="1340">
                  <c:v>205.29603712850968</c:v>
                </c:pt>
                <c:pt idx="1341">
                  <c:v>203.59889791143038</c:v>
                </c:pt>
                <c:pt idx="1342">
                  <c:v>202.66618166800922</c:v>
                </c:pt>
                <c:pt idx="1343">
                  <c:v>208.87640129786851</c:v>
                </c:pt>
                <c:pt idx="1344">
                  <c:v>208.83453334988405</c:v>
                </c:pt>
                <c:pt idx="1345">
                  <c:v>208.60441993675093</c:v>
                </c:pt>
                <c:pt idx="1346">
                  <c:v>208.87025972970244</c:v>
                </c:pt>
                <c:pt idx="1347">
                  <c:v>208.79038595049246</c:v>
                </c:pt>
                <c:pt idx="1348">
                  <c:v>207.44291021139495</c:v>
                </c:pt>
                <c:pt idx="1349">
                  <c:v>206.97929569349216</c:v>
                </c:pt>
                <c:pt idx="1350">
                  <c:v>207.10815189341093</c:v>
                </c:pt>
                <c:pt idx="1351">
                  <c:v>206.35337577941746</c:v>
                </c:pt>
                <c:pt idx="1352">
                  <c:v>205.76328266054313</c:v>
                </c:pt>
                <c:pt idx="1353">
                  <c:v>206.71209695703232</c:v>
                </c:pt>
                <c:pt idx="1354">
                  <c:v>204.78851955507503</c:v>
                </c:pt>
                <c:pt idx="1355">
                  <c:v>206.9890282223175</c:v>
                </c:pt>
                <c:pt idx="1356">
                  <c:v>210.20620796964965</c:v>
                </c:pt>
                <c:pt idx="1357">
                  <c:v>208.35611245480496</c:v>
                </c:pt>
                <c:pt idx="1358">
                  <c:v>209.04708052727264</c:v>
                </c:pt>
                <c:pt idx="1359">
                  <c:v>208.92529410960418</c:v>
                </c:pt>
                <c:pt idx="1360">
                  <c:v>210.34829662479507</c:v>
                </c:pt>
                <c:pt idx="1361">
                  <c:v>213.08779642299538</c:v>
                </c:pt>
                <c:pt idx="1362">
                  <c:v>215.24383277533158</c:v>
                </c:pt>
                <c:pt idx="1363">
                  <c:v>216.82844540370235</c:v>
                </c:pt>
                <c:pt idx="1364">
                  <c:v>217.26835831923489</c:v>
                </c:pt>
                <c:pt idx="1365">
                  <c:v>216.32026853648824</c:v>
                </c:pt>
                <c:pt idx="1366">
                  <c:v>213.72117035998309</c:v>
                </c:pt>
                <c:pt idx="1367">
                  <c:v>211.803309450022</c:v>
                </c:pt>
                <c:pt idx="1368">
                  <c:v>213.50143037519996</c:v>
                </c:pt>
                <c:pt idx="1369">
                  <c:v>211.1942536538308</c:v>
                </c:pt>
                <c:pt idx="1370">
                  <c:v>209.88180973448326</c:v>
                </c:pt>
                <c:pt idx="1371">
                  <c:v>205.28712523208168</c:v>
                </c:pt>
                <c:pt idx="1372">
                  <c:v>199.64936579285214</c:v>
                </c:pt>
                <c:pt idx="1373">
                  <c:v>202.12506553471044</c:v>
                </c:pt>
                <c:pt idx="1374">
                  <c:v>200.13330469559421</c:v>
                </c:pt>
                <c:pt idx="1375">
                  <c:v>199.59564098469852</c:v>
                </c:pt>
                <c:pt idx="1376">
                  <c:v>200.7499711089358</c:v>
                </c:pt>
                <c:pt idx="1377">
                  <c:v>201.84827819827382</c:v>
                </c:pt>
                <c:pt idx="1378">
                  <c:v>199.28533168843157</c:v>
                </c:pt>
                <c:pt idx="1379">
                  <c:v>200.54893545817029</c:v>
                </c:pt>
                <c:pt idx="1380">
                  <c:v>203.6065046949987</c:v>
                </c:pt>
                <c:pt idx="1381">
                  <c:v>199.70549708541512</c:v>
                </c:pt>
                <c:pt idx="1382">
                  <c:v>194.12301674920684</c:v>
                </c:pt>
                <c:pt idx="1383">
                  <c:v>189.34445611841076</c:v>
                </c:pt>
                <c:pt idx="1384">
                  <c:v>192.59729293723521</c:v>
                </c:pt>
                <c:pt idx="1385">
                  <c:v>194.90815952771999</c:v>
                </c:pt>
                <c:pt idx="1386">
                  <c:v>194.95176497641214</c:v>
                </c:pt>
                <c:pt idx="1387">
                  <c:v>194.00786037422026</c:v>
                </c:pt>
                <c:pt idx="1388">
                  <c:v>196.55041402324733</c:v>
                </c:pt>
                <c:pt idx="1389">
                  <c:v>197.53354401078875</c:v>
                </c:pt>
                <c:pt idx="1390">
                  <c:v>198.03568297137772</c:v>
                </c:pt>
                <c:pt idx="1391">
                  <c:v>198.83671396245273</c:v>
                </c:pt>
                <c:pt idx="1392">
                  <c:v>192.68802263936678</c:v>
                </c:pt>
                <c:pt idx="1393">
                  <c:v>191.80186614501005</c:v>
                </c:pt>
                <c:pt idx="1394">
                  <c:v>194.30727143344882</c:v>
                </c:pt>
                <c:pt idx="1395">
                  <c:v>188.71654088734064</c:v>
                </c:pt>
                <c:pt idx="1396">
                  <c:v>191.11454051916323</c:v>
                </c:pt>
                <c:pt idx="1397">
                  <c:v>189.95363657933433</c:v>
                </c:pt>
                <c:pt idx="1398">
                  <c:v>188.60207893394792</c:v>
                </c:pt>
                <c:pt idx="1399">
                  <c:v>188.88835384697416</c:v>
                </c:pt>
                <c:pt idx="1400">
                  <c:v>185.36559509036468</c:v>
                </c:pt>
                <c:pt idx="1401">
                  <c:v>185.30625698282259</c:v>
                </c:pt>
                <c:pt idx="1402">
                  <c:v>183.3719016416126</c:v>
                </c:pt>
                <c:pt idx="1403">
                  <c:v>178.60882871283528</c:v>
                </c:pt>
                <c:pt idx="1404">
                  <c:v>179.34858064872412</c:v>
                </c:pt>
                <c:pt idx="1405">
                  <c:v>178.71839349654826</c:v>
                </c:pt>
                <c:pt idx="1406">
                  <c:v>182.08103014576758</c:v>
                </c:pt>
                <c:pt idx="1407">
                  <c:v>184.77176232622404</c:v>
                </c:pt>
                <c:pt idx="1408">
                  <c:v>184.41651193487129</c:v>
                </c:pt>
                <c:pt idx="1409">
                  <c:v>182.94058380471861</c:v>
                </c:pt>
                <c:pt idx="1410">
                  <c:v>183.43883053237022</c:v>
                </c:pt>
                <c:pt idx="1411">
                  <c:v>184.40787719929955</c:v>
                </c:pt>
                <c:pt idx="1412">
                  <c:v>184.44700178101195</c:v>
                </c:pt>
                <c:pt idx="1413">
                  <c:v>192.59855485002819</c:v>
                </c:pt>
                <c:pt idx="1414">
                  <c:v>194.81939276163106</c:v>
                </c:pt>
                <c:pt idx="1415">
                  <c:v>197.61977829043408</c:v>
                </c:pt>
                <c:pt idx="1416">
                  <c:v>199.84326407651338</c:v>
                </c:pt>
                <c:pt idx="1417">
                  <c:v>195.99121023067184</c:v>
                </c:pt>
                <c:pt idx="1418">
                  <c:v>195.45141489689678</c:v>
                </c:pt>
                <c:pt idx="1419">
                  <c:v>194.59392305018764</c:v>
                </c:pt>
              </c:numCache>
            </c:numRef>
          </c:val>
          <c:smooth val="0"/>
          <c:extLst>
            <c:ext xmlns:c16="http://schemas.microsoft.com/office/drawing/2014/chart" uri="{C3380CC4-5D6E-409C-BE32-E72D297353CC}">
              <c16:uniqueId val="{00000002-C9F5-7A4A-B402-9C2ABB2F5BCB}"/>
            </c:ext>
          </c:extLst>
        </c:ser>
        <c:ser>
          <c:idx val="3"/>
          <c:order val="3"/>
          <c:tx>
            <c:strRef>
              <c:f>FX!$CC$2</c:f>
              <c:strCache>
                <c:ptCount val="1"/>
                <c:pt idx="0">
                  <c:v>NIFTY FMCG</c:v>
                </c:pt>
              </c:strCache>
            </c:strRef>
          </c:tx>
          <c:spPr>
            <a:ln w="12700" cap="rnd">
              <a:solidFill>
                <a:schemeClr val="accent2">
                  <a:lumMod val="50000"/>
                </a:schemeClr>
              </a:solidFill>
              <a:round/>
            </a:ln>
            <a:effectLst/>
          </c:spPr>
          <c:marker>
            <c:symbol val="none"/>
          </c:marker>
          <c:cat>
            <c:numRef>
              <c:f>FX!$BY$3:$BY$1422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FX!$CC$3:$CC$1422</c:f>
              <c:numCache>
                <c:formatCode>_(* #,##0.00_);_(* \(#,##0.00\);_(* "-"??_);_(@_)</c:formatCode>
                <c:ptCount val="1420"/>
                <c:pt idx="0">
                  <c:v>100</c:v>
                </c:pt>
                <c:pt idx="1">
                  <c:v>99.858336995417716</c:v>
                </c:pt>
                <c:pt idx="2">
                  <c:v>98.769149931576308</c:v>
                </c:pt>
                <c:pt idx="3">
                  <c:v>99.475378263876905</c:v>
                </c:pt>
                <c:pt idx="4">
                  <c:v>100.33149470979072</c:v>
                </c:pt>
                <c:pt idx="5">
                  <c:v>99.522489053579065</c:v>
                </c:pt>
                <c:pt idx="6">
                  <c:v>99.927373742569429</c:v>
                </c:pt>
                <c:pt idx="7">
                  <c:v>99.806559544424104</c:v>
                </c:pt>
                <c:pt idx="8">
                  <c:v>100.47528764966187</c:v>
                </c:pt>
                <c:pt idx="9">
                  <c:v>99.838778461461274</c:v>
                </c:pt>
                <c:pt idx="10">
                  <c:v>100.50567302356949</c:v>
                </c:pt>
                <c:pt idx="11">
                  <c:v>99.55180355731892</c:v>
                </c:pt>
                <c:pt idx="12">
                  <c:v>99.182668807682944</c:v>
                </c:pt>
                <c:pt idx="13">
                  <c:v>98.823689020683858</c:v>
                </c:pt>
                <c:pt idx="14">
                  <c:v>98.644585271470277</c:v>
                </c:pt>
                <c:pt idx="15">
                  <c:v>98.393504046216378</c:v>
                </c:pt>
                <c:pt idx="16">
                  <c:v>96.962921672000746</c:v>
                </c:pt>
                <c:pt idx="17">
                  <c:v>97.003305931111441</c:v>
                </c:pt>
                <c:pt idx="18">
                  <c:v>96.924923069353227</c:v>
                </c:pt>
                <c:pt idx="19">
                  <c:v>95.680459508758531</c:v>
                </c:pt>
                <c:pt idx="20">
                  <c:v>96.359888953080457</c:v>
                </c:pt>
                <c:pt idx="21">
                  <c:v>95.20330878511507</c:v>
                </c:pt>
                <c:pt idx="22">
                  <c:v>96.577013331578613</c:v>
                </c:pt>
                <c:pt idx="23">
                  <c:v>97.766032210773048</c:v>
                </c:pt>
                <c:pt idx="24">
                  <c:v>96.404735628402733</c:v>
                </c:pt>
                <c:pt idx="25">
                  <c:v>95.487514339247639</c:v>
                </c:pt>
                <c:pt idx="26">
                  <c:v>96.583374755326545</c:v>
                </c:pt>
                <c:pt idx="27">
                  <c:v>97.489187685924847</c:v>
                </c:pt>
                <c:pt idx="28">
                  <c:v>96.121310967104392</c:v>
                </c:pt>
                <c:pt idx="29">
                  <c:v>96.169064171372554</c:v>
                </c:pt>
                <c:pt idx="30">
                  <c:v>95.813644501829515</c:v>
                </c:pt>
                <c:pt idx="31">
                  <c:v>96.051295778584546</c:v>
                </c:pt>
                <c:pt idx="32">
                  <c:v>95.570192879719826</c:v>
                </c:pt>
                <c:pt idx="33">
                  <c:v>94.694165378482353</c:v>
                </c:pt>
                <c:pt idx="34">
                  <c:v>93.582904432839925</c:v>
                </c:pt>
                <c:pt idx="35">
                  <c:v>93.726840107002957</c:v>
                </c:pt>
                <c:pt idx="36">
                  <c:v>93.965483241639021</c:v>
                </c:pt>
                <c:pt idx="37">
                  <c:v>94.361884137764633</c:v>
                </c:pt>
                <c:pt idx="38">
                  <c:v>94.51900634022995</c:v>
                </c:pt>
                <c:pt idx="39">
                  <c:v>95.031285899575579</c:v>
                </c:pt>
                <c:pt idx="40">
                  <c:v>94.722536567258345</c:v>
                </c:pt>
                <c:pt idx="41">
                  <c:v>94.619087865195937</c:v>
                </c:pt>
                <c:pt idx="42">
                  <c:v>95.575360247877768</c:v>
                </c:pt>
                <c:pt idx="43">
                  <c:v>96.458171384384016</c:v>
                </c:pt>
                <c:pt idx="44">
                  <c:v>96.903362667581106</c:v>
                </c:pt>
                <c:pt idx="45">
                  <c:v>98.30535022861099</c:v>
                </c:pt>
                <c:pt idx="46">
                  <c:v>98.338341267356995</c:v>
                </c:pt>
                <c:pt idx="47">
                  <c:v>99.60041712768583</c:v>
                </c:pt>
                <c:pt idx="48">
                  <c:v>100.82385944469107</c:v>
                </c:pt>
                <c:pt idx="49">
                  <c:v>100.67609932846864</c:v>
                </c:pt>
                <c:pt idx="50">
                  <c:v>99.625265574952536</c:v>
                </c:pt>
                <c:pt idx="51">
                  <c:v>101.2374404334652</c:v>
                </c:pt>
                <c:pt idx="52">
                  <c:v>102.14884350391519</c:v>
                </c:pt>
                <c:pt idx="53">
                  <c:v>101.28577071315887</c:v>
                </c:pt>
                <c:pt idx="54">
                  <c:v>101.24977753120376</c:v>
                </c:pt>
                <c:pt idx="55">
                  <c:v>99.840469174916649</c:v>
                </c:pt>
                <c:pt idx="56">
                  <c:v>100.16999861356764</c:v>
                </c:pt>
                <c:pt idx="57">
                  <c:v>99.866241119938039</c:v>
                </c:pt>
                <c:pt idx="58">
                  <c:v>100.8944000237714</c:v>
                </c:pt>
                <c:pt idx="59">
                  <c:v>100.91026355610202</c:v>
                </c:pt>
                <c:pt idx="60">
                  <c:v>100.48344483067807</c:v>
                </c:pt>
                <c:pt idx="61">
                  <c:v>100.73007024745762</c:v>
                </c:pt>
                <c:pt idx="62">
                  <c:v>100.3102520262763</c:v>
                </c:pt>
                <c:pt idx="63">
                  <c:v>99.369434458653458</c:v>
                </c:pt>
                <c:pt idx="64">
                  <c:v>98.700503198591122</c:v>
                </c:pt>
                <c:pt idx="65">
                  <c:v>99.375325178838892</c:v>
                </c:pt>
                <c:pt idx="66">
                  <c:v>99.857308328156705</c:v>
                </c:pt>
                <c:pt idx="67">
                  <c:v>101.39310148033458</c:v>
                </c:pt>
                <c:pt idx="68">
                  <c:v>101.57732596881253</c:v>
                </c:pt>
                <c:pt idx="69">
                  <c:v>101.715722157226</c:v>
                </c:pt>
                <c:pt idx="70">
                  <c:v>101.33787325693302</c:v>
                </c:pt>
                <c:pt idx="71">
                  <c:v>100.40313390231402</c:v>
                </c:pt>
                <c:pt idx="72">
                  <c:v>100.65019323382688</c:v>
                </c:pt>
                <c:pt idx="73">
                  <c:v>100.87269916703555</c:v>
                </c:pt>
                <c:pt idx="74">
                  <c:v>99.963415193289848</c:v>
                </c:pt>
                <c:pt idx="75">
                  <c:v>99.902440672483309</c:v>
                </c:pt>
                <c:pt idx="76">
                  <c:v>99.99967555194263</c:v>
                </c:pt>
                <c:pt idx="77">
                  <c:v>99.610463982084383</c:v>
                </c:pt>
                <c:pt idx="78">
                  <c:v>98.167681998316255</c:v>
                </c:pt>
                <c:pt idx="79">
                  <c:v>97.225813932631581</c:v>
                </c:pt>
                <c:pt idx="80">
                  <c:v>97.114541911335465</c:v>
                </c:pt>
                <c:pt idx="81">
                  <c:v>96.659998355965953</c:v>
                </c:pt>
                <c:pt idx="82">
                  <c:v>95.220573569619688</c:v>
                </c:pt>
                <c:pt idx="83">
                  <c:v>95.568800488867737</c:v>
                </c:pt>
                <c:pt idx="84">
                  <c:v>95.784196346230132</c:v>
                </c:pt>
                <c:pt idx="85">
                  <c:v>101.11508064069277</c:v>
                </c:pt>
                <c:pt idx="86">
                  <c:v>100.81762689936849</c:v>
                </c:pt>
                <c:pt idx="87">
                  <c:v>99.807240786148327</c:v>
                </c:pt>
                <c:pt idx="88">
                  <c:v>98.208907896942492</c:v>
                </c:pt>
                <c:pt idx="89">
                  <c:v>99.097730648388549</c:v>
                </c:pt>
                <c:pt idx="90">
                  <c:v>99.560720706614845</c:v>
                </c:pt>
                <c:pt idx="91">
                  <c:v>99.433755990669027</c:v>
                </c:pt>
                <c:pt idx="92">
                  <c:v>98.874856277685083</c:v>
                </c:pt>
                <c:pt idx="93">
                  <c:v>98.970349983092646</c:v>
                </c:pt>
                <c:pt idx="94">
                  <c:v>98.439981764865848</c:v>
                </c:pt>
                <c:pt idx="95">
                  <c:v>100.38804060518683</c:v>
                </c:pt>
                <c:pt idx="96">
                  <c:v>100.32470930602973</c:v>
                </c:pt>
                <c:pt idx="97">
                  <c:v>99.817096704354896</c:v>
                </c:pt>
                <c:pt idx="98">
                  <c:v>99.557427588510919</c:v>
                </c:pt>
                <c:pt idx="99">
                  <c:v>100.62233923492215</c:v>
                </c:pt>
                <c:pt idx="100">
                  <c:v>100.51276263858615</c:v>
                </c:pt>
                <c:pt idx="101">
                  <c:v>100.76248019529386</c:v>
                </c:pt>
                <c:pt idx="102">
                  <c:v>100.74869618410236</c:v>
                </c:pt>
                <c:pt idx="103">
                  <c:v>99.164708837298889</c:v>
                </c:pt>
                <c:pt idx="104">
                  <c:v>97.914464656538769</c:v>
                </c:pt>
                <c:pt idx="105">
                  <c:v>97.557116860179661</c:v>
                </c:pt>
                <c:pt idx="106">
                  <c:v>97.759859648983081</c:v>
                </c:pt>
                <c:pt idx="107">
                  <c:v>98.123540691262193</c:v>
                </c:pt>
                <c:pt idx="108">
                  <c:v>97.62370149562642</c:v>
                </c:pt>
                <c:pt idx="109">
                  <c:v>98.113341807393866</c:v>
                </c:pt>
                <c:pt idx="110">
                  <c:v>98.047641691648224</c:v>
                </c:pt>
                <c:pt idx="111">
                  <c:v>98.061871589097805</c:v>
                </c:pt>
                <c:pt idx="112">
                  <c:v>98.6919232007495</c:v>
                </c:pt>
                <c:pt idx="113">
                  <c:v>98.803978777932883</c:v>
                </c:pt>
                <c:pt idx="114">
                  <c:v>99.135734760444819</c:v>
                </c:pt>
                <c:pt idx="115">
                  <c:v>99.640771292156955</c:v>
                </c:pt>
                <c:pt idx="116">
                  <c:v>99.897454654261225</c:v>
                </c:pt>
                <c:pt idx="117">
                  <c:v>100.17753363530728</c:v>
                </c:pt>
                <c:pt idx="118">
                  <c:v>99.169906576737333</c:v>
                </c:pt>
                <c:pt idx="119">
                  <c:v>98.208843503086698</c:v>
                </c:pt>
                <c:pt idx="120">
                  <c:v>97.938162222857642</c:v>
                </c:pt>
                <c:pt idx="121">
                  <c:v>98.638149109078626</c:v>
                </c:pt>
                <c:pt idx="122">
                  <c:v>98.183471797014732</c:v>
                </c:pt>
                <c:pt idx="123">
                  <c:v>97.60846735617433</c:v>
                </c:pt>
                <c:pt idx="124">
                  <c:v>98.594415075040644</c:v>
                </c:pt>
                <c:pt idx="125">
                  <c:v>99.082024983019167</c:v>
                </c:pt>
                <c:pt idx="126">
                  <c:v>98.778055361829871</c:v>
                </c:pt>
                <c:pt idx="127">
                  <c:v>97.091071684981785</c:v>
                </c:pt>
                <c:pt idx="128">
                  <c:v>96.733303038405154</c:v>
                </c:pt>
                <c:pt idx="129">
                  <c:v>96.708441546417347</c:v>
                </c:pt>
                <c:pt idx="130">
                  <c:v>96.711209305310391</c:v>
                </c:pt>
                <c:pt idx="131">
                  <c:v>97.141547598224193</c:v>
                </c:pt>
                <c:pt idx="132">
                  <c:v>96.805998373723341</c:v>
                </c:pt>
                <c:pt idx="133">
                  <c:v>96.651281714728768</c:v>
                </c:pt>
                <c:pt idx="134">
                  <c:v>97.174174374220172</c:v>
                </c:pt>
                <c:pt idx="135">
                  <c:v>96.42204516759486</c:v>
                </c:pt>
                <c:pt idx="136">
                  <c:v>95.967434999299599</c:v>
                </c:pt>
                <c:pt idx="137">
                  <c:v>94.156861953006171</c:v>
                </c:pt>
                <c:pt idx="138">
                  <c:v>93.899257829878607</c:v>
                </c:pt>
                <c:pt idx="139">
                  <c:v>93.484608599649164</c:v>
                </c:pt>
                <c:pt idx="140">
                  <c:v>94.654956441394319</c:v>
                </c:pt>
                <c:pt idx="141">
                  <c:v>95.655891246117889</c:v>
                </c:pt>
                <c:pt idx="142">
                  <c:v>92.837160505036351</c:v>
                </c:pt>
                <c:pt idx="143">
                  <c:v>93.379835808384868</c:v>
                </c:pt>
                <c:pt idx="144">
                  <c:v>93.292859828852912</c:v>
                </c:pt>
                <c:pt idx="145">
                  <c:v>93.052465524030197</c:v>
                </c:pt>
                <c:pt idx="146">
                  <c:v>92.115191398563908</c:v>
                </c:pt>
                <c:pt idx="147">
                  <c:v>91.369637315703145</c:v>
                </c:pt>
                <c:pt idx="148">
                  <c:v>91.166123445031232</c:v>
                </c:pt>
                <c:pt idx="149">
                  <c:v>90.690231381593676</c:v>
                </c:pt>
                <c:pt idx="150">
                  <c:v>91.55600232721801</c:v>
                </c:pt>
                <c:pt idx="151">
                  <c:v>92.719582923658535</c:v>
                </c:pt>
                <c:pt idx="152">
                  <c:v>92.509463008580326</c:v>
                </c:pt>
                <c:pt idx="153">
                  <c:v>93.858377135063719</c:v>
                </c:pt>
                <c:pt idx="154">
                  <c:v>91.734084751360101</c:v>
                </c:pt>
                <c:pt idx="155">
                  <c:v>91.971292403512791</c:v>
                </c:pt>
                <c:pt idx="156">
                  <c:v>91.943428792241789</c:v>
                </c:pt>
                <c:pt idx="157">
                  <c:v>92.757932841135684</c:v>
                </c:pt>
                <c:pt idx="158">
                  <c:v>92.383034501365444</c:v>
                </c:pt>
                <c:pt idx="159">
                  <c:v>92.237618935081954</c:v>
                </c:pt>
                <c:pt idx="160">
                  <c:v>92.78438825861609</c:v>
                </c:pt>
                <c:pt idx="161">
                  <c:v>92.523121959978923</c:v>
                </c:pt>
                <c:pt idx="162">
                  <c:v>91.913383395511303</c:v>
                </c:pt>
                <c:pt idx="163">
                  <c:v>92.813768798629226</c:v>
                </c:pt>
                <c:pt idx="164">
                  <c:v>92.471020820849986</c:v>
                </c:pt>
                <c:pt idx="165">
                  <c:v>96.821783943563688</c:v>
                </c:pt>
                <c:pt idx="166">
                  <c:v>101.01300610199773</c:v>
                </c:pt>
                <c:pt idx="167">
                  <c:v>101.74250600715152</c:v>
                </c:pt>
                <c:pt idx="168">
                  <c:v>100.21594888133187</c:v>
                </c:pt>
                <c:pt idx="169">
                  <c:v>100.74071571806309</c:v>
                </c:pt>
                <c:pt idx="170">
                  <c:v>100.82606129523796</c:v>
                </c:pt>
                <c:pt idx="171">
                  <c:v>99.993252972880413</c:v>
                </c:pt>
                <c:pt idx="172">
                  <c:v>99.671151866858239</c:v>
                </c:pt>
                <c:pt idx="173">
                  <c:v>98.509934862919053</c:v>
                </c:pt>
                <c:pt idx="174">
                  <c:v>98.009532483942721</c:v>
                </c:pt>
                <c:pt idx="175">
                  <c:v>97.987190267328515</c:v>
                </c:pt>
                <c:pt idx="176">
                  <c:v>97.67570995948094</c:v>
                </c:pt>
                <c:pt idx="177">
                  <c:v>98.581312009998612</c:v>
                </c:pt>
                <c:pt idx="178">
                  <c:v>99.147852647532147</c:v>
                </c:pt>
                <c:pt idx="179">
                  <c:v>99.830386908320207</c:v>
                </c:pt>
                <c:pt idx="180">
                  <c:v>99.476286821479192</c:v>
                </c:pt>
                <c:pt idx="181">
                  <c:v>101.00671100645692</c:v>
                </c:pt>
                <c:pt idx="182">
                  <c:v>101.852287984886</c:v>
                </c:pt>
                <c:pt idx="183">
                  <c:v>102.83320699892415</c:v>
                </c:pt>
                <c:pt idx="184">
                  <c:v>103.51989640921421</c:v>
                </c:pt>
                <c:pt idx="185">
                  <c:v>103.04824661003396</c:v>
                </c:pt>
                <c:pt idx="186">
                  <c:v>103.26040991916356</c:v>
                </c:pt>
                <c:pt idx="187">
                  <c:v>103.66434470629358</c:v>
                </c:pt>
                <c:pt idx="188">
                  <c:v>105.04143420891732</c:v>
                </c:pt>
                <c:pt idx="189">
                  <c:v>105.49559129783054</c:v>
                </c:pt>
                <c:pt idx="190">
                  <c:v>105.05342863547767</c:v>
                </c:pt>
                <c:pt idx="191">
                  <c:v>105.32853507332722</c:v>
                </c:pt>
                <c:pt idx="192">
                  <c:v>105.19747815230826</c:v>
                </c:pt>
                <c:pt idx="193">
                  <c:v>105.48022612843074</c:v>
                </c:pt>
                <c:pt idx="194">
                  <c:v>103.22135199354422</c:v>
                </c:pt>
                <c:pt idx="195">
                  <c:v>102.47106869197815</c:v>
                </c:pt>
                <c:pt idx="196">
                  <c:v>100.4510309917904</c:v>
                </c:pt>
                <c:pt idx="197">
                  <c:v>100.44490760939492</c:v>
                </c:pt>
                <c:pt idx="198">
                  <c:v>100.04303207716146</c:v>
                </c:pt>
                <c:pt idx="199">
                  <c:v>99.286190755178964</c:v>
                </c:pt>
                <c:pt idx="200">
                  <c:v>99.051487563035835</c:v>
                </c:pt>
                <c:pt idx="201">
                  <c:v>98.710847568199966</c:v>
                </c:pt>
                <c:pt idx="202">
                  <c:v>99.879376900984042</c:v>
                </c:pt>
                <c:pt idx="203">
                  <c:v>99.859950395355739</c:v>
                </c:pt>
                <c:pt idx="204">
                  <c:v>100.71676529743593</c:v>
                </c:pt>
                <c:pt idx="205">
                  <c:v>100.85047603368329</c:v>
                </c:pt>
                <c:pt idx="206">
                  <c:v>99.921759001943371</c:v>
                </c:pt>
                <c:pt idx="207">
                  <c:v>99.145118186322534</c:v>
                </c:pt>
                <c:pt idx="208">
                  <c:v>98.631954329470588</c:v>
                </c:pt>
                <c:pt idx="209">
                  <c:v>98.475506136328718</c:v>
                </c:pt>
                <c:pt idx="210">
                  <c:v>98.569649758132613</c:v>
                </c:pt>
                <c:pt idx="211">
                  <c:v>98.26097228171966</c:v>
                </c:pt>
                <c:pt idx="212">
                  <c:v>97.603714162641296</c:v>
                </c:pt>
                <c:pt idx="213">
                  <c:v>97.783837019770957</c:v>
                </c:pt>
                <c:pt idx="214">
                  <c:v>98.355609012989419</c:v>
                </c:pt>
                <c:pt idx="215">
                  <c:v>99.044988627161032</c:v>
                </c:pt>
                <c:pt idx="216">
                  <c:v>97.489817574314372</c:v>
                </c:pt>
                <c:pt idx="217">
                  <c:v>97.902533868043136</c:v>
                </c:pt>
                <c:pt idx="218">
                  <c:v>98.128516273556201</c:v>
                </c:pt>
                <c:pt idx="219">
                  <c:v>98.40870245358353</c:v>
                </c:pt>
                <c:pt idx="220">
                  <c:v>98.207634482357193</c:v>
                </c:pt>
                <c:pt idx="221">
                  <c:v>97.742432576521551</c:v>
                </c:pt>
                <c:pt idx="222">
                  <c:v>97.676447106806989</c:v>
                </c:pt>
                <c:pt idx="223">
                  <c:v>97.106004480593185</c:v>
                </c:pt>
                <c:pt idx="224">
                  <c:v>97.437200931766284</c:v>
                </c:pt>
                <c:pt idx="225">
                  <c:v>97.52652826440179</c:v>
                </c:pt>
                <c:pt idx="226">
                  <c:v>97.19144099625575</c:v>
                </c:pt>
                <c:pt idx="227">
                  <c:v>97.555245420747482</c:v>
                </c:pt>
                <c:pt idx="228">
                  <c:v>97.660423090968209</c:v>
                </c:pt>
                <c:pt idx="229">
                  <c:v>96.677089406449056</c:v>
                </c:pt>
                <c:pt idx="230">
                  <c:v>95.154904019143942</c:v>
                </c:pt>
                <c:pt idx="231">
                  <c:v>95.773568080056094</c:v>
                </c:pt>
                <c:pt idx="232">
                  <c:v>95.552970744868446</c:v>
                </c:pt>
                <c:pt idx="233">
                  <c:v>97.093019003755501</c:v>
                </c:pt>
                <c:pt idx="234">
                  <c:v>98.312827999262765</c:v>
                </c:pt>
                <c:pt idx="235">
                  <c:v>99.847280554665375</c:v>
                </c:pt>
                <c:pt idx="236">
                  <c:v>101.09135913295722</c:v>
                </c:pt>
                <c:pt idx="237">
                  <c:v>101.4582933286169</c:v>
                </c:pt>
                <c:pt idx="238">
                  <c:v>101.74196214742838</c:v>
                </c:pt>
                <c:pt idx="239">
                  <c:v>101.65401028965078</c:v>
                </c:pt>
                <c:pt idx="240">
                  <c:v>101.8332008201815</c:v>
                </c:pt>
                <c:pt idx="241">
                  <c:v>100.72603756894553</c:v>
                </c:pt>
                <c:pt idx="242">
                  <c:v>100.71632910014191</c:v>
                </c:pt>
                <c:pt idx="243">
                  <c:v>100.90110704003203</c:v>
                </c:pt>
                <c:pt idx="244">
                  <c:v>101.70245057864548</c:v>
                </c:pt>
                <c:pt idx="245">
                  <c:v>100.43805446915067</c:v>
                </c:pt>
                <c:pt idx="246">
                  <c:v>100.13870924729621</c:v>
                </c:pt>
                <c:pt idx="247">
                  <c:v>101.62541287402675</c:v>
                </c:pt>
                <c:pt idx="248">
                  <c:v>99.636290866504467</c:v>
                </c:pt>
                <c:pt idx="249">
                  <c:v>99.072354332459923</c:v>
                </c:pt>
                <c:pt idx="250">
                  <c:v>97.209554690068856</c:v>
                </c:pt>
                <c:pt idx="251">
                  <c:v>97.88039611020568</c:v>
                </c:pt>
                <c:pt idx="252">
                  <c:v>99.492140061634245</c:v>
                </c:pt>
                <c:pt idx="253">
                  <c:v>99.924414964997325</c:v>
                </c:pt>
                <c:pt idx="254">
                  <c:v>99.2998507121047</c:v>
                </c:pt>
                <c:pt idx="255">
                  <c:v>98.559445651236175</c:v>
                </c:pt>
                <c:pt idx="256">
                  <c:v>98.296182324318281</c:v>
                </c:pt>
                <c:pt idx="257">
                  <c:v>100.10328644177598</c:v>
                </c:pt>
                <c:pt idx="258">
                  <c:v>99.977444019990244</c:v>
                </c:pt>
                <c:pt idx="259">
                  <c:v>98.828434570048856</c:v>
                </c:pt>
                <c:pt idx="260">
                  <c:v>98.294091724290084</c:v>
                </c:pt>
                <c:pt idx="261">
                  <c:v>97.884969824378658</c:v>
                </c:pt>
                <c:pt idx="262">
                  <c:v>99.414472854117378</c:v>
                </c:pt>
                <c:pt idx="263">
                  <c:v>98.513955235218774</c:v>
                </c:pt>
                <c:pt idx="264">
                  <c:v>96.588624825322867</c:v>
                </c:pt>
                <c:pt idx="265">
                  <c:v>96.659931095520122</c:v>
                </c:pt>
                <c:pt idx="266">
                  <c:v>96.170305833160185</c:v>
                </c:pt>
                <c:pt idx="267">
                  <c:v>96.376683584254067</c:v>
                </c:pt>
                <c:pt idx="268">
                  <c:v>93.467030935349342</c:v>
                </c:pt>
                <c:pt idx="269">
                  <c:v>92.85285241399967</c:v>
                </c:pt>
                <c:pt idx="270">
                  <c:v>92.893098934617015</c:v>
                </c:pt>
                <c:pt idx="271">
                  <c:v>92.765053759848286</c:v>
                </c:pt>
                <c:pt idx="272">
                  <c:v>87.334556376316456</c:v>
                </c:pt>
                <c:pt idx="273">
                  <c:v>87.570803200468276</c:v>
                </c:pt>
                <c:pt idx="274">
                  <c:v>80.9554237370332</c:v>
                </c:pt>
                <c:pt idx="275">
                  <c:v>81.453184830238158</c:v>
                </c:pt>
                <c:pt idx="276">
                  <c:v>76.580378744669844</c:v>
                </c:pt>
                <c:pt idx="277">
                  <c:v>77.521081771644859</c:v>
                </c:pt>
                <c:pt idx="278">
                  <c:v>75.065770209268265</c:v>
                </c:pt>
                <c:pt idx="279">
                  <c:v>73.518402616822627</c:v>
                </c:pt>
                <c:pt idx="280">
                  <c:v>79.53233875862864</c:v>
                </c:pt>
                <c:pt idx="281">
                  <c:v>70.334257456385032</c:v>
                </c:pt>
                <c:pt idx="282">
                  <c:v>72.355177164979949</c:v>
                </c:pt>
                <c:pt idx="283">
                  <c:v>78.571622185038933</c:v>
                </c:pt>
                <c:pt idx="284">
                  <c:v>79.172717612445027</c:v>
                </c:pt>
                <c:pt idx="285">
                  <c:v>78.923894373382396</c:v>
                </c:pt>
                <c:pt idx="286">
                  <c:v>83.423965230648122</c:v>
                </c:pt>
                <c:pt idx="287">
                  <c:v>80.491265112096059</c:v>
                </c:pt>
                <c:pt idx="288">
                  <c:v>80.565682709744962</c:v>
                </c:pt>
                <c:pt idx="289">
                  <c:v>87.248927234358433</c:v>
                </c:pt>
                <c:pt idx="290">
                  <c:v>87.174328685118113</c:v>
                </c:pt>
                <c:pt idx="291">
                  <c:v>85.947375381267008</c:v>
                </c:pt>
                <c:pt idx="292">
                  <c:v>88.529852961580886</c:v>
                </c:pt>
                <c:pt idx="293">
                  <c:v>87.82482394766005</c:v>
                </c:pt>
                <c:pt idx="294">
                  <c:v>85.907605735485433</c:v>
                </c:pt>
                <c:pt idx="295">
                  <c:v>85.534413694884435</c:v>
                </c:pt>
                <c:pt idx="296">
                  <c:v>87.47144334300738</c:v>
                </c:pt>
                <c:pt idx="297">
                  <c:v>86.266988668314923</c:v>
                </c:pt>
                <c:pt idx="298">
                  <c:v>86.745637224368267</c:v>
                </c:pt>
                <c:pt idx="299">
                  <c:v>87.174957557276244</c:v>
                </c:pt>
                <c:pt idx="300">
                  <c:v>87.862523123461969</c:v>
                </c:pt>
                <c:pt idx="301">
                  <c:v>82.668976758030823</c:v>
                </c:pt>
                <c:pt idx="302">
                  <c:v>79.976004058520274</c:v>
                </c:pt>
                <c:pt idx="303">
                  <c:v>81.656003509518868</c:v>
                </c:pt>
                <c:pt idx="304">
                  <c:v>81.11430219135211</c:v>
                </c:pt>
                <c:pt idx="305">
                  <c:v>81.571026573457956</c:v>
                </c:pt>
                <c:pt idx="306">
                  <c:v>81.672353580940666</c:v>
                </c:pt>
                <c:pt idx="307">
                  <c:v>82.183327048908893</c:v>
                </c:pt>
                <c:pt idx="308">
                  <c:v>82.129590771971991</c:v>
                </c:pt>
                <c:pt idx="309">
                  <c:v>80.927865754854508</c:v>
                </c:pt>
                <c:pt idx="310">
                  <c:v>81.829282172755157</c:v>
                </c:pt>
                <c:pt idx="311">
                  <c:v>83.021674907030445</c:v>
                </c:pt>
                <c:pt idx="312">
                  <c:v>84.716942086172935</c:v>
                </c:pt>
                <c:pt idx="313">
                  <c:v>84.400936280216683</c:v>
                </c:pt>
                <c:pt idx="314">
                  <c:v>85.883943195592025</c:v>
                </c:pt>
                <c:pt idx="315">
                  <c:v>86.464250887293417</c:v>
                </c:pt>
                <c:pt idx="316">
                  <c:v>89.166527534371184</c:v>
                </c:pt>
                <c:pt idx="317">
                  <c:v>89.416877818966526</c:v>
                </c:pt>
                <c:pt idx="318">
                  <c:v>90.237570821297751</c:v>
                </c:pt>
                <c:pt idx="319">
                  <c:v>90.283223382667529</c:v>
                </c:pt>
                <c:pt idx="320">
                  <c:v>90.115368209175614</c:v>
                </c:pt>
                <c:pt idx="321">
                  <c:v>89.798427169364899</c:v>
                </c:pt>
                <c:pt idx="322">
                  <c:v>90.031432807882524</c:v>
                </c:pt>
                <c:pt idx="323">
                  <c:v>89.994226148548847</c:v>
                </c:pt>
                <c:pt idx="324">
                  <c:v>88.364390821136794</c:v>
                </c:pt>
                <c:pt idx="325">
                  <c:v>88.313474253998507</c:v>
                </c:pt>
                <c:pt idx="326">
                  <c:v>86.817163912369637</c:v>
                </c:pt>
                <c:pt idx="327">
                  <c:v>86.736239964599733</c:v>
                </c:pt>
                <c:pt idx="328">
                  <c:v>85.890209744965873</c:v>
                </c:pt>
                <c:pt idx="329">
                  <c:v>86.605024536788306</c:v>
                </c:pt>
                <c:pt idx="330">
                  <c:v>86.716333689725261</c:v>
                </c:pt>
                <c:pt idx="331">
                  <c:v>87.187528646633083</c:v>
                </c:pt>
                <c:pt idx="332">
                  <c:v>88.666808968079252</c:v>
                </c:pt>
                <c:pt idx="333">
                  <c:v>89.661050108708622</c:v>
                </c:pt>
                <c:pt idx="334">
                  <c:v>91.653394906253524</c:v>
                </c:pt>
                <c:pt idx="335">
                  <c:v>90.760274422568301</c:v>
                </c:pt>
                <c:pt idx="336">
                  <c:v>91.303147534621331</c:v>
                </c:pt>
                <c:pt idx="337">
                  <c:v>91.631938758370183</c:v>
                </c:pt>
                <c:pt idx="338">
                  <c:v>92.081637567510668</c:v>
                </c:pt>
                <c:pt idx="339">
                  <c:v>92.45110250492948</c:v>
                </c:pt>
                <c:pt idx="340">
                  <c:v>93.100354051076394</c:v>
                </c:pt>
                <c:pt idx="341">
                  <c:v>93.461879512775425</c:v>
                </c:pt>
                <c:pt idx="342">
                  <c:v>93.846244906664978</c:v>
                </c:pt>
                <c:pt idx="343">
                  <c:v>94.423111501342575</c:v>
                </c:pt>
                <c:pt idx="344">
                  <c:v>94.139605507274979</c:v>
                </c:pt>
                <c:pt idx="345">
                  <c:v>94.242106410504064</c:v>
                </c:pt>
                <c:pt idx="346">
                  <c:v>95.610938675297945</c:v>
                </c:pt>
                <c:pt idx="347">
                  <c:v>95.402915828677564</c:v>
                </c:pt>
                <c:pt idx="348">
                  <c:v>96.369020852798968</c:v>
                </c:pt>
                <c:pt idx="349">
                  <c:v>96.840413869729645</c:v>
                </c:pt>
                <c:pt idx="350">
                  <c:v>96.309428072528135</c:v>
                </c:pt>
                <c:pt idx="351">
                  <c:v>95.71171008451968</c:v>
                </c:pt>
                <c:pt idx="352">
                  <c:v>95.776981692404945</c:v>
                </c:pt>
                <c:pt idx="353">
                  <c:v>95.37774394446096</c:v>
                </c:pt>
                <c:pt idx="354">
                  <c:v>94.898899456514954</c:v>
                </c:pt>
                <c:pt idx="355">
                  <c:v>95.200211766782985</c:v>
                </c:pt>
                <c:pt idx="356">
                  <c:v>95.289341377885862</c:v>
                </c:pt>
                <c:pt idx="357">
                  <c:v>94.419064495563333</c:v>
                </c:pt>
                <c:pt idx="358">
                  <c:v>95.048236967107925</c:v>
                </c:pt>
                <c:pt idx="359">
                  <c:v>94.44038761129255</c:v>
                </c:pt>
                <c:pt idx="360">
                  <c:v>94.736272879607867</c:v>
                </c:pt>
                <c:pt idx="361">
                  <c:v>94.848017430396553</c:v>
                </c:pt>
                <c:pt idx="362">
                  <c:v>96.214561605823462</c:v>
                </c:pt>
                <c:pt idx="363">
                  <c:v>96.714131211117035</c:v>
                </c:pt>
                <c:pt idx="364">
                  <c:v>97.217553070103662</c:v>
                </c:pt>
                <c:pt idx="365">
                  <c:v>97.711373338720009</c:v>
                </c:pt>
                <c:pt idx="366">
                  <c:v>97.327729579119918</c:v>
                </c:pt>
                <c:pt idx="367">
                  <c:v>97.41366852321849</c:v>
                </c:pt>
                <c:pt idx="368">
                  <c:v>96.173659820629723</c:v>
                </c:pt>
                <c:pt idx="369">
                  <c:v>97.023044042825035</c:v>
                </c:pt>
                <c:pt idx="370">
                  <c:v>97.615471322366645</c:v>
                </c:pt>
                <c:pt idx="371">
                  <c:v>97.260023110828826</c:v>
                </c:pt>
                <c:pt idx="372">
                  <c:v>96.493294904680042</c:v>
                </c:pt>
                <c:pt idx="373">
                  <c:v>97.167492283371004</c:v>
                </c:pt>
                <c:pt idx="374">
                  <c:v>97.344542690219811</c:v>
                </c:pt>
                <c:pt idx="375">
                  <c:v>97.348872451930134</c:v>
                </c:pt>
                <c:pt idx="376">
                  <c:v>97.242136003892753</c:v>
                </c:pt>
                <c:pt idx="377">
                  <c:v>96.987405062303978</c:v>
                </c:pt>
                <c:pt idx="378">
                  <c:v>98.083191577460894</c:v>
                </c:pt>
                <c:pt idx="379">
                  <c:v>95.701086411778476</c:v>
                </c:pt>
                <c:pt idx="380">
                  <c:v>97.961516718389021</c:v>
                </c:pt>
                <c:pt idx="381">
                  <c:v>98.006970833066262</c:v>
                </c:pt>
                <c:pt idx="382">
                  <c:v>98.27780698964331</c:v>
                </c:pt>
                <c:pt idx="383">
                  <c:v>96.745749155846369</c:v>
                </c:pt>
                <c:pt idx="384">
                  <c:v>97.295557702510067</c:v>
                </c:pt>
                <c:pt idx="385">
                  <c:v>96.619937986844462</c:v>
                </c:pt>
                <c:pt idx="386">
                  <c:v>95.720319108421478</c:v>
                </c:pt>
                <c:pt idx="387">
                  <c:v>96.591714876510295</c:v>
                </c:pt>
                <c:pt idx="388">
                  <c:v>97.040733682549941</c:v>
                </c:pt>
                <c:pt idx="389">
                  <c:v>96.496437328989671</c:v>
                </c:pt>
                <c:pt idx="390">
                  <c:v>96.300340737613894</c:v>
                </c:pt>
                <c:pt idx="391">
                  <c:v>96.263085937328739</c:v>
                </c:pt>
                <c:pt idx="392">
                  <c:v>95.738957046414967</c:v>
                </c:pt>
                <c:pt idx="393">
                  <c:v>95.668463810060288</c:v>
                </c:pt>
                <c:pt idx="394">
                  <c:v>92.757288152782081</c:v>
                </c:pt>
                <c:pt idx="395">
                  <c:v>91.81339038242939</c:v>
                </c:pt>
                <c:pt idx="396">
                  <c:v>91.679638799685179</c:v>
                </c:pt>
                <c:pt idx="397">
                  <c:v>90.447110420539985</c:v>
                </c:pt>
                <c:pt idx="398">
                  <c:v>92.523803105560944</c:v>
                </c:pt>
                <c:pt idx="399">
                  <c:v>93.511235647950372</c:v>
                </c:pt>
                <c:pt idx="400">
                  <c:v>91.751131543118532</c:v>
                </c:pt>
                <c:pt idx="401">
                  <c:v>93.088043094011994</c:v>
                </c:pt>
                <c:pt idx="402">
                  <c:v>94.140167616409968</c:v>
                </c:pt>
                <c:pt idx="403">
                  <c:v>94.615897627321388</c:v>
                </c:pt>
                <c:pt idx="404">
                  <c:v>94.300995819477748</c:v>
                </c:pt>
                <c:pt idx="405">
                  <c:v>94.669472999767422</c:v>
                </c:pt>
                <c:pt idx="406">
                  <c:v>94.651879535817315</c:v>
                </c:pt>
                <c:pt idx="407">
                  <c:v>94.093359597245751</c:v>
                </c:pt>
                <c:pt idx="408">
                  <c:v>94.408902311784402</c:v>
                </c:pt>
                <c:pt idx="409">
                  <c:v>93.885828356617253</c:v>
                </c:pt>
                <c:pt idx="410">
                  <c:v>93.890811769895933</c:v>
                </c:pt>
                <c:pt idx="411">
                  <c:v>93.142806987942109</c:v>
                </c:pt>
                <c:pt idx="412">
                  <c:v>93.07875228939821</c:v>
                </c:pt>
                <c:pt idx="413">
                  <c:v>94.280551264093717</c:v>
                </c:pt>
                <c:pt idx="414">
                  <c:v>94.062860934265814</c:v>
                </c:pt>
                <c:pt idx="415">
                  <c:v>92.872638061866041</c:v>
                </c:pt>
                <c:pt idx="416">
                  <c:v>93.179841159708175</c:v>
                </c:pt>
                <c:pt idx="417">
                  <c:v>92.960208295574319</c:v>
                </c:pt>
                <c:pt idx="418">
                  <c:v>94.154974849778682</c:v>
                </c:pt>
                <c:pt idx="419">
                  <c:v>93.461353365806687</c:v>
                </c:pt>
                <c:pt idx="420">
                  <c:v>92.312493866865893</c:v>
                </c:pt>
                <c:pt idx="421">
                  <c:v>91.58117515448707</c:v>
                </c:pt>
                <c:pt idx="422">
                  <c:v>91.191608897004031</c:v>
                </c:pt>
                <c:pt idx="423">
                  <c:v>91.44962123390583</c:v>
                </c:pt>
                <c:pt idx="424">
                  <c:v>91.267406755213216</c:v>
                </c:pt>
                <c:pt idx="425">
                  <c:v>93.547749017916033</c:v>
                </c:pt>
                <c:pt idx="426">
                  <c:v>93.726940000254501</c:v>
                </c:pt>
                <c:pt idx="427">
                  <c:v>94.832524095934417</c:v>
                </c:pt>
                <c:pt idx="428">
                  <c:v>94.594633722675482</c:v>
                </c:pt>
                <c:pt idx="429">
                  <c:v>95.629758359074501</c:v>
                </c:pt>
                <c:pt idx="430">
                  <c:v>96.596713513387968</c:v>
                </c:pt>
                <c:pt idx="431">
                  <c:v>96.254591561477625</c:v>
                </c:pt>
                <c:pt idx="432">
                  <c:v>96.361491096178838</c:v>
                </c:pt>
                <c:pt idx="433">
                  <c:v>95.820299737721314</c:v>
                </c:pt>
                <c:pt idx="434">
                  <c:v>96.369166705494635</c:v>
                </c:pt>
                <c:pt idx="435">
                  <c:v>97.639456554608785</c:v>
                </c:pt>
                <c:pt idx="436">
                  <c:v>98.017472144509412</c:v>
                </c:pt>
                <c:pt idx="437">
                  <c:v>99.058957377283477</c:v>
                </c:pt>
                <c:pt idx="438">
                  <c:v>97.842390525761331</c:v>
                </c:pt>
                <c:pt idx="439">
                  <c:v>98.650231214416436</c:v>
                </c:pt>
                <c:pt idx="440">
                  <c:v>98.704688887958284</c:v>
                </c:pt>
                <c:pt idx="441">
                  <c:v>99.290515624632263</c:v>
                </c:pt>
                <c:pt idx="442">
                  <c:v>99.45886831183897</c:v>
                </c:pt>
                <c:pt idx="443">
                  <c:v>101.01064368759303</c:v>
                </c:pt>
                <c:pt idx="444">
                  <c:v>102.5692515538241</c:v>
                </c:pt>
                <c:pt idx="445">
                  <c:v>102.52222527053182</c:v>
                </c:pt>
                <c:pt idx="446">
                  <c:v>103.62563033270912</c:v>
                </c:pt>
                <c:pt idx="447">
                  <c:v>106.41679544002008</c:v>
                </c:pt>
                <c:pt idx="448">
                  <c:v>107.49798908080636</c:v>
                </c:pt>
                <c:pt idx="449">
                  <c:v>107.71717781235404</c:v>
                </c:pt>
                <c:pt idx="450">
                  <c:v>107.07193021313988</c:v>
                </c:pt>
                <c:pt idx="451">
                  <c:v>106.62777433554884</c:v>
                </c:pt>
                <c:pt idx="452">
                  <c:v>106.78943732539506</c:v>
                </c:pt>
                <c:pt idx="453">
                  <c:v>103.61900784940734</c:v>
                </c:pt>
                <c:pt idx="454">
                  <c:v>103.83955282477247</c:v>
                </c:pt>
                <c:pt idx="455">
                  <c:v>105.9311069916205</c:v>
                </c:pt>
                <c:pt idx="456">
                  <c:v>106.39782636279452</c:v>
                </c:pt>
                <c:pt idx="457">
                  <c:v>106.60194786525585</c:v>
                </c:pt>
                <c:pt idx="458">
                  <c:v>106.60459879385924</c:v>
                </c:pt>
                <c:pt idx="459">
                  <c:v>107.01549272738529</c:v>
                </c:pt>
                <c:pt idx="460">
                  <c:v>106.58947290712223</c:v>
                </c:pt>
                <c:pt idx="461">
                  <c:v>107.25922222192087</c:v>
                </c:pt>
                <c:pt idx="462">
                  <c:v>109.15537298366817</c:v>
                </c:pt>
                <c:pt idx="463">
                  <c:v>109.32697254733257</c:v>
                </c:pt>
                <c:pt idx="464">
                  <c:v>108.04488123724909</c:v>
                </c:pt>
                <c:pt idx="465">
                  <c:v>107.12520469907939</c:v>
                </c:pt>
                <c:pt idx="466">
                  <c:v>107.59815322872618</c:v>
                </c:pt>
                <c:pt idx="467">
                  <c:v>108.69500826444551</c:v>
                </c:pt>
                <c:pt idx="468">
                  <c:v>108.20716303169209</c:v>
                </c:pt>
                <c:pt idx="469">
                  <c:v>108.93528804534378</c:v>
                </c:pt>
                <c:pt idx="470">
                  <c:v>109.82693371545884</c:v>
                </c:pt>
                <c:pt idx="471">
                  <c:v>109.16891706995523</c:v>
                </c:pt>
                <c:pt idx="472">
                  <c:v>108.76792757524474</c:v>
                </c:pt>
                <c:pt idx="473">
                  <c:v>109.0298957252501</c:v>
                </c:pt>
                <c:pt idx="474">
                  <c:v>108.94063998231279</c:v>
                </c:pt>
                <c:pt idx="475">
                  <c:v>108.81700703746203</c:v>
                </c:pt>
                <c:pt idx="476">
                  <c:v>108.51883523593123</c:v>
                </c:pt>
                <c:pt idx="477">
                  <c:v>107.8854608580929</c:v>
                </c:pt>
                <c:pt idx="478">
                  <c:v>108.37656943301916</c:v>
                </c:pt>
                <c:pt idx="479">
                  <c:v>105.94062357075987</c:v>
                </c:pt>
                <c:pt idx="480">
                  <c:v>104.51545233320357</c:v>
                </c:pt>
                <c:pt idx="481">
                  <c:v>106.2121829575574</c:v>
                </c:pt>
                <c:pt idx="482">
                  <c:v>106.30467552865808</c:v>
                </c:pt>
                <c:pt idx="483">
                  <c:v>108.94581256215183</c:v>
                </c:pt>
                <c:pt idx="484">
                  <c:v>109.40277410056306</c:v>
                </c:pt>
                <c:pt idx="485">
                  <c:v>108.8498997882358</c:v>
                </c:pt>
                <c:pt idx="486">
                  <c:v>108.11321562074642</c:v>
                </c:pt>
                <c:pt idx="487">
                  <c:v>108.03947279725914</c:v>
                </c:pt>
                <c:pt idx="488">
                  <c:v>109.01353537960716</c:v>
                </c:pt>
                <c:pt idx="489">
                  <c:v>107.286525466843</c:v>
                </c:pt>
                <c:pt idx="490">
                  <c:v>107.38644954805991</c:v>
                </c:pt>
                <c:pt idx="491">
                  <c:v>106.75627079259026</c:v>
                </c:pt>
                <c:pt idx="492">
                  <c:v>105.9414197855765</c:v>
                </c:pt>
                <c:pt idx="493">
                  <c:v>105.63079961504148</c:v>
                </c:pt>
                <c:pt idx="494">
                  <c:v>105.51337544029062</c:v>
                </c:pt>
                <c:pt idx="495">
                  <c:v>104.63148559698705</c:v>
                </c:pt>
                <c:pt idx="496">
                  <c:v>105.05233444908067</c:v>
                </c:pt>
                <c:pt idx="497">
                  <c:v>105.37562304603699</c:v>
                </c:pt>
                <c:pt idx="498">
                  <c:v>102.25175466494944</c:v>
                </c:pt>
                <c:pt idx="499">
                  <c:v>103.01082537847957</c:v>
                </c:pt>
                <c:pt idx="500">
                  <c:v>104.35480754913043</c:v>
                </c:pt>
                <c:pt idx="501">
                  <c:v>105.40224482284867</c:v>
                </c:pt>
                <c:pt idx="502">
                  <c:v>105.88125457659555</c:v>
                </c:pt>
                <c:pt idx="503">
                  <c:v>105.55212210872165</c:v>
                </c:pt>
                <c:pt idx="504">
                  <c:v>104.66181247522229</c:v>
                </c:pt>
                <c:pt idx="505">
                  <c:v>104.5763581646418</c:v>
                </c:pt>
                <c:pt idx="506">
                  <c:v>105.37292753413678</c:v>
                </c:pt>
                <c:pt idx="507">
                  <c:v>104.7335039788521</c:v>
                </c:pt>
                <c:pt idx="508">
                  <c:v>104.66671037119617</c:v>
                </c:pt>
                <c:pt idx="509">
                  <c:v>105.92703855205072</c:v>
                </c:pt>
                <c:pt idx="510">
                  <c:v>105.29653489278455</c:v>
                </c:pt>
                <c:pt idx="511">
                  <c:v>108.02474327874104</c:v>
                </c:pt>
                <c:pt idx="512">
                  <c:v>110.07479802878289</c:v>
                </c:pt>
                <c:pt idx="513">
                  <c:v>109.77578352417802</c:v>
                </c:pt>
                <c:pt idx="514">
                  <c:v>107.68546429958494</c:v>
                </c:pt>
                <c:pt idx="515">
                  <c:v>105.29934281230688</c:v>
                </c:pt>
                <c:pt idx="516">
                  <c:v>107.52285404710648</c:v>
                </c:pt>
                <c:pt idx="517">
                  <c:v>108.9829727225399</c:v>
                </c:pt>
                <c:pt idx="518">
                  <c:v>109.40007242293733</c:v>
                </c:pt>
                <c:pt idx="519">
                  <c:v>109.2211323767079</c:v>
                </c:pt>
                <c:pt idx="520">
                  <c:v>107.54083082111239</c:v>
                </c:pt>
                <c:pt idx="521">
                  <c:v>108.70533627831689</c:v>
                </c:pt>
                <c:pt idx="522">
                  <c:v>108.28621169257947</c:v>
                </c:pt>
                <c:pt idx="523">
                  <c:v>108.36449180725498</c:v>
                </c:pt>
                <c:pt idx="524">
                  <c:v>106.29123926860365</c:v>
                </c:pt>
                <c:pt idx="525">
                  <c:v>106.14032356263291</c:v>
                </c:pt>
                <c:pt idx="526">
                  <c:v>107.6081512034542</c:v>
                </c:pt>
                <c:pt idx="527">
                  <c:v>106.115364692642</c:v>
                </c:pt>
                <c:pt idx="528">
                  <c:v>105.65016824507161</c:v>
                </c:pt>
                <c:pt idx="529">
                  <c:v>104.57449048632594</c:v>
                </c:pt>
                <c:pt idx="530">
                  <c:v>103.63677375306524</c:v>
                </c:pt>
                <c:pt idx="531">
                  <c:v>105.59446564977519</c:v>
                </c:pt>
                <c:pt idx="532">
                  <c:v>105.71561843076634</c:v>
                </c:pt>
                <c:pt idx="533">
                  <c:v>104.56530589351645</c:v>
                </c:pt>
                <c:pt idx="534">
                  <c:v>105.49309157933682</c:v>
                </c:pt>
                <c:pt idx="535">
                  <c:v>105.49974581968276</c:v>
                </c:pt>
                <c:pt idx="536">
                  <c:v>106.0054443812553</c:v>
                </c:pt>
                <c:pt idx="537">
                  <c:v>106.52169113270119</c:v>
                </c:pt>
                <c:pt idx="538">
                  <c:v>107.25490092799042</c:v>
                </c:pt>
                <c:pt idx="539">
                  <c:v>106.96412544215696</c:v>
                </c:pt>
                <c:pt idx="540">
                  <c:v>106.75746813319972</c:v>
                </c:pt>
                <c:pt idx="541">
                  <c:v>109.12660547487211</c:v>
                </c:pt>
                <c:pt idx="542">
                  <c:v>109.40133283365961</c:v>
                </c:pt>
                <c:pt idx="543">
                  <c:v>109.50359216015057</c:v>
                </c:pt>
                <c:pt idx="544">
                  <c:v>109.5690266931538</c:v>
                </c:pt>
                <c:pt idx="545">
                  <c:v>108.54447799111884</c:v>
                </c:pt>
                <c:pt idx="546">
                  <c:v>109.36106179091649</c:v>
                </c:pt>
                <c:pt idx="547">
                  <c:v>109.17909734003949</c:v>
                </c:pt>
                <c:pt idx="548">
                  <c:v>109.97531288546469</c:v>
                </c:pt>
                <c:pt idx="549">
                  <c:v>110.08550684720106</c:v>
                </c:pt>
                <c:pt idx="550">
                  <c:v>110.32202071629376</c:v>
                </c:pt>
                <c:pt idx="551">
                  <c:v>111.43692432915584</c:v>
                </c:pt>
                <c:pt idx="552">
                  <c:v>111.48155879471437</c:v>
                </c:pt>
                <c:pt idx="553">
                  <c:v>110.2413245413766</c:v>
                </c:pt>
                <c:pt idx="554">
                  <c:v>111.03018534358004</c:v>
                </c:pt>
                <c:pt idx="555">
                  <c:v>110.7666219045047</c:v>
                </c:pt>
                <c:pt idx="556">
                  <c:v>111.84859988553114</c:v>
                </c:pt>
                <c:pt idx="557">
                  <c:v>112.73657104602778</c:v>
                </c:pt>
                <c:pt idx="558">
                  <c:v>112.68621606725139</c:v>
                </c:pt>
                <c:pt idx="559">
                  <c:v>112.43596928648421</c:v>
                </c:pt>
                <c:pt idx="560">
                  <c:v>112.16217567004927</c:v>
                </c:pt>
                <c:pt idx="561">
                  <c:v>112.85032210490596</c:v>
                </c:pt>
                <c:pt idx="562">
                  <c:v>113.36419997171318</c:v>
                </c:pt>
                <c:pt idx="563">
                  <c:v>112.97285666802223</c:v>
                </c:pt>
                <c:pt idx="564">
                  <c:v>112.66498523938235</c:v>
                </c:pt>
                <c:pt idx="565">
                  <c:v>112.9335561755467</c:v>
                </c:pt>
                <c:pt idx="566">
                  <c:v>112.72536643786979</c:v>
                </c:pt>
                <c:pt idx="567">
                  <c:v>112.01271750617448</c:v>
                </c:pt>
                <c:pt idx="568">
                  <c:v>112.38699160396007</c:v>
                </c:pt>
                <c:pt idx="569">
                  <c:v>111.74124176535675</c:v>
                </c:pt>
                <c:pt idx="570">
                  <c:v>111.85474903661367</c:v>
                </c:pt>
                <c:pt idx="571">
                  <c:v>112.38932476504385</c:v>
                </c:pt>
                <c:pt idx="572">
                  <c:v>111.75914850690648</c:v>
                </c:pt>
                <c:pt idx="573">
                  <c:v>112.12449490714455</c:v>
                </c:pt>
                <c:pt idx="574">
                  <c:v>112.06817721874718</c:v>
                </c:pt>
                <c:pt idx="575">
                  <c:v>112.60721795055063</c:v>
                </c:pt>
                <c:pt idx="576">
                  <c:v>112.23435227496527</c:v>
                </c:pt>
                <c:pt idx="577">
                  <c:v>112.25359437590024</c:v>
                </c:pt>
                <c:pt idx="578">
                  <c:v>111.49678926881572</c:v>
                </c:pt>
                <c:pt idx="579">
                  <c:v>111.59273793641815</c:v>
                </c:pt>
                <c:pt idx="580">
                  <c:v>111.83652997226827</c:v>
                </c:pt>
                <c:pt idx="581">
                  <c:v>111.59779091211512</c:v>
                </c:pt>
                <c:pt idx="582">
                  <c:v>111.35996344249037</c:v>
                </c:pt>
                <c:pt idx="583">
                  <c:v>111.7768697377536</c:v>
                </c:pt>
                <c:pt idx="584">
                  <c:v>111.83811256648167</c:v>
                </c:pt>
                <c:pt idx="585">
                  <c:v>111.36321818954484</c:v>
                </c:pt>
                <c:pt idx="586">
                  <c:v>111.41327951080943</c:v>
                </c:pt>
                <c:pt idx="587">
                  <c:v>112.25314335431075</c:v>
                </c:pt>
                <c:pt idx="588">
                  <c:v>113.07780387580944</c:v>
                </c:pt>
                <c:pt idx="589">
                  <c:v>112.80753379070732</c:v>
                </c:pt>
                <c:pt idx="590">
                  <c:v>112.48129275397342</c:v>
                </c:pt>
                <c:pt idx="591">
                  <c:v>112.45117328807575</c:v>
                </c:pt>
                <c:pt idx="592">
                  <c:v>111.53486140220757</c:v>
                </c:pt>
                <c:pt idx="593">
                  <c:v>112.00250717600711</c:v>
                </c:pt>
                <c:pt idx="594">
                  <c:v>114.10497059772163</c:v>
                </c:pt>
                <c:pt idx="595">
                  <c:v>113.26355503241696</c:v>
                </c:pt>
                <c:pt idx="596">
                  <c:v>113.76685190355805</c:v>
                </c:pt>
                <c:pt idx="597">
                  <c:v>113.78456843761823</c:v>
                </c:pt>
                <c:pt idx="598">
                  <c:v>113.79590481282973</c:v>
                </c:pt>
                <c:pt idx="599">
                  <c:v>113.07345537496774</c:v>
                </c:pt>
                <c:pt idx="600">
                  <c:v>112.66497523782793</c:v>
                </c:pt>
                <c:pt idx="601">
                  <c:v>113.18394994831802</c:v>
                </c:pt>
                <c:pt idx="602">
                  <c:v>114.15243680397785</c:v>
                </c:pt>
                <c:pt idx="603">
                  <c:v>114.50008041798428</c:v>
                </c:pt>
                <c:pt idx="604">
                  <c:v>116.12458618290036</c:v>
                </c:pt>
                <c:pt idx="605">
                  <c:v>116.92445649264747</c:v>
                </c:pt>
                <c:pt idx="606">
                  <c:v>119.37754185463427</c:v>
                </c:pt>
                <c:pt idx="607">
                  <c:v>119.28994332141885</c:v>
                </c:pt>
                <c:pt idx="608">
                  <c:v>118.71596515824986</c:v>
                </c:pt>
                <c:pt idx="609">
                  <c:v>119.12529012481968</c:v>
                </c:pt>
                <c:pt idx="610">
                  <c:v>122.61834812708599</c:v>
                </c:pt>
                <c:pt idx="611">
                  <c:v>125.08928694778393</c:v>
                </c:pt>
                <c:pt idx="612">
                  <c:v>127.14556908143285</c:v>
                </c:pt>
                <c:pt idx="613">
                  <c:v>126.92422767944501</c:v>
                </c:pt>
                <c:pt idx="614">
                  <c:v>126.74374687839435</c:v>
                </c:pt>
                <c:pt idx="615">
                  <c:v>126.56536457571337</c:v>
                </c:pt>
                <c:pt idx="616">
                  <c:v>125.84626300752484</c:v>
                </c:pt>
                <c:pt idx="617">
                  <c:v>126.7658463249544</c:v>
                </c:pt>
                <c:pt idx="618">
                  <c:v>126.81083204224863</c:v>
                </c:pt>
                <c:pt idx="619">
                  <c:v>126.54280351523039</c:v>
                </c:pt>
                <c:pt idx="620">
                  <c:v>126.56649738881998</c:v>
                </c:pt>
                <c:pt idx="621">
                  <c:v>128.55751957088981</c:v>
                </c:pt>
                <c:pt idx="622">
                  <c:v>127.79608492401506</c:v>
                </c:pt>
                <c:pt idx="623">
                  <c:v>129.46888881836506</c:v>
                </c:pt>
                <c:pt idx="624">
                  <c:v>129.73297600112483</c:v>
                </c:pt>
                <c:pt idx="625">
                  <c:v>128.35991927547394</c:v>
                </c:pt>
                <c:pt idx="626">
                  <c:v>127.26672438727033</c:v>
                </c:pt>
                <c:pt idx="627">
                  <c:v>126.94591422431998</c:v>
                </c:pt>
                <c:pt idx="628">
                  <c:v>125.64375237122097</c:v>
                </c:pt>
                <c:pt idx="629">
                  <c:v>125.32959251901779</c:v>
                </c:pt>
                <c:pt idx="630">
                  <c:v>125.2284553274167</c:v>
                </c:pt>
                <c:pt idx="631">
                  <c:v>125.40879957302388</c:v>
                </c:pt>
                <c:pt idx="632">
                  <c:v>124.86908725060283</c:v>
                </c:pt>
                <c:pt idx="633">
                  <c:v>123.90211439396302</c:v>
                </c:pt>
                <c:pt idx="634">
                  <c:v>123.70023309688875</c:v>
                </c:pt>
                <c:pt idx="635">
                  <c:v>122.76495967330939</c:v>
                </c:pt>
                <c:pt idx="636">
                  <c:v>123.76166993653877</c:v>
                </c:pt>
                <c:pt idx="637">
                  <c:v>124.68869354877906</c:v>
                </c:pt>
                <c:pt idx="638">
                  <c:v>125.53756481621984</c:v>
                </c:pt>
                <c:pt idx="639">
                  <c:v>126.49022281336525</c:v>
                </c:pt>
                <c:pt idx="640">
                  <c:v>126.99499836441849</c:v>
                </c:pt>
                <c:pt idx="641">
                  <c:v>122.94094424374411</c:v>
                </c:pt>
                <c:pt idx="642">
                  <c:v>121.7612193632156</c:v>
                </c:pt>
                <c:pt idx="643">
                  <c:v>121.17622332477484</c:v>
                </c:pt>
                <c:pt idx="644">
                  <c:v>119.66718925715305</c:v>
                </c:pt>
                <c:pt idx="645">
                  <c:v>118.9895576918743</c:v>
                </c:pt>
                <c:pt idx="646">
                  <c:v>117.55654134321003</c:v>
                </c:pt>
                <c:pt idx="647">
                  <c:v>117.65447923417329</c:v>
                </c:pt>
                <c:pt idx="648">
                  <c:v>118.78489508794898</c:v>
                </c:pt>
                <c:pt idx="649">
                  <c:v>118.90606211937684</c:v>
                </c:pt>
                <c:pt idx="650">
                  <c:v>118.45442660082659</c:v>
                </c:pt>
                <c:pt idx="651">
                  <c:v>119.50405912834886</c:v>
                </c:pt>
                <c:pt idx="652">
                  <c:v>121.43699708287933</c:v>
                </c:pt>
                <c:pt idx="653">
                  <c:v>121.34528121209169</c:v>
                </c:pt>
                <c:pt idx="654">
                  <c:v>120.79589002973486</c:v>
                </c:pt>
                <c:pt idx="655">
                  <c:v>119.13622971929576</c:v>
                </c:pt>
                <c:pt idx="656">
                  <c:v>120.28933499400401</c:v>
                </c:pt>
                <c:pt idx="657">
                  <c:v>120.75316904054746</c:v>
                </c:pt>
                <c:pt idx="658">
                  <c:v>120.65542286907878</c:v>
                </c:pt>
                <c:pt idx="659">
                  <c:v>118.69155130561155</c:v>
                </c:pt>
                <c:pt idx="660">
                  <c:v>119.14356023035354</c:v>
                </c:pt>
                <c:pt idx="661">
                  <c:v>118.11874522644175</c:v>
                </c:pt>
                <c:pt idx="662">
                  <c:v>118.37105108877198</c:v>
                </c:pt>
                <c:pt idx="663">
                  <c:v>116.16635265227255</c:v>
                </c:pt>
                <c:pt idx="664">
                  <c:v>114.42560400299595</c:v>
                </c:pt>
                <c:pt idx="665">
                  <c:v>114.61980693537552</c:v>
                </c:pt>
                <c:pt idx="666">
                  <c:v>116.30882339246861</c:v>
                </c:pt>
                <c:pt idx="667">
                  <c:v>115.11897648901714</c:v>
                </c:pt>
                <c:pt idx="668">
                  <c:v>112.57354060231511</c:v>
                </c:pt>
                <c:pt idx="669">
                  <c:v>113.57225287735727</c:v>
                </c:pt>
                <c:pt idx="670">
                  <c:v>114.86815299286168</c:v>
                </c:pt>
                <c:pt idx="671">
                  <c:v>116.4804195547687</c:v>
                </c:pt>
                <c:pt idx="672">
                  <c:v>116.10571173028791</c:v>
                </c:pt>
                <c:pt idx="673">
                  <c:v>114.99298087869931</c:v>
                </c:pt>
                <c:pt idx="674">
                  <c:v>114.17195902505676</c:v>
                </c:pt>
                <c:pt idx="675">
                  <c:v>113.51090536591762</c:v>
                </c:pt>
                <c:pt idx="676">
                  <c:v>112.43916922389798</c:v>
                </c:pt>
                <c:pt idx="677">
                  <c:v>110.11969809332172</c:v>
                </c:pt>
                <c:pt idx="678">
                  <c:v>109.31988422485949</c:v>
                </c:pt>
                <c:pt idx="679">
                  <c:v>111.16821789593938</c:v>
                </c:pt>
                <c:pt idx="680">
                  <c:v>112.41128549922496</c:v>
                </c:pt>
                <c:pt idx="681">
                  <c:v>112.31886241799096</c:v>
                </c:pt>
                <c:pt idx="682">
                  <c:v>113.16939838466823</c:v>
                </c:pt>
                <c:pt idx="683">
                  <c:v>112.76133601612275</c:v>
                </c:pt>
                <c:pt idx="684">
                  <c:v>112.90431010719149</c:v>
                </c:pt>
                <c:pt idx="685">
                  <c:v>114.44002542403841</c:v>
                </c:pt>
                <c:pt idx="686">
                  <c:v>116.49706338211807</c:v>
                </c:pt>
                <c:pt idx="687">
                  <c:v>116.69037009540314</c:v>
                </c:pt>
                <c:pt idx="688">
                  <c:v>117.16954056995479</c:v>
                </c:pt>
                <c:pt idx="689">
                  <c:v>116.34710383947342</c:v>
                </c:pt>
                <c:pt idx="690">
                  <c:v>117.3252840037642</c:v>
                </c:pt>
                <c:pt idx="691">
                  <c:v>117.90357451386298</c:v>
                </c:pt>
                <c:pt idx="692">
                  <c:v>117.85448362282956</c:v>
                </c:pt>
                <c:pt idx="693">
                  <c:v>118.19616578516961</c:v>
                </c:pt>
                <c:pt idx="694">
                  <c:v>118.58886194807246</c:v>
                </c:pt>
                <c:pt idx="695">
                  <c:v>117.45688509469636</c:v>
                </c:pt>
                <c:pt idx="696">
                  <c:v>117.99391427369133</c:v>
                </c:pt>
                <c:pt idx="697">
                  <c:v>116.02210761007493</c:v>
                </c:pt>
                <c:pt idx="698">
                  <c:v>114.51158076287902</c:v>
                </c:pt>
                <c:pt idx="699">
                  <c:v>113.55570733471198</c:v>
                </c:pt>
                <c:pt idx="700">
                  <c:v>113.69912778825326</c:v>
                </c:pt>
                <c:pt idx="701">
                  <c:v>110.94105825834258</c:v>
                </c:pt>
                <c:pt idx="702">
                  <c:v>110.14286455248643</c:v>
                </c:pt>
                <c:pt idx="703">
                  <c:v>111.14809470791661</c:v>
                </c:pt>
                <c:pt idx="704">
                  <c:v>111.98088189622139</c:v>
                </c:pt>
                <c:pt idx="705">
                  <c:v>114.85206422313277</c:v>
                </c:pt>
                <c:pt idx="706">
                  <c:v>115.60909038737513</c:v>
                </c:pt>
                <c:pt idx="707">
                  <c:v>115.221114963472</c:v>
                </c:pt>
                <c:pt idx="708">
                  <c:v>115.5544867391408</c:v>
                </c:pt>
                <c:pt idx="709">
                  <c:v>113.31741645102606</c:v>
                </c:pt>
                <c:pt idx="710">
                  <c:v>113.39090465193748</c:v>
                </c:pt>
                <c:pt idx="711">
                  <c:v>113.60971377670035</c:v>
                </c:pt>
                <c:pt idx="712">
                  <c:v>112.03050485182561</c:v>
                </c:pt>
                <c:pt idx="713">
                  <c:v>108.65666337775933</c:v>
                </c:pt>
                <c:pt idx="714">
                  <c:v>110.86726148244995</c:v>
                </c:pt>
                <c:pt idx="715">
                  <c:v>111.79074108836105</c:v>
                </c:pt>
                <c:pt idx="716">
                  <c:v>112.12324915859007</c:v>
                </c:pt>
                <c:pt idx="717">
                  <c:v>112.14482737233503</c:v>
                </c:pt>
                <c:pt idx="718">
                  <c:v>111.22797234769294</c:v>
                </c:pt>
                <c:pt idx="719">
                  <c:v>110.30507318467829</c:v>
                </c:pt>
                <c:pt idx="720">
                  <c:v>110.85079605543719</c:v>
                </c:pt>
                <c:pt idx="721">
                  <c:v>106.2504965191322</c:v>
                </c:pt>
                <c:pt idx="722">
                  <c:v>107.91762711832605</c:v>
                </c:pt>
                <c:pt idx="723">
                  <c:v>107.51509967868496</c:v>
                </c:pt>
                <c:pt idx="724">
                  <c:v>106.47917539712907</c:v>
                </c:pt>
                <c:pt idx="725">
                  <c:v>104.7161587134089</c:v>
                </c:pt>
                <c:pt idx="726">
                  <c:v>100.72403874236943</c:v>
                </c:pt>
                <c:pt idx="727">
                  <c:v>101.82574603973869</c:v>
                </c:pt>
                <c:pt idx="728">
                  <c:v>103.2966473439983</c:v>
                </c:pt>
                <c:pt idx="729">
                  <c:v>107.45728404088649</c:v>
                </c:pt>
                <c:pt idx="730">
                  <c:v>107.2586245164171</c:v>
                </c:pt>
                <c:pt idx="731">
                  <c:v>106.9439173155608</c:v>
                </c:pt>
                <c:pt idx="732">
                  <c:v>107.29497315355739</c:v>
                </c:pt>
                <c:pt idx="733">
                  <c:v>109.37171808574793</c:v>
                </c:pt>
                <c:pt idx="734">
                  <c:v>111.57116381074006</c:v>
                </c:pt>
                <c:pt idx="735">
                  <c:v>108.16019032604042</c:v>
                </c:pt>
                <c:pt idx="736">
                  <c:v>108.14117473109035</c:v>
                </c:pt>
                <c:pt idx="737">
                  <c:v>107.94627833238577</c:v>
                </c:pt>
                <c:pt idx="738">
                  <c:v>107.34694295464004</c:v>
                </c:pt>
                <c:pt idx="739">
                  <c:v>107.64862396247892</c:v>
                </c:pt>
                <c:pt idx="740">
                  <c:v>107.99229487001611</c:v>
                </c:pt>
                <c:pt idx="741">
                  <c:v>108.947529656211</c:v>
                </c:pt>
                <c:pt idx="742">
                  <c:v>110.19537945640958</c:v>
                </c:pt>
                <c:pt idx="743">
                  <c:v>111.48415812541994</c:v>
                </c:pt>
                <c:pt idx="744">
                  <c:v>112.94056430803117</c:v>
                </c:pt>
                <c:pt idx="745">
                  <c:v>114.45686975501137</c:v>
                </c:pt>
                <c:pt idx="746">
                  <c:v>114.07029409505793</c:v>
                </c:pt>
                <c:pt idx="747">
                  <c:v>116.41467254000669</c:v>
                </c:pt>
                <c:pt idx="748">
                  <c:v>115.87449544531663</c:v>
                </c:pt>
                <c:pt idx="749">
                  <c:v>114.72415426557883</c:v>
                </c:pt>
                <c:pt idx="750">
                  <c:v>115.34062234278734</c:v>
                </c:pt>
                <c:pt idx="751">
                  <c:v>115.81114103343388</c:v>
                </c:pt>
                <c:pt idx="752">
                  <c:v>114.80413679916222</c:v>
                </c:pt>
                <c:pt idx="753">
                  <c:v>113.93041219001877</c:v>
                </c:pt>
                <c:pt idx="754">
                  <c:v>111.49948781224516</c:v>
                </c:pt>
                <c:pt idx="755">
                  <c:v>113.85753774693295</c:v>
                </c:pt>
                <c:pt idx="756">
                  <c:v>113.04097326494399</c:v>
                </c:pt>
                <c:pt idx="757">
                  <c:v>115.55852789357353</c:v>
                </c:pt>
                <c:pt idx="758">
                  <c:v>115.0781706690819</c:v>
                </c:pt>
                <c:pt idx="759">
                  <c:v>115.30688410174071</c:v>
                </c:pt>
                <c:pt idx="760">
                  <c:v>113.23526525397757</c:v>
                </c:pt>
                <c:pt idx="761">
                  <c:v>113.17691972494664</c:v>
                </c:pt>
                <c:pt idx="762">
                  <c:v>111.82002950573687</c:v>
                </c:pt>
                <c:pt idx="763">
                  <c:v>109.84959493856606</c:v>
                </c:pt>
                <c:pt idx="764">
                  <c:v>109.22168547250982</c:v>
                </c:pt>
                <c:pt idx="765">
                  <c:v>107.47188556278482</c:v>
                </c:pt>
                <c:pt idx="766">
                  <c:v>109.77509831262462</c:v>
                </c:pt>
                <c:pt idx="767">
                  <c:v>109.39521558111495</c:v>
                </c:pt>
                <c:pt idx="768">
                  <c:v>111.22813781894682</c:v>
                </c:pt>
                <c:pt idx="769">
                  <c:v>112.73756653219959</c:v>
                </c:pt>
                <c:pt idx="770">
                  <c:v>111.814972616041</c:v>
                </c:pt>
                <c:pt idx="771">
                  <c:v>114.26028880091602</c:v>
                </c:pt>
                <c:pt idx="772">
                  <c:v>112.70983925860168</c:v>
                </c:pt>
                <c:pt idx="773">
                  <c:v>112.64925881114712</c:v>
                </c:pt>
                <c:pt idx="774">
                  <c:v>112.24353321823925</c:v>
                </c:pt>
                <c:pt idx="775">
                  <c:v>113.36228404962748</c:v>
                </c:pt>
                <c:pt idx="776">
                  <c:v>114.45225185642585</c:v>
                </c:pt>
                <c:pt idx="777">
                  <c:v>114.7504732693918</c:v>
                </c:pt>
                <c:pt idx="778">
                  <c:v>114.08355229289432</c:v>
                </c:pt>
                <c:pt idx="779">
                  <c:v>114.2212778643059</c:v>
                </c:pt>
                <c:pt idx="780">
                  <c:v>113.54229629061074</c:v>
                </c:pt>
                <c:pt idx="781">
                  <c:v>113.33130213150275</c:v>
                </c:pt>
                <c:pt idx="782">
                  <c:v>111.50911674949279</c:v>
                </c:pt>
                <c:pt idx="783">
                  <c:v>110.33889396619381</c:v>
                </c:pt>
                <c:pt idx="784">
                  <c:v>110.80249104349939</c:v>
                </c:pt>
                <c:pt idx="785">
                  <c:v>110.69170636893141</c:v>
                </c:pt>
                <c:pt idx="786">
                  <c:v>109.22969458300676</c:v>
                </c:pt>
                <c:pt idx="787">
                  <c:v>109.19474689442626</c:v>
                </c:pt>
                <c:pt idx="788">
                  <c:v>108.59519578144828</c:v>
                </c:pt>
                <c:pt idx="789">
                  <c:v>107.96174711382224</c:v>
                </c:pt>
                <c:pt idx="790">
                  <c:v>106.9089065543339</c:v>
                </c:pt>
                <c:pt idx="791">
                  <c:v>108.82866234747574</c:v>
                </c:pt>
                <c:pt idx="792">
                  <c:v>110.01573519698061</c:v>
                </c:pt>
                <c:pt idx="793">
                  <c:v>108.79605304914624</c:v>
                </c:pt>
                <c:pt idx="794">
                  <c:v>109.75887133325425</c:v>
                </c:pt>
                <c:pt idx="795">
                  <c:v>111.02717542547774</c:v>
                </c:pt>
                <c:pt idx="796">
                  <c:v>112.0401366452509</c:v>
                </c:pt>
                <c:pt idx="797">
                  <c:v>111.6643906224589</c:v>
                </c:pt>
                <c:pt idx="798">
                  <c:v>109.90977260889098</c:v>
                </c:pt>
                <c:pt idx="799">
                  <c:v>109.83411938846207</c:v>
                </c:pt>
                <c:pt idx="800">
                  <c:v>112.71215260877757</c:v>
                </c:pt>
                <c:pt idx="801">
                  <c:v>115.70940056476871</c:v>
                </c:pt>
                <c:pt idx="802">
                  <c:v>115.54191060067188</c:v>
                </c:pt>
                <c:pt idx="803">
                  <c:v>118.21905034144831</c:v>
                </c:pt>
                <c:pt idx="804">
                  <c:v>118.58892561334989</c:v>
                </c:pt>
                <c:pt idx="805">
                  <c:v>118.87914739668892</c:v>
                </c:pt>
                <c:pt idx="806">
                  <c:v>118.9815401393297</c:v>
                </c:pt>
                <c:pt idx="807">
                  <c:v>117.28368823671119</c:v>
                </c:pt>
                <c:pt idx="808">
                  <c:v>118.35254453112425</c:v>
                </c:pt>
                <c:pt idx="809">
                  <c:v>117.87422458060796</c:v>
                </c:pt>
                <c:pt idx="810">
                  <c:v>119.60786827066173</c:v>
                </c:pt>
                <c:pt idx="811">
                  <c:v>119.43834736579018</c:v>
                </c:pt>
                <c:pt idx="812">
                  <c:v>120.75326591567487</c:v>
                </c:pt>
                <c:pt idx="813">
                  <c:v>121.70752900737982</c:v>
                </c:pt>
                <c:pt idx="814">
                  <c:v>122.44147965061191</c:v>
                </c:pt>
                <c:pt idx="815">
                  <c:v>122.20162161466467</c:v>
                </c:pt>
                <c:pt idx="816">
                  <c:v>120.58821785878017</c:v>
                </c:pt>
                <c:pt idx="817">
                  <c:v>121.1180101921392</c:v>
                </c:pt>
                <c:pt idx="818">
                  <c:v>122.03032988094128</c:v>
                </c:pt>
                <c:pt idx="819">
                  <c:v>123.15204888675665</c:v>
                </c:pt>
                <c:pt idx="820">
                  <c:v>123.65747755389148</c:v>
                </c:pt>
                <c:pt idx="821">
                  <c:v>125.33543398427065</c:v>
                </c:pt>
                <c:pt idx="822">
                  <c:v>124.45358338770687</c:v>
                </c:pt>
                <c:pt idx="823">
                  <c:v>123.95486302097592</c:v>
                </c:pt>
                <c:pt idx="824">
                  <c:v>124.91652793721903</c:v>
                </c:pt>
                <c:pt idx="825">
                  <c:v>124.32790620136514</c:v>
                </c:pt>
                <c:pt idx="826">
                  <c:v>123.99121173008719</c:v>
                </c:pt>
                <c:pt idx="827">
                  <c:v>122.63120405964492</c:v>
                </c:pt>
                <c:pt idx="828">
                  <c:v>124.09501580032149</c:v>
                </c:pt>
                <c:pt idx="829">
                  <c:v>125.41665552463216</c:v>
                </c:pt>
                <c:pt idx="830">
                  <c:v>123.62054891225576</c:v>
                </c:pt>
                <c:pt idx="831">
                  <c:v>123.72493368309465</c:v>
                </c:pt>
                <c:pt idx="832">
                  <c:v>124.05537621680143</c:v>
                </c:pt>
                <c:pt idx="833">
                  <c:v>123.44553133315112</c:v>
                </c:pt>
                <c:pt idx="834">
                  <c:v>123.2089493519544</c:v>
                </c:pt>
                <c:pt idx="835">
                  <c:v>123.40471110452737</c:v>
                </c:pt>
                <c:pt idx="836">
                  <c:v>126.54146772935327</c:v>
                </c:pt>
                <c:pt idx="837">
                  <c:v>126.11648722147258</c:v>
                </c:pt>
                <c:pt idx="838">
                  <c:v>125.98538246103338</c:v>
                </c:pt>
                <c:pt idx="839">
                  <c:v>126.24302806513468</c:v>
                </c:pt>
                <c:pt idx="840">
                  <c:v>125.62682188692015</c:v>
                </c:pt>
                <c:pt idx="841">
                  <c:v>126.51778721035457</c:v>
                </c:pt>
                <c:pt idx="842">
                  <c:v>126.72215927226652</c:v>
                </c:pt>
                <c:pt idx="843">
                  <c:v>126.8987386355991</c:v>
                </c:pt>
                <c:pt idx="844">
                  <c:v>128.84355212444919</c:v>
                </c:pt>
                <c:pt idx="845">
                  <c:v>127.80294322894356</c:v>
                </c:pt>
                <c:pt idx="846">
                  <c:v>127.39602362401889</c:v>
                </c:pt>
                <c:pt idx="847">
                  <c:v>124.57244227611727</c:v>
                </c:pt>
                <c:pt idx="848">
                  <c:v>126.14853923460099</c:v>
                </c:pt>
                <c:pt idx="849">
                  <c:v>127.07004138509004</c:v>
                </c:pt>
                <c:pt idx="850">
                  <c:v>128.17551342238508</c:v>
                </c:pt>
                <c:pt idx="851">
                  <c:v>128.55689611522044</c:v>
                </c:pt>
                <c:pt idx="852">
                  <c:v>127.6097093942825</c:v>
                </c:pt>
                <c:pt idx="853">
                  <c:v>123.99102525178068</c:v>
                </c:pt>
                <c:pt idx="854">
                  <c:v>125.09462102884491</c:v>
                </c:pt>
                <c:pt idx="855">
                  <c:v>123.57491229934135</c:v>
                </c:pt>
                <c:pt idx="856">
                  <c:v>124.7322892207775</c:v>
                </c:pt>
                <c:pt idx="857">
                  <c:v>125.34751580450099</c:v>
                </c:pt>
                <c:pt idx="858">
                  <c:v>122.4424780478236</c:v>
                </c:pt>
                <c:pt idx="859">
                  <c:v>125.20536084392712</c:v>
                </c:pt>
                <c:pt idx="860">
                  <c:v>124.24493329388916</c:v>
                </c:pt>
                <c:pt idx="861">
                  <c:v>122.40291435136243</c:v>
                </c:pt>
                <c:pt idx="862">
                  <c:v>121.05046541833308</c:v>
                </c:pt>
                <c:pt idx="863">
                  <c:v>120.91391595004966</c:v>
                </c:pt>
                <c:pt idx="864">
                  <c:v>120.23124703076999</c:v>
                </c:pt>
                <c:pt idx="865">
                  <c:v>120.57637974638543</c:v>
                </c:pt>
                <c:pt idx="866">
                  <c:v>120.63485430941162</c:v>
                </c:pt>
                <c:pt idx="867">
                  <c:v>122.38601815370899</c:v>
                </c:pt>
                <c:pt idx="868">
                  <c:v>122.65815538732555</c:v>
                </c:pt>
                <c:pt idx="869">
                  <c:v>122.514355001746</c:v>
                </c:pt>
                <c:pt idx="870">
                  <c:v>122.98721867522352</c:v>
                </c:pt>
                <c:pt idx="871">
                  <c:v>122.82302902138504</c:v>
                </c:pt>
                <c:pt idx="872">
                  <c:v>121.69856382787195</c:v>
                </c:pt>
                <c:pt idx="873">
                  <c:v>122.81423132174781</c:v>
                </c:pt>
                <c:pt idx="874">
                  <c:v>123.76218341152062</c:v>
                </c:pt>
                <c:pt idx="875">
                  <c:v>123.86595292322647</c:v>
                </c:pt>
                <c:pt idx="876">
                  <c:v>124.04576172440642</c:v>
                </c:pt>
                <c:pt idx="877">
                  <c:v>124.15415052157356</c:v>
                </c:pt>
                <c:pt idx="878">
                  <c:v>125.19345863603988</c:v>
                </c:pt>
                <c:pt idx="879">
                  <c:v>126.64776886044629</c:v>
                </c:pt>
                <c:pt idx="880">
                  <c:v>125.56671840697668</c:v>
                </c:pt>
                <c:pt idx="881">
                  <c:v>127.08017791435331</c:v>
                </c:pt>
                <c:pt idx="882">
                  <c:v>124.46103545236012</c:v>
                </c:pt>
                <c:pt idx="883">
                  <c:v>124.27968703102886</c:v>
                </c:pt>
                <c:pt idx="884">
                  <c:v>123.64199414364302</c:v>
                </c:pt>
                <c:pt idx="885">
                  <c:v>123.26861429278453</c:v>
                </c:pt>
                <c:pt idx="886">
                  <c:v>122.77173405142027</c:v>
                </c:pt>
                <c:pt idx="887">
                  <c:v>123.45466100856845</c:v>
                </c:pt>
                <c:pt idx="888">
                  <c:v>123.39094412799386</c:v>
                </c:pt>
                <c:pt idx="889">
                  <c:v>124.4813792607019</c:v>
                </c:pt>
                <c:pt idx="890">
                  <c:v>124.08985804094621</c:v>
                </c:pt>
                <c:pt idx="891">
                  <c:v>124.60201886891997</c:v>
                </c:pt>
                <c:pt idx="892">
                  <c:v>126.99794708183477</c:v>
                </c:pt>
                <c:pt idx="893">
                  <c:v>128.46916061937142</c:v>
                </c:pt>
                <c:pt idx="894">
                  <c:v>128.70428839996217</c:v>
                </c:pt>
                <c:pt idx="895">
                  <c:v>128.04943098554341</c:v>
                </c:pt>
                <c:pt idx="896">
                  <c:v>127.39986349780114</c:v>
                </c:pt>
                <c:pt idx="897">
                  <c:v>126.70698804912051</c:v>
                </c:pt>
                <c:pt idx="898">
                  <c:v>127.5273778913126</c:v>
                </c:pt>
                <c:pt idx="899">
                  <c:v>128.04086215495261</c:v>
                </c:pt>
                <c:pt idx="900">
                  <c:v>129.25690731556188</c:v>
                </c:pt>
                <c:pt idx="901">
                  <c:v>128.73434552446443</c:v>
                </c:pt>
                <c:pt idx="902">
                  <c:v>128.42707686437038</c:v>
                </c:pt>
                <c:pt idx="903">
                  <c:v>128.18843856976642</c:v>
                </c:pt>
                <c:pt idx="904">
                  <c:v>127.11285305029286</c:v>
                </c:pt>
                <c:pt idx="905">
                  <c:v>125.9747476300637</c:v>
                </c:pt>
                <c:pt idx="906">
                  <c:v>128.08635626634691</c:v>
                </c:pt>
                <c:pt idx="907">
                  <c:v>127.05737574005613</c:v>
                </c:pt>
                <c:pt idx="908">
                  <c:v>125.94260274149869</c:v>
                </c:pt>
                <c:pt idx="909">
                  <c:v>125.54905980167835</c:v>
                </c:pt>
                <c:pt idx="910">
                  <c:v>123.10430381997466</c:v>
                </c:pt>
                <c:pt idx="911">
                  <c:v>124.29645842224933</c:v>
                </c:pt>
                <c:pt idx="912">
                  <c:v>123.7835110907568</c:v>
                </c:pt>
                <c:pt idx="913">
                  <c:v>123.86615492022827</c:v>
                </c:pt>
                <c:pt idx="914">
                  <c:v>123.64072477698093</c:v>
                </c:pt>
                <c:pt idx="915">
                  <c:v>122.70580777501065</c:v>
                </c:pt>
                <c:pt idx="916">
                  <c:v>122.76525577335313</c:v>
                </c:pt>
                <c:pt idx="917">
                  <c:v>122.39567214212428</c:v>
                </c:pt>
                <c:pt idx="918">
                  <c:v>121.40787252754582</c:v>
                </c:pt>
                <c:pt idx="919">
                  <c:v>123.60025591364858</c:v>
                </c:pt>
                <c:pt idx="920">
                  <c:v>123.72538875829193</c:v>
                </c:pt>
                <c:pt idx="921">
                  <c:v>125.20157765964566</c:v>
                </c:pt>
                <c:pt idx="922">
                  <c:v>124.96049786982013</c:v>
                </c:pt>
                <c:pt idx="923">
                  <c:v>124.31992512553619</c:v>
                </c:pt>
                <c:pt idx="924">
                  <c:v>123.85460234410344</c:v>
                </c:pt>
                <c:pt idx="925">
                  <c:v>124.25903964419155</c:v>
                </c:pt>
                <c:pt idx="926">
                  <c:v>124.40363668934167</c:v>
                </c:pt>
                <c:pt idx="927">
                  <c:v>125.37670717413607</c:v>
                </c:pt>
                <c:pt idx="928">
                  <c:v>126.06258937808005</c:v>
                </c:pt>
                <c:pt idx="929">
                  <c:v>125.4218744498843</c:v>
                </c:pt>
                <c:pt idx="930">
                  <c:v>125.36674931170089</c:v>
                </c:pt>
                <c:pt idx="931">
                  <c:v>125.04167136486554</c:v>
                </c:pt>
                <c:pt idx="932">
                  <c:v>124.89101902320658</c:v>
                </c:pt>
                <c:pt idx="933">
                  <c:v>125.58803264035943</c:v>
                </c:pt>
                <c:pt idx="934">
                  <c:v>124.6669856743065</c:v>
                </c:pt>
                <c:pt idx="935">
                  <c:v>125.20579062541016</c:v>
                </c:pt>
                <c:pt idx="936">
                  <c:v>126.44672381381778</c:v>
                </c:pt>
                <c:pt idx="937">
                  <c:v>129.16013034023447</c:v>
                </c:pt>
                <c:pt idx="938">
                  <c:v>128.88248338546506</c:v>
                </c:pt>
                <c:pt idx="939">
                  <c:v>129.24762953679499</c:v>
                </c:pt>
                <c:pt idx="940">
                  <c:v>127.37875743703258</c:v>
                </c:pt>
                <c:pt idx="941">
                  <c:v>127.44923350417587</c:v>
                </c:pt>
                <c:pt idx="942">
                  <c:v>127.26883635254462</c:v>
                </c:pt>
                <c:pt idx="943">
                  <c:v>126.80685628999622</c:v>
                </c:pt>
                <c:pt idx="944">
                  <c:v>126.67040020623585</c:v>
                </c:pt>
                <c:pt idx="945">
                  <c:v>127.95642294919199</c:v>
                </c:pt>
                <c:pt idx="946">
                  <c:v>127.23755053373276</c:v>
                </c:pt>
                <c:pt idx="947">
                  <c:v>127.46310808395363</c:v>
                </c:pt>
                <c:pt idx="948">
                  <c:v>126.81419184202299</c:v>
                </c:pt>
                <c:pt idx="949">
                  <c:v>126.49143868318065</c:v>
                </c:pt>
                <c:pt idx="950">
                  <c:v>126.71252587743794</c:v>
                </c:pt>
                <c:pt idx="951">
                  <c:v>126.19267334250149</c:v>
                </c:pt>
                <c:pt idx="952">
                  <c:v>126.64160735486541</c:v>
                </c:pt>
                <c:pt idx="953">
                  <c:v>126.23311623647609</c:v>
                </c:pt>
                <c:pt idx="954">
                  <c:v>125.05134381270075</c:v>
                </c:pt>
                <c:pt idx="955">
                  <c:v>125.12432109987687</c:v>
                </c:pt>
                <c:pt idx="956">
                  <c:v>125.01195574520938</c:v>
                </c:pt>
                <c:pt idx="957">
                  <c:v>127.073040384992</c:v>
                </c:pt>
                <c:pt idx="958">
                  <c:v>128.28071904537302</c:v>
                </c:pt>
                <c:pt idx="959">
                  <c:v>128.21929957236264</c:v>
                </c:pt>
                <c:pt idx="960">
                  <c:v>127.19320323833314</c:v>
                </c:pt>
                <c:pt idx="961">
                  <c:v>127.24855907711733</c:v>
                </c:pt>
                <c:pt idx="962">
                  <c:v>126.33497212877568</c:v>
                </c:pt>
                <c:pt idx="963">
                  <c:v>124.97973118318728</c:v>
                </c:pt>
                <c:pt idx="964">
                  <c:v>124.07797780554792</c:v>
                </c:pt>
                <c:pt idx="965">
                  <c:v>125.20606907072521</c:v>
                </c:pt>
                <c:pt idx="966">
                  <c:v>126.15580833114669</c:v>
                </c:pt>
                <c:pt idx="967">
                  <c:v>125.05151487008015</c:v>
                </c:pt>
                <c:pt idx="968">
                  <c:v>125.59751232442612</c:v>
                </c:pt>
                <c:pt idx="969">
                  <c:v>126.83648901533427</c:v>
                </c:pt>
                <c:pt idx="970">
                  <c:v>126.13417061136214</c:v>
                </c:pt>
                <c:pt idx="971">
                  <c:v>126.1376118183766</c:v>
                </c:pt>
                <c:pt idx="972">
                  <c:v>126.95740917868744</c:v>
                </c:pt>
                <c:pt idx="973">
                  <c:v>127.80191189654325</c:v>
                </c:pt>
                <c:pt idx="974">
                  <c:v>129.85342851269698</c:v>
                </c:pt>
                <c:pt idx="975">
                  <c:v>129.02615921902157</c:v>
                </c:pt>
                <c:pt idx="976">
                  <c:v>129.75670840229867</c:v>
                </c:pt>
                <c:pt idx="977">
                  <c:v>129.34275158313363</c:v>
                </c:pt>
                <c:pt idx="978">
                  <c:v>129.77273336181938</c:v>
                </c:pt>
                <c:pt idx="979">
                  <c:v>130.52783365433541</c:v>
                </c:pt>
                <c:pt idx="980">
                  <c:v>130.13137941936671</c:v>
                </c:pt>
                <c:pt idx="981">
                  <c:v>129.5993117217231</c:v>
                </c:pt>
                <c:pt idx="982">
                  <c:v>130.77310293647298</c:v>
                </c:pt>
                <c:pt idx="983">
                  <c:v>131.70692519637265</c:v>
                </c:pt>
                <c:pt idx="984">
                  <c:v>132.25405677927648</c:v>
                </c:pt>
                <c:pt idx="985">
                  <c:v>133.17129783834119</c:v>
                </c:pt>
                <c:pt idx="986">
                  <c:v>133.52309666934599</c:v>
                </c:pt>
                <c:pt idx="987">
                  <c:v>134.58806850053426</c:v>
                </c:pt>
                <c:pt idx="988">
                  <c:v>134.44173396738805</c:v>
                </c:pt>
                <c:pt idx="989">
                  <c:v>135.3515864047335</c:v>
                </c:pt>
                <c:pt idx="990">
                  <c:v>135.7143464056268</c:v>
                </c:pt>
                <c:pt idx="991">
                  <c:v>136.6642753973191</c:v>
                </c:pt>
                <c:pt idx="992">
                  <c:v>136.51981794158144</c:v>
                </c:pt>
                <c:pt idx="993">
                  <c:v>137.10989234244502</c:v>
                </c:pt>
                <c:pt idx="994">
                  <c:v>137.15413924630644</c:v>
                </c:pt>
                <c:pt idx="995">
                  <c:v>138.50323251373999</c:v>
                </c:pt>
                <c:pt idx="996">
                  <c:v>138.24004929830826</c:v>
                </c:pt>
                <c:pt idx="997">
                  <c:v>138.15689489757872</c:v>
                </c:pt>
                <c:pt idx="998">
                  <c:v>136.4543816779294</c:v>
                </c:pt>
                <c:pt idx="999">
                  <c:v>136.04835095726327</c:v>
                </c:pt>
                <c:pt idx="1000">
                  <c:v>136.38014709491199</c:v>
                </c:pt>
                <c:pt idx="1001">
                  <c:v>136.56870757684209</c:v>
                </c:pt>
                <c:pt idx="1002">
                  <c:v>137.35121030178945</c:v>
                </c:pt>
                <c:pt idx="1003">
                  <c:v>138.14586977980292</c:v>
                </c:pt>
                <c:pt idx="1004">
                  <c:v>140.22942759988507</c:v>
                </c:pt>
                <c:pt idx="1005">
                  <c:v>140.89289301902878</c:v>
                </c:pt>
                <c:pt idx="1006">
                  <c:v>141.70427936952711</c:v>
                </c:pt>
                <c:pt idx="1007">
                  <c:v>142.12184590718056</c:v>
                </c:pt>
                <c:pt idx="1008">
                  <c:v>142.38068648263769</c:v>
                </c:pt>
                <c:pt idx="1009">
                  <c:v>143.43080377411792</c:v>
                </c:pt>
                <c:pt idx="1010">
                  <c:v>142.33846852800028</c:v>
                </c:pt>
                <c:pt idx="1011">
                  <c:v>142.17460031433538</c:v>
                </c:pt>
                <c:pt idx="1012">
                  <c:v>143.9492966800465</c:v>
                </c:pt>
                <c:pt idx="1013">
                  <c:v>142.5709903820042</c:v>
                </c:pt>
                <c:pt idx="1014">
                  <c:v>141.26455076323492</c:v>
                </c:pt>
                <c:pt idx="1015">
                  <c:v>143.78959203562468</c:v>
                </c:pt>
                <c:pt idx="1016">
                  <c:v>144.77697918014547</c:v>
                </c:pt>
                <c:pt idx="1017">
                  <c:v>145.76115465485412</c:v>
                </c:pt>
                <c:pt idx="1018">
                  <c:v>147.42860984357856</c:v>
                </c:pt>
                <c:pt idx="1019">
                  <c:v>146.5392341218228</c:v>
                </c:pt>
                <c:pt idx="1020">
                  <c:v>146.23906894295752</c:v>
                </c:pt>
                <c:pt idx="1021">
                  <c:v>145.62960056811212</c:v>
                </c:pt>
                <c:pt idx="1022">
                  <c:v>144.88517663227822</c:v>
                </c:pt>
                <c:pt idx="1023">
                  <c:v>143.88290577968286</c:v>
                </c:pt>
                <c:pt idx="1024">
                  <c:v>145.00634956730093</c:v>
                </c:pt>
                <c:pt idx="1025">
                  <c:v>144.92332878870081</c:v>
                </c:pt>
                <c:pt idx="1026">
                  <c:v>148.13335527144662</c:v>
                </c:pt>
                <c:pt idx="1027">
                  <c:v>148.33923062465797</c:v>
                </c:pt>
                <c:pt idx="1028">
                  <c:v>150.67261562633527</c:v>
                </c:pt>
                <c:pt idx="1029">
                  <c:v>150.10297204514336</c:v>
                </c:pt>
                <c:pt idx="1030">
                  <c:v>147.4113705744756</c:v>
                </c:pt>
                <c:pt idx="1031">
                  <c:v>146.35756958715581</c:v>
                </c:pt>
                <c:pt idx="1032">
                  <c:v>148.66755256534</c:v>
                </c:pt>
                <c:pt idx="1033">
                  <c:v>149.06306026271724</c:v>
                </c:pt>
                <c:pt idx="1034">
                  <c:v>148.65691475888264</c:v>
                </c:pt>
                <c:pt idx="1035">
                  <c:v>149.87757721258004</c:v>
                </c:pt>
                <c:pt idx="1036">
                  <c:v>149.84756217274096</c:v>
                </c:pt>
                <c:pt idx="1037">
                  <c:v>149.65817672082363</c:v>
                </c:pt>
                <c:pt idx="1038">
                  <c:v>150.05449486512961</c:v>
                </c:pt>
                <c:pt idx="1039">
                  <c:v>152.18807412442618</c:v>
                </c:pt>
                <c:pt idx="1040">
                  <c:v>150.70858818127161</c:v>
                </c:pt>
                <c:pt idx="1041">
                  <c:v>148.28596890715815</c:v>
                </c:pt>
                <c:pt idx="1042">
                  <c:v>147.21341937744799</c:v>
                </c:pt>
                <c:pt idx="1043">
                  <c:v>148.43408535537091</c:v>
                </c:pt>
                <c:pt idx="1044">
                  <c:v>147.40043833085704</c:v>
                </c:pt>
                <c:pt idx="1045">
                  <c:v>148.24397628023203</c:v>
                </c:pt>
                <c:pt idx="1046">
                  <c:v>147.3252944750393</c:v>
                </c:pt>
                <c:pt idx="1047">
                  <c:v>146.88259167789639</c:v>
                </c:pt>
                <c:pt idx="1048">
                  <c:v>146.06576295734232</c:v>
                </c:pt>
                <c:pt idx="1049">
                  <c:v>144.89109456775626</c:v>
                </c:pt>
                <c:pt idx="1050">
                  <c:v>144.71735001283659</c:v>
                </c:pt>
                <c:pt idx="1051">
                  <c:v>144.87378513529205</c:v>
                </c:pt>
                <c:pt idx="1052">
                  <c:v>144.36797336977176</c:v>
                </c:pt>
                <c:pt idx="1053">
                  <c:v>145.11684237146727</c:v>
                </c:pt>
                <c:pt idx="1054">
                  <c:v>143.7535689396878</c:v>
                </c:pt>
                <c:pt idx="1055">
                  <c:v>142.80532422398082</c:v>
                </c:pt>
                <c:pt idx="1056">
                  <c:v>142.21551119231938</c:v>
                </c:pt>
                <c:pt idx="1057">
                  <c:v>142.58426059454413</c:v>
                </c:pt>
                <c:pt idx="1058">
                  <c:v>143.46874171968352</c:v>
                </c:pt>
                <c:pt idx="1059">
                  <c:v>144.50044527927213</c:v>
                </c:pt>
                <c:pt idx="1060">
                  <c:v>144.05020750935969</c:v>
                </c:pt>
                <c:pt idx="1061">
                  <c:v>145.11003117610684</c:v>
                </c:pt>
                <c:pt idx="1062">
                  <c:v>143.4573270219872</c:v>
                </c:pt>
                <c:pt idx="1063">
                  <c:v>143.20298998923619</c:v>
                </c:pt>
                <c:pt idx="1064">
                  <c:v>142.67136761643377</c:v>
                </c:pt>
                <c:pt idx="1065">
                  <c:v>143.27247453595947</c:v>
                </c:pt>
                <c:pt idx="1066">
                  <c:v>142.25890238876462</c:v>
                </c:pt>
                <c:pt idx="1067">
                  <c:v>142.6940672279581</c:v>
                </c:pt>
                <c:pt idx="1068">
                  <c:v>142.50261286818559</c:v>
                </c:pt>
                <c:pt idx="1069">
                  <c:v>143.06840809497211</c:v>
                </c:pt>
                <c:pt idx="1070">
                  <c:v>144.24741380054061</c:v>
                </c:pt>
                <c:pt idx="1071">
                  <c:v>143.50057771854964</c:v>
                </c:pt>
                <c:pt idx="1072">
                  <c:v>143.33505428778076</c:v>
                </c:pt>
                <c:pt idx="1073">
                  <c:v>145.09554521347809</c:v>
                </c:pt>
                <c:pt idx="1074">
                  <c:v>144.44888214130015</c:v>
                </c:pt>
                <c:pt idx="1075">
                  <c:v>144.92710374037364</c:v>
                </c:pt>
                <c:pt idx="1076">
                  <c:v>144.66328981498157</c:v>
                </c:pt>
                <c:pt idx="1077">
                  <c:v>143.83694894012842</c:v>
                </c:pt>
                <c:pt idx="1078">
                  <c:v>143.5722792598676</c:v>
                </c:pt>
                <c:pt idx="1079">
                  <c:v>143.05598279444493</c:v>
                </c:pt>
                <c:pt idx="1080">
                  <c:v>143.22872962165383</c:v>
                </c:pt>
                <c:pt idx="1081">
                  <c:v>143.06567311643286</c:v>
                </c:pt>
                <c:pt idx="1082">
                  <c:v>143.57991327837607</c:v>
                </c:pt>
                <c:pt idx="1083">
                  <c:v>144.75663961626978</c:v>
                </c:pt>
                <c:pt idx="1084">
                  <c:v>142.21592090651643</c:v>
                </c:pt>
                <c:pt idx="1085">
                  <c:v>142.10416033985462</c:v>
                </c:pt>
                <c:pt idx="1086">
                  <c:v>142.64319325395149</c:v>
                </c:pt>
                <c:pt idx="1087">
                  <c:v>142.43563591536832</c:v>
                </c:pt>
                <c:pt idx="1088">
                  <c:v>143.23941980562736</c:v>
                </c:pt>
                <c:pt idx="1089">
                  <c:v>144.51766531620973</c:v>
                </c:pt>
                <c:pt idx="1090">
                  <c:v>144.91354267383576</c:v>
                </c:pt>
                <c:pt idx="1091">
                  <c:v>145.21813071313346</c:v>
                </c:pt>
                <c:pt idx="1092">
                  <c:v>144.87962131128117</c:v>
                </c:pt>
                <c:pt idx="1093">
                  <c:v>145.62124444635896</c:v>
                </c:pt>
                <c:pt idx="1094">
                  <c:v>145.0012336415879</c:v>
                </c:pt>
                <c:pt idx="1095">
                  <c:v>145.1761040288952</c:v>
                </c:pt>
                <c:pt idx="1096">
                  <c:v>143.39186351818603</c:v>
                </c:pt>
                <c:pt idx="1097">
                  <c:v>142.33502000941758</c:v>
                </c:pt>
                <c:pt idx="1098">
                  <c:v>140.87347777073293</c:v>
                </c:pt>
                <c:pt idx="1099">
                  <c:v>142.11522233151518</c:v>
                </c:pt>
                <c:pt idx="1100">
                  <c:v>141.49572187540784</c:v>
                </c:pt>
                <c:pt idx="1101">
                  <c:v>141.7193441499912</c:v>
                </c:pt>
                <c:pt idx="1102">
                  <c:v>141.21061545010812</c:v>
                </c:pt>
                <c:pt idx="1103">
                  <c:v>142.6324449881028</c:v>
                </c:pt>
                <c:pt idx="1104">
                  <c:v>143.48972827400021</c:v>
                </c:pt>
                <c:pt idx="1105">
                  <c:v>144.05010807752879</c:v>
                </c:pt>
                <c:pt idx="1106">
                  <c:v>144.12460716410789</c:v>
                </c:pt>
                <c:pt idx="1107">
                  <c:v>145.01661477116329</c:v>
                </c:pt>
                <c:pt idx="1108">
                  <c:v>143.69094625114172</c:v>
                </c:pt>
                <c:pt idx="1109">
                  <c:v>143.82353492699428</c:v>
                </c:pt>
                <c:pt idx="1110">
                  <c:v>144.32742498677089</c:v>
                </c:pt>
                <c:pt idx="1111">
                  <c:v>143.73288719775135</c:v>
                </c:pt>
                <c:pt idx="1112">
                  <c:v>144.65615301101053</c:v>
                </c:pt>
                <c:pt idx="1113">
                  <c:v>145.85645446198032</c:v>
                </c:pt>
                <c:pt idx="1114">
                  <c:v>145.17122777065489</c:v>
                </c:pt>
                <c:pt idx="1115">
                  <c:v>144.91214521887738</c:v>
                </c:pt>
                <c:pt idx="1116">
                  <c:v>145.54955758332738</c:v>
                </c:pt>
                <c:pt idx="1117">
                  <c:v>145.91376847940421</c:v>
                </c:pt>
                <c:pt idx="1118">
                  <c:v>144.89648066179623</c:v>
                </c:pt>
                <c:pt idx="1119">
                  <c:v>145.67628863894549</c:v>
                </c:pt>
                <c:pt idx="1120">
                  <c:v>146.41860262458161</c:v>
                </c:pt>
                <c:pt idx="1121">
                  <c:v>148.71402648242429</c:v>
                </c:pt>
                <c:pt idx="1122">
                  <c:v>149.82459227257883</c:v>
                </c:pt>
                <c:pt idx="1123">
                  <c:v>149.37150077971091</c:v>
                </c:pt>
                <c:pt idx="1124">
                  <c:v>150.96432587641974</c:v>
                </c:pt>
                <c:pt idx="1125">
                  <c:v>149.59376735038549</c:v>
                </c:pt>
                <c:pt idx="1126">
                  <c:v>148.10590381028763</c:v>
                </c:pt>
                <c:pt idx="1127">
                  <c:v>149.01218047784835</c:v>
                </c:pt>
                <c:pt idx="1128">
                  <c:v>148.6387869704991</c:v>
                </c:pt>
                <c:pt idx="1129">
                  <c:v>149.65648208595218</c:v>
                </c:pt>
                <c:pt idx="1130">
                  <c:v>150.14072023297581</c:v>
                </c:pt>
                <c:pt idx="1131">
                  <c:v>149.96227765214033</c:v>
                </c:pt>
                <c:pt idx="1132">
                  <c:v>149.78737770183557</c:v>
                </c:pt>
                <c:pt idx="1133">
                  <c:v>151.59830443485194</c:v>
                </c:pt>
                <c:pt idx="1134">
                  <c:v>151.15232895667037</c:v>
                </c:pt>
                <c:pt idx="1135">
                  <c:v>151.50118520216361</c:v>
                </c:pt>
                <c:pt idx="1136">
                  <c:v>154.11926107434115</c:v>
                </c:pt>
                <c:pt idx="1137">
                  <c:v>156.20407382868646</c:v>
                </c:pt>
                <c:pt idx="1138">
                  <c:v>157.53847562743002</c:v>
                </c:pt>
                <c:pt idx="1139">
                  <c:v>158.38204867256491</c:v>
                </c:pt>
                <c:pt idx="1140">
                  <c:v>158.04813750812207</c:v>
                </c:pt>
                <c:pt idx="1141">
                  <c:v>158.06610954056347</c:v>
                </c:pt>
                <c:pt idx="1142">
                  <c:v>159.46758582379547</c:v>
                </c:pt>
                <c:pt idx="1143">
                  <c:v>159.6045400711391</c:v>
                </c:pt>
                <c:pt idx="1144">
                  <c:v>157.05462117550331</c:v>
                </c:pt>
                <c:pt idx="1145">
                  <c:v>156.66475203115883</c:v>
                </c:pt>
                <c:pt idx="1146">
                  <c:v>155.99542099176026</c:v>
                </c:pt>
                <c:pt idx="1147">
                  <c:v>156.06227748859735</c:v>
                </c:pt>
                <c:pt idx="1148">
                  <c:v>156.68816988459938</c:v>
                </c:pt>
                <c:pt idx="1149">
                  <c:v>157.45775068124885</c:v>
                </c:pt>
                <c:pt idx="1150">
                  <c:v>155.79231801860422</c:v>
                </c:pt>
                <c:pt idx="1151">
                  <c:v>154.95771056990773</c:v>
                </c:pt>
                <c:pt idx="1152">
                  <c:v>155.0124061531009</c:v>
                </c:pt>
                <c:pt idx="1153">
                  <c:v>152.28372658617781</c:v>
                </c:pt>
                <c:pt idx="1154">
                  <c:v>154.65504990437654</c:v>
                </c:pt>
                <c:pt idx="1155">
                  <c:v>152.92600635497524</c:v>
                </c:pt>
                <c:pt idx="1156">
                  <c:v>152.65588187943658</c:v>
                </c:pt>
                <c:pt idx="1157">
                  <c:v>151.1476863218748</c:v>
                </c:pt>
                <c:pt idx="1158">
                  <c:v>152.5949436775922</c:v>
                </c:pt>
                <c:pt idx="1159">
                  <c:v>153.22595857608067</c:v>
                </c:pt>
                <c:pt idx="1160">
                  <c:v>153.16745051791597</c:v>
                </c:pt>
                <c:pt idx="1161">
                  <c:v>151.65657801765633</c:v>
                </c:pt>
                <c:pt idx="1162">
                  <c:v>151.34513793871204</c:v>
                </c:pt>
                <c:pt idx="1163">
                  <c:v>151.9572311693079</c:v>
                </c:pt>
                <c:pt idx="1164">
                  <c:v>148.83273845599109</c:v>
                </c:pt>
                <c:pt idx="1165">
                  <c:v>149.40368426849707</c:v>
                </c:pt>
                <c:pt idx="1166">
                  <c:v>147.81848874259913</c:v>
                </c:pt>
                <c:pt idx="1167">
                  <c:v>148.16215420899661</c:v>
                </c:pt>
                <c:pt idx="1168">
                  <c:v>149.16963766355201</c:v>
                </c:pt>
                <c:pt idx="1169">
                  <c:v>147.86789969788418</c:v>
                </c:pt>
                <c:pt idx="1170">
                  <c:v>148.36912871798398</c:v>
                </c:pt>
                <c:pt idx="1171">
                  <c:v>149.54652067081025</c:v>
                </c:pt>
                <c:pt idx="1172">
                  <c:v>149.49872388617999</c:v>
                </c:pt>
                <c:pt idx="1173">
                  <c:v>149.6799657801437</c:v>
                </c:pt>
                <c:pt idx="1174">
                  <c:v>151.07239625967082</c:v>
                </c:pt>
                <c:pt idx="1175">
                  <c:v>150.91451386697057</c:v>
                </c:pt>
                <c:pt idx="1176">
                  <c:v>150.85928240001437</c:v>
                </c:pt>
                <c:pt idx="1177">
                  <c:v>150.81850842250364</c:v>
                </c:pt>
                <c:pt idx="1178">
                  <c:v>149.43792098475606</c:v>
                </c:pt>
                <c:pt idx="1179">
                  <c:v>149.95083185428791</c:v>
                </c:pt>
                <c:pt idx="1180">
                  <c:v>151.20144926389472</c:v>
                </c:pt>
                <c:pt idx="1181">
                  <c:v>150.57617494910389</c:v>
                </c:pt>
                <c:pt idx="1182">
                  <c:v>148.94001330541232</c:v>
                </c:pt>
                <c:pt idx="1183">
                  <c:v>149.60361829216836</c:v>
                </c:pt>
                <c:pt idx="1184">
                  <c:v>151.30202638144746</c:v>
                </c:pt>
                <c:pt idx="1185">
                  <c:v>150.60004737652591</c:v>
                </c:pt>
                <c:pt idx="1186">
                  <c:v>149.22048626654149</c:v>
                </c:pt>
                <c:pt idx="1187">
                  <c:v>149.01462047460095</c:v>
                </c:pt>
                <c:pt idx="1188">
                  <c:v>150.40972363771664</c:v>
                </c:pt>
                <c:pt idx="1189">
                  <c:v>150.39847830772734</c:v>
                </c:pt>
                <c:pt idx="1190">
                  <c:v>146.38486270806069</c:v>
                </c:pt>
                <c:pt idx="1191">
                  <c:v>146.79903748327786</c:v>
                </c:pt>
                <c:pt idx="1192">
                  <c:v>147.70343242339047</c:v>
                </c:pt>
                <c:pt idx="1193">
                  <c:v>148.26936019609863</c:v>
                </c:pt>
                <c:pt idx="1194">
                  <c:v>147.92534434566139</c:v>
                </c:pt>
                <c:pt idx="1195">
                  <c:v>148.95936989376932</c:v>
                </c:pt>
                <c:pt idx="1196">
                  <c:v>148.79365038058677</c:v>
                </c:pt>
                <c:pt idx="1197">
                  <c:v>149.39491797593402</c:v>
                </c:pt>
                <c:pt idx="1198">
                  <c:v>148.64871938674227</c:v>
                </c:pt>
                <c:pt idx="1199">
                  <c:v>148.83564995425101</c:v>
                </c:pt>
                <c:pt idx="1200">
                  <c:v>148.01703380049884</c:v>
                </c:pt>
                <c:pt idx="1201">
                  <c:v>150.17063826451695</c:v>
                </c:pt>
                <c:pt idx="1202">
                  <c:v>148.24114664504566</c:v>
                </c:pt>
                <c:pt idx="1203">
                  <c:v>147.22982730642556</c:v>
                </c:pt>
                <c:pt idx="1204">
                  <c:v>145.60686171502911</c:v>
                </c:pt>
                <c:pt idx="1205">
                  <c:v>146.23293754672153</c:v>
                </c:pt>
                <c:pt idx="1206">
                  <c:v>147.65131884311711</c:v>
                </c:pt>
                <c:pt idx="1207">
                  <c:v>148.83352318426731</c:v>
                </c:pt>
                <c:pt idx="1208">
                  <c:v>149.04775893529768</c:v>
                </c:pt>
                <c:pt idx="1209">
                  <c:v>149.90155516777324</c:v>
                </c:pt>
                <c:pt idx="1210">
                  <c:v>149.99192457051637</c:v>
                </c:pt>
                <c:pt idx="1211">
                  <c:v>149.89933336747089</c:v>
                </c:pt>
                <c:pt idx="1212">
                  <c:v>150.3122891161039</c:v>
                </c:pt>
                <c:pt idx="1213">
                  <c:v>149.84591352419957</c:v>
                </c:pt>
                <c:pt idx="1214">
                  <c:v>150.74413731145412</c:v>
                </c:pt>
                <c:pt idx="1215">
                  <c:v>153.7393422692264</c:v>
                </c:pt>
                <c:pt idx="1216">
                  <c:v>154.38556345054519</c:v>
                </c:pt>
                <c:pt idx="1217">
                  <c:v>150.60214195910143</c:v>
                </c:pt>
                <c:pt idx="1218">
                  <c:v>152.40368692167584</c:v>
                </c:pt>
                <c:pt idx="1219">
                  <c:v>152.52801047101531</c:v>
                </c:pt>
                <c:pt idx="1220">
                  <c:v>151.74461990205637</c:v>
                </c:pt>
                <c:pt idx="1221">
                  <c:v>150.39066678787279</c:v>
                </c:pt>
                <c:pt idx="1222">
                  <c:v>151.62118315414975</c:v>
                </c:pt>
                <c:pt idx="1223">
                  <c:v>151.84346686063577</c:v>
                </c:pt>
                <c:pt idx="1224">
                  <c:v>151.7985818622667</c:v>
                </c:pt>
                <c:pt idx="1225">
                  <c:v>154.20835192008067</c:v>
                </c:pt>
                <c:pt idx="1226">
                  <c:v>153.56518962504904</c:v>
                </c:pt>
                <c:pt idx="1227">
                  <c:v>153.04272763919775</c:v>
                </c:pt>
                <c:pt idx="1228">
                  <c:v>152.99607470855358</c:v>
                </c:pt>
                <c:pt idx="1229">
                  <c:v>151.87508987966626</c:v>
                </c:pt>
                <c:pt idx="1230">
                  <c:v>149.78471399011133</c:v>
                </c:pt>
                <c:pt idx="1231">
                  <c:v>149.5308191836591</c:v>
                </c:pt>
                <c:pt idx="1232">
                  <c:v>151.46384604709087</c:v>
                </c:pt>
                <c:pt idx="1233">
                  <c:v>152.10327692349739</c:v>
                </c:pt>
                <c:pt idx="1234">
                  <c:v>158.91937672887613</c:v>
                </c:pt>
                <c:pt idx="1235">
                  <c:v>158.24185932104294</c:v>
                </c:pt>
                <c:pt idx="1236">
                  <c:v>159.91587845027001</c:v>
                </c:pt>
                <c:pt idx="1237">
                  <c:v>159.89506084420142</c:v>
                </c:pt>
                <c:pt idx="1238">
                  <c:v>159.32088663931776</c:v>
                </c:pt>
                <c:pt idx="1239">
                  <c:v>158.3892421132303</c:v>
                </c:pt>
                <c:pt idx="1240">
                  <c:v>157.37953744944789</c:v>
                </c:pt>
                <c:pt idx="1241">
                  <c:v>157.6413516834447</c:v>
                </c:pt>
                <c:pt idx="1242">
                  <c:v>156.20508734355306</c:v>
                </c:pt>
                <c:pt idx="1243">
                  <c:v>156.1849994993843</c:v>
                </c:pt>
                <c:pt idx="1244">
                  <c:v>154.20225683020243</c:v>
                </c:pt>
                <c:pt idx="1245">
                  <c:v>155.44534838012979</c:v>
                </c:pt>
                <c:pt idx="1246">
                  <c:v>155.2022985196898</c:v>
                </c:pt>
                <c:pt idx="1247">
                  <c:v>155.59465276190733</c:v>
                </c:pt>
                <c:pt idx="1248">
                  <c:v>156.25666848495112</c:v>
                </c:pt>
                <c:pt idx="1249">
                  <c:v>156.56239653908258</c:v>
                </c:pt>
                <c:pt idx="1250">
                  <c:v>157.75263645281069</c:v>
                </c:pt>
                <c:pt idx="1251">
                  <c:v>157.81570471741443</c:v>
                </c:pt>
                <c:pt idx="1252">
                  <c:v>157.48683890876961</c:v>
                </c:pt>
                <c:pt idx="1253">
                  <c:v>159.18319582016792</c:v>
                </c:pt>
                <c:pt idx="1254">
                  <c:v>163.19352095668384</c:v>
                </c:pt>
                <c:pt idx="1255">
                  <c:v>163.63818788029897</c:v>
                </c:pt>
                <c:pt idx="1256">
                  <c:v>164.09891451021386</c:v>
                </c:pt>
                <c:pt idx="1257">
                  <c:v>165.48064605683081</c:v>
                </c:pt>
                <c:pt idx="1258">
                  <c:v>167.03860886513868</c:v>
                </c:pt>
                <c:pt idx="1259">
                  <c:v>168.513219938471</c:v>
                </c:pt>
                <c:pt idx="1260">
                  <c:v>168.13260619052909</c:v>
                </c:pt>
                <c:pt idx="1261">
                  <c:v>167.51521139123886</c:v>
                </c:pt>
                <c:pt idx="1262">
                  <c:v>172.00478451125804</c:v>
                </c:pt>
                <c:pt idx="1263">
                  <c:v>171.01738764863299</c:v>
                </c:pt>
                <c:pt idx="1264">
                  <c:v>170.89001474792255</c:v>
                </c:pt>
                <c:pt idx="1265">
                  <c:v>172.46993175748375</c:v>
                </c:pt>
                <c:pt idx="1266">
                  <c:v>171.85863849045222</c:v>
                </c:pt>
                <c:pt idx="1267">
                  <c:v>169.95715176622136</c:v>
                </c:pt>
                <c:pt idx="1268">
                  <c:v>170.6579847663732</c:v>
                </c:pt>
                <c:pt idx="1269">
                  <c:v>170.94671202629118</c:v>
                </c:pt>
                <c:pt idx="1270">
                  <c:v>169.7446193512325</c:v>
                </c:pt>
                <c:pt idx="1271">
                  <c:v>169.00454700578501</c:v>
                </c:pt>
                <c:pt idx="1272">
                  <c:v>169.01334179396514</c:v>
                </c:pt>
                <c:pt idx="1273">
                  <c:v>170.89472312604846</c:v>
                </c:pt>
                <c:pt idx="1274">
                  <c:v>170.11337359869799</c:v>
                </c:pt>
                <c:pt idx="1275">
                  <c:v>170.54685002734257</c:v>
                </c:pt>
                <c:pt idx="1276">
                  <c:v>169.06609944797177</c:v>
                </c:pt>
                <c:pt idx="1277">
                  <c:v>168.13554987058725</c:v>
                </c:pt>
                <c:pt idx="1278">
                  <c:v>170.5855119768766</c:v>
                </c:pt>
                <c:pt idx="1279">
                  <c:v>170.96882424923268</c:v>
                </c:pt>
                <c:pt idx="1280">
                  <c:v>171.01909724936704</c:v>
                </c:pt>
                <c:pt idx="1281">
                  <c:v>173.07338246791173</c:v>
                </c:pt>
                <c:pt idx="1282">
                  <c:v>174.06783487640558</c:v>
                </c:pt>
                <c:pt idx="1283">
                  <c:v>174.0343949649546</c:v>
                </c:pt>
                <c:pt idx="1284">
                  <c:v>174.76740990410281</c:v>
                </c:pt>
                <c:pt idx="1285">
                  <c:v>172.71989353206837</c:v>
                </c:pt>
                <c:pt idx="1286">
                  <c:v>171.93550931904477</c:v>
                </c:pt>
                <c:pt idx="1287">
                  <c:v>173.32689182111173</c:v>
                </c:pt>
                <c:pt idx="1288">
                  <c:v>173.08287550308114</c:v>
                </c:pt>
                <c:pt idx="1289">
                  <c:v>174.50698596902453</c:v>
                </c:pt>
                <c:pt idx="1290">
                  <c:v>174.08284454570534</c:v>
                </c:pt>
                <c:pt idx="1291">
                  <c:v>174.75515965701334</c:v>
                </c:pt>
                <c:pt idx="1292">
                  <c:v>174.6089736833089</c:v>
                </c:pt>
                <c:pt idx="1293">
                  <c:v>173.27735235714212</c:v>
                </c:pt>
                <c:pt idx="1294">
                  <c:v>176.79125503154461</c:v>
                </c:pt>
                <c:pt idx="1295">
                  <c:v>177.04945892731294</c:v>
                </c:pt>
                <c:pt idx="1296">
                  <c:v>177.60274385247737</c:v>
                </c:pt>
                <c:pt idx="1297">
                  <c:v>178.4804108164773</c:v>
                </c:pt>
                <c:pt idx="1298">
                  <c:v>177.63401072383138</c:v>
                </c:pt>
                <c:pt idx="1299">
                  <c:v>177.43794078390297</c:v>
                </c:pt>
                <c:pt idx="1300">
                  <c:v>178.88308472328731</c:v>
                </c:pt>
                <c:pt idx="1301">
                  <c:v>181.61852675522036</c:v>
                </c:pt>
                <c:pt idx="1302">
                  <c:v>182.77116270000892</c:v>
                </c:pt>
                <c:pt idx="1303">
                  <c:v>181.11115308901884</c:v>
                </c:pt>
                <c:pt idx="1304">
                  <c:v>180.53737512879727</c:v>
                </c:pt>
                <c:pt idx="1305">
                  <c:v>181.95260970990014</c:v>
                </c:pt>
                <c:pt idx="1306">
                  <c:v>181.16549368186574</c:v>
                </c:pt>
                <c:pt idx="1307">
                  <c:v>179.82096682911205</c:v>
                </c:pt>
                <c:pt idx="1308">
                  <c:v>176.87650470028763</c:v>
                </c:pt>
                <c:pt idx="1309">
                  <c:v>173.76501537624617</c:v>
                </c:pt>
                <c:pt idx="1310">
                  <c:v>172.78864267451655</c:v>
                </c:pt>
                <c:pt idx="1311">
                  <c:v>173.67220315795427</c:v>
                </c:pt>
                <c:pt idx="1312">
                  <c:v>170.90611948838253</c:v>
                </c:pt>
                <c:pt idx="1313">
                  <c:v>170.13057676954168</c:v>
                </c:pt>
                <c:pt idx="1314">
                  <c:v>170.01375598786791</c:v>
                </c:pt>
                <c:pt idx="1315">
                  <c:v>170.81370537791591</c:v>
                </c:pt>
                <c:pt idx="1316">
                  <c:v>171.42787342200597</c:v>
                </c:pt>
                <c:pt idx="1317">
                  <c:v>170.79404223765368</c:v>
                </c:pt>
                <c:pt idx="1318">
                  <c:v>168.07793686810788</c:v>
                </c:pt>
                <c:pt idx="1319">
                  <c:v>167.1460789472109</c:v>
                </c:pt>
                <c:pt idx="1320">
                  <c:v>165.05345724515985</c:v>
                </c:pt>
                <c:pt idx="1321">
                  <c:v>164.29378362174847</c:v>
                </c:pt>
                <c:pt idx="1322">
                  <c:v>164.55220646744684</c:v>
                </c:pt>
                <c:pt idx="1323">
                  <c:v>159.89775549747424</c:v>
                </c:pt>
                <c:pt idx="1324">
                  <c:v>161.2922225459086</c:v>
                </c:pt>
                <c:pt idx="1325">
                  <c:v>162.23369684975575</c:v>
                </c:pt>
                <c:pt idx="1326">
                  <c:v>162.09775519906856</c:v>
                </c:pt>
                <c:pt idx="1327">
                  <c:v>162.72804257043191</c:v>
                </c:pt>
                <c:pt idx="1328">
                  <c:v>160.78674985070782</c:v>
                </c:pt>
                <c:pt idx="1329">
                  <c:v>160.20282819351564</c:v>
                </c:pt>
                <c:pt idx="1330">
                  <c:v>160.566759015869</c:v>
                </c:pt>
                <c:pt idx="1331">
                  <c:v>158.77124319596217</c:v>
                </c:pt>
                <c:pt idx="1332">
                  <c:v>159.22433569954319</c:v>
                </c:pt>
                <c:pt idx="1333">
                  <c:v>157.80000486298991</c:v>
                </c:pt>
                <c:pt idx="1334">
                  <c:v>155.20177983321909</c:v>
                </c:pt>
                <c:pt idx="1335">
                  <c:v>152.14042295388487</c:v>
                </c:pt>
                <c:pt idx="1336">
                  <c:v>153.62218296012534</c:v>
                </c:pt>
                <c:pt idx="1337">
                  <c:v>151.80571998201268</c:v>
                </c:pt>
                <c:pt idx="1338">
                  <c:v>155.17166321921965</c:v>
                </c:pt>
                <c:pt idx="1339">
                  <c:v>156.67391939155647</c:v>
                </c:pt>
                <c:pt idx="1340">
                  <c:v>157.97401317590726</c:v>
                </c:pt>
                <c:pt idx="1341">
                  <c:v>158.14246986779079</c:v>
                </c:pt>
                <c:pt idx="1342">
                  <c:v>157.26344032622242</c:v>
                </c:pt>
                <c:pt idx="1343">
                  <c:v>157.44617144124223</c:v>
                </c:pt>
                <c:pt idx="1344">
                  <c:v>156.82690183379853</c:v>
                </c:pt>
                <c:pt idx="1345">
                  <c:v>155.67484698620555</c:v>
                </c:pt>
                <c:pt idx="1346">
                  <c:v>156.50192698486219</c:v>
                </c:pt>
                <c:pt idx="1347">
                  <c:v>157.02010665899991</c:v>
                </c:pt>
                <c:pt idx="1348">
                  <c:v>153.39772530607482</c:v>
                </c:pt>
                <c:pt idx="1349">
                  <c:v>153.36504135971262</c:v>
                </c:pt>
                <c:pt idx="1350">
                  <c:v>154.02563061898232</c:v>
                </c:pt>
                <c:pt idx="1351">
                  <c:v>152.28843061592346</c:v>
                </c:pt>
                <c:pt idx="1352">
                  <c:v>154.30698741778309</c:v>
                </c:pt>
                <c:pt idx="1353">
                  <c:v>153.86720227478403</c:v>
                </c:pt>
                <c:pt idx="1354">
                  <c:v>153.0625018300654</c:v>
                </c:pt>
                <c:pt idx="1355">
                  <c:v>153.04422431572178</c:v>
                </c:pt>
                <c:pt idx="1356">
                  <c:v>151.95941149085846</c:v>
                </c:pt>
                <c:pt idx="1357">
                  <c:v>150.42705219888231</c:v>
                </c:pt>
                <c:pt idx="1358">
                  <c:v>151.90221308951419</c:v>
                </c:pt>
                <c:pt idx="1359">
                  <c:v>152.72551775090639</c:v>
                </c:pt>
                <c:pt idx="1360">
                  <c:v>152.23491747116799</c:v>
                </c:pt>
                <c:pt idx="1361">
                  <c:v>152.73891251861025</c:v>
                </c:pt>
                <c:pt idx="1362">
                  <c:v>153.21016480055422</c:v>
                </c:pt>
                <c:pt idx="1363">
                  <c:v>153.70062977960876</c:v>
                </c:pt>
                <c:pt idx="1364">
                  <c:v>154.29054076131297</c:v>
                </c:pt>
                <c:pt idx="1365">
                  <c:v>154.7606723281547</c:v>
                </c:pt>
                <c:pt idx="1366">
                  <c:v>155.19757332407619</c:v>
                </c:pt>
                <c:pt idx="1367">
                  <c:v>152.11707316754814</c:v>
                </c:pt>
                <c:pt idx="1368">
                  <c:v>152.32400475993308</c:v>
                </c:pt>
                <c:pt idx="1369">
                  <c:v>152.76699125346326</c:v>
                </c:pt>
                <c:pt idx="1370">
                  <c:v>154.18290084736978</c:v>
                </c:pt>
                <c:pt idx="1371">
                  <c:v>153.07798323966045</c:v>
                </c:pt>
                <c:pt idx="1372">
                  <c:v>150.26177431525619</c:v>
                </c:pt>
                <c:pt idx="1373">
                  <c:v>147.95682237474048</c:v>
                </c:pt>
                <c:pt idx="1374">
                  <c:v>147.83447228227215</c:v>
                </c:pt>
                <c:pt idx="1375">
                  <c:v>147.03617095362426</c:v>
                </c:pt>
                <c:pt idx="1376">
                  <c:v>148.35910870686882</c:v>
                </c:pt>
                <c:pt idx="1377">
                  <c:v>148.1921407838571</c:v>
                </c:pt>
                <c:pt idx="1378">
                  <c:v>148.00589663146607</c:v>
                </c:pt>
                <c:pt idx="1379">
                  <c:v>147.84584124587826</c:v>
                </c:pt>
                <c:pt idx="1380">
                  <c:v>148.52300933679135</c:v>
                </c:pt>
                <c:pt idx="1381">
                  <c:v>149.58084611620896</c:v>
                </c:pt>
                <c:pt idx="1382">
                  <c:v>148.25577687782592</c:v>
                </c:pt>
                <c:pt idx="1383">
                  <c:v>147.48764333470385</c:v>
                </c:pt>
                <c:pt idx="1384">
                  <c:v>146.67619414085547</c:v>
                </c:pt>
                <c:pt idx="1385">
                  <c:v>147.71634874320003</c:v>
                </c:pt>
                <c:pt idx="1386">
                  <c:v>150.62915152755244</c:v>
                </c:pt>
                <c:pt idx="1387">
                  <c:v>155.15690435874103</c:v>
                </c:pt>
                <c:pt idx="1388">
                  <c:v>151.34044503352433</c:v>
                </c:pt>
                <c:pt idx="1389">
                  <c:v>148.81020044457142</c:v>
                </c:pt>
                <c:pt idx="1390">
                  <c:v>146.8109491940273</c:v>
                </c:pt>
                <c:pt idx="1391">
                  <c:v>145.03399830443553</c:v>
                </c:pt>
                <c:pt idx="1392">
                  <c:v>142.52752567435604</c:v>
                </c:pt>
                <c:pt idx="1393">
                  <c:v>142.44663607102603</c:v>
                </c:pt>
                <c:pt idx="1394">
                  <c:v>141.26348563323171</c:v>
                </c:pt>
                <c:pt idx="1395">
                  <c:v>140.79010233086407</c:v>
                </c:pt>
                <c:pt idx="1396">
                  <c:v>140.27729337566791</c:v>
                </c:pt>
                <c:pt idx="1397">
                  <c:v>138.9058699576949</c:v>
                </c:pt>
                <c:pt idx="1398">
                  <c:v>138.58812051383629</c:v>
                </c:pt>
                <c:pt idx="1399">
                  <c:v>138.96571966070371</c:v>
                </c:pt>
                <c:pt idx="1400">
                  <c:v>138.41518971274553</c:v>
                </c:pt>
                <c:pt idx="1401">
                  <c:v>138.84168941902118</c:v>
                </c:pt>
                <c:pt idx="1402">
                  <c:v>138.78933848258691</c:v>
                </c:pt>
                <c:pt idx="1403">
                  <c:v>133.50954965886879</c:v>
                </c:pt>
                <c:pt idx="1404">
                  <c:v>133.87281149551359</c:v>
                </c:pt>
                <c:pt idx="1405">
                  <c:v>133.1092139910424</c:v>
                </c:pt>
                <c:pt idx="1406">
                  <c:v>135.54616958878054</c:v>
                </c:pt>
                <c:pt idx="1407">
                  <c:v>137.16764641516366</c:v>
                </c:pt>
                <c:pt idx="1408">
                  <c:v>137.21053949119337</c:v>
                </c:pt>
                <c:pt idx="1409">
                  <c:v>137.23290495491892</c:v>
                </c:pt>
                <c:pt idx="1410">
                  <c:v>136.95049103748656</c:v>
                </c:pt>
                <c:pt idx="1411">
                  <c:v>137.0697774428987</c:v>
                </c:pt>
                <c:pt idx="1412">
                  <c:v>137.14249488847449</c:v>
                </c:pt>
                <c:pt idx="1413">
                  <c:v>138.87595760627195</c:v>
                </c:pt>
                <c:pt idx="1414">
                  <c:v>140.99131105439238</c:v>
                </c:pt>
                <c:pt idx="1415">
                  <c:v>141.47335295353807</c:v>
                </c:pt>
                <c:pt idx="1416">
                  <c:v>142.77229186521251</c:v>
                </c:pt>
                <c:pt idx="1417">
                  <c:v>142.05667887570033</c:v>
                </c:pt>
                <c:pt idx="1418">
                  <c:v>143.00774991888514</c:v>
                </c:pt>
                <c:pt idx="1419">
                  <c:v>144.15034988146704</c:v>
                </c:pt>
              </c:numCache>
            </c:numRef>
          </c:val>
          <c:smooth val="0"/>
          <c:extLst>
            <c:ext xmlns:c16="http://schemas.microsoft.com/office/drawing/2014/chart" uri="{C3380CC4-5D6E-409C-BE32-E72D297353CC}">
              <c16:uniqueId val="{00000003-C9F5-7A4A-B402-9C2ABB2F5BCB}"/>
            </c:ext>
          </c:extLst>
        </c:ser>
        <c:ser>
          <c:idx val="4"/>
          <c:order val="4"/>
          <c:tx>
            <c:strRef>
              <c:f>FX!$CD$2</c:f>
              <c:strCache>
                <c:ptCount val="1"/>
                <c:pt idx="0">
                  <c:v>NIFTY Infra</c:v>
                </c:pt>
              </c:strCache>
            </c:strRef>
          </c:tx>
          <c:spPr>
            <a:ln w="12700" cap="rnd">
              <a:solidFill>
                <a:srgbClr val="0096FF"/>
              </a:solidFill>
              <a:round/>
            </a:ln>
            <a:effectLst/>
          </c:spPr>
          <c:marker>
            <c:symbol val="none"/>
          </c:marker>
          <c:cat>
            <c:numRef>
              <c:f>FX!$BY$3:$BY$1422</c:f>
              <c:numCache>
                <c:formatCode>d\-mmm\-yy</c:formatCode>
                <c:ptCount val="1420"/>
                <c:pt idx="0">
                  <c:v>43466</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43500</c:v>
                </c:pt>
                <c:pt idx="25">
                  <c:v>43501</c:v>
                </c:pt>
                <c:pt idx="26">
                  <c:v>43502</c:v>
                </c:pt>
                <c:pt idx="27">
                  <c:v>43503</c:v>
                </c:pt>
                <c:pt idx="28">
                  <c:v>43504</c:v>
                </c:pt>
                <c:pt idx="29">
                  <c:v>43507</c:v>
                </c:pt>
                <c:pt idx="30">
                  <c:v>43508</c:v>
                </c:pt>
                <c:pt idx="31">
                  <c:v>43509</c:v>
                </c:pt>
                <c:pt idx="32">
                  <c:v>43510</c:v>
                </c:pt>
                <c:pt idx="33">
                  <c:v>43511</c:v>
                </c:pt>
                <c:pt idx="34">
                  <c:v>43514</c:v>
                </c:pt>
                <c:pt idx="35">
                  <c:v>43515</c:v>
                </c:pt>
                <c:pt idx="36">
                  <c:v>43516</c:v>
                </c:pt>
                <c:pt idx="37">
                  <c:v>43517</c:v>
                </c:pt>
                <c:pt idx="38">
                  <c:v>43518</c:v>
                </c:pt>
                <c:pt idx="39">
                  <c:v>43521</c:v>
                </c:pt>
                <c:pt idx="40">
                  <c:v>43522</c:v>
                </c:pt>
                <c:pt idx="41">
                  <c:v>43524</c:v>
                </c:pt>
                <c:pt idx="42">
                  <c:v>43525</c:v>
                </c:pt>
                <c:pt idx="43">
                  <c:v>43529</c:v>
                </c:pt>
                <c:pt idx="44">
                  <c:v>43530</c:v>
                </c:pt>
                <c:pt idx="45">
                  <c:v>43531</c:v>
                </c:pt>
                <c:pt idx="46">
                  <c:v>43532</c:v>
                </c:pt>
                <c:pt idx="47">
                  <c:v>43535</c:v>
                </c:pt>
                <c:pt idx="48">
                  <c:v>43536</c:v>
                </c:pt>
                <c:pt idx="49">
                  <c:v>43538</c:v>
                </c:pt>
                <c:pt idx="50">
                  <c:v>43539</c:v>
                </c:pt>
                <c:pt idx="51">
                  <c:v>43542</c:v>
                </c:pt>
                <c:pt idx="52">
                  <c:v>43543</c:v>
                </c:pt>
                <c:pt idx="53">
                  <c:v>43544</c:v>
                </c:pt>
                <c:pt idx="54">
                  <c:v>43546</c:v>
                </c:pt>
                <c:pt idx="55">
                  <c:v>43549</c:v>
                </c:pt>
                <c:pt idx="56">
                  <c:v>43550</c:v>
                </c:pt>
                <c:pt idx="57">
                  <c:v>43551</c:v>
                </c:pt>
                <c:pt idx="58">
                  <c:v>43552</c:v>
                </c:pt>
                <c:pt idx="59">
                  <c:v>43553</c:v>
                </c:pt>
                <c:pt idx="60">
                  <c:v>43556</c:v>
                </c:pt>
                <c:pt idx="61">
                  <c:v>43558</c:v>
                </c:pt>
                <c:pt idx="62">
                  <c:v>43559</c:v>
                </c:pt>
                <c:pt idx="63">
                  <c:v>43560</c:v>
                </c:pt>
                <c:pt idx="64">
                  <c:v>43563</c:v>
                </c:pt>
                <c:pt idx="65">
                  <c:v>43564</c:v>
                </c:pt>
                <c:pt idx="66">
                  <c:v>43565</c:v>
                </c:pt>
                <c:pt idx="67">
                  <c:v>43567</c:v>
                </c:pt>
                <c:pt idx="68">
                  <c:v>43570</c:v>
                </c:pt>
                <c:pt idx="69">
                  <c:v>43571</c:v>
                </c:pt>
                <c:pt idx="70">
                  <c:v>43573</c:v>
                </c:pt>
                <c:pt idx="71">
                  <c:v>43577</c:v>
                </c:pt>
                <c:pt idx="72">
                  <c:v>43578</c:v>
                </c:pt>
                <c:pt idx="73">
                  <c:v>43579</c:v>
                </c:pt>
                <c:pt idx="74">
                  <c:v>43580</c:v>
                </c:pt>
                <c:pt idx="75">
                  <c:v>43581</c:v>
                </c:pt>
                <c:pt idx="76">
                  <c:v>43585</c:v>
                </c:pt>
                <c:pt idx="77">
                  <c:v>43587</c:v>
                </c:pt>
                <c:pt idx="78">
                  <c:v>43591</c:v>
                </c:pt>
                <c:pt idx="79">
                  <c:v>43593</c:v>
                </c:pt>
                <c:pt idx="80">
                  <c:v>43594</c:v>
                </c:pt>
                <c:pt idx="81">
                  <c:v>43595</c:v>
                </c:pt>
                <c:pt idx="82">
                  <c:v>43598</c:v>
                </c:pt>
                <c:pt idx="83">
                  <c:v>43599</c:v>
                </c:pt>
                <c:pt idx="84">
                  <c:v>43601</c:v>
                </c:pt>
                <c:pt idx="85">
                  <c:v>43605</c:v>
                </c:pt>
                <c:pt idx="86">
                  <c:v>43606</c:v>
                </c:pt>
                <c:pt idx="87">
                  <c:v>43607</c:v>
                </c:pt>
                <c:pt idx="88">
                  <c:v>43608</c:v>
                </c:pt>
                <c:pt idx="89">
                  <c:v>43609</c:v>
                </c:pt>
                <c:pt idx="90">
                  <c:v>43612</c:v>
                </c:pt>
                <c:pt idx="91">
                  <c:v>43613</c:v>
                </c:pt>
                <c:pt idx="92">
                  <c:v>43614</c:v>
                </c:pt>
                <c:pt idx="93">
                  <c:v>43615</c:v>
                </c:pt>
                <c:pt idx="94">
                  <c:v>43616</c:v>
                </c:pt>
                <c:pt idx="95">
                  <c:v>43619</c:v>
                </c:pt>
                <c:pt idx="96">
                  <c:v>43620</c:v>
                </c:pt>
                <c:pt idx="97">
                  <c:v>43622</c:v>
                </c:pt>
                <c:pt idx="98">
                  <c:v>43623</c:v>
                </c:pt>
                <c:pt idx="99">
                  <c:v>43626</c:v>
                </c:pt>
                <c:pt idx="100">
                  <c:v>43627</c:v>
                </c:pt>
                <c:pt idx="101">
                  <c:v>43628</c:v>
                </c:pt>
                <c:pt idx="102">
                  <c:v>43629</c:v>
                </c:pt>
                <c:pt idx="103">
                  <c:v>43630</c:v>
                </c:pt>
                <c:pt idx="104">
                  <c:v>43633</c:v>
                </c:pt>
                <c:pt idx="105">
                  <c:v>43634</c:v>
                </c:pt>
                <c:pt idx="106">
                  <c:v>43635</c:v>
                </c:pt>
                <c:pt idx="107">
                  <c:v>43636</c:v>
                </c:pt>
                <c:pt idx="108">
                  <c:v>43640</c:v>
                </c:pt>
                <c:pt idx="109">
                  <c:v>43641</c:v>
                </c:pt>
                <c:pt idx="110">
                  <c:v>43642</c:v>
                </c:pt>
                <c:pt idx="111">
                  <c:v>43643</c:v>
                </c:pt>
                <c:pt idx="112">
                  <c:v>43644</c:v>
                </c:pt>
                <c:pt idx="113">
                  <c:v>43647</c:v>
                </c:pt>
                <c:pt idx="114">
                  <c:v>43648</c:v>
                </c:pt>
                <c:pt idx="115">
                  <c:v>43649</c:v>
                </c:pt>
                <c:pt idx="116">
                  <c:v>43650</c:v>
                </c:pt>
                <c:pt idx="117">
                  <c:v>43651</c:v>
                </c:pt>
                <c:pt idx="118">
                  <c:v>43654</c:v>
                </c:pt>
                <c:pt idx="119">
                  <c:v>43655</c:v>
                </c:pt>
                <c:pt idx="120">
                  <c:v>43656</c:v>
                </c:pt>
                <c:pt idx="121">
                  <c:v>43657</c:v>
                </c:pt>
                <c:pt idx="122">
                  <c:v>43658</c:v>
                </c:pt>
                <c:pt idx="123">
                  <c:v>43661</c:v>
                </c:pt>
                <c:pt idx="124">
                  <c:v>43662</c:v>
                </c:pt>
                <c:pt idx="125">
                  <c:v>43663</c:v>
                </c:pt>
                <c:pt idx="126">
                  <c:v>43664</c:v>
                </c:pt>
                <c:pt idx="127">
                  <c:v>43665</c:v>
                </c:pt>
                <c:pt idx="128">
                  <c:v>43669</c:v>
                </c:pt>
                <c:pt idx="129">
                  <c:v>43670</c:v>
                </c:pt>
                <c:pt idx="130">
                  <c:v>43671</c:v>
                </c:pt>
                <c:pt idx="131">
                  <c:v>43672</c:v>
                </c:pt>
                <c:pt idx="132">
                  <c:v>43675</c:v>
                </c:pt>
                <c:pt idx="133">
                  <c:v>43676</c:v>
                </c:pt>
                <c:pt idx="134">
                  <c:v>43677</c:v>
                </c:pt>
                <c:pt idx="135">
                  <c:v>43678</c:v>
                </c:pt>
                <c:pt idx="136">
                  <c:v>43679</c:v>
                </c:pt>
                <c:pt idx="137">
                  <c:v>43682</c:v>
                </c:pt>
                <c:pt idx="138">
                  <c:v>43683</c:v>
                </c:pt>
                <c:pt idx="139">
                  <c:v>43684</c:v>
                </c:pt>
                <c:pt idx="140">
                  <c:v>43685</c:v>
                </c:pt>
                <c:pt idx="141">
                  <c:v>43686</c:v>
                </c:pt>
                <c:pt idx="142">
                  <c:v>43690</c:v>
                </c:pt>
                <c:pt idx="143">
                  <c:v>43691</c:v>
                </c:pt>
                <c:pt idx="144">
                  <c:v>43693</c:v>
                </c:pt>
                <c:pt idx="145">
                  <c:v>43696</c:v>
                </c:pt>
                <c:pt idx="146">
                  <c:v>43697</c:v>
                </c:pt>
                <c:pt idx="147">
                  <c:v>43698</c:v>
                </c:pt>
                <c:pt idx="148">
                  <c:v>43699</c:v>
                </c:pt>
                <c:pt idx="149">
                  <c:v>43700</c:v>
                </c:pt>
                <c:pt idx="150">
                  <c:v>43703</c:v>
                </c:pt>
                <c:pt idx="151">
                  <c:v>43704</c:v>
                </c:pt>
                <c:pt idx="152">
                  <c:v>43705</c:v>
                </c:pt>
                <c:pt idx="153">
                  <c:v>43707</c:v>
                </c:pt>
                <c:pt idx="154">
                  <c:v>43711</c:v>
                </c:pt>
                <c:pt idx="155">
                  <c:v>43713</c:v>
                </c:pt>
                <c:pt idx="156">
                  <c:v>43714</c:v>
                </c:pt>
                <c:pt idx="157">
                  <c:v>43717</c:v>
                </c:pt>
                <c:pt idx="158">
                  <c:v>43719</c:v>
                </c:pt>
                <c:pt idx="159">
                  <c:v>43720</c:v>
                </c:pt>
                <c:pt idx="160">
                  <c:v>43721</c:v>
                </c:pt>
                <c:pt idx="161">
                  <c:v>43724</c:v>
                </c:pt>
                <c:pt idx="162">
                  <c:v>43725</c:v>
                </c:pt>
                <c:pt idx="163">
                  <c:v>43726</c:v>
                </c:pt>
                <c:pt idx="164">
                  <c:v>43727</c:v>
                </c:pt>
                <c:pt idx="165">
                  <c:v>43728</c:v>
                </c:pt>
                <c:pt idx="166">
                  <c:v>43731</c:v>
                </c:pt>
                <c:pt idx="167">
                  <c:v>43732</c:v>
                </c:pt>
                <c:pt idx="168">
                  <c:v>43733</c:v>
                </c:pt>
                <c:pt idx="169">
                  <c:v>43734</c:v>
                </c:pt>
                <c:pt idx="170">
                  <c:v>43735</c:v>
                </c:pt>
                <c:pt idx="171">
                  <c:v>43739</c:v>
                </c:pt>
                <c:pt idx="172">
                  <c:v>43741</c:v>
                </c:pt>
                <c:pt idx="173">
                  <c:v>43742</c:v>
                </c:pt>
                <c:pt idx="174">
                  <c:v>43745</c:v>
                </c:pt>
                <c:pt idx="175">
                  <c:v>43747</c:v>
                </c:pt>
                <c:pt idx="176">
                  <c:v>43748</c:v>
                </c:pt>
                <c:pt idx="177">
                  <c:v>43749</c:v>
                </c:pt>
                <c:pt idx="178">
                  <c:v>43752</c:v>
                </c:pt>
                <c:pt idx="179">
                  <c:v>43753</c:v>
                </c:pt>
                <c:pt idx="180">
                  <c:v>43754</c:v>
                </c:pt>
                <c:pt idx="181">
                  <c:v>43755</c:v>
                </c:pt>
                <c:pt idx="182">
                  <c:v>43756</c:v>
                </c:pt>
                <c:pt idx="183">
                  <c:v>43760</c:v>
                </c:pt>
                <c:pt idx="184">
                  <c:v>43761</c:v>
                </c:pt>
                <c:pt idx="185">
                  <c:v>43762</c:v>
                </c:pt>
                <c:pt idx="186">
                  <c:v>43765</c:v>
                </c:pt>
                <c:pt idx="187">
                  <c:v>43767</c:v>
                </c:pt>
                <c:pt idx="188">
                  <c:v>43768</c:v>
                </c:pt>
                <c:pt idx="189">
                  <c:v>43770</c:v>
                </c:pt>
                <c:pt idx="190">
                  <c:v>43773</c:v>
                </c:pt>
                <c:pt idx="191">
                  <c:v>43774</c:v>
                </c:pt>
                <c:pt idx="192">
                  <c:v>43775</c:v>
                </c:pt>
                <c:pt idx="193">
                  <c:v>43776</c:v>
                </c:pt>
                <c:pt idx="194">
                  <c:v>43777</c:v>
                </c:pt>
                <c:pt idx="195">
                  <c:v>43780</c:v>
                </c:pt>
                <c:pt idx="196">
                  <c:v>43783</c:v>
                </c:pt>
                <c:pt idx="197">
                  <c:v>43784</c:v>
                </c:pt>
                <c:pt idx="198">
                  <c:v>43787</c:v>
                </c:pt>
                <c:pt idx="199">
                  <c:v>43788</c:v>
                </c:pt>
                <c:pt idx="200">
                  <c:v>43790</c:v>
                </c:pt>
                <c:pt idx="201">
                  <c:v>43791</c:v>
                </c:pt>
                <c:pt idx="202">
                  <c:v>43794</c:v>
                </c:pt>
                <c:pt idx="203">
                  <c:v>43795</c:v>
                </c:pt>
                <c:pt idx="204">
                  <c:v>43796</c:v>
                </c:pt>
                <c:pt idx="205">
                  <c:v>43797</c:v>
                </c:pt>
                <c:pt idx="206">
                  <c:v>43798</c:v>
                </c:pt>
                <c:pt idx="207">
                  <c:v>43801</c:v>
                </c:pt>
                <c:pt idx="208">
                  <c:v>43802</c:v>
                </c:pt>
                <c:pt idx="209">
                  <c:v>43803</c:v>
                </c:pt>
                <c:pt idx="210">
                  <c:v>43805</c:v>
                </c:pt>
                <c:pt idx="211">
                  <c:v>43808</c:v>
                </c:pt>
                <c:pt idx="212">
                  <c:v>43809</c:v>
                </c:pt>
                <c:pt idx="213">
                  <c:v>43810</c:v>
                </c:pt>
                <c:pt idx="214">
                  <c:v>43811</c:v>
                </c:pt>
                <c:pt idx="215">
                  <c:v>43812</c:v>
                </c:pt>
                <c:pt idx="216">
                  <c:v>43815</c:v>
                </c:pt>
                <c:pt idx="217">
                  <c:v>43816</c:v>
                </c:pt>
                <c:pt idx="218">
                  <c:v>43817</c:v>
                </c:pt>
                <c:pt idx="219">
                  <c:v>43818</c:v>
                </c:pt>
                <c:pt idx="220">
                  <c:v>43819</c:v>
                </c:pt>
                <c:pt idx="221">
                  <c:v>43822</c:v>
                </c:pt>
                <c:pt idx="222">
                  <c:v>43823</c:v>
                </c:pt>
                <c:pt idx="223">
                  <c:v>43825</c:v>
                </c:pt>
                <c:pt idx="224">
                  <c:v>43826</c:v>
                </c:pt>
                <c:pt idx="225">
                  <c:v>43829</c:v>
                </c:pt>
                <c:pt idx="226">
                  <c:v>43830</c:v>
                </c:pt>
                <c:pt idx="227">
                  <c:v>43831</c:v>
                </c:pt>
                <c:pt idx="228">
                  <c:v>43832</c:v>
                </c:pt>
                <c:pt idx="229">
                  <c:v>43833</c:v>
                </c:pt>
                <c:pt idx="230">
                  <c:v>43836</c:v>
                </c:pt>
                <c:pt idx="231">
                  <c:v>43837</c:v>
                </c:pt>
                <c:pt idx="232">
                  <c:v>43838</c:v>
                </c:pt>
                <c:pt idx="233">
                  <c:v>43839</c:v>
                </c:pt>
                <c:pt idx="234">
                  <c:v>43840</c:v>
                </c:pt>
                <c:pt idx="235">
                  <c:v>43843</c:v>
                </c:pt>
                <c:pt idx="236">
                  <c:v>43844</c:v>
                </c:pt>
                <c:pt idx="237">
                  <c:v>43845</c:v>
                </c:pt>
                <c:pt idx="238">
                  <c:v>43846</c:v>
                </c:pt>
                <c:pt idx="239">
                  <c:v>43847</c:v>
                </c:pt>
                <c:pt idx="240">
                  <c:v>43850</c:v>
                </c:pt>
                <c:pt idx="241">
                  <c:v>43851</c:v>
                </c:pt>
                <c:pt idx="242">
                  <c:v>43852</c:v>
                </c:pt>
                <c:pt idx="243">
                  <c:v>43853</c:v>
                </c:pt>
                <c:pt idx="244">
                  <c:v>43854</c:v>
                </c:pt>
                <c:pt idx="245">
                  <c:v>43857</c:v>
                </c:pt>
                <c:pt idx="246">
                  <c:v>43858</c:v>
                </c:pt>
                <c:pt idx="247">
                  <c:v>43859</c:v>
                </c:pt>
                <c:pt idx="248">
                  <c:v>43860</c:v>
                </c:pt>
                <c:pt idx="249">
                  <c:v>43861</c:v>
                </c:pt>
                <c:pt idx="250">
                  <c:v>43862</c:v>
                </c:pt>
                <c:pt idx="251">
                  <c:v>43864</c:v>
                </c:pt>
                <c:pt idx="252">
                  <c:v>43865</c:v>
                </c:pt>
                <c:pt idx="253">
                  <c:v>43866</c:v>
                </c:pt>
                <c:pt idx="254">
                  <c:v>43867</c:v>
                </c:pt>
                <c:pt idx="255">
                  <c:v>43871</c:v>
                </c:pt>
                <c:pt idx="256">
                  <c:v>43872</c:v>
                </c:pt>
                <c:pt idx="257">
                  <c:v>43873</c:v>
                </c:pt>
                <c:pt idx="258">
                  <c:v>43874</c:v>
                </c:pt>
                <c:pt idx="259">
                  <c:v>43875</c:v>
                </c:pt>
                <c:pt idx="260">
                  <c:v>43878</c:v>
                </c:pt>
                <c:pt idx="261">
                  <c:v>43879</c:v>
                </c:pt>
                <c:pt idx="262">
                  <c:v>43880</c:v>
                </c:pt>
                <c:pt idx="263">
                  <c:v>43881</c:v>
                </c:pt>
                <c:pt idx="264">
                  <c:v>43885</c:v>
                </c:pt>
                <c:pt idx="265">
                  <c:v>43886</c:v>
                </c:pt>
                <c:pt idx="266">
                  <c:v>43887</c:v>
                </c:pt>
                <c:pt idx="267">
                  <c:v>43888</c:v>
                </c:pt>
                <c:pt idx="268">
                  <c:v>43889</c:v>
                </c:pt>
                <c:pt idx="269">
                  <c:v>43892</c:v>
                </c:pt>
                <c:pt idx="270">
                  <c:v>43893</c:v>
                </c:pt>
                <c:pt idx="271">
                  <c:v>43895</c:v>
                </c:pt>
                <c:pt idx="272">
                  <c:v>43899</c:v>
                </c:pt>
                <c:pt idx="273">
                  <c:v>43901</c:v>
                </c:pt>
                <c:pt idx="274">
                  <c:v>43902</c:v>
                </c:pt>
                <c:pt idx="275">
                  <c:v>43903</c:v>
                </c:pt>
                <c:pt idx="276">
                  <c:v>43906</c:v>
                </c:pt>
                <c:pt idx="277">
                  <c:v>43907</c:v>
                </c:pt>
                <c:pt idx="278">
                  <c:v>43908</c:v>
                </c:pt>
                <c:pt idx="279">
                  <c:v>43909</c:v>
                </c:pt>
                <c:pt idx="280">
                  <c:v>43910</c:v>
                </c:pt>
                <c:pt idx="281">
                  <c:v>43913</c:v>
                </c:pt>
                <c:pt idx="282">
                  <c:v>43914</c:v>
                </c:pt>
                <c:pt idx="283">
                  <c:v>43916</c:v>
                </c:pt>
                <c:pt idx="284">
                  <c:v>43917</c:v>
                </c:pt>
                <c:pt idx="285">
                  <c:v>43920</c:v>
                </c:pt>
                <c:pt idx="286">
                  <c:v>43921</c:v>
                </c:pt>
                <c:pt idx="287">
                  <c:v>43922</c:v>
                </c:pt>
                <c:pt idx="288">
                  <c:v>43924</c:v>
                </c:pt>
                <c:pt idx="289">
                  <c:v>43928</c:v>
                </c:pt>
                <c:pt idx="290">
                  <c:v>43930</c:v>
                </c:pt>
                <c:pt idx="291">
                  <c:v>43934</c:v>
                </c:pt>
                <c:pt idx="292">
                  <c:v>43937</c:v>
                </c:pt>
                <c:pt idx="293">
                  <c:v>43938</c:v>
                </c:pt>
                <c:pt idx="294">
                  <c:v>43941</c:v>
                </c:pt>
                <c:pt idx="295">
                  <c:v>43942</c:v>
                </c:pt>
                <c:pt idx="296">
                  <c:v>43943</c:v>
                </c:pt>
                <c:pt idx="297">
                  <c:v>43945</c:v>
                </c:pt>
                <c:pt idx="298">
                  <c:v>43949</c:v>
                </c:pt>
                <c:pt idx="299">
                  <c:v>43950</c:v>
                </c:pt>
                <c:pt idx="300">
                  <c:v>43951</c:v>
                </c:pt>
                <c:pt idx="301">
                  <c:v>43956</c:v>
                </c:pt>
                <c:pt idx="302">
                  <c:v>43958</c:v>
                </c:pt>
                <c:pt idx="303">
                  <c:v>43959</c:v>
                </c:pt>
                <c:pt idx="304">
                  <c:v>43962</c:v>
                </c:pt>
                <c:pt idx="305">
                  <c:v>43963</c:v>
                </c:pt>
                <c:pt idx="306">
                  <c:v>43964</c:v>
                </c:pt>
                <c:pt idx="307">
                  <c:v>43965</c:v>
                </c:pt>
                <c:pt idx="308">
                  <c:v>43966</c:v>
                </c:pt>
                <c:pt idx="309">
                  <c:v>43969</c:v>
                </c:pt>
                <c:pt idx="310">
                  <c:v>43970</c:v>
                </c:pt>
                <c:pt idx="311">
                  <c:v>43971</c:v>
                </c:pt>
                <c:pt idx="312">
                  <c:v>43972</c:v>
                </c:pt>
                <c:pt idx="313">
                  <c:v>43973</c:v>
                </c:pt>
                <c:pt idx="314">
                  <c:v>43978</c:v>
                </c:pt>
                <c:pt idx="315">
                  <c:v>43979</c:v>
                </c:pt>
                <c:pt idx="316">
                  <c:v>43980</c:v>
                </c:pt>
                <c:pt idx="317">
                  <c:v>43984</c:v>
                </c:pt>
                <c:pt idx="318">
                  <c:v>43985</c:v>
                </c:pt>
                <c:pt idx="319">
                  <c:v>43986</c:v>
                </c:pt>
                <c:pt idx="320">
                  <c:v>43987</c:v>
                </c:pt>
                <c:pt idx="321">
                  <c:v>43990</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44028</c:v>
                </c:pt>
                <c:pt idx="348">
                  <c:v>44029</c:v>
                </c:pt>
                <c:pt idx="349">
                  <c:v>44032</c:v>
                </c:pt>
                <c:pt idx="350">
                  <c:v>44033</c:v>
                </c:pt>
                <c:pt idx="351">
                  <c:v>44034</c:v>
                </c:pt>
                <c:pt idx="352">
                  <c:v>44035</c:v>
                </c:pt>
                <c:pt idx="353">
                  <c:v>44036</c:v>
                </c:pt>
                <c:pt idx="354">
                  <c:v>44039</c:v>
                </c:pt>
                <c:pt idx="355">
                  <c:v>44040</c:v>
                </c:pt>
                <c:pt idx="356">
                  <c:v>44041</c:v>
                </c:pt>
                <c:pt idx="357">
                  <c:v>44042</c:v>
                </c:pt>
                <c:pt idx="358">
                  <c:v>44043</c:v>
                </c:pt>
                <c:pt idx="359">
                  <c:v>44046</c:v>
                </c:pt>
                <c:pt idx="360">
                  <c:v>44047</c:v>
                </c:pt>
                <c:pt idx="361">
                  <c:v>44048</c:v>
                </c:pt>
                <c:pt idx="362">
                  <c:v>44049</c:v>
                </c:pt>
                <c:pt idx="363">
                  <c:v>44050</c:v>
                </c:pt>
                <c:pt idx="364">
                  <c:v>44053</c:v>
                </c:pt>
                <c:pt idx="365">
                  <c:v>44054</c:v>
                </c:pt>
                <c:pt idx="366">
                  <c:v>44055</c:v>
                </c:pt>
                <c:pt idx="367">
                  <c:v>44056</c:v>
                </c:pt>
                <c:pt idx="368">
                  <c:v>44057</c:v>
                </c:pt>
                <c:pt idx="369">
                  <c:v>44060</c:v>
                </c:pt>
                <c:pt idx="370">
                  <c:v>44061</c:v>
                </c:pt>
                <c:pt idx="371">
                  <c:v>44062</c:v>
                </c:pt>
                <c:pt idx="372">
                  <c:v>44063</c:v>
                </c:pt>
                <c:pt idx="373">
                  <c:v>44064</c:v>
                </c:pt>
                <c:pt idx="374">
                  <c:v>44067</c:v>
                </c:pt>
                <c:pt idx="375">
                  <c:v>44068</c:v>
                </c:pt>
                <c:pt idx="376">
                  <c:v>44069</c:v>
                </c:pt>
                <c:pt idx="377">
                  <c:v>44070</c:v>
                </c:pt>
                <c:pt idx="378">
                  <c:v>44071</c:v>
                </c:pt>
                <c:pt idx="379">
                  <c:v>44074</c:v>
                </c:pt>
                <c:pt idx="380">
                  <c:v>44075</c:v>
                </c:pt>
                <c:pt idx="381">
                  <c:v>44076</c:v>
                </c:pt>
                <c:pt idx="382">
                  <c:v>44077</c:v>
                </c:pt>
                <c:pt idx="383">
                  <c:v>44078</c:v>
                </c:pt>
                <c:pt idx="384">
                  <c:v>44081</c:v>
                </c:pt>
                <c:pt idx="385">
                  <c:v>44082</c:v>
                </c:pt>
                <c:pt idx="386">
                  <c:v>44083</c:v>
                </c:pt>
                <c:pt idx="387">
                  <c:v>44084</c:v>
                </c:pt>
                <c:pt idx="388">
                  <c:v>44085</c:v>
                </c:pt>
                <c:pt idx="389">
                  <c:v>44088</c:v>
                </c:pt>
                <c:pt idx="390">
                  <c:v>44089</c:v>
                </c:pt>
                <c:pt idx="391">
                  <c:v>44090</c:v>
                </c:pt>
                <c:pt idx="392">
                  <c:v>44091</c:v>
                </c:pt>
                <c:pt idx="393">
                  <c:v>44092</c:v>
                </c:pt>
                <c:pt idx="394">
                  <c:v>44095</c:v>
                </c:pt>
                <c:pt idx="395">
                  <c:v>44096</c:v>
                </c:pt>
                <c:pt idx="396">
                  <c:v>44097</c:v>
                </c:pt>
                <c:pt idx="397">
                  <c:v>44098</c:v>
                </c:pt>
                <c:pt idx="398">
                  <c:v>44099</c:v>
                </c:pt>
                <c:pt idx="399">
                  <c:v>44102</c:v>
                </c:pt>
                <c:pt idx="400">
                  <c:v>44103</c:v>
                </c:pt>
                <c:pt idx="401">
                  <c:v>44104</c:v>
                </c:pt>
                <c:pt idx="402">
                  <c:v>44105</c:v>
                </c:pt>
                <c:pt idx="403">
                  <c:v>44109</c:v>
                </c:pt>
                <c:pt idx="404">
                  <c:v>44110</c:v>
                </c:pt>
                <c:pt idx="405">
                  <c:v>44111</c:v>
                </c:pt>
                <c:pt idx="406">
                  <c:v>44112</c:v>
                </c:pt>
                <c:pt idx="407">
                  <c:v>44113</c:v>
                </c:pt>
                <c:pt idx="408">
                  <c:v>44116</c:v>
                </c:pt>
                <c:pt idx="409">
                  <c:v>44117</c:v>
                </c:pt>
                <c:pt idx="410">
                  <c:v>44118</c:v>
                </c:pt>
                <c:pt idx="411">
                  <c:v>44119</c:v>
                </c:pt>
                <c:pt idx="412">
                  <c:v>44120</c:v>
                </c:pt>
                <c:pt idx="413">
                  <c:v>44123</c:v>
                </c:pt>
                <c:pt idx="414">
                  <c:v>44124</c:v>
                </c:pt>
                <c:pt idx="415">
                  <c:v>44126</c:v>
                </c:pt>
                <c:pt idx="416">
                  <c:v>44127</c:v>
                </c:pt>
                <c:pt idx="417">
                  <c:v>44130</c:v>
                </c:pt>
                <c:pt idx="418">
                  <c:v>44131</c:v>
                </c:pt>
                <c:pt idx="419">
                  <c:v>44132</c:v>
                </c:pt>
                <c:pt idx="420">
                  <c:v>44133</c:v>
                </c:pt>
                <c:pt idx="421">
                  <c:v>44134</c:v>
                </c:pt>
                <c:pt idx="422">
                  <c:v>44137</c:v>
                </c:pt>
                <c:pt idx="423">
                  <c:v>44138</c:v>
                </c:pt>
                <c:pt idx="424">
                  <c:v>44139</c:v>
                </c:pt>
                <c:pt idx="425">
                  <c:v>44140</c:v>
                </c:pt>
                <c:pt idx="426">
                  <c:v>44141</c:v>
                </c:pt>
                <c:pt idx="427">
                  <c:v>44144</c:v>
                </c:pt>
                <c:pt idx="428">
                  <c:v>44145</c:v>
                </c:pt>
                <c:pt idx="429">
                  <c:v>44146</c:v>
                </c:pt>
                <c:pt idx="430">
                  <c:v>44147</c:v>
                </c:pt>
                <c:pt idx="431">
                  <c:v>44148</c:v>
                </c:pt>
                <c:pt idx="432">
                  <c:v>44149</c:v>
                </c:pt>
                <c:pt idx="433">
                  <c:v>44153</c:v>
                </c:pt>
                <c:pt idx="434">
                  <c:v>44154</c:v>
                </c:pt>
                <c:pt idx="435">
                  <c:v>44155</c:v>
                </c:pt>
                <c:pt idx="436">
                  <c:v>44158</c:v>
                </c:pt>
                <c:pt idx="437">
                  <c:v>44159</c:v>
                </c:pt>
                <c:pt idx="438">
                  <c:v>44160</c:v>
                </c:pt>
                <c:pt idx="439">
                  <c:v>44161</c:v>
                </c:pt>
                <c:pt idx="440">
                  <c:v>44162</c:v>
                </c:pt>
                <c:pt idx="441">
                  <c:v>44166</c:v>
                </c:pt>
                <c:pt idx="442">
                  <c:v>44167</c:v>
                </c:pt>
                <c:pt idx="443">
                  <c:v>44169</c:v>
                </c:pt>
                <c:pt idx="444">
                  <c:v>44172</c:v>
                </c:pt>
                <c:pt idx="445">
                  <c:v>44173</c:v>
                </c:pt>
                <c:pt idx="446">
                  <c:v>44174</c:v>
                </c:pt>
                <c:pt idx="447">
                  <c:v>44175</c:v>
                </c:pt>
                <c:pt idx="448">
                  <c:v>44176</c:v>
                </c:pt>
                <c:pt idx="449">
                  <c:v>44179</c:v>
                </c:pt>
                <c:pt idx="450">
                  <c:v>44181</c:v>
                </c:pt>
                <c:pt idx="451">
                  <c:v>44182</c:v>
                </c:pt>
                <c:pt idx="452">
                  <c:v>44183</c:v>
                </c:pt>
                <c:pt idx="453">
                  <c:v>44186</c:v>
                </c:pt>
                <c:pt idx="454">
                  <c:v>44187</c:v>
                </c:pt>
                <c:pt idx="455">
                  <c:v>44188</c:v>
                </c:pt>
                <c:pt idx="456">
                  <c:v>44189</c:v>
                </c:pt>
                <c:pt idx="457">
                  <c:v>44193</c:v>
                </c:pt>
                <c:pt idx="458">
                  <c:v>44194</c:v>
                </c:pt>
                <c:pt idx="459">
                  <c:v>44195</c:v>
                </c:pt>
                <c:pt idx="460">
                  <c:v>44196</c:v>
                </c:pt>
                <c:pt idx="461">
                  <c:v>44197</c:v>
                </c:pt>
                <c:pt idx="462">
                  <c:v>44200</c:v>
                </c:pt>
                <c:pt idx="463">
                  <c:v>44201</c:v>
                </c:pt>
                <c:pt idx="464">
                  <c:v>44202</c:v>
                </c:pt>
                <c:pt idx="465">
                  <c:v>44203</c:v>
                </c:pt>
                <c:pt idx="466">
                  <c:v>44204</c:v>
                </c:pt>
                <c:pt idx="467">
                  <c:v>44207</c:v>
                </c:pt>
                <c:pt idx="468">
                  <c:v>44208</c:v>
                </c:pt>
                <c:pt idx="469">
                  <c:v>44209</c:v>
                </c:pt>
                <c:pt idx="470">
                  <c:v>44210</c:v>
                </c:pt>
                <c:pt idx="471">
                  <c:v>44211</c:v>
                </c:pt>
                <c:pt idx="472">
                  <c:v>44214</c:v>
                </c:pt>
                <c:pt idx="473">
                  <c:v>44215</c:v>
                </c:pt>
                <c:pt idx="474">
                  <c:v>44216</c:v>
                </c:pt>
                <c:pt idx="475">
                  <c:v>44217</c:v>
                </c:pt>
                <c:pt idx="476">
                  <c:v>44218</c:v>
                </c:pt>
                <c:pt idx="477">
                  <c:v>44221</c:v>
                </c:pt>
                <c:pt idx="478">
                  <c:v>44223</c:v>
                </c:pt>
                <c:pt idx="479">
                  <c:v>44224</c:v>
                </c:pt>
                <c:pt idx="480">
                  <c:v>44225</c:v>
                </c:pt>
                <c:pt idx="481">
                  <c:v>44228</c:v>
                </c:pt>
                <c:pt idx="482">
                  <c:v>44230</c:v>
                </c:pt>
                <c:pt idx="483">
                  <c:v>44231</c:v>
                </c:pt>
                <c:pt idx="484">
                  <c:v>44232</c:v>
                </c:pt>
                <c:pt idx="485">
                  <c:v>44235</c:v>
                </c:pt>
                <c:pt idx="486">
                  <c:v>44236</c:v>
                </c:pt>
                <c:pt idx="487">
                  <c:v>44237</c:v>
                </c:pt>
                <c:pt idx="488">
                  <c:v>44238</c:v>
                </c:pt>
                <c:pt idx="489">
                  <c:v>44239</c:v>
                </c:pt>
                <c:pt idx="490">
                  <c:v>44242</c:v>
                </c:pt>
                <c:pt idx="491">
                  <c:v>44243</c:v>
                </c:pt>
                <c:pt idx="492">
                  <c:v>44244</c:v>
                </c:pt>
                <c:pt idx="493">
                  <c:v>44245</c:v>
                </c:pt>
                <c:pt idx="494">
                  <c:v>44246</c:v>
                </c:pt>
                <c:pt idx="495">
                  <c:v>44249</c:v>
                </c:pt>
                <c:pt idx="496">
                  <c:v>44250</c:v>
                </c:pt>
                <c:pt idx="497">
                  <c:v>44251</c:v>
                </c:pt>
                <c:pt idx="498">
                  <c:v>44253</c:v>
                </c:pt>
                <c:pt idx="499">
                  <c:v>44256</c:v>
                </c:pt>
                <c:pt idx="500">
                  <c:v>44257</c:v>
                </c:pt>
                <c:pt idx="501">
                  <c:v>44258</c:v>
                </c:pt>
                <c:pt idx="502">
                  <c:v>44259</c:v>
                </c:pt>
                <c:pt idx="503">
                  <c:v>44260</c:v>
                </c:pt>
                <c:pt idx="504">
                  <c:v>44263</c:v>
                </c:pt>
                <c:pt idx="505">
                  <c:v>44264</c:v>
                </c:pt>
                <c:pt idx="506">
                  <c:v>44265</c:v>
                </c:pt>
                <c:pt idx="507">
                  <c:v>44267</c:v>
                </c:pt>
                <c:pt idx="508">
                  <c:v>44270</c:v>
                </c:pt>
                <c:pt idx="509">
                  <c:v>44271</c:v>
                </c:pt>
                <c:pt idx="510">
                  <c:v>44272</c:v>
                </c:pt>
                <c:pt idx="511">
                  <c:v>44274</c:v>
                </c:pt>
                <c:pt idx="512">
                  <c:v>44277</c:v>
                </c:pt>
                <c:pt idx="513">
                  <c:v>44278</c:v>
                </c:pt>
                <c:pt idx="514">
                  <c:v>44279</c:v>
                </c:pt>
                <c:pt idx="515">
                  <c:v>44280</c:v>
                </c:pt>
                <c:pt idx="516">
                  <c:v>44281</c:v>
                </c:pt>
                <c:pt idx="517">
                  <c:v>44285</c:v>
                </c:pt>
                <c:pt idx="518">
                  <c:v>44286</c:v>
                </c:pt>
                <c:pt idx="519">
                  <c:v>44287</c:v>
                </c:pt>
                <c:pt idx="520">
                  <c:v>44291</c:v>
                </c:pt>
                <c:pt idx="521">
                  <c:v>44292</c:v>
                </c:pt>
                <c:pt idx="522">
                  <c:v>44294</c:v>
                </c:pt>
                <c:pt idx="523">
                  <c:v>44295</c:v>
                </c:pt>
                <c:pt idx="524">
                  <c:v>44298</c:v>
                </c:pt>
                <c:pt idx="525">
                  <c:v>44301</c:v>
                </c:pt>
                <c:pt idx="526">
                  <c:v>44302</c:v>
                </c:pt>
                <c:pt idx="527">
                  <c:v>44305</c:v>
                </c:pt>
                <c:pt idx="528">
                  <c:v>44306</c:v>
                </c:pt>
                <c:pt idx="529">
                  <c:v>44308</c:v>
                </c:pt>
                <c:pt idx="530">
                  <c:v>44309</c:v>
                </c:pt>
                <c:pt idx="531">
                  <c:v>44314</c:v>
                </c:pt>
                <c:pt idx="532">
                  <c:v>44315</c:v>
                </c:pt>
                <c:pt idx="533">
                  <c:v>44316</c:v>
                </c:pt>
                <c:pt idx="534">
                  <c:v>44319</c:v>
                </c:pt>
                <c:pt idx="535">
                  <c:v>44321</c:v>
                </c:pt>
                <c:pt idx="536">
                  <c:v>44322</c:v>
                </c:pt>
                <c:pt idx="537">
                  <c:v>44323</c:v>
                </c:pt>
                <c:pt idx="538">
                  <c:v>44326</c:v>
                </c:pt>
                <c:pt idx="539">
                  <c:v>44327</c:v>
                </c:pt>
                <c:pt idx="540">
                  <c:v>44328</c:v>
                </c:pt>
                <c:pt idx="541">
                  <c:v>44330</c:v>
                </c:pt>
                <c:pt idx="542">
                  <c:v>44333</c:v>
                </c:pt>
                <c:pt idx="543">
                  <c:v>44334</c:v>
                </c:pt>
                <c:pt idx="544">
                  <c:v>44335</c:v>
                </c:pt>
                <c:pt idx="545">
                  <c:v>44336</c:v>
                </c:pt>
                <c:pt idx="546">
                  <c:v>44337</c:v>
                </c:pt>
                <c:pt idx="547">
                  <c:v>44340</c:v>
                </c:pt>
                <c:pt idx="548">
                  <c:v>44341</c:v>
                </c:pt>
                <c:pt idx="549">
                  <c:v>44342</c:v>
                </c:pt>
                <c:pt idx="550">
                  <c:v>44344</c:v>
                </c:pt>
                <c:pt idx="551">
                  <c:v>44347</c:v>
                </c:pt>
                <c:pt idx="552">
                  <c:v>44348</c:v>
                </c:pt>
                <c:pt idx="553">
                  <c:v>44349</c:v>
                </c:pt>
                <c:pt idx="554">
                  <c:v>44350</c:v>
                </c:pt>
                <c:pt idx="555">
                  <c:v>44351</c:v>
                </c:pt>
                <c:pt idx="556">
                  <c:v>44354</c:v>
                </c:pt>
                <c:pt idx="557">
                  <c:v>44355</c:v>
                </c:pt>
                <c:pt idx="558">
                  <c:v>44357</c:v>
                </c:pt>
                <c:pt idx="559">
                  <c:v>44358</c:v>
                </c:pt>
                <c:pt idx="560">
                  <c:v>44361</c:v>
                </c:pt>
                <c:pt idx="561">
                  <c:v>44362</c:v>
                </c:pt>
                <c:pt idx="562">
                  <c:v>44363</c:v>
                </c:pt>
                <c:pt idx="563">
                  <c:v>44364</c:v>
                </c:pt>
                <c:pt idx="564">
                  <c:v>44365</c:v>
                </c:pt>
                <c:pt idx="565">
                  <c:v>44368</c:v>
                </c:pt>
                <c:pt idx="566">
                  <c:v>44369</c:v>
                </c:pt>
                <c:pt idx="567">
                  <c:v>44370</c:v>
                </c:pt>
                <c:pt idx="568">
                  <c:v>44371</c:v>
                </c:pt>
                <c:pt idx="569">
                  <c:v>44372</c:v>
                </c:pt>
                <c:pt idx="570">
                  <c:v>44375</c:v>
                </c:pt>
                <c:pt idx="571">
                  <c:v>44376</c:v>
                </c:pt>
                <c:pt idx="572">
                  <c:v>44377</c:v>
                </c:pt>
                <c:pt idx="573">
                  <c:v>44378</c:v>
                </c:pt>
                <c:pt idx="574">
                  <c:v>44379</c:v>
                </c:pt>
                <c:pt idx="575">
                  <c:v>44382</c:v>
                </c:pt>
                <c:pt idx="576">
                  <c:v>44383</c:v>
                </c:pt>
                <c:pt idx="577">
                  <c:v>44384</c:v>
                </c:pt>
                <c:pt idx="578">
                  <c:v>44385</c:v>
                </c:pt>
                <c:pt idx="579">
                  <c:v>44386</c:v>
                </c:pt>
                <c:pt idx="580">
                  <c:v>44389</c:v>
                </c:pt>
                <c:pt idx="581">
                  <c:v>44390</c:v>
                </c:pt>
                <c:pt idx="582">
                  <c:v>44391</c:v>
                </c:pt>
                <c:pt idx="583">
                  <c:v>44392</c:v>
                </c:pt>
                <c:pt idx="584">
                  <c:v>44393</c:v>
                </c:pt>
                <c:pt idx="585">
                  <c:v>44396</c:v>
                </c:pt>
                <c:pt idx="586">
                  <c:v>44397</c:v>
                </c:pt>
                <c:pt idx="587">
                  <c:v>44399</c:v>
                </c:pt>
                <c:pt idx="588">
                  <c:v>44400</c:v>
                </c:pt>
                <c:pt idx="589">
                  <c:v>44403</c:v>
                </c:pt>
                <c:pt idx="590">
                  <c:v>44404</c:v>
                </c:pt>
                <c:pt idx="591">
                  <c:v>44405</c:v>
                </c:pt>
                <c:pt idx="592">
                  <c:v>44406</c:v>
                </c:pt>
                <c:pt idx="593">
                  <c:v>44410</c:v>
                </c:pt>
                <c:pt idx="594">
                  <c:v>44411</c:v>
                </c:pt>
                <c:pt idx="595">
                  <c:v>44412</c:v>
                </c:pt>
                <c:pt idx="596">
                  <c:v>44413</c:v>
                </c:pt>
                <c:pt idx="597">
                  <c:v>44414</c:v>
                </c:pt>
                <c:pt idx="598">
                  <c:v>44417</c:v>
                </c:pt>
                <c:pt idx="599">
                  <c:v>44418</c:v>
                </c:pt>
                <c:pt idx="600">
                  <c:v>44419</c:v>
                </c:pt>
                <c:pt idx="601">
                  <c:v>44420</c:v>
                </c:pt>
                <c:pt idx="602">
                  <c:v>44421</c:v>
                </c:pt>
                <c:pt idx="603">
                  <c:v>44424</c:v>
                </c:pt>
                <c:pt idx="604">
                  <c:v>44425</c:v>
                </c:pt>
                <c:pt idx="605">
                  <c:v>44426</c:v>
                </c:pt>
                <c:pt idx="606">
                  <c:v>44428</c:v>
                </c:pt>
                <c:pt idx="607">
                  <c:v>44431</c:v>
                </c:pt>
                <c:pt idx="608">
                  <c:v>44432</c:v>
                </c:pt>
                <c:pt idx="609">
                  <c:v>44433</c:v>
                </c:pt>
                <c:pt idx="610">
                  <c:v>44438</c:v>
                </c:pt>
                <c:pt idx="611">
                  <c:v>44440</c:v>
                </c:pt>
                <c:pt idx="612">
                  <c:v>44441</c:v>
                </c:pt>
                <c:pt idx="613">
                  <c:v>44442</c:v>
                </c:pt>
                <c:pt idx="614">
                  <c:v>44445</c:v>
                </c:pt>
                <c:pt idx="615">
                  <c:v>44446</c:v>
                </c:pt>
                <c:pt idx="616">
                  <c:v>44447</c:v>
                </c:pt>
                <c:pt idx="617">
                  <c:v>44448</c:v>
                </c:pt>
                <c:pt idx="618">
                  <c:v>44452</c:v>
                </c:pt>
                <c:pt idx="619">
                  <c:v>44453</c:v>
                </c:pt>
                <c:pt idx="620">
                  <c:v>44454</c:v>
                </c:pt>
                <c:pt idx="621">
                  <c:v>44455</c:v>
                </c:pt>
                <c:pt idx="622">
                  <c:v>44456</c:v>
                </c:pt>
                <c:pt idx="623">
                  <c:v>44461</c:v>
                </c:pt>
                <c:pt idx="624">
                  <c:v>44462</c:v>
                </c:pt>
                <c:pt idx="625">
                  <c:v>44463</c:v>
                </c:pt>
                <c:pt idx="626">
                  <c:v>44466</c:v>
                </c:pt>
                <c:pt idx="627">
                  <c:v>44467</c:v>
                </c:pt>
                <c:pt idx="628">
                  <c:v>44468</c:v>
                </c:pt>
                <c:pt idx="629">
                  <c:v>44469</c:v>
                </c:pt>
                <c:pt idx="630">
                  <c:v>44470</c:v>
                </c:pt>
                <c:pt idx="631">
                  <c:v>44473</c:v>
                </c:pt>
                <c:pt idx="632">
                  <c:v>44474</c:v>
                </c:pt>
                <c:pt idx="633">
                  <c:v>44475</c:v>
                </c:pt>
                <c:pt idx="634">
                  <c:v>44476</c:v>
                </c:pt>
                <c:pt idx="635">
                  <c:v>44477</c:v>
                </c:pt>
                <c:pt idx="636">
                  <c:v>44480</c:v>
                </c:pt>
                <c:pt idx="637">
                  <c:v>44481</c:v>
                </c:pt>
                <c:pt idx="638">
                  <c:v>44482</c:v>
                </c:pt>
                <c:pt idx="639">
                  <c:v>44483</c:v>
                </c:pt>
                <c:pt idx="640">
                  <c:v>44487</c:v>
                </c:pt>
                <c:pt idx="641">
                  <c:v>44488</c:v>
                </c:pt>
                <c:pt idx="642">
                  <c:v>44489</c:v>
                </c:pt>
                <c:pt idx="643">
                  <c:v>44490</c:v>
                </c:pt>
                <c:pt idx="644">
                  <c:v>44491</c:v>
                </c:pt>
                <c:pt idx="645">
                  <c:v>44495</c:v>
                </c:pt>
                <c:pt idx="646">
                  <c:v>44497</c:v>
                </c:pt>
                <c:pt idx="647">
                  <c:v>44498</c:v>
                </c:pt>
                <c:pt idx="648">
                  <c:v>44501</c:v>
                </c:pt>
                <c:pt idx="649">
                  <c:v>44502</c:v>
                </c:pt>
                <c:pt idx="650">
                  <c:v>44503</c:v>
                </c:pt>
                <c:pt idx="651">
                  <c:v>44504</c:v>
                </c:pt>
                <c:pt idx="652">
                  <c:v>44508</c:v>
                </c:pt>
                <c:pt idx="653">
                  <c:v>44509</c:v>
                </c:pt>
                <c:pt idx="654">
                  <c:v>44510</c:v>
                </c:pt>
                <c:pt idx="655">
                  <c:v>44511</c:v>
                </c:pt>
                <c:pt idx="656">
                  <c:v>44512</c:v>
                </c:pt>
                <c:pt idx="657">
                  <c:v>44517</c:v>
                </c:pt>
                <c:pt idx="658">
                  <c:v>44518</c:v>
                </c:pt>
                <c:pt idx="659">
                  <c:v>44522</c:v>
                </c:pt>
                <c:pt idx="660">
                  <c:v>44523</c:v>
                </c:pt>
                <c:pt idx="661">
                  <c:v>44524</c:v>
                </c:pt>
                <c:pt idx="662">
                  <c:v>44525</c:v>
                </c:pt>
                <c:pt idx="663">
                  <c:v>44526</c:v>
                </c:pt>
                <c:pt idx="664">
                  <c:v>44529</c:v>
                </c:pt>
                <c:pt idx="665">
                  <c:v>44530</c:v>
                </c:pt>
                <c:pt idx="666">
                  <c:v>44532</c:v>
                </c:pt>
                <c:pt idx="667">
                  <c:v>44533</c:v>
                </c:pt>
                <c:pt idx="668">
                  <c:v>44536</c:v>
                </c:pt>
                <c:pt idx="669">
                  <c:v>44537</c:v>
                </c:pt>
                <c:pt idx="670">
                  <c:v>44538</c:v>
                </c:pt>
                <c:pt idx="671">
                  <c:v>44539</c:v>
                </c:pt>
                <c:pt idx="672">
                  <c:v>44540</c:v>
                </c:pt>
                <c:pt idx="673">
                  <c:v>44543</c:v>
                </c:pt>
                <c:pt idx="674">
                  <c:v>44544</c:v>
                </c:pt>
                <c:pt idx="675">
                  <c:v>44545</c:v>
                </c:pt>
                <c:pt idx="676">
                  <c:v>44546</c:v>
                </c:pt>
                <c:pt idx="677">
                  <c:v>44547</c:v>
                </c:pt>
                <c:pt idx="678">
                  <c:v>44550</c:v>
                </c:pt>
                <c:pt idx="679">
                  <c:v>44552</c:v>
                </c:pt>
                <c:pt idx="680">
                  <c:v>44554</c:v>
                </c:pt>
                <c:pt idx="681">
                  <c:v>44557</c:v>
                </c:pt>
                <c:pt idx="682">
                  <c:v>44558</c:v>
                </c:pt>
                <c:pt idx="683">
                  <c:v>44559</c:v>
                </c:pt>
                <c:pt idx="684">
                  <c:v>44560</c:v>
                </c:pt>
                <c:pt idx="685">
                  <c:v>44561</c:v>
                </c:pt>
                <c:pt idx="686">
                  <c:v>44564</c:v>
                </c:pt>
                <c:pt idx="687">
                  <c:v>44565</c:v>
                </c:pt>
                <c:pt idx="688">
                  <c:v>44566</c:v>
                </c:pt>
                <c:pt idx="689">
                  <c:v>44567</c:v>
                </c:pt>
                <c:pt idx="690">
                  <c:v>44568</c:v>
                </c:pt>
                <c:pt idx="691">
                  <c:v>44571</c:v>
                </c:pt>
                <c:pt idx="692">
                  <c:v>44572</c:v>
                </c:pt>
                <c:pt idx="693">
                  <c:v>44573</c:v>
                </c:pt>
                <c:pt idx="694">
                  <c:v>44574</c:v>
                </c:pt>
                <c:pt idx="695">
                  <c:v>44575</c:v>
                </c:pt>
                <c:pt idx="696">
                  <c:v>44578</c:v>
                </c:pt>
                <c:pt idx="697">
                  <c:v>44579</c:v>
                </c:pt>
                <c:pt idx="698">
                  <c:v>44580</c:v>
                </c:pt>
                <c:pt idx="699">
                  <c:v>44581</c:v>
                </c:pt>
                <c:pt idx="700">
                  <c:v>44582</c:v>
                </c:pt>
                <c:pt idx="701">
                  <c:v>44585</c:v>
                </c:pt>
                <c:pt idx="702">
                  <c:v>44588</c:v>
                </c:pt>
                <c:pt idx="703">
                  <c:v>44589</c:v>
                </c:pt>
                <c:pt idx="704">
                  <c:v>44592</c:v>
                </c:pt>
                <c:pt idx="705">
                  <c:v>44593</c:v>
                </c:pt>
                <c:pt idx="706">
                  <c:v>44594</c:v>
                </c:pt>
                <c:pt idx="707">
                  <c:v>44595</c:v>
                </c:pt>
                <c:pt idx="708">
                  <c:v>44596</c:v>
                </c:pt>
                <c:pt idx="709">
                  <c:v>44600</c:v>
                </c:pt>
                <c:pt idx="710">
                  <c:v>44601</c:v>
                </c:pt>
                <c:pt idx="711">
                  <c:v>44602</c:v>
                </c:pt>
                <c:pt idx="712">
                  <c:v>44603</c:v>
                </c:pt>
                <c:pt idx="713">
                  <c:v>44606</c:v>
                </c:pt>
                <c:pt idx="714">
                  <c:v>44607</c:v>
                </c:pt>
                <c:pt idx="715">
                  <c:v>44608</c:v>
                </c:pt>
                <c:pt idx="716">
                  <c:v>44609</c:v>
                </c:pt>
                <c:pt idx="717">
                  <c:v>44610</c:v>
                </c:pt>
                <c:pt idx="718">
                  <c:v>44613</c:v>
                </c:pt>
                <c:pt idx="719">
                  <c:v>44614</c:v>
                </c:pt>
                <c:pt idx="720">
                  <c:v>44615</c:v>
                </c:pt>
                <c:pt idx="721">
                  <c:v>44616</c:v>
                </c:pt>
                <c:pt idx="722">
                  <c:v>44617</c:v>
                </c:pt>
                <c:pt idx="723">
                  <c:v>44622</c:v>
                </c:pt>
                <c:pt idx="724">
                  <c:v>44623</c:v>
                </c:pt>
                <c:pt idx="725">
                  <c:v>44624</c:v>
                </c:pt>
                <c:pt idx="726">
                  <c:v>44627</c:v>
                </c:pt>
                <c:pt idx="727">
                  <c:v>44628</c:v>
                </c:pt>
                <c:pt idx="728">
                  <c:v>44629</c:v>
                </c:pt>
                <c:pt idx="729">
                  <c:v>44630</c:v>
                </c:pt>
                <c:pt idx="730">
                  <c:v>44631</c:v>
                </c:pt>
                <c:pt idx="731">
                  <c:v>44634</c:v>
                </c:pt>
                <c:pt idx="732">
                  <c:v>44635</c:v>
                </c:pt>
                <c:pt idx="733">
                  <c:v>44636</c:v>
                </c:pt>
                <c:pt idx="734">
                  <c:v>44637</c:v>
                </c:pt>
                <c:pt idx="735">
                  <c:v>44642</c:v>
                </c:pt>
                <c:pt idx="736">
                  <c:v>44643</c:v>
                </c:pt>
                <c:pt idx="737">
                  <c:v>44644</c:v>
                </c:pt>
                <c:pt idx="738">
                  <c:v>44645</c:v>
                </c:pt>
                <c:pt idx="739">
                  <c:v>44648</c:v>
                </c:pt>
                <c:pt idx="740">
                  <c:v>44649</c:v>
                </c:pt>
                <c:pt idx="741">
                  <c:v>44650</c:v>
                </c:pt>
                <c:pt idx="742">
                  <c:v>44651</c:v>
                </c:pt>
                <c:pt idx="743">
                  <c:v>44652</c:v>
                </c:pt>
                <c:pt idx="744">
                  <c:v>44655</c:v>
                </c:pt>
                <c:pt idx="745">
                  <c:v>44657</c:v>
                </c:pt>
                <c:pt idx="746">
                  <c:v>44658</c:v>
                </c:pt>
                <c:pt idx="747">
                  <c:v>44659</c:v>
                </c:pt>
                <c:pt idx="748">
                  <c:v>44662</c:v>
                </c:pt>
                <c:pt idx="749">
                  <c:v>44663</c:v>
                </c:pt>
                <c:pt idx="750">
                  <c:v>44664</c:v>
                </c:pt>
                <c:pt idx="751">
                  <c:v>44669</c:v>
                </c:pt>
                <c:pt idx="752">
                  <c:v>44672</c:v>
                </c:pt>
                <c:pt idx="753">
                  <c:v>44673</c:v>
                </c:pt>
                <c:pt idx="754">
                  <c:v>44676</c:v>
                </c:pt>
                <c:pt idx="755">
                  <c:v>44677</c:v>
                </c:pt>
                <c:pt idx="756">
                  <c:v>44678</c:v>
                </c:pt>
                <c:pt idx="757">
                  <c:v>44679</c:v>
                </c:pt>
                <c:pt idx="758">
                  <c:v>44680</c:v>
                </c:pt>
                <c:pt idx="759">
                  <c:v>44683</c:v>
                </c:pt>
                <c:pt idx="760">
                  <c:v>44685</c:v>
                </c:pt>
                <c:pt idx="761">
                  <c:v>44686</c:v>
                </c:pt>
                <c:pt idx="762">
                  <c:v>44687</c:v>
                </c:pt>
                <c:pt idx="763">
                  <c:v>44691</c:v>
                </c:pt>
                <c:pt idx="764">
                  <c:v>44692</c:v>
                </c:pt>
                <c:pt idx="765">
                  <c:v>44693</c:v>
                </c:pt>
                <c:pt idx="766">
                  <c:v>44694</c:v>
                </c:pt>
                <c:pt idx="767">
                  <c:v>44697</c:v>
                </c:pt>
                <c:pt idx="768">
                  <c:v>44698</c:v>
                </c:pt>
                <c:pt idx="769">
                  <c:v>44699</c:v>
                </c:pt>
                <c:pt idx="770">
                  <c:v>44700</c:v>
                </c:pt>
                <c:pt idx="771">
                  <c:v>44704</c:v>
                </c:pt>
                <c:pt idx="772">
                  <c:v>44705</c:v>
                </c:pt>
                <c:pt idx="773">
                  <c:v>44706</c:v>
                </c:pt>
                <c:pt idx="774">
                  <c:v>44707</c:v>
                </c:pt>
                <c:pt idx="775">
                  <c:v>44708</c:v>
                </c:pt>
                <c:pt idx="776">
                  <c:v>44711</c:v>
                </c:pt>
                <c:pt idx="777">
                  <c:v>44712</c:v>
                </c:pt>
                <c:pt idx="778">
                  <c:v>44713</c:v>
                </c:pt>
                <c:pt idx="779">
                  <c:v>44714</c:v>
                </c:pt>
                <c:pt idx="780">
                  <c:v>44715</c:v>
                </c:pt>
                <c:pt idx="781">
                  <c:v>44718</c:v>
                </c:pt>
                <c:pt idx="782">
                  <c:v>44719</c:v>
                </c:pt>
                <c:pt idx="783">
                  <c:v>44720</c:v>
                </c:pt>
                <c:pt idx="784">
                  <c:v>44721</c:v>
                </c:pt>
                <c:pt idx="785">
                  <c:v>44722</c:v>
                </c:pt>
                <c:pt idx="786">
                  <c:v>44725</c:v>
                </c:pt>
                <c:pt idx="787">
                  <c:v>44726</c:v>
                </c:pt>
                <c:pt idx="788">
                  <c:v>44727</c:v>
                </c:pt>
                <c:pt idx="789">
                  <c:v>44728</c:v>
                </c:pt>
                <c:pt idx="790">
                  <c:v>44729</c:v>
                </c:pt>
                <c:pt idx="791">
                  <c:v>44732</c:v>
                </c:pt>
                <c:pt idx="792">
                  <c:v>44733</c:v>
                </c:pt>
                <c:pt idx="793">
                  <c:v>44734</c:v>
                </c:pt>
                <c:pt idx="794">
                  <c:v>44735</c:v>
                </c:pt>
                <c:pt idx="795">
                  <c:v>44736</c:v>
                </c:pt>
                <c:pt idx="796">
                  <c:v>44739</c:v>
                </c:pt>
                <c:pt idx="797">
                  <c:v>44740</c:v>
                </c:pt>
                <c:pt idx="798">
                  <c:v>44741</c:v>
                </c:pt>
                <c:pt idx="799">
                  <c:v>44742</c:v>
                </c:pt>
                <c:pt idx="800">
                  <c:v>44743</c:v>
                </c:pt>
                <c:pt idx="801">
                  <c:v>44746</c:v>
                </c:pt>
                <c:pt idx="802">
                  <c:v>44747</c:v>
                </c:pt>
                <c:pt idx="803">
                  <c:v>44748</c:v>
                </c:pt>
                <c:pt idx="804">
                  <c:v>44749</c:v>
                </c:pt>
                <c:pt idx="805">
                  <c:v>44750</c:v>
                </c:pt>
                <c:pt idx="806">
                  <c:v>44753</c:v>
                </c:pt>
                <c:pt idx="807">
                  <c:v>44754</c:v>
                </c:pt>
                <c:pt idx="808">
                  <c:v>44755</c:v>
                </c:pt>
                <c:pt idx="809">
                  <c:v>44756</c:v>
                </c:pt>
                <c:pt idx="810">
                  <c:v>44757</c:v>
                </c:pt>
                <c:pt idx="811">
                  <c:v>44761</c:v>
                </c:pt>
                <c:pt idx="812">
                  <c:v>44762</c:v>
                </c:pt>
                <c:pt idx="813">
                  <c:v>44763</c:v>
                </c:pt>
                <c:pt idx="814">
                  <c:v>44764</c:v>
                </c:pt>
                <c:pt idx="815">
                  <c:v>44767</c:v>
                </c:pt>
                <c:pt idx="816">
                  <c:v>44768</c:v>
                </c:pt>
                <c:pt idx="817">
                  <c:v>44769</c:v>
                </c:pt>
                <c:pt idx="818">
                  <c:v>44770</c:v>
                </c:pt>
                <c:pt idx="819">
                  <c:v>44771</c:v>
                </c:pt>
                <c:pt idx="820">
                  <c:v>44774</c:v>
                </c:pt>
                <c:pt idx="821">
                  <c:v>44775</c:v>
                </c:pt>
                <c:pt idx="822">
                  <c:v>44776</c:v>
                </c:pt>
                <c:pt idx="823">
                  <c:v>44777</c:v>
                </c:pt>
                <c:pt idx="824">
                  <c:v>44778</c:v>
                </c:pt>
                <c:pt idx="825">
                  <c:v>44781</c:v>
                </c:pt>
                <c:pt idx="826">
                  <c:v>44783</c:v>
                </c:pt>
                <c:pt idx="827">
                  <c:v>44785</c:v>
                </c:pt>
                <c:pt idx="828">
                  <c:v>44789</c:v>
                </c:pt>
                <c:pt idx="829">
                  <c:v>44790</c:v>
                </c:pt>
                <c:pt idx="830">
                  <c:v>44795</c:v>
                </c:pt>
                <c:pt idx="831">
                  <c:v>44796</c:v>
                </c:pt>
                <c:pt idx="832">
                  <c:v>44797</c:v>
                </c:pt>
                <c:pt idx="833">
                  <c:v>44798</c:v>
                </c:pt>
                <c:pt idx="834">
                  <c:v>44799</c:v>
                </c:pt>
                <c:pt idx="835">
                  <c:v>44802</c:v>
                </c:pt>
                <c:pt idx="836">
                  <c:v>44803</c:v>
                </c:pt>
                <c:pt idx="837">
                  <c:v>44805</c:v>
                </c:pt>
                <c:pt idx="838">
                  <c:v>44806</c:v>
                </c:pt>
                <c:pt idx="839">
                  <c:v>44809</c:v>
                </c:pt>
                <c:pt idx="840">
                  <c:v>44811</c:v>
                </c:pt>
                <c:pt idx="841">
                  <c:v>44812</c:v>
                </c:pt>
                <c:pt idx="842">
                  <c:v>44813</c:v>
                </c:pt>
                <c:pt idx="843">
                  <c:v>44816</c:v>
                </c:pt>
                <c:pt idx="844">
                  <c:v>44817</c:v>
                </c:pt>
                <c:pt idx="845">
                  <c:v>44818</c:v>
                </c:pt>
                <c:pt idx="846">
                  <c:v>44819</c:v>
                </c:pt>
                <c:pt idx="847">
                  <c:v>44820</c:v>
                </c:pt>
                <c:pt idx="848">
                  <c:v>44823</c:v>
                </c:pt>
                <c:pt idx="849">
                  <c:v>44824</c:v>
                </c:pt>
                <c:pt idx="850">
                  <c:v>44825</c:v>
                </c:pt>
                <c:pt idx="851">
                  <c:v>44826</c:v>
                </c:pt>
                <c:pt idx="852">
                  <c:v>44827</c:v>
                </c:pt>
                <c:pt idx="853">
                  <c:v>44830</c:v>
                </c:pt>
                <c:pt idx="854">
                  <c:v>44831</c:v>
                </c:pt>
                <c:pt idx="855">
                  <c:v>44832</c:v>
                </c:pt>
                <c:pt idx="856">
                  <c:v>44833</c:v>
                </c:pt>
                <c:pt idx="857">
                  <c:v>44834</c:v>
                </c:pt>
                <c:pt idx="858">
                  <c:v>44837</c:v>
                </c:pt>
                <c:pt idx="859">
                  <c:v>44838</c:v>
                </c:pt>
                <c:pt idx="860">
                  <c:v>44840</c:v>
                </c:pt>
                <c:pt idx="861">
                  <c:v>44841</c:v>
                </c:pt>
                <c:pt idx="862">
                  <c:v>44844</c:v>
                </c:pt>
                <c:pt idx="863">
                  <c:v>44846</c:v>
                </c:pt>
                <c:pt idx="864">
                  <c:v>44847</c:v>
                </c:pt>
                <c:pt idx="865">
                  <c:v>44848</c:v>
                </c:pt>
                <c:pt idx="866">
                  <c:v>44851</c:v>
                </c:pt>
                <c:pt idx="867">
                  <c:v>44852</c:v>
                </c:pt>
                <c:pt idx="868">
                  <c:v>44853</c:v>
                </c:pt>
                <c:pt idx="869">
                  <c:v>44854</c:v>
                </c:pt>
                <c:pt idx="870">
                  <c:v>44855</c:v>
                </c:pt>
                <c:pt idx="871">
                  <c:v>44858</c:v>
                </c:pt>
                <c:pt idx="872">
                  <c:v>44859</c:v>
                </c:pt>
                <c:pt idx="873">
                  <c:v>44861</c:v>
                </c:pt>
                <c:pt idx="874">
                  <c:v>44865</c:v>
                </c:pt>
                <c:pt idx="875">
                  <c:v>44867</c:v>
                </c:pt>
                <c:pt idx="876">
                  <c:v>44868</c:v>
                </c:pt>
                <c:pt idx="877">
                  <c:v>44869</c:v>
                </c:pt>
                <c:pt idx="878">
                  <c:v>44872</c:v>
                </c:pt>
                <c:pt idx="879">
                  <c:v>44874</c:v>
                </c:pt>
                <c:pt idx="880">
                  <c:v>44875</c:v>
                </c:pt>
                <c:pt idx="881">
                  <c:v>44876</c:v>
                </c:pt>
                <c:pt idx="882">
                  <c:v>44879</c:v>
                </c:pt>
                <c:pt idx="883">
                  <c:v>44881</c:v>
                </c:pt>
                <c:pt idx="884">
                  <c:v>44882</c:v>
                </c:pt>
                <c:pt idx="885">
                  <c:v>44883</c:v>
                </c:pt>
                <c:pt idx="886">
                  <c:v>44886</c:v>
                </c:pt>
                <c:pt idx="887">
                  <c:v>44887</c:v>
                </c:pt>
                <c:pt idx="888">
                  <c:v>44888</c:v>
                </c:pt>
                <c:pt idx="889">
                  <c:v>44889</c:v>
                </c:pt>
                <c:pt idx="890">
                  <c:v>44890</c:v>
                </c:pt>
                <c:pt idx="891">
                  <c:v>44893</c:v>
                </c:pt>
                <c:pt idx="892">
                  <c:v>44894</c:v>
                </c:pt>
                <c:pt idx="893">
                  <c:v>44895</c:v>
                </c:pt>
                <c:pt idx="894">
                  <c:v>44896</c:v>
                </c:pt>
                <c:pt idx="895">
                  <c:v>44897</c:v>
                </c:pt>
                <c:pt idx="896">
                  <c:v>44900</c:v>
                </c:pt>
                <c:pt idx="897">
                  <c:v>44901</c:v>
                </c:pt>
                <c:pt idx="898">
                  <c:v>44902</c:v>
                </c:pt>
                <c:pt idx="899">
                  <c:v>44903</c:v>
                </c:pt>
                <c:pt idx="900">
                  <c:v>44904</c:v>
                </c:pt>
                <c:pt idx="901">
                  <c:v>44907</c:v>
                </c:pt>
                <c:pt idx="902">
                  <c:v>44908</c:v>
                </c:pt>
                <c:pt idx="903">
                  <c:v>44909</c:v>
                </c:pt>
                <c:pt idx="904">
                  <c:v>44910</c:v>
                </c:pt>
                <c:pt idx="905">
                  <c:v>44911</c:v>
                </c:pt>
                <c:pt idx="906">
                  <c:v>44914</c:v>
                </c:pt>
                <c:pt idx="907">
                  <c:v>44915</c:v>
                </c:pt>
                <c:pt idx="908">
                  <c:v>44916</c:v>
                </c:pt>
                <c:pt idx="909">
                  <c:v>44917</c:v>
                </c:pt>
                <c:pt idx="910">
                  <c:v>44918</c:v>
                </c:pt>
                <c:pt idx="911">
                  <c:v>44921</c:v>
                </c:pt>
                <c:pt idx="912">
                  <c:v>44922</c:v>
                </c:pt>
                <c:pt idx="913">
                  <c:v>44923</c:v>
                </c:pt>
                <c:pt idx="914">
                  <c:v>44924</c:v>
                </c:pt>
                <c:pt idx="915">
                  <c:v>44925</c:v>
                </c:pt>
                <c:pt idx="916">
                  <c:v>44928</c:v>
                </c:pt>
                <c:pt idx="917">
                  <c:v>44929</c:v>
                </c:pt>
                <c:pt idx="918">
                  <c:v>44930</c:v>
                </c:pt>
                <c:pt idx="919">
                  <c:v>44931</c:v>
                </c:pt>
                <c:pt idx="920">
                  <c:v>44932</c:v>
                </c:pt>
                <c:pt idx="921">
                  <c:v>44935</c:v>
                </c:pt>
                <c:pt idx="922">
                  <c:v>44936</c:v>
                </c:pt>
                <c:pt idx="923">
                  <c:v>44937</c:v>
                </c:pt>
                <c:pt idx="924">
                  <c:v>44938</c:v>
                </c:pt>
                <c:pt idx="925">
                  <c:v>44939</c:v>
                </c:pt>
                <c:pt idx="926">
                  <c:v>44942</c:v>
                </c:pt>
                <c:pt idx="927">
                  <c:v>44943</c:v>
                </c:pt>
                <c:pt idx="928">
                  <c:v>44944</c:v>
                </c:pt>
                <c:pt idx="929">
                  <c:v>44945</c:v>
                </c:pt>
                <c:pt idx="930">
                  <c:v>44949</c:v>
                </c:pt>
                <c:pt idx="931">
                  <c:v>44950</c:v>
                </c:pt>
                <c:pt idx="932">
                  <c:v>44951</c:v>
                </c:pt>
                <c:pt idx="933">
                  <c:v>44953</c:v>
                </c:pt>
                <c:pt idx="934">
                  <c:v>44956</c:v>
                </c:pt>
                <c:pt idx="935">
                  <c:v>44957</c:v>
                </c:pt>
                <c:pt idx="936">
                  <c:v>44958</c:v>
                </c:pt>
                <c:pt idx="937">
                  <c:v>44959</c:v>
                </c:pt>
                <c:pt idx="938">
                  <c:v>44960</c:v>
                </c:pt>
                <c:pt idx="939">
                  <c:v>44963</c:v>
                </c:pt>
                <c:pt idx="940">
                  <c:v>44964</c:v>
                </c:pt>
                <c:pt idx="941">
                  <c:v>44965</c:v>
                </c:pt>
                <c:pt idx="942">
                  <c:v>44966</c:v>
                </c:pt>
                <c:pt idx="943">
                  <c:v>44967</c:v>
                </c:pt>
                <c:pt idx="944">
                  <c:v>44970</c:v>
                </c:pt>
                <c:pt idx="945">
                  <c:v>44971</c:v>
                </c:pt>
                <c:pt idx="946">
                  <c:v>44972</c:v>
                </c:pt>
                <c:pt idx="947">
                  <c:v>44973</c:v>
                </c:pt>
                <c:pt idx="948">
                  <c:v>44974</c:v>
                </c:pt>
                <c:pt idx="949">
                  <c:v>44977</c:v>
                </c:pt>
                <c:pt idx="950">
                  <c:v>44978</c:v>
                </c:pt>
                <c:pt idx="951">
                  <c:v>44979</c:v>
                </c:pt>
                <c:pt idx="952">
                  <c:v>44980</c:v>
                </c:pt>
                <c:pt idx="953">
                  <c:v>44981</c:v>
                </c:pt>
                <c:pt idx="954">
                  <c:v>44984</c:v>
                </c:pt>
                <c:pt idx="955">
                  <c:v>44985</c:v>
                </c:pt>
                <c:pt idx="956">
                  <c:v>44987</c:v>
                </c:pt>
                <c:pt idx="957">
                  <c:v>44988</c:v>
                </c:pt>
                <c:pt idx="958">
                  <c:v>44991</c:v>
                </c:pt>
                <c:pt idx="959">
                  <c:v>44993</c:v>
                </c:pt>
                <c:pt idx="960">
                  <c:v>44994</c:v>
                </c:pt>
                <c:pt idx="961">
                  <c:v>44995</c:v>
                </c:pt>
                <c:pt idx="962">
                  <c:v>44998</c:v>
                </c:pt>
                <c:pt idx="963">
                  <c:v>44999</c:v>
                </c:pt>
                <c:pt idx="964">
                  <c:v>45000</c:v>
                </c:pt>
                <c:pt idx="965">
                  <c:v>45001</c:v>
                </c:pt>
                <c:pt idx="966">
                  <c:v>45005</c:v>
                </c:pt>
                <c:pt idx="967">
                  <c:v>45006</c:v>
                </c:pt>
                <c:pt idx="968">
                  <c:v>45007</c:v>
                </c:pt>
                <c:pt idx="969">
                  <c:v>45008</c:v>
                </c:pt>
                <c:pt idx="970">
                  <c:v>45009</c:v>
                </c:pt>
                <c:pt idx="971">
                  <c:v>45013</c:v>
                </c:pt>
                <c:pt idx="972">
                  <c:v>45014</c:v>
                </c:pt>
                <c:pt idx="973">
                  <c:v>45019</c:v>
                </c:pt>
                <c:pt idx="974">
                  <c:v>45021</c:v>
                </c:pt>
                <c:pt idx="975">
                  <c:v>45026</c:v>
                </c:pt>
                <c:pt idx="976">
                  <c:v>45027</c:v>
                </c:pt>
                <c:pt idx="977">
                  <c:v>45028</c:v>
                </c:pt>
                <c:pt idx="978">
                  <c:v>45029</c:v>
                </c:pt>
                <c:pt idx="979">
                  <c:v>45034</c:v>
                </c:pt>
                <c:pt idx="980">
                  <c:v>45035</c:v>
                </c:pt>
                <c:pt idx="981">
                  <c:v>45036</c:v>
                </c:pt>
                <c:pt idx="982">
                  <c:v>45037</c:v>
                </c:pt>
                <c:pt idx="983">
                  <c:v>45040</c:v>
                </c:pt>
                <c:pt idx="984">
                  <c:v>45041</c:v>
                </c:pt>
                <c:pt idx="985">
                  <c:v>45042</c:v>
                </c:pt>
                <c:pt idx="986">
                  <c:v>45043</c:v>
                </c:pt>
                <c:pt idx="987">
                  <c:v>45044</c:v>
                </c:pt>
                <c:pt idx="988">
                  <c:v>45048</c:v>
                </c:pt>
                <c:pt idx="989">
                  <c:v>45050</c:v>
                </c:pt>
                <c:pt idx="990">
                  <c:v>45051</c:v>
                </c:pt>
                <c:pt idx="991">
                  <c:v>45054</c:v>
                </c:pt>
                <c:pt idx="992">
                  <c:v>45056</c:v>
                </c:pt>
                <c:pt idx="993">
                  <c:v>45057</c:v>
                </c:pt>
                <c:pt idx="994">
                  <c:v>45058</c:v>
                </c:pt>
                <c:pt idx="995">
                  <c:v>45061</c:v>
                </c:pt>
                <c:pt idx="996">
                  <c:v>45062</c:v>
                </c:pt>
                <c:pt idx="997">
                  <c:v>45063</c:v>
                </c:pt>
                <c:pt idx="998">
                  <c:v>45064</c:v>
                </c:pt>
                <c:pt idx="999">
                  <c:v>45065</c:v>
                </c:pt>
                <c:pt idx="1000">
                  <c:v>45068</c:v>
                </c:pt>
                <c:pt idx="1001">
                  <c:v>45069</c:v>
                </c:pt>
                <c:pt idx="1002">
                  <c:v>45070</c:v>
                </c:pt>
                <c:pt idx="1003">
                  <c:v>45071</c:v>
                </c:pt>
                <c:pt idx="1004">
                  <c:v>45072</c:v>
                </c:pt>
                <c:pt idx="1005">
                  <c:v>45075</c:v>
                </c:pt>
                <c:pt idx="1006">
                  <c:v>45076</c:v>
                </c:pt>
                <c:pt idx="1007">
                  <c:v>45077</c:v>
                </c:pt>
                <c:pt idx="1008">
                  <c:v>45078</c:v>
                </c:pt>
                <c:pt idx="1009">
                  <c:v>45079</c:v>
                </c:pt>
                <c:pt idx="1010">
                  <c:v>45082</c:v>
                </c:pt>
                <c:pt idx="1011">
                  <c:v>45083</c:v>
                </c:pt>
                <c:pt idx="1012">
                  <c:v>45084</c:v>
                </c:pt>
                <c:pt idx="1013">
                  <c:v>45085</c:v>
                </c:pt>
                <c:pt idx="1014">
                  <c:v>45086</c:v>
                </c:pt>
                <c:pt idx="1015">
                  <c:v>45090</c:v>
                </c:pt>
                <c:pt idx="1016">
                  <c:v>45091</c:v>
                </c:pt>
                <c:pt idx="1017">
                  <c:v>45092</c:v>
                </c:pt>
                <c:pt idx="1018">
                  <c:v>45093</c:v>
                </c:pt>
                <c:pt idx="1019">
                  <c:v>45096</c:v>
                </c:pt>
                <c:pt idx="1020">
                  <c:v>45097</c:v>
                </c:pt>
                <c:pt idx="1021">
                  <c:v>45098</c:v>
                </c:pt>
                <c:pt idx="1022">
                  <c:v>45099</c:v>
                </c:pt>
                <c:pt idx="1023">
                  <c:v>45100</c:v>
                </c:pt>
                <c:pt idx="1024">
                  <c:v>45103</c:v>
                </c:pt>
                <c:pt idx="1025">
                  <c:v>45104</c:v>
                </c:pt>
                <c:pt idx="1026">
                  <c:v>45110</c:v>
                </c:pt>
                <c:pt idx="1027">
                  <c:v>45111</c:v>
                </c:pt>
                <c:pt idx="1028">
                  <c:v>45112</c:v>
                </c:pt>
                <c:pt idx="1029">
                  <c:v>45113</c:v>
                </c:pt>
                <c:pt idx="1030">
                  <c:v>45114</c:v>
                </c:pt>
                <c:pt idx="1031">
                  <c:v>45117</c:v>
                </c:pt>
                <c:pt idx="1032">
                  <c:v>45118</c:v>
                </c:pt>
                <c:pt idx="1033">
                  <c:v>45119</c:v>
                </c:pt>
                <c:pt idx="1034">
                  <c:v>45120</c:v>
                </c:pt>
                <c:pt idx="1035">
                  <c:v>45121</c:v>
                </c:pt>
                <c:pt idx="1036">
                  <c:v>45124</c:v>
                </c:pt>
                <c:pt idx="1037">
                  <c:v>45125</c:v>
                </c:pt>
                <c:pt idx="1038">
                  <c:v>45126</c:v>
                </c:pt>
                <c:pt idx="1039">
                  <c:v>45127</c:v>
                </c:pt>
                <c:pt idx="1040">
                  <c:v>45128</c:v>
                </c:pt>
                <c:pt idx="1041">
                  <c:v>45131</c:v>
                </c:pt>
                <c:pt idx="1042">
                  <c:v>45132</c:v>
                </c:pt>
                <c:pt idx="1043">
                  <c:v>45133</c:v>
                </c:pt>
                <c:pt idx="1044">
                  <c:v>45134</c:v>
                </c:pt>
                <c:pt idx="1045">
                  <c:v>45135</c:v>
                </c:pt>
                <c:pt idx="1046">
                  <c:v>45138</c:v>
                </c:pt>
                <c:pt idx="1047">
                  <c:v>45139</c:v>
                </c:pt>
                <c:pt idx="1048">
                  <c:v>45140</c:v>
                </c:pt>
                <c:pt idx="1049">
                  <c:v>45141</c:v>
                </c:pt>
                <c:pt idx="1050">
                  <c:v>45142</c:v>
                </c:pt>
                <c:pt idx="1051">
                  <c:v>45145</c:v>
                </c:pt>
                <c:pt idx="1052">
                  <c:v>45146</c:v>
                </c:pt>
                <c:pt idx="1053">
                  <c:v>45147</c:v>
                </c:pt>
                <c:pt idx="1054">
                  <c:v>45148</c:v>
                </c:pt>
                <c:pt idx="1055">
                  <c:v>45149</c:v>
                </c:pt>
                <c:pt idx="1056">
                  <c:v>45155</c:v>
                </c:pt>
                <c:pt idx="1057">
                  <c:v>45156</c:v>
                </c:pt>
                <c:pt idx="1058">
                  <c:v>45159</c:v>
                </c:pt>
                <c:pt idx="1059">
                  <c:v>45160</c:v>
                </c:pt>
                <c:pt idx="1060">
                  <c:v>45161</c:v>
                </c:pt>
                <c:pt idx="1061">
                  <c:v>45162</c:v>
                </c:pt>
                <c:pt idx="1062">
                  <c:v>45163</c:v>
                </c:pt>
                <c:pt idx="1063">
                  <c:v>45166</c:v>
                </c:pt>
                <c:pt idx="1064">
                  <c:v>45167</c:v>
                </c:pt>
                <c:pt idx="1065">
                  <c:v>45168</c:v>
                </c:pt>
                <c:pt idx="1066">
                  <c:v>45169</c:v>
                </c:pt>
                <c:pt idx="1067">
                  <c:v>45170</c:v>
                </c:pt>
                <c:pt idx="1068">
                  <c:v>45173</c:v>
                </c:pt>
                <c:pt idx="1069">
                  <c:v>45174</c:v>
                </c:pt>
                <c:pt idx="1070">
                  <c:v>45175</c:v>
                </c:pt>
                <c:pt idx="1071">
                  <c:v>45176</c:v>
                </c:pt>
                <c:pt idx="1072">
                  <c:v>45177</c:v>
                </c:pt>
                <c:pt idx="1073">
                  <c:v>45180</c:v>
                </c:pt>
                <c:pt idx="1074">
                  <c:v>45181</c:v>
                </c:pt>
                <c:pt idx="1075">
                  <c:v>45182</c:v>
                </c:pt>
                <c:pt idx="1076">
                  <c:v>45183</c:v>
                </c:pt>
                <c:pt idx="1077">
                  <c:v>45184</c:v>
                </c:pt>
                <c:pt idx="1078">
                  <c:v>45189</c:v>
                </c:pt>
                <c:pt idx="1079">
                  <c:v>45190</c:v>
                </c:pt>
                <c:pt idx="1080">
                  <c:v>45191</c:v>
                </c:pt>
                <c:pt idx="1081">
                  <c:v>45194</c:v>
                </c:pt>
                <c:pt idx="1082">
                  <c:v>45195</c:v>
                </c:pt>
                <c:pt idx="1083">
                  <c:v>45196</c:v>
                </c:pt>
                <c:pt idx="1084">
                  <c:v>45203</c:v>
                </c:pt>
                <c:pt idx="1085">
                  <c:v>45204</c:v>
                </c:pt>
                <c:pt idx="1086">
                  <c:v>45205</c:v>
                </c:pt>
                <c:pt idx="1087">
                  <c:v>45208</c:v>
                </c:pt>
                <c:pt idx="1088">
                  <c:v>45209</c:v>
                </c:pt>
                <c:pt idx="1089">
                  <c:v>45210</c:v>
                </c:pt>
                <c:pt idx="1090">
                  <c:v>45211</c:v>
                </c:pt>
                <c:pt idx="1091">
                  <c:v>45212</c:v>
                </c:pt>
                <c:pt idx="1092">
                  <c:v>45215</c:v>
                </c:pt>
                <c:pt idx="1093">
                  <c:v>45216</c:v>
                </c:pt>
                <c:pt idx="1094">
                  <c:v>45217</c:v>
                </c:pt>
                <c:pt idx="1095">
                  <c:v>45218</c:v>
                </c:pt>
                <c:pt idx="1096">
                  <c:v>45219</c:v>
                </c:pt>
                <c:pt idx="1097">
                  <c:v>45222</c:v>
                </c:pt>
                <c:pt idx="1098">
                  <c:v>45225</c:v>
                </c:pt>
                <c:pt idx="1099">
                  <c:v>45226</c:v>
                </c:pt>
                <c:pt idx="1100">
                  <c:v>45229</c:v>
                </c:pt>
                <c:pt idx="1101">
                  <c:v>45230</c:v>
                </c:pt>
                <c:pt idx="1102">
                  <c:v>45231</c:v>
                </c:pt>
                <c:pt idx="1103">
                  <c:v>45232</c:v>
                </c:pt>
                <c:pt idx="1104">
                  <c:v>45233</c:v>
                </c:pt>
                <c:pt idx="1105">
                  <c:v>45236</c:v>
                </c:pt>
                <c:pt idx="1106">
                  <c:v>45237</c:v>
                </c:pt>
                <c:pt idx="1107">
                  <c:v>45238</c:v>
                </c:pt>
                <c:pt idx="1108">
                  <c:v>45239</c:v>
                </c:pt>
                <c:pt idx="1109">
                  <c:v>45240</c:v>
                </c:pt>
                <c:pt idx="1110">
                  <c:v>45242</c:v>
                </c:pt>
                <c:pt idx="1111">
                  <c:v>45243</c:v>
                </c:pt>
                <c:pt idx="1112">
                  <c:v>45246</c:v>
                </c:pt>
                <c:pt idx="1113">
                  <c:v>45247</c:v>
                </c:pt>
                <c:pt idx="1114">
                  <c:v>45250</c:v>
                </c:pt>
                <c:pt idx="1115">
                  <c:v>45251</c:v>
                </c:pt>
                <c:pt idx="1116">
                  <c:v>45252</c:v>
                </c:pt>
                <c:pt idx="1117">
                  <c:v>45253</c:v>
                </c:pt>
                <c:pt idx="1118">
                  <c:v>45258</c:v>
                </c:pt>
                <c:pt idx="1119">
                  <c:v>45259</c:v>
                </c:pt>
                <c:pt idx="1120">
                  <c:v>45260</c:v>
                </c:pt>
                <c:pt idx="1121">
                  <c:v>45261</c:v>
                </c:pt>
                <c:pt idx="1122">
                  <c:v>45264</c:v>
                </c:pt>
                <c:pt idx="1123">
                  <c:v>45265</c:v>
                </c:pt>
                <c:pt idx="1124">
                  <c:v>45266</c:v>
                </c:pt>
                <c:pt idx="1125">
                  <c:v>45267</c:v>
                </c:pt>
                <c:pt idx="1126">
                  <c:v>45268</c:v>
                </c:pt>
                <c:pt idx="1127">
                  <c:v>45271</c:v>
                </c:pt>
                <c:pt idx="1128">
                  <c:v>45272</c:v>
                </c:pt>
                <c:pt idx="1129">
                  <c:v>45273</c:v>
                </c:pt>
                <c:pt idx="1130">
                  <c:v>45274</c:v>
                </c:pt>
                <c:pt idx="1131">
                  <c:v>45275</c:v>
                </c:pt>
                <c:pt idx="1132">
                  <c:v>45278</c:v>
                </c:pt>
                <c:pt idx="1133">
                  <c:v>45279</c:v>
                </c:pt>
                <c:pt idx="1134">
                  <c:v>45280</c:v>
                </c:pt>
                <c:pt idx="1135">
                  <c:v>45281</c:v>
                </c:pt>
                <c:pt idx="1136">
                  <c:v>45287</c:v>
                </c:pt>
                <c:pt idx="1137">
                  <c:v>45288</c:v>
                </c:pt>
                <c:pt idx="1138">
                  <c:v>45289</c:v>
                </c:pt>
                <c:pt idx="1139">
                  <c:v>45292</c:v>
                </c:pt>
                <c:pt idx="1140">
                  <c:v>45293</c:v>
                </c:pt>
                <c:pt idx="1141">
                  <c:v>45294</c:v>
                </c:pt>
                <c:pt idx="1142">
                  <c:v>45295</c:v>
                </c:pt>
                <c:pt idx="1143">
                  <c:v>45296</c:v>
                </c:pt>
                <c:pt idx="1144">
                  <c:v>45299</c:v>
                </c:pt>
                <c:pt idx="1145">
                  <c:v>45300</c:v>
                </c:pt>
                <c:pt idx="1146">
                  <c:v>45301</c:v>
                </c:pt>
                <c:pt idx="1147">
                  <c:v>45302</c:v>
                </c:pt>
                <c:pt idx="1148">
                  <c:v>45303</c:v>
                </c:pt>
                <c:pt idx="1149">
                  <c:v>45307</c:v>
                </c:pt>
                <c:pt idx="1150">
                  <c:v>45308</c:v>
                </c:pt>
                <c:pt idx="1151">
                  <c:v>45309</c:v>
                </c:pt>
                <c:pt idx="1152">
                  <c:v>45311</c:v>
                </c:pt>
                <c:pt idx="1153">
                  <c:v>45314</c:v>
                </c:pt>
                <c:pt idx="1154">
                  <c:v>45315</c:v>
                </c:pt>
                <c:pt idx="1155">
                  <c:v>45316</c:v>
                </c:pt>
                <c:pt idx="1156">
                  <c:v>45320</c:v>
                </c:pt>
                <c:pt idx="1157">
                  <c:v>45321</c:v>
                </c:pt>
                <c:pt idx="1158">
                  <c:v>45322</c:v>
                </c:pt>
                <c:pt idx="1159">
                  <c:v>45323</c:v>
                </c:pt>
                <c:pt idx="1160">
                  <c:v>45324</c:v>
                </c:pt>
                <c:pt idx="1161">
                  <c:v>45327</c:v>
                </c:pt>
                <c:pt idx="1162">
                  <c:v>45328</c:v>
                </c:pt>
                <c:pt idx="1163">
                  <c:v>45329</c:v>
                </c:pt>
                <c:pt idx="1164">
                  <c:v>45330</c:v>
                </c:pt>
                <c:pt idx="1165">
                  <c:v>45331</c:v>
                </c:pt>
                <c:pt idx="1166">
                  <c:v>45334</c:v>
                </c:pt>
                <c:pt idx="1167">
                  <c:v>45335</c:v>
                </c:pt>
                <c:pt idx="1168">
                  <c:v>45336</c:v>
                </c:pt>
                <c:pt idx="1169">
                  <c:v>45337</c:v>
                </c:pt>
                <c:pt idx="1170">
                  <c:v>45338</c:v>
                </c:pt>
                <c:pt idx="1171">
                  <c:v>45341</c:v>
                </c:pt>
                <c:pt idx="1172">
                  <c:v>45342</c:v>
                </c:pt>
                <c:pt idx="1173">
                  <c:v>45343</c:v>
                </c:pt>
                <c:pt idx="1174">
                  <c:v>45344</c:v>
                </c:pt>
                <c:pt idx="1175">
                  <c:v>45345</c:v>
                </c:pt>
                <c:pt idx="1176">
                  <c:v>45348</c:v>
                </c:pt>
                <c:pt idx="1177">
                  <c:v>45349</c:v>
                </c:pt>
                <c:pt idx="1178">
                  <c:v>45350</c:v>
                </c:pt>
                <c:pt idx="1179">
                  <c:v>45351</c:v>
                </c:pt>
                <c:pt idx="1180">
                  <c:v>45353</c:v>
                </c:pt>
                <c:pt idx="1181">
                  <c:v>45355</c:v>
                </c:pt>
                <c:pt idx="1182">
                  <c:v>45356</c:v>
                </c:pt>
                <c:pt idx="1183">
                  <c:v>45357</c:v>
                </c:pt>
                <c:pt idx="1184">
                  <c:v>45358</c:v>
                </c:pt>
                <c:pt idx="1185">
                  <c:v>45362</c:v>
                </c:pt>
                <c:pt idx="1186">
                  <c:v>45363</c:v>
                </c:pt>
                <c:pt idx="1187">
                  <c:v>45364</c:v>
                </c:pt>
                <c:pt idx="1188">
                  <c:v>45365</c:v>
                </c:pt>
                <c:pt idx="1189">
                  <c:v>45366</c:v>
                </c:pt>
                <c:pt idx="1190">
                  <c:v>45370</c:v>
                </c:pt>
                <c:pt idx="1191">
                  <c:v>45371</c:v>
                </c:pt>
                <c:pt idx="1192">
                  <c:v>45372</c:v>
                </c:pt>
                <c:pt idx="1193">
                  <c:v>45377</c:v>
                </c:pt>
                <c:pt idx="1194">
                  <c:v>45378</c:v>
                </c:pt>
                <c:pt idx="1195">
                  <c:v>45379</c:v>
                </c:pt>
                <c:pt idx="1196">
                  <c:v>45383</c:v>
                </c:pt>
                <c:pt idx="1197">
                  <c:v>45384</c:v>
                </c:pt>
                <c:pt idx="1198">
                  <c:v>45385</c:v>
                </c:pt>
                <c:pt idx="1199">
                  <c:v>45387</c:v>
                </c:pt>
                <c:pt idx="1200">
                  <c:v>45391</c:v>
                </c:pt>
                <c:pt idx="1201">
                  <c:v>45392</c:v>
                </c:pt>
                <c:pt idx="1202">
                  <c:v>45394</c:v>
                </c:pt>
                <c:pt idx="1203">
                  <c:v>45398</c:v>
                </c:pt>
                <c:pt idx="1204">
                  <c:v>45400</c:v>
                </c:pt>
                <c:pt idx="1205">
                  <c:v>45401</c:v>
                </c:pt>
                <c:pt idx="1206">
                  <c:v>45404</c:v>
                </c:pt>
                <c:pt idx="1207">
                  <c:v>45405</c:v>
                </c:pt>
                <c:pt idx="1208">
                  <c:v>45406</c:v>
                </c:pt>
                <c:pt idx="1209">
                  <c:v>45407</c:v>
                </c:pt>
                <c:pt idx="1210">
                  <c:v>45408</c:v>
                </c:pt>
                <c:pt idx="1211">
                  <c:v>45411</c:v>
                </c:pt>
                <c:pt idx="1212">
                  <c:v>45414</c:v>
                </c:pt>
                <c:pt idx="1213">
                  <c:v>45415</c:v>
                </c:pt>
                <c:pt idx="1214">
                  <c:v>45418</c:v>
                </c:pt>
                <c:pt idx="1215">
                  <c:v>45419</c:v>
                </c:pt>
                <c:pt idx="1216">
                  <c:v>45420</c:v>
                </c:pt>
                <c:pt idx="1217">
                  <c:v>45421</c:v>
                </c:pt>
                <c:pt idx="1218">
                  <c:v>45422</c:v>
                </c:pt>
                <c:pt idx="1219">
                  <c:v>45425</c:v>
                </c:pt>
                <c:pt idx="1220">
                  <c:v>45426</c:v>
                </c:pt>
                <c:pt idx="1221">
                  <c:v>45427</c:v>
                </c:pt>
                <c:pt idx="1222">
                  <c:v>45428</c:v>
                </c:pt>
                <c:pt idx="1223">
                  <c:v>45429</c:v>
                </c:pt>
                <c:pt idx="1224">
                  <c:v>45433</c:v>
                </c:pt>
                <c:pt idx="1225">
                  <c:v>45434</c:v>
                </c:pt>
                <c:pt idx="1226">
                  <c:v>45436</c:v>
                </c:pt>
                <c:pt idx="1227">
                  <c:v>45439</c:v>
                </c:pt>
                <c:pt idx="1228">
                  <c:v>45440</c:v>
                </c:pt>
                <c:pt idx="1229">
                  <c:v>45441</c:v>
                </c:pt>
                <c:pt idx="1230">
                  <c:v>45442</c:v>
                </c:pt>
                <c:pt idx="1231">
                  <c:v>45443</c:v>
                </c:pt>
                <c:pt idx="1232">
                  <c:v>45446</c:v>
                </c:pt>
                <c:pt idx="1233">
                  <c:v>45447</c:v>
                </c:pt>
                <c:pt idx="1234">
                  <c:v>45448</c:v>
                </c:pt>
                <c:pt idx="1235">
                  <c:v>45449</c:v>
                </c:pt>
                <c:pt idx="1236">
                  <c:v>45450</c:v>
                </c:pt>
                <c:pt idx="1237">
                  <c:v>45453</c:v>
                </c:pt>
                <c:pt idx="1238">
                  <c:v>45454</c:v>
                </c:pt>
                <c:pt idx="1239">
                  <c:v>45455</c:v>
                </c:pt>
                <c:pt idx="1240">
                  <c:v>45456</c:v>
                </c:pt>
                <c:pt idx="1241">
                  <c:v>45461</c:v>
                </c:pt>
                <c:pt idx="1242">
                  <c:v>45462</c:v>
                </c:pt>
                <c:pt idx="1243">
                  <c:v>45463</c:v>
                </c:pt>
                <c:pt idx="1244">
                  <c:v>45464</c:v>
                </c:pt>
                <c:pt idx="1245">
                  <c:v>45467</c:v>
                </c:pt>
                <c:pt idx="1246">
                  <c:v>45468</c:v>
                </c:pt>
                <c:pt idx="1247">
                  <c:v>45469</c:v>
                </c:pt>
                <c:pt idx="1248">
                  <c:v>45470</c:v>
                </c:pt>
                <c:pt idx="1249">
                  <c:v>45471</c:v>
                </c:pt>
                <c:pt idx="1250">
                  <c:v>45474</c:v>
                </c:pt>
                <c:pt idx="1251">
                  <c:v>45476</c:v>
                </c:pt>
                <c:pt idx="1252">
                  <c:v>45477</c:v>
                </c:pt>
                <c:pt idx="1253">
                  <c:v>45478</c:v>
                </c:pt>
                <c:pt idx="1254">
                  <c:v>45482</c:v>
                </c:pt>
                <c:pt idx="1255">
                  <c:v>45483</c:v>
                </c:pt>
                <c:pt idx="1256">
                  <c:v>45484</c:v>
                </c:pt>
                <c:pt idx="1257">
                  <c:v>45488</c:v>
                </c:pt>
                <c:pt idx="1258">
                  <c:v>45489</c:v>
                </c:pt>
                <c:pt idx="1259">
                  <c:v>45491</c:v>
                </c:pt>
                <c:pt idx="1260">
                  <c:v>45492</c:v>
                </c:pt>
                <c:pt idx="1261">
                  <c:v>45495</c:v>
                </c:pt>
                <c:pt idx="1262">
                  <c:v>45496</c:v>
                </c:pt>
                <c:pt idx="1263">
                  <c:v>45497</c:v>
                </c:pt>
                <c:pt idx="1264">
                  <c:v>45498</c:v>
                </c:pt>
                <c:pt idx="1265">
                  <c:v>45499</c:v>
                </c:pt>
                <c:pt idx="1266">
                  <c:v>45502</c:v>
                </c:pt>
                <c:pt idx="1267">
                  <c:v>45503</c:v>
                </c:pt>
                <c:pt idx="1268">
                  <c:v>45504</c:v>
                </c:pt>
                <c:pt idx="1269">
                  <c:v>45505</c:v>
                </c:pt>
                <c:pt idx="1270">
                  <c:v>45506</c:v>
                </c:pt>
                <c:pt idx="1271">
                  <c:v>45509</c:v>
                </c:pt>
                <c:pt idx="1272">
                  <c:v>45510</c:v>
                </c:pt>
                <c:pt idx="1273">
                  <c:v>45511</c:v>
                </c:pt>
                <c:pt idx="1274">
                  <c:v>45512</c:v>
                </c:pt>
                <c:pt idx="1275">
                  <c:v>45513</c:v>
                </c:pt>
                <c:pt idx="1276">
                  <c:v>45516</c:v>
                </c:pt>
                <c:pt idx="1277">
                  <c:v>45518</c:v>
                </c:pt>
                <c:pt idx="1278">
                  <c:v>45520</c:v>
                </c:pt>
                <c:pt idx="1279">
                  <c:v>45523</c:v>
                </c:pt>
                <c:pt idx="1280">
                  <c:v>45524</c:v>
                </c:pt>
                <c:pt idx="1281">
                  <c:v>45525</c:v>
                </c:pt>
                <c:pt idx="1282">
                  <c:v>45526</c:v>
                </c:pt>
                <c:pt idx="1283">
                  <c:v>45527</c:v>
                </c:pt>
                <c:pt idx="1284">
                  <c:v>45530</c:v>
                </c:pt>
                <c:pt idx="1285">
                  <c:v>45531</c:v>
                </c:pt>
                <c:pt idx="1286">
                  <c:v>45532</c:v>
                </c:pt>
                <c:pt idx="1287">
                  <c:v>45533</c:v>
                </c:pt>
                <c:pt idx="1288">
                  <c:v>45534</c:v>
                </c:pt>
                <c:pt idx="1289">
                  <c:v>45537</c:v>
                </c:pt>
                <c:pt idx="1290">
                  <c:v>45538</c:v>
                </c:pt>
                <c:pt idx="1291">
                  <c:v>45539</c:v>
                </c:pt>
                <c:pt idx="1292">
                  <c:v>45540</c:v>
                </c:pt>
                <c:pt idx="1293">
                  <c:v>45541</c:v>
                </c:pt>
                <c:pt idx="1294">
                  <c:v>45544</c:v>
                </c:pt>
                <c:pt idx="1295">
                  <c:v>45545</c:v>
                </c:pt>
                <c:pt idx="1296">
                  <c:v>45546</c:v>
                </c:pt>
                <c:pt idx="1297">
                  <c:v>45548</c:v>
                </c:pt>
                <c:pt idx="1298">
                  <c:v>45552</c:v>
                </c:pt>
                <c:pt idx="1299">
                  <c:v>45553</c:v>
                </c:pt>
                <c:pt idx="1300">
                  <c:v>45554</c:v>
                </c:pt>
                <c:pt idx="1301">
                  <c:v>45555</c:v>
                </c:pt>
                <c:pt idx="1302">
                  <c:v>45558</c:v>
                </c:pt>
                <c:pt idx="1303">
                  <c:v>45559</c:v>
                </c:pt>
                <c:pt idx="1304">
                  <c:v>45560</c:v>
                </c:pt>
                <c:pt idx="1305">
                  <c:v>45561</c:v>
                </c:pt>
                <c:pt idx="1306">
                  <c:v>45562</c:v>
                </c:pt>
                <c:pt idx="1307">
                  <c:v>45566</c:v>
                </c:pt>
                <c:pt idx="1308">
                  <c:v>45568</c:v>
                </c:pt>
                <c:pt idx="1309">
                  <c:v>45569</c:v>
                </c:pt>
                <c:pt idx="1310">
                  <c:v>45572</c:v>
                </c:pt>
                <c:pt idx="1311">
                  <c:v>45573</c:v>
                </c:pt>
                <c:pt idx="1312">
                  <c:v>45574</c:v>
                </c:pt>
                <c:pt idx="1313">
                  <c:v>45575</c:v>
                </c:pt>
                <c:pt idx="1314">
                  <c:v>45576</c:v>
                </c:pt>
                <c:pt idx="1315">
                  <c:v>45579</c:v>
                </c:pt>
                <c:pt idx="1316">
                  <c:v>45580</c:v>
                </c:pt>
                <c:pt idx="1317">
                  <c:v>45581</c:v>
                </c:pt>
                <c:pt idx="1318">
                  <c:v>45582</c:v>
                </c:pt>
                <c:pt idx="1319">
                  <c:v>45583</c:v>
                </c:pt>
                <c:pt idx="1320">
                  <c:v>45586</c:v>
                </c:pt>
                <c:pt idx="1321">
                  <c:v>45587</c:v>
                </c:pt>
                <c:pt idx="1322">
                  <c:v>45588</c:v>
                </c:pt>
                <c:pt idx="1323">
                  <c:v>45589</c:v>
                </c:pt>
                <c:pt idx="1324">
                  <c:v>45590</c:v>
                </c:pt>
                <c:pt idx="1325">
                  <c:v>45593</c:v>
                </c:pt>
                <c:pt idx="1326">
                  <c:v>45596</c:v>
                </c:pt>
                <c:pt idx="1327">
                  <c:v>45597</c:v>
                </c:pt>
                <c:pt idx="1328">
                  <c:v>45600</c:v>
                </c:pt>
                <c:pt idx="1329">
                  <c:v>45601</c:v>
                </c:pt>
                <c:pt idx="1330">
                  <c:v>45602</c:v>
                </c:pt>
                <c:pt idx="1331">
                  <c:v>45603</c:v>
                </c:pt>
                <c:pt idx="1332">
                  <c:v>45604</c:v>
                </c:pt>
                <c:pt idx="1333">
                  <c:v>45607</c:v>
                </c:pt>
                <c:pt idx="1334">
                  <c:v>45608</c:v>
                </c:pt>
                <c:pt idx="1335">
                  <c:v>45610</c:v>
                </c:pt>
                <c:pt idx="1336">
                  <c:v>45614</c:v>
                </c:pt>
                <c:pt idx="1337">
                  <c:v>45617</c:v>
                </c:pt>
                <c:pt idx="1338">
                  <c:v>45618</c:v>
                </c:pt>
                <c:pt idx="1339">
                  <c:v>45621</c:v>
                </c:pt>
                <c:pt idx="1340">
                  <c:v>45622</c:v>
                </c:pt>
                <c:pt idx="1341">
                  <c:v>45623</c:v>
                </c:pt>
                <c:pt idx="1342">
                  <c:v>45624</c:v>
                </c:pt>
                <c:pt idx="1343">
                  <c:v>45628</c:v>
                </c:pt>
                <c:pt idx="1344">
                  <c:v>45629</c:v>
                </c:pt>
                <c:pt idx="1345">
                  <c:v>45630</c:v>
                </c:pt>
                <c:pt idx="1346">
                  <c:v>45631</c:v>
                </c:pt>
                <c:pt idx="1347">
                  <c:v>45632</c:v>
                </c:pt>
                <c:pt idx="1348">
                  <c:v>45635</c:v>
                </c:pt>
                <c:pt idx="1349">
                  <c:v>45636</c:v>
                </c:pt>
                <c:pt idx="1350">
                  <c:v>45637</c:v>
                </c:pt>
                <c:pt idx="1351">
                  <c:v>45638</c:v>
                </c:pt>
                <c:pt idx="1352">
                  <c:v>45639</c:v>
                </c:pt>
                <c:pt idx="1353">
                  <c:v>45642</c:v>
                </c:pt>
                <c:pt idx="1354">
                  <c:v>45643</c:v>
                </c:pt>
                <c:pt idx="1355">
                  <c:v>45644</c:v>
                </c:pt>
                <c:pt idx="1356">
                  <c:v>45645</c:v>
                </c:pt>
                <c:pt idx="1357">
                  <c:v>45646</c:v>
                </c:pt>
                <c:pt idx="1358">
                  <c:v>45649</c:v>
                </c:pt>
                <c:pt idx="1359">
                  <c:v>45650</c:v>
                </c:pt>
                <c:pt idx="1360">
                  <c:v>45652</c:v>
                </c:pt>
                <c:pt idx="1361">
                  <c:v>45653</c:v>
                </c:pt>
                <c:pt idx="1362">
                  <c:v>45656</c:v>
                </c:pt>
                <c:pt idx="1363">
                  <c:v>45657</c:v>
                </c:pt>
                <c:pt idx="1364">
                  <c:v>45658</c:v>
                </c:pt>
                <c:pt idx="1365">
                  <c:v>45659</c:v>
                </c:pt>
                <c:pt idx="1366">
                  <c:v>45660</c:v>
                </c:pt>
                <c:pt idx="1367">
                  <c:v>45663</c:v>
                </c:pt>
                <c:pt idx="1368">
                  <c:v>45664</c:v>
                </c:pt>
                <c:pt idx="1369">
                  <c:v>45665</c:v>
                </c:pt>
                <c:pt idx="1370">
                  <c:v>45666</c:v>
                </c:pt>
                <c:pt idx="1371">
                  <c:v>45667</c:v>
                </c:pt>
                <c:pt idx="1372">
                  <c:v>45670</c:v>
                </c:pt>
                <c:pt idx="1373">
                  <c:v>45671</c:v>
                </c:pt>
                <c:pt idx="1374">
                  <c:v>45672</c:v>
                </c:pt>
                <c:pt idx="1375">
                  <c:v>45673</c:v>
                </c:pt>
                <c:pt idx="1376">
                  <c:v>45674</c:v>
                </c:pt>
                <c:pt idx="1377">
                  <c:v>45677</c:v>
                </c:pt>
                <c:pt idx="1378">
                  <c:v>45678</c:v>
                </c:pt>
                <c:pt idx="1379">
                  <c:v>45679</c:v>
                </c:pt>
                <c:pt idx="1380">
                  <c:v>45680</c:v>
                </c:pt>
                <c:pt idx="1381">
                  <c:v>45681</c:v>
                </c:pt>
                <c:pt idx="1382">
                  <c:v>45684</c:v>
                </c:pt>
                <c:pt idx="1383">
                  <c:v>45685</c:v>
                </c:pt>
                <c:pt idx="1384">
                  <c:v>45686</c:v>
                </c:pt>
                <c:pt idx="1385">
                  <c:v>45687</c:v>
                </c:pt>
                <c:pt idx="1386">
                  <c:v>45688</c:v>
                </c:pt>
                <c:pt idx="1387">
                  <c:v>45689</c:v>
                </c:pt>
                <c:pt idx="1388">
                  <c:v>45692</c:v>
                </c:pt>
                <c:pt idx="1389">
                  <c:v>45693</c:v>
                </c:pt>
                <c:pt idx="1390">
                  <c:v>45694</c:v>
                </c:pt>
                <c:pt idx="1391">
                  <c:v>45695</c:v>
                </c:pt>
                <c:pt idx="1392">
                  <c:v>45699</c:v>
                </c:pt>
                <c:pt idx="1393">
                  <c:v>45700</c:v>
                </c:pt>
                <c:pt idx="1394">
                  <c:v>45701</c:v>
                </c:pt>
                <c:pt idx="1395">
                  <c:v>45702</c:v>
                </c:pt>
                <c:pt idx="1396">
                  <c:v>45705</c:v>
                </c:pt>
                <c:pt idx="1397">
                  <c:v>45706</c:v>
                </c:pt>
                <c:pt idx="1398">
                  <c:v>45707</c:v>
                </c:pt>
                <c:pt idx="1399">
                  <c:v>45708</c:v>
                </c:pt>
                <c:pt idx="1400">
                  <c:v>45709</c:v>
                </c:pt>
                <c:pt idx="1401">
                  <c:v>45712</c:v>
                </c:pt>
                <c:pt idx="1402">
                  <c:v>45713</c:v>
                </c:pt>
                <c:pt idx="1403">
                  <c:v>45716</c:v>
                </c:pt>
                <c:pt idx="1404">
                  <c:v>45719</c:v>
                </c:pt>
                <c:pt idx="1405">
                  <c:v>45720</c:v>
                </c:pt>
                <c:pt idx="1406">
                  <c:v>45721</c:v>
                </c:pt>
                <c:pt idx="1407">
                  <c:v>45722</c:v>
                </c:pt>
                <c:pt idx="1408">
                  <c:v>45723</c:v>
                </c:pt>
                <c:pt idx="1409">
                  <c:v>45726</c:v>
                </c:pt>
                <c:pt idx="1410">
                  <c:v>45727</c:v>
                </c:pt>
                <c:pt idx="1411">
                  <c:v>45728</c:v>
                </c:pt>
                <c:pt idx="1412">
                  <c:v>45729</c:v>
                </c:pt>
                <c:pt idx="1413">
                  <c:v>45735</c:v>
                </c:pt>
                <c:pt idx="1414">
                  <c:v>45736</c:v>
                </c:pt>
                <c:pt idx="1415">
                  <c:v>45737</c:v>
                </c:pt>
                <c:pt idx="1416">
                  <c:v>45740</c:v>
                </c:pt>
                <c:pt idx="1417">
                  <c:v>45742</c:v>
                </c:pt>
                <c:pt idx="1418">
                  <c:v>45743</c:v>
                </c:pt>
                <c:pt idx="1419">
                  <c:v>45744</c:v>
                </c:pt>
              </c:numCache>
            </c:numRef>
          </c:cat>
          <c:val>
            <c:numRef>
              <c:f>FX!$CD$3:$CD$1422</c:f>
              <c:numCache>
                <c:formatCode>_(* #,##0.00_);_(* \(#,##0.00\);_(* "-"??_);_(@_)</c:formatCode>
                <c:ptCount val="1420"/>
                <c:pt idx="0">
                  <c:v>100</c:v>
                </c:pt>
                <c:pt idx="1">
                  <c:v>99.06219209689867</c:v>
                </c:pt>
                <c:pt idx="2">
                  <c:v>96.757425545768669</c:v>
                </c:pt>
                <c:pt idx="3">
                  <c:v>98.281100556792808</c:v>
                </c:pt>
                <c:pt idx="4">
                  <c:v>99.321653359836404</c:v>
                </c:pt>
                <c:pt idx="5">
                  <c:v>98.533362049305239</c:v>
                </c:pt>
                <c:pt idx="6">
                  <c:v>97.949364378416348</c:v>
                </c:pt>
                <c:pt idx="7">
                  <c:v>98.115127173396317</c:v>
                </c:pt>
                <c:pt idx="8">
                  <c:v>97.086135609688824</c:v>
                </c:pt>
                <c:pt idx="9">
                  <c:v>95.234708361409815</c:v>
                </c:pt>
                <c:pt idx="10">
                  <c:v>95.625374276403392</c:v>
                </c:pt>
                <c:pt idx="11">
                  <c:v>95.567862617896338</c:v>
                </c:pt>
                <c:pt idx="12">
                  <c:v>95.459305402658188</c:v>
                </c:pt>
                <c:pt idx="13">
                  <c:v>94.200937448945083</c:v>
                </c:pt>
                <c:pt idx="14">
                  <c:v>93.573547798450562</c:v>
                </c:pt>
                <c:pt idx="15">
                  <c:v>92.782254076416706</c:v>
                </c:pt>
                <c:pt idx="16">
                  <c:v>92.39090600376322</c:v>
                </c:pt>
                <c:pt idx="17">
                  <c:v>91.823677688564246</c:v>
                </c:pt>
                <c:pt idx="18">
                  <c:v>91.578475607427706</c:v>
                </c:pt>
                <c:pt idx="19">
                  <c:v>90.698354834837389</c:v>
                </c:pt>
                <c:pt idx="20">
                  <c:v>90.921698915168875</c:v>
                </c:pt>
                <c:pt idx="21">
                  <c:v>90.79306089660632</c:v>
                </c:pt>
                <c:pt idx="22">
                  <c:v>91.916256305708046</c:v>
                </c:pt>
                <c:pt idx="23">
                  <c:v>92.468274839806185</c:v>
                </c:pt>
                <c:pt idx="24">
                  <c:v>90.115912535496776</c:v>
                </c:pt>
                <c:pt idx="25">
                  <c:v>89.438417172873443</c:v>
                </c:pt>
                <c:pt idx="26">
                  <c:v>89.85167321884758</c:v>
                </c:pt>
                <c:pt idx="27">
                  <c:v>89.688657599475746</c:v>
                </c:pt>
                <c:pt idx="28">
                  <c:v>88.738306834020065</c:v>
                </c:pt>
                <c:pt idx="29">
                  <c:v>88.185360440645397</c:v>
                </c:pt>
                <c:pt idx="30">
                  <c:v>88.265485902555383</c:v>
                </c:pt>
                <c:pt idx="31">
                  <c:v>87.303649755140242</c:v>
                </c:pt>
                <c:pt idx="32">
                  <c:v>87.124972602555573</c:v>
                </c:pt>
                <c:pt idx="33">
                  <c:v>87.921530097187173</c:v>
                </c:pt>
                <c:pt idx="34">
                  <c:v>87.781468840292632</c:v>
                </c:pt>
                <c:pt idx="35">
                  <c:v>87.781468840292632</c:v>
                </c:pt>
                <c:pt idx="36">
                  <c:v>89.38714365103165</c:v>
                </c:pt>
                <c:pt idx="37">
                  <c:v>89.600015905915612</c:v>
                </c:pt>
                <c:pt idx="38">
                  <c:v>89.84900305171567</c:v>
                </c:pt>
                <c:pt idx="39">
                  <c:v>89.458692015635563</c:v>
                </c:pt>
                <c:pt idx="40">
                  <c:v>89.146518399753674</c:v>
                </c:pt>
                <c:pt idx="41">
                  <c:v>89.885296661116143</c:v>
                </c:pt>
                <c:pt idx="42">
                  <c:v>90.942202272961978</c:v>
                </c:pt>
                <c:pt idx="43">
                  <c:v>92.355466717445452</c:v>
                </c:pt>
                <c:pt idx="44">
                  <c:v>93.507640784922373</c:v>
                </c:pt>
                <c:pt idx="45">
                  <c:v>94.98976227427589</c:v>
                </c:pt>
                <c:pt idx="46">
                  <c:v>95.069225497714143</c:v>
                </c:pt>
                <c:pt idx="47">
                  <c:v>97.599691196720727</c:v>
                </c:pt>
                <c:pt idx="48">
                  <c:v>99.864427800872392</c:v>
                </c:pt>
                <c:pt idx="49">
                  <c:v>98.940548199925743</c:v>
                </c:pt>
                <c:pt idx="50">
                  <c:v>100.55728509193736</c:v>
                </c:pt>
                <c:pt idx="51">
                  <c:v>101.15068419629489</c:v>
                </c:pt>
                <c:pt idx="52">
                  <c:v>101.43755323680085</c:v>
                </c:pt>
                <c:pt idx="53">
                  <c:v>100.73031964545196</c:v>
                </c:pt>
                <c:pt idx="54">
                  <c:v>101.77045059680781</c:v>
                </c:pt>
                <c:pt idx="55">
                  <c:v>100.42431219027777</c:v>
                </c:pt>
                <c:pt idx="56">
                  <c:v>101.62906559081181</c:v>
                </c:pt>
                <c:pt idx="57">
                  <c:v>100.75988351228243</c:v>
                </c:pt>
                <c:pt idx="58">
                  <c:v>101.63624762036804</c:v>
                </c:pt>
                <c:pt idx="59">
                  <c:v>101.71682535334946</c:v>
                </c:pt>
                <c:pt idx="60">
                  <c:v>102.69185337155935</c:v>
                </c:pt>
                <c:pt idx="61">
                  <c:v>102.73232794818597</c:v>
                </c:pt>
                <c:pt idx="62">
                  <c:v>102.01650559146142</c:v>
                </c:pt>
                <c:pt idx="63">
                  <c:v>101.69294166590591</c:v>
                </c:pt>
                <c:pt idx="64">
                  <c:v>101.20713110320541</c:v>
                </c:pt>
                <c:pt idx="65">
                  <c:v>101.05483965893882</c:v>
                </c:pt>
                <c:pt idx="66">
                  <c:v>100.95955189707708</c:v>
                </c:pt>
                <c:pt idx="67">
                  <c:v>101.06103967003826</c:v>
                </c:pt>
                <c:pt idx="68">
                  <c:v>101.47646911201612</c:v>
                </c:pt>
                <c:pt idx="69">
                  <c:v>102.15795869742169</c:v>
                </c:pt>
                <c:pt idx="70">
                  <c:v>100.96518724781463</c:v>
                </c:pt>
                <c:pt idx="71">
                  <c:v>99.806792745104005</c:v>
                </c:pt>
                <c:pt idx="72">
                  <c:v>98.903693614565668</c:v>
                </c:pt>
                <c:pt idx="73">
                  <c:v>99.461285732275684</c:v>
                </c:pt>
                <c:pt idx="74">
                  <c:v>98.57419453503347</c:v>
                </c:pt>
                <c:pt idx="75">
                  <c:v>98.259604351682327</c:v>
                </c:pt>
                <c:pt idx="76">
                  <c:v>97.594290925541955</c:v>
                </c:pt>
                <c:pt idx="77">
                  <c:v>98.785492957359722</c:v>
                </c:pt>
                <c:pt idx="78">
                  <c:v>98.869361189596546</c:v>
                </c:pt>
                <c:pt idx="79">
                  <c:v>96.916873872702766</c:v>
                </c:pt>
                <c:pt idx="80">
                  <c:v>95.54946559197144</c:v>
                </c:pt>
                <c:pt idx="81">
                  <c:v>95.759508767503291</c:v>
                </c:pt>
                <c:pt idx="82">
                  <c:v>93.184393792186228</c:v>
                </c:pt>
                <c:pt idx="83">
                  <c:v>94.810481301987593</c:v>
                </c:pt>
                <c:pt idx="84">
                  <c:v>93.992770323249815</c:v>
                </c:pt>
                <c:pt idx="85">
                  <c:v>100.54395082185428</c:v>
                </c:pt>
                <c:pt idx="86">
                  <c:v>99.141530018499992</c:v>
                </c:pt>
                <c:pt idx="87">
                  <c:v>99.639915088696483</c:v>
                </c:pt>
                <c:pt idx="88">
                  <c:v>101.09276547400124</c:v>
                </c:pt>
                <c:pt idx="89">
                  <c:v>104.16437853284143</c:v>
                </c:pt>
                <c:pt idx="90">
                  <c:v>106.50074341629531</c:v>
                </c:pt>
                <c:pt idx="91">
                  <c:v>105.76448782280656</c:v>
                </c:pt>
                <c:pt idx="92">
                  <c:v>104.08598126537595</c:v>
                </c:pt>
                <c:pt idx="93">
                  <c:v>105.40451270182047</c:v>
                </c:pt>
                <c:pt idx="94">
                  <c:v>104.9069263204025</c:v>
                </c:pt>
                <c:pt idx="95">
                  <c:v>106.071248021315</c:v>
                </c:pt>
                <c:pt idx="96">
                  <c:v>106.66780214936486</c:v>
                </c:pt>
                <c:pt idx="97">
                  <c:v>105.07714958844758</c:v>
                </c:pt>
                <c:pt idx="98">
                  <c:v>104.96825747975869</c:v>
                </c:pt>
                <c:pt idx="99">
                  <c:v>105.42802179265495</c:v>
                </c:pt>
                <c:pt idx="100">
                  <c:v>105.50765719242854</c:v>
                </c:pt>
                <c:pt idx="101">
                  <c:v>104.4982573258973</c:v>
                </c:pt>
                <c:pt idx="102">
                  <c:v>105.05281277749881</c:v>
                </c:pt>
                <c:pt idx="103">
                  <c:v>104.31432216383058</c:v>
                </c:pt>
                <c:pt idx="104">
                  <c:v>102.48248500035493</c:v>
                </c:pt>
                <c:pt idx="105">
                  <c:v>102.81636095991807</c:v>
                </c:pt>
                <c:pt idx="106">
                  <c:v>102.68012569515739</c:v>
                </c:pt>
                <c:pt idx="107">
                  <c:v>104.85671076040985</c:v>
                </c:pt>
                <c:pt idx="108">
                  <c:v>104.65567545853951</c:v>
                </c:pt>
                <c:pt idx="109">
                  <c:v>105.41318406009566</c:v>
                </c:pt>
                <c:pt idx="110">
                  <c:v>106.83489398301846</c:v>
                </c:pt>
                <c:pt idx="111">
                  <c:v>106.98239351064932</c:v>
                </c:pt>
                <c:pt idx="112">
                  <c:v>107.2247051004134</c:v>
                </c:pt>
                <c:pt idx="113">
                  <c:v>107.77744900266141</c:v>
                </c:pt>
                <c:pt idx="114">
                  <c:v>108.30124934302594</c:v>
                </c:pt>
                <c:pt idx="115">
                  <c:v>109.09145331849822</c:v>
                </c:pt>
                <c:pt idx="116">
                  <c:v>109.46402363063287</c:v>
                </c:pt>
                <c:pt idx="117">
                  <c:v>107.42284781799782</c:v>
                </c:pt>
                <c:pt idx="118">
                  <c:v>104.33610707842141</c:v>
                </c:pt>
                <c:pt idx="119">
                  <c:v>105.75937337139958</c:v>
                </c:pt>
                <c:pt idx="120">
                  <c:v>104.57661968275045</c:v>
                </c:pt>
                <c:pt idx="121">
                  <c:v>105.27287522306175</c:v>
                </c:pt>
                <c:pt idx="122">
                  <c:v>103.92307178702283</c:v>
                </c:pt>
                <c:pt idx="123">
                  <c:v>102.81777490338162</c:v>
                </c:pt>
                <c:pt idx="124">
                  <c:v>104.16031208889599</c:v>
                </c:pt>
                <c:pt idx="125">
                  <c:v>103.31875182767084</c:v>
                </c:pt>
                <c:pt idx="126">
                  <c:v>101.71702806475092</c:v>
                </c:pt>
                <c:pt idx="127">
                  <c:v>101.05661231199896</c:v>
                </c:pt>
                <c:pt idx="128">
                  <c:v>101.50614209068843</c:v>
                </c:pt>
                <c:pt idx="129">
                  <c:v>100.07768813293109</c:v>
                </c:pt>
                <c:pt idx="130">
                  <c:v>99.456551725471002</c:v>
                </c:pt>
                <c:pt idx="131">
                  <c:v>99.632806257349017</c:v>
                </c:pt>
                <c:pt idx="132">
                  <c:v>98.014256881153258</c:v>
                </c:pt>
                <c:pt idx="133">
                  <c:v>98.150368974745035</c:v>
                </c:pt>
                <c:pt idx="134">
                  <c:v>98.319488160829877</c:v>
                </c:pt>
                <c:pt idx="135">
                  <c:v>96.809936641688893</c:v>
                </c:pt>
                <c:pt idx="136">
                  <c:v>96.714768021969348</c:v>
                </c:pt>
                <c:pt idx="137">
                  <c:v>94.137405440150062</c:v>
                </c:pt>
                <c:pt idx="138">
                  <c:v>95.234356714029985</c:v>
                </c:pt>
                <c:pt idx="139">
                  <c:v>94.11186944318473</c:v>
                </c:pt>
                <c:pt idx="140">
                  <c:v>95.100573599811142</c:v>
                </c:pt>
                <c:pt idx="141">
                  <c:v>95.494463157508349</c:v>
                </c:pt>
                <c:pt idx="142">
                  <c:v>91.092167419581344</c:v>
                </c:pt>
                <c:pt idx="143">
                  <c:v>92.726232376162798</c:v>
                </c:pt>
                <c:pt idx="144">
                  <c:v>92.949148157888274</c:v>
                </c:pt>
                <c:pt idx="145">
                  <c:v>93.248722562067186</c:v>
                </c:pt>
                <c:pt idx="146">
                  <c:v>92.223245667068653</c:v>
                </c:pt>
                <c:pt idx="147">
                  <c:v>90.831575167635791</c:v>
                </c:pt>
                <c:pt idx="148">
                  <c:v>89.566543793224142</c:v>
                </c:pt>
                <c:pt idx="149">
                  <c:v>90.19488948178126</c:v>
                </c:pt>
                <c:pt idx="150">
                  <c:v>91.624269157638622</c:v>
                </c:pt>
                <c:pt idx="151">
                  <c:v>92.776497875567642</c:v>
                </c:pt>
                <c:pt idx="152">
                  <c:v>91.961787955669237</c:v>
                </c:pt>
                <c:pt idx="153">
                  <c:v>91.730052226485</c:v>
                </c:pt>
                <c:pt idx="154">
                  <c:v>88.852111706686557</c:v>
                </c:pt>
                <c:pt idx="155">
                  <c:v>91.298775455286304</c:v>
                </c:pt>
                <c:pt idx="156">
                  <c:v>92.496538268704725</c:v>
                </c:pt>
                <c:pt idx="157">
                  <c:v>93.998094482437352</c:v>
                </c:pt>
                <c:pt idx="158">
                  <c:v>94.098045353507331</c:v>
                </c:pt>
                <c:pt idx="159">
                  <c:v>94.077153051167144</c:v>
                </c:pt>
                <c:pt idx="160">
                  <c:v>94.956259357753524</c:v>
                </c:pt>
                <c:pt idx="161">
                  <c:v>93.376504785224412</c:v>
                </c:pt>
                <c:pt idx="162">
                  <c:v>91.464695822012203</c:v>
                </c:pt>
                <c:pt idx="163">
                  <c:v>92.398311969867507</c:v>
                </c:pt>
                <c:pt idx="164">
                  <c:v>91.98610312922554</c:v>
                </c:pt>
                <c:pt idx="165">
                  <c:v>96.500275746638152</c:v>
                </c:pt>
                <c:pt idx="166">
                  <c:v>99.358697060830863</c:v>
                </c:pt>
                <c:pt idx="167">
                  <c:v>98.299177442687409</c:v>
                </c:pt>
                <c:pt idx="168">
                  <c:v>97.43214620417595</c:v>
                </c:pt>
                <c:pt idx="169">
                  <c:v>99.124561599059064</c:v>
                </c:pt>
                <c:pt idx="170">
                  <c:v>98.647364232654567</c:v>
                </c:pt>
                <c:pt idx="171">
                  <c:v>97.870263210939555</c:v>
                </c:pt>
                <c:pt idx="172">
                  <c:v>97.803681152422698</c:v>
                </c:pt>
                <c:pt idx="173">
                  <c:v>96.910953058290801</c:v>
                </c:pt>
                <c:pt idx="174">
                  <c:v>95.61706969667722</c:v>
                </c:pt>
                <c:pt idx="175">
                  <c:v>97.199803072754236</c:v>
                </c:pt>
                <c:pt idx="176">
                  <c:v>97.917126010127333</c:v>
                </c:pt>
                <c:pt idx="177">
                  <c:v>98.08374464651169</c:v>
                </c:pt>
                <c:pt idx="178">
                  <c:v>98.832581597579875</c:v>
                </c:pt>
                <c:pt idx="179">
                  <c:v>99.099375286507538</c:v>
                </c:pt>
                <c:pt idx="180">
                  <c:v>99.249716568790404</c:v>
                </c:pt>
                <c:pt idx="181">
                  <c:v>100.06613655589176</c:v>
                </c:pt>
                <c:pt idx="182">
                  <c:v>101.68229506123586</c:v>
                </c:pt>
                <c:pt idx="183">
                  <c:v>102.04108022717736</c:v>
                </c:pt>
                <c:pt idx="184">
                  <c:v>100.87317191549643</c:v>
                </c:pt>
                <c:pt idx="185">
                  <c:v>101.15130145469811</c:v>
                </c:pt>
                <c:pt idx="186">
                  <c:v>101.05390233825312</c:v>
                </c:pt>
                <c:pt idx="187">
                  <c:v>101.4950358013037</c:v>
                </c:pt>
                <c:pt idx="188">
                  <c:v>102.74631509520283</c:v>
                </c:pt>
                <c:pt idx="189">
                  <c:v>102.29249059550676</c:v>
                </c:pt>
                <c:pt idx="190">
                  <c:v>102.69564574185898</c:v>
                </c:pt>
                <c:pt idx="191">
                  <c:v>102.03736903413285</c:v>
                </c:pt>
                <c:pt idx="192">
                  <c:v>101.70130693833488</c:v>
                </c:pt>
                <c:pt idx="193">
                  <c:v>101.52523355836203</c:v>
                </c:pt>
                <c:pt idx="194">
                  <c:v>100.18810660957787</c:v>
                </c:pt>
                <c:pt idx="195">
                  <c:v>99.900910635902349</c:v>
                </c:pt>
                <c:pt idx="196">
                  <c:v>97.994073572740504</c:v>
                </c:pt>
                <c:pt idx="197">
                  <c:v>99.033595627495401</c:v>
                </c:pt>
                <c:pt idx="198">
                  <c:v>99.350856909414176</c:v>
                </c:pt>
                <c:pt idx="199">
                  <c:v>100.72933842999892</c:v>
                </c:pt>
                <c:pt idx="200">
                  <c:v>100.84572322936988</c:v>
                </c:pt>
                <c:pt idx="201">
                  <c:v>100.77444209270131</c:v>
                </c:pt>
                <c:pt idx="202">
                  <c:v>102.36906191625944</c:v>
                </c:pt>
                <c:pt idx="203">
                  <c:v>101.23257244442954</c:v>
                </c:pt>
                <c:pt idx="204">
                  <c:v>101.76227577034602</c:v>
                </c:pt>
                <c:pt idx="205">
                  <c:v>102.67816698688372</c:v>
                </c:pt>
                <c:pt idx="206">
                  <c:v>102.1403114067022</c:v>
                </c:pt>
                <c:pt idx="207">
                  <c:v>101.94050964826027</c:v>
                </c:pt>
                <c:pt idx="208">
                  <c:v>100.84091757195895</c:v>
                </c:pt>
                <c:pt idx="209">
                  <c:v>100.078705874885</c:v>
                </c:pt>
                <c:pt idx="210">
                  <c:v>99.591190847491788</c:v>
                </c:pt>
                <c:pt idx="211">
                  <c:v>100.10289065031353</c:v>
                </c:pt>
                <c:pt idx="212">
                  <c:v>99.445325946940741</c:v>
                </c:pt>
                <c:pt idx="213">
                  <c:v>99.724899952969153</c:v>
                </c:pt>
                <c:pt idx="214">
                  <c:v>100.45113327257955</c:v>
                </c:pt>
                <c:pt idx="215">
                  <c:v>101.33023175763606</c:v>
                </c:pt>
                <c:pt idx="216">
                  <c:v>100.29081551337859</c:v>
                </c:pt>
                <c:pt idx="217">
                  <c:v>101.01508080838646</c:v>
                </c:pt>
                <c:pt idx="218">
                  <c:v>100.72650204426527</c:v>
                </c:pt>
                <c:pt idx="219">
                  <c:v>101.30908210218695</c:v>
                </c:pt>
                <c:pt idx="220">
                  <c:v>101.25511180907709</c:v>
                </c:pt>
                <c:pt idx="221">
                  <c:v>100.7963349061897</c:v>
                </c:pt>
                <c:pt idx="222">
                  <c:v>100.257020428904</c:v>
                </c:pt>
                <c:pt idx="223">
                  <c:v>99.077124189246248</c:v>
                </c:pt>
                <c:pt idx="224">
                  <c:v>100.4491443024605</c:v>
                </c:pt>
                <c:pt idx="225">
                  <c:v>100.56443276589465</c:v>
                </c:pt>
                <c:pt idx="226">
                  <c:v>100.07562912167306</c:v>
                </c:pt>
                <c:pt idx="227">
                  <c:v>100.32003094378386</c:v>
                </c:pt>
                <c:pt idx="228">
                  <c:v>101.819359396355</c:v>
                </c:pt>
                <c:pt idx="229">
                  <c:v>100.77807735398576</c:v>
                </c:pt>
                <c:pt idx="230">
                  <c:v>98.485846411747772</c:v>
                </c:pt>
                <c:pt idx="231">
                  <c:v>99.516094542996697</c:v>
                </c:pt>
                <c:pt idx="232">
                  <c:v>98.750125352108924</c:v>
                </c:pt>
                <c:pt idx="233">
                  <c:v>101.29394984205429</c:v>
                </c:pt>
                <c:pt idx="234">
                  <c:v>102.11223765359109</c:v>
                </c:pt>
                <c:pt idx="235">
                  <c:v>103.22460473830515</c:v>
                </c:pt>
                <c:pt idx="236">
                  <c:v>103.00720470426975</c:v>
                </c:pt>
                <c:pt idx="237">
                  <c:v>103.13330871121339</c:v>
                </c:pt>
                <c:pt idx="238">
                  <c:v>103.18699596205312</c:v>
                </c:pt>
                <c:pt idx="239">
                  <c:v>103.72792675005192</c:v>
                </c:pt>
                <c:pt idx="240">
                  <c:v>103.09194737863622</c:v>
                </c:pt>
                <c:pt idx="241">
                  <c:v>102.77488450435749</c:v>
                </c:pt>
                <c:pt idx="242">
                  <c:v>102.31461539475869</c:v>
                </c:pt>
                <c:pt idx="243">
                  <c:v>103.65330664152859</c:v>
                </c:pt>
                <c:pt idx="244">
                  <c:v>104.23977950722734</c:v>
                </c:pt>
                <c:pt idx="245">
                  <c:v>103.14302440245709</c:v>
                </c:pt>
                <c:pt idx="246">
                  <c:v>102.01827033729978</c:v>
                </c:pt>
                <c:pt idx="247">
                  <c:v>102.610556887995</c:v>
                </c:pt>
                <c:pt idx="248">
                  <c:v>101.22066771153897</c:v>
                </c:pt>
                <c:pt idx="249">
                  <c:v>99.74396084876912</c:v>
                </c:pt>
                <c:pt idx="250">
                  <c:v>96.77801957752807</c:v>
                </c:pt>
                <c:pt idx="251">
                  <c:v>97.530545813611383</c:v>
                </c:pt>
                <c:pt idx="252">
                  <c:v>100.32252793636781</c:v>
                </c:pt>
                <c:pt idx="253">
                  <c:v>101.28927873350793</c:v>
                </c:pt>
                <c:pt idx="254">
                  <c:v>102.10269826649454</c:v>
                </c:pt>
                <c:pt idx="255">
                  <c:v>100.34366643535131</c:v>
                </c:pt>
                <c:pt idx="256">
                  <c:v>101.03238546878973</c:v>
                </c:pt>
                <c:pt idx="257">
                  <c:v>101.27002058898944</c:v>
                </c:pt>
                <c:pt idx="258">
                  <c:v>100.71513129488342</c:v>
                </c:pt>
                <c:pt idx="259">
                  <c:v>100.77295140955012</c:v>
                </c:pt>
                <c:pt idx="260">
                  <c:v>99.779017149938866</c:v>
                </c:pt>
                <c:pt idx="261">
                  <c:v>99.209607061550344</c:v>
                </c:pt>
                <c:pt idx="262">
                  <c:v>100.49207945676343</c:v>
                </c:pt>
                <c:pt idx="263">
                  <c:v>99.849460375418786</c:v>
                </c:pt>
                <c:pt idx="264">
                  <c:v>97.309894411377229</c:v>
                </c:pt>
                <c:pt idx="265">
                  <c:v>96.418555424436448</c:v>
                </c:pt>
                <c:pt idx="266">
                  <c:v>95.295361052767646</c:v>
                </c:pt>
                <c:pt idx="267">
                  <c:v>95.021228535785013</c:v>
                </c:pt>
                <c:pt idx="268">
                  <c:v>91.489577536269962</c:v>
                </c:pt>
                <c:pt idx="269">
                  <c:v>90.241837238956563</c:v>
                </c:pt>
                <c:pt idx="270">
                  <c:v>91.640869322345409</c:v>
                </c:pt>
                <c:pt idx="271">
                  <c:v>90.22846851540497</c:v>
                </c:pt>
                <c:pt idx="272">
                  <c:v>82.79411703315418</c:v>
                </c:pt>
                <c:pt idx="273">
                  <c:v>82.834924896338862</c:v>
                </c:pt>
                <c:pt idx="274">
                  <c:v>75.759389695590897</c:v>
                </c:pt>
                <c:pt idx="275">
                  <c:v>79.207740631185814</c:v>
                </c:pt>
                <c:pt idx="276">
                  <c:v>73.822016532229426</c:v>
                </c:pt>
                <c:pt idx="277">
                  <c:v>73.169526663113061</c:v>
                </c:pt>
                <c:pt idx="278">
                  <c:v>69.059809652183134</c:v>
                </c:pt>
                <c:pt idx="279">
                  <c:v>65.499663335119521</c:v>
                </c:pt>
                <c:pt idx="280">
                  <c:v>70.033356293604385</c:v>
                </c:pt>
                <c:pt idx="281">
                  <c:v>60.928963783902034</c:v>
                </c:pt>
                <c:pt idx="282">
                  <c:v>61.207721122279729</c:v>
                </c:pt>
                <c:pt idx="283">
                  <c:v>68.07364035065342</c:v>
                </c:pt>
                <c:pt idx="284">
                  <c:v>67.841633671238853</c:v>
                </c:pt>
                <c:pt idx="285">
                  <c:v>65.518136419011526</c:v>
                </c:pt>
                <c:pt idx="286">
                  <c:v>68.677225301090743</c:v>
                </c:pt>
                <c:pt idx="287">
                  <c:v>66.439910335294243</c:v>
                </c:pt>
                <c:pt idx="288">
                  <c:v>65.961789991411976</c:v>
                </c:pt>
                <c:pt idx="289">
                  <c:v>70.678808807194386</c:v>
                </c:pt>
                <c:pt idx="290">
                  <c:v>72.294343279974896</c:v>
                </c:pt>
                <c:pt idx="291">
                  <c:v>73.044413994830293</c:v>
                </c:pt>
                <c:pt idx="292">
                  <c:v>73.562385468672545</c:v>
                </c:pt>
                <c:pt idx="293">
                  <c:v>75.21390439264475</c:v>
                </c:pt>
                <c:pt idx="294">
                  <c:v>74.944745755092583</c:v>
                </c:pt>
                <c:pt idx="295">
                  <c:v>73.40190470046727</c:v>
                </c:pt>
                <c:pt idx="296">
                  <c:v>75.025375643640089</c:v>
                </c:pt>
                <c:pt idx="297">
                  <c:v>75.05349875722996</c:v>
                </c:pt>
                <c:pt idx="298">
                  <c:v>75.604436875883252</c:v>
                </c:pt>
                <c:pt idx="299">
                  <c:v>77.199939187583539</c:v>
                </c:pt>
                <c:pt idx="300">
                  <c:v>80.390057618882253</c:v>
                </c:pt>
                <c:pt idx="301">
                  <c:v>77.499885834413433</c:v>
                </c:pt>
                <c:pt idx="302">
                  <c:v>77.70594852003839</c:v>
                </c:pt>
                <c:pt idx="303">
                  <c:v>78.434826692202634</c:v>
                </c:pt>
                <c:pt idx="304">
                  <c:v>79.015009753669929</c:v>
                </c:pt>
                <c:pt idx="305">
                  <c:v>78.154558292571608</c:v>
                </c:pt>
                <c:pt idx="306">
                  <c:v>80.364609750983888</c:v>
                </c:pt>
                <c:pt idx="307">
                  <c:v>78.693449256190092</c:v>
                </c:pt>
                <c:pt idx="308">
                  <c:v>79.211992729957871</c:v>
                </c:pt>
                <c:pt idx="309">
                  <c:v>75.818031389663659</c:v>
                </c:pt>
                <c:pt idx="310">
                  <c:v>77.431446603651466</c:v>
                </c:pt>
                <c:pt idx="311">
                  <c:v>78.883212256688992</c:v>
                </c:pt>
                <c:pt idx="312">
                  <c:v>78.88438082637694</c:v>
                </c:pt>
                <c:pt idx="313">
                  <c:v>78.722414922376345</c:v>
                </c:pt>
                <c:pt idx="314">
                  <c:v>80.01541460847217</c:v>
                </c:pt>
                <c:pt idx="315">
                  <c:v>81.509757372835267</c:v>
                </c:pt>
                <c:pt idx="316">
                  <c:v>82.503143617615592</c:v>
                </c:pt>
                <c:pt idx="317">
                  <c:v>84.510375638384161</c:v>
                </c:pt>
                <c:pt idx="318">
                  <c:v>85.108971590287609</c:v>
                </c:pt>
                <c:pt idx="319">
                  <c:v>85.630894157798807</c:v>
                </c:pt>
                <c:pt idx="320">
                  <c:v>87.261090556161264</c:v>
                </c:pt>
                <c:pt idx="321">
                  <c:v>87.075991491829029</c:v>
                </c:pt>
                <c:pt idx="322">
                  <c:v>85.983930311663144</c:v>
                </c:pt>
                <c:pt idx="323">
                  <c:v>86.321127047451625</c:v>
                </c:pt>
                <c:pt idx="324">
                  <c:v>84.176191464430403</c:v>
                </c:pt>
                <c:pt idx="325">
                  <c:v>85.28639325635443</c:v>
                </c:pt>
                <c:pt idx="326">
                  <c:v>84.323620652128909</c:v>
                </c:pt>
                <c:pt idx="327">
                  <c:v>84.408148846702687</c:v>
                </c:pt>
                <c:pt idx="328">
                  <c:v>84.022818422864688</c:v>
                </c:pt>
                <c:pt idx="329">
                  <c:v>85.185071403131033</c:v>
                </c:pt>
                <c:pt idx="330">
                  <c:v>87.446533838309733</c:v>
                </c:pt>
                <c:pt idx="331">
                  <c:v>88.127135594114449</c:v>
                </c:pt>
                <c:pt idx="332">
                  <c:v>89.370348949326456</c:v>
                </c:pt>
                <c:pt idx="333">
                  <c:v>88.627437654551898</c:v>
                </c:pt>
                <c:pt idx="334">
                  <c:v>88.109301570975518</c:v>
                </c:pt>
                <c:pt idx="335">
                  <c:v>89.460427325755461</c:v>
                </c:pt>
                <c:pt idx="336">
                  <c:v>88.310629305048877</c:v>
                </c:pt>
                <c:pt idx="337">
                  <c:v>88.059488585703477</c:v>
                </c:pt>
                <c:pt idx="338">
                  <c:v>87.968685742703755</c:v>
                </c:pt>
                <c:pt idx="339">
                  <c:v>88.894250668959856</c:v>
                </c:pt>
                <c:pt idx="340">
                  <c:v>90.248220952069346</c:v>
                </c:pt>
                <c:pt idx="341">
                  <c:v>91.266604180030484</c:v>
                </c:pt>
                <c:pt idx="342">
                  <c:v>90.60968961480836</c:v>
                </c:pt>
                <c:pt idx="343">
                  <c:v>89.464914649150472</c:v>
                </c:pt>
                <c:pt idx="344">
                  <c:v>90.123540780412597</c:v>
                </c:pt>
                <c:pt idx="345">
                  <c:v>89.845514403984055</c:v>
                </c:pt>
                <c:pt idx="346">
                  <c:v>90.816368008450979</c:v>
                </c:pt>
                <c:pt idx="347">
                  <c:v>87.912054256798086</c:v>
                </c:pt>
                <c:pt idx="348">
                  <c:v>90.296076389195065</c:v>
                </c:pt>
                <c:pt idx="349">
                  <c:v>90.821314739760027</c:v>
                </c:pt>
                <c:pt idx="350">
                  <c:v>92.602915965023783</c:v>
                </c:pt>
                <c:pt idx="351">
                  <c:v>92.676488160806571</c:v>
                </c:pt>
                <c:pt idx="352">
                  <c:v>93.295332257223407</c:v>
                </c:pt>
                <c:pt idx="353">
                  <c:v>93.040933020988064</c:v>
                </c:pt>
                <c:pt idx="354">
                  <c:v>93.082382333783215</c:v>
                </c:pt>
                <c:pt idx="355">
                  <c:v>94.456777657444178</c:v>
                </c:pt>
                <c:pt idx="356">
                  <c:v>93.88030925948955</c:v>
                </c:pt>
                <c:pt idx="357">
                  <c:v>92.671771879126794</c:v>
                </c:pt>
                <c:pt idx="358">
                  <c:v>92.499187454372418</c:v>
                </c:pt>
                <c:pt idx="359">
                  <c:v>91.068285434068358</c:v>
                </c:pt>
                <c:pt idx="360">
                  <c:v>92.524702994388122</c:v>
                </c:pt>
                <c:pt idx="361">
                  <c:v>93.068655393345438</c:v>
                </c:pt>
                <c:pt idx="362">
                  <c:v>93.080344955820863</c:v>
                </c:pt>
                <c:pt idx="363">
                  <c:v>93.292611991315894</c:v>
                </c:pt>
                <c:pt idx="364">
                  <c:v>93.708561961959276</c:v>
                </c:pt>
                <c:pt idx="365">
                  <c:v>93.682832325598596</c:v>
                </c:pt>
                <c:pt idx="366">
                  <c:v>93.700082833525386</c:v>
                </c:pt>
                <c:pt idx="367">
                  <c:v>94.277303050828607</c:v>
                </c:pt>
                <c:pt idx="368">
                  <c:v>93.373454949856452</c:v>
                </c:pt>
                <c:pt idx="369">
                  <c:v>93.869779541210747</c:v>
                </c:pt>
                <c:pt idx="370">
                  <c:v>95.012248934820533</c:v>
                </c:pt>
                <c:pt idx="371">
                  <c:v>95.539438660424508</c:v>
                </c:pt>
                <c:pt idx="372">
                  <c:v>95.134782006313429</c:v>
                </c:pt>
                <c:pt idx="373">
                  <c:v>95.516155183318119</c:v>
                </c:pt>
                <c:pt idx="374">
                  <c:v>95.560367413831045</c:v>
                </c:pt>
                <c:pt idx="375">
                  <c:v>95.703809261665555</c:v>
                </c:pt>
                <c:pt idx="376">
                  <c:v>95.842238428147084</c:v>
                </c:pt>
                <c:pt idx="377">
                  <c:v>95.55056968132908</c:v>
                </c:pt>
                <c:pt idx="378">
                  <c:v>97.310591490914973</c:v>
                </c:pt>
                <c:pt idx="379">
                  <c:v>94.27965937395642</c:v>
                </c:pt>
                <c:pt idx="380">
                  <c:v>96.469297356472453</c:v>
                </c:pt>
                <c:pt idx="381">
                  <c:v>97.206689479796154</c:v>
                </c:pt>
                <c:pt idx="382">
                  <c:v>96.699321796978381</c:v>
                </c:pt>
                <c:pt idx="383">
                  <c:v>94.812666198014398</c:v>
                </c:pt>
                <c:pt idx="384">
                  <c:v>94.355204539311572</c:v>
                </c:pt>
                <c:pt idx="385">
                  <c:v>93.243614234519939</c:v>
                </c:pt>
                <c:pt idx="386">
                  <c:v>93.269257201504502</c:v>
                </c:pt>
                <c:pt idx="387">
                  <c:v>95.807868052258385</c:v>
                </c:pt>
                <c:pt idx="388">
                  <c:v>95.577269284410008</c:v>
                </c:pt>
                <c:pt idx="389">
                  <c:v>95.108120041606355</c:v>
                </c:pt>
                <c:pt idx="390">
                  <c:v>95.985746844500611</c:v>
                </c:pt>
                <c:pt idx="391">
                  <c:v>95.716228086010673</c:v>
                </c:pt>
                <c:pt idx="392">
                  <c:v>95.029626672233306</c:v>
                </c:pt>
                <c:pt idx="393">
                  <c:v>96.308846342000777</c:v>
                </c:pt>
                <c:pt idx="394">
                  <c:v>93.442870593909518</c:v>
                </c:pt>
                <c:pt idx="395">
                  <c:v>91.729509851533606</c:v>
                </c:pt>
                <c:pt idx="396">
                  <c:v>90.492385010779259</c:v>
                </c:pt>
                <c:pt idx="397">
                  <c:v>87.830564381077636</c:v>
                </c:pt>
                <c:pt idx="398">
                  <c:v>90.725166053578192</c:v>
                </c:pt>
                <c:pt idx="399">
                  <c:v>92.751484881458424</c:v>
                </c:pt>
                <c:pt idx="400">
                  <c:v>92.058287806653453</c:v>
                </c:pt>
                <c:pt idx="401">
                  <c:v>91.567245060051278</c:v>
                </c:pt>
                <c:pt idx="402">
                  <c:v>92.688134653873703</c:v>
                </c:pt>
                <c:pt idx="403">
                  <c:v>92.363119934799002</c:v>
                </c:pt>
                <c:pt idx="404">
                  <c:v>92.570983082665364</c:v>
                </c:pt>
                <c:pt idx="405">
                  <c:v>92.938501453044367</c:v>
                </c:pt>
                <c:pt idx="406">
                  <c:v>93.019218271360728</c:v>
                </c:pt>
                <c:pt idx="407">
                  <c:v>93.444977542817099</c:v>
                </c:pt>
                <c:pt idx="408">
                  <c:v>92.884745078307901</c:v>
                </c:pt>
                <c:pt idx="409">
                  <c:v>92.913317894067802</c:v>
                </c:pt>
                <c:pt idx="410">
                  <c:v>92.853535482100668</c:v>
                </c:pt>
                <c:pt idx="411">
                  <c:v>91.128187063945703</c:v>
                </c:pt>
                <c:pt idx="412">
                  <c:v>91.926438551308834</c:v>
                </c:pt>
                <c:pt idx="413">
                  <c:v>92.332598353797877</c:v>
                </c:pt>
                <c:pt idx="414">
                  <c:v>92.511679449894771</c:v>
                </c:pt>
                <c:pt idx="415">
                  <c:v>93.654203652992649</c:v>
                </c:pt>
                <c:pt idx="416">
                  <c:v>93.970685209138992</c:v>
                </c:pt>
                <c:pt idx="417">
                  <c:v>92.606896405722651</c:v>
                </c:pt>
                <c:pt idx="418">
                  <c:v>93.912259037799316</c:v>
                </c:pt>
                <c:pt idx="419">
                  <c:v>93.411331785547773</c:v>
                </c:pt>
                <c:pt idx="420">
                  <c:v>92.63846229111752</c:v>
                </c:pt>
                <c:pt idx="421">
                  <c:v>92.794124794967345</c:v>
                </c:pt>
                <c:pt idx="422">
                  <c:v>91.445239070256832</c:v>
                </c:pt>
                <c:pt idx="423">
                  <c:v>91.781115356956661</c:v>
                </c:pt>
                <c:pt idx="424">
                  <c:v>91.622779277762248</c:v>
                </c:pt>
                <c:pt idx="425">
                  <c:v>94.003220444232497</c:v>
                </c:pt>
                <c:pt idx="426">
                  <c:v>94.476523752735531</c:v>
                </c:pt>
                <c:pt idx="427">
                  <c:v>96.235900837993256</c:v>
                </c:pt>
                <c:pt idx="428">
                  <c:v>97.70061871371486</c:v>
                </c:pt>
                <c:pt idx="429">
                  <c:v>98.624003759711499</c:v>
                </c:pt>
                <c:pt idx="430">
                  <c:v>98.517568793894782</c:v>
                </c:pt>
                <c:pt idx="431">
                  <c:v>98.554529000152655</c:v>
                </c:pt>
                <c:pt idx="432">
                  <c:v>99.070755819566017</c:v>
                </c:pt>
                <c:pt idx="433">
                  <c:v>100.915833388362</c:v>
                </c:pt>
                <c:pt idx="434">
                  <c:v>100.13281516421952</c:v>
                </c:pt>
                <c:pt idx="435">
                  <c:v>100.71308556642893</c:v>
                </c:pt>
                <c:pt idx="436">
                  <c:v>101.66168116844797</c:v>
                </c:pt>
                <c:pt idx="437">
                  <c:v>102.17114389096801</c:v>
                </c:pt>
                <c:pt idx="438">
                  <c:v>101.02379209161563</c:v>
                </c:pt>
                <c:pt idx="439">
                  <c:v>101.7427751600476</c:v>
                </c:pt>
                <c:pt idx="440">
                  <c:v>101.53968097370704</c:v>
                </c:pt>
                <c:pt idx="441">
                  <c:v>103.74052066326384</c:v>
                </c:pt>
                <c:pt idx="442">
                  <c:v>104.28387228145479</c:v>
                </c:pt>
                <c:pt idx="443">
                  <c:v>106.06138399408147</c:v>
                </c:pt>
                <c:pt idx="444">
                  <c:v>107.16803301960884</c:v>
                </c:pt>
                <c:pt idx="445">
                  <c:v>107.2607280171875</c:v>
                </c:pt>
                <c:pt idx="446">
                  <c:v>107.9973006607744</c:v>
                </c:pt>
                <c:pt idx="447">
                  <c:v>107.18457537992597</c:v>
                </c:pt>
                <c:pt idx="448">
                  <c:v>107.83465174001749</c:v>
                </c:pt>
                <c:pt idx="449">
                  <c:v>108.91711343401809</c:v>
                </c:pt>
                <c:pt idx="450">
                  <c:v>109.86375918238723</c:v>
                </c:pt>
                <c:pt idx="451">
                  <c:v>109.80474763630099</c:v>
                </c:pt>
                <c:pt idx="452">
                  <c:v>109.4018043676772</c:v>
                </c:pt>
                <c:pt idx="453">
                  <c:v>104.57311470663494</c:v>
                </c:pt>
                <c:pt idx="454">
                  <c:v>105.74857815009165</c:v>
                </c:pt>
                <c:pt idx="455">
                  <c:v>106.52118240601126</c:v>
                </c:pt>
                <c:pt idx="456">
                  <c:v>107.59386736768525</c:v>
                </c:pt>
                <c:pt idx="457">
                  <c:v>108.64575234395282</c:v>
                </c:pt>
                <c:pt idx="458">
                  <c:v>108.32186685690998</c:v>
                </c:pt>
                <c:pt idx="459">
                  <c:v>109.02906636072829</c:v>
                </c:pt>
                <c:pt idx="460">
                  <c:v>108.48529531367471</c:v>
                </c:pt>
                <c:pt idx="461">
                  <c:v>109.17615197181655</c:v>
                </c:pt>
                <c:pt idx="462">
                  <c:v>111.63364232673464</c:v>
                </c:pt>
                <c:pt idx="463">
                  <c:v>111.20333221584912</c:v>
                </c:pt>
                <c:pt idx="464">
                  <c:v>111.82284565633509</c:v>
                </c:pt>
                <c:pt idx="465">
                  <c:v>112.97770791233235</c:v>
                </c:pt>
                <c:pt idx="466">
                  <c:v>114.65179758507119</c:v>
                </c:pt>
                <c:pt idx="467">
                  <c:v>114.04866365363954</c:v>
                </c:pt>
                <c:pt idx="468">
                  <c:v>115.93151248043347</c:v>
                </c:pt>
                <c:pt idx="469">
                  <c:v>116.77006609211058</c:v>
                </c:pt>
                <c:pt idx="470">
                  <c:v>117.65796310887377</c:v>
                </c:pt>
                <c:pt idx="471">
                  <c:v>116.85077752933823</c:v>
                </c:pt>
                <c:pt idx="472">
                  <c:v>115.34150441932543</c:v>
                </c:pt>
                <c:pt idx="473">
                  <c:v>117.2729910813097</c:v>
                </c:pt>
                <c:pt idx="474">
                  <c:v>118.23285143735171</c:v>
                </c:pt>
                <c:pt idx="475">
                  <c:v>117.38448756389248</c:v>
                </c:pt>
                <c:pt idx="476">
                  <c:v>116.03304773104652</c:v>
                </c:pt>
                <c:pt idx="477">
                  <c:v>114.3347090682872</c:v>
                </c:pt>
                <c:pt idx="478">
                  <c:v>112.90683932918581</c:v>
                </c:pt>
                <c:pt idx="479">
                  <c:v>112.36166615796466</c:v>
                </c:pt>
                <c:pt idx="480">
                  <c:v>110.39444599597464</c:v>
                </c:pt>
                <c:pt idx="481">
                  <c:v>115.74648563539267</c:v>
                </c:pt>
                <c:pt idx="482">
                  <c:v>120.7993857760643</c:v>
                </c:pt>
                <c:pt idx="483">
                  <c:v>121.77677229642948</c:v>
                </c:pt>
                <c:pt idx="484">
                  <c:v>120.97108929050509</c:v>
                </c:pt>
                <c:pt idx="485">
                  <c:v>123.43804397079764</c:v>
                </c:pt>
                <c:pt idx="486">
                  <c:v>123.78516929950993</c:v>
                </c:pt>
                <c:pt idx="487">
                  <c:v>123.56233998828957</c:v>
                </c:pt>
                <c:pt idx="488">
                  <c:v>124.59346401481429</c:v>
                </c:pt>
                <c:pt idx="489">
                  <c:v>123.76845582309603</c:v>
                </c:pt>
                <c:pt idx="490">
                  <c:v>124.54424943509301</c:v>
                </c:pt>
                <c:pt idx="491">
                  <c:v>125.99711885863893</c:v>
                </c:pt>
                <c:pt idx="492">
                  <c:v>126.33442035266526</c:v>
                </c:pt>
                <c:pt idx="493">
                  <c:v>126.78212440672019</c:v>
                </c:pt>
                <c:pt idx="494">
                  <c:v>125.44321108718441</c:v>
                </c:pt>
                <c:pt idx="495">
                  <c:v>123.57159306290968</c:v>
                </c:pt>
                <c:pt idx="496">
                  <c:v>124.95535562591024</c:v>
                </c:pt>
                <c:pt idx="497">
                  <c:v>126.88846500650607</c:v>
                </c:pt>
                <c:pt idx="498">
                  <c:v>123.42764525658167</c:v>
                </c:pt>
                <c:pt idx="499">
                  <c:v>124.93752740879367</c:v>
                </c:pt>
                <c:pt idx="500">
                  <c:v>126.19387180695266</c:v>
                </c:pt>
                <c:pt idx="501">
                  <c:v>128.54780330982456</c:v>
                </c:pt>
                <c:pt idx="502">
                  <c:v>129.09902655494494</c:v>
                </c:pt>
                <c:pt idx="503">
                  <c:v>127.94968243307572</c:v>
                </c:pt>
                <c:pt idx="504">
                  <c:v>128.28621980627824</c:v>
                </c:pt>
                <c:pt idx="505">
                  <c:v>127.41114404359219</c:v>
                </c:pt>
                <c:pt idx="506">
                  <c:v>127.92780220283228</c:v>
                </c:pt>
                <c:pt idx="507">
                  <c:v>127.7140266620714</c:v>
                </c:pt>
                <c:pt idx="508">
                  <c:v>126.7648766262087</c:v>
                </c:pt>
                <c:pt idx="509">
                  <c:v>127.03450381250968</c:v>
                </c:pt>
                <c:pt idx="510">
                  <c:v>123.93552712636662</c:v>
                </c:pt>
                <c:pt idx="511">
                  <c:v>124.96143207709186</c:v>
                </c:pt>
                <c:pt idx="512">
                  <c:v>125.26838773263005</c:v>
                </c:pt>
                <c:pt idx="513">
                  <c:v>126.26258398159106</c:v>
                </c:pt>
                <c:pt idx="514">
                  <c:v>123.25453906808113</c:v>
                </c:pt>
                <c:pt idx="515">
                  <c:v>120.64505871721549</c:v>
                </c:pt>
                <c:pt idx="516">
                  <c:v>122.47348669137189</c:v>
                </c:pt>
                <c:pt idx="517">
                  <c:v>123.26258767707705</c:v>
                </c:pt>
                <c:pt idx="518">
                  <c:v>121.9757260527242</c:v>
                </c:pt>
                <c:pt idx="519">
                  <c:v>123.8093803098396</c:v>
                </c:pt>
                <c:pt idx="520">
                  <c:v>122.24713205496531</c:v>
                </c:pt>
                <c:pt idx="521">
                  <c:v>122.93160782010172</c:v>
                </c:pt>
                <c:pt idx="522">
                  <c:v>123.19464834609265</c:v>
                </c:pt>
                <c:pt idx="523">
                  <c:v>121.47973842632527</c:v>
                </c:pt>
                <c:pt idx="524">
                  <c:v>115.89990139483412</c:v>
                </c:pt>
                <c:pt idx="525">
                  <c:v>117.44138407428268</c:v>
                </c:pt>
                <c:pt idx="526">
                  <c:v>118.92595498020586</c:v>
                </c:pt>
                <c:pt idx="527">
                  <c:v>115.3887823626721</c:v>
                </c:pt>
                <c:pt idx="528">
                  <c:v>115.55339813268448</c:v>
                </c:pt>
                <c:pt idx="529">
                  <c:v>115.51670808175869</c:v>
                </c:pt>
                <c:pt idx="530">
                  <c:v>115.13514156935192</c:v>
                </c:pt>
                <c:pt idx="531">
                  <c:v>119.84821172238171</c:v>
                </c:pt>
                <c:pt idx="532">
                  <c:v>120.45996230075272</c:v>
                </c:pt>
                <c:pt idx="533">
                  <c:v>120.0932347975065</c:v>
                </c:pt>
                <c:pt idx="534">
                  <c:v>120.39326247686698</c:v>
                </c:pt>
                <c:pt idx="535">
                  <c:v>120.52163315320988</c:v>
                </c:pt>
                <c:pt idx="536">
                  <c:v>121.12617312184747</c:v>
                </c:pt>
                <c:pt idx="537">
                  <c:v>122.15937240225189</c:v>
                </c:pt>
                <c:pt idx="538">
                  <c:v>124.06471652533432</c:v>
                </c:pt>
                <c:pt idx="539">
                  <c:v>124.99443708938296</c:v>
                </c:pt>
                <c:pt idx="540">
                  <c:v>123.79480890793045</c:v>
                </c:pt>
                <c:pt idx="541">
                  <c:v>123.30527260769644</c:v>
                </c:pt>
                <c:pt idx="542">
                  <c:v>124.23792209555936</c:v>
                </c:pt>
                <c:pt idx="543">
                  <c:v>126.07062824897361</c:v>
                </c:pt>
                <c:pt idx="544">
                  <c:v>125.97822902373321</c:v>
                </c:pt>
                <c:pt idx="545">
                  <c:v>124.99413999360495</c:v>
                </c:pt>
                <c:pt idx="546">
                  <c:v>125.98915026753325</c:v>
                </c:pt>
                <c:pt idx="547">
                  <c:v>126.76563036013951</c:v>
                </c:pt>
                <c:pt idx="548">
                  <c:v>127.01858016452935</c:v>
                </c:pt>
                <c:pt idx="549">
                  <c:v>127.05623761491908</c:v>
                </c:pt>
                <c:pt idx="550">
                  <c:v>128.95869200860778</c:v>
                </c:pt>
                <c:pt idx="551">
                  <c:v>130.38214363333924</c:v>
                </c:pt>
                <c:pt idx="552">
                  <c:v>130.58154797624692</c:v>
                </c:pt>
                <c:pt idx="553">
                  <c:v>130.74511030220484</c:v>
                </c:pt>
                <c:pt idx="554">
                  <c:v>132.41622152311567</c:v>
                </c:pt>
                <c:pt idx="555">
                  <c:v>133.13161435435725</c:v>
                </c:pt>
                <c:pt idx="556">
                  <c:v>135.71409245856671</c:v>
                </c:pt>
                <c:pt idx="557">
                  <c:v>135.68688396609207</c:v>
                </c:pt>
                <c:pt idx="558">
                  <c:v>134.4038211551092</c:v>
                </c:pt>
                <c:pt idx="559">
                  <c:v>134.38811408280441</c:v>
                </c:pt>
                <c:pt idx="560">
                  <c:v>134.0254775435277</c:v>
                </c:pt>
                <c:pt idx="561">
                  <c:v>133.97217228536621</c:v>
                </c:pt>
                <c:pt idx="562">
                  <c:v>132.20164127044356</c:v>
                </c:pt>
                <c:pt idx="563">
                  <c:v>130.62226317153193</c:v>
                </c:pt>
                <c:pt idx="564">
                  <c:v>129.46840762210132</c:v>
                </c:pt>
                <c:pt idx="565">
                  <c:v>130.35501696360134</c:v>
                </c:pt>
                <c:pt idx="566">
                  <c:v>130.9474022845406</c:v>
                </c:pt>
                <c:pt idx="567">
                  <c:v>129.54069917605088</c:v>
                </c:pt>
                <c:pt idx="568">
                  <c:v>129.02572880326707</c:v>
                </c:pt>
                <c:pt idx="569">
                  <c:v>129.25529695441517</c:v>
                </c:pt>
                <c:pt idx="570">
                  <c:v>128.93684973408418</c:v>
                </c:pt>
                <c:pt idx="571">
                  <c:v>128.55303177365948</c:v>
                </c:pt>
                <c:pt idx="572">
                  <c:v>128.01423141800146</c:v>
                </c:pt>
                <c:pt idx="573">
                  <c:v>127.57963052815431</c:v>
                </c:pt>
                <c:pt idx="574">
                  <c:v>127.90246019395052</c:v>
                </c:pt>
                <c:pt idx="575">
                  <c:v>128.89306081228412</c:v>
                </c:pt>
                <c:pt idx="576">
                  <c:v>128.99472742187876</c:v>
                </c:pt>
                <c:pt idx="577">
                  <c:v>128.4444040096736</c:v>
                </c:pt>
                <c:pt idx="578">
                  <c:v>127.75695763280552</c:v>
                </c:pt>
                <c:pt idx="579">
                  <c:v>128.06560644477184</c:v>
                </c:pt>
                <c:pt idx="580">
                  <c:v>128.84708712384986</c:v>
                </c:pt>
                <c:pt idx="581">
                  <c:v>129.50612158294152</c:v>
                </c:pt>
                <c:pt idx="582">
                  <c:v>129.47774633818264</c:v>
                </c:pt>
                <c:pt idx="583">
                  <c:v>130.1216192658471</c:v>
                </c:pt>
                <c:pt idx="584">
                  <c:v>130.99160013006406</c:v>
                </c:pt>
                <c:pt idx="585">
                  <c:v>130.163889572139</c:v>
                </c:pt>
                <c:pt idx="586">
                  <c:v>129.28145477506135</c:v>
                </c:pt>
                <c:pt idx="587">
                  <c:v>132.2611671144688</c:v>
                </c:pt>
                <c:pt idx="588">
                  <c:v>131.32650688155215</c:v>
                </c:pt>
                <c:pt idx="589">
                  <c:v>130.98063910321508</c:v>
                </c:pt>
                <c:pt idx="590">
                  <c:v>130.15528836153902</c:v>
                </c:pt>
                <c:pt idx="591">
                  <c:v>130.16624572552112</c:v>
                </c:pt>
                <c:pt idx="592">
                  <c:v>130.51366546148026</c:v>
                </c:pt>
                <c:pt idx="593">
                  <c:v>132.65333481831084</c:v>
                </c:pt>
                <c:pt idx="594">
                  <c:v>134.37204908685004</c:v>
                </c:pt>
                <c:pt idx="595">
                  <c:v>133.71007738968908</c:v>
                </c:pt>
                <c:pt idx="596">
                  <c:v>134.18062720003743</c:v>
                </c:pt>
                <c:pt idx="597">
                  <c:v>133.57086638838035</c:v>
                </c:pt>
                <c:pt idx="598">
                  <c:v>132.26561286464113</c:v>
                </c:pt>
                <c:pt idx="599">
                  <c:v>131.63278297548672</c:v>
                </c:pt>
                <c:pt idx="600">
                  <c:v>132.28625471905758</c:v>
                </c:pt>
                <c:pt idx="601">
                  <c:v>133.719982002233</c:v>
                </c:pt>
                <c:pt idx="602">
                  <c:v>134.7784282045408</c:v>
                </c:pt>
                <c:pt idx="603">
                  <c:v>134.90389136229163</c:v>
                </c:pt>
                <c:pt idx="604">
                  <c:v>134.87437061929143</c:v>
                </c:pt>
                <c:pt idx="605">
                  <c:v>135.00445483927189</c:v>
                </c:pt>
                <c:pt idx="606">
                  <c:v>132.34241059888211</c:v>
                </c:pt>
                <c:pt idx="607">
                  <c:v>132.08725333219024</c:v>
                </c:pt>
                <c:pt idx="608">
                  <c:v>133.90372165673159</c:v>
                </c:pt>
                <c:pt idx="609">
                  <c:v>133.60709544142944</c:v>
                </c:pt>
                <c:pt idx="610">
                  <c:v>138.47971972933075</c:v>
                </c:pt>
                <c:pt idx="611">
                  <c:v>142.12660077086852</c:v>
                </c:pt>
                <c:pt idx="612">
                  <c:v>143.50795919832797</c:v>
                </c:pt>
                <c:pt idx="613">
                  <c:v>145.22150501693926</c:v>
                </c:pt>
                <c:pt idx="614">
                  <c:v>145.52513331111425</c:v>
                </c:pt>
                <c:pt idx="615">
                  <c:v>145.05820088018575</c:v>
                </c:pt>
                <c:pt idx="616">
                  <c:v>143.92360169297939</c:v>
                </c:pt>
                <c:pt idx="617">
                  <c:v>144.42014785623155</c:v>
                </c:pt>
                <c:pt idx="618">
                  <c:v>144.13738546373466</c:v>
                </c:pt>
                <c:pt idx="619">
                  <c:v>144.84713712390175</c:v>
                </c:pt>
                <c:pt idx="620">
                  <c:v>146.8243277474686</c:v>
                </c:pt>
                <c:pt idx="621">
                  <c:v>147.97941893185725</c:v>
                </c:pt>
                <c:pt idx="622">
                  <c:v>147.16454550298985</c:v>
                </c:pt>
                <c:pt idx="623">
                  <c:v>146.70998820709247</c:v>
                </c:pt>
                <c:pt idx="624">
                  <c:v>149.34778973940035</c:v>
                </c:pt>
                <c:pt idx="625">
                  <c:v>148.77240903801678</c:v>
                </c:pt>
                <c:pt idx="626">
                  <c:v>149.53012563868899</c:v>
                </c:pt>
                <c:pt idx="627">
                  <c:v>149.37744470682142</c:v>
                </c:pt>
                <c:pt idx="628">
                  <c:v>149.18905899438164</c:v>
                </c:pt>
                <c:pt idx="629">
                  <c:v>148.43596718136163</c:v>
                </c:pt>
                <c:pt idx="630">
                  <c:v>148.34792344127212</c:v>
                </c:pt>
                <c:pt idx="631">
                  <c:v>149.7484138940126</c:v>
                </c:pt>
                <c:pt idx="632">
                  <c:v>150.82843585449294</c:v>
                </c:pt>
                <c:pt idx="633">
                  <c:v>148.72345940857781</c:v>
                </c:pt>
                <c:pt idx="634">
                  <c:v>149.06192652260495</c:v>
                </c:pt>
                <c:pt idx="635">
                  <c:v>149.82495850280702</c:v>
                </c:pt>
                <c:pt idx="636">
                  <c:v>150.5371085246783</c:v>
                </c:pt>
                <c:pt idx="637">
                  <c:v>149.92252780531365</c:v>
                </c:pt>
                <c:pt idx="638">
                  <c:v>151.58441575745775</c:v>
                </c:pt>
                <c:pt idx="639">
                  <c:v>153.48996869498384</c:v>
                </c:pt>
                <c:pt idx="640">
                  <c:v>154.17205978615422</c:v>
                </c:pt>
                <c:pt idx="641">
                  <c:v>152.79512066588813</c:v>
                </c:pt>
                <c:pt idx="642">
                  <c:v>152.0058757644353</c:v>
                </c:pt>
                <c:pt idx="643">
                  <c:v>151.37527448098425</c:v>
                </c:pt>
                <c:pt idx="644">
                  <c:v>150.78324401825077</c:v>
                </c:pt>
                <c:pt idx="645">
                  <c:v>150.9365135803275</c:v>
                </c:pt>
                <c:pt idx="646">
                  <c:v>148.97859701854426</c:v>
                </c:pt>
                <c:pt idx="647">
                  <c:v>147.96179290461589</c:v>
                </c:pt>
                <c:pt idx="648">
                  <c:v>150.33085493812601</c:v>
                </c:pt>
                <c:pt idx="649">
                  <c:v>150.3214621928613</c:v>
                </c:pt>
                <c:pt idx="650">
                  <c:v>151.70515066267328</c:v>
                </c:pt>
                <c:pt idx="651">
                  <c:v>152.53754800330066</c:v>
                </c:pt>
                <c:pt idx="652">
                  <c:v>155.84139390094663</c:v>
                </c:pt>
                <c:pt idx="653">
                  <c:v>156.96033548766471</c:v>
                </c:pt>
                <c:pt idx="654">
                  <c:v>157.10486657745099</c:v>
                </c:pt>
                <c:pt idx="655">
                  <c:v>155.06745576466602</c:v>
                </c:pt>
                <c:pt idx="656">
                  <c:v>156.77674031799421</c:v>
                </c:pt>
                <c:pt idx="657">
                  <c:v>154.69106715139372</c:v>
                </c:pt>
                <c:pt idx="658">
                  <c:v>153.12568541215964</c:v>
                </c:pt>
                <c:pt idx="659">
                  <c:v>149.64491466406264</c:v>
                </c:pt>
                <c:pt idx="660">
                  <c:v>151.50762947005512</c:v>
                </c:pt>
                <c:pt idx="661">
                  <c:v>151.33847548961973</c:v>
                </c:pt>
                <c:pt idx="662">
                  <c:v>153.28545814582478</c:v>
                </c:pt>
                <c:pt idx="663">
                  <c:v>147.4754614533492</c:v>
                </c:pt>
                <c:pt idx="664">
                  <c:v>145.43263603289836</c:v>
                </c:pt>
                <c:pt idx="665">
                  <c:v>144.86059989860479</c:v>
                </c:pt>
                <c:pt idx="666">
                  <c:v>147.64668714885559</c:v>
                </c:pt>
                <c:pt idx="667">
                  <c:v>146.16439120003147</c:v>
                </c:pt>
                <c:pt idx="668">
                  <c:v>142.84275284924553</c:v>
                </c:pt>
                <c:pt idx="669">
                  <c:v>144.39101926257945</c:v>
                </c:pt>
                <c:pt idx="670">
                  <c:v>146.22317434890715</c:v>
                </c:pt>
                <c:pt idx="671">
                  <c:v>147.29288906114746</c:v>
                </c:pt>
                <c:pt idx="672">
                  <c:v>147.24793516041126</c:v>
                </c:pt>
                <c:pt idx="673">
                  <c:v>145.9719640497735</c:v>
                </c:pt>
                <c:pt idx="674">
                  <c:v>145.37069886126812</c:v>
                </c:pt>
                <c:pt idx="675">
                  <c:v>144.49509361815183</c:v>
                </c:pt>
                <c:pt idx="676">
                  <c:v>143.97615770065622</c:v>
                </c:pt>
                <c:pt idx="677">
                  <c:v>140.83970448587678</c:v>
                </c:pt>
                <c:pt idx="678">
                  <c:v>137.22569240865479</c:v>
                </c:pt>
                <c:pt idx="679">
                  <c:v>141.83349670760555</c:v>
                </c:pt>
                <c:pt idx="680">
                  <c:v>141.60718749419038</c:v>
                </c:pt>
                <c:pt idx="681">
                  <c:v>141.67972249849012</c:v>
                </c:pt>
                <c:pt idx="682">
                  <c:v>143.39735140030774</c:v>
                </c:pt>
                <c:pt idx="683">
                  <c:v>143.13477468474272</c:v>
                </c:pt>
                <c:pt idx="684">
                  <c:v>142.31077703589779</c:v>
                </c:pt>
                <c:pt idx="685">
                  <c:v>143.61640711329292</c:v>
                </c:pt>
                <c:pt idx="686">
                  <c:v>147.87912573264504</c:v>
                </c:pt>
                <c:pt idx="687">
                  <c:v>149.0807841601536</c:v>
                </c:pt>
                <c:pt idx="688">
                  <c:v>150.27068924193608</c:v>
                </c:pt>
                <c:pt idx="689">
                  <c:v>149.13717852019289</c:v>
                </c:pt>
                <c:pt idx="690">
                  <c:v>150.28766968499775</c:v>
                </c:pt>
                <c:pt idx="691">
                  <c:v>151.81570266375311</c:v>
                </c:pt>
                <c:pt idx="692">
                  <c:v>152.77242437493729</c:v>
                </c:pt>
                <c:pt idx="693">
                  <c:v>154.94301078528193</c:v>
                </c:pt>
                <c:pt idx="694">
                  <c:v>156.09487093631313</c:v>
                </c:pt>
                <c:pt idx="695">
                  <c:v>156.15774319929002</c:v>
                </c:pt>
                <c:pt idx="696">
                  <c:v>157.57524718353173</c:v>
                </c:pt>
                <c:pt idx="697">
                  <c:v>153.55622796160202</c:v>
                </c:pt>
                <c:pt idx="698">
                  <c:v>152.67914014263178</c:v>
                </c:pt>
                <c:pt idx="699">
                  <c:v>152.94651559816185</c:v>
                </c:pt>
                <c:pt idx="700">
                  <c:v>150.08990451847245</c:v>
                </c:pt>
                <c:pt idx="701">
                  <c:v>145.64190940211031</c:v>
                </c:pt>
                <c:pt idx="702">
                  <c:v>144.43775983744246</c:v>
                </c:pt>
                <c:pt idx="703">
                  <c:v>145.67004533915573</c:v>
                </c:pt>
                <c:pt idx="704">
                  <c:v>147.94429988935173</c:v>
                </c:pt>
                <c:pt idx="705">
                  <c:v>150.37765931897496</c:v>
                </c:pt>
                <c:pt idx="706">
                  <c:v>150.06742929437124</c:v>
                </c:pt>
                <c:pt idx="707">
                  <c:v>148.07896288880443</c:v>
                </c:pt>
                <c:pt idx="708">
                  <c:v>147.84528797940536</c:v>
                </c:pt>
                <c:pt idx="709">
                  <c:v>146.3016409548778</c:v>
                </c:pt>
                <c:pt idx="710">
                  <c:v>147.4774980984547</c:v>
                </c:pt>
                <c:pt idx="711">
                  <c:v>147.77071121529389</c:v>
                </c:pt>
                <c:pt idx="712">
                  <c:v>145.29877526209896</c:v>
                </c:pt>
                <c:pt idx="713">
                  <c:v>140.28413642537438</c:v>
                </c:pt>
                <c:pt idx="714">
                  <c:v>144.42090218119651</c:v>
                </c:pt>
                <c:pt idx="715">
                  <c:v>145.39266222019793</c:v>
                </c:pt>
                <c:pt idx="716">
                  <c:v>145.44405747989069</c:v>
                </c:pt>
                <c:pt idx="717">
                  <c:v>144.69887898555962</c:v>
                </c:pt>
                <c:pt idx="718">
                  <c:v>143.2468696391939</c:v>
                </c:pt>
                <c:pt idx="719">
                  <c:v>142.23303841620157</c:v>
                </c:pt>
                <c:pt idx="720">
                  <c:v>142.32810790419944</c:v>
                </c:pt>
                <c:pt idx="721">
                  <c:v>133.5271513642023</c:v>
                </c:pt>
                <c:pt idx="722">
                  <c:v>136.92097726029621</c:v>
                </c:pt>
                <c:pt idx="723">
                  <c:v>138.30538052453679</c:v>
                </c:pt>
                <c:pt idx="724">
                  <c:v>137.36706371552825</c:v>
                </c:pt>
                <c:pt idx="725">
                  <c:v>134.14023032851341</c:v>
                </c:pt>
                <c:pt idx="726">
                  <c:v>130.54523531095901</c:v>
                </c:pt>
                <c:pt idx="727">
                  <c:v>131.82088223142071</c:v>
                </c:pt>
                <c:pt idx="728">
                  <c:v>134.37067845217388</c:v>
                </c:pt>
                <c:pt idx="729">
                  <c:v>137.5627141842005</c:v>
                </c:pt>
                <c:pt idx="730">
                  <c:v>137.66136733315895</c:v>
                </c:pt>
                <c:pt idx="731">
                  <c:v>137.74034835079087</c:v>
                </c:pt>
                <c:pt idx="732">
                  <c:v>136.33046553051028</c:v>
                </c:pt>
                <c:pt idx="733">
                  <c:v>139.13811443101744</c:v>
                </c:pt>
                <c:pt idx="734">
                  <c:v>142.11168206640681</c:v>
                </c:pt>
                <c:pt idx="735">
                  <c:v>140.44581120006643</c:v>
                </c:pt>
                <c:pt idx="736">
                  <c:v>140.56929691054552</c:v>
                </c:pt>
                <c:pt idx="737">
                  <c:v>141.26274784113673</c:v>
                </c:pt>
                <c:pt idx="738">
                  <c:v>141.68882188774126</c:v>
                </c:pt>
                <c:pt idx="739">
                  <c:v>142.34910184818747</c:v>
                </c:pt>
                <c:pt idx="740">
                  <c:v>143.80904060582219</c:v>
                </c:pt>
                <c:pt idx="741">
                  <c:v>145.59394412726678</c:v>
                </c:pt>
                <c:pt idx="742">
                  <c:v>145.20029009391712</c:v>
                </c:pt>
                <c:pt idx="743">
                  <c:v>147.43389440507565</c:v>
                </c:pt>
                <c:pt idx="744">
                  <c:v>149.07003957087204</c:v>
                </c:pt>
                <c:pt idx="745">
                  <c:v>151.39869869995141</c:v>
                </c:pt>
                <c:pt idx="746">
                  <c:v>149.00448905132103</c:v>
                </c:pt>
                <c:pt idx="747">
                  <c:v>150.78100022756726</c:v>
                </c:pt>
                <c:pt idx="748">
                  <c:v>150.56052490397158</c:v>
                </c:pt>
                <c:pt idx="749">
                  <c:v>147.85479987009222</c:v>
                </c:pt>
                <c:pt idx="750">
                  <c:v>147.97397551871325</c:v>
                </c:pt>
                <c:pt idx="751">
                  <c:v>146.76078355310921</c:v>
                </c:pt>
                <c:pt idx="752">
                  <c:v>150.74588231481707</c:v>
                </c:pt>
                <c:pt idx="753">
                  <c:v>149.33884975011097</c:v>
                </c:pt>
                <c:pt idx="754">
                  <c:v>145.4908523386095</c:v>
                </c:pt>
                <c:pt idx="755">
                  <c:v>148.83355118562881</c:v>
                </c:pt>
                <c:pt idx="756">
                  <c:v>147.364288302023</c:v>
                </c:pt>
                <c:pt idx="757">
                  <c:v>149.07651481850044</c:v>
                </c:pt>
                <c:pt idx="758">
                  <c:v>147.16468509866201</c:v>
                </c:pt>
                <c:pt idx="759">
                  <c:v>146.97961985762177</c:v>
                </c:pt>
                <c:pt idx="760">
                  <c:v>143.80896593625604</c:v>
                </c:pt>
                <c:pt idx="761">
                  <c:v>143.57609845608968</c:v>
                </c:pt>
                <c:pt idx="762">
                  <c:v>140.95575750565772</c:v>
                </c:pt>
                <c:pt idx="763">
                  <c:v>136.64331459899546</c:v>
                </c:pt>
                <c:pt idx="764">
                  <c:v>135.79402142830889</c:v>
                </c:pt>
                <c:pt idx="765">
                  <c:v>132.26526480249484</c:v>
                </c:pt>
                <c:pt idx="766">
                  <c:v>132.38916528026755</c:v>
                </c:pt>
                <c:pt idx="767">
                  <c:v>133.16181228323111</c:v>
                </c:pt>
                <c:pt idx="768">
                  <c:v>136.5735609285976</c:v>
                </c:pt>
                <c:pt idx="769">
                  <c:v>135.63597064120813</c:v>
                </c:pt>
                <c:pt idx="770">
                  <c:v>132.69095128544194</c:v>
                </c:pt>
                <c:pt idx="771">
                  <c:v>135.81472526451788</c:v>
                </c:pt>
                <c:pt idx="772">
                  <c:v>134.82420576392931</c:v>
                </c:pt>
                <c:pt idx="773">
                  <c:v>133.93488521920077</c:v>
                </c:pt>
                <c:pt idx="774">
                  <c:v>134.16455844013004</c:v>
                </c:pt>
                <c:pt idx="775">
                  <c:v>133.99316515597678</c:v>
                </c:pt>
                <c:pt idx="776">
                  <c:v>137.35545636801191</c:v>
                </c:pt>
                <c:pt idx="777">
                  <c:v>137.73932933116049</c:v>
                </c:pt>
                <c:pt idx="778">
                  <c:v>137.2679023577366</c:v>
                </c:pt>
                <c:pt idx="779">
                  <c:v>138.1481161187458</c:v>
                </c:pt>
                <c:pt idx="780">
                  <c:v>137.16181809534189</c:v>
                </c:pt>
                <c:pt idx="781">
                  <c:v>136.41402908960211</c:v>
                </c:pt>
                <c:pt idx="782">
                  <c:v>136.0687019019752</c:v>
                </c:pt>
                <c:pt idx="783">
                  <c:v>134.9800797019069</c:v>
                </c:pt>
                <c:pt idx="784">
                  <c:v>136.24308245356642</c:v>
                </c:pt>
                <c:pt idx="785">
                  <c:v>134.80204260131899</c:v>
                </c:pt>
                <c:pt idx="786">
                  <c:v>131.11895698311341</c:v>
                </c:pt>
                <c:pt idx="787">
                  <c:v>131.43402885061838</c:v>
                </c:pt>
                <c:pt idx="788">
                  <c:v>131.02013781210437</c:v>
                </c:pt>
                <c:pt idx="789">
                  <c:v>127.60325933343076</c:v>
                </c:pt>
                <c:pt idx="790">
                  <c:v>126.34166209405663</c:v>
                </c:pt>
                <c:pt idx="791">
                  <c:v>124.83756125033668</c:v>
                </c:pt>
                <c:pt idx="792">
                  <c:v>127.45621557060198</c:v>
                </c:pt>
                <c:pt idx="793">
                  <c:v>125.26357298900406</c:v>
                </c:pt>
                <c:pt idx="794">
                  <c:v>125.58516009527928</c:v>
                </c:pt>
                <c:pt idx="795">
                  <c:v>126.62265229531778</c:v>
                </c:pt>
                <c:pt idx="796">
                  <c:v>128.10078126090616</c:v>
                </c:pt>
                <c:pt idx="797">
                  <c:v>128.29858552824911</c:v>
                </c:pt>
                <c:pt idx="798">
                  <c:v>128.74040293564673</c:v>
                </c:pt>
                <c:pt idx="799">
                  <c:v>128.35522390141139</c:v>
                </c:pt>
                <c:pt idx="800">
                  <c:v>125.90558707476124</c:v>
                </c:pt>
                <c:pt idx="801">
                  <c:v>126.50040351903395</c:v>
                </c:pt>
                <c:pt idx="802">
                  <c:v>126.70598662094309</c:v>
                </c:pt>
                <c:pt idx="803">
                  <c:v>126.69593420747323</c:v>
                </c:pt>
                <c:pt idx="804">
                  <c:v>128.11892613859951</c:v>
                </c:pt>
                <c:pt idx="805">
                  <c:v>129.23631193006182</c:v>
                </c:pt>
                <c:pt idx="806">
                  <c:v>128.63771737086779</c:v>
                </c:pt>
                <c:pt idx="807">
                  <c:v>127.842991883043</c:v>
                </c:pt>
                <c:pt idx="808">
                  <c:v>127.01522610917895</c:v>
                </c:pt>
                <c:pt idx="809">
                  <c:v>126.91193064798757</c:v>
                </c:pt>
                <c:pt idx="810">
                  <c:v>128.01172786593196</c:v>
                </c:pt>
                <c:pt idx="811">
                  <c:v>130.1479025527623</c:v>
                </c:pt>
                <c:pt idx="812">
                  <c:v>130.98730599044239</c:v>
                </c:pt>
                <c:pt idx="813">
                  <c:v>132.04038092718005</c:v>
                </c:pt>
                <c:pt idx="814">
                  <c:v>132.5739027589448</c:v>
                </c:pt>
                <c:pt idx="815">
                  <c:v>131.77471653929254</c:v>
                </c:pt>
                <c:pt idx="816">
                  <c:v>131.20691618419497</c:v>
                </c:pt>
                <c:pt idx="817">
                  <c:v>131.92764874894462</c:v>
                </c:pt>
                <c:pt idx="818">
                  <c:v>132.71905775825437</c:v>
                </c:pt>
                <c:pt idx="819">
                  <c:v>135.05948033920382</c:v>
                </c:pt>
                <c:pt idx="820">
                  <c:v>137.94703393751158</c:v>
                </c:pt>
                <c:pt idx="821">
                  <c:v>138.86414368805859</c:v>
                </c:pt>
                <c:pt idx="822">
                  <c:v>138.28698950308655</c:v>
                </c:pt>
                <c:pt idx="823">
                  <c:v>136.07326373635846</c:v>
                </c:pt>
                <c:pt idx="824">
                  <c:v>137.24547035865476</c:v>
                </c:pt>
                <c:pt idx="825">
                  <c:v>137.10756440748975</c:v>
                </c:pt>
                <c:pt idx="826">
                  <c:v>137.55866360887111</c:v>
                </c:pt>
                <c:pt idx="827">
                  <c:v>138.16248200435871</c:v>
                </c:pt>
                <c:pt idx="828">
                  <c:v>139.37469913623377</c:v>
                </c:pt>
                <c:pt idx="829">
                  <c:v>140.65475996110825</c:v>
                </c:pt>
                <c:pt idx="830">
                  <c:v>137.56923092045872</c:v>
                </c:pt>
                <c:pt idx="831">
                  <c:v>138.82089961199256</c:v>
                </c:pt>
                <c:pt idx="832">
                  <c:v>139.58178434918204</c:v>
                </c:pt>
                <c:pt idx="833">
                  <c:v>138.97620001389092</c:v>
                </c:pt>
                <c:pt idx="834">
                  <c:v>139.88239445241297</c:v>
                </c:pt>
                <c:pt idx="835">
                  <c:v>138.16972298824012</c:v>
                </c:pt>
                <c:pt idx="836">
                  <c:v>141.07331952241898</c:v>
                </c:pt>
                <c:pt idx="837">
                  <c:v>140.59506277673788</c:v>
                </c:pt>
                <c:pt idx="838">
                  <c:v>139.59131928975395</c:v>
                </c:pt>
                <c:pt idx="839">
                  <c:v>140.56717479373896</c:v>
                </c:pt>
                <c:pt idx="840">
                  <c:v>142.28277366958463</c:v>
                </c:pt>
                <c:pt idx="841">
                  <c:v>143.96394905051093</c:v>
                </c:pt>
                <c:pt idx="842">
                  <c:v>143.36141595095145</c:v>
                </c:pt>
                <c:pt idx="843">
                  <c:v>144.70378431012404</c:v>
                </c:pt>
                <c:pt idx="844">
                  <c:v>146.99887344211203</c:v>
                </c:pt>
                <c:pt idx="845">
                  <c:v>145.79924673468688</c:v>
                </c:pt>
                <c:pt idx="846">
                  <c:v>146.14498495357441</c:v>
                </c:pt>
                <c:pt idx="847">
                  <c:v>142.20149807266844</c:v>
                </c:pt>
                <c:pt idx="848">
                  <c:v>142.62207631999811</c:v>
                </c:pt>
                <c:pt idx="849">
                  <c:v>143.76337249397247</c:v>
                </c:pt>
                <c:pt idx="850">
                  <c:v>141.04535753776145</c:v>
                </c:pt>
                <c:pt idx="851">
                  <c:v>139.08974714241225</c:v>
                </c:pt>
                <c:pt idx="852">
                  <c:v>135.6617880049896</c:v>
                </c:pt>
                <c:pt idx="853">
                  <c:v>131.43423973804414</c:v>
                </c:pt>
                <c:pt idx="854">
                  <c:v>132.19476687028359</c:v>
                </c:pt>
                <c:pt idx="855">
                  <c:v>130.19826545407616</c:v>
                </c:pt>
                <c:pt idx="856">
                  <c:v>130.41016796277702</c:v>
                </c:pt>
                <c:pt idx="857">
                  <c:v>133.33886916326517</c:v>
                </c:pt>
                <c:pt idx="858">
                  <c:v>131.95781716717639</c:v>
                </c:pt>
                <c:pt idx="859">
                  <c:v>134.88708204287423</c:v>
                </c:pt>
                <c:pt idx="860">
                  <c:v>134.71455013611879</c:v>
                </c:pt>
                <c:pt idx="861">
                  <c:v>134.0537471494834</c:v>
                </c:pt>
                <c:pt idx="862">
                  <c:v>133.04892630959398</c:v>
                </c:pt>
                <c:pt idx="863">
                  <c:v>132.30993347971943</c:v>
                </c:pt>
                <c:pt idx="864">
                  <c:v>131.01191636152535</c:v>
                </c:pt>
                <c:pt idx="865">
                  <c:v>131.08151211915663</c:v>
                </c:pt>
                <c:pt idx="866">
                  <c:v>131.6133690176197</c:v>
                </c:pt>
                <c:pt idx="867">
                  <c:v>133.49412237620336</c:v>
                </c:pt>
                <c:pt idx="868">
                  <c:v>133.72940514717175</c:v>
                </c:pt>
                <c:pt idx="869">
                  <c:v>133.09162895606758</c:v>
                </c:pt>
                <c:pt idx="870">
                  <c:v>132.84862393706496</c:v>
                </c:pt>
                <c:pt idx="871">
                  <c:v>133.78828784082287</c:v>
                </c:pt>
                <c:pt idx="872">
                  <c:v>134.06542602974793</c:v>
                </c:pt>
                <c:pt idx="873">
                  <c:v>136.17624548637113</c:v>
                </c:pt>
                <c:pt idx="874">
                  <c:v>139.34718278936302</c:v>
                </c:pt>
                <c:pt idx="875">
                  <c:v>138.96413458843102</c:v>
                </c:pt>
                <c:pt idx="876">
                  <c:v>138.560371366678</c:v>
                </c:pt>
                <c:pt idx="877">
                  <c:v>140.00774350571314</c:v>
                </c:pt>
                <c:pt idx="878">
                  <c:v>141.44628184446242</c:v>
                </c:pt>
                <c:pt idx="879">
                  <c:v>141.69539718135326</c:v>
                </c:pt>
                <c:pt idx="880">
                  <c:v>140.11673813764094</c:v>
                </c:pt>
                <c:pt idx="881">
                  <c:v>143.19464817214848</c:v>
                </c:pt>
                <c:pt idx="882">
                  <c:v>142.35937581180775</c:v>
                </c:pt>
                <c:pt idx="883">
                  <c:v>142.30599138748792</c:v>
                </c:pt>
                <c:pt idx="884">
                  <c:v>141.96634801958172</c:v>
                </c:pt>
                <c:pt idx="885">
                  <c:v>141.28184499846577</c:v>
                </c:pt>
                <c:pt idx="886">
                  <c:v>140.57181296826164</c:v>
                </c:pt>
                <c:pt idx="887">
                  <c:v>141.14265468041543</c:v>
                </c:pt>
                <c:pt idx="888">
                  <c:v>141.02273460541812</c:v>
                </c:pt>
                <c:pt idx="889">
                  <c:v>142.50519503706116</c:v>
                </c:pt>
                <c:pt idx="890">
                  <c:v>143.49573595838496</c:v>
                </c:pt>
                <c:pt idx="891">
                  <c:v>144.77833869062272</c:v>
                </c:pt>
                <c:pt idx="892">
                  <c:v>144.51524562886271</c:v>
                </c:pt>
                <c:pt idx="893">
                  <c:v>146.42455535940783</c:v>
                </c:pt>
                <c:pt idx="894">
                  <c:v>147.86948289839427</c:v>
                </c:pt>
                <c:pt idx="895">
                  <c:v>147.7115513406743</c:v>
                </c:pt>
                <c:pt idx="896">
                  <c:v>146.54741001677749</c:v>
                </c:pt>
                <c:pt idx="897">
                  <c:v>145.27846786654024</c:v>
                </c:pt>
                <c:pt idx="898">
                  <c:v>144.33218349702076</c:v>
                </c:pt>
                <c:pt idx="899">
                  <c:v>145.27070921023312</c:v>
                </c:pt>
                <c:pt idx="900">
                  <c:v>144.40708268686922</c:v>
                </c:pt>
                <c:pt idx="901">
                  <c:v>144.14356906048309</c:v>
                </c:pt>
                <c:pt idx="902">
                  <c:v>144.48060044221975</c:v>
                </c:pt>
                <c:pt idx="903">
                  <c:v>145.45918178923836</c:v>
                </c:pt>
                <c:pt idx="904">
                  <c:v>144.1352721815847</c:v>
                </c:pt>
                <c:pt idx="905">
                  <c:v>142.04853943644591</c:v>
                </c:pt>
                <c:pt idx="906">
                  <c:v>143.98519673475576</c:v>
                </c:pt>
                <c:pt idx="907">
                  <c:v>143.20819089922759</c:v>
                </c:pt>
                <c:pt idx="908">
                  <c:v>141.15155743781412</c:v>
                </c:pt>
                <c:pt idx="909">
                  <c:v>140.56792282655363</c:v>
                </c:pt>
                <c:pt idx="910">
                  <c:v>136.49177420248898</c:v>
                </c:pt>
                <c:pt idx="911">
                  <c:v>138.36698114494513</c:v>
                </c:pt>
                <c:pt idx="912">
                  <c:v>139.61226677151623</c:v>
                </c:pt>
                <c:pt idx="913">
                  <c:v>139.34097712917077</c:v>
                </c:pt>
                <c:pt idx="914">
                  <c:v>139.41640888338389</c:v>
                </c:pt>
                <c:pt idx="915">
                  <c:v>139.00881273781121</c:v>
                </c:pt>
                <c:pt idx="916">
                  <c:v>140.10720494828306</c:v>
                </c:pt>
                <c:pt idx="917">
                  <c:v>140.18657535502831</c:v>
                </c:pt>
                <c:pt idx="918">
                  <c:v>138.40369926730912</c:v>
                </c:pt>
                <c:pt idx="919">
                  <c:v>139.41332380817067</c:v>
                </c:pt>
                <c:pt idx="920">
                  <c:v>139.21754833994387</c:v>
                </c:pt>
                <c:pt idx="921">
                  <c:v>141.6021664376766</c:v>
                </c:pt>
                <c:pt idx="922">
                  <c:v>140.32907789784196</c:v>
                </c:pt>
                <c:pt idx="923">
                  <c:v>140.41889631576427</c:v>
                </c:pt>
                <c:pt idx="924">
                  <c:v>139.95560405055491</c:v>
                </c:pt>
                <c:pt idx="925">
                  <c:v>140.89810115487293</c:v>
                </c:pt>
                <c:pt idx="926">
                  <c:v>140.12509747446293</c:v>
                </c:pt>
                <c:pt idx="927">
                  <c:v>141.04195192949433</c:v>
                </c:pt>
                <c:pt idx="928">
                  <c:v>142.21905848068519</c:v>
                </c:pt>
                <c:pt idx="929">
                  <c:v>142.69413934171152</c:v>
                </c:pt>
                <c:pt idx="930">
                  <c:v>141.36335859889161</c:v>
                </c:pt>
                <c:pt idx="931">
                  <c:v>139.90579394057042</c:v>
                </c:pt>
                <c:pt idx="932">
                  <c:v>137.70775984426223</c:v>
                </c:pt>
                <c:pt idx="933">
                  <c:v>135.02984952736554</c:v>
                </c:pt>
                <c:pt idx="934">
                  <c:v>134.62918839471385</c:v>
                </c:pt>
                <c:pt idx="935">
                  <c:v>135.81179659469862</c:v>
                </c:pt>
                <c:pt idx="936">
                  <c:v>134.23743077922612</c:v>
                </c:pt>
                <c:pt idx="937">
                  <c:v>133.74149528164887</c:v>
                </c:pt>
                <c:pt idx="938">
                  <c:v>134.49562976942229</c:v>
                </c:pt>
                <c:pt idx="939">
                  <c:v>134.48211077294403</c:v>
                </c:pt>
                <c:pt idx="940">
                  <c:v>134.07402919803008</c:v>
                </c:pt>
                <c:pt idx="941">
                  <c:v>134.76524561653818</c:v>
                </c:pt>
                <c:pt idx="942">
                  <c:v>134.45334795665468</c:v>
                </c:pt>
                <c:pt idx="943">
                  <c:v>134.7955104491044</c:v>
                </c:pt>
                <c:pt idx="944">
                  <c:v>134.26022317826784</c:v>
                </c:pt>
                <c:pt idx="945">
                  <c:v>134.55803391832944</c:v>
                </c:pt>
                <c:pt idx="946">
                  <c:v>135.48204951031357</c:v>
                </c:pt>
                <c:pt idx="947">
                  <c:v>136.38126702706163</c:v>
                </c:pt>
                <c:pt idx="948">
                  <c:v>136.70994173003547</c:v>
                </c:pt>
                <c:pt idx="949">
                  <c:v>136.46494183446197</c:v>
                </c:pt>
                <c:pt idx="950">
                  <c:v>136.78703666296965</c:v>
                </c:pt>
                <c:pt idx="951">
                  <c:v>134.11207252886007</c:v>
                </c:pt>
                <c:pt idx="952">
                  <c:v>133.55620518738925</c:v>
                </c:pt>
                <c:pt idx="953">
                  <c:v>133.86879564933861</c:v>
                </c:pt>
                <c:pt idx="954">
                  <c:v>133.09766209085953</c:v>
                </c:pt>
                <c:pt idx="955">
                  <c:v>133.08393899366135</c:v>
                </c:pt>
                <c:pt idx="956">
                  <c:v>134.15336545368123</c:v>
                </c:pt>
                <c:pt idx="957">
                  <c:v>136.81983536231894</c:v>
                </c:pt>
                <c:pt idx="958">
                  <c:v>138.54385058540683</c:v>
                </c:pt>
                <c:pt idx="959">
                  <c:v>138.98493103287964</c:v>
                </c:pt>
                <c:pt idx="960">
                  <c:v>138.37901459959943</c:v>
                </c:pt>
                <c:pt idx="961">
                  <c:v>137.44750263668925</c:v>
                </c:pt>
                <c:pt idx="962">
                  <c:v>135.70054847164343</c:v>
                </c:pt>
                <c:pt idx="963">
                  <c:v>134.58850192442745</c:v>
                </c:pt>
                <c:pt idx="964">
                  <c:v>134.35586108691152</c:v>
                </c:pt>
                <c:pt idx="965">
                  <c:v>134.44062841145367</c:v>
                </c:pt>
                <c:pt idx="966">
                  <c:v>134.44073313770349</c:v>
                </c:pt>
                <c:pt idx="967">
                  <c:v>135.28972912926403</c:v>
                </c:pt>
                <c:pt idx="968">
                  <c:v>135.39583976103827</c:v>
                </c:pt>
                <c:pt idx="969">
                  <c:v>135.80055188315075</c:v>
                </c:pt>
                <c:pt idx="970">
                  <c:v>134.00078369569908</c:v>
                </c:pt>
                <c:pt idx="971">
                  <c:v>132.90670902244938</c:v>
                </c:pt>
                <c:pt idx="972">
                  <c:v>133.51386863286177</c:v>
                </c:pt>
                <c:pt idx="973">
                  <c:v>135.92695611401967</c:v>
                </c:pt>
                <c:pt idx="974">
                  <c:v>137.21962902846209</c:v>
                </c:pt>
                <c:pt idx="975">
                  <c:v>139.4472005661211</c:v>
                </c:pt>
                <c:pt idx="976">
                  <c:v>139.59838039323225</c:v>
                </c:pt>
                <c:pt idx="977">
                  <c:v>139.54960268692432</c:v>
                </c:pt>
                <c:pt idx="978">
                  <c:v>139.39411199958855</c:v>
                </c:pt>
                <c:pt idx="979">
                  <c:v>138.56910055160739</c:v>
                </c:pt>
                <c:pt idx="980">
                  <c:v>138.29385252103145</c:v>
                </c:pt>
                <c:pt idx="981">
                  <c:v>138.60796179013934</c:v>
                </c:pt>
                <c:pt idx="982">
                  <c:v>138.02699958700879</c:v>
                </c:pt>
                <c:pt idx="983">
                  <c:v>138.84336724318712</c:v>
                </c:pt>
                <c:pt idx="984">
                  <c:v>139.96946187271789</c:v>
                </c:pt>
                <c:pt idx="985">
                  <c:v>140.47608552611155</c:v>
                </c:pt>
                <c:pt idx="986">
                  <c:v>141.80420201063387</c:v>
                </c:pt>
                <c:pt idx="987">
                  <c:v>143.64590339361774</c:v>
                </c:pt>
                <c:pt idx="988">
                  <c:v>144.51332517504278</c:v>
                </c:pt>
                <c:pt idx="989">
                  <c:v>144.80162296951744</c:v>
                </c:pt>
                <c:pt idx="990">
                  <c:v>145.06325687961126</c:v>
                </c:pt>
                <c:pt idx="991">
                  <c:v>146.30868862903387</c:v>
                </c:pt>
                <c:pt idx="992">
                  <c:v>146.54879537895519</c:v>
                </c:pt>
                <c:pt idx="993">
                  <c:v>145.50541221341362</c:v>
                </c:pt>
                <c:pt idx="994">
                  <c:v>144.39242350773364</c:v>
                </c:pt>
                <c:pt idx="995">
                  <c:v>144.92205277231014</c:v>
                </c:pt>
                <c:pt idx="996">
                  <c:v>144.26762836753565</c:v>
                </c:pt>
                <c:pt idx="997">
                  <c:v>143.71470476445464</c:v>
                </c:pt>
                <c:pt idx="998">
                  <c:v>142.21814525655381</c:v>
                </c:pt>
                <c:pt idx="999">
                  <c:v>142.19534234789026</c:v>
                </c:pt>
                <c:pt idx="1000">
                  <c:v>143.07122100951219</c:v>
                </c:pt>
                <c:pt idx="1001">
                  <c:v>142.96233610666098</c:v>
                </c:pt>
                <c:pt idx="1002">
                  <c:v>142.63659660027508</c:v>
                </c:pt>
                <c:pt idx="1003">
                  <c:v>143.54825264007943</c:v>
                </c:pt>
                <c:pt idx="1004">
                  <c:v>144.77134655844037</c:v>
                </c:pt>
                <c:pt idx="1005">
                  <c:v>145.17172886086945</c:v>
                </c:pt>
                <c:pt idx="1006">
                  <c:v>145.0989725564641</c:v>
                </c:pt>
                <c:pt idx="1007">
                  <c:v>144.84029275626753</c:v>
                </c:pt>
                <c:pt idx="1008">
                  <c:v>144.88158041185562</c:v>
                </c:pt>
                <c:pt idx="1009">
                  <c:v>145.80918527146531</c:v>
                </c:pt>
                <c:pt idx="1010">
                  <c:v>145.97145628855824</c:v>
                </c:pt>
                <c:pt idx="1011">
                  <c:v>146.5559042585804</c:v>
                </c:pt>
                <c:pt idx="1012">
                  <c:v>148.37392514457019</c:v>
                </c:pt>
                <c:pt idx="1013">
                  <c:v>147.96393285960696</c:v>
                </c:pt>
                <c:pt idx="1014">
                  <c:v>148.05158056393685</c:v>
                </c:pt>
                <c:pt idx="1015">
                  <c:v>149.72325024783734</c:v>
                </c:pt>
                <c:pt idx="1016">
                  <c:v>150.88447876927418</c:v>
                </c:pt>
                <c:pt idx="1017">
                  <c:v>151.25325283544493</c:v>
                </c:pt>
                <c:pt idx="1018">
                  <c:v>152.73485090166801</c:v>
                </c:pt>
                <c:pt idx="1019">
                  <c:v>151.63395783208688</c:v>
                </c:pt>
                <c:pt idx="1020">
                  <c:v>151.71501548216364</c:v>
                </c:pt>
                <c:pt idx="1021">
                  <c:v>152.53860002834872</c:v>
                </c:pt>
                <c:pt idx="1022">
                  <c:v>151.86959180676016</c:v>
                </c:pt>
                <c:pt idx="1023">
                  <c:v>150.23761199077288</c:v>
                </c:pt>
                <c:pt idx="1024">
                  <c:v>150.08771066086311</c:v>
                </c:pt>
                <c:pt idx="1025">
                  <c:v>150.78864096922138</c:v>
                </c:pt>
                <c:pt idx="1026">
                  <c:v>154.80130443201719</c:v>
                </c:pt>
                <c:pt idx="1027">
                  <c:v>153.95435012326433</c:v>
                </c:pt>
                <c:pt idx="1028">
                  <c:v>154.19438702451538</c:v>
                </c:pt>
                <c:pt idx="1029">
                  <c:v>155.76951504933749</c:v>
                </c:pt>
                <c:pt idx="1030">
                  <c:v>153.71148403248509</c:v>
                </c:pt>
                <c:pt idx="1031">
                  <c:v>154.72720736228143</c:v>
                </c:pt>
                <c:pt idx="1032">
                  <c:v>156.82094022240975</c:v>
                </c:pt>
                <c:pt idx="1033">
                  <c:v>156.79754394356442</c:v>
                </c:pt>
                <c:pt idx="1034">
                  <c:v>155.69062558070925</c:v>
                </c:pt>
                <c:pt idx="1035">
                  <c:v>156.07597784665433</c:v>
                </c:pt>
                <c:pt idx="1036">
                  <c:v>156.7294063175467</c:v>
                </c:pt>
                <c:pt idx="1037">
                  <c:v>156.87416954133775</c:v>
                </c:pt>
                <c:pt idx="1038">
                  <c:v>157.89908609385489</c:v>
                </c:pt>
                <c:pt idx="1039">
                  <c:v>158.81195552275199</c:v>
                </c:pt>
                <c:pt idx="1040">
                  <c:v>158.76796372209526</c:v>
                </c:pt>
                <c:pt idx="1041">
                  <c:v>158.96022973804844</c:v>
                </c:pt>
                <c:pt idx="1042">
                  <c:v>159.46942576633199</c:v>
                </c:pt>
                <c:pt idx="1043">
                  <c:v>160.83829742115927</c:v>
                </c:pt>
                <c:pt idx="1044">
                  <c:v>160.59183644322178</c:v>
                </c:pt>
                <c:pt idx="1045">
                  <c:v>161.41550613769905</c:v>
                </c:pt>
                <c:pt idx="1046">
                  <c:v>163.07771936328047</c:v>
                </c:pt>
                <c:pt idx="1047">
                  <c:v>161.9736880700909</c:v>
                </c:pt>
                <c:pt idx="1048">
                  <c:v>159.36765890731391</c:v>
                </c:pt>
                <c:pt idx="1049">
                  <c:v>158.38649114303993</c:v>
                </c:pt>
                <c:pt idx="1050">
                  <c:v>159.21754762562921</c:v>
                </c:pt>
                <c:pt idx="1051">
                  <c:v>159.81448838635035</c:v>
                </c:pt>
                <c:pt idx="1052">
                  <c:v>159.10942032628148</c:v>
                </c:pt>
                <c:pt idx="1053">
                  <c:v>159.602458283864</c:v>
                </c:pt>
                <c:pt idx="1054">
                  <c:v>159.25819432678497</c:v>
                </c:pt>
                <c:pt idx="1055">
                  <c:v>159.04576075152423</c:v>
                </c:pt>
                <c:pt idx="1056">
                  <c:v>157.75062291217608</c:v>
                </c:pt>
                <c:pt idx="1057">
                  <c:v>157.72614387492771</c:v>
                </c:pt>
                <c:pt idx="1058">
                  <c:v>158.56976729554313</c:v>
                </c:pt>
                <c:pt idx="1059">
                  <c:v>159.07506956621913</c:v>
                </c:pt>
                <c:pt idx="1060">
                  <c:v>159.31270235659173</c:v>
                </c:pt>
                <c:pt idx="1061">
                  <c:v>159.13958696965381</c:v>
                </c:pt>
                <c:pt idx="1062">
                  <c:v>157.58317310254202</c:v>
                </c:pt>
                <c:pt idx="1063">
                  <c:v>158.48188781141798</c:v>
                </c:pt>
                <c:pt idx="1064">
                  <c:v>158.72376949783015</c:v>
                </c:pt>
                <c:pt idx="1065">
                  <c:v>158.59169356049858</c:v>
                </c:pt>
                <c:pt idx="1066">
                  <c:v>157.7628881245866</c:v>
                </c:pt>
                <c:pt idx="1067">
                  <c:v>159.62094581137291</c:v>
                </c:pt>
                <c:pt idx="1068">
                  <c:v>160.89715985439568</c:v>
                </c:pt>
                <c:pt idx="1069">
                  <c:v>160.9941378091527</c:v>
                </c:pt>
                <c:pt idx="1070">
                  <c:v>161.24147681380336</c:v>
                </c:pt>
                <c:pt idx="1071">
                  <c:v>162.37610678309915</c:v>
                </c:pt>
                <c:pt idx="1072">
                  <c:v>164.29309139983118</c:v>
                </c:pt>
                <c:pt idx="1073">
                  <c:v>166.29828885882065</c:v>
                </c:pt>
                <c:pt idx="1074">
                  <c:v>164.10936899270538</c:v>
                </c:pt>
                <c:pt idx="1075">
                  <c:v>165.10717469199074</c:v>
                </c:pt>
                <c:pt idx="1076">
                  <c:v>166.04949557917021</c:v>
                </c:pt>
                <c:pt idx="1077">
                  <c:v>165.92843889787932</c:v>
                </c:pt>
                <c:pt idx="1078">
                  <c:v>163.62460576866769</c:v>
                </c:pt>
                <c:pt idx="1079">
                  <c:v>163.15182799843265</c:v>
                </c:pt>
                <c:pt idx="1080">
                  <c:v>162.94504154117868</c:v>
                </c:pt>
                <c:pt idx="1081">
                  <c:v>162.81486695712815</c:v>
                </c:pt>
                <c:pt idx="1082">
                  <c:v>162.85729948000781</c:v>
                </c:pt>
                <c:pt idx="1083">
                  <c:v>163.93631146741589</c:v>
                </c:pt>
                <c:pt idx="1084">
                  <c:v>162.58251341112776</c:v>
                </c:pt>
                <c:pt idx="1085">
                  <c:v>163.61391943964793</c:v>
                </c:pt>
                <c:pt idx="1086">
                  <c:v>164.16299619565979</c:v>
                </c:pt>
                <c:pt idx="1087">
                  <c:v>162.58202290880871</c:v>
                </c:pt>
                <c:pt idx="1088">
                  <c:v>164.1522344169104</c:v>
                </c:pt>
                <c:pt idx="1089">
                  <c:v>165.69254949001839</c:v>
                </c:pt>
                <c:pt idx="1090">
                  <c:v>166.20505031526071</c:v>
                </c:pt>
                <c:pt idx="1091">
                  <c:v>166.23512205379555</c:v>
                </c:pt>
                <c:pt idx="1092">
                  <c:v>166.21423498720222</c:v>
                </c:pt>
                <c:pt idx="1093">
                  <c:v>166.69859570937953</c:v>
                </c:pt>
                <c:pt idx="1094">
                  <c:v>165.30320352762075</c:v>
                </c:pt>
                <c:pt idx="1095">
                  <c:v>164.88781799561585</c:v>
                </c:pt>
                <c:pt idx="1096">
                  <c:v>163.67094712732649</c:v>
                </c:pt>
                <c:pt idx="1097">
                  <c:v>161.08467566232898</c:v>
                </c:pt>
                <c:pt idx="1098">
                  <c:v>157.46851291782716</c:v>
                </c:pt>
                <c:pt idx="1099">
                  <c:v>159.37416235576583</c:v>
                </c:pt>
                <c:pt idx="1100">
                  <c:v>161.0744050587916</c:v>
                </c:pt>
                <c:pt idx="1101">
                  <c:v>160.55232527679473</c:v>
                </c:pt>
                <c:pt idx="1102">
                  <c:v>159.85576311671497</c:v>
                </c:pt>
                <c:pt idx="1103">
                  <c:v>161.76297569728561</c:v>
                </c:pt>
                <c:pt idx="1104">
                  <c:v>162.66152857369599</c:v>
                </c:pt>
                <c:pt idx="1105">
                  <c:v>164.76010718895478</c:v>
                </c:pt>
                <c:pt idx="1106">
                  <c:v>164.71707273547878</c:v>
                </c:pt>
                <c:pt idx="1107">
                  <c:v>165.72443924450636</c:v>
                </c:pt>
                <c:pt idx="1108">
                  <c:v>165.38375440304546</c:v>
                </c:pt>
                <c:pt idx="1109">
                  <c:v>166.02603430291606</c:v>
                </c:pt>
                <c:pt idx="1110">
                  <c:v>166.8364885914992</c:v>
                </c:pt>
                <c:pt idx="1111">
                  <c:v>166.4731765891861</c:v>
                </c:pt>
                <c:pt idx="1112">
                  <c:v>168.93493201296909</c:v>
                </c:pt>
                <c:pt idx="1113">
                  <c:v>169.36466586378518</c:v>
                </c:pt>
                <c:pt idx="1114">
                  <c:v>168.95343630485587</c:v>
                </c:pt>
                <c:pt idx="1115">
                  <c:v>169.44002051055796</c:v>
                </c:pt>
                <c:pt idx="1116">
                  <c:v>169.79547737113859</c:v>
                </c:pt>
                <c:pt idx="1117">
                  <c:v>169.81653205244194</c:v>
                </c:pt>
                <c:pt idx="1118">
                  <c:v>171.14811301314001</c:v>
                </c:pt>
                <c:pt idx="1119">
                  <c:v>172.24026988224858</c:v>
                </c:pt>
                <c:pt idx="1120">
                  <c:v>173.29600696830303</c:v>
                </c:pt>
                <c:pt idx="1121">
                  <c:v>175.01279670000065</c:v>
                </c:pt>
                <c:pt idx="1122">
                  <c:v>179.5633233064608</c:v>
                </c:pt>
                <c:pt idx="1123">
                  <c:v>181.80424362775386</c:v>
                </c:pt>
                <c:pt idx="1124">
                  <c:v>182.88717546752832</c:v>
                </c:pt>
                <c:pt idx="1125">
                  <c:v>183.17182441692668</c:v>
                </c:pt>
                <c:pt idx="1126">
                  <c:v>182.87820381729594</c:v>
                </c:pt>
                <c:pt idx="1127">
                  <c:v>183.90427231875103</c:v>
                </c:pt>
                <c:pt idx="1128">
                  <c:v>182.6377743680909</c:v>
                </c:pt>
                <c:pt idx="1129">
                  <c:v>184.50515059444479</c:v>
                </c:pt>
                <c:pt idx="1130">
                  <c:v>186.36247446224891</c:v>
                </c:pt>
                <c:pt idx="1131">
                  <c:v>188.30267729784168</c:v>
                </c:pt>
                <c:pt idx="1132">
                  <c:v>189.12116536088757</c:v>
                </c:pt>
                <c:pt idx="1133">
                  <c:v>189.47354942512376</c:v>
                </c:pt>
                <c:pt idx="1134">
                  <c:v>184.76930657085728</c:v>
                </c:pt>
                <c:pt idx="1135">
                  <c:v>186.67064202917038</c:v>
                </c:pt>
                <c:pt idx="1136">
                  <c:v>191.00995153692449</c:v>
                </c:pt>
                <c:pt idx="1137">
                  <c:v>192.62451707759416</c:v>
                </c:pt>
                <c:pt idx="1138">
                  <c:v>192.36244648820326</c:v>
                </c:pt>
                <c:pt idx="1139">
                  <c:v>192.38351749036534</c:v>
                </c:pt>
                <c:pt idx="1140">
                  <c:v>191.58211706583617</c:v>
                </c:pt>
                <c:pt idx="1141">
                  <c:v>191.82413075793451</c:v>
                </c:pt>
                <c:pt idx="1142">
                  <c:v>194.04785211068432</c:v>
                </c:pt>
                <c:pt idx="1143">
                  <c:v>195.07198854279986</c:v>
                </c:pt>
                <c:pt idx="1144">
                  <c:v>194.66378719914633</c:v>
                </c:pt>
                <c:pt idx="1145">
                  <c:v>196.11259809230745</c:v>
                </c:pt>
                <c:pt idx="1146">
                  <c:v>196.52760266315471</c:v>
                </c:pt>
                <c:pt idx="1147">
                  <c:v>198.38808203008378</c:v>
                </c:pt>
                <c:pt idx="1148">
                  <c:v>199.83476634637046</c:v>
                </c:pt>
                <c:pt idx="1149">
                  <c:v>201.16767309657956</c:v>
                </c:pt>
                <c:pt idx="1150">
                  <c:v>199.02692316593539</c:v>
                </c:pt>
                <c:pt idx="1151">
                  <c:v>199.06142731169842</c:v>
                </c:pt>
                <c:pt idx="1152">
                  <c:v>202.47443663969898</c:v>
                </c:pt>
                <c:pt idx="1153">
                  <c:v>198.63364733604533</c:v>
                </c:pt>
                <c:pt idx="1154">
                  <c:v>201.79973948484056</c:v>
                </c:pt>
                <c:pt idx="1155">
                  <c:v>202.05000503386717</c:v>
                </c:pt>
                <c:pt idx="1156">
                  <c:v>209.38227121942566</c:v>
                </c:pt>
                <c:pt idx="1157">
                  <c:v>206.83341285520478</c:v>
                </c:pt>
                <c:pt idx="1158">
                  <c:v>207.49944125725199</c:v>
                </c:pt>
                <c:pt idx="1159">
                  <c:v>206.91365724151416</c:v>
                </c:pt>
                <c:pt idx="1160">
                  <c:v>210.38391140243905</c:v>
                </c:pt>
                <c:pt idx="1161">
                  <c:v>209.03507680458711</c:v>
                </c:pt>
                <c:pt idx="1162">
                  <c:v>210.969405854071</c:v>
                </c:pt>
                <c:pt idx="1163">
                  <c:v>211.32266113365782</c:v>
                </c:pt>
                <c:pt idx="1164">
                  <c:v>211.6234017170417</c:v>
                </c:pt>
                <c:pt idx="1165">
                  <c:v>210.79772077736817</c:v>
                </c:pt>
                <c:pt idx="1166">
                  <c:v>208.1640491502352</c:v>
                </c:pt>
                <c:pt idx="1167">
                  <c:v>208.96610744730052</c:v>
                </c:pt>
                <c:pt idx="1168">
                  <c:v>211.19618117430912</c:v>
                </c:pt>
                <c:pt idx="1169">
                  <c:v>212.82972539727953</c:v>
                </c:pt>
                <c:pt idx="1170">
                  <c:v>213.3610278918525</c:v>
                </c:pt>
                <c:pt idx="1171">
                  <c:v>214.25380159031369</c:v>
                </c:pt>
                <c:pt idx="1172">
                  <c:v>215.63243208861857</c:v>
                </c:pt>
                <c:pt idx="1173">
                  <c:v>213.77447849354274</c:v>
                </c:pt>
                <c:pt idx="1174">
                  <c:v>215.62494552479498</c:v>
                </c:pt>
                <c:pt idx="1175">
                  <c:v>216.2093681152588</c:v>
                </c:pt>
                <c:pt idx="1176">
                  <c:v>216.457706274245</c:v>
                </c:pt>
                <c:pt idx="1177">
                  <c:v>216.99545039754366</c:v>
                </c:pt>
                <c:pt idx="1178">
                  <c:v>213.0785819744182</c:v>
                </c:pt>
                <c:pt idx="1179">
                  <c:v>213.86310554987205</c:v>
                </c:pt>
                <c:pt idx="1180">
                  <c:v>218.56845093865138</c:v>
                </c:pt>
                <c:pt idx="1181">
                  <c:v>220.51744669047457</c:v>
                </c:pt>
                <c:pt idx="1182">
                  <c:v>220.84436786888236</c:v>
                </c:pt>
                <c:pt idx="1183">
                  <c:v>220.51222434855629</c:v>
                </c:pt>
                <c:pt idx="1184">
                  <c:v>220.69370311579232</c:v>
                </c:pt>
                <c:pt idx="1185">
                  <c:v>219.61311422538463</c:v>
                </c:pt>
                <c:pt idx="1186">
                  <c:v>218.05015914264888</c:v>
                </c:pt>
                <c:pt idx="1187">
                  <c:v>209.43403929725079</c:v>
                </c:pt>
                <c:pt idx="1188">
                  <c:v>212.89677623156271</c:v>
                </c:pt>
                <c:pt idx="1189">
                  <c:v>211.36249782190001</c:v>
                </c:pt>
                <c:pt idx="1190">
                  <c:v>209.49027837332272</c:v>
                </c:pt>
                <c:pt idx="1191">
                  <c:v>210.42897007619516</c:v>
                </c:pt>
                <c:pt idx="1192">
                  <c:v>213.46714684025457</c:v>
                </c:pt>
                <c:pt idx="1193">
                  <c:v>214.91411293212369</c:v>
                </c:pt>
                <c:pt idx="1194">
                  <c:v>217.32091080091962</c:v>
                </c:pt>
                <c:pt idx="1195">
                  <c:v>219.29382779256258</c:v>
                </c:pt>
                <c:pt idx="1196">
                  <c:v>221.58396460175828</c:v>
                </c:pt>
                <c:pt idx="1197">
                  <c:v>222.47201167497064</c:v>
                </c:pt>
                <c:pt idx="1198">
                  <c:v>222.121640876399</c:v>
                </c:pt>
                <c:pt idx="1199">
                  <c:v>219.88066077143611</c:v>
                </c:pt>
                <c:pt idx="1200">
                  <c:v>221.78845910537356</c:v>
                </c:pt>
                <c:pt idx="1201">
                  <c:v>223.91670137590015</c:v>
                </c:pt>
                <c:pt idx="1202">
                  <c:v>221.30286407108903</c:v>
                </c:pt>
                <c:pt idx="1203">
                  <c:v>218.73118034130928</c:v>
                </c:pt>
                <c:pt idx="1204">
                  <c:v>218.6135368174584</c:v>
                </c:pt>
                <c:pt idx="1205">
                  <c:v>218.98666235131691</c:v>
                </c:pt>
                <c:pt idx="1206">
                  <c:v>221.49893066273304</c:v>
                </c:pt>
                <c:pt idx="1207">
                  <c:v>222.45029900560777</c:v>
                </c:pt>
                <c:pt idx="1208">
                  <c:v>223.53627590759106</c:v>
                </c:pt>
                <c:pt idx="1209">
                  <c:v>224.87636795667422</c:v>
                </c:pt>
                <c:pt idx="1210">
                  <c:v>224.41760853072321</c:v>
                </c:pt>
                <c:pt idx="1211">
                  <c:v>225.7292607467584</c:v>
                </c:pt>
                <c:pt idx="1212">
                  <c:v>226.82720373373274</c:v>
                </c:pt>
                <c:pt idx="1213">
                  <c:v>224.10619688892115</c:v>
                </c:pt>
                <c:pt idx="1214">
                  <c:v>221.89758666437339</c:v>
                </c:pt>
                <c:pt idx="1215">
                  <c:v>218.60430859628192</c:v>
                </c:pt>
                <c:pt idx="1216">
                  <c:v>221.17501775806875</c:v>
                </c:pt>
                <c:pt idx="1217">
                  <c:v>215.41751366455824</c:v>
                </c:pt>
                <c:pt idx="1218">
                  <c:v>217.5926455105562</c:v>
                </c:pt>
                <c:pt idx="1219">
                  <c:v>218.07947382434494</c:v>
                </c:pt>
                <c:pt idx="1220">
                  <c:v>221.00826146833856</c:v>
                </c:pt>
                <c:pt idx="1221">
                  <c:v>222.93865018406257</c:v>
                </c:pt>
                <c:pt idx="1222">
                  <c:v>224.87643370098939</c:v>
                </c:pt>
                <c:pt idx="1223">
                  <c:v>226.56603480327155</c:v>
                </c:pt>
                <c:pt idx="1224">
                  <c:v>228.47363860798239</c:v>
                </c:pt>
                <c:pt idx="1225">
                  <c:v>229.69850679453637</c:v>
                </c:pt>
                <c:pt idx="1226">
                  <c:v>233.67727307680184</c:v>
                </c:pt>
                <c:pt idx="1227">
                  <c:v>233.38965891262461</c:v>
                </c:pt>
                <c:pt idx="1228">
                  <c:v>231.4293364124718</c:v>
                </c:pt>
                <c:pt idx="1229">
                  <c:v>229.55111474421116</c:v>
                </c:pt>
                <c:pt idx="1230">
                  <c:v>226.71154912903833</c:v>
                </c:pt>
                <c:pt idx="1231">
                  <c:v>228.23341882592425</c:v>
                </c:pt>
                <c:pt idx="1232">
                  <c:v>241.52092892146158</c:v>
                </c:pt>
                <c:pt idx="1233">
                  <c:v>214.80723172369756</c:v>
                </c:pt>
                <c:pt idx="1234">
                  <c:v>221.03934375715468</c:v>
                </c:pt>
                <c:pt idx="1235">
                  <c:v>224.61268023387308</c:v>
                </c:pt>
                <c:pt idx="1236">
                  <c:v>230.11027357456592</c:v>
                </c:pt>
                <c:pt idx="1237">
                  <c:v>231.34915693963788</c:v>
                </c:pt>
                <c:pt idx="1238">
                  <c:v>232.61451294122577</c:v>
                </c:pt>
                <c:pt idx="1239">
                  <c:v>234.52880564521016</c:v>
                </c:pt>
                <c:pt idx="1240">
                  <c:v>235.69653561879278</c:v>
                </c:pt>
                <c:pt idx="1241">
                  <c:v>237.85227529687279</c:v>
                </c:pt>
                <c:pt idx="1242">
                  <c:v>233.64336077512522</c:v>
                </c:pt>
                <c:pt idx="1243">
                  <c:v>234.46865578756103</c:v>
                </c:pt>
                <c:pt idx="1244">
                  <c:v>233.16159521619656</c:v>
                </c:pt>
                <c:pt idx="1245">
                  <c:v>233.72168797802235</c:v>
                </c:pt>
                <c:pt idx="1246">
                  <c:v>233.87798566698376</c:v>
                </c:pt>
                <c:pt idx="1247">
                  <c:v>236.68997565427063</c:v>
                </c:pt>
                <c:pt idx="1248">
                  <c:v>239.24187770596984</c:v>
                </c:pt>
                <c:pt idx="1249">
                  <c:v>240.05662229967081</c:v>
                </c:pt>
                <c:pt idx="1250">
                  <c:v>240.13872296600553</c:v>
                </c:pt>
                <c:pt idx="1251">
                  <c:v>240.40038073986048</c:v>
                </c:pt>
                <c:pt idx="1252">
                  <c:v>240.28467277956284</c:v>
                </c:pt>
                <c:pt idx="1253">
                  <c:v>243.26546762041357</c:v>
                </c:pt>
                <c:pt idx="1254">
                  <c:v>243.37925657137896</c:v>
                </c:pt>
                <c:pt idx="1255">
                  <c:v>243.73026384954659</c:v>
                </c:pt>
                <c:pt idx="1256">
                  <c:v>243.35723613934206</c:v>
                </c:pt>
                <c:pt idx="1257">
                  <c:v>245.23885838885954</c:v>
                </c:pt>
                <c:pt idx="1258">
                  <c:v>244.86434711781192</c:v>
                </c:pt>
                <c:pt idx="1259">
                  <c:v>244.94205648494406</c:v>
                </c:pt>
                <c:pt idx="1260">
                  <c:v>239.21552670155751</c:v>
                </c:pt>
                <c:pt idx="1261">
                  <c:v>240.07346553915454</c:v>
                </c:pt>
                <c:pt idx="1262">
                  <c:v>238.17859067533172</c:v>
                </c:pt>
                <c:pt idx="1263">
                  <c:v>238.88405270956096</c:v>
                </c:pt>
                <c:pt idx="1264">
                  <c:v>240.74549414839527</c:v>
                </c:pt>
                <c:pt idx="1265">
                  <c:v>245.51394310267827</c:v>
                </c:pt>
                <c:pt idx="1266">
                  <c:v>246.82863670896791</c:v>
                </c:pt>
                <c:pt idx="1267">
                  <c:v>247.36129127568447</c:v>
                </c:pt>
                <c:pt idx="1268">
                  <c:v>248.79626729331977</c:v>
                </c:pt>
                <c:pt idx="1269">
                  <c:v>249.69333300183666</c:v>
                </c:pt>
                <c:pt idx="1270">
                  <c:v>245.66195436482636</c:v>
                </c:pt>
                <c:pt idx="1271">
                  <c:v>237.32010962285014</c:v>
                </c:pt>
                <c:pt idx="1272">
                  <c:v>236.8105973590398</c:v>
                </c:pt>
                <c:pt idx="1273">
                  <c:v>240.55799035537294</c:v>
                </c:pt>
                <c:pt idx="1274">
                  <c:v>237.1378949485927</c:v>
                </c:pt>
                <c:pt idx="1275">
                  <c:v>239.62839035876402</c:v>
                </c:pt>
                <c:pt idx="1276">
                  <c:v>238.21388954713339</c:v>
                </c:pt>
                <c:pt idx="1277">
                  <c:v>235.84980583204256</c:v>
                </c:pt>
                <c:pt idx="1278">
                  <c:v>239.24495076921377</c:v>
                </c:pt>
                <c:pt idx="1279">
                  <c:v>239.99577827989927</c:v>
                </c:pt>
                <c:pt idx="1280">
                  <c:v>240.91690163260807</c:v>
                </c:pt>
                <c:pt idx="1281">
                  <c:v>241.35218924572595</c:v>
                </c:pt>
                <c:pt idx="1282">
                  <c:v>242.07851823015923</c:v>
                </c:pt>
                <c:pt idx="1283">
                  <c:v>242.45962944971234</c:v>
                </c:pt>
                <c:pt idx="1284">
                  <c:v>244.48748656349488</c:v>
                </c:pt>
                <c:pt idx="1285">
                  <c:v>244.0171556990033</c:v>
                </c:pt>
                <c:pt idx="1286">
                  <c:v>244.08242288025508</c:v>
                </c:pt>
                <c:pt idx="1287">
                  <c:v>244.98039857565567</c:v>
                </c:pt>
                <c:pt idx="1288">
                  <c:v>246.4924710521162</c:v>
                </c:pt>
                <c:pt idx="1289">
                  <c:v>245.82562141024908</c:v>
                </c:pt>
                <c:pt idx="1290">
                  <c:v>244.8513588679121</c:v>
                </c:pt>
                <c:pt idx="1291">
                  <c:v>244.78841846929296</c:v>
                </c:pt>
                <c:pt idx="1292">
                  <c:v>243.37050639910152</c:v>
                </c:pt>
                <c:pt idx="1293">
                  <c:v>239.99642456488451</c:v>
                </c:pt>
                <c:pt idx="1294">
                  <c:v>239.19732765564058</c:v>
                </c:pt>
                <c:pt idx="1295">
                  <c:v>241.22575853223628</c:v>
                </c:pt>
                <c:pt idx="1296">
                  <c:v>238.97776247866489</c:v>
                </c:pt>
                <c:pt idx="1297">
                  <c:v>243.94945750572944</c:v>
                </c:pt>
                <c:pt idx="1298">
                  <c:v>245.42962931390204</c:v>
                </c:pt>
                <c:pt idx="1299">
                  <c:v>244.33206329168397</c:v>
                </c:pt>
                <c:pt idx="1300">
                  <c:v>244.42851239656841</c:v>
                </c:pt>
                <c:pt idx="1301">
                  <c:v>248.38936726289529</c:v>
                </c:pt>
                <c:pt idx="1302">
                  <c:v>251.21704673471459</c:v>
                </c:pt>
                <c:pt idx="1303">
                  <c:v>251.28297685068313</c:v>
                </c:pt>
                <c:pt idx="1304">
                  <c:v>252.64585902299052</c:v>
                </c:pt>
                <c:pt idx="1305">
                  <c:v>253.21795062129664</c:v>
                </c:pt>
                <c:pt idx="1306">
                  <c:v>253.99141335506749</c:v>
                </c:pt>
                <c:pt idx="1307">
                  <c:v>250.04583488181487</c:v>
                </c:pt>
                <c:pt idx="1308">
                  <c:v>242.57220456904889</c:v>
                </c:pt>
                <c:pt idx="1309">
                  <c:v>239.10179490037808</c:v>
                </c:pt>
                <c:pt idx="1310">
                  <c:v>235.46352680478913</c:v>
                </c:pt>
                <c:pt idx="1311">
                  <c:v>239.30009143629755</c:v>
                </c:pt>
                <c:pt idx="1312">
                  <c:v>238.93278755548931</c:v>
                </c:pt>
                <c:pt idx="1313">
                  <c:v>239.12714027173445</c:v>
                </c:pt>
                <c:pt idx="1314">
                  <c:v>239.15535439198666</c:v>
                </c:pt>
                <c:pt idx="1315">
                  <c:v>240.30734131014373</c:v>
                </c:pt>
                <c:pt idx="1316">
                  <c:v>240.45372889012205</c:v>
                </c:pt>
                <c:pt idx="1317">
                  <c:v>240.83563142139155</c:v>
                </c:pt>
                <c:pt idx="1318">
                  <c:v>238.42255608540202</c:v>
                </c:pt>
                <c:pt idx="1319">
                  <c:v>239.54653883626588</c:v>
                </c:pt>
                <c:pt idx="1320">
                  <c:v>237.5231126589581</c:v>
                </c:pt>
                <c:pt idx="1321">
                  <c:v>233.07714984342235</c:v>
                </c:pt>
                <c:pt idx="1322">
                  <c:v>231.18723479272987</c:v>
                </c:pt>
                <c:pt idx="1323">
                  <c:v>231.47888828300663</c:v>
                </c:pt>
                <c:pt idx="1324">
                  <c:v>227.280222323625</c:v>
                </c:pt>
                <c:pt idx="1325">
                  <c:v>228.16342286295856</c:v>
                </c:pt>
                <c:pt idx="1326">
                  <c:v>230.173403224091</c:v>
                </c:pt>
                <c:pt idx="1327">
                  <c:v>231.36686982398473</c:v>
                </c:pt>
                <c:pt idx="1328">
                  <c:v>226.40166606903452</c:v>
                </c:pt>
                <c:pt idx="1329">
                  <c:v>226.98554679510664</c:v>
                </c:pt>
                <c:pt idx="1330">
                  <c:v>230.61745418579108</c:v>
                </c:pt>
                <c:pt idx="1331">
                  <c:v>227.96481867574204</c:v>
                </c:pt>
                <c:pt idx="1332">
                  <c:v>226.39808510375622</c:v>
                </c:pt>
                <c:pt idx="1333">
                  <c:v>225.02978022167315</c:v>
                </c:pt>
                <c:pt idx="1334">
                  <c:v>222.30568064386128</c:v>
                </c:pt>
                <c:pt idx="1335">
                  <c:v>219.13177075871758</c:v>
                </c:pt>
                <c:pt idx="1336">
                  <c:v>218.36485526977978</c:v>
                </c:pt>
                <c:pt idx="1337">
                  <c:v>215.71262418010107</c:v>
                </c:pt>
                <c:pt idx="1338">
                  <c:v>221.62002242466738</c:v>
                </c:pt>
                <c:pt idx="1339">
                  <c:v>226.96861879259126</c:v>
                </c:pt>
                <c:pt idx="1340">
                  <c:v>225.44325124276386</c:v>
                </c:pt>
                <c:pt idx="1341">
                  <c:v>225.91834355846248</c:v>
                </c:pt>
                <c:pt idx="1342">
                  <c:v>223.36596065438508</c:v>
                </c:pt>
                <c:pt idx="1343">
                  <c:v>228.02480823140894</c:v>
                </c:pt>
                <c:pt idx="1344">
                  <c:v>230.64984677320376</c:v>
                </c:pt>
                <c:pt idx="1345">
                  <c:v>229.59920558817686</c:v>
                </c:pt>
                <c:pt idx="1346">
                  <c:v>231.32678610959789</c:v>
                </c:pt>
                <c:pt idx="1347">
                  <c:v>231.4403561971564</c:v>
                </c:pt>
                <c:pt idx="1348">
                  <c:v>231.53950182407391</c:v>
                </c:pt>
                <c:pt idx="1349">
                  <c:v>230.04307380519103</c:v>
                </c:pt>
                <c:pt idx="1350">
                  <c:v>230.19529560553252</c:v>
                </c:pt>
                <c:pt idx="1351">
                  <c:v>228.6164126368663</c:v>
                </c:pt>
                <c:pt idx="1352">
                  <c:v>231.41864702131716</c:v>
                </c:pt>
                <c:pt idx="1353">
                  <c:v>230.8212906236962</c:v>
                </c:pt>
                <c:pt idx="1354">
                  <c:v>226.59053868094932</c:v>
                </c:pt>
                <c:pt idx="1355">
                  <c:v>224.55306923665819</c:v>
                </c:pt>
                <c:pt idx="1356">
                  <c:v>222.54692966620524</c:v>
                </c:pt>
                <c:pt idx="1357">
                  <c:v>217.8767211005817</c:v>
                </c:pt>
                <c:pt idx="1358">
                  <c:v>219.40702845077249</c:v>
                </c:pt>
                <c:pt idx="1359">
                  <c:v>219.27682957018629</c:v>
                </c:pt>
                <c:pt idx="1360">
                  <c:v>219.89044013611723</c:v>
                </c:pt>
                <c:pt idx="1361">
                  <c:v>219.01772090684156</c:v>
                </c:pt>
                <c:pt idx="1362">
                  <c:v>217.24907868739373</c:v>
                </c:pt>
                <c:pt idx="1363">
                  <c:v>218.20558927546247</c:v>
                </c:pt>
                <c:pt idx="1364">
                  <c:v>219.15823257004845</c:v>
                </c:pt>
                <c:pt idx="1365">
                  <c:v>220.45480945856431</c:v>
                </c:pt>
                <c:pt idx="1366">
                  <c:v>219.84889906301458</c:v>
                </c:pt>
                <c:pt idx="1367">
                  <c:v>214.43573648158531</c:v>
                </c:pt>
                <c:pt idx="1368">
                  <c:v>216.47601637351795</c:v>
                </c:pt>
                <c:pt idx="1369">
                  <c:v>216.02482744059148</c:v>
                </c:pt>
                <c:pt idx="1370">
                  <c:v>213.52094714548051</c:v>
                </c:pt>
                <c:pt idx="1371">
                  <c:v>210.9139591121278</c:v>
                </c:pt>
                <c:pt idx="1372">
                  <c:v>204.37255331127102</c:v>
                </c:pt>
                <c:pt idx="1373">
                  <c:v>206.27285455975999</c:v>
                </c:pt>
                <c:pt idx="1374">
                  <c:v>208.3809712823211</c:v>
                </c:pt>
                <c:pt idx="1375">
                  <c:v>210.52823807711727</c:v>
                </c:pt>
                <c:pt idx="1376">
                  <c:v>212.80660387398945</c:v>
                </c:pt>
                <c:pt idx="1377">
                  <c:v>214.09723898063038</c:v>
                </c:pt>
                <c:pt idx="1378">
                  <c:v>210.66292954068268</c:v>
                </c:pt>
                <c:pt idx="1379">
                  <c:v>209.92898364130698</c:v>
                </c:pt>
                <c:pt idx="1380">
                  <c:v>210.92773298751169</c:v>
                </c:pt>
                <c:pt idx="1381">
                  <c:v>209.53467053722963</c:v>
                </c:pt>
                <c:pt idx="1382">
                  <c:v>205.89283196123</c:v>
                </c:pt>
                <c:pt idx="1383">
                  <c:v>205.70636884689574</c:v>
                </c:pt>
                <c:pt idx="1384">
                  <c:v>206.81733785448361</c:v>
                </c:pt>
                <c:pt idx="1385">
                  <c:v>208.39441702422099</c:v>
                </c:pt>
                <c:pt idx="1386">
                  <c:v>211.3401301990088</c:v>
                </c:pt>
                <c:pt idx="1387">
                  <c:v>208.95674716514202</c:v>
                </c:pt>
                <c:pt idx="1388">
                  <c:v>209.22726917660111</c:v>
                </c:pt>
                <c:pt idx="1389">
                  <c:v>209.14350662206493</c:v>
                </c:pt>
                <c:pt idx="1390">
                  <c:v>206.63787027782431</c:v>
                </c:pt>
                <c:pt idx="1391">
                  <c:v>206.83010579637522</c:v>
                </c:pt>
                <c:pt idx="1392">
                  <c:v>202.70114697464624</c:v>
                </c:pt>
                <c:pt idx="1393">
                  <c:v>202.53678726007519</c:v>
                </c:pt>
                <c:pt idx="1394">
                  <c:v>202.34932190479344</c:v>
                </c:pt>
                <c:pt idx="1395">
                  <c:v>200.00871906670031</c:v>
                </c:pt>
                <c:pt idx="1396">
                  <c:v>200.3671757269824</c:v>
                </c:pt>
                <c:pt idx="1397">
                  <c:v>200.56281813771938</c:v>
                </c:pt>
                <c:pt idx="1398">
                  <c:v>201.39248628597807</c:v>
                </c:pt>
                <c:pt idx="1399">
                  <c:v>203.65464324173666</c:v>
                </c:pt>
                <c:pt idx="1400">
                  <c:v>202.71962945629281</c:v>
                </c:pt>
                <c:pt idx="1401">
                  <c:v>199.79225811114935</c:v>
                </c:pt>
                <c:pt idx="1402">
                  <c:v>198.34663268889381</c:v>
                </c:pt>
                <c:pt idx="1403">
                  <c:v>192.36577788593021</c:v>
                </c:pt>
                <c:pt idx="1404">
                  <c:v>193.31695094910998</c:v>
                </c:pt>
                <c:pt idx="1405">
                  <c:v>193.21256354456713</c:v>
                </c:pt>
                <c:pt idx="1406">
                  <c:v>198.0556743810107</c:v>
                </c:pt>
                <c:pt idx="1407">
                  <c:v>200.96933270173429</c:v>
                </c:pt>
                <c:pt idx="1408">
                  <c:v>201.56297021263143</c:v>
                </c:pt>
                <c:pt idx="1409">
                  <c:v>199.35902056381531</c:v>
                </c:pt>
                <c:pt idx="1410">
                  <c:v>200.66740842543004</c:v>
                </c:pt>
                <c:pt idx="1411">
                  <c:v>200.65388140817174</c:v>
                </c:pt>
                <c:pt idx="1412">
                  <c:v>199.97286537492027</c:v>
                </c:pt>
                <c:pt idx="1413">
                  <c:v>207.00226135469728</c:v>
                </c:pt>
                <c:pt idx="1414">
                  <c:v>210.4879079044328</c:v>
                </c:pt>
                <c:pt idx="1415">
                  <c:v>213.34874598929952</c:v>
                </c:pt>
                <c:pt idx="1416">
                  <c:v>217.39666191868298</c:v>
                </c:pt>
                <c:pt idx="1417">
                  <c:v>215.28748470454468</c:v>
                </c:pt>
                <c:pt idx="1418">
                  <c:v>216.92125326454243</c:v>
                </c:pt>
                <c:pt idx="1419">
                  <c:v>216.75886118668919</c:v>
                </c:pt>
              </c:numCache>
            </c:numRef>
          </c:val>
          <c:smooth val="0"/>
          <c:extLst>
            <c:ext xmlns:c16="http://schemas.microsoft.com/office/drawing/2014/chart" uri="{C3380CC4-5D6E-409C-BE32-E72D297353CC}">
              <c16:uniqueId val="{00000000-AE51-8D44-92A7-30F23A3D51E2}"/>
            </c:ext>
          </c:extLst>
        </c:ser>
        <c:dLbls>
          <c:showLegendKey val="0"/>
          <c:showVal val="0"/>
          <c:showCatName val="0"/>
          <c:showSerName val="0"/>
          <c:showPercent val="0"/>
          <c:showBubbleSize val="0"/>
        </c:dLbls>
        <c:smooth val="0"/>
        <c:axId val="627638016"/>
        <c:axId val="1205017455"/>
      </c:lineChart>
      <c:dateAx>
        <c:axId val="627638016"/>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05017455"/>
        <c:crosses val="autoZero"/>
        <c:auto val="1"/>
        <c:lblOffset val="100"/>
        <c:baseTimeUnit val="days"/>
      </c:dateAx>
      <c:valAx>
        <c:axId val="1205017455"/>
        <c:scaling>
          <c:orientation val="minMax"/>
          <c:max val="300"/>
          <c:min val="50"/>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27638016"/>
        <c:crosses val="autoZero"/>
        <c:crossBetween val="between"/>
      </c:valAx>
      <c:spPr>
        <a:noFill/>
        <a:ln>
          <a:noFill/>
        </a:ln>
        <a:effectLst/>
      </c:spPr>
    </c:plotArea>
    <c:legend>
      <c:legendPos val="b"/>
      <c:legendEntry>
        <c:idx val="4"/>
        <c:txPr>
          <a:bodyPr rot="0" spcFirstLastPara="1" vertOverflow="ellipsis" vert="horz" wrap="square" anchor="ctr" anchorCtr="1"/>
          <a:lstStyle/>
          <a:p>
            <a:pPr>
              <a:defRPr sz="6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userShapes r:id="rId4"/>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FX!$DX$6</c:f>
              <c:strCache>
                <c:ptCount val="1"/>
                <c:pt idx="0">
                  <c:v>2019</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FX!$DY$6:$EC$6</c:f>
              <c:numCache>
                <c:formatCode>0%</c:formatCode>
                <c:ptCount val="5"/>
                <c:pt idx="0">
                  <c:v>6.2402069083381084E-2</c:v>
                </c:pt>
                <c:pt idx="1">
                  <c:v>0.15162504796542775</c:v>
                </c:pt>
                <c:pt idx="2">
                  <c:v>-0.11211096463193515</c:v>
                </c:pt>
                <c:pt idx="3">
                  <c:v>-2.8085590037442376E-2</c:v>
                </c:pt>
                <c:pt idx="4">
                  <c:v>7.5629121673048694E-4</c:v>
                </c:pt>
              </c:numCache>
            </c:numRef>
          </c:val>
          <c:extLst>
            <c:ext xmlns:c16="http://schemas.microsoft.com/office/drawing/2014/chart" uri="{C3380CC4-5D6E-409C-BE32-E72D297353CC}">
              <c16:uniqueId val="{00000000-55A6-CD45-A268-0DB79E570062}"/>
            </c:ext>
          </c:extLst>
        </c:ser>
        <c:ser>
          <c:idx val="1"/>
          <c:order val="1"/>
          <c:tx>
            <c:strRef>
              <c:f>FX!$DX$7</c:f>
              <c:strCache>
                <c:ptCount val="1"/>
                <c:pt idx="0">
                  <c:v>2020</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FX!$DY$7:$EC$7</c:f>
              <c:numCache>
                <c:formatCode>0%</c:formatCode>
                <c:ptCount val="5"/>
                <c:pt idx="0">
                  <c:v>0.49091080961683375</c:v>
                </c:pt>
                <c:pt idx="1">
                  <c:v>-5.8698718118043391E-2</c:v>
                </c:pt>
                <c:pt idx="2">
                  <c:v>0.55136130602365929</c:v>
                </c:pt>
                <c:pt idx="3">
                  <c:v>9.2606270912557243E-2</c:v>
                </c:pt>
                <c:pt idx="4">
                  <c:v>8.1392163589606659E-2</c:v>
                </c:pt>
              </c:numCache>
            </c:numRef>
          </c:val>
          <c:extLst>
            <c:ext xmlns:c16="http://schemas.microsoft.com/office/drawing/2014/chart" uri="{C3380CC4-5D6E-409C-BE32-E72D297353CC}">
              <c16:uniqueId val="{00000009-55A6-CD45-A268-0DB79E570062}"/>
            </c:ext>
          </c:extLst>
        </c:ser>
        <c:ser>
          <c:idx val="2"/>
          <c:order val="2"/>
          <c:tx>
            <c:strRef>
              <c:f>FX!$DX$8</c:f>
              <c:strCache>
                <c:ptCount val="1"/>
                <c:pt idx="0">
                  <c:v>2021</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FX!$DY$8:$EC$8</c:f>
              <c:numCache>
                <c:formatCode>0%</c:formatCode>
                <c:ptCount val="5"/>
                <c:pt idx="0">
                  <c:v>0.54517683522697324</c:v>
                </c:pt>
                <c:pt idx="1">
                  <c:v>0.10951401547637785</c:v>
                </c:pt>
                <c:pt idx="2">
                  <c:v>6.813306848761691E-2</c:v>
                </c:pt>
                <c:pt idx="3">
                  <c:v>6.6948119269971684E-2</c:v>
                </c:pt>
                <c:pt idx="4">
                  <c:v>0.31545584378506941</c:v>
                </c:pt>
              </c:numCache>
            </c:numRef>
          </c:val>
          <c:extLst>
            <c:ext xmlns:c16="http://schemas.microsoft.com/office/drawing/2014/chart" uri="{C3380CC4-5D6E-409C-BE32-E72D297353CC}">
              <c16:uniqueId val="{0000000A-55A6-CD45-A268-0DB79E570062}"/>
            </c:ext>
          </c:extLst>
        </c:ser>
        <c:ser>
          <c:idx val="3"/>
          <c:order val="3"/>
          <c:tx>
            <c:strRef>
              <c:f>FX!$DX$9</c:f>
              <c:strCache>
                <c:ptCount val="1"/>
                <c:pt idx="0">
                  <c:v>2022</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FX!$DY$9:$EC$9</c:f>
              <c:numCache>
                <c:formatCode>0%</c:formatCode>
                <c:ptCount val="5"/>
                <c:pt idx="0">
                  <c:v>-0.34397468385093177</c:v>
                </c:pt>
                <c:pt idx="1">
                  <c:v>5.8364312248316175E-2</c:v>
                </c:pt>
                <c:pt idx="2">
                  <c:v>-0.20200312058230008</c:v>
                </c:pt>
                <c:pt idx="3">
                  <c:v>5.3295286702013112E-2</c:v>
                </c:pt>
                <c:pt idx="4">
                  <c:v>-5.9983536898038814E-2</c:v>
                </c:pt>
              </c:numCache>
            </c:numRef>
          </c:val>
          <c:extLst>
            <c:ext xmlns:c16="http://schemas.microsoft.com/office/drawing/2014/chart" uri="{C3380CC4-5D6E-409C-BE32-E72D297353CC}">
              <c16:uniqueId val="{0000000B-55A6-CD45-A268-0DB79E570062}"/>
            </c:ext>
          </c:extLst>
        </c:ser>
        <c:ser>
          <c:idx val="4"/>
          <c:order val="4"/>
          <c:tx>
            <c:strRef>
              <c:f>FX!$DX$10</c:f>
              <c:strCache>
                <c:ptCount val="1"/>
                <c:pt idx="0">
                  <c:v>2023</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FX!$DY$10:$EC$10</c:f>
              <c:numCache>
                <c:formatCode>0%</c:formatCode>
                <c:ptCount val="5"/>
                <c:pt idx="0">
                  <c:v>0.22984877897473965</c:v>
                </c:pt>
                <c:pt idx="1">
                  <c:v>0.11236774415592277</c:v>
                </c:pt>
                <c:pt idx="2">
                  <c:v>0.33451742511103832</c:v>
                </c:pt>
                <c:pt idx="3">
                  <c:v>0.28324968359349589</c:v>
                </c:pt>
                <c:pt idx="4">
                  <c:v>0.37296612661146789</c:v>
                </c:pt>
              </c:numCache>
            </c:numRef>
          </c:val>
          <c:extLst>
            <c:ext xmlns:c16="http://schemas.microsoft.com/office/drawing/2014/chart" uri="{C3380CC4-5D6E-409C-BE32-E72D297353CC}">
              <c16:uniqueId val="{0000000C-55A6-CD45-A268-0DB79E570062}"/>
            </c:ext>
          </c:extLst>
        </c:ser>
        <c:ser>
          <c:idx val="5"/>
          <c:order val="5"/>
          <c:tx>
            <c:strRef>
              <c:f>FX!$DX$11</c:f>
              <c:strCache>
                <c:ptCount val="1"/>
                <c:pt idx="0">
                  <c:v>2024</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FX!$DY$11:$EC$11</c:f>
              <c:numCache>
                <c:formatCode>0%</c:formatCode>
                <c:ptCount val="5"/>
                <c:pt idx="0">
                  <c:v>0.18841792106895494</c:v>
                </c:pt>
                <c:pt idx="1">
                  <c:v>3.2149843242239573E-2</c:v>
                </c:pt>
                <c:pt idx="2">
                  <c:v>0.35937240611955112</c:v>
                </c:pt>
                <c:pt idx="3">
                  <c:v>-2.9557761957192397E-2</c:v>
                </c:pt>
                <c:pt idx="4">
                  <c:v>0.13422185082144744</c:v>
                </c:pt>
              </c:numCache>
            </c:numRef>
          </c:val>
          <c:extLst>
            <c:ext xmlns:c16="http://schemas.microsoft.com/office/drawing/2014/chart" uri="{C3380CC4-5D6E-409C-BE32-E72D297353CC}">
              <c16:uniqueId val="{0000000D-55A6-CD45-A268-0DB79E570062}"/>
            </c:ext>
          </c:extLst>
        </c:ser>
        <c:ser>
          <c:idx val="6"/>
          <c:order val="6"/>
          <c:tx>
            <c:strRef>
              <c:f>FX!$DX$12</c:f>
              <c:strCache>
                <c:ptCount val="1"/>
                <c:pt idx="0">
                  <c:v>2025-YTD</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FX!$DY$5:$EC$5</c:f>
              <c:strCache>
                <c:ptCount val="5"/>
                <c:pt idx="0">
                  <c:v>NIFTY IT</c:v>
                </c:pt>
                <c:pt idx="1">
                  <c:v>NIFTY Bank</c:v>
                </c:pt>
                <c:pt idx="2">
                  <c:v>NIFTY Pharma</c:v>
                </c:pt>
                <c:pt idx="3">
                  <c:v>NIFTY FMCG</c:v>
                </c:pt>
                <c:pt idx="4">
                  <c:v>NIFTY Infra</c:v>
                </c:pt>
              </c:strCache>
            </c:strRef>
          </c:cat>
          <c:val>
            <c:numRef>
              <c:f>FX!$DY$12:$EC$12</c:f>
              <c:numCache>
                <c:formatCode>0%</c:formatCode>
                <c:ptCount val="5"/>
                <c:pt idx="0">
                  <c:v>-0.15463075933826165</c:v>
                </c:pt>
                <c:pt idx="1">
                  <c:v>3.8560070927751156E-3</c:v>
                </c:pt>
                <c:pt idx="2">
                  <c:v>-0.1043614240216767</c:v>
                </c:pt>
                <c:pt idx="3">
                  <c:v>-6.5721403462657868E-2</c:v>
                </c:pt>
                <c:pt idx="4">
                  <c:v>-1.0948123441323898E-2</c:v>
                </c:pt>
              </c:numCache>
            </c:numRef>
          </c:val>
          <c:extLst>
            <c:ext xmlns:c16="http://schemas.microsoft.com/office/drawing/2014/chart" uri="{C3380CC4-5D6E-409C-BE32-E72D297353CC}">
              <c16:uniqueId val="{0000000E-55A6-CD45-A268-0DB79E570062}"/>
            </c:ext>
          </c:extLst>
        </c:ser>
        <c:ser>
          <c:idx val="7"/>
          <c:order val="7"/>
          <c:tx>
            <c:strRef>
              <c:f>FX!$DX$13</c:f>
              <c:strCache>
                <c:ptCount val="1"/>
                <c:pt idx="0">
                  <c:v>Average</c:v>
                </c:pt>
              </c:strCache>
            </c:strRef>
          </c:tx>
          <c:spPr>
            <a:solidFill>
              <a:srgbClr val="0096FF"/>
            </a:solidFill>
            <a:ln>
              <a:noFill/>
            </a:ln>
            <a:effectLst>
              <a:outerShdw blurRad="50800" dist="38100" dir="2700000" algn="tl" rotWithShape="0">
                <a:prstClr val="black">
                  <a:alpha val="4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96FF"/>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FX!$DY$5:$EC$5</c:f>
              <c:strCache>
                <c:ptCount val="5"/>
                <c:pt idx="0">
                  <c:v>NIFTY IT</c:v>
                </c:pt>
                <c:pt idx="1">
                  <c:v>NIFTY Bank</c:v>
                </c:pt>
                <c:pt idx="2">
                  <c:v>NIFTY Pharma</c:v>
                </c:pt>
                <c:pt idx="3">
                  <c:v>NIFTY FMCG</c:v>
                </c:pt>
                <c:pt idx="4">
                  <c:v>NIFTY Infra</c:v>
                </c:pt>
              </c:strCache>
            </c:strRef>
          </c:cat>
          <c:val>
            <c:numRef>
              <c:f>FX!$DY$13:$EC$13</c:f>
              <c:numCache>
                <c:formatCode>0%</c:formatCode>
                <c:ptCount val="5"/>
                <c:pt idx="0">
                  <c:v>0.14545013868309845</c:v>
                </c:pt>
                <c:pt idx="1">
                  <c:v>5.8454036009002265E-2</c:v>
                </c:pt>
                <c:pt idx="2">
                  <c:v>0.12784409950085054</c:v>
                </c:pt>
                <c:pt idx="3">
                  <c:v>5.3247800717249327E-2</c:v>
                </c:pt>
                <c:pt idx="4">
                  <c:v>0.1191229450978513</c:v>
                </c:pt>
              </c:numCache>
            </c:numRef>
          </c:val>
          <c:extLst>
            <c:ext xmlns:c16="http://schemas.microsoft.com/office/drawing/2014/chart" uri="{C3380CC4-5D6E-409C-BE32-E72D297353CC}">
              <c16:uniqueId val="{0000000F-55A6-CD45-A268-0DB79E570062}"/>
            </c:ext>
          </c:extLst>
        </c:ser>
        <c:dLbls>
          <c:showLegendKey val="0"/>
          <c:showVal val="0"/>
          <c:showCatName val="0"/>
          <c:showSerName val="0"/>
          <c:showPercent val="0"/>
          <c:showBubbleSize val="0"/>
        </c:dLbls>
        <c:gapWidth val="219"/>
        <c:overlap val="-27"/>
        <c:axId val="1139168815"/>
        <c:axId val="1030013344"/>
      </c:barChart>
      <c:catAx>
        <c:axId val="1139168815"/>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030013344"/>
        <c:crosses val="autoZero"/>
        <c:auto val="1"/>
        <c:lblAlgn val="ctr"/>
        <c:lblOffset val="100"/>
        <c:noMultiLvlLbl val="0"/>
      </c:catAx>
      <c:valAx>
        <c:axId val="1030013344"/>
        <c:scaling>
          <c:orientation val="minMax"/>
          <c:max val="0.6"/>
          <c:min val="-0.4"/>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1391688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userShapes r:id="rId4"/>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FX!$EQ$3</c:f>
              <c:strCache>
                <c:ptCount val="1"/>
                <c:pt idx="0">
                  <c:v>2015</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FX!$ER$3:$EZ$3</c:f>
              <c:numCache>
                <c:formatCode>0.0%</c:formatCode>
                <c:ptCount val="9"/>
                <c:pt idx="0">
                  <c:v>0.19315145536605374</c:v>
                </c:pt>
                <c:pt idx="1">
                  <c:v>0.21269462660409863</c:v>
                </c:pt>
                <c:pt idx="2">
                  <c:v>0.25756250637370443</c:v>
                </c:pt>
                <c:pt idx="3">
                  <c:v>0.1934895489474856</c:v>
                </c:pt>
                <c:pt idx="4">
                  <c:v>0.19381062834549287</c:v>
                </c:pt>
                <c:pt idx="5">
                  <c:v>0.25467849343364157</c:v>
                </c:pt>
                <c:pt idx="6">
                  <c:v>0.24314065554257278</c:v>
                </c:pt>
                <c:pt idx="7">
                  <c:v>0.20318601128775218</c:v>
                </c:pt>
                <c:pt idx="8">
                  <c:v>0.23275711913812719</c:v>
                </c:pt>
              </c:numCache>
            </c:numRef>
          </c:val>
          <c:extLst>
            <c:ext xmlns:c16="http://schemas.microsoft.com/office/drawing/2014/chart" uri="{C3380CC4-5D6E-409C-BE32-E72D297353CC}">
              <c16:uniqueId val="{00000000-420E-A74E-B6FF-0455E2A76C2E}"/>
            </c:ext>
          </c:extLst>
        </c:ser>
        <c:ser>
          <c:idx val="1"/>
          <c:order val="1"/>
          <c:tx>
            <c:strRef>
              <c:f>FX!$EQ$4</c:f>
              <c:strCache>
                <c:ptCount val="1"/>
                <c:pt idx="0">
                  <c:v>2016</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FX!$ER$4:$EZ$4</c:f>
              <c:numCache>
                <c:formatCode>0.0%</c:formatCode>
                <c:ptCount val="9"/>
                <c:pt idx="0">
                  <c:v>0.18114813062018881</c:v>
                </c:pt>
                <c:pt idx="1">
                  <c:v>0.20709432673064851</c:v>
                </c:pt>
                <c:pt idx="2">
                  <c:v>0.24713046526317264</c:v>
                </c:pt>
                <c:pt idx="3">
                  <c:v>0.17767709559979478</c:v>
                </c:pt>
                <c:pt idx="4">
                  <c:v>0.19894507342065126</c:v>
                </c:pt>
                <c:pt idx="5">
                  <c:v>0.22995145058624186</c:v>
                </c:pt>
                <c:pt idx="6">
                  <c:v>0.2038951775174016</c:v>
                </c:pt>
                <c:pt idx="7">
                  <c:v>0.20097761250774876</c:v>
                </c:pt>
                <c:pt idx="8">
                  <c:v>0.22084603323731175</c:v>
                </c:pt>
              </c:numCache>
            </c:numRef>
          </c:val>
          <c:extLst>
            <c:ext xmlns:c16="http://schemas.microsoft.com/office/drawing/2014/chart" uri="{C3380CC4-5D6E-409C-BE32-E72D297353CC}">
              <c16:uniqueId val="{00000001-420E-A74E-B6FF-0455E2A76C2E}"/>
            </c:ext>
          </c:extLst>
        </c:ser>
        <c:ser>
          <c:idx val="2"/>
          <c:order val="2"/>
          <c:tx>
            <c:strRef>
              <c:f>FX!$EQ$5</c:f>
              <c:strCache>
                <c:ptCount val="1"/>
                <c:pt idx="0">
                  <c:v>2017</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FX!$ER$5:$EZ$5</c:f>
              <c:numCache>
                <c:formatCode>0.0%</c:formatCode>
                <c:ptCount val="9"/>
                <c:pt idx="0">
                  <c:v>0.11217787220075823</c:v>
                </c:pt>
                <c:pt idx="1">
                  <c:v>0.15527444617188504</c:v>
                </c:pt>
                <c:pt idx="2">
                  <c:v>0.18615977377896781</c:v>
                </c:pt>
                <c:pt idx="3">
                  <c:v>0.11016804779246123</c:v>
                </c:pt>
                <c:pt idx="4">
                  <c:v>0.14614573362429761</c:v>
                </c:pt>
                <c:pt idx="5">
                  <c:v>0.14557751024574</c:v>
                </c:pt>
                <c:pt idx="6">
                  <c:v>0.21071440435763811</c:v>
                </c:pt>
                <c:pt idx="7">
                  <c:v>0.18064431023247707</c:v>
                </c:pt>
                <c:pt idx="8">
                  <c:v>0.15748311389565642</c:v>
                </c:pt>
              </c:numCache>
            </c:numRef>
          </c:val>
          <c:extLst>
            <c:ext xmlns:c16="http://schemas.microsoft.com/office/drawing/2014/chart" uri="{C3380CC4-5D6E-409C-BE32-E72D297353CC}">
              <c16:uniqueId val="{00000002-420E-A74E-B6FF-0455E2A76C2E}"/>
            </c:ext>
          </c:extLst>
        </c:ser>
        <c:ser>
          <c:idx val="3"/>
          <c:order val="3"/>
          <c:tx>
            <c:strRef>
              <c:f>FX!$EQ$6</c:f>
              <c:strCache>
                <c:ptCount val="1"/>
                <c:pt idx="0">
                  <c:v>2018</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FX!$ER$6:$EZ$6</c:f>
              <c:numCache>
                <c:formatCode>0.0%</c:formatCode>
                <c:ptCount val="9"/>
                <c:pt idx="0">
                  <c:v>0.17132709211800728</c:v>
                </c:pt>
                <c:pt idx="1">
                  <c:v>0.22196946831060102</c:v>
                </c:pt>
                <c:pt idx="2">
                  <c:v>0.2578291765946284</c:v>
                </c:pt>
                <c:pt idx="3">
                  <c:v>0.16838241287916866</c:v>
                </c:pt>
                <c:pt idx="4">
                  <c:v>0.20349522068553536</c:v>
                </c:pt>
                <c:pt idx="5">
                  <c:v>0.19551468747262296</c:v>
                </c:pt>
                <c:pt idx="6">
                  <c:v>0.24165015328582867</c:v>
                </c:pt>
                <c:pt idx="7">
                  <c:v>0.18743702314854446</c:v>
                </c:pt>
                <c:pt idx="8">
                  <c:v>0.20390483412794871</c:v>
                </c:pt>
              </c:numCache>
            </c:numRef>
          </c:val>
          <c:extLst>
            <c:ext xmlns:c16="http://schemas.microsoft.com/office/drawing/2014/chart" uri="{C3380CC4-5D6E-409C-BE32-E72D297353CC}">
              <c16:uniqueId val="{00000003-420E-A74E-B6FF-0455E2A76C2E}"/>
            </c:ext>
          </c:extLst>
        </c:ser>
        <c:ser>
          <c:idx val="4"/>
          <c:order val="4"/>
          <c:tx>
            <c:strRef>
              <c:f>FX!$EQ$7</c:f>
              <c:strCache>
                <c:ptCount val="1"/>
                <c:pt idx="0">
                  <c:v>2019</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FX!$ER$7:$EZ$7</c:f>
              <c:numCache>
                <c:formatCode>0.0%</c:formatCode>
                <c:ptCount val="9"/>
                <c:pt idx="0">
                  <c:v>0.16980311454224753</c:v>
                </c:pt>
                <c:pt idx="1">
                  <c:v>0.19590912785457046</c:v>
                </c:pt>
                <c:pt idx="2">
                  <c:v>0.20193628138425448</c:v>
                </c:pt>
                <c:pt idx="3">
                  <c:v>0.16931264242557817</c:v>
                </c:pt>
                <c:pt idx="4">
                  <c:v>0.16889944121606423</c:v>
                </c:pt>
                <c:pt idx="5">
                  <c:v>0.2327841718972169</c:v>
                </c:pt>
                <c:pt idx="6">
                  <c:v>0.20072421028355295</c:v>
                </c:pt>
                <c:pt idx="7">
                  <c:v>0.15493113064721153</c:v>
                </c:pt>
                <c:pt idx="8">
                  <c:v>0.20262753998815222</c:v>
                </c:pt>
              </c:numCache>
            </c:numRef>
          </c:val>
          <c:extLst>
            <c:ext xmlns:c16="http://schemas.microsoft.com/office/drawing/2014/chart" uri="{C3380CC4-5D6E-409C-BE32-E72D297353CC}">
              <c16:uniqueId val="{00000004-420E-A74E-B6FF-0455E2A76C2E}"/>
            </c:ext>
          </c:extLst>
        </c:ser>
        <c:ser>
          <c:idx val="5"/>
          <c:order val="5"/>
          <c:tx>
            <c:strRef>
              <c:f>FX!$EQ$8</c:f>
              <c:strCache>
                <c:ptCount val="1"/>
                <c:pt idx="0">
                  <c:v>2020</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FX!$ER$8:$EZ$8</c:f>
              <c:numCache>
                <c:formatCode>0.0%</c:formatCode>
                <c:ptCount val="9"/>
                <c:pt idx="0">
                  <c:v>0.36472131627688653</c:v>
                </c:pt>
                <c:pt idx="1">
                  <c:v>0.33924997648337418</c:v>
                </c:pt>
                <c:pt idx="2">
                  <c:v>0.35532308566189147</c:v>
                </c:pt>
                <c:pt idx="3">
                  <c:v>0.37412349868628381</c:v>
                </c:pt>
                <c:pt idx="4">
                  <c:v>0.36104279191972966</c:v>
                </c:pt>
                <c:pt idx="5">
                  <c:v>0.49580328415618974</c:v>
                </c:pt>
                <c:pt idx="6">
                  <c:v>0.33798590584283739</c:v>
                </c:pt>
                <c:pt idx="7">
                  <c:v>0.29872866697815631</c:v>
                </c:pt>
                <c:pt idx="8">
                  <c:v>0.34916003272694357</c:v>
                </c:pt>
              </c:numCache>
            </c:numRef>
          </c:val>
          <c:extLst>
            <c:ext xmlns:c16="http://schemas.microsoft.com/office/drawing/2014/chart" uri="{C3380CC4-5D6E-409C-BE32-E72D297353CC}">
              <c16:uniqueId val="{00000005-420E-A74E-B6FF-0455E2A76C2E}"/>
            </c:ext>
          </c:extLst>
        </c:ser>
        <c:ser>
          <c:idx val="6"/>
          <c:order val="6"/>
          <c:tx>
            <c:strRef>
              <c:f>FX!$EQ$9</c:f>
              <c:strCache>
                <c:ptCount val="1"/>
                <c:pt idx="0">
                  <c:v>2021</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FX!$ER$9:$EZ$9</c:f>
              <c:numCache>
                <c:formatCode>0.0%</c:formatCode>
                <c:ptCount val="9"/>
                <c:pt idx="0">
                  <c:v>0.17971077561422907</c:v>
                </c:pt>
                <c:pt idx="1">
                  <c:v>0.20746746032454103</c:v>
                </c:pt>
                <c:pt idx="2">
                  <c:v>0.20239192434010156</c:v>
                </c:pt>
                <c:pt idx="3">
                  <c:v>0.1818023303899487</c:v>
                </c:pt>
                <c:pt idx="4">
                  <c:v>0.21861097537186633</c:v>
                </c:pt>
                <c:pt idx="5">
                  <c:v>0.26286971214286919</c:v>
                </c:pt>
                <c:pt idx="6">
                  <c:v>0.18982933740869462</c:v>
                </c:pt>
                <c:pt idx="7">
                  <c:v>0.15307181247353815</c:v>
                </c:pt>
                <c:pt idx="8">
                  <c:v>0.19728474467407481</c:v>
                </c:pt>
              </c:numCache>
            </c:numRef>
          </c:val>
          <c:extLst>
            <c:ext xmlns:c16="http://schemas.microsoft.com/office/drawing/2014/chart" uri="{C3380CC4-5D6E-409C-BE32-E72D297353CC}">
              <c16:uniqueId val="{00000006-420E-A74E-B6FF-0455E2A76C2E}"/>
            </c:ext>
          </c:extLst>
        </c:ser>
        <c:ser>
          <c:idx val="7"/>
          <c:order val="7"/>
          <c:tx>
            <c:strRef>
              <c:f>FX!$EQ$10</c:f>
              <c:strCache>
                <c:ptCount val="1"/>
                <c:pt idx="0">
                  <c:v>2022</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FX!$ER$10:$EZ$10</c:f>
              <c:numCache>
                <c:formatCode>0.0%</c:formatCode>
                <c:ptCount val="9"/>
                <c:pt idx="0">
                  <c:v>0.20600936810012935</c:v>
                </c:pt>
                <c:pt idx="1">
                  <c:v>0.24034845983399894</c:v>
                </c:pt>
                <c:pt idx="2">
                  <c:v>0.25986142951675956</c:v>
                </c:pt>
                <c:pt idx="3">
                  <c:v>0.20827852674003547</c:v>
                </c:pt>
                <c:pt idx="4">
                  <c:v>0.27125124147146962</c:v>
                </c:pt>
                <c:pt idx="5">
                  <c:v>0.24822876210047748</c:v>
                </c:pt>
                <c:pt idx="6">
                  <c:v>0.18453735700709761</c:v>
                </c:pt>
                <c:pt idx="7">
                  <c:v>0.18756368011248215</c:v>
                </c:pt>
                <c:pt idx="8">
                  <c:v>0.21300444873683722</c:v>
                </c:pt>
              </c:numCache>
            </c:numRef>
          </c:val>
          <c:extLst>
            <c:ext xmlns:c16="http://schemas.microsoft.com/office/drawing/2014/chart" uri="{C3380CC4-5D6E-409C-BE32-E72D297353CC}">
              <c16:uniqueId val="{00000007-420E-A74E-B6FF-0455E2A76C2E}"/>
            </c:ext>
          </c:extLst>
        </c:ser>
        <c:ser>
          <c:idx val="8"/>
          <c:order val="8"/>
          <c:tx>
            <c:strRef>
              <c:f>FX!$EQ$11</c:f>
              <c:strCache>
                <c:ptCount val="1"/>
                <c:pt idx="0">
                  <c:v>2023</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FX!$ER$11:$EZ$11</c:f>
              <c:numCache>
                <c:formatCode>0.0%</c:formatCode>
                <c:ptCount val="9"/>
                <c:pt idx="0">
                  <c:v>0.11397140856243126</c:v>
                </c:pt>
                <c:pt idx="1">
                  <c:v>0.1323434177865794</c:v>
                </c:pt>
                <c:pt idx="2">
                  <c:v>0.15444967151817959</c:v>
                </c:pt>
                <c:pt idx="3">
                  <c:v>0.1146032044324658</c:v>
                </c:pt>
                <c:pt idx="4">
                  <c:v>0.19369768095330303</c:v>
                </c:pt>
                <c:pt idx="5">
                  <c:v>0.13979361003999025</c:v>
                </c:pt>
                <c:pt idx="6">
                  <c:v>0.12630482312696817</c:v>
                </c:pt>
                <c:pt idx="7">
                  <c:v>0.11492391742470348</c:v>
                </c:pt>
                <c:pt idx="8">
                  <c:v>0.12686085601789168</c:v>
                </c:pt>
              </c:numCache>
            </c:numRef>
          </c:val>
          <c:extLst>
            <c:ext xmlns:c16="http://schemas.microsoft.com/office/drawing/2014/chart" uri="{C3380CC4-5D6E-409C-BE32-E72D297353CC}">
              <c16:uniqueId val="{00000008-420E-A74E-B6FF-0455E2A76C2E}"/>
            </c:ext>
          </c:extLst>
        </c:ser>
        <c:ser>
          <c:idx val="9"/>
          <c:order val="9"/>
          <c:tx>
            <c:strRef>
              <c:f>FX!$EQ$12</c:f>
              <c:strCache>
                <c:ptCount val="1"/>
                <c:pt idx="0">
                  <c:v>2024</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FX!$ER$12:$EZ$12</c:f>
              <c:numCache>
                <c:formatCode>0.0%</c:formatCode>
                <c:ptCount val="9"/>
                <c:pt idx="0">
                  <c:v>0.15310871728165373</c:v>
                </c:pt>
                <c:pt idx="1">
                  <c:v>0.20294705029801158</c:v>
                </c:pt>
                <c:pt idx="2">
                  <c:v>0.23215924665359272</c:v>
                </c:pt>
                <c:pt idx="3">
                  <c:v>0.15233960147105938</c:v>
                </c:pt>
                <c:pt idx="4">
                  <c:v>0.21075741277566545</c:v>
                </c:pt>
                <c:pt idx="5">
                  <c:v>0.1893173660433152</c:v>
                </c:pt>
                <c:pt idx="6">
                  <c:v>0.15255946457548572</c:v>
                </c:pt>
                <c:pt idx="7">
                  <c:v>0.14710505034649249</c:v>
                </c:pt>
                <c:pt idx="8">
                  <c:v>0.2173954253628641</c:v>
                </c:pt>
              </c:numCache>
            </c:numRef>
          </c:val>
          <c:extLst>
            <c:ext xmlns:c16="http://schemas.microsoft.com/office/drawing/2014/chart" uri="{C3380CC4-5D6E-409C-BE32-E72D297353CC}">
              <c16:uniqueId val="{00000009-420E-A74E-B6FF-0455E2A76C2E}"/>
            </c:ext>
          </c:extLst>
        </c:ser>
        <c:ser>
          <c:idx val="10"/>
          <c:order val="10"/>
          <c:tx>
            <c:strRef>
              <c:f>FX!$EQ$13</c:f>
              <c:strCache>
                <c:ptCount val="1"/>
                <c:pt idx="0">
                  <c:v>2025</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FX!$ER$13:$EZ$13</c:f>
              <c:numCache>
                <c:formatCode>0.0%</c:formatCode>
                <c:ptCount val="9"/>
                <c:pt idx="0">
                  <c:v>0.14581481996675327</c:v>
                </c:pt>
                <c:pt idx="1">
                  <c:v>0.29327606007825718</c:v>
                </c:pt>
                <c:pt idx="2">
                  <c:v>0.34504006376667362</c:v>
                </c:pt>
                <c:pt idx="3">
                  <c:v>0.14469125930900617</c:v>
                </c:pt>
                <c:pt idx="4">
                  <c:v>0.24791051903590353</c:v>
                </c:pt>
                <c:pt idx="5">
                  <c:v>0.17265406972048625</c:v>
                </c:pt>
                <c:pt idx="6">
                  <c:v>0.23041960023739391</c:v>
                </c:pt>
                <c:pt idx="7">
                  <c:v>0.18006460772429392</c:v>
                </c:pt>
                <c:pt idx="8">
                  <c:v>0.20078840231925749</c:v>
                </c:pt>
              </c:numCache>
            </c:numRef>
          </c:val>
          <c:extLst>
            <c:ext xmlns:c16="http://schemas.microsoft.com/office/drawing/2014/chart" uri="{C3380CC4-5D6E-409C-BE32-E72D297353CC}">
              <c16:uniqueId val="{0000000A-420E-A74E-B6FF-0455E2A76C2E}"/>
            </c:ext>
          </c:extLst>
        </c:ser>
        <c:ser>
          <c:idx val="11"/>
          <c:order val="11"/>
          <c:tx>
            <c:strRef>
              <c:f>FX!$EQ$14</c:f>
              <c:strCache>
                <c:ptCount val="1"/>
                <c:pt idx="0">
                  <c:v>Average</c:v>
                </c:pt>
              </c:strCache>
            </c:strRef>
          </c:tx>
          <c:spPr>
            <a:solidFill>
              <a:srgbClr val="00B0F0"/>
            </a:solidFill>
            <a:ln>
              <a:noFill/>
            </a:ln>
            <a:effectLst>
              <a:outerShdw blurRad="50800" dist="38100" dir="2700000" algn="tl" rotWithShape="0">
                <a:prstClr val="black">
                  <a:alpha val="40000"/>
                </a:prstClr>
              </a:outerShdw>
            </a:effectLst>
          </c:spPr>
          <c:invertIfNegative val="0"/>
          <c:dLbls>
            <c:dLbl>
              <c:idx val="0"/>
              <c:layout>
                <c:manualLayout>
                  <c:x val="-4.3573029598438506E-3"/>
                  <c:y val="-7.7840949487966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20E-A74E-B6FF-0455E2A76C2E}"/>
                </c:ext>
              </c:extLst>
            </c:dLbl>
            <c:dLbl>
              <c:idx val="1"/>
              <c:layout>
                <c:manualLayout>
                  <c:x val="-6.5359544397658158E-3"/>
                  <c:y val="-0.2127652619337734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20E-A74E-B6FF-0455E2A76C2E}"/>
                </c:ext>
              </c:extLst>
            </c:dLbl>
            <c:dLbl>
              <c:idx val="2"/>
              <c:layout>
                <c:manualLayout>
                  <c:x val="-5.4466286998048532E-3"/>
                  <c:y val="-0.166060692240993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20E-A74E-B6FF-0455E2A76C2E}"/>
                </c:ext>
              </c:extLst>
            </c:dLbl>
            <c:dLbl>
              <c:idx val="3"/>
              <c:layout>
                <c:manualLayout>
                  <c:x val="-6.5359544397657759E-3"/>
                  <c:y val="-6.22727595903728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20E-A74E-B6FF-0455E2A76C2E}"/>
                </c:ext>
              </c:extLst>
            </c:dLbl>
            <c:dLbl>
              <c:idx val="4"/>
              <c:layout>
                <c:manualLayout>
                  <c:x val="-1.8518537579336445E-2"/>
                  <c:y val="-8.82197427530280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20E-A74E-B6FF-0455E2A76C2E}"/>
                </c:ext>
              </c:extLst>
            </c:dLbl>
            <c:dLbl>
              <c:idx val="5"/>
              <c:layout>
                <c:manualLayout>
                  <c:x val="-6.5359544397658557E-3"/>
                  <c:y val="-3.6325776427717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20E-A74E-B6FF-0455E2A76C2E}"/>
                </c:ext>
              </c:extLst>
            </c:dLbl>
            <c:dLbl>
              <c:idx val="6"/>
              <c:layout>
                <c:manualLayout>
                  <c:x val="-6.5359544397657759E-3"/>
                  <c:y val="-4.6704569692779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20E-A74E-B6FF-0455E2A76C2E}"/>
                </c:ext>
              </c:extLst>
            </c:dLbl>
            <c:dLbl>
              <c:idx val="7"/>
              <c:layout>
                <c:manualLayout>
                  <c:x val="-6.5359544397657759E-3"/>
                  <c:y val="-8.30303461204970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20E-A74E-B6FF-0455E2A76C2E}"/>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F0"/>
                    </a:solidFill>
                    <a:latin typeface="Century Gothic" panose="020B0502020202020204" pitchFamily="34" charset="0"/>
                    <a:ea typeface="+mn-ea"/>
                    <a:cs typeface="+mn-cs"/>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FX!$ER$2:$EZ$2</c:f>
              <c:strCache>
                <c:ptCount val="9"/>
                <c:pt idx="0">
                  <c:v>Nifty 50</c:v>
                </c:pt>
                <c:pt idx="1">
                  <c:v>NIFTY MIDCAP 100</c:v>
                </c:pt>
                <c:pt idx="2">
                  <c:v>NIFTY SMALLCAP 100</c:v>
                </c:pt>
                <c:pt idx="3">
                  <c:v>BSE SENSEX</c:v>
                </c:pt>
                <c:pt idx="4">
                  <c:v>NIFTY IT</c:v>
                </c:pt>
                <c:pt idx="5">
                  <c:v>NIFTY Bank</c:v>
                </c:pt>
                <c:pt idx="6">
                  <c:v>NIFTY Pharma</c:v>
                </c:pt>
                <c:pt idx="7">
                  <c:v>NIFTY FMCG</c:v>
                </c:pt>
                <c:pt idx="8">
                  <c:v>NIFTY Infra</c:v>
                </c:pt>
              </c:strCache>
            </c:strRef>
          </c:cat>
          <c:val>
            <c:numRef>
              <c:f>FX!$ER$14:$EZ$14</c:f>
              <c:numCache>
                <c:formatCode>0.0%</c:formatCode>
                <c:ptCount val="9"/>
                <c:pt idx="0">
                  <c:v>0.18099491551357627</c:v>
                </c:pt>
                <c:pt idx="1">
                  <c:v>0.21896131095241511</c:v>
                </c:pt>
                <c:pt idx="2">
                  <c:v>0.24544032953199332</c:v>
                </c:pt>
                <c:pt idx="3">
                  <c:v>0.18135165169757164</c:v>
                </c:pt>
                <c:pt idx="4">
                  <c:v>0.21950606534727085</c:v>
                </c:pt>
                <c:pt idx="5">
                  <c:v>0.23337937434898101</c:v>
                </c:pt>
                <c:pt idx="6">
                  <c:v>0.21106918992595194</c:v>
                </c:pt>
                <c:pt idx="7">
                  <c:v>0.18260307480758187</c:v>
                </c:pt>
                <c:pt idx="8">
                  <c:v>0.21110114092955137</c:v>
                </c:pt>
              </c:numCache>
            </c:numRef>
          </c:val>
          <c:extLst>
            <c:ext xmlns:c16="http://schemas.microsoft.com/office/drawing/2014/chart" uri="{C3380CC4-5D6E-409C-BE32-E72D297353CC}">
              <c16:uniqueId val="{0000000B-420E-A74E-B6FF-0455E2A76C2E}"/>
            </c:ext>
          </c:extLst>
        </c:ser>
        <c:dLbls>
          <c:showLegendKey val="0"/>
          <c:showVal val="0"/>
          <c:showCatName val="0"/>
          <c:showSerName val="0"/>
          <c:showPercent val="0"/>
          <c:showBubbleSize val="0"/>
        </c:dLbls>
        <c:gapWidth val="219"/>
        <c:overlap val="-27"/>
        <c:axId val="29658511"/>
        <c:axId val="29660223"/>
      </c:barChart>
      <c:catAx>
        <c:axId val="29658511"/>
        <c:scaling>
          <c:orientation val="minMax"/>
        </c:scaling>
        <c:delete val="0"/>
        <c:axPos val="b"/>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9660223"/>
        <c:crosses val="autoZero"/>
        <c:auto val="1"/>
        <c:lblAlgn val="ctr"/>
        <c:lblOffset val="100"/>
        <c:noMultiLvlLbl val="0"/>
      </c:catAx>
      <c:valAx>
        <c:axId val="2966022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96585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FX!$FC$2</c:f>
              <c:strCache>
                <c:ptCount val="1"/>
                <c:pt idx="0">
                  <c:v>Nifty 50</c:v>
                </c:pt>
              </c:strCache>
            </c:strRef>
          </c:tx>
          <c:spPr>
            <a:ln w="12700" cap="rnd">
              <a:solidFill>
                <a:schemeClr val="accent1"/>
              </a:solidFill>
              <a:round/>
            </a:ln>
            <a:effectLst/>
          </c:spPr>
          <c:marker>
            <c:symbol val="none"/>
          </c:marker>
          <c:cat>
            <c:numRef>
              <c:f>FX!$FB$3:$FB$2309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FX!$FC$3:$FC$2309</c:f>
              <c:numCache>
                <c:formatCode>0.00%</c:formatCode>
                <c:ptCount val="2307"/>
                <c:pt idx="0">
                  <c:v>1.4822664040048863E-2</c:v>
                </c:pt>
                <c:pt idx="1">
                  <c:v>1.4773913686534152E-2</c:v>
                </c:pt>
                <c:pt idx="2">
                  <c:v>1.4780139466634597E-2</c:v>
                </c:pt>
                <c:pt idx="3">
                  <c:v>1.2471980577843138E-2</c:v>
                </c:pt>
                <c:pt idx="4">
                  <c:v>1.2488936871721928E-2</c:v>
                </c:pt>
                <c:pt idx="5">
                  <c:v>1.1754230327256313E-2</c:v>
                </c:pt>
                <c:pt idx="6">
                  <c:v>1.2787482213179321E-2</c:v>
                </c:pt>
                <c:pt idx="7">
                  <c:v>1.2761438622936137E-2</c:v>
                </c:pt>
                <c:pt idx="8">
                  <c:v>1.2845800298388863E-2</c:v>
                </c:pt>
                <c:pt idx="9">
                  <c:v>1.2918485537458847E-2</c:v>
                </c:pt>
                <c:pt idx="10">
                  <c:v>1.0915783548998326E-2</c:v>
                </c:pt>
                <c:pt idx="11">
                  <c:v>1.0909368597859419E-2</c:v>
                </c:pt>
                <c:pt idx="12">
                  <c:v>1.1091049374141886E-2</c:v>
                </c:pt>
                <c:pt idx="13">
                  <c:v>9.6075901226895868E-3</c:v>
                </c:pt>
                <c:pt idx="14">
                  <c:v>9.5857347906813557E-3</c:v>
                </c:pt>
                <c:pt idx="15">
                  <c:v>9.2125604240119452E-3</c:v>
                </c:pt>
                <c:pt idx="16">
                  <c:v>9.0174269640304183E-3</c:v>
                </c:pt>
                <c:pt idx="17">
                  <c:v>1.0405412047734101E-2</c:v>
                </c:pt>
                <c:pt idx="18">
                  <c:v>1.0507227128342265E-2</c:v>
                </c:pt>
                <c:pt idx="19">
                  <c:v>9.6067724748551513E-3</c:v>
                </c:pt>
                <c:pt idx="20">
                  <c:v>9.8060301658463352E-3</c:v>
                </c:pt>
                <c:pt idx="21">
                  <c:v>9.8408154324232961E-3</c:v>
                </c:pt>
                <c:pt idx="22">
                  <c:v>1.1678407248015612E-2</c:v>
                </c:pt>
                <c:pt idx="23">
                  <c:v>1.1722412529070931E-2</c:v>
                </c:pt>
                <c:pt idx="24">
                  <c:v>1.1706759443296169E-2</c:v>
                </c:pt>
                <c:pt idx="25">
                  <c:v>1.079412062581624E-2</c:v>
                </c:pt>
                <c:pt idx="26">
                  <c:v>1.1389246267981722E-2</c:v>
                </c:pt>
                <c:pt idx="27">
                  <c:v>1.1184117272933572E-2</c:v>
                </c:pt>
                <c:pt idx="28">
                  <c:v>1.1265137495207312E-2</c:v>
                </c:pt>
                <c:pt idx="29">
                  <c:v>1.0994544029329771E-2</c:v>
                </c:pt>
                <c:pt idx="30">
                  <c:v>1.0944028377706933E-2</c:v>
                </c:pt>
                <c:pt idx="31">
                  <c:v>1.0988120842627791E-2</c:v>
                </c:pt>
                <c:pt idx="32">
                  <c:v>1.0903620730011892E-2</c:v>
                </c:pt>
                <c:pt idx="33">
                  <c:v>1.0910496685021517E-2</c:v>
                </c:pt>
                <c:pt idx="34">
                  <c:v>1.0840989991471409E-2</c:v>
                </c:pt>
                <c:pt idx="35">
                  <c:v>1.2281713946283029E-2</c:v>
                </c:pt>
                <c:pt idx="36">
                  <c:v>1.3275323028962347E-2</c:v>
                </c:pt>
                <c:pt idx="37">
                  <c:v>1.3860231051337513E-2</c:v>
                </c:pt>
                <c:pt idx="38">
                  <c:v>1.3578193359288985E-2</c:v>
                </c:pt>
                <c:pt idx="39">
                  <c:v>1.3630335705581984E-2</c:v>
                </c:pt>
                <c:pt idx="40">
                  <c:v>1.3808442468847E-2</c:v>
                </c:pt>
                <c:pt idx="41">
                  <c:v>1.2319267593722915E-2</c:v>
                </c:pt>
                <c:pt idx="42">
                  <c:v>1.2257621885094825E-2</c:v>
                </c:pt>
                <c:pt idx="43">
                  <c:v>1.2296706145586297E-2</c:v>
                </c:pt>
                <c:pt idx="44">
                  <c:v>1.2258319356886399E-2</c:v>
                </c:pt>
                <c:pt idx="45">
                  <c:v>1.2698960007548282E-2</c:v>
                </c:pt>
                <c:pt idx="46">
                  <c:v>1.3027272713004426E-2</c:v>
                </c:pt>
                <c:pt idx="47">
                  <c:v>1.27868946372976E-2</c:v>
                </c:pt>
                <c:pt idx="48">
                  <c:v>1.2900836798245479E-2</c:v>
                </c:pt>
                <c:pt idx="49">
                  <c:v>1.3206194933737049E-2</c:v>
                </c:pt>
                <c:pt idx="50">
                  <c:v>1.3410439471760707E-2</c:v>
                </c:pt>
                <c:pt idx="51">
                  <c:v>1.3901716783510217E-2</c:v>
                </c:pt>
                <c:pt idx="52">
                  <c:v>1.3885084821612268E-2</c:v>
                </c:pt>
                <c:pt idx="53">
                  <c:v>1.4084161672621652E-2</c:v>
                </c:pt>
                <c:pt idx="54">
                  <c:v>1.2998760732936999E-2</c:v>
                </c:pt>
                <c:pt idx="55">
                  <c:v>1.0567188358542416E-2</c:v>
                </c:pt>
                <c:pt idx="56">
                  <c:v>1.0253091868501589E-2</c:v>
                </c:pt>
                <c:pt idx="57">
                  <c:v>1.1635770023765916E-2</c:v>
                </c:pt>
                <c:pt idx="58">
                  <c:v>1.2803424610503943E-2</c:v>
                </c:pt>
                <c:pt idx="59">
                  <c:v>1.3148758882215571E-2</c:v>
                </c:pt>
                <c:pt idx="60">
                  <c:v>1.3292276531166655E-2</c:v>
                </c:pt>
                <c:pt idx="61">
                  <c:v>1.3639499233053255E-2</c:v>
                </c:pt>
                <c:pt idx="62">
                  <c:v>1.4233080412434771E-2</c:v>
                </c:pt>
                <c:pt idx="63">
                  <c:v>1.4092030224537519E-2</c:v>
                </c:pt>
                <c:pt idx="64">
                  <c:v>1.3359154096417587E-2</c:v>
                </c:pt>
                <c:pt idx="65">
                  <c:v>1.3010584786786314E-2</c:v>
                </c:pt>
                <c:pt idx="66">
                  <c:v>1.2968434645476928E-2</c:v>
                </c:pt>
                <c:pt idx="67">
                  <c:v>1.3008867896938696E-2</c:v>
                </c:pt>
                <c:pt idx="68">
                  <c:v>1.2701348673360679E-2</c:v>
                </c:pt>
                <c:pt idx="69">
                  <c:v>1.224369637960894E-2</c:v>
                </c:pt>
                <c:pt idx="70">
                  <c:v>1.1856450679634043E-2</c:v>
                </c:pt>
                <c:pt idx="71">
                  <c:v>1.2386248524639893E-2</c:v>
                </c:pt>
                <c:pt idx="72">
                  <c:v>1.1930225352251319E-2</c:v>
                </c:pt>
                <c:pt idx="73">
                  <c:v>1.3312315677654157E-2</c:v>
                </c:pt>
                <c:pt idx="74">
                  <c:v>1.3498975227614672E-2</c:v>
                </c:pt>
                <c:pt idx="75">
                  <c:v>1.316659159072152E-2</c:v>
                </c:pt>
                <c:pt idx="76">
                  <c:v>1.2284471125609766E-2</c:v>
                </c:pt>
                <c:pt idx="77">
                  <c:v>1.0642163471031313E-2</c:v>
                </c:pt>
                <c:pt idx="78">
                  <c:v>1.0094813724749135E-2</c:v>
                </c:pt>
                <c:pt idx="79">
                  <c:v>1.0585207692216063E-2</c:v>
                </c:pt>
                <c:pt idx="80">
                  <c:v>1.1179810209262753E-2</c:v>
                </c:pt>
                <c:pt idx="81">
                  <c:v>1.0511527350288494E-2</c:v>
                </c:pt>
                <c:pt idx="82">
                  <c:v>1.0596185717299368E-2</c:v>
                </c:pt>
                <c:pt idx="83">
                  <c:v>1.0567044932272434E-2</c:v>
                </c:pt>
                <c:pt idx="84">
                  <c:v>1.0698062757252477E-2</c:v>
                </c:pt>
                <c:pt idx="85">
                  <c:v>1.1206710045198486E-2</c:v>
                </c:pt>
                <c:pt idx="86">
                  <c:v>1.1171806786571025E-2</c:v>
                </c:pt>
                <c:pt idx="87">
                  <c:v>1.2071470037450046E-2</c:v>
                </c:pt>
                <c:pt idx="88">
                  <c:v>1.2056293822506951E-2</c:v>
                </c:pt>
                <c:pt idx="89">
                  <c:v>1.2075285346717755E-2</c:v>
                </c:pt>
                <c:pt idx="90">
                  <c:v>1.1549402108761403E-2</c:v>
                </c:pt>
                <c:pt idx="91">
                  <c:v>1.1541315417568357E-2</c:v>
                </c:pt>
                <c:pt idx="92">
                  <c:v>1.0078231676011819E-2</c:v>
                </c:pt>
                <c:pt idx="93">
                  <c:v>9.7146111445759915E-3</c:v>
                </c:pt>
                <c:pt idx="94">
                  <c:v>9.8369376791810452E-3</c:v>
                </c:pt>
                <c:pt idx="95">
                  <c:v>9.8564735834382137E-3</c:v>
                </c:pt>
                <c:pt idx="96">
                  <c:v>9.2232895550502774E-3</c:v>
                </c:pt>
                <c:pt idx="97">
                  <c:v>9.1905882672756907E-3</c:v>
                </c:pt>
                <c:pt idx="98">
                  <c:v>8.8684206248253079E-3</c:v>
                </c:pt>
                <c:pt idx="99">
                  <c:v>8.9655734436805239E-3</c:v>
                </c:pt>
                <c:pt idx="100">
                  <c:v>9.0506311005082978E-3</c:v>
                </c:pt>
                <c:pt idx="101">
                  <c:v>9.0795581327529767E-3</c:v>
                </c:pt>
                <c:pt idx="102">
                  <c:v>9.2469016959384615E-3</c:v>
                </c:pt>
                <c:pt idx="103">
                  <c:v>9.2727417430641321E-3</c:v>
                </c:pt>
                <c:pt idx="104">
                  <c:v>9.019476095043109E-3</c:v>
                </c:pt>
                <c:pt idx="105">
                  <c:v>9.0625087417686608E-3</c:v>
                </c:pt>
                <c:pt idx="106">
                  <c:v>7.9758495335245216E-3</c:v>
                </c:pt>
                <c:pt idx="107">
                  <c:v>8.0117085225398232E-3</c:v>
                </c:pt>
                <c:pt idx="108">
                  <c:v>8.3993819747678871E-3</c:v>
                </c:pt>
                <c:pt idx="109">
                  <c:v>8.8797986356528406E-3</c:v>
                </c:pt>
                <c:pt idx="110">
                  <c:v>9.1170537607202229E-3</c:v>
                </c:pt>
                <c:pt idx="111">
                  <c:v>8.9890240591843553E-3</c:v>
                </c:pt>
                <c:pt idx="112">
                  <c:v>1.009854166585886E-2</c:v>
                </c:pt>
                <c:pt idx="113">
                  <c:v>9.6562947692716995E-3</c:v>
                </c:pt>
                <c:pt idx="114">
                  <c:v>9.814896782713009E-3</c:v>
                </c:pt>
                <c:pt idx="115">
                  <c:v>9.7891913930300868E-3</c:v>
                </c:pt>
                <c:pt idx="116">
                  <c:v>1.0245401914998885E-2</c:v>
                </c:pt>
                <c:pt idx="117">
                  <c:v>1.0245304842216323E-2</c:v>
                </c:pt>
                <c:pt idx="118">
                  <c:v>9.0466683182189016E-3</c:v>
                </c:pt>
                <c:pt idx="119">
                  <c:v>9.1368356395590319E-3</c:v>
                </c:pt>
                <c:pt idx="120">
                  <c:v>9.0841474044056382E-3</c:v>
                </c:pt>
                <c:pt idx="121">
                  <c:v>8.8493123436585198E-3</c:v>
                </c:pt>
                <c:pt idx="122">
                  <c:v>8.8962513279167241E-3</c:v>
                </c:pt>
                <c:pt idx="123">
                  <c:v>9.120804558717421E-3</c:v>
                </c:pt>
                <c:pt idx="124">
                  <c:v>1.0164689261086032E-2</c:v>
                </c:pt>
                <c:pt idx="125">
                  <c:v>1.015211571243653E-2</c:v>
                </c:pt>
                <c:pt idx="126">
                  <c:v>1.1051963492312052E-2</c:v>
                </c:pt>
                <c:pt idx="127">
                  <c:v>1.0918871324073206E-2</c:v>
                </c:pt>
                <c:pt idx="128">
                  <c:v>1.0273622659571598E-2</c:v>
                </c:pt>
                <c:pt idx="129">
                  <c:v>1.0563026969530376E-2</c:v>
                </c:pt>
                <c:pt idx="130">
                  <c:v>1.0969656750043483E-2</c:v>
                </c:pt>
                <c:pt idx="131">
                  <c:v>1.836485792031398E-2</c:v>
                </c:pt>
                <c:pt idx="132">
                  <c:v>1.8553072030006855E-2</c:v>
                </c:pt>
                <c:pt idx="133">
                  <c:v>1.8348471354423149E-2</c:v>
                </c:pt>
                <c:pt idx="134">
                  <c:v>1.928604061265311E-2</c:v>
                </c:pt>
                <c:pt idx="135">
                  <c:v>1.8998473517146293E-2</c:v>
                </c:pt>
                <c:pt idx="136">
                  <c:v>1.8933625850402609E-2</c:v>
                </c:pt>
                <c:pt idx="137">
                  <c:v>1.9323462304577189E-2</c:v>
                </c:pt>
                <c:pt idx="138">
                  <c:v>1.9014434843325139E-2</c:v>
                </c:pt>
                <c:pt idx="139">
                  <c:v>1.942387085163633E-2</c:v>
                </c:pt>
                <c:pt idx="140">
                  <c:v>1.980222227596079E-2</c:v>
                </c:pt>
                <c:pt idx="141">
                  <c:v>1.9806693761689989E-2</c:v>
                </c:pt>
                <c:pt idx="142">
                  <c:v>2.0390670332380154E-2</c:v>
                </c:pt>
                <c:pt idx="143">
                  <c:v>2.0972821473260139E-2</c:v>
                </c:pt>
                <c:pt idx="144">
                  <c:v>2.0969798376773877E-2</c:v>
                </c:pt>
                <c:pt idx="145">
                  <c:v>2.0443151904626516E-2</c:v>
                </c:pt>
                <c:pt idx="146">
                  <c:v>2.0784300374765311E-2</c:v>
                </c:pt>
                <c:pt idx="147">
                  <c:v>2.0785759592266653E-2</c:v>
                </c:pt>
                <c:pt idx="148">
                  <c:v>2.1339085673319033E-2</c:v>
                </c:pt>
                <c:pt idx="149">
                  <c:v>2.1058245163908446E-2</c:v>
                </c:pt>
                <c:pt idx="150">
                  <c:v>1.4251496161810066E-2</c:v>
                </c:pt>
                <c:pt idx="151">
                  <c:v>1.4196415070913005E-2</c:v>
                </c:pt>
                <c:pt idx="152">
                  <c:v>1.4311064066295266E-2</c:v>
                </c:pt>
                <c:pt idx="153">
                  <c:v>1.3388389630977396E-2</c:v>
                </c:pt>
                <c:pt idx="154">
                  <c:v>1.4156267451982838E-2</c:v>
                </c:pt>
                <c:pt idx="155">
                  <c:v>1.4061402085067289E-2</c:v>
                </c:pt>
                <c:pt idx="156">
                  <c:v>1.4219439993011562E-2</c:v>
                </c:pt>
                <c:pt idx="157">
                  <c:v>1.398786841670714E-2</c:v>
                </c:pt>
                <c:pt idx="158">
                  <c:v>1.3934856387771371E-2</c:v>
                </c:pt>
                <c:pt idx="159">
                  <c:v>1.2469705688199646E-2</c:v>
                </c:pt>
                <c:pt idx="160">
                  <c:v>1.2021746581917618E-2</c:v>
                </c:pt>
                <c:pt idx="161">
                  <c:v>1.2052563435698911E-2</c:v>
                </c:pt>
                <c:pt idx="162">
                  <c:v>1.1424479608047411E-2</c:v>
                </c:pt>
                <c:pt idx="163">
                  <c:v>1.1324468429485111E-2</c:v>
                </c:pt>
                <c:pt idx="164">
                  <c:v>1.1323696919775045E-2</c:v>
                </c:pt>
                <c:pt idx="165">
                  <c:v>1.1227456022526606E-2</c:v>
                </c:pt>
                <c:pt idx="166">
                  <c:v>1.1320246347527046E-2</c:v>
                </c:pt>
                <c:pt idx="167">
                  <c:v>1.0833103880114161E-2</c:v>
                </c:pt>
                <c:pt idx="168">
                  <c:v>1.0838663620077712E-2</c:v>
                </c:pt>
                <c:pt idx="169">
                  <c:v>9.6634191779090828E-3</c:v>
                </c:pt>
                <c:pt idx="170">
                  <c:v>1.0019820729370016E-2</c:v>
                </c:pt>
                <c:pt idx="171">
                  <c:v>1.0075825719640996E-2</c:v>
                </c:pt>
                <c:pt idx="172">
                  <c:v>1.0304099458950071E-2</c:v>
                </c:pt>
                <c:pt idx="173">
                  <c:v>9.4776639062214372E-3</c:v>
                </c:pt>
                <c:pt idx="174">
                  <c:v>9.4647750293168631E-3</c:v>
                </c:pt>
                <c:pt idx="175">
                  <c:v>6.8683718300657512E-3</c:v>
                </c:pt>
                <c:pt idx="176">
                  <c:v>7.1750520408747943E-3</c:v>
                </c:pt>
                <c:pt idx="177">
                  <c:v>7.1480134910708046E-3</c:v>
                </c:pt>
                <c:pt idx="178">
                  <c:v>6.6460170627579826E-3</c:v>
                </c:pt>
                <c:pt idx="179">
                  <c:v>7.3502107489210279E-3</c:v>
                </c:pt>
                <c:pt idx="180">
                  <c:v>7.6183834087937058E-3</c:v>
                </c:pt>
                <c:pt idx="181">
                  <c:v>7.9631690420626407E-3</c:v>
                </c:pt>
                <c:pt idx="182">
                  <c:v>7.5236957098393465E-3</c:v>
                </c:pt>
                <c:pt idx="183">
                  <c:v>8.4085592890607297E-3</c:v>
                </c:pt>
                <c:pt idx="184">
                  <c:v>8.1490764603616393E-3</c:v>
                </c:pt>
                <c:pt idx="185">
                  <c:v>8.148830863831516E-3</c:v>
                </c:pt>
                <c:pt idx="186">
                  <c:v>8.1450636151853203E-3</c:v>
                </c:pt>
                <c:pt idx="187">
                  <c:v>8.3051530940485545E-3</c:v>
                </c:pt>
                <c:pt idx="188">
                  <c:v>8.6828873545164425E-3</c:v>
                </c:pt>
                <c:pt idx="189">
                  <c:v>8.5830340311850058E-3</c:v>
                </c:pt>
                <c:pt idx="190">
                  <c:v>8.4571103013932874E-3</c:v>
                </c:pt>
                <c:pt idx="191">
                  <c:v>8.6026832384335263E-3</c:v>
                </c:pt>
                <c:pt idx="192">
                  <c:v>8.8388426889656826E-3</c:v>
                </c:pt>
                <c:pt idx="193">
                  <c:v>8.8221135364937066E-3</c:v>
                </c:pt>
                <c:pt idx="194">
                  <c:v>9.0029403786479126E-3</c:v>
                </c:pt>
                <c:pt idx="195">
                  <c:v>8.9355864632506415E-3</c:v>
                </c:pt>
                <c:pt idx="196">
                  <c:v>9.3379551633766197E-3</c:v>
                </c:pt>
                <c:pt idx="197">
                  <c:v>9.1419976660125791E-3</c:v>
                </c:pt>
                <c:pt idx="198">
                  <c:v>8.4869581600267308E-3</c:v>
                </c:pt>
                <c:pt idx="199">
                  <c:v>8.5123690106836836E-3</c:v>
                </c:pt>
                <c:pt idx="200">
                  <c:v>8.6526551974070807E-3</c:v>
                </c:pt>
                <c:pt idx="201">
                  <c:v>8.6964865541107796E-3</c:v>
                </c:pt>
                <c:pt idx="202">
                  <c:v>8.153613547109485E-3</c:v>
                </c:pt>
                <c:pt idx="203">
                  <c:v>8.5624823944744511E-3</c:v>
                </c:pt>
                <c:pt idx="204">
                  <c:v>8.5954695467992809E-3</c:v>
                </c:pt>
                <c:pt idx="205">
                  <c:v>9.0024210827133622E-3</c:v>
                </c:pt>
                <c:pt idx="206">
                  <c:v>8.8756016414320467E-3</c:v>
                </c:pt>
                <c:pt idx="207">
                  <c:v>8.8166323089892088E-3</c:v>
                </c:pt>
                <c:pt idx="208">
                  <c:v>8.8878815337869004E-3</c:v>
                </c:pt>
                <c:pt idx="209">
                  <c:v>9.0142961607484057E-3</c:v>
                </c:pt>
                <c:pt idx="210">
                  <c:v>8.6338093542678625E-3</c:v>
                </c:pt>
                <c:pt idx="211">
                  <c:v>9.931431675953669E-3</c:v>
                </c:pt>
                <c:pt idx="212">
                  <c:v>9.9458592551780745E-3</c:v>
                </c:pt>
                <c:pt idx="213">
                  <c:v>9.8055333985904297E-3</c:v>
                </c:pt>
                <c:pt idx="214">
                  <c:v>1.1170286455641144E-2</c:v>
                </c:pt>
                <c:pt idx="215">
                  <c:v>1.1141021859074432E-2</c:v>
                </c:pt>
                <c:pt idx="216">
                  <c:v>1.1036409851218575E-2</c:v>
                </c:pt>
                <c:pt idx="217">
                  <c:v>1.1180918919617788E-2</c:v>
                </c:pt>
                <c:pt idx="218">
                  <c:v>1.1248606384585897E-2</c:v>
                </c:pt>
                <c:pt idx="219">
                  <c:v>1.1057356158992339E-2</c:v>
                </c:pt>
                <c:pt idx="220">
                  <c:v>1.0893182339923294E-2</c:v>
                </c:pt>
                <c:pt idx="221">
                  <c:v>1.1029269148480389E-2</c:v>
                </c:pt>
                <c:pt idx="222">
                  <c:v>1.0934037455410817E-2</c:v>
                </c:pt>
                <c:pt idx="223">
                  <c:v>1.1791367062079913E-2</c:v>
                </c:pt>
                <c:pt idx="224">
                  <c:v>1.1111741044290321E-2</c:v>
                </c:pt>
                <c:pt idx="225">
                  <c:v>1.3073396223950725E-2</c:v>
                </c:pt>
                <c:pt idx="226">
                  <c:v>1.2859500513943493E-2</c:v>
                </c:pt>
                <c:pt idx="227">
                  <c:v>1.2862112129800285E-2</c:v>
                </c:pt>
                <c:pt idx="228">
                  <c:v>1.3960759343688353E-2</c:v>
                </c:pt>
                <c:pt idx="229">
                  <c:v>1.3958039760819661E-2</c:v>
                </c:pt>
                <c:pt idx="230">
                  <c:v>1.3438547176473579E-2</c:v>
                </c:pt>
                <c:pt idx="231">
                  <c:v>1.3827070326664755E-2</c:v>
                </c:pt>
                <c:pt idx="232">
                  <c:v>1.4223292469789293E-2</c:v>
                </c:pt>
                <c:pt idx="233">
                  <c:v>1.367974431875961E-2</c:v>
                </c:pt>
                <c:pt idx="234">
                  <c:v>1.3918847977430987E-2</c:v>
                </c:pt>
                <c:pt idx="235">
                  <c:v>1.4296340965185703E-2</c:v>
                </c:pt>
                <c:pt idx="236">
                  <c:v>1.4268309657538548E-2</c:v>
                </c:pt>
                <c:pt idx="237">
                  <c:v>1.5818605719513934E-2</c:v>
                </c:pt>
                <c:pt idx="238">
                  <c:v>1.5810565437259966E-2</c:v>
                </c:pt>
                <c:pt idx="239">
                  <c:v>1.6974563708588825E-2</c:v>
                </c:pt>
                <c:pt idx="240">
                  <c:v>1.7073042859326787E-2</c:v>
                </c:pt>
                <c:pt idx="241">
                  <c:v>1.6918738875603679E-2</c:v>
                </c:pt>
                <c:pt idx="242">
                  <c:v>1.6643947884711154E-2</c:v>
                </c:pt>
                <c:pt idx="243">
                  <c:v>1.6641491488898298E-2</c:v>
                </c:pt>
                <c:pt idx="244">
                  <c:v>1.5937934244158156E-2</c:v>
                </c:pt>
                <c:pt idx="245">
                  <c:v>1.6060365202511237E-2</c:v>
                </c:pt>
                <c:pt idx="246">
                  <c:v>1.6086123988458535E-2</c:v>
                </c:pt>
                <c:pt idx="247">
                  <c:v>1.5067930878320635E-2</c:v>
                </c:pt>
                <c:pt idx="248">
                  <c:v>1.4989178357972062E-2</c:v>
                </c:pt>
                <c:pt idx="249">
                  <c:v>1.7974009159376223E-2</c:v>
                </c:pt>
                <c:pt idx="250">
                  <c:v>1.8701622782025348E-2</c:v>
                </c:pt>
                <c:pt idx="251">
                  <c:v>1.9047090207867236E-2</c:v>
                </c:pt>
                <c:pt idx="252">
                  <c:v>1.8786043328036059E-2</c:v>
                </c:pt>
                <c:pt idx="253">
                  <c:v>1.8362777704618208E-2</c:v>
                </c:pt>
                <c:pt idx="254">
                  <c:v>1.7817505768147578E-2</c:v>
                </c:pt>
                <c:pt idx="255">
                  <c:v>1.7667746424060708E-2</c:v>
                </c:pt>
                <c:pt idx="256">
                  <c:v>1.508315578981987E-2</c:v>
                </c:pt>
                <c:pt idx="257">
                  <c:v>1.549107739720086E-2</c:v>
                </c:pt>
                <c:pt idx="258">
                  <c:v>1.4588893850641558E-2</c:v>
                </c:pt>
                <c:pt idx="259">
                  <c:v>1.3972804358315249E-2</c:v>
                </c:pt>
                <c:pt idx="260">
                  <c:v>1.4231139532538637E-2</c:v>
                </c:pt>
                <c:pt idx="261">
                  <c:v>1.4243711285995105E-2</c:v>
                </c:pt>
                <c:pt idx="262">
                  <c:v>1.4277050176244508E-2</c:v>
                </c:pt>
                <c:pt idx="263">
                  <c:v>1.3322472983502743E-2</c:v>
                </c:pt>
                <c:pt idx="264">
                  <c:v>1.264591037524615E-2</c:v>
                </c:pt>
                <c:pt idx="265">
                  <c:v>1.2247030232906369E-2</c:v>
                </c:pt>
                <c:pt idx="266">
                  <c:v>1.2486405644137586E-2</c:v>
                </c:pt>
                <c:pt idx="267">
                  <c:v>1.2218622258426751E-2</c:v>
                </c:pt>
                <c:pt idx="268">
                  <c:v>1.1390989429300507E-2</c:v>
                </c:pt>
                <c:pt idx="269">
                  <c:v>1.0190929302970126E-2</c:v>
                </c:pt>
                <c:pt idx="270">
                  <c:v>9.3137572568604051E-3</c:v>
                </c:pt>
                <c:pt idx="271">
                  <c:v>9.9508982312045743E-3</c:v>
                </c:pt>
                <c:pt idx="272">
                  <c:v>1.1023678889462889E-2</c:v>
                </c:pt>
                <c:pt idx="273">
                  <c:v>1.1004090000873636E-2</c:v>
                </c:pt>
                <c:pt idx="274">
                  <c:v>1.1026087713306171E-2</c:v>
                </c:pt>
                <c:pt idx="275">
                  <c:v>1.1735199481198845E-2</c:v>
                </c:pt>
                <c:pt idx="276">
                  <c:v>1.1582171417230473E-2</c:v>
                </c:pt>
                <c:pt idx="277">
                  <c:v>1.2350922211863144E-2</c:v>
                </c:pt>
                <c:pt idx="278">
                  <c:v>1.2306753995465705E-2</c:v>
                </c:pt>
                <c:pt idx="279">
                  <c:v>1.1905916220207953E-2</c:v>
                </c:pt>
                <c:pt idx="280">
                  <c:v>1.1600445228365322E-2</c:v>
                </c:pt>
                <c:pt idx="281">
                  <c:v>1.1815004709531523E-2</c:v>
                </c:pt>
                <c:pt idx="282">
                  <c:v>1.1795978809688688E-2</c:v>
                </c:pt>
                <c:pt idx="283">
                  <c:v>1.1606053496494233E-2</c:v>
                </c:pt>
                <c:pt idx="284">
                  <c:v>1.2435990435318045E-2</c:v>
                </c:pt>
                <c:pt idx="285">
                  <c:v>1.2409985968728573E-2</c:v>
                </c:pt>
                <c:pt idx="286">
                  <c:v>1.2370580909285873E-2</c:v>
                </c:pt>
                <c:pt idx="287">
                  <c:v>1.1029626938589604E-2</c:v>
                </c:pt>
                <c:pt idx="288">
                  <c:v>1.1387277288803465E-2</c:v>
                </c:pt>
                <c:pt idx="289">
                  <c:v>1.1410954801593721E-2</c:v>
                </c:pt>
                <c:pt idx="290">
                  <c:v>1.0885596244866269E-2</c:v>
                </c:pt>
                <c:pt idx="291">
                  <c:v>9.6439315209218054E-3</c:v>
                </c:pt>
                <c:pt idx="292">
                  <c:v>1.0191026249211081E-2</c:v>
                </c:pt>
                <c:pt idx="293">
                  <c:v>1.0090452665977176E-2</c:v>
                </c:pt>
                <c:pt idx="294">
                  <c:v>9.651227347622476E-3</c:v>
                </c:pt>
                <c:pt idx="295">
                  <c:v>8.4432895626354986E-3</c:v>
                </c:pt>
                <c:pt idx="296">
                  <c:v>1.0445492382996375E-2</c:v>
                </c:pt>
                <c:pt idx="297">
                  <c:v>1.1363384522801032E-2</c:v>
                </c:pt>
                <c:pt idx="298">
                  <c:v>1.1712048028804749E-2</c:v>
                </c:pt>
                <c:pt idx="299">
                  <c:v>1.1540830523623553E-2</c:v>
                </c:pt>
                <c:pt idx="300">
                  <c:v>1.1321319820130479E-2</c:v>
                </c:pt>
                <c:pt idx="301">
                  <c:v>1.1326253785135581E-2</c:v>
                </c:pt>
                <c:pt idx="302">
                  <c:v>1.1322809633482091E-2</c:v>
                </c:pt>
                <c:pt idx="303">
                  <c:v>1.0587348809236037E-2</c:v>
                </c:pt>
                <c:pt idx="304">
                  <c:v>1.0558089061396988E-2</c:v>
                </c:pt>
                <c:pt idx="305">
                  <c:v>1.058909662657574E-2</c:v>
                </c:pt>
                <c:pt idx="306">
                  <c:v>1.0508945556791282E-2</c:v>
                </c:pt>
                <c:pt idx="307">
                  <c:v>1.0068224273876891E-2</c:v>
                </c:pt>
                <c:pt idx="308">
                  <c:v>1.0273428834058433E-2</c:v>
                </c:pt>
                <c:pt idx="309">
                  <c:v>1.0690605935504997E-2</c:v>
                </c:pt>
                <c:pt idx="310">
                  <c:v>1.0590363632875932E-2</c:v>
                </c:pt>
                <c:pt idx="311">
                  <c:v>9.9866105822760537E-3</c:v>
                </c:pt>
                <c:pt idx="312">
                  <c:v>1.0092330680607858E-2</c:v>
                </c:pt>
                <c:pt idx="313">
                  <c:v>1.0040862613306646E-2</c:v>
                </c:pt>
                <c:pt idx="314">
                  <c:v>9.9368116728788397E-3</c:v>
                </c:pt>
                <c:pt idx="315">
                  <c:v>8.0784594978786754E-3</c:v>
                </c:pt>
                <c:pt idx="316">
                  <c:v>6.9313620665004813E-3</c:v>
                </c:pt>
                <c:pt idx="317">
                  <c:v>6.6153688802283389E-3</c:v>
                </c:pt>
                <c:pt idx="318">
                  <c:v>9.8070841007213052E-3</c:v>
                </c:pt>
                <c:pt idx="319">
                  <c:v>9.8126343862970315E-3</c:v>
                </c:pt>
                <c:pt idx="320">
                  <c:v>9.883031105394657E-3</c:v>
                </c:pt>
                <c:pt idx="321">
                  <c:v>1.0157602722509084E-2</c:v>
                </c:pt>
                <c:pt idx="322">
                  <c:v>1.0558256176398226E-2</c:v>
                </c:pt>
                <c:pt idx="323">
                  <c:v>1.068753003973324E-2</c:v>
                </c:pt>
                <c:pt idx="324">
                  <c:v>1.0504882800241986E-2</c:v>
                </c:pt>
                <c:pt idx="325">
                  <c:v>1.0528693323025137E-2</c:v>
                </c:pt>
                <c:pt idx="326">
                  <c:v>1.0410124321054346E-2</c:v>
                </c:pt>
                <c:pt idx="327">
                  <c:v>1.0285502614293347E-2</c:v>
                </c:pt>
                <c:pt idx="328">
                  <c:v>1.098607164475352E-2</c:v>
                </c:pt>
                <c:pt idx="329">
                  <c:v>1.0967558833723875E-2</c:v>
                </c:pt>
                <c:pt idx="330">
                  <c:v>1.0873806510943182E-2</c:v>
                </c:pt>
                <c:pt idx="331">
                  <c:v>1.0614415400824157E-2</c:v>
                </c:pt>
                <c:pt idx="332">
                  <c:v>1.0823874771524982E-2</c:v>
                </c:pt>
                <c:pt idx="333">
                  <c:v>1.0807249777702605E-2</c:v>
                </c:pt>
                <c:pt idx="334">
                  <c:v>1.0735705627902971E-2</c:v>
                </c:pt>
                <c:pt idx="335">
                  <c:v>1.0713416251911899E-2</c:v>
                </c:pt>
                <c:pt idx="336">
                  <c:v>1.0653231865652134E-2</c:v>
                </c:pt>
                <c:pt idx="337">
                  <c:v>7.3311252360054452E-3</c:v>
                </c:pt>
                <c:pt idx="338">
                  <c:v>7.3292615786222422E-3</c:v>
                </c:pt>
                <c:pt idx="339">
                  <c:v>7.4098499555070524E-3</c:v>
                </c:pt>
                <c:pt idx="340">
                  <c:v>7.342504467546862E-3</c:v>
                </c:pt>
                <c:pt idx="341">
                  <c:v>7.0323726199847236E-3</c:v>
                </c:pt>
                <c:pt idx="342">
                  <c:v>7.0189149912046698E-3</c:v>
                </c:pt>
                <c:pt idx="343">
                  <c:v>7.6802903314734938E-3</c:v>
                </c:pt>
                <c:pt idx="344">
                  <c:v>7.5852952723546949E-3</c:v>
                </c:pt>
                <c:pt idx="345">
                  <c:v>8.3516243361126084E-3</c:v>
                </c:pt>
                <c:pt idx="346">
                  <c:v>8.3046013970767205E-3</c:v>
                </c:pt>
                <c:pt idx="347">
                  <c:v>7.192128527605768E-3</c:v>
                </c:pt>
                <c:pt idx="348">
                  <c:v>7.4864781245075765E-3</c:v>
                </c:pt>
                <c:pt idx="349">
                  <c:v>7.1634817105749402E-3</c:v>
                </c:pt>
                <c:pt idx="350">
                  <c:v>7.4451032399214185E-3</c:v>
                </c:pt>
                <c:pt idx="351">
                  <c:v>7.3419136892252709E-3</c:v>
                </c:pt>
                <c:pt idx="352">
                  <c:v>7.3748008504921723E-3</c:v>
                </c:pt>
                <c:pt idx="353">
                  <c:v>7.4912369245914209E-3</c:v>
                </c:pt>
                <c:pt idx="354">
                  <c:v>7.5022107455609147E-3</c:v>
                </c:pt>
                <c:pt idx="355">
                  <c:v>7.3823840307764123E-3</c:v>
                </c:pt>
                <c:pt idx="356">
                  <c:v>7.2727711502188711E-3</c:v>
                </c:pt>
                <c:pt idx="357">
                  <c:v>7.1929741262546391E-3</c:v>
                </c:pt>
                <c:pt idx="358">
                  <c:v>6.9019458329493445E-3</c:v>
                </c:pt>
                <c:pt idx="359">
                  <c:v>7.9752537436032864E-3</c:v>
                </c:pt>
                <c:pt idx="360">
                  <c:v>8.0461236031244658E-3</c:v>
                </c:pt>
                <c:pt idx="361">
                  <c:v>8.031530202648577E-3</c:v>
                </c:pt>
                <c:pt idx="362">
                  <c:v>7.5069048938931539E-3</c:v>
                </c:pt>
                <c:pt idx="363">
                  <c:v>8.5470962652455136E-3</c:v>
                </c:pt>
                <c:pt idx="364">
                  <c:v>7.7812741007699995E-3</c:v>
                </c:pt>
                <c:pt idx="365">
                  <c:v>7.7593278373886384E-3</c:v>
                </c:pt>
                <c:pt idx="366">
                  <c:v>8.0532133590465304E-3</c:v>
                </c:pt>
                <c:pt idx="367">
                  <c:v>9.4858338174228594E-3</c:v>
                </c:pt>
                <c:pt idx="368">
                  <c:v>9.485694672275214E-3</c:v>
                </c:pt>
                <c:pt idx="369">
                  <c:v>9.232350851823945E-3</c:v>
                </c:pt>
                <c:pt idx="370">
                  <c:v>9.256530552804499E-3</c:v>
                </c:pt>
                <c:pt idx="371">
                  <c:v>9.2424900499792195E-3</c:v>
                </c:pt>
                <c:pt idx="372">
                  <c:v>9.251995353168372E-3</c:v>
                </c:pt>
                <c:pt idx="373">
                  <c:v>9.6482462691080892E-3</c:v>
                </c:pt>
                <c:pt idx="374">
                  <c:v>9.4931213751237205E-3</c:v>
                </c:pt>
                <c:pt idx="375">
                  <c:v>9.989574233235354E-3</c:v>
                </c:pt>
                <c:pt idx="376">
                  <c:v>9.9707919859788902E-3</c:v>
                </c:pt>
                <c:pt idx="377">
                  <c:v>1.000026611080208E-2</c:v>
                </c:pt>
                <c:pt idx="378">
                  <c:v>1.0281686423460452E-2</c:v>
                </c:pt>
                <c:pt idx="379">
                  <c:v>1.0153402810896538E-2</c:v>
                </c:pt>
                <c:pt idx="380">
                  <c:v>1.0911230898649158E-2</c:v>
                </c:pt>
                <c:pt idx="381">
                  <c:v>1.0856059428733892E-2</c:v>
                </c:pt>
                <c:pt idx="382">
                  <c:v>9.776647142350792E-3</c:v>
                </c:pt>
                <c:pt idx="383">
                  <c:v>9.8084629078086516E-3</c:v>
                </c:pt>
                <c:pt idx="384">
                  <c:v>9.7724524237736525E-3</c:v>
                </c:pt>
                <c:pt idx="385">
                  <c:v>9.5270296359138071E-3</c:v>
                </c:pt>
                <c:pt idx="386">
                  <c:v>8.8790418824526811E-3</c:v>
                </c:pt>
                <c:pt idx="387">
                  <c:v>8.8869026442257148E-3</c:v>
                </c:pt>
                <c:pt idx="388">
                  <c:v>8.9659060102247837E-3</c:v>
                </c:pt>
                <c:pt idx="389">
                  <c:v>9.9917126046530184E-3</c:v>
                </c:pt>
                <c:pt idx="390">
                  <c:v>9.9540388682461071E-3</c:v>
                </c:pt>
                <c:pt idx="391">
                  <c:v>9.9181287068933824E-3</c:v>
                </c:pt>
                <c:pt idx="392">
                  <c:v>9.3849695635543195E-3</c:v>
                </c:pt>
                <c:pt idx="393">
                  <c:v>9.4851021154530729E-3</c:v>
                </c:pt>
                <c:pt idx="394">
                  <c:v>9.0486916659240062E-3</c:v>
                </c:pt>
                <c:pt idx="395">
                  <c:v>9.0733746498133754E-3</c:v>
                </c:pt>
                <c:pt idx="396">
                  <c:v>8.9807562927754544E-3</c:v>
                </c:pt>
                <c:pt idx="397">
                  <c:v>7.8521290081866833E-3</c:v>
                </c:pt>
                <c:pt idx="398">
                  <c:v>8.5540565128138357E-3</c:v>
                </c:pt>
                <c:pt idx="399">
                  <c:v>7.4493490525314827E-3</c:v>
                </c:pt>
                <c:pt idx="400">
                  <c:v>7.4292499732145417E-3</c:v>
                </c:pt>
                <c:pt idx="401">
                  <c:v>7.7381740602949058E-3</c:v>
                </c:pt>
                <c:pt idx="402">
                  <c:v>7.8749693308176379E-3</c:v>
                </c:pt>
                <c:pt idx="403">
                  <c:v>7.879190033240023E-3</c:v>
                </c:pt>
                <c:pt idx="404">
                  <c:v>1.1206486385457856E-2</c:v>
                </c:pt>
                <c:pt idx="405">
                  <c:v>1.2804643985098799E-2</c:v>
                </c:pt>
                <c:pt idx="406">
                  <c:v>1.2776204169827034E-2</c:v>
                </c:pt>
                <c:pt idx="407">
                  <c:v>1.2771120738952839E-2</c:v>
                </c:pt>
                <c:pt idx="408">
                  <c:v>1.1513511332160652E-2</c:v>
                </c:pt>
                <c:pt idx="409">
                  <c:v>1.2022511590653377E-2</c:v>
                </c:pt>
                <c:pt idx="410">
                  <c:v>1.2359458595198748E-2</c:v>
                </c:pt>
                <c:pt idx="411">
                  <c:v>1.2409208624453359E-2</c:v>
                </c:pt>
                <c:pt idx="412">
                  <c:v>1.2888417800145841E-2</c:v>
                </c:pt>
                <c:pt idx="413">
                  <c:v>1.2886428128261138E-2</c:v>
                </c:pt>
                <c:pt idx="414">
                  <c:v>1.2880952258658467E-2</c:v>
                </c:pt>
                <c:pt idx="415">
                  <c:v>1.3411009020374075E-2</c:v>
                </c:pt>
                <c:pt idx="416">
                  <c:v>1.3345759955645456E-2</c:v>
                </c:pt>
                <c:pt idx="417">
                  <c:v>1.3269564648978872E-2</c:v>
                </c:pt>
                <c:pt idx="418">
                  <c:v>1.3542452058043429E-2</c:v>
                </c:pt>
                <c:pt idx="419">
                  <c:v>1.3614894973505789E-2</c:v>
                </c:pt>
                <c:pt idx="420">
                  <c:v>1.3391675475198025E-2</c:v>
                </c:pt>
                <c:pt idx="421">
                  <c:v>1.4718210575839297E-2</c:v>
                </c:pt>
                <c:pt idx="422">
                  <c:v>1.4686963679663443E-2</c:v>
                </c:pt>
                <c:pt idx="423">
                  <c:v>1.2521380581460391E-2</c:v>
                </c:pt>
                <c:pt idx="424">
                  <c:v>1.0078564761660545E-2</c:v>
                </c:pt>
                <c:pt idx="425">
                  <c:v>1.0196122768122446E-2</c:v>
                </c:pt>
                <c:pt idx="426">
                  <c:v>1.0242890071876566E-2</c:v>
                </c:pt>
                <c:pt idx="427">
                  <c:v>1.0209421611609112E-2</c:v>
                </c:pt>
                <c:pt idx="428">
                  <c:v>8.9353650565850533E-3</c:v>
                </c:pt>
                <c:pt idx="429">
                  <c:v>8.9433302193456469E-3</c:v>
                </c:pt>
                <c:pt idx="430">
                  <c:v>9.3253090527821731E-3</c:v>
                </c:pt>
                <c:pt idx="431">
                  <c:v>9.0126798868608877E-3</c:v>
                </c:pt>
                <c:pt idx="432">
                  <c:v>9.2599494995094147E-3</c:v>
                </c:pt>
                <c:pt idx="433">
                  <c:v>9.9842365800383911E-3</c:v>
                </c:pt>
                <c:pt idx="434">
                  <c:v>9.5808843434159827E-3</c:v>
                </c:pt>
                <c:pt idx="435">
                  <c:v>9.9041601040985843E-3</c:v>
                </c:pt>
                <c:pt idx="436">
                  <c:v>9.8404203094653551E-3</c:v>
                </c:pt>
                <c:pt idx="437">
                  <c:v>9.6938880266276509E-3</c:v>
                </c:pt>
                <c:pt idx="438">
                  <c:v>9.676047638982839E-3</c:v>
                </c:pt>
                <c:pt idx="439">
                  <c:v>1.0292158363721837E-2</c:v>
                </c:pt>
                <c:pt idx="440">
                  <c:v>8.650209938981886E-3</c:v>
                </c:pt>
                <c:pt idx="441">
                  <c:v>8.7783485309190553E-3</c:v>
                </c:pt>
                <c:pt idx="442">
                  <c:v>8.6160740638665557E-3</c:v>
                </c:pt>
                <c:pt idx="443">
                  <c:v>8.6656559325686468E-3</c:v>
                </c:pt>
                <c:pt idx="444">
                  <c:v>8.5355161115373748E-3</c:v>
                </c:pt>
                <c:pt idx="445">
                  <c:v>8.3162239734383709E-3</c:v>
                </c:pt>
                <c:pt idx="446">
                  <c:v>8.2905229944038455E-3</c:v>
                </c:pt>
                <c:pt idx="447">
                  <c:v>8.2163907045333575E-3</c:v>
                </c:pt>
                <c:pt idx="448">
                  <c:v>7.9470047712790568E-3</c:v>
                </c:pt>
                <c:pt idx="449">
                  <c:v>7.8908239678824078E-3</c:v>
                </c:pt>
                <c:pt idx="450">
                  <c:v>7.9404433510815806E-3</c:v>
                </c:pt>
                <c:pt idx="451">
                  <c:v>7.4873480003440716E-3</c:v>
                </c:pt>
                <c:pt idx="452">
                  <c:v>7.4202814235258107E-3</c:v>
                </c:pt>
                <c:pt idx="453">
                  <c:v>7.1763860159551841E-3</c:v>
                </c:pt>
                <c:pt idx="454">
                  <c:v>7.0362723167541573E-3</c:v>
                </c:pt>
                <c:pt idx="455">
                  <c:v>7.2793023254698894E-3</c:v>
                </c:pt>
                <c:pt idx="456">
                  <c:v>7.2078453299297346E-3</c:v>
                </c:pt>
                <c:pt idx="457">
                  <c:v>7.0904488860858306E-3</c:v>
                </c:pt>
                <c:pt idx="458">
                  <c:v>6.6333597375414577E-3</c:v>
                </c:pt>
                <c:pt idx="459">
                  <c:v>6.8224880729697308E-3</c:v>
                </c:pt>
                <c:pt idx="460">
                  <c:v>6.3845517249515983E-3</c:v>
                </c:pt>
                <c:pt idx="461">
                  <c:v>6.3158015024140585E-3</c:v>
                </c:pt>
                <c:pt idx="462">
                  <c:v>6.2095462738925109E-3</c:v>
                </c:pt>
                <c:pt idx="463">
                  <c:v>6.23459143186832E-3</c:v>
                </c:pt>
                <c:pt idx="464">
                  <c:v>6.308708714134967E-3</c:v>
                </c:pt>
                <c:pt idx="465">
                  <c:v>6.7523425276051685E-3</c:v>
                </c:pt>
                <c:pt idx="466">
                  <c:v>6.7790013415720421E-3</c:v>
                </c:pt>
                <c:pt idx="467">
                  <c:v>6.6956384304131117E-3</c:v>
                </c:pt>
                <c:pt idx="468">
                  <c:v>5.8809534362580318E-3</c:v>
                </c:pt>
                <c:pt idx="469">
                  <c:v>5.8580464903725876E-3</c:v>
                </c:pt>
                <c:pt idx="470">
                  <c:v>5.7326171623166304E-3</c:v>
                </c:pt>
                <c:pt idx="471">
                  <c:v>5.0770143892994932E-3</c:v>
                </c:pt>
                <c:pt idx="472">
                  <c:v>5.1993390426051719E-3</c:v>
                </c:pt>
                <c:pt idx="473">
                  <c:v>5.1923410671562299E-3</c:v>
                </c:pt>
                <c:pt idx="474">
                  <c:v>4.2128064746116377E-3</c:v>
                </c:pt>
                <c:pt idx="475">
                  <c:v>4.4438137767274649E-3</c:v>
                </c:pt>
                <c:pt idx="476">
                  <c:v>4.4662322358691945E-3</c:v>
                </c:pt>
                <c:pt idx="477">
                  <c:v>4.141669072536395E-3</c:v>
                </c:pt>
                <c:pt idx="478">
                  <c:v>3.8032499925396953E-3</c:v>
                </c:pt>
                <c:pt idx="479">
                  <c:v>3.8049094002086579E-3</c:v>
                </c:pt>
                <c:pt idx="480">
                  <c:v>5.1673666621768494E-3</c:v>
                </c:pt>
                <c:pt idx="481">
                  <c:v>6.2857459664113916E-3</c:v>
                </c:pt>
                <c:pt idx="482">
                  <c:v>6.448573066362596E-3</c:v>
                </c:pt>
                <c:pt idx="483">
                  <c:v>6.5057436656685546E-3</c:v>
                </c:pt>
                <c:pt idx="484">
                  <c:v>7.0761828738500204E-3</c:v>
                </c:pt>
                <c:pt idx="485">
                  <c:v>7.1164541588984312E-3</c:v>
                </c:pt>
                <c:pt idx="486">
                  <c:v>7.1210294087167237E-3</c:v>
                </c:pt>
                <c:pt idx="487">
                  <c:v>7.1296489526690397E-3</c:v>
                </c:pt>
                <c:pt idx="488">
                  <c:v>7.1761063018788629E-3</c:v>
                </c:pt>
                <c:pt idx="489">
                  <c:v>7.2363319150540416E-3</c:v>
                </c:pt>
                <c:pt idx="490">
                  <c:v>7.2081150071706557E-3</c:v>
                </c:pt>
                <c:pt idx="491">
                  <c:v>7.1112821024013478E-3</c:v>
                </c:pt>
                <c:pt idx="492">
                  <c:v>7.1506585994838331E-3</c:v>
                </c:pt>
                <c:pt idx="493">
                  <c:v>7.0783737249852808E-3</c:v>
                </c:pt>
                <c:pt idx="494">
                  <c:v>7.3584367684580571E-3</c:v>
                </c:pt>
                <c:pt idx="495">
                  <c:v>7.3704814348709612E-3</c:v>
                </c:pt>
                <c:pt idx="496">
                  <c:v>7.3288565222828766E-3</c:v>
                </c:pt>
                <c:pt idx="497">
                  <c:v>7.2728960061249088E-3</c:v>
                </c:pt>
                <c:pt idx="498">
                  <c:v>7.7878442138626771E-3</c:v>
                </c:pt>
                <c:pt idx="499">
                  <c:v>6.9835987236138613E-3</c:v>
                </c:pt>
                <c:pt idx="500">
                  <c:v>5.8446800444343153E-3</c:v>
                </c:pt>
                <c:pt idx="501">
                  <c:v>5.4722593579494281E-3</c:v>
                </c:pt>
                <c:pt idx="502">
                  <c:v>7.8187822882499688E-3</c:v>
                </c:pt>
                <c:pt idx="503">
                  <c:v>7.1331682263159639E-3</c:v>
                </c:pt>
                <c:pt idx="504">
                  <c:v>7.180941117818509E-3</c:v>
                </c:pt>
                <c:pt idx="505">
                  <c:v>7.4250369029288613E-3</c:v>
                </c:pt>
                <c:pt idx="506">
                  <c:v>7.3832564751976732E-3</c:v>
                </c:pt>
                <c:pt idx="507">
                  <c:v>7.3297414922123367E-3</c:v>
                </c:pt>
                <c:pt idx="508">
                  <c:v>7.2572645236388626E-3</c:v>
                </c:pt>
                <c:pt idx="509">
                  <c:v>7.688388401873524E-3</c:v>
                </c:pt>
                <c:pt idx="510">
                  <c:v>7.7273411698882957E-3</c:v>
                </c:pt>
                <c:pt idx="511">
                  <c:v>7.7085730996290418E-3</c:v>
                </c:pt>
                <c:pt idx="512">
                  <c:v>8.1576080065865163E-3</c:v>
                </c:pt>
                <c:pt idx="513">
                  <c:v>7.9231750333299353E-3</c:v>
                </c:pt>
                <c:pt idx="514">
                  <c:v>7.9663332800045793E-3</c:v>
                </c:pt>
                <c:pt idx="515">
                  <c:v>8.0370819919103782E-3</c:v>
                </c:pt>
                <c:pt idx="516">
                  <c:v>8.0197397264736656E-3</c:v>
                </c:pt>
                <c:pt idx="517">
                  <c:v>8.6108699689372622E-3</c:v>
                </c:pt>
                <c:pt idx="518">
                  <c:v>8.6638421672744197E-3</c:v>
                </c:pt>
                <c:pt idx="519">
                  <c:v>9.0036477887884409E-3</c:v>
                </c:pt>
                <c:pt idx="520">
                  <c:v>9.0754591299245565E-3</c:v>
                </c:pt>
                <c:pt idx="521">
                  <c:v>8.5535850155354955E-3</c:v>
                </c:pt>
                <c:pt idx="522">
                  <c:v>8.4772375010180017E-3</c:v>
                </c:pt>
                <c:pt idx="523">
                  <c:v>8.429820903615149E-3</c:v>
                </c:pt>
                <c:pt idx="524">
                  <c:v>8.2686552230749541E-3</c:v>
                </c:pt>
                <c:pt idx="525">
                  <c:v>8.2690803607642863E-3</c:v>
                </c:pt>
                <c:pt idx="526">
                  <c:v>8.2698567924970583E-3</c:v>
                </c:pt>
                <c:pt idx="527">
                  <c:v>8.2809377048020452E-3</c:v>
                </c:pt>
                <c:pt idx="528">
                  <c:v>7.850764061608435E-3</c:v>
                </c:pt>
                <c:pt idx="529">
                  <c:v>7.9498237106883085E-3</c:v>
                </c:pt>
                <c:pt idx="530">
                  <c:v>7.821617792143902E-3</c:v>
                </c:pt>
                <c:pt idx="531">
                  <c:v>7.4142593495659043E-3</c:v>
                </c:pt>
                <c:pt idx="532">
                  <c:v>7.4229855802767581E-3</c:v>
                </c:pt>
                <c:pt idx="533">
                  <c:v>7.4932003970240094E-3</c:v>
                </c:pt>
                <c:pt idx="534">
                  <c:v>7.3335531949941688E-3</c:v>
                </c:pt>
                <c:pt idx="535">
                  <c:v>7.3511536207794747E-3</c:v>
                </c:pt>
                <c:pt idx="536">
                  <c:v>6.4557945204302509E-3</c:v>
                </c:pt>
                <c:pt idx="537">
                  <c:v>6.4790697208424132E-3</c:v>
                </c:pt>
                <c:pt idx="538">
                  <c:v>6.4019829817369674E-3</c:v>
                </c:pt>
                <c:pt idx="539">
                  <c:v>6.3086543652601411E-3</c:v>
                </c:pt>
                <c:pt idx="540">
                  <c:v>4.3440437881413878E-3</c:v>
                </c:pt>
                <c:pt idx="541">
                  <c:v>4.0040855678573238E-3</c:v>
                </c:pt>
                <c:pt idx="542">
                  <c:v>4.8520447285325223E-3</c:v>
                </c:pt>
                <c:pt idx="543">
                  <c:v>4.8725003495673829E-3</c:v>
                </c:pt>
                <c:pt idx="544">
                  <c:v>4.9036834847825828E-3</c:v>
                </c:pt>
                <c:pt idx="545">
                  <c:v>4.9107643006184379E-3</c:v>
                </c:pt>
                <c:pt idx="546">
                  <c:v>5.3555428397926196E-3</c:v>
                </c:pt>
                <c:pt idx="547">
                  <c:v>5.2760911557647007E-3</c:v>
                </c:pt>
                <c:pt idx="548">
                  <c:v>5.4048582972431609E-3</c:v>
                </c:pt>
                <c:pt idx="549">
                  <c:v>5.3954552960550134E-3</c:v>
                </c:pt>
                <c:pt idx="550">
                  <c:v>6.2942822662707676E-3</c:v>
                </c:pt>
                <c:pt idx="551">
                  <c:v>6.2610651244733272E-3</c:v>
                </c:pt>
                <c:pt idx="552">
                  <c:v>6.5235828759554809E-3</c:v>
                </c:pt>
                <c:pt idx="553">
                  <c:v>6.4740698125010637E-3</c:v>
                </c:pt>
                <c:pt idx="554">
                  <c:v>6.4958141099885139E-3</c:v>
                </c:pt>
                <c:pt idx="555">
                  <c:v>6.7703134528590402E-3</c:v>
                </c:pt>
                <c:pt idx="556">
                  <c:v>6.8153706847544947E-3</c:v>
                </c:pt>
                <c:pt idx="557">
                  <c:v>6.6222585661613979E-3</c:v>
                </c:pt>
                <c:pt idx="558">
                  <c:v>6.6696042023449377E-3</c:v>
                </c:pt>
                <c:pt idx="559">
                  <c:v>6.5310349646289512E-3</c:v>
                </c:pt>
                <c:pt idx="560">
                  <c:v>6.5313826426819559E-3</c:v>
                </c:pt>
                <c:pt idx="561">
                  <c:v>5.6491692549670161E-3</c:v>
                </c:pt>
                <c:pt idx="562">
                  <c:v>5.4689846422590919E-3</c:v>
                </c:pt>
                <c:pt idx="563">
                  <c:v>5.5517896317827317E-3</c:v>
                </c:pt>
                <c:pt idx="564">
                  <c:v>5.4747312858918736E-3</c:v>
                </c:pt>
                <c:pt idx="565">
                  <c:v>5.2576619730517471E-3</c:v>
                </c:pt>
                <c:pt idx="566">
                  <c:v>5.4162018073410133E-3</c:v>
                </c:pt>
                <c:pt idx="567">
                  <c:v>5.4156476850804915E-3</c:v>
                </c:pt>
                <c:pt idx="568">
                  <c:v>5.3726358084063373E-3</c:v>
                </c:pt>
                <c:pt idx="569">
                  <c:v>4.7531797429633755E-3</c:v>
                </c:pt>
                <c:pt idx="570">
                  <c:v>5.282533261628859E-3</c:v>
                </c:pt>
                <c:pt idx="571">
                  <c:v>5.0545409233886378E-3</c:v>
                </c:pt>
                <c:pt idx="572">
                  <c:v>5.8146127043507958E-3</c:v>
                </c:pt>
                <c:pt idx="573">
                  <c:v>6.6146540963317839E-3</c:v>
                </c:pt>
                <c:pt idx="574">
                  <c:v>6.8744413573877958E-3</c:v>
                </c:pt>
                <c:pt idx="575">
                  <c:v>6.8508560530426491E-3</c:v>
                </c:pt>
                <c:pt idx="576">
                  <c:v>6.7689018201616139E-3</c:v>
                </c:pt>
                <c:pt idx="577">
                  <c:v>6.7156213862677181E-3</c:v>
                </c:pt>
                <c:pt idx="578">
                  <c:v>6.8499175707895047E-3</c:v>
                </c:pt>
                <c:pt idx="579">
                  <c:v>6.8350332544653758E-3</c:v>
                </c:pt>
                <c:pt idx="580">
                  <c:v>7.0695390546655209E-3</c:v>
                </c:pt>
                <c:pt idx="581">
                  <c:v>7.4034647761623716E-3</c:v>
                </c:pt>
                <c:pt idx="582">
                  <c:v>7.4502000238779289E-3</c:v>
                </c:pt>
                <c:pt idx="583">
                  <c:v>7.2397819630877778E-3</c:v>
                </c:pt>
                <c:pt idx="584">
                  <c:v>7.3442115735178823E-3</c:v>
                </c:pt>
                <c:pt idx="585">
                  <c:v>7.4311673178307893E-3</c:v>
                </c:pt>
                <c:pt idx="586">
                  <c:v>7.4533144382511185E-3</c:v>
                </c:pt>
                <c:pt idx="587">
                  <c:v>7.3646140958797792E-3</c:v>
                </c:pt>
                <c:pt idx="588">
                  <c:v>7.4197486981463267E-3</c:v>
                </c:pt>
                <c:pt idx="589">
                  <c:v>7.4024254297320961E-3</c:v>
                </c:pt>
                <c:pt idx="590">
                  <c:v>7.3797589405997597E-3</c:v>
                </c:pt>
                <c:pt idx="591">
                  <c:v>6.7533521167849149E-3</c:v>
                </c:pt>
                <c:pt idx="592">
                  <c:v>5.5736066442968095E-3</c:v>
                </c:pt>
                <c:pt idx="593">
                  <c:v>5.1723772537146081E-3</c:v>
                </c:pt>
                <c:pt idx="594">
                  <c:v>5.1866042120891969E-3</c:v>
                </c:pt>
                <c:pt idx="595">
                  <c:v>5.2755140413614692E-3</c:v>
                </c:pt>
                <c:pt idx="596">
                  <c:v>5.2140767225585666E-3</c:v>
                </c:pt>
                <c:pt idx="597">
                  <c:v>4.986241813905082E-3</c:v>
                </c:pt>
                <c:pt idx="598">
                  <c:v>7.3807979386451908E-3</c:v>
                </c:pt>
                <c:pt idx="599">
                  <c:v>7.2984828585944362E-3</c:v>
                </c:pt>
                <c:pt idx="600">
                  <c:v>7.0038177180561057E-3</c:v>
                </c:pt>
                <c:pt idx="601">
                  <c:v>8.0913960993484746E-3</c:v>
                </c:pt>
                <c:pt idx="602">
                  <c:v>8.0960580099803028E-3</c:v>
                </c:pt>
                <c:pt idx="603">
                  <c:v>8.2222189810537607E-3</c:v>
                </c:pt>
                <c:pt idx="604">
                  <c:v>8.2792431685029741E-3</c:v>
                </c:pt>
                <c:pt idx="605">
                  <c:v>8.6429301299710357E-3</c:v>
                </c:pt>
                <c:pt idx="606">
                  <c:v>8.6428692602802393E-3</c:v>
                </c:pt>
                <c:pt idx="607">
                  <c:v>8.8712345249083047E-3</c:v>
                </c:pt>
                <c:pt idx="608">
                  <c:v>8.68753868721844E-3</c:v>
                </c:pt>
                <c:pt idx="609">
                  <c:v>8.4650175875411165E-3</c:v>
                </c:pt>
                <c:pt idx="610">
                  <c:v>8.4750168962424068E-3</c:v>
                </c:pt>
                <c:pt idx="611">
                  <c:v>1.0251975206135957E-2</c:v>
                </c:pt>
                <c:pt idx="612">
                  <c:v>1.046258555780801E-2</c:v>
                </c:pt>
                <c:pt idx="613">
                  <c:v>1.0330673912872229E-2</c:v>
                </c:pt>
                <c:pt idx="614">
                  <c:v>1.0361842718515781E-2</c:v>
                </c:pt>
                <c:pt idx="615">
                  <c:v>1.0428208505737795E-2</c:v>
                </c:pt>
                <c:pt idx="616">
                  <c:v>1.0440482505298139E-2</c:v>
                </c:pt>
                <c:pt idx="617">
                  <c:v>8.9817917153959918E-3</c:v>
                </c:pt>
                <c:pt idx="618">
                  <c:v>8.769920337129174E-3</c:v>
                </c:pt>
                <c:pt idx="619">
                  <c:v>8.6215668084688481E-3</c:v>
                </c:pt>
                <c:pt idx="620">
                  <c:v>7.2088903172070114E-3</c:v>
                </c:pt>
                <c:pt idx="621">
                  <c:v>7.2303146549648088E-3</c:v>
                </c:pt>
                <c:pt idx="622">
                  <c:v>7.3573636030295486E-3</c:v>
                </c:pt>
                <c:pt idx="623">
                  <c:v>7.3602519374532799E-3</c:v>
                </c:pt>
                <c:pt idx="624">
                  <c:v>7.3547955068448646E-3</c:v>
                </c:pt>
                <c:pt idx="625">
                  <c:v>8.0028395115324599E-3</c:v>
                </c:pt>
                <c:pt idx="626">
                  <c:v>8.2666509104809324E-3</c:v>
                </c:pt>
                <c:pt idx="627">
                  <c:v>8.2678285237957252E-3</c:v>
                </c:pt>
                <c:pt idx="628">
                  <c:v>8.2876817972475161E-3</c:v>
                </c:pt>
                <c:pt idx="629">
                  <c:v>9.1488919147564643E-3</c:v>
                </c:pt>
                <c:pt idx="630">
                  <c:v>7.4498844946984544E-3</c:v>
                </c:pt>
                <c:pt idx="631">
                  <c:v>7.1556692988013326E-3</c:v>
                </c:pt>
                <c:pt idx="632">
                  <c:v>7.6342553833370647E-3</c:v>
                </c:pt>
                <c:pt idx="633">
                  <c:v>8.2126733704000875E-3</c:v>
                </c:pt>
                <c:pt idx="634">
                  <c:v>8.0662825410058939E-3</c:v>
                </c:pt>
                <c:pt idx="635">
                  <c:v>8.0380740573018396E-3</c:v>
                </c:pt>
                <c:pt idx="636">
                  <c:v>8.1018828487039746E-3</c:v>
                </c:pt>
                <c:pt idx="637">
                  <c:v>8.0308381486487793E-3</c:v>
                </c:pt>
                <c:pt idx="638">
                  <c:v>7.744852759201535E-3</c:v>
                </c:pt>
                <c:pt idx="639">
                  <c:v>7.562692443623815E-3</c:v>
                </c:pt>
                <c:pt idx="640">
                  <c:v>7.4411212492697604E-3</c:v>
                </c:pt>
                <c:pt idx="641">
                  <c:v>6.9823821450373099E-3</c:v>
                </c:pt>
                <c:pt idx="642">
                  <c:v>7.5646504580338765E-3</c:v>
                </c:pt>
                <c:pt idx="643">
                  <c:v>7.8535140048681673E-3</c:v>
                </c:pt>
                <c:pt idx="644">
                  <c:v>7.5261511697183548E-3</c:v>
                </c:pt>
                <c:pt idx="645">
                  <c:v>7.2958700216752426E-3</c:v>
                </c:pt>
                <c:pt idx="646">
                  <c:v>7.468524529929796E-3</c:v>
                </c:pt>
                <c:pt idx="647">
                  <c:v>7.940230156101848E-3</c:v>
                </c:pt>
                <c:pt idx="648">
                  <c:v>7.4254172718021686E-3</c:v>
                </c:pt>
                <c:pt idx="649">
                  <c:v>7.3369917402636249E-3</c:v>
                </c:pt>
                <c:pt idx="650">
                  <c:v>7.3227808968719405E-3</c:v>
                </c:pt>
                <c:pt idx="651">
                  <c:v>7.1827813325616406E-3</c:v>
                </c:pt>
                <c:pt idx="652">
                  <c:v>6.9209676210245192E-3</c:v>
                </c:pt>
                <c:pt idx="653">
                  <c:v>6.9572143101211863E-3</c:v>
                </c:pt>
                <c:pt idx="654">
                  <c:v>7.070153666505233E-3</c:v>
                </c:pt>
                <c:pt idx="655">
                  <c:v>6.9989794770875914E-3</c:v>
                </c:pt>
                <c:pt idx="656">
                  <c:v>7.0128046473421938E-3</c:v>
                </c:pt>
                <c:pt idx="657">
                  <c:v>7.0678901555398053E-3</c:v>
                </c:pt>
                <c:pt idx="658">
                  <c:v>7.0873811089268678E-3</c:v>
                </c:pt>
                <c:pt idx="659">
                  <c:v>7.2507417818179608E-3</c:v>
                </c:pt>
                <c:pt idx="660">
                  <c:v>7.2623987386541281E-3</c:v>
                </c:pt>
                <c:pt idx="661">
                  <c:v>6.6069741146158175E-3</c:v>
                </c:pt>
                <c:pt idx="662">
                  <c:v>6.4875997068867507E-3</c:v>
                </c:pt>
                <c:pt idx="663">
                  <c:v>6.5121902715102233E-3</c:v>
                </c:pt>
                <c:pt idx="664">
                  <c:v>6.4707055507970861E-3</c:v>
                </c:pt>
                <c:pt idx="665">
                  <c:v>5.9979435814170243E-3</c:v>
                </c:pt>
                <c:pt idx="666">
                  <c:v>5.743496875738387E-3</c:v>
                </c:pt>
                <c:pt idx="667">
                  <c:v>5.4958664121722853E-3</c:v>
                </c:pt>
                <c:pt idx="668">
                  <c:v>5.3979373759531239E-3</c:v>
                </c:pt>
                <c:pt idx="669">
                  <c:v>5.5513086271641076E-3</c:v>
                </c:pt>
                <c:pt idx="670">
                  <c:v>5.3761573972391855E-3</c:v>
                </c:pt>
                <c:pt idx="671">
                  <c:v>5.0726655149854229E-3</c:v>
                </c:pt>
                <c:pt idx="672">
                  <c:v>5.0878583918238232E-3</c:v>
                </c:pt>
                <c:pt idx="673">
                  <c:v>5.4147421295948871E-3</c:v>
                </c:pt>
                <c:pt idx="674">
                  <c:v>5.4338315887531522E-3</c:v>
                </c:pt>
                <c:pt idx="675">
                  <c:v>5.4354738380837557E-3</c:v>
                </c:pt>
                <c:pt idx="676">
                  <c:v>5.614181567822776E-3</c:v>
                </c:pt>
                <c:pt idx="677">
                  <c:v>5.6197273363761549E-3</c:v>
                </c:pt>
                <c:pt idx="678">
                  <c:v>5.7594223404962685E-3</c:v>
                </c:pt>
                <c:pt idx="679">
                  <c:v>5.6543876054389519E-3</c:v>
                </c:pt>
                <c:pt idx="680">
                  <c:v>5.5232378639907126E-3</c:v>
                </c:pt>
                <c:pt idx="681">
                  <c:v>4.6978947721113221E-3</c:v>
                </c:pt>
                <c:pt idx="682">
                  <c:v>5.7052101372445088E-3</c:v>
                </c:pt>
                <c:pt idx="683">
                  <c:v>5.7738574712711726E-3</c:v>
                </c:pt>
                <c:pt idx="684">
                  <c:v>5.6868002003251034E-3</c:v>
                </c:pt>
                <c:pt idx="685">
                  <c:v>1.083078017688691E-2</c:v>
                </c:pt>
                <c:pt idx="686">
                  <c:v>1.1581048049957394E-2</c:v>
                </c:pt>
                <c:pt idx="687">
                  <c:v>1.1584361003905126E-2</c:v>
                </c:pt>
                <c:pt idx="688">
                  <c:v>1.17623217867345E-2</c:v>
                </c:pt>
                <c:pt idx="689">
                  <c:v>1.2161222244383957E-2</c:v>
                </c:pt>
                <c:pt idx="690">
                  <c:v>1.2297741634978659E-2</c:v>
                </c:pt>
                <c:pt idx="691">
                  <c:v>1.2184117483859131E-2</c:v>
                </c:pt>
                <c:pt idx="692">
                  <c:v>1.2265715502695276E-2</c:v>
                </c:pt>
                <c:pt idx="693">
                  <c:v>1.2311158135792651E-2</c:v>
                </c:pt>
                <c:pt idx="694">
                  <c:v>1.2273474680044211E-2</c:v>
                </c:pt>
                <c:pt idx="695">
                  <c:v>1.2121033955205437E-2</c:v>
                </c:pt>
                <c:pt idx="696">
                  <c:v>1.2009420752501308E-2</c:v>
                </c:pt>
                <c:pt idx="697">
                  <c:v>1.2113616638912091E-2</c:v>
                </c:pt>
                <c:pt idx="698">
                  <c:v>1.2524638365469996E-2</c:v>
                </c:pt>
                <c:pt idx="699">
                  <c:v>1.249648406398429E-2</c:v>
                </c:pt>
                <c:pt idx="700">
                  <c:v>1.2403938300632061E-2</c:v>
                </c:pt>
                <c:pt idx="701">
                  <c:v>1.2316634700378323E-2</c:v>
                </c:pt>
                <c:pt idx="702">
                  <c:v>1.2309809962079614E-2</c:v>
                </c:pt>
                <c:pt idx="703">
                  <c:v>1.231625638614549E-2</c:v>
                </c:pt>
                <c:pt idx="704">
                  <c:v>9.4091744157709448E-3</c:v>
                </c:pt>
                <c:pt idx="705">
                  <c:v>8.9690380342448799E-3</c:v>
                </c:pt>
                <c:pt idx="706">
                  <c:v>8.970687527901559E-3</c:v>
                </c:pt>
                <c:pt idx="707">
                  <c:v>1.0182601181685015E-2</c:v>
                </c:pt>
                <c:pt idx="708">
                  <c:v>9.6607866605631365E-3</c:v>
                </c:pt>
                <c:pt idx="709">
                  <c:v>9.3679711235106853E-3</c:v>
                </c:pt>
                <c:pt idx="710">
                  <c:v>9.8715397035052579E-3</c:v>
                </c:pt>
                <c:pt idx="711">
                  <c:v>9.8530480275986487E-3</c:v>
                </c:pt>
                <c:pt idx="712">
                  <c:v>9.7934798950545764E-3</c:v>
                </c:pt>
                <c:pt idx="713">
                  <c:v>9.816688697141614E-3</c:v>
                </c:pt>
                <c:pt idx="714">
                  <c:v>9.5656884336371949E-3</c:v>
                </c:pt>
                <c:pt idx="715">
                  <c:v>9.8515460088170054E-3</c:v>
                </c:pt>
                <c:pt idx="716">
                  <c:v>1.0131475238189885E-2</c:v>
                </c:pt>
                <c:pt idx="717">
                  <c:v>9.870641314274807E-3</c:v>
                </c:pt>
                <c:pt idx="718">
                  <c:v>1.0039678037939334E-2</c:v>
                </c:pt>
                <c:pt idx="719">
                  <c:v>1.0482416765997682E-2</c:v>
                </c:pt>
                <c:pt idx="720">
                  <c:v>1.0709191032355394E-2</c:v>
                </c:pt>
                <c:pt idx="721">
                  <c:v>1.1578705812175525E-2</c:v>
                </c:pt>
                <c:pt idx="722">
                  <c:v>1.1348626336346963E-2</c:v>
                </c:pt>
                <c:pt idx="723">
                  <c:v>1.1172153914053164E-2</c:v>
                </c:pt>
                <c:pt idx="724">
                  <c:v>1.0997930624405742E-2</c:v>
                </c:pt>
                <c:pt idx="725">
                  <c:v>1.0958297618989482E-2</c:v>
                </c:pt>
                <c:pt idx="726">
                  <c:v>9.803468692510588E-3</c:v>
                </c:pt>
                <c:pt idx="727">
                  <c:v>9.7914519852600902E-3</c:v>
                </c:pt>
                <c:pt idx="728">
                  <c:v>9.7713237296834926E-3</c:v>
                </c:pt>
                <c:pt idx="729">
                  <c:v>9.0493745954200542E-3</c:v>
                </c:pt>
                <c:pt idx="730">
                  <c:v>8.5275311972557392E-3</c:v>
                </c:pt>
                <c:pt idx="731">
                  <c:v>8.5471637820257341E-3</c:v>
                </c:pt>
                <c:pt idx="732">
                  <c:v>8.541783075266771E-3</c:v>
                </c:pt>
                <c:pt idx="733">
                  <c:v>8.8551429457096684E-3</c:v>
                </c:pt>
                <c:pt idx="734">
                  <c:v>8.215675114146611E-3</c:v>
                </c:pt>
                <c:pt idx="735">
                  <c:v>7.5330392300588453E-3</c:v>
                </c:pt>
                <c:pt idx="736">
                  <c:v>7.4502525734363055E-3</c:v>
                </c:pt>
                <c:pt idx="737">
                  <c:v>6.8859015418814154E-3</c:v>
                </c:pt>
                <c:pt idx="738">
                  <c:v>6.3600085454744229E-3</c:v>
                </c:pt>
                <c:pt idx="739">
                  <c:v>6.045034218773249E-3</c:v>
                </c:pt>
                <c:pt idx="740">
                  <c:v>4.3477526319414539E-3</c:v>
                </c:pt>
                <c:pt idx="741">
                  <c:v>4.3352794224982213E-3</c:v>
                </c:pt>
                <c:pt idx="742">
                  <c:v>4.1742570767636022E-3</c:v>
                </c:pt>
                <c:pt idx="743">
                  <c:v>4.1901231814598745E-3</c:v>
                </c:pt>
                <c:pt idx="744">
                  <c:v>4.8160689209837612E-3</c:v>
                </c:pt>
                <c:pt idx="745">
                  <c:v>4.9425037780756187E-3</c:v>
                </c:pt>
                <c:pt idx="746">
                  <c:v>5.4231942558271582E-3</c:v>
                </c:pt>
                <c:pt idx="747">
                  <c:v>5.4399463498997864E-3</c:v>
                </c:pt>
                <c:pt idx="748">
                  <c:v>5.9181384543782667E-3</c:v>
                </c:pt>
                <c:pt idx="749">
                  <c:v>6.175347586901624E-3</c:v>
                </c:pt>
                <c:pt idx="750">
                  <c:v>6.2705846686927089E-3</c:v>
                </c:pt>
                <c:pt idx="751">
                  <c:v>6.7525507226555842E-3</c:v>
                </c:pt>
                <c:pt idx="752">
                  <c:v>6.7662458333730344E-3</c:v>
                </c:pt>
                <c:pt idx="753">
                  <c:v>7.270114832596675E-3</c:v>
                </c:pt>
                <c:pt idx="754">
                  <c:v>7.2777966979474416E-3</c:v>
                </c:pt>
                <c:pt idx="755">
                  <c:v>7.179879602265485E-3</c:v>
                </c:pt>
                <c:pt idx="756">
                  <c:v>7.1966529107407888E-3</c:v>
                </c:pt>
                <c:pt idx="757">
                  <c:v>7.9956986272694697E-3</c:v>
                </c:pt>
                <c:pt idx="758">
                  <c:v>7.7721278300273639E-3</c:v>
                </c:pt>
                <c:pt idx="759">
                  <c:v>7.7735795232752921E-3</c:v>
                </c:pt>
                <c:pt idx="760">
                  <c:v>7.846935233272144E-3</c:v>
                </c:pt>
                <c:pt idx="761">
                  <c:v>8.2564242034342747E-3</c:v>
                </c:pt>
                <c:pt idx="762">
                  <c:v>8.439822052618012E-3</c:v>
                </c:pt>
                <c:pt idx="763">
                  <c:v>8.2540888085438444E-3</c:v>
                </c:pt>
                <c:pt idx="764">
                  <c:v>8.249678969127398E-3</c:v>
                </c:pt>
                <c:pt idx="765">
                  <c:v>7.9019053801483788E-3</c:v>
                </c:pt>
                <c:pt idx="766">
                  <c:v>7.8402413812103215E-3</c:v>
                </c:pt>
                <c:pt idx="767">
                  <c:v>7.4047964767405636E-3</c:v>
                </c:pt>
                <c:pt idx="768">
                  <c:v>7.0382393289038824E-3</c:v>
                </c:pt>
                <c:pt idx="769">
                  <c:v>7.088163565339028E-3</c:v>
                </c:pt>
                <c:pt idx="770">
                  <c:v>6.797490547012796E-3</c:v>
                </c:pt>
                <c:pt idx="771">
                  <c:v>6.8459190731360526E-3</c:v>
                </c:pt>
                <c:pt idx="772">
                  <c:v>6.6103396819837444E-3</c:v>
                </c:pt>
                <c:pt idx="773">
                  <c:v>7.0925355903763325E-3</c:v>
                </c:pt>
                <c:pt idx="774">
                  <c:v>7.610868957423981E-3</c:v>
                </c:pt>
                <c:pt idx="775">
                  <c:v>7.6093077286695484E-3</c:v>
                </c:pt>
                <c:pt idx="776">
                  <c:v>7.5447801923486787E-3</c:v>
                </c:pt>
                <c:pt idx="777">
                  <c:v>8.0620213838168003E-3</c:v>
                </c:pt>
                <c:pt idx="778">
                  <c:v>9.13276936302382E-3</c:v>
                </c:pt>
                <c:pt idx="779">
                  <c:v>9.1570677079846063E-3</c:v>
                </c:pt>
                <c:pt idx="780">
                  <c:v>8.7804338285839764E-3</c:v>
                </c:pt>
                <c:pt idx="781">
                  <c:v>8.6923694496678604E-3</c:v>
                </c:pt>
                <c:pt idx="782">
                  <c:v>8.5684876412149141E-3</c:v>
                </c:pt>
                <c:pt idx="783">
                  <c:v>8.4699636352587974E-3</c:v>
                </c:pt>
                <c:pt idx="784">
                  <c:v>8.845868335095727E-3</c:v>
                </c:pt>
                <c:pt idx="785">
                  <c:v>9.0117915554304012E-3</c:v>
                </c:pt>
                <c:pt idx="786">
                  <c:v>8.9312142425642047E-3</c:v>
                </c:pt>
                <c:pt idx="787">
                  <c:v>9.1740792465871464E-3</c:v>
                </c:pt>
                <c:pt idx="788">
                  <c:v>9.1603143785776373E-3</c:v>
                </c:pt>
                <c:pt idx="789">
                  <c:v>9.153928146179463E-3</c:v>
                </c:pt>
                <c:pt idx="790">
                  <c:v>9.3439263732690743E-3</c:v>
                </c:pt>
                <c:pt idx="791">
                  <c:v>9.4157391998996674E-3</c:v>
                </c:pt>
                <c:pt idx="792">
                  <c:v>8.9938745642029472E-3</c:v>
                </c:pt>
                <c:pt idx="793">
                  <c:v>8.6538844531377761E-3</c:v>
                </c:pt>
                <c:pt idx="794">
                  <c:v>8.8525121648461297E-3</c:v>
                </c:pt>
                <c:pt idx="795">
                  <c:v>8.0521393885887652E-3</c:v>
                </c:pt>
                <c:pt idx="796">
                  <c:v>7.1217524428958462E-3</c:v>
                </c:pt>
                <c:pt idx="797">
                  <c:v>6.2373916110441564E-3</c:v>
                </c:pt>
                <c:pt idx="798">
                  <c:v>6.1562252190044122E-3</c:v>
                </c:pt>
                <c:pt idx="799">
                  <c:v>6.1562229715033329E-3</c:v>
                </c:pt>
                <c:pt idx="800">
                  <c:v>6.1245559455311398E-3</c:v>
                </c:pt>
                <c:pt idx="801">
                  <c:v>6.0438278748237186E-3</c:v>
                </c:pt>
                <c:pt idx="802">
                  <c:v>6.3158066995659427E-3</c:v>
                </c:pt>
                <c:pt idx="803">
                  <c:v>6.0256049717329913E-3</c:v>
                </c:pt>
                <c:pt idx="804">
                  <c:v>5.9470746117130406E-3</c:v>
                </c:pt>
                <c:pt idx="805">
                  <c:v>5.9782644705370031E-3</c:v>
                </c:pt>
                <c:pt idx="806">
                  <c:v>5.8438362468215257E-3</c:v>
                </c:pt>
                <c:pt idx="807">
                  <c:v>5.8403753158546524E-3</c:v>
                </c:pt>
                <c:pt idx="808">
                  <c:v>5.6603975309829227E-3</c:v>
                </c:pt>
                <c:pt idx="809">
                  <c:v>6.3270567341967747E-3</c:v>
                </c:pt>
                <c:pt idx="810">
                  <c:v>6.2306143720629054E-3</c:v>
                </c:pt>
                <c:pt idx="811">
                  <c:v>7.1282115128595263E-3</c:v>
                </c:pt>
                <c:pt idx="812">
                  <c:v>7.2398668126415298E-3</c:v>
                </c:pt>
                <c:pt idx="813">
                  <c:v>7.611866976851611E-3</c:v>
                </c:pt>
                <c:pt idx="814">
                  <c:v>7.6043126524487064E-3</c:v>
                </c:pt>
                <c:pt idx="815">
                  <c:v>7.7216708032447484E-3</c:v>
                </c:pt>
                <c:pt idx="816">
                  <c:v>7.7357199291727867E-3</c:v>
                </c:pt>
                <c:pt idx="817">
                  <c:v>7.5438092785009665E-3</c:v>
                </c:pt>
                <c:pt idx="818">
                  <c:v>7.7074356362072625E-3</c:v>
                </c:pt>
                <c:pt idx="819">
                  <c:v>7.8241469141522284E-3</c:v>
                </c:pt>
                <c:pt idx="820">
                  <c:v>9.0545500828011476E-3</c:v>
                </c:pt>
                <c:pt idx="821">
                  <c:v>9.0682638544105874E-3</c:v>
                </c:pt>
                <c:pt idx="822">
                  <c:v>9.0992463596110337E-3</c:v>
                </c:pt>
                <c:pt idx="823">
                  <c:v>1.0183913702578333E-2</c:v>
                </c:pt>
                <c:pt idx="824">
                  <c:v>1.0308210940419288E-2</c:v>
                </c:pt>
                <c:pt idx="825">
                  <c:v>1.0046799978703608E-2</c:v>
                </c:pt>
                <c:pt idx="826">
                  <c:v>1.2071749861100397E-2</c:v>
                </c:pt>
                <c:pt idx="827">
                  <c:v>1.2842994845495283E-2</c:v>
                </c:pt>
                <c:pt idx="828">
                  <c:v>1.2600450835373513E-2</c:v>
                </c:pt>
                <c:pt idx="829">
                  <c:v>1.2446538762175097E-2</c:v>
                </c:pt>
                <c:pt idx="830">
                  <c:v>1.2182280746914803E-2</c:v>
                </c:pt>
                <c:pt idx="831">
                  <c:v>1.3194849820835812E-2</c:v>
                </c:pt>
                <c:pt idx="832">
                  <c:v>1.2791065269601378E-2</c:v>
                </c:pt>
                <c:pt idx="833">
                  <c:v>1.271334632716101E-2</c:v>
                </c:pt>
                <c:pt idx="834">
                  <c:v>1.2750868660995016E-2</c:v>
                </c:pt>
                <c:pt idx="835">
                  <c:v>1.2892163918263677E-2</c:v>
                </c:pt>
                <c:pt idx="836">
                  <c:v>1.2902365371796442E-2</c:v>
                </c:pt>
                <c:pt idx="837">
                  <c:v>1.439096146083256E-2</c:v>
                </c:pt>
                <c:pt idx="838">
                  <c:v>1.4890406974750572E-2</c:v>
                </c:pt>
                <c:pt idx="839">
                  <c:v>1.4577734037901857E-2</c:v>
                </c:pt>
                <c:pt idx="840">
                  <c:v>1.5292974138788327E-2</c:v>
                </c:pt>
                <c:pt idx="841">
                  <c:v>1.5577195233380739E-2</c:v>
                </c:pt>
                <c:pt idx="842">
                  <c:v>1.7621328223040141E-2</c:v>
                </c:pt>
                <c:pt idx="843">
                  <c:v>1.765401491565486E-2</c:v>
                </c:pt>
                <c:pt idx="844">
                  <c:v>1.7839159975075038E-2</c:v>
                </c:pt>
                <c:pt idx="845">
                  <c:v>1.6563886305864965E-2</c:v>
                </c:pt>
                <c:pt idx="846">
                  <c:v>1.6162456082039367E-2</c:v>
                </c:pt>
                <c:pt idx="847">
                  <c:v>1.6328962365909687E-2</c:v>
                </c:pt>
                <c:pt idx="848">
                  <c:v>1.7029249726940927E-2</c:v>
                </c:pt>
                <c:pt idx="849">
                  <c:v>1.6930302059895274E-2</c:v>
                </c:pt>
                <c:pt idx="850">
                  <c:v>1.6185903595382994E-2</c:v>
                </c:pt>
                <c:pt idx="851">
                  <c:v>1.7076993368944395E-2</c:v>
                </c:pt>
                <c:pt idx="852">
                  <c:v>1.7054362144689139E-2</c:v>
                </c:pt>
                <c:pt idx="853">
                  <c:v>1.7471622542763986E-2</c:v>
                </c:pt>
                <c:pt idx="854">
                  <c:v>1.7432984643046663E-2</c:v>
                </c:pt>
                <c:pt idx="855">
                  <c:v>1.8251179966847299E-2</c:v>
                </c:pt>
                <c:pt idx="856">
                  <c:v>1.653843501699994E-2</c:v>
                </c:pt>
                <c:pt idx="857">
                  <c:v>1.5527038393188166E-2</c:v>
                </c:pt>
                <c:pt idx="858">
                  <c:v>1.5295170543539925E-2</c:v>
                </c:pt>
                <c:pt idx="859">
                  <c:v>1.5330131195061386E-2</c:v>
                </c:pt>
                <c:pt idx="860">
                  <c:v>1.422278470404922E-2</c:v>
                </c:pt>
                <c:pt idx="861">
                  <c:v>1.2508183225530293E-2</c:v>
                </c:pt>
                <c:pt idx="862">
                  <c:v>1.2510881474900388E-2</c:v>
                </c:pt>
                <c:pt idx="863">
                  <c:v>1.2623921630757279E-2</c:v>
                </c:pt>
                <c:pt idx="864">
                  <c:v>1.1414764553562429E-2</c:v>
                </c:pt>
                <c:pt idx="865">
                  <c:v>1.1356602293262404E-2</c:v>
                </c:pt>
                <c:pt idx="866">
                  <c:v>1.0563966741183973E-2</c:v>
                </c:pt>
                <c:pt idx="867">
                  <c:v>1.1024793848306354E-2</c:v>
                </c:pt>
                <c:pt idx="868">
                  <c:v>1.1244934912660725E-2</c:v>
                </c:pt>
                <c:pt idx="869">
                  <c:v>1.0477519872367239E-2</c:v>
                </c:pt>
                <c:pt idx="870">
                  <c:v>1.0199541403091388E-2</c:v>
                </c:pt>
                <c:pt idx="871">
                  <c:v>1.0107739614457422E-2</c:v>
                </c:pt>
                <c:pt idx="872">
                  <c:v>1.043120369377242E-2</c:v>
                </c:pt>
                <c:pt idx="873">
                  <c:v>1.2641765512952046E-2</c:v>
                </c:pt>
                <c:pt idx="874">
                  <c:v>1.19665898335309E-2</c:v>
                </c:pt>
                <c:pt idx="875">
                  <c:v>1.4408546397191548E-2</c:v>
                </c:pt>
                <c:pt idx="876">
                  <c:v>1.4783457946466308E-2</c:v>
                </c:pt>
                <c:pt idx="877">
                  <c:v>1.4977966930793851E-2</c:v>
                </c:pt>
                <c:pt idx="878">
                  <c:v>1.4617529984704017E-2</c:v>
                </c:pt>
                <c:pt idx="879">
                  <c:v>1.4430495967104849E-2</c:v>
                </c:pt>
                <c:pt idx="880">
                  <c:v>1.4478962495081564E-2</c:v>
                </c:pt>
                <c:pt idx="881">
                  <c:v>1.5091466202038649E-2</c:v>
                </c:pt>
                <c:pt idx="882">
                  <c:v>1.5751056114856242E-2</c:v>
                </c:pt>
                <c:pt idx="883">
                  <c:v>1.5879317207768133E-2</c:v>
                </c:pt>
                <c:pt idx="884">
                  <c:v>1.5916335998517109E-2</c:v>
                </c:pt>
                <c:pt idx="885">
                  <c:v>1.5838888851973217E-2</c:v>
                </c:pt>
                <c:pt idx="886">
                  <c:v>1.5353719645633182E-2</c:v>
                </c:pt>
                <c:pt idx="887">
                  <c:v>1.4400517463050898E-2</c:v>
                </c:pt>
                <c:pt idx="888">
                  <c:v>1.4381793400356032E-2</c:v>
                </c:pt>
                <c:pt idx="889">
                  <c:v>1.4399079142360124E-2</c:v>
                </c:pt>
                <c:pt idx="890">
                  <c:v>1.5195605956696371E-2</c:v>
                </c:pt>
                <c:pt idx="891">
                  <c:v>1.5380422548040682E-2</c:v>
                </c:pt>
                <c:pt idx="892">
                  <c:v>1.4083227021712415E-2</c:v>
                </c:pt>
                <c:pt idx="893">
                  <c:v>1.3781922685753388E-2</c:v>
                </c:pt>
                <c:pt idx="894">
                  <c:v>1.1228109449757807E-2</c:v>
                </c:pt>
                <c:pt idx="895">
                  <c:v>1.0823561825340375E-2</c:v>
                </c:pt>
                <c:pt idx="896">
                  <c:v>1.0540941239718262E-2</c:v>
                </c:pt>
                <c:pt idx="897">
                  <c:v>1.0836319231925752E-2</c:v>
                </c:pt>
                <c:pt idx="898">
                  <c:v>1.0950833862304898E-2</c:v>
                </c:pt>
                <c:pt idx="899">
                  <c:v>1.0783677062215594E-2</c:v>
                </c:pt>
                <c:pt idx="900">
                  <c:v>9.5156208378330207E-3</c:v>
                </c:pt>
                <c:pt idx="901">
                  <c:v>8.5798013280187265E-3</c:v>
                </c:pt>
                <c:pt idx="902">
                  <c:v>8.4039246108338454E-3</c:v>
                </c:pt>
                <c:pt idx="903">
                  <c:v>8.4291326350968195E-3</c:v>
                </c:pt>
                <c:pt idx="904">
                  <c:v>8.5369810215396805E-3</c:v>
                </c:pt>
                <c:pt idx="905">
                  <c:v>7.9623621107987493E-3</c:v>
                </c:pt>
                <c:pt idx="906">
                  <c:v>7.9836537122783009E-3</c:v>
                </c:pt>
                <c:pt idx="907">
                  <c:v>8.1905760940245292E-3</c:v>
                </c:pt>
                <c:pt idx="908">
                  <c:v>8.1543727594425072E-3</c:v>
                </c:pt>
                <c:pt idx="909">
                  <c:v>6.5750340525015417E-3</c:v>
                </c:pt>
                <c:pt idx="910">
                  <c:v>7.5572895085227274E-3</c:v>
                </c:pt>
                <c:pt idx="911">
                  <c:v>7.2705475312921436E-3</c:v>
                </c:pt>
                <c:pt idx="912">
                  <c:v>7.308407489528569E-3</c:v>
                </c:pt>
                <c:pt idx="913">
                  <c:v>7.315049468556439E-3</c:v>
                </c:pt>
                <c:pt idx="914">
                  <c:v>7.9911117946885792E-3</c:v>
                </c:pt>
                <c:pt idx="915">
                  <c:v>7.979720011331147E-3</c:v>
                </c:pt>
                <c:pt idx="916">
                  <c:v>7.887355673662064E-3</c:v>
                </c:pt>
                <c:pt idx="917">
                  <c:v>7.5209139595157843E-3</c:v>
                </c:pt>
                <c:pt idx="918">
                  <c:v>7.5240586939273706E-3</c:v>
                </c:pt>
                <c:pt idx="919">
                  <c:v>7.5346965488361697E-3</c:v>
                </c:pt>
                <c:pt idx="920">
                  <c:v>7.8277468644222803E-3</c:v>
                </c:pt>
                <c:pt idx="921">
                  <c:v>7.8082490653849038E-3</c:v>
                </c:pt>
                <c:pt idx="922">
                  <c:v>7.8489002903656489E-3</c:v>
                </c:pt>
                <c:pt idx="923">
                  <c:v>7.7862439218322286E-3</c:v>
                </c:pt>
                <c:pt idx="924">
                  <c:v>8.4686927824904213E-3</c:v>
                </c:pt>
                <c:pt idx="925">
                  <c:v>8.5261908394198543E-3</c:v>
                </c:pt>
                <c:pt idx="926">
                  <c:v>8.0667891425256939E-3</c:v>
                </c:pt>
                <c:pt idx="927">
                  <c:v>8.3858458255722749E-3</c:v>
                </c:pt>
                <c:pt idx="928">
                  <c:v>8.4685625992679796E-3</c:v>
                </c:pt>
                <c:pt idx="929">
                  <c:v>7.246572632958222E-3</c:v>
                </c:pt>
                <c:pt idx="930">
                  <c:v>7.5285027960020519E-3</c:v>
                </c:pt>
                <c:pt idx="931">
                  <c:v>8.0661200525264411E-3</c:v>
                </c:pt>
                <c:pt idx="932">
                  <c:v>8.2454246970159583E-3</c:v>
                </c:pt>
                <c:pt idx="933">
                  <c:v>7.8480031597846587E-3</c:v>
                </c:pt>
                <c:pt idx="934">
                  <c:v>7.9043691736724164E-3</c:v>
                </c:pt>
                <c:pt idx="935">
                  <c:v>8.1098633020835875E-3</c:v>
                </c:pt>
                <c:pt idx="936">
                  <c:v>8.6632577146892251E-3</c:v>
                </c:pt>
                <c:pt idx="937">
                  <c:v>8.5711820582225207E-3</c:v>
                </c:pt>
                <c:pt idx="938">
                  <c:v>8.8925376884171695E-3</c:v>
                </c:pt>
                <c:pt idx="939">
                  <c:v>8.3917621771806301E-3</c:v>
                </c:pt>
                <c:pt idx="940">
                  <c:v>7.9123119237911235E-3</c:v>
                </c:pt>
                <c:pt idx="941">
                  <c:v>7.6663241559089337E-3</c:v>
                </c:pt>
                <c:pt idx="942">
                  <c:v>7.6159878381119785E-3</c:v>
                </c:pt>
                <c:pt idx="943">
                  <c:v>8.6338131786185424E-3</c:v>
                </c:pt>
                <c:pt idx="944">
                  <c:v>8.8686113544031546E-3</c:v>
                </c:pt>
                <c:pt idx="945">
                  <c:v>9.0253837041355447E-3</c:v>
                </c:pt>
                <c:pt idx="946">
                  <c:v>8.9850952945934141E-3</c:v>
                </c:pt>
                <c:pt idx="947">
                  <c:v>8.7035854531064948E-3</c:v>
                </c:pt>
                <c:pt idx="948">
                  <c:v>8.3320572078397128E-3</c:v>
                </c:pt>
                <c:pt idx="949">
                  <c:v>8.2897493759389249E-3</c:v>
                </c:pt>
                <c:pt idx="950">
                  <c:v>8.6425875849304983E-3</c:v>
                </c:pt>
                <c:pt idx="951">
                  <c:v>8.6171147259789006E-3</c:v>
                </c:pt>
                <c:pt idx="952">
                  <c:v>9.0931220894628698E-3</c:v>
                </c:pt>
                <c:pt idx="953">
                  <c:v>8.9863129138646851E-3</c:v>
                </c:pt>
                <c:pt idx="954">
                  <c:v>8.6447120001579662E-3</c:v>
                </c:pt>
                <c:pt idx="955">
                  <c:v>7.927738607251527E-3</c:v>
                </c:pt>
                <c:pt idx="956">
                  <c:v>7.9687940353768989E-3</c:v>
                </c:pt>
                <c:pt idx="957">
                  <c:v>7.4328437502189718E-3</c:v>
                </c:pt>
                <c:pt idx="958">
                  <c:v>6.9882643660741737E-3</c:v>
                </c:pt>
                <c:pt idx="959">
                  <c:v>8.0503726615152489E-3</c:v>
                </c:pt>
                <c:pt idx="960">
                  <c:v>7.9849273712394066E-3</c:v>
                </c:pt>
                <c:pt idx="961">
                  <c:v>8.3535797972487998E-3</c:v>
                </c:pt>
                <c:pt idx="962">
                  <c:v>7.8972035370042937E-3</c:v>
                </c:pt>
                <c:pt idx="963">
                  <c:v>7.4278492918488622E-3</c:v>
                </c:pt>
                <c:pt idx="964">
                  <c:v>7.3900643669001717E-3</c:v>
                </c:pt>
                <c:pt idx="965">
                  <c:v>7.095260908830804E-3</c:v>
                </c:pt>
                <c:pt idx="966">
                  <c:v>7.3339009023437839E-3</c:v>
                </c:pt>
                <c:pt idx="967">
                  <c:v>9.058572596018671E-3</c:v>
                </c:pt>
                <c:pt idx="968">
                  <c:v>8.8953116002803805E-3</c:v>
                </c:pt>
                <c:pt idx="969">
                  <c:v>8.7557960237723172E-3</c:v>
                </c:pt>
                <c:pt idx="970">
                  <c:v>9.2909024635115384E-3</c:v>
                </c:pt>
                <c:pt idx="971">
                  <c:v>9.291565921943825E-3</c:v>
                </c:pt>
                <c:pt idx="972">
                  <c:v>9.2992031507672431E-3</c:v>
                </c:pt>
                <c:pt idx="973">
                  <c:v>1.7329775773919961E-2</c:v>
                </c:pt>
                <c:pt idx="974">
                  <c:v>1.7600530041992583E-2</c:v>
                </c:pt>
                <c:pt idx="975">
                  <c:v>1.7560811061576961E-2</c:v>
                </c:pt>
                <c:pt idx="976">
                  <c:v>1.7585365261360592E-2</c:v>
                </c:pt>
                <c:pt idx="977">
                  <c:v>1.8036875664919499E-2</c:v>
                </c:pt>
                <c:pt idx="978">
                  <c:v>1.7517447440603823E-2</c:v>
                </c:pt>
                <c:pt idx="979">
                  <c:v>1.750228310669975E-2</c:v>
                </c:pt>
                <c:pt idx="980">
                  <c:v>1.7545192966547954E-2</c:v>
                </c:pt>
                <c:pt idx="981">
                  <c:v>1.750442097628847E-2</c:v>
                </c:pt>
                <c:pt idx="982">
                  <c:v>1.7478879357805139E-2</c:v>
                </c:pt>
                <c:pt idx="983">
                  <c:v>1.7966530917936374E-2</c:v>
                </c:pt>
                <c:pt idx="984">
                  <c:v>1.8009796219324734E-2</c:v>
                </c:pt>
                <c:pt idx="985">
                  <c:v>1.8294065292021898E-2</c:v>
                </c:pt>
                <c:pt idx="986">
                  <c:v>1.7235398567487865E-2</c:v>
                </c:pt>
                <c:pt idx="987">
                  <c:v>1.7008669419263562E-2</c:v>
                </c:pt>
                <c:pt idx="988">
                  <c:v>1.6946067309256487E-2</c:v>
                </c:pt>
                <c:pt idx="989">
                  <c:v>1.638730661617634E-2</c:v>
                </c:pt>
                <c:pt idx="990">
                  <c:v>1.6400777110567002E-2</c:v>
                </c:pt>
                <c:pt idx="991">
                  <c:v>1.6733151635552588E-2</c:v>
                </c:pt>
                <c:pt idx="992">
                  <c:v>9.8311638682687663E-3</c:v>
                </c:pt>
                <c:pt idx="993">
                  <c:v>9.4225764996860115E-3</c:v>
                </c:pt>
                <c:pt idx="994">
                  <c:v>9.4223429461623414E-3</c:v>
                </c:pt>
                <c:pt idx="995">
                  <c:v>9.8141733629622148E-3</c:v>
                </c:pt>
                <c:pt idx="996">
                  <c:v>9.2959849836347919E-3</c:v>
                </c:pt>
                <c:pt idx="997">
                  <c:v>9.4812165085729327E-3</c:v>
                </c:pt>
                <c:pt idx="998">
                  <c:v>9.5488097340197028E-3</c:v>
                </c:pt>
                <c:pt idx="999">
                  <c:v>9.2763082939072393E-3</c:v>
                </c:pt>
                <c:pt idx="1000">
                  <c:v>9.0683391705241242E-3</c:v>
                </c:pt>
                <c:pt idx="1001">
                  <c:v>9.1455293144880184E-3</c:v>
                </c:pt>
                <c:pt idx="1002">
                  <c:v>7.9692181234093523E-3</c:v>
                </c:pt>
                <c:pt idx="1003">
                  <c:v>7.9540181931678361E-3</c:v>
                </c:pt>
                <c:pt idx="1004">
                  <c:v>7.0776361557947486E-3</c:v>
                </c:pt>
                <c:pt idx="1005">
                  <c:v>7.5888918377383444E-3</c:v>
                </c:pt>
                <c:pt idx="1006">
                  <c:v>8.7159113735911422E-3</c:v>
                </c:pt>
                <c:pt idx="1007">
                  <c:v>8.6269670507423471E-3</c:v>
                </c:pt>
                <c:pt idx="1008">
                  <c:v>8.5888490799498046E-3</c:v>
                </c:pt>
                <c:pt idx="1009">
                  <c:v>8.9276691230249783E-3</c:v>
                </c:pt>
                <c:pt idx="1010">
                  <c:v>8.6995462716751189E-3</c:v>
                </c:pt>
                <c:pt idx="1011">
                  <c:v>7.7902475346294242E-3</c:v>
                </c:pt>
                <c:pt idx="1012">
                  <c:v>7.9073068835620007E-3</c:v>
                </c:pt>
                <c:pt idx="1013">
                  <c:v>7.9178058302596752E-3</c:v>
                </c:pt>
                <c:pt idx="1014">
                  <c:v>7.5527543261384835E-3</c:v>
                </c:pt>
                <c:pt idx="1015">
                  <c:v>7.9397935203322605E-3</c:v>
                </c:pt>
                <c:pt idx="1016">
                  <c:v>7.7413500702295263E-3</c:v>
                </c:pt>
                <c:pt idx="1017">
                  <c:v>7.6220916385781462E-3</c:v>
                </c:pt>
                <c:pt idx="1018">
                  <c:v>7.5858226554658065E-3</c:v>
                </c:pt>
                <c:pt idx="1019">
                  <c:v>7.6317082997695825E-3</c:v>
                </c:pt>
                <c:pt idx="1020">
                  <c:v>7.4089244107609009E-3</c:v>
                </c:pt>
                <c:pt idx="1021">
                  <c:v>7.2949401391175636E-3</c:v>
                </c:pt>
                <c:pt idx="1022">
                  <c:v>7.2610087861785348E-3</c:v>
                </c:pt>
                <c:pt idx="1023">
                  <c:v>7.5698956576743248E-3</c:v>
                </c:pt>
                <c:pt idx="1024">
                  <c:v>7.390626191731752E-3</c:v>
                </c:pt>
                <c:pt idx="1025">
                  <c:v>8.2704119349631539E-3</c:v>
                </c:pt>
                <c:pt idx="1026">
                  <c:v>8.3922761170847175E-3</c:v>
                </c:pt>
                <c:pt idx="1027">
                  <c:v>8.5389681269092809E-3</c:v>
                </c:pt>
                <c:pt idx="1028">
                  <c:v>9.4616368440691104E-3</c:v>
                </c:pt>
                <c:pt idx="1029">
                  <c:v>1.0145977558116465E-2</c:v>
                </c:pt>
                <c:pt idx="1030">
                  <c:v>1.1284868608141074E-2</c:v>
                </c:pt>
                <c:pt idx="1031">
                  <c:v>1.1611136648289855E-2</c:v>
                </c:pt>
                <c:pt idx="1032">
                  <c:v>1.1616664439589608E-2</c:v>
                </c:pt>
                <c:pt idx="1033">
                  <c:v>1.1618025535433512E-2</c:v>
                </c:pt>
                <c:pt idx="1034">
                  <c:v>1.1382774743253363E-2</c:v>
                </c:pt>
                <c:pt idx="1035">
                  <c:v>1.1320360609997764E-2</c:v>
                </c:pt>
                <c:pt idx="1036">
                  <c:v>1.1799647427212501E-2</c:v>
                </c:pt>
                <c:pt idx="1037">
                  <c:v>1.2120211722570417E-2</c:v>
                </c:pt>
                <c:pt idx="1038">
                  <c:v>1.2800746693480707E-2</c:v>
                </c:pt>
                <c:pt idx="1039">
                  <c:v>1.3099800272584545E-2</c:v>
                </c:pt>
                <c:pt idx="1040">
                  <c:v>1.3057109801217605E-2</c:v>
                </c:pt>
                <c:pt idx="1041">
                  <c:v>1.3026532339673082E-2</c:v>
                </c:pt>
                <c:pt idx="1042">
                  <c:v>1.3843473455298301E-2</c:v>
                </c:pt>
                <c:pt idx="1043">
                  <c:v>1.4129454590656365E-2</c:v>
                </c:pt>
                <c:pt idx="1044">
                  <c:v>1.3248139873039662E-2</c:v>
                </c:pt>
                <c:pt idx="1045">
                  <c:v>1.3349350909999948E-2</c:v>
                </c:pt>
                <c:pt idx="1046">
                  <c:v>1.3064013475551346E-2</c:v>
                </c:pt>
                <c:pt idx="1047">
                  <c:v>1.236718863170592E-2</c:v>
                </c:pt>
                <c:pt idx="1048">
                  <c:v>1.2493234482740414E-2</c:v>
                </c:pt>
                <c:pt idx="1049">
                  <c:v>1.1380834813160684E-2</c:v>
                </c:pt>
                <c:pt idx="1050">
                  <c:v>1.1996259003855489E-2</c:v>
                </c:pt>
                <c:pt idx="1051">
                  <c:v>1.2246713541978491E-2</c:v>
                </c:pt>
                <c:pt idx="1052">
                  <c:v>1.2422710316323592E-2</c:v>
                </c:pt>
                <c:pt idx="1053">
                  <c:v>1.8026218253521797E-2</c:v>
                </c:pt>
                <c:pt idx="1054">
                  <c:v>1.8901525079453384E-2</c:v>
                </c:pt>
                <c:pt idx="1055">
                  <c:v>1.8161016261459374E-2</c:v>
                </c:pt>
                <c:pt idx="1056">
                  <c:v>1.8719804455467132E-2</c:v>
                </c:pt>
                <c:pt idx="1057">
                  <c:v>1.8680748497357971E-2</c:v>
                </c:pt>
                <c:pt idx="1058">
                  <c:v>1.8703370410838926E-2</c:v>
                </c:pt>
                <c:pt idx="1059">
                  <c:v>1.905989448226908E-2</c:v>
                </c:pt>
                <c:pt idx="1060">
                  <c:v>1.9143088779031418E-2</c:v>
                </c:pt>
                <c:pt idx="1061">
                  <c:v>1.8101279880693665E-2</c:v>
                </c:pt>
                <c:pt idx="1062">
                  <c:v>1.8139516280499524E-2</c:v>
                </c:pt>
                <c:pt idx="1063">
                  <c:v>1.8268306562442643E-2</c:v>
                </c:pt>
                <c:pt idx="1064">
                  <c:v>1.8327005213480237E-2</c:v>
                </c:pt>
                <c:pt idx="1065">
                  <c:v>1.836259028091922E-2</c:v>
                </c:pt>
                <c:pt idx="1066">
                  <c:v>1.8359141615267787E-2</c:v>
                </c:pt>
                <c:pt idx="1067">
                  <c:v>1.8142402886331E-2</c:v>
                </c:pt>
                <c:pt idx="1068">
                  <c:v>1.7710180565295601E-2</c:v>
                </c:pt>
                <c:pt idx="1069">
                  <c:v>1.691459457817927E-2</c:v>
                </c:pt>
                <c:pt idx="1070">
                  <c:v>1.6918714151484122E-2</c:v>
                </c:pt>
                <c:pt idx="1071">
                  <c:v>1.6636091319069471E-2</c:v>
                </c:pt>
                <c:pt idx="1072">
                  <c:v>1.0965763248724166E-2</c:v>
                </c:pt>
                <c:pt idx="1073">
                  <c:v>8.7106100560069167E-3</c:v>
                </c:pt>
                <c:pt idx="1074">
                  <c:v>8.7564939328174576E-3</c:v>
                </c:pt>
                <c:pt idx="1075">
                  <c:v>8.4031897820038958E-3</c:v>
                </c:pt>
                <c:pt idx="1076">
                  <c:v>8.0682550136021419E-3</c:v>
                </c:pt>
                <c:pt idx="1077">
                  <c:v>7.9587809374647937E-3</c:v>
                </c:pt>
                <c:pt idx="1078">
                  <c:v>6.9945754062859036E-3</c:v>
                </c:pt>
                <c:pt idx="1079">
                  <c:v>6.7291699253382402E-3</c:v>
                </c:pt>
                <c:pt idx="1080">
                  <c:v>6.0918885187493379E-3</c:v>
                </c:pt>
                <c:pt idx="1081">
                  <c:v>5.6672685892446588E-3</c:v>
                </c:pt>
                <c:pt idx="1082">
                  <c:v>6.1482983375158026E-3</c:v>
                </c:pt>
                <c:pt idx="1083">
                  <c:v>5.904914365351106E-3</c:v>
                </c:pt>
                <c:pt idx="1084">
                  <c:v>6.7076658665636731E-3</c:v>
                </c:pt>
                <c:pt idx="1085">
                  <c:v>6.794501109336288E-3</c:v>
                </c:pt>
                <c:pt idx="1086">
                  <c:v>6.8165953515323396E-3</c:v>
                </c:pt>
                <c:pt idx="1087">
                  <c:v>6.8170086343672985E-3</c:v>
                </c:pt>
                <c:pt idx="1088">
                  <c:v>6.3686805855121117E-3</c:v>
                </c:pt>
                <c:pt idx="1089">
                  <c:v>6.2297119654325444E-3</c:v>
                </c:pt>
                <c:pt idx="1090">
                  <c:v>7.1455373868873151E-3</c:v>
                </c:pt>
                <c:pt idx="1091">
                  <c:v>7.195509103561773E-3</c:v>
                </c:pt>
                <c:pt idx="1092">
                  <c:v>7.3193126711647459E-3</c:v>
                </c:pt>
                <c:pt idx="1093">
                  <c:v>7.324178260353662E-3</c:v>
                </c:pt>
                <c:pt idx="1094">
                  <c:v>7.1016657486847662E-3</c:v>
                </c:pt>
                <c:pt idx="1095">
                  <c:v>7.0346776292153496E-3</c:v>
                </c:pt>
                <c:pt idx="1096">
                  <c:v>7.036230381927743E-3</c:v>
                </c:pt>
                <c:pt idx="1097">
                  <c:v>6.8909756851275872E-3</c:v>
                </c:pt>
                <c:pt idx="1098">
                  <c:v>6.9135027740119216E-3</c:v>
                </c:pt>
                <c:pt idx="1099">
                  <c:v>6.9534688906944912E-3</c:v>
                </c:pt>
                <c:pt idx="1100">
                  <c:v>6.9539697524791649E-3</c:v>
                </c:pt>
                <c:pt idx="1101">
                  <c:v>6.4751061877168226E-3</c:v>
                </c:pt>
                <c:pt idx="1102">
                  <c:v>6.6092840605298806E-3</c:v>
                </c:pt>
                <c:pt idx="1103">
                  <c:v>6.1792611341676736E-3</c:v>
                </c:pt>
                <c:pt idx="1104">
                  <c:v>6.3120082181776843E-3</c:v>
                </c:pt>
                <c:pt idx="1105">
                  <c:v>6.5146762599687146E-3</c:v>
                </c:pt>
                <c:pt idx="1106">
                  <c:v>6.5157570910520119E-3</c:v>
                </c:pt>
                <c:pt idx="1107">
                  <c:v>6.5177322920182265E-3</c:v>
                </c:pt>
                <c:pt idx="1108">
                  <c:v>6.3122109907428926E-3</c:v>
                </c:pt>
                <c:pt idx="1109">
                  <c:v>5.3211790377067844E-3</c:v>
                </c:pt>
                <c:pt idx="1110">
                  <c:v>5.3962878765073689E-3</c:v>
                </c:pt>
                <c:pt idx="1111">
                  <c:v>5.5214391711513027E-3</c:v>
                </c:pt>
                <c:pt idx="1112">
                  <c:v>5.9513880950530099E-3</c:v>
                </c:pt>
                <c:pt idx="1113">
                  <c:v>5.6138365856987487E-3</c:v>
                </c:pt>
                <c:pt idx="1114">
                  <c:v>5.7185656332852056E-3</c:v>
                </c:pt>
                <c:pt idx="1115">
                  <c:v>5.6515597208169075E-3</c:v>
                </c:pt>
                <c:pt idx="1116">
                  <c:v>5.8872733424702034E-3</c:v>
                </c:pt>
                <c:pt idx="1117">
                  <c:v>6.2935123523563197E-3</c:v>
                </c:pt>
                <c:pt idx="1118">
                  <c:v>8.5633027525119764E-3</c:v>
                </c:pt>
                <c:pt idx="1119">
                  <c:v>8.8230539391479009E-3</c:v>
                </c:pt>
                <c:pt idx="1120">
                  <c:v>8.8455815621892014E-3</c:v>
                </c:pt>
                <c:pt idx="1121">
                  <c:v>1.0401829485470386E-2</c:v>
                </c:pt>
                <c:pt idx="1122">
                  <c:v>1.0296810978245285E-2</c:v>
                </c:pt>
                <c:pt idx="1123">
                  <c:v>1.0406681895117257E-2</c:v>
                </c:pt>
                <c:pt idx="1124">
                  <c:v>1.0247829798810193E-2</c:v>
                </c:pt>
                <c:pt idx="1125">
                  <c:v>1.0238033734298102E-2</c:v>
                </c:pt>
                <c:pt idx="1126">
                  <c:v>1.0225135331319649E-2</c:v>
                </c:pt>
                <c:pt idx="1127">
                  <c:v>1.0244069269026266E-2</c:v>
                </c:pt>
                <c:pt idx="1128">
                  <c:v>1.0539561274295525E-2</c:v>
                </c:pt>
                <c:pt idx="1129">
                  <c:v>1.0606183404217467E-2</c:v>
                </c:pt>
                <c:pt idx="1130">
                  <c:v>1.0491992915750531E-2</c:v>
                </c:pt>
                <c:pt idx="1131">
                  <c:v>1.0274379788685345E-2</c:v>
                </c:pt>
                <c:pt idx="1132">
                  <c:v>1.0358542228335729E-2</c:v>
                </c:pt>
                <c:pt idx="1133">
                  <c:v>1.0645905840084324E-2</c:v>
                </c:pt>
                <c:pt idx="1134">
                  <c:v>1.0680092216664156E-2</c:v>
                </c:pt>
                <c:pt idx="1135">
                  <c:v>1.0674474638321248E-2</c:v>
                </c:pt>
                <c:pt idx="1136">
                  <c:v>1.079562231173355E-2</c:v>
                </c:pt>
                <c:pt idx="1137">
                  <c:v>9.2658720430386938E-3</c:v>
                </c:pt>
                <c:pt idx="1138">
                  <c:v>1.0664223098552432E-2</c:v>
                </c:pt>
                <c:pt idx="1139">
                  <c:v>1.0660522893085181E-2</c:v>
                </c:pt>
                <c:pt idx="1140">
                  <c:v>1.1403208228102537E-2</c:v>
                </c:pt>
                <c:pt idx="1141">
                  <c:v>1.1386744374112646E-2</c:v>
                </c:pt>
                <c:pt idx="1142">
                  <c:v>1.1144122138127481E-2</c:v>
                </c:pt>
                <c:pt idx="1143">
                  <c:v>1.1291109566390716E-2</c:v>
                </c:pt>
                <c:pt idx="1144">
                  <c:v>1.1481402894300333E-2</c:v>
                </c:pt>
                <c:pt idx="1145">
                  <c:v>1.1642179471911936E-2</c:v>
                </c:pt>
                <c:pt idx="1146">
                  <c:v>1.1680493966592456E-2</c:v>
                </c:pt>
                <c:pt idx="1147">
                  <c:v>1.1485771029855787E-2</c:v>
                </c:pt>
                <c:pt idx="1148">
                  <c:v>1.1464107487756708E-2</c:v>
                </c:pt>
                <c:pt idx="1149">
                  <c:v>1.1445428350772753E-2</c:v>
                </c:pt>
                <c:pt idx="1150">
                  <c:v>1.1680836973702587E-2</c:v>
                </c:pt>
                <c:pt idx="1151">
                  <c:v>1.1668314013629571E-2</c:v>
                </c:pt>
                <c:pt idx="1152">
                  <c:v>1.2597958413917908E-2</c:v>
                </c:pt>
                <c:pt idx="1153">
                  <c:v>1.2584696652133874E-2</c:v>
                </c:pt>
                <c:pt idx="1154">
                  <c:v>1.2455920125454304E-2</c:v>
                </c:pt>
                <c:pt idx="1155">
                  <c:v>1.224537760633012E-2</c:v>
                </c:pt>
                <c:pt idx="1156">
                  <c:v>1.5716656799539094E-2</c:v>
                </c:pt>
                <c:pt idx="1157">
                  <c:v>1.4880337687678142E-2</c:v>
                </c:pt>
                <c:pt idx="1158">
                  <c:v>1.4980328205029916E-2</c:v>
                </c:pt>
                <c:pt idx="1159">
                  <c:v>1.2811401756684743E-2</c:v>
                </c:pt>
                <c:pt idx="1160">
                  <c:v>2.1368343162903942E-2</c:v>
                </c:pt>
                <c:pt idx="1161">
                  <c:v>2.1315024724645908E-2</c:v>
                </c:pt>
                <c:pt idx="1162">
                  <c:v>2.7831657584785938E-2</c:v>
                </c:pt>
                <c:pt idx="1163">
                  <c:v>3.0053863503128785E-2</c:v>
                </c:pt>
                <c:pt idx="1164">
                  <c:v>3.3305117944368877E-2</c:v>
                </c:pt>
                <c:pt idx="1165">
                  <c:v>3.3212774676280143E-2</c:v>
                </c:pt>
                <c:pt idx="1166">
                  <c:v>3.4266943836369988E-2</c:v>
                </c:pt>
                <c:pt idx="1167">
                  <c:v>3.4258054872410355E-2</c:v>
                </c:pt>
                <c:pt idx="1168">
                  <c:v>3.8746568250717692E-2</c:v>
                </c:pt>
                <c:pt idx="1169">
                  <c:v>4.6895131831216338E-2</c:v>
                </c:pt>
                <c:pt idx="1170">
                  <c:v>4.7970235429368277E-2</c:v>
                </c:pt>
                <c:pt idx="1171">
                  <c:v>5.8504066639687262E-2</c:v>
                </c:pt>
                <c:pt idx="1172">
                  <c:v>5.8690688510988291E-2</c:v>
                </c:pt>
                <c:pt idx="1173">
                  <c:v>5.9145971269803053E-2</c:v>
                </c:pt>
                <c:pt idx="1174">
                  <c:v>6.0460882042789328E-2</c:v>
                </c:pt>
                <c:pt idx="1175">
                  <c:v>6.0347161177117213E-2</c:v>
                </c:pt>
                <c:pt idx="1176">
                  <c:v>6.0340845893339393E-2</c:v>
                </c:pt>
                <c:pt idx="1177">
                  <c:v>6.4813350028538566E-2</c:v>
                </c:pt>
                <c:pt idx="1178">
                  <c:v>6.5499309191957525E-2</c:v>
                </c:pt>
                <c:pt idx="1179">
                  <c:v>6.3295176103809969E-2</c:v>
                </c:pt>
                <c:pt idx="1180">
                  <c:v>6.3251018252431859E-2</c:v>
                </c:pt>
                <c:pt idx="1181">
                  <c:v>6.0843943642406549E-2</c:v>
                </c:pt>
                <c:pt idx="1182">
                  <c:v>6.0024601065644577E-2</c:v>
                </c:pt>
                <c:pt idx="1183">
                  <c:v>5.7661577362178688E-2</c:v>
                </c:pt>
                <c:pt idx="1184">
                  <c:v>5.7648289776024694E-2</c:v>
                </c:pt>
                <c:pt idx="1185">
                  <c:v>5.5896124154729235E-2</c:v>
                </c:pt>
                <c:pt idx="1186">
                  <c:v>5.5233899174713462E-2</c:v>
                </c:pt>
                <c:pt idx="1187">
                  <c:v>5.40900523318728E-2</c:v>
                </c:pt>
                <c:pt idx="1188">
                  <c:v>4.1614387612600695E-2</c:v>
                </c:pt>
                <c:pt idx="1189">
                  <c:v>4.6098293063305998E-2</c:v>
                </c:pt>
                <c:pt idx="1190">
                  <c:v>3.7460705545357832E-2</c:v>
                </c:pt>
                <c:pt idx="1191">
                  <c:v>3.7460514186111751E-2</c:v>
                </c:pt>
                <c:pt idx="1192">
                  <c:v>3.5210179617890101E-2</c:v>
                </c:pt>
                <c:pt idx="1193">
                  <c:v>3.4454689588255011E-2</c:v>
                </c:pt>
                <c:pt idx="1194">
                  <c:v>3.3085278447660189E-2</c:v>
                </c:pt>
                <c:pt idx="1195">
                  <c:v>3.3089636249381472E-2</c:v>
                </c:pt>
                <c:pt idx="1196">
                  <c:v>2.6830589540042509E-2</c:v>
                </c:pt>
                <c:pt idx="1197">
                  <c:v>2.76922443351925E-2</c:v>
                </c:pt>
                <c:pt idx="1198">
                  <c:v>2.7670590120191189E-2</c:v>
                </c:pt>
                <c:pt idx="1199">
                  <c:v>2.8040499033479591E-2</c:v>
                </c:pt>
                <c:pt idx="1200">
                  <c:v>2.6988706233188466E-2</c:v>
                </c:pt>
                <c:pt idx="1201">
                  <c:v>2.7040811401654666E-2</c:v>
                </c:pt>
                <c:pt idx="1202">
                  <c:v>2.6993431036975161E-2</c:v>
                </c:pt>
                <c:pt idx="1203">
                  <c:v>2.6879240966475846E-2</c:v>
                </c:pt>
                <c:pt idx="1204">
                  <c:v>2.6942545240998723E-2</c:v>
                </c:pt>
                <c:pt idx="1205">
                  <c:v>2.7974969560943853E-2</c:v>
                </c:pt>
                <c:pt idx="1206">
                  <c:v>2.7476363590294879E-2</c:v>
                </c:pt>
                <c:pt idx="1207">
                  <c:v>2.6050484451477045E-2</c:v>
                </c:pt>
                <c:pt idx="1208">
                  <c:v>1.92188479150441E-2</c:v>
                </c:pt>
                <c:pt idx="1209">
                  <c:v>1.920221979319485E-2</c:v>
                </c:pt>
                <c:pt idx="1210">
                  <c:v>1.951766211878633E-2</c:v>
                </c:pt>
                <c:pt idx="1211">
                  <c:v>1.9401767002770999E-2</c:v>
                </c:pt>
                <c:pt idx="1212">
                  <c:v>2.0490798347009832E-2</c:v>
                </c:pt>
                <c:pt idx="1213">
                  <c:v>1.9808249003538735E-2</c:v>
                </c:pt>
                <c:pt idx="1214">
                  <c:v>1.9182285164418632E-2</c:v>
                </c:pt>
                <c:pt idx="1215">
                  <c:v>1.9269620277526923E-2</c:v>
                </c:pt>
                <c:pt idx="1216">
                  <c:v>1.6512527535874916E-2</c:v>
                </c:pt>
                <c:pt idx="1217">
                  <c:v>1.6903192476439888E-2</c:v>
                </c:pt>
                <c:pt idx="1218">
                  <c:v>1.665231594509933E-2</c:v>
                </c:pt>
                <c:pt idx="1219">
                  <c:v>1.6633804252828781E-2</c:v>
                </c:pt>
                <c:pt idx="1220">
                  <c:v>1.6403937718231461E-2</c:v>
                </c:pt>
                <c:pt idx="1221">
                  <c:v>1.5672218596998223E-2</c:v>
                </c:pt>
                <c:pt idx="1222">
                  <c:v>1.5448474974884874E-2</c:v>
                </c:pt>
                <c:pt idx="1223">
                  <c:v>1.5454686363142813E-2</c:v>
                </c:pt>
                <c:pt idx="1224">
                  <c:v>1.2669963597450521E-2</c:v>
                </c:pt>
                <c:pt idx="1225">
                  <c:v>1.244567677514736E-2</c:v>
                </c:pt>
                <c:pt idx="1226">
                  <c:v>1.254378344584833E-2</c:v>
                </c:pt>
                <c:pt idx="1227">
                  <c:v>1.258091538487161E-2</c:v>
                </c:pt>
                <c:pt idx="1228">
                  <c:v>1.2592281071712765E-2</c:v>
                </c:pt>
                <c:pt idx="1229">
                  <c:v>1.2511812541922789E-2</c:v>
                </c:pt>
                <c:pt idx="1230">
                  <c:v>1.2624491463381059E-2</c:v>
                </c:pt>
                <c:pt idx="1231">
                  <c:v>1.1107799326073607E-2</c:v>
                </c:pt>
                <c:pt idx="1232">
                  <c:v>1.1183787358832594E-2</c:v>
                </c:pt>
                <c:pt idx="1233">
                  <c:v>1.0272911063066404E-2</c:v>
                </c:pt>
                <c:pt idx="1234">
                  <c:v>1.0077944939074617E-2</c:v>
                </c:pt>
                <c:pt idx="1235">
                  <c:v>1.0000394823187696E-2</c:v>
                </c:pt>
                <c:pt idx="1236">
                  <c:v>9.5854078756334917E-3</c:v>
                </c:pt>
                <c:pt idx="1237">
                  <c:v>9.5130688172748411E-3</c:v>
                </c:pt>
                <c:pt idx="1238">
                  <c:v>9.8168296254941244E-3</c:v>
                </c:pt>
                <c:pt idx="1239">
                  <c:v>9.6040438184545485E-3</c:v>
                </c:pt>
                <c:pt idx="1240">
                  <c:v>9.0278398214752118E-3</c:v>
                </c:pt>
                <c:pt idx="1241">
                  <c:v>9.1486908728292283E-3</c:v>
                </c:pt>
                <c:pt idx="1242">
                  <c:v>9.2483874358492042E-3</c:v>
                </c:pt>
                <c:pt idx="1243">
                  <c:v>9.0858660550756972E-3</c:v>
                </c:pt>
                <c:pt idx="1244">
                  <c:v>9.5852965879932393E-3</c:v>
                </c:pt>
                <c:pt idx="1245">
                  <c:v>1.0023698475133765E-2</c:v>
                </c:pt>
                <c:pt idx="1246">
                  <c:v>9.8482805126148699E-3</c:v>
                </c:pt>
                <c:pt idx="1247">
                  <c:v>1.1064538260105033E-2</c:v>
                </c:pt>
                <c:pt idx="1248">
                  <c:v>1.123753651785604E-2</c:v>
                </c:pt>
                <c:pt idx="1249">
                  <c:v>1.0989833890614078E-2</c:v>
                </c:pt>
                <c:pt idx="1250">
                  <c:v>1.070860360291446E-2</c:v>
                </c:pt>
                <c:pt idx="1251">
                  <c:v>1.0551100635549031E-2</c:v>
                </c:pt>
                <c:pt idx="1252">
                  <c:v>1.0303490884298987E-2</c:v>
                </c:pt>
                <c:pt idx="1253">
                  <c:v>1.0305423862524751E-2</c:v>
                </c:pt>
                <c:pt idx="1254">
                  <c:v>1.0084157079920074E-2</c:v>
                </c:pt>
                <c:pt idx="1255">
                  <c:v>9.5321097149423731E-3</c:v>
                </c:pt>
                <c:pt idx="1256">
                  <c:v>9.5396132454486967E-3</c:v>
                </c:pt>
                <c:pt idx="1257">
                  <c:v>8.946695342838153E-3</c:v>
                </c:pt>
                <c:pt idx="1258">
                  <c:v>9.3608695555229514E-3</c:v>
                </c:pt>
                <c:pt idx="1259">
                  <c:v>9.2811658354706103E-3</c:v>
                </c:pt>
                <c:pt idx="1260">
                  <c:v>9.6815180478019829E-3</c:v>
                </c:pt>
                <c:pt idx="1261">
                  <c:v>9.7214855045514564E-3</c:v>
                </c:pt>
                <c:pt idx="1262">
                  <c:v>9.3004431050371181E-3</c:v>
                </c:pt>
                <c:pt idx="1263">
                  <c:v>9.0746080064014606E-3</c:v>
                </c:pt>
                <c:pt idx="1264">
                  <c:v>8.7135924842317494E-3</c:v>
                </c:pt>
                <c:pt idx="1265">
                  <c:v>8.662769764091003E-3</c:v>
                </c:pt>
                <c:pt idx="1266">
                  <c:v>7.9291941482772434E-3</c:v>
                </c:pt>
                <c:pt idx="1267">
                  <c:v>9.9906584311206369E-3</c:v>
                </c:pt>
                <c:pt idx="1268">
                  <c:v>1.0606489226564347E-2</c:v>
                </c:pt>
                <c:pt idx="1269">
                  <c:v>1.0497142135612959E-2</c:v>
                </c:pt>
                <c:pt idx="1270">
                  <c:v>1.0649104442433461E-2</c:v>
                </c:pt>
                <c:pt idx="1271">
                  <c:v>1.1498981820340464E-2</c:v>
                </c:pt>
                <c:pt idx="1272">
                  <c:v>1.1465576343731864E-2</c:v>
                </c:pt>
                <c:pt idx="1273">
                  <c:v>1.1525907439569454E-2</c:v>
                </c:pt>
                <c:pt idx="1274">
                  <c:v>1.1662083602042378E-2</c:v>
                </c:pt>
                <c:pt idx="1275">
                  <c:v>1.2112600907344367E-2</c:v>
                </c:pt>
                <c:pt idx="1276">
                  <c:v>1.2106958045753092E-2</c:v>
                </c:pt>
                <c:pt idx="1277">
                  <c:v>1.1843575322167571E-2</c:v>
                </c:pt>
                <c:pt idx="1278">
                  <c:v>1.1903428044939346E-2</c:v>
                </c:pt>
                <c:pt idx="1279">
                  <c:v>1.1465277057080682E-2</c:v>
                </c:pt>
                <c:pt idx="1280">
                  <c:v>1.1597185500938495E-2</c:v>
                </c:pt>
                <c:pt idx="1281">
                  <c:v>1.1483834278113217E-2</c:v>
                </c:pt>
                <c:pt idx="1282">
                  <c:v>1.2620726579418979E-2</c:v>
                </c:pt>
                <c:pt idx="1283">
                  <c:v>1.2716942899540623E-2</c:v>
                </c:pt>
                <c:pt idx="1284">
                  <c:v>1.271674441318568E-2</c:v>
                </c:pt>
                <c:pt idx="1285">
                  <c:v>1.3468026969930685E-2</c:v>
                </c:pt>
                <c:pt idx="1286">
                  <c:v>1.4048084364007453E-2</c:v>
                </c:pt>
                <c:pt idx="1287">
                  <c:v>1.4065471481412637E-2</c:v>
                </c:pt>
                <c:pt idx="1288">
                  <c:v>1.4032747403561795E-2</c:v>
                </c:pt>
                <c:pt idx="1289">
                  <c:v>1.4051031488468889E-2</c:v>
                </c:pt>
                <c:pt idx="1290">
                  <c:v>1.4421417561095148E-2</c:v>
                </c:pt>
                <c:pt idx="1291">
                  <c:v>1.4558802500844556E-2</c:v>
                </c:pt>
                <c:pt idx="1292">
                  <c:v>1.4733317346301884E-2</c:v>
                </c:pt>
                <c:pt idx="1293">
                  <c:v>1.4623877464418749E-2</c:v>
                </c:pt>
                <c:pt idx="1294">
                  <c:v>1.4128593815782221E-2</c:v>
                </c:pt>
                <c:pt idx="1295">
                  <c:v>1.4182934554042768E-2</c:v>
                </c:pt>
                <c:pt idx="1296">
                  <c:v>1.4163840620218511E-2</c:v>
                </c:pt>
                <c:pt idx="1297">
                  <c:v>1.415928204237542E-2</c:v>
                </c:pt>
                <c:pt idx="1298">
                  <c:v>1.4158209815625751E-2</c:v>
                </c:pt>
                <c:pt idx="1299">
                  <c:v>1.5052949035794638E-2</c:v>
                </c:pt>
                <c:pt idx="1300">
                  <c:v>1.5065510139837486E-2</c:v>
                </c:pt>
                <c:pt idx="1301">
                  <c:v>1.4017935957665191E-2</c:v>
                </c:pt>
                <c:pt idx="1302">
                  <c:v>1.3609323535539113E-2</c:v>
                </c:pt>
                <c:pt idx="1303">
                  <c:v>1.3629774318847342E-2</c:v>
                </c:pt>
                <c:pt idx="1304">
                  <c:v>1.0323106700729317E-2</c:v>
                </c:pt>
                <c:pt idx="1305">
                  <c:v>1.0239247007126827E-2</c:v>
                </c:pt>
                <c:pt idx="1306">
                  <c:v>9.7443610963414921E-3</c:v>
                </c:pt>
                <c:pt idx="1307">
                  <c:v>1.0350796151604806E-2</c:v>
                </c:pt>
                <c:pt idx="1308">
                  <c:v>1.0612524193175002E-2</c:v>
                </c:pt>
                <c:pt idx="1309">
                  <c:v>9.6017373993734882E-3</c:v>
                </c:pt>
                <c:pt idx="1310">
                  <c:v>9.3941805790137903E-3</c:v>
                </c:pt>
                <c:pt idx="1311">
                  <c:v>9.3892061906678346E-3</c:v>
                </c:pt>
                <c:pt idx="1312">
                  <c:v>9.2845552476612386E-3</c:v>
                </c:pt>
                <c:pt idx="1313">
                  <c:v>1.0591926512488825E-2</c:v>
                </c:pt>
                <c:pt idx="1314">
                  <c:v>1.0964111845350089E-2</c:v>
                </c:pt>
                <c:pt idx="1315">
                  <c:v>1.1629570180971242E-2</c:v>
                </c:pt>
                <c:pt idx="1316">
                  <c:v>1.1725644709487263E-2</c:v>
                </c:pt>
                <c:pt idx="1317">
                  <c:v>1.1813891521837448E-2</c:v>
                </c:pt>
                <c:pt idx="1318">
                  <c:v>1.0532323056139164E-2</c:v>
                </c:pt>
                <c:pt idx="1319">
                  <c:v>1.0565707282285983E-2</c:v>
                </c:pt>
                <c:pt idx="1320">
                  <c:v>1.0484866066741006E-2</c:v>
                </c:pt>
                <c:pt idx="1321">
                  <c:v>1.0934451585411934E-2</c:v>
                </c:pt>
                <c:pt idx="1322">
                  <c:v>1.1338028289152988E-2</c:v>
                </c:pt>
                <c:pt idx="1323">
                  <c:v>1.1390488723457114E-2</c:v>
                </c:pt>
                <c:pt idx="1324">
                  <c:v>1.0388887695782839E-2</c:v>
                </c:pt>
                <c:pt idx="1325">
                  <c:v>1.0460376698877935E-2</c:v>
                </c:pt>
                <c:pt idx="1326">
                  <c:v>1.0604494343449814E-2</c:v>
                </c:pt>
                <c:pt idx="1327">
                  <c:v>1.0212338622889535E-2</c:v>
                </c:pt>
                <c:pt idx="1328">
                  <c:v>1.0168952056875704E-2</c:v>
                </c:pt>
                <c:pt idx="1329">
                  <c:v>1.0292265359340764E-2</c:v>
                </c:pt>
                <c:pt idx="1330">
                  <c:v>1.0369623399268158E-2</c:v>
                </c:pt>
                <c:pt idx="1331">
                  <c:v>1.0377826574980323E-2</c:v>
                </c:pt>
                <c:pt idx="1332">
                  <c:v>9.5123351656891571E-3</c:v>
                </c:pt>
                <c:pt idx="1333">
                  <c:v>9.2597909449388793E-3</c:v>
                </c:pt>
                <c:pt idx="1334">
                  <c:v>8.9203382226064384E-3</c:v>
                </c:pt>
                <c:pt idx="1335">
                  <c:v>9.0806950508772761E-3</c:v>
                </c:pt>
                <c:pt idx="1336">
                  <c:v>9.0017503087628306E-3</c:v>
                </c:pt>
                <c:pt idx="1337">
                  <c:v>8.6140840687248654E-3</c:v>
                </c:pt>
                <c:pt idx="1338">
                  <c:v>8.6116411247616625E-3</c:v>
                </c:pt>
                <c:pt idx="1339">
                  <c:v>8.6132739350506596E-3</c:v>
                </c:pt>
                <c:pt idx="1340">
                  <c:v>8.1688155071551489E-3</c:v>
                </c:pt>
                <c:pt idx="1341">
                  <c:v>1.1341509681537869E-2</c:v>
                </c:pt>
                <c:pt idx="1342">
                  <c:v>1.1316322747352619E-2</c:v>
                </c:pt>
                <c:pt idx="1343">
                  <c:v>1.1462988850692479E-2</c:v>
                </c:pt>
                <c:pt idx="1344">
                  <c:v>1.1407468063548689E-2</c:v>
                </c:pt>
                <c:pt idx="1345">
                  <c:v>1.0607493619539101E-2</c:v>
                </c:pt>
                <c:pt idx="1346">
                  <c:v>1.0513754018062515E-2</c:v>
                </c:pt>
                <c:pt idx="1347">
                  <c:v>1.0437138852068206E-2</c:v>
                </c:pt>
                <c:pt idx="1348">
                  <c:v>9.9741759800792851E-3</c:v>
                </c:pt>
                <c:pt idx="1349">
                  <c:v>9.9083746261170603E-3</c:v>
                </c:pt>
                <c:pt idx="1350">
                  <c:v>1.0465115584587167E-2</c:v>
                </c:pt>
                <c:pt idx="1351">
                  <c:v>1.0439368372298117E-2</c:v>
                </c:pt>
                <c:pt idx="1352">
                  <c:v>1.0595958145653272E-2</c:v>
                </c:pt>
                <c:pt idx="1353">
                  <c:v>1.0391099884001878E-2</c:v>
                </c:pt>
                <c:pt idx="1354">
                  <c:v>1.0433400877077002E-2</c:v>
                </c:pt>
                <c:pt idx="1355">
                  <c:v>1.0482089498724183E-2</c:v>
                </c:pt>
                <c:pt idx="1356">
                  <c:v>1.050040517953638E-2</c:v>
                </c:pt>
                <c:pt idx="1357">
                  <c:v>1.04156079897018E-2</c:v>
                </c:pt>
                <c:pt idx="1358">
                  <c:v>1.0408567897747901E-2</c:v>
                </c:pt>
                <c:pt idx="1359">
                  <c:v>1.0826231633225186E-2</c:v>
                </c:pt>
                <c:pt idx="1360">
                  <c:v>7.3057944102867733E-3</c:v>
                </c:pt>
                <c:pt idx="1361">
                  <c:v>7.6716166570914247E-3</c:v>
                </c:pt>
                <c:pt idx="1362">
                  <c:v>7.5987253601889279E-3</c:v>
                </c:pt>
                <c:pt idx="1363">
                  <c:v>7.5495592213797981E-3</c:v>
                </c:pt>
                <c:pt idx="1364">
                  <c:v>8.6605799305771568E-3</c:v>
                </c:pt>
                <c:pt idx="1365">
                  <c:v>8.9562874598084312E-3</c:v>
                </c:pt>
                <c:pt idx="1366">
                  <c:v>9.9794189740081678E-3</c:v>
                </c:pt>
                <c:pt idx="1367">
                  <c:v>1.054466882720073E-2</c:v>
                </c:pt>
                <c:pt idx="1368">
                  <c:v>1.085030220839041E-2</c:v>
                </c:pt>
                <c:pt idx="1369">
                  <c:v>1.4742130100311222E-2</c:v>
                </c:pt>
                <c:pt idx="1370">
                  <c:v>1.6913842229931308E-2</c:v>
                </c:pt>
                <c:pt idx="1371">
                  <c:v>1.6873659346941412E-2</c:v>
                </c:pt>
                <c:pt idx="1372">
                  <c:v>1.6853369233271399E-2</c:v>
                </c:pt>
                <c:pt idx="1373">
                  <c:v>1.6893443006974249E-2</c:v>
                </c:pt>
                <c:pt idx="1374">
                  <c:v>1.6876048097798042E-2</c:v>
                </c:pt>
                <c:pt idx="1375">
                  <c:v>1.6858894242036591E-2</c:v>
                </c:pt>
                <c:pt idx="1376">
                  <c:v>1.6871889991740024E-2</c:v>
                </c:pt>
                <c:pt idx="1377">
                  <c:v>1.6891335200743207E-2</c:v>
                </c:pt>
                <c:pt idx="1378">
                  <c:v>1.6709531682485079E-2</c:v>
                </c:pt>
                <c:pt idx="1379">
                  <c:v>1.6379752155536796E-2</c:v>
                </c:pt>
                <c:pt idx="1380">
                  <c:v>1.6402822013715269E-2</c:v>
                </c:pt>
                <c:pt idx="1381">
                  <c:v>1.6405955614202713E-2</c:v>
                </c:pt>
                <c:pt idx="1382">
                  <c:v>1.6587458075743775E-2</c:v>
                </c:pt>
                <c:pt idx="1383">
                  <c:v>1.6565810491853565E-2</c:v>
                </c:pt>
                <c:pt idx="1384">
                  <c:v>1.6405334007008332E-2</c:v>
                </c:pt>
                <c:pt idx="1385">
                  <c:v>1.6135271421680659E-2</c:v>
                </c:pt>
                <c:pt idx="1386">
                  <c:v>1.8683297779424304E-2</c:v>
                </c:pt>
                <c:pt idx="1387">
                  <c:v>1.8461690583856053E-2</c:v>
                </c:pt>
                <c:pt idx="1388">
                  <c:v>1.546292890624123E-2</c:v>
                </c:pt>
                <c:pt idx="1389">
                  <c:v>1.4265984490244684E-2</c:v>
                </c:pt>
                <c:pt idx="1390">
                  <c:v>1.4292678416476872E-2</c:v>
                </c:pt>
                <c:pt idx="1391">
                  <c:v>1.4506259977122056E-2</c:v>
                </c:pt>
                <c:pt idx="1392">
                  <c:v>1.4160991420603692E-2</c:v>
                </c:pt>
                <c:pt idx="1393">
                  <c:v>1.4293291816444589E-2</c:v>
                </c:pt>
                <c:pt idx="1394">
                  <c:v>1.4387465315431242E-2</c:v>
                </c:pt>
                <c:pt idx="1395">
                  <c:v>1.4389237268426804E-2</c:v>
                </c:pt>
                <c:pt idx="1396">
                  <c:v>1.447269084134878E-2</c:v>
                </c:pt>
                <c:pt idx="1397">
                  <c:v>1.425955374758321E-2</c:v>
                </c:pt>
                <c:pt idx="1398">
                  <c:v>1.4546552134696697E-2</c:v>
                </c:pt>
                <c:pt idx="1399">
                  <c:v>1.4487172457432055E-2</c:v>
                </c:pt>
                <c:pt idx="1400">
                  <c:v>1.4477921491536401E-2</c:v>
                </c:pt>
                <c:pt idx="1401">
                  <c:v>1.4435364922240713E-2</c:v>
                </c:pt>
                <c:pt idx="1402">
                  <c:v>1.4956935734742511E-2</c:v>
                </c:pt>
                <c:pt idx="1403">
                  <c:v>1.5289140459502025E-2</c:v>
                </c:pt>
                <c:pt idx="1404">
                  <c:v>1.4997042563605303E-2</c:v>
                </c:pt>
                <c:pt idx="1405">
                  <c:v>1.2172731374259258E-2</c:v>
                </c:pt>
                <c:pt idx="1406">
                  <c:v>1.2503603393646274E-2</c:v>
                </c:pt>
                <c:pt idx="1407">
                  <c:v>1.2609122673757136E-2</c:v>
                </c:pt>
                <c:pt idx="1408">
                  <c:v>1.1302193289022943E-2</c:v>
                </c:pt>
                <c:pt idx="1409">
                  <c:v>1.1377613440387227E-2</c:v>
                </c:pt>
                <c:pt idx="1410">
                  <c:v>1.1199079486984245E-2</c:v>
                </c:pt>
                <c:pt idx="1411">
                  <c:v>1.1356846030525697E-2</c:v>
                </c:pt>
                <c:pt idx="1412">
                  <c:v>1.3397208571158392E-2</c:v>
                </c:pt>
                <c:pt idx="1413">
                  <c:v>1.3847148771747468E-2</c:v>
                </c:pt>
                <c:pt idx="1414">
                  <c:v>1.4213905423941544E-2</c:v>
                </c:pt>
                <c:pt idx="1415">
                  <c:v>1.4860843115215483E-2</c:v>
                </c:pt>
                <c:pt idx="1416">
                  <c:v>1.4807807689582468E-2</c:v>
                </c:pt>
                <c:pt idx="1417">
                  <c:v>1.4714547301042739E-2</c:v>
                </c:pt>
                <c:pt idx="1418">
                  <c:v>1.4666250727049045E-2</c:v>
                </c:pt>
                <c:pt idx="1419">
                  <c:v>1.8157665354347634E-2</c:v>
                </c:pt>
                <c:pt idx="1420">
                  <c:v>1.8163257346093684E-2</c:v>
                </c:pt>
                <c:pt idx="1421">
                  <c:v>1.7831105415738079E-2</c:v>
                </c:pt>
                <c:pt idx="1422">
                  <c:v>1.7499921887649827E-2</c:v>
                </c:pt>
                <c:pt idx="1423">
                  <c:v>1.7104041480516748E-2</c:v>
                </c:pt>
                <c:pt idx="1424">
                  <c:v>1.6845583576275979E-2</c:v>
                </c:pt>
                <c:pt idx="1425">
                  <c:v>1.6552210945573187E-2</c:v>
                </c:pt>
                <c:pt idx="1426">
                  <c:v>1.6574439255505287E-2</c:v>
                </c:pt>
                <c:pt idx="1427">
                  <c:v>1.627700618380825E-2</c:v>
                </c:pt>
                <c:pt idx="1428">
                  <c:v>1.6440142331060219E-2</c:v>
                </c:pt>
                <c:pt idx="1429">
                  <c:v>1.6436546399777038E-2</c:v>
                </c:pt>
                <c:pt idx="1430">
                  <c:v>1.677524665468668E-2</c:v>
                </c:pt>
                <c:pt idx="1431">
                  <c:v>1.4510669214089479E-2</c:v>
                </c:pt>
                <c:pt idx="1432">
                  <c:v>1.4406972232404365E-2</c:v>
                </c:pt>
                <c:pt idx="1433">
                  <c:v>1.4608749643307627E-2</c:v>
                </c:pt>
                <c:pt idx="1434">
                  <c:v>1.3879843728315034E-2</c:v>
                </c:pt>
                <c:pt idx="1435">
                  <c:v>1.3790082307627962E-2</c:v>
                </c:pt>
                <c:pt idx="1436">
                  <c:v>1.3803326889265837E-2</c:v>
                </c:pt>
                <c:pt idx="1437">
                  <c:v>1.364696188372154E-2</c:v>
                </c:pt>
                <c:pt idx="1438">
                  <c:v>1.0040216241921803E-2</c:v>
                </c:pt>
                <c:pt idx="1439">
                  <c:v>1.0115474024014975E-2</c:v>
                </c:pt>
                <c:pt idx="1440">
                  <c:v>8.8628322765301505E-3</c:v>
                </c:pt>
                <c:pt idx="1441">
                  <c:v>9.0603736907397658E-3</c:v>
                </c:pt>
                <c:pt idx="1442">
                  <c:v>9.1004444349289549E-3</c:v>
                </c:pt>
                <c:pt idx="1443">
                  <c:v>9.1167218356019049E-3</c:v>
                </c:pt>
                <c:pt idx="1444">
                  <c:v>9.0826264555020284E-3</c:v>
                </c:pt>
                <c:pt idx="1445">
                  <c:v>8.9001799643381747E-3</c:v>
                </c:pt>
                <c:pt idx="1446">
                  <c:v>8.6843567569777104E-3</c:v>
                </c:pt>
                <c:pt idx="1447">
                  <c:v>8.0320646709445328E-3</c:v>
                </c:pt>
                <c:pt idx="1448">
                  <c:v>8.0924235607896036E-3</c:v>
                </c:pt>
                <c:pt idx="1449">
                  <c:v>7.3017457550795953E-3</c:v>
                </c:pt>
                <c:pt idx="1450">
                  <c:v>7.0972281491360869E-3</c:v>
                </c:pt>
                <c:pt idx="1451">
                  <c:v>7.4666868044571816E-3</c:v>
                </c:pt>
                <c:pt idx="1452">
                  <c:v>7.1454813619118212E-3</c:v>
                </c:pt>
                <c:pt idx="1453">
                  <c:v>5.8096838330341499E-3</c:v>
                </c:pt>
                <c:pt idx="1454">
                  <c:v>5.7919420883191571E-3</c:v>
                </c:pt>
                <c:pt idx="1455">
                  <c:v>6.204191330209885E-3</c:v>
                </c:pt>
                <c:pt idx="1456">
                  <c:v>6.3434438319655189E-3</c:v>
                </c:pt>
                <c:pt idx="1457">
                  <c:v>6.1391607099871735E-3</c:v>
                </c:pt>
                <c:pt idx="1458">
                  <c:v>5.7780711541268199E-3</c:v>
                </c:pt>
                <c:pt idx="1459">
                  <c:v>5.857260479593571E-3</c:v>
                </c:pt>
                <c:pt idx="1460">
                  <c:v>5.7561531450774951E-3</c:v>
                </c:pt>
                <c:pt idx="1461">
                  <c:v>5.37164531960636E-3</c:v>
                </c:pt>
                <c:pt idx="1462">
                  <c:v>5.4327395792923821E-3</c:v>
                </c:pt>
                <c:pt idx="1463">
                  <c:v>5.3391008435238075E-3</c:v>
                </c:pt>
                <c:pt idx="1464">
                  <c:v>5.3407828456781157E-3</c:v>
                </c:pt>
                <c:pt idx="1465">
                  <c:v>5.3339527225037498E-3</c:v>
                </c:pt>
                <c:pt idx="1466">
                  <c:v>5.5129818656659592E-3</c:v>
                </c:pt>
                <c:pt idx="1467">
                  <c:v>5.5117033042558668E-3</c:v>
                </c:pt>
                <c:pt idx="1468">
                  <c:v>5.517364318714274E-3</c:v>
                </c:pt>
                <c:pt idx="1469">
                  <c:v>5.6444518028279716E-3</c:v>
                </c:pt>
                <c:pt idx="1470">
                  <c:v>5.213658362067582E-3</c:v>
                </c:pt>
                <c:pt idx="1471">
                  <c:v>5.1257953323478565E-3</c:v>
                </c:pt>
                <c:pt idx="1472">
                  <c:v>5.0775573382976676E-3</c:v>
                </c:pt>
                <c:pt idx="1473">
                  <c:v>5.8883272919736471E-3</c:v>
                </c:pt>
                <c:pt idx="1474">
                  <c:v>5.8774506815724862E-3</c:v>
                </c:pt>
                <c:pt idx="1475">
                  <c:v>7.1299548078533224E-3</c:v>
                </c:pt>
                <c:pt idx="1476">
                  <c:v>7.0278925712983003E-3</c:v>
                </c:pt>
                <c:pt idx="1477">
                  <c:v>7.0115861626267508E-3</c:v>
                </c:pt>
                <c:pt idx="1478">
                  <c:v>7.0104646821477976E-3</c:v>
                </c:pt>
                <c:pt idx="1479">
                  <c:v>6.9916660059010068E-3</c:v>
                </c:pt>
                <c:pt idx="1480">
                  <c:v>7.0999773004096723E-3</c:v>
                </c:pt>
                <c:pt idx="1481">
                  <c:v>7.164523720634002E-3</c:v>
                </c:pt>
                <c:pt idx="1482">
                  <c:v>7.9714426298173307E-3</c:v>
                </c:pt>
                <c:pt idx="1483">
                  <c:v>8.2170088882890773E-3</c:v>
                </c:pt>
                <c:pt idx="1484">
                  <c:v>8.182299540243642E-3</c:v>
                </c:pt>
                <c:pt idx="1485">
                  <c:v>7.8397363837751366E-3</c:v>
                </c:pt>
                <c:pt idx="1486">
                  <c:v>7.7941814863580223E-3</c:v>
                </c:pt>
                <c:pt idx="1487">
                  <c:v>7.8235886473644722E-3</c:v>
                </c:pt>
                <c:pt idx="1488">
                  <c:v>7.7332867660707691E-3</c:v>
                </c:pt>
                <c:pt idx="1489">
                  <c:v>7.831937181865499E-3</c:v>
                </c:pt>
                <c:pt idx="1490">
                  <c:v>8.0128729142120991E-3</c:v>
                </c:pt>
                <c:pt idx="1491">
                  <c:v>7.965541331374856E-3</c:v>
                </c:pt>
                <c:pt idx="1492">
                  <c:v>7.0534689511642223E-3</c:v>
                </c:pt>
                <c:pt idx="1493">
                  <c:v>6.6320790159506973E-3</c:v>
                </c:pt>
                <c:pt idx="1494">
                  <c:v>6.0692735351133157E-3</c:v>
                </c:pt>
                <c:pt idx="1495">
                  <c:v>6.0994352941989545E-3</c:v>
                </c:pt>
                <c:pt idx="1496">
                  <c:v>6.2182082868328182E-3</c:v>
                </c:pt>
                <c:pt idx="1497">
                  <c:v>6.069021431718666E-3</c:v>
                </c:pt>
                <c:pt idx="1498">
                  <c:v>8.3312273183785823E-3</c:v>
                </c:pt>
                <c:pt idx="1499">
                  <c:v>8.7291896805271156E-3</c:v>
                </c:pt>
                <c:pt idx="1500">
                  <c:v>8.779467500993612E-3</c:v>
                </c:pt>
                <c:pt idx="1501">
                  <c:v>8.3217057717978223E-3</c:v>
                </c:pt>
                <c:pt idx="1502">
                  <c:v>8.2325433065156533E-3</c:v>
                </c:pt>
                <c:pt idx="1503">
                  <c:v>8.4920612264309144E-3</c:v>
                </c:pt>
                <c:pt idx="1504">
                  <c:v>8.6513158746359745E-3</c:v>
                </c:pt>
                <c:pt idx="1505">
                  <c:v>8.6582731936472989E-3</c:v>
                </c:pt>
                <c:pt idx="1506">
                  <c:v>8.6583139591801406E-3</c:v>
                </c:pt>
                <c:pt idx="1507">
                  <c:v>8.6043539142968903E-3</c:v>
                </c:pt>
                <c:pt idx="1508">
                  <c:v>8.6108331336887615E-3</c:v>
                </c:pt>
                <c:pt idx="1509">
                  <c:v>8.6005432906225733E-3</c:v>
                </c:pt>
                <c:pt idx="1510">
                  <c:v>8.7582612998801362E-3</c:v>
                </c:pt>
                <c:pt idx="1511">
                  <c:v>9.0631123652241755E-3</c:v>
                </c:pt>
                <c:pt idx="1512">
                  <c:v>9.4418573747626182E-3</c:v>
                </c:pt>
                <c:pt idx="1513">
                  <c:v>8.9142060327282238E-3</c:v>
                </c:pt>
                <c:pt idx="1514">
                  <c:v>8.9679553996862178E-3</c:v>
                </c:pt>
                <c:pt idx="1515">
                  <c:v>9.2978440180329774E-3</c:v>
                </c:pt>
                <c:pt idx="1516">
                  <c:v>9.562371999560771E-3</c:v>
                </c:pt>
                <c:pt idx="1517">
                  <c:v>7.582549856989214E-3</c:v>
                </c:pt>
                <c:pt idx="1518">
                  <c:v>6.8528905203466845E-3</c:v>
                </c:pt>
                <c:pt idx="1519">
                  <c:v>6.8619336529635111E-3</c:v>
                </c:pt>
                <c:pt idx="1520">
                  <c:v>6.8086913656608353E-3</c:v>
                </c:pt>
                <c:pt idx="1521">
                  <c:v>7.2669631589051464E-3</c:v>
                </c:pt>
                <c:pt idx="1522">
                  <c:v>7.2644546966623598E-3</c:v>
                </c:pt>
                <c:pt idx="1523">
                  <c:v>7.1794963382558709E-3</c:v>
                </c:pt>
                <c:pt idx="1524">
                  <c:v>7.1957481925274888E-3</c:v>
                </c:pt>
                <c:pt idx="1525">
                  <c:v>7.2175161938180799E-3</c:v>
                </c:pt>
                <c:pt idx="1526">
                  <c:v>7.3957683676245337E-3</c:v>
                </c:pt>
                <c:pt idx="1527">
                  <c:v>7.6718549704942254E-3</c:v>
                </c:pt>
                <c:pt idx="1528">
                  <c:v>7.5399759425216536E-3</c:v>
                </c:pt>
                <c:pt idx="1529">
                  <c:v>7.5336073243658045E-3</c:v>
                </c:pt>
                <c:pt idx="1530">
                  <c:v>7.4363378995121951E-3</c:v>
                </c:pt>
                <c:pt idx="1531">
                  <c:v>6.4221194328157143E-3</c:v>
                </c:pt>
                <c:pt idx="1532">
                  <c:v>6.4713046983139039E-3</c:v>
                </c:pt>
                <c:pt idx="1533">
                  <c:v>6.5351609934414063E-3</c:v>
                </c:pt>
                <c:pt idx="1534">
                  <c:v>7.6642188969680333E-3</c:v>
                </c:pt>
                <c:pt idx="1535">
                  <c:v>7.8225404727301322E-3</c:v>
                </c:pt>
                <c:pt idx="1536">
                  <c:v>8.2281810978137183E-3</c:v>
                </c:pt>
                <c:pt idx="1537">
                  <c:v>8.1221644161468959E-3</c:v>
                </c:pt>
                <c:pt idx="1538">
                  <c:v>7.8520441884463426E-3</c:v>
                </c:pt>
                <c:pt idx="1539">
                  <c:v>7.8911613246504583E-3</c:v>
                </c:pt>
                <c:pt idx="1540">
                  <c:v>8.0333717945731027E-3</c:v>
                </c:pt>
                <c:pt idx="1541">
                  <c:v>7.9907581899093805E-3</c:v>
                </c:pt>
                <c:pt idx="1542">
                  <c:v>8.0874094652210182E-3</c:v>
                </c:pt>
                <c:pt idx="1543">
                  <c:v>8.6044784777235261E-3</c:v>
                </c:pt>
                <c:pt idx="1544">
                  <c:v>9.0591378364464382E-3</c:v>
                </c:pt>
                <c:pt idx="1545">
                  <c:v>9.2298543448052356E-3</c:v>
                </c:pt>
                <c:pt idx="1546">
                  <c:v>8.8250049336490253E-3</c:v>
                </c:pt>
                <c:pt idx="1547">
                  <c:v>9.9126340023450686E-3</c:v>
                </c:pt>
                <c:pt idx="1548">
                  <c:v>9.9968232364161611E-3</c:v>
                </c:pt>
                <c:pt idx="1549">
                  <c:v>9.9893876654664412E-3</c:v>
                </c:pt>
                <c:pt idx="1550">
                  <c:v>1.0198833925027547E-2</c:v>
                </c:pt>
                <c:pt idx="1551">
                  <c:v>1.1993403579917612E-2</c:v>
                </c:pt>
                <c:pt idx="1552">
                  <c:v>1.1914867283006099E-2</c:v>
                </c:pt>
                <c:pt idx="1553">
                  <c:v>1.1342874026308193E-2</c:v>
                </c:pt>
                <c:pt idx="1554">
                  <c:v>1.2945985132662477E-2</c:v>
                </c:pt>
                <c:pt idx="1555">
                  <c:v>1.2731489229857691E-2</c:v>
                </c:pt>
                <c:pt idx="1556">
                  <c:v>1.3399482256985605E-2</c:v>
                </c:pt>
                <c:pt idx="1557">
                  <c:v>1.4026734193405992E-2</c:v>
                </c:pt>
                <c:pt idx="1558">
                  <c:v>1.4531367447752038E-2</c:v>
                </c:pt>
                <c:pt idx="1559">
                  <c:v>1.4016570060007767E-2</c:v>
                </c:pt>
                <c:pt idx="1560">
                  <c:v>1.3987498166620519E-2</c:v>
                </c:pt>
                <c:pt idx="1561">
                  <c:v>1.4036072409030801E-2</c:v>
                </c:pt>
                <c:pt idx="1562">
                  <c:v>1.3870918525116929E-2</c:v>
                </c:pt>
                <c:pt idx="1563">
                  <c:v>1.3370692908111931E-2</c:v>
                </c:pt>
                <c:pt idx="1564">
                  <c:v>1.3278079935733223E-2</c:v>
                </c:pt>
                <c:pt idx="1565">
                  <c:v>1.3517601194380963E-2</c:v>
                </c:pt>
                <c:pt idx="1566">
                  <c:v>1.3288185504670612E-2</c:v>
                </c:pt>
                <c:pt idx="1567">
                  <c:v>1.4842858721058422E-2</c:v>
                </c:pt>
                <c:pt idx="1568">
                  <c:v>1.488505431389338E-2</c:v>
                </c:pt>
                <c:pt idx="1569">
                  <c:v>1.4822416605211721E-2</c:v>
                </c:pt>
                <c:pt idx="1570">
                  <c:v>1.347171902066522E-2</c:v>
                </c:pt>
                <c:pt idx="1571">
                  <c:v>1.3355917524227035E-2</c:v>
                </c:pt>
                <c:pt idx="1572">
                  <c:v>1.3316612503954184E-2</c:v>
                </c:pt>
                <c:pt idx="1573">
                  <c:v>1.2013357942225526E-2</c:v>
                </c:pt>
                <c:pt idx="1574">
                  <c:v>1.3951312516695631E-2</c:v>
                </c:pt>
                <c:pt idx="1575">
                  <c:v>1.2870197348625928E-2</c:v>
                </c:pt>
                <c:pt idx="1576">
                  <c:v>1.2618501030927584E-2</c:v>
                </c:pt>
                <c:pt idx="1577">
                  <c:v>1.253808693303143E-2</c:v>
                </c:pt>
                <c:pt idx="1578">
                  <c:v>1.2572947408730634E-2</c:v>
                </c:pt>
                <c:pt idx="1579">
                  <c:v>1.2739457830821969E-2</c:v>
                </c:pt>
                <c:pt idx="1580">
                  <c:v>1.2484882601458601E-2</c:v>
                </c:pt>
                <c:pt idx="1581">
                  <c:v>1.2357856055681082E-2</c:v>
                </c:pt>
                <c:pt idx="1582">
                  <c:v>1.2120844464731389E-2</c:v>
                </c:pt>
                <c:pt idx="1583">
                  <c:v>1.2102834644315578E-2</c:v>
                </c:pt>
                <c:pt idx="1584">
                  <c:v>1.1232142079835217E-2</c:v>
                </c:pt>
                <c:pt idx="1585">
                  <c:v>1.0675993740488368E-2</c:v>
                </c:pt>
                <c:pt idx="1586">
                  <c:v>1.0242609509811769E-2</c:v>
                </c:pt>
                <c:pt idx="1587">
                  <c:v>1.0534442366774406E-2</c:v>
                </c:pt>
                <c:pt idx="1588">
                  <c:v>1.0959113411551934E-2</c:v>
                </c:pt>
                <c:pt idx="1589">
                  <c:v>1.2758763337999062E-2</c:v>
                </c:pt>
                <c:pt idx="1590">
                  <c:v>1.2989714835071484E-2</c:v>
                </c:pt>
                <c:pt idx="1591">
                  <c:v>1.3000301886356386E-2</c:v>
                </c:pt>
                <c:pt idx="1592">
                  <c:v>1.3228930709852187E-2</c:v>
                </c:pt>
                <c:pt idx="1593">
                  <c:v>1.1635072202495692E-2</c:v>
                </c:pt>
                <c:pt idx="1594">
                  <c:v>1.1662404898916408E-2</c:v>
                </c:pt>
                <c:pt idx="1595">
                  <c:v>1.1822060125399204E-2</c:v>
                </c:pt>
                <c:pt idx="1596">
                  <c:v>1.1656636379880066E-2</c:v>
                </c:pt>
                <c:pt idx="1597">
                  <c:v>1.1905701942476424E-2</c:v>
                </c:pt>
                <c:pt idx="1598">
                  <c:v>1.173440474142215E-2</c:v>
                </c:pt>
                <c:pt idx="1599">
                  <c:v>1.1753513649401713E-2</c:v>
                </c:pt>
                <c:pt idx="1600">
                  <c:v>1.2090067532148979E-2</c:v>
                </c:pt>
                <c:pt idx="1601">
                  <c:v>1.3753412394884909E-2</c:v>
                </c:pt>
                <c:pt idx="1602">
                  <c:v>1.5822893740731692E-2</c:v>
                </c:pt>
                <c:pt idx="1603">
                  <c:v>1.5909225530969968E-2</c:v>
                </c:pt>
                <c:pt idx="1604">
                  <c:v>1.5684967919492483E-2</c:v>
                </c:pt>
                <c:pt idx="1605">
                  <c:v>1.5534710173364807E-2</c:v>
                </c:pt>
                <c:pt idx="1606">
                  <c:v>1.5497456940637455E-2</c:v>
                </c:pt>
                <c:pt idx="1607">
                  <c:v>1.5405067742017704E-2</c:v>
                </c:pt>
                <c:pt idx="1608">
                  <c:v>1.4128931968839546E-2</c:v>
                </c:pt>
                <c:pt idx="1609">
                  <c:v>1.8970951662816062E-2</c:v>
                </c:pt>
                <c:pt idx="1610">
                  <c:v>1.9975654768063709E-2</c:v>
                </c:pt>
                <c:pt idx="1611">
                  <c:v>1.9696060308741496E-2</c:v>
                </c:pt>
                <c:pt idx="1612">
                  <c:v>1.8954691314768318E-2</c:v>
                </c:pt>
                <c:pt idx="1613">
                  <c:v>1.910960405250673E-2</c:v>
                </c:pt>
                <c:pt idx="1614">
                  <c:v>2.0130015933749187E-2</c:v>
                </c:pt>
                <c:pt idx="1615">
                  <c:v>2.0451809952441849E-2</c:v>
                </c:pt>
                <c:pt idx="1616">
                  <c:v>2.1260416869739927E-2</c:v>
                </c:pt>
                <c:pt idx="1617">
                  <c:v>2.2099445021803388E-2</c:v>
                </c:pt>
                <c:pt idx="1618">
                  <c:v>2.1973441785345896E-2</c:v>
                </c:pt>
                <c:pt idx="1619">
                  <c:v>2.1957333089148455E-2</c:v>
                </c:pt>
                <c:pt idx="1620">
                  <c:v>2.0770730165222285E-2</c:v>
                </c:pt>
                <c:pt idx="1621">
                  <c:v>2.0195543828479181E-2</c:v>
                </c:pt>
                <c:pt idx="1622">
                  <c:v>2.1001874386363004E-2</c:v>
                </c:pt>
                <c:pt idx="1623">
                  <c:v>2.1024660424499925E-2</c:v>
                </c:pt>
                <c:pt idx="1624">
                  <c:v>2.1023395849590676E-2</c:v>
                </c:pt>
                <c:pt idx="1625">
                  <c:v>2.1017956918958025E-2</c:v>
                </c:pt>
                <c:pt idx="1626">
                  <c:v>2.0980514589776546E-2</c:v>
                </c:pt>
                <c:pt idx="1627">
                  <c:v>2.098974897323853E-2</c:v>
                </c:pt>
                <c:pt idx="1628">
                  <c:v>1.6229319788711727E-2</c:v>
                </c:pt>
                <c:pt idx="1629">
                  <c:v>1.5542478090091376E-2</c:v>
                </c:pt>
                <c:pt idx="1630">
                  <c:v>1.5352187054034839E-2</c:v>
                </c:pt>
                <c:pt idx="1631">
                  <c:v>1.5320082320308022E-2</c:v>
                </c:pt>
                <c:pt idx="1632">
                  <c:v>1.4649012123468398E-2</c:v>
                </c:pt>
                <c:pt idx="1633">
                  <c:v>1.1909527551911917E-2</c:v>
                </c:pt>
                <c:pt idx="1634">
                  <c:v>1.2661886107600683E-2</c:v>
                </c:pt>
                <c:pt idx="1635">
                  <c:v>1.2145383680754226E-2</c:v>
                </c:pt>
                <c:pt idx="1636">
                  <c:v>1.1524116813456982E-2</c:v>
                </c:pt>
                <c:pt idx="1637">
                  <c:v>1.18839784139513E-2</c:v>
                </c:pt>
                <c:pt idx="1638">
                  <c:v>1.1791078828381337E-2</c:v>
                </c:pt>
                <c:pt idx="1639">
                  <c:v>1.2444781066329812E-2</c:v>
                </c:pt>
                <c:pt idx="1640">
                  <c:v>1.2028100792619881E-2</c:v>
                </c:pt>
                <c:pt idx="1641">
                  <c:v>1.1157776611793537E-2</c:v>
                </c:pt>
                <c:pt idx="1642">
                  <c:v>1.1822581797569964E-2</c:v>
                </c:pt>
                <c:pt idx="1643">
                  <c:v>1.2535071585034358E-2</c:v>
                </c:pt>
                <c:pt idx="1644">
                  <c:v>1.2736047275738524E-2</c:v>
                </c:pt>
                <c:pt idx="1645">
                  <c:v>1.3081545317460766E-2</c:v>
                </c:pt>
                <c:pt idx="1646">
                  <c:v>1.3126825942031992E-2</c:v>
                </c:pt>
                <c:pt idx="1647">
                  <c:v>1.2896958973792387E-2</c:v>
                </c:pt>
                <c:pt idx="1648">
                  <c:v>1.342484094002235E-2</c:v>
                </c:pt>
                <c:pt idx="1649">
                  <c:v>1.3563916303117445E-2</c:v>
                </c:pt>
                <c:pt idx="1650">
                  <c:v>1.400327065712537E-2</c:v>
                </c:pt>
                <c:pt idx="1651">
                  <c:v>1.2809814156052523E-2</c:v>
                </c:pt>
                <c:pt idx="1652">
                  <c:v>1.2783444489198163E-2</c:v>
                </c:pt>
                <c:pt idx="1653">
                  <c:v>1.3542938986086153E-2</c:v>
                </c:pt>
                <c:pt idx="1654">
                  <c:v>1.3187046151367862E-2</c:v>
                </c:pt>
                <c:pt idx="1655">
                  <c:v>1.3422758607612401E-2</c:v>
                </c:pt>
                <c:pt idx="1656">
                  <c:v>1.4937689940460868E-2</c:v>
                </c:pt>
                <c:pt idx="1657">
                  <c:v>1.4977465160622479E-2</c:v>
                </c:pt>
                <c:pt idx="1658">
                  <c:v>1.5587645890484756E-2</c:v>
                </c:pt>
                <c:pt idx="1659">
                  <c:v>1.6670025904518496E-2</c:v>
                </c:pt>
                <c:pt idx="1660">
                  <c:v>1.6510107536699854E-2</c:v>
                </c:pt>
                <c:pt idx="1661">
                  <c:v>1.616674398610838E-2</c:v>
                </c:pt>
                <c:pt idx="1662">
                  <c:v>1.5650679381779338E-2</c:v>
                </c:pt>
                <c:pt idx="1663">
                  <c:v>1.591166664298076E-2</c:v>
                </c:pt>
                <c:pt idx="1664">
                  <c:v>1.6316464824460933E-2</c:v>
                </c:pt>
                <c:pt idx="1665">
                  <c:v>1.6305865453624561E-2</c:v>
                </c:pt>
                <c:pt idx="1666">
                  <c:v>1.6305758619335323E-2</c:v>
                </c:pt>
                <c:pt idx="1667">
                  <c:v>1.5560731870326231E-2</c:v>
                </c:pt>
                <c:pt idx="1668">
                  <c:v>1.5490343591612924E-2</c:v>
                </c:pt>
                <c:pt idx="1669">
                  <c:v>1.4416116147864389E-2</c:v>
                </c:pt>
                <c:pt idx="1670">
                  <c:v>1.3954013293686913E-2</c:v>
                </c:pt>
                <c:pt idx="1671">
                  <c:v>1.3959294244751929E-2</c:v>
                </c:pt>
                <c:pt idx="1672">
                  <c:v>1.2423827887843828E-2</c:v>
                </c:pt>
                <c:pt idx="1673">
                  <c:v>1.3211534111449343E-2</c:v>
                </c:pt>
                <c:pt idx="1674">
                  <c:v>1.5005474129614418E-2</c:v>
                </c:pt>
                <c:pt idx="1675">
                  <c:v>1.3930438971999821E-2</c:v>
                </c:pt>
                <c:pt idx="1676">
                  <c:v>1.3928445915373622E-2</c:v>
                </c:pt>
                <c:pt idx="1677">
                  <c:v>1.3287689499983149E-2</c:v>
                </c:pt>
                <c:pt idx="1678">
                  <c:v>1.1314083688362762E-2</c:v>
                </c:pt>
                <c:pt idx="1679">
                  <c:v>1.1404604565350277E-2</c:v>
                </c:pt>
                <c:pt idx="1680">
                  <c:v>1.2423241522281794E-2</c:v>
                </c:pt>
                <c:pt idx="1681">
                  <c:v>1.2632990580313915E-2</c:v>
                </c:pt>
                <c:pt idx="1682">
                  <c:v>1.2507571290684607E-2</c:v>
                </c:pt>
                <c:pt idx="1683">
                  <c:v>1.1690737401649637E-2</c:v>
                </c:pt>
                <c:pt idx="1684">
                  <c:v>1.2030997214328718E-2</c:v>
                </c:pt>
                <c:pt idx="1685">
                  <c:v>1.2033728433036151E-2</c:v>
                </c:pt>
                <c:pt idx="1686">
                  <c:v>1.1861046166054164E-2</c:v>
                </c:pt>
                <c:pt idx="1687">
                  <c:v>1.1871544939227246E-2</c:v>
                </c:pt>
                <c:pt idx="1688">
                  <c:v>1.1865094758346895E-2</c:v>
                </c:pt>
                <c:pt idx="1689">
                  <c:v>1.1924273316772337E-2</c:v>
                </c:pt>
                <c:pt idx="1690">
                  <c:v>1.1926061959083046E-2</c:v>
                </c:pt>
                <c:pt idx="1691">
                  <c:v>1.1992877108833408E-2</c:v>
                </c:pt>
                <c:pt idx="1692">
                  <c:v>1.1918715381127355E-2</c:v>
                </c:pt>
                <c:pt idx="1693">
                  <c:v>9.6035608566408543E-3</c:v>
                </c:pt>
                <c:pt idx="1694">
                  <c:v>9.6226416309603737E-3</c:v>
                </c:pt>
                <c:pt idx="1695">
                  <c:v>1.0059186408564923E-2</c:v>
                </c:pt>
                <c:pt idx="1696">
                  <c:v>8.7734664711993891E-3</c:v>
                </c:pt>
                <c:pt idx="1697">
                  <c:v>8.7740534871199594E-3</c:v>
                </c:pt>
                <c:pt idx="1698">
                  <c:v>8.8598239649451387E-3</c:v>
                </c:pt>
                <c:pt idx="1699">
                  <c:v>8.6840100160010675E-3</c:v>
                </c:pt>
                <c:pt idx="1700">
                  <c:v>7.8859927432184188E-3</c:v>
                </c:pt>
                <c:pt idx="1701">
                  <c:v>7.7757644795064485E-3</c:v>
                </c:pt>
                <c:pt idx="1702">
                  <c:v>7.7503141055814077E-3</c:v>
                </c:pt>
                <c:pt idx="1703">
                  <c:v>7.7214668258502447E-3</c:v>
                </c:pt>
                <c:pt idx="1704">
                  <c:v>7.9440425489286579E-3</c:v>
                </c:pt>
                <c:pt idx="1705">
                  <c:v>7.8689331017471453E-3</c:v>
                </c:pt>
                <c:pt idx="1706">
                  <c:v>8.7371561359063446E-3</c:v>
                </c:pt>
                <c:pt idx="1707">
                  <c:v>9.1597868088372086E-3</c:v>
                </c:pt>
                <c:pt idx="1708">
                  <c:v>9.4139728070317171E-3</c:v>
                </c:pt>
                <c:pt idx="1709">
                  <c:v>9.3111426751548727E-3</c:v>
                </c:pt>
                <c:pt idx="1710">
                  <c:v>9.3741795518502407E-3</c:v>
                </c:pt>
                <c:pt idx="1711">
                  <c:v>9.6752524700988943E-3</c:v>
                </c:pt>
                <c:pt idx="1712">
                  <c:v>9.6902012593600116E-3</c:v>
                </c:pt>
                <c:pt idx="1713">
                  <c:v>9.5959186508897051E-3</c:v>
                </c:pt>
                <c:pt idx="1714">
                  <c:v>8.7476501827494831E-3</c:v>
                </c:pt>
                <c:pt idx="1715">
                  <c:v>8.3607383859131638E-3</c:v>
                </c:pt>
                <c:pt idx="1716">
                  <c:v>8.0187787252661135E-3</c:v>
                </c:pt>
                <c:pt idx="1717">
                  <c:v>8.0700746332863123E-3</c:v>
                </c:pt>
                <c:pt idx="1718">
                  <c:v>1.127335469844824E-2</c:v>
                </c:pt>
                <c:pt idx="1719">
                  <c:v>1.1149563720208335E-2</c:v>
                </c:pt>
                <c:pt idx="1720">
                  <c:v>1.1142606128236678E-2</c:v>
                </c:pt>
                <c:pt idx="1721">
                  <c:v>1.1267374522772771E-2</c:v>
                </c:pt>
                <c:pt idx="1722">
                  <c:v>1.1140362659868128E-2</c:v>
                </c:pt>
                <c:pt idx="1723">
                  <c:v>1.1723052746238796E-2</c:v>
                </c:pt>
                <c:pt idx="1724">
                  <c:v>1.3340488114765155E-2</c:v>
                </c:pt>
                <c:pt idx="1725">
                  <c:v>1.3036743320931462E-2</c:v>
                </c:pt>
                <c:pt idx="1726">
                  <c:v>1.2575530300686918E-2</c:v>
                </c:pt>
                <c:pt idx="1727">
                  <c:v>1.2289754479564064E-2</c:v>
                </c:pt>
                <c:pt idx="1728">
                  <c:v>1.2218036198901173E-2</c:v>
                </c:pt>
                <c:pt idx="1729">
                  <c:v>1.2576162882984684E-2</c:v>
                </c:pt>
                <c:pt idx="1730">
                  <c:v>1.2347861570445028E-2</c:v>
                </c:pt>
                <c:pt idx="1731">
                  <c:v>1.2326994237626336E-2</c:v>
                </c:pt>
                <c:pt idx="1732">
                  <c:v>1.2737127386081657E-2</c:v>
                </c:pt>
                <c:pt idx="1733">
                  <c:v>1.3042168999193755E-2</c:v>
                </c:pt>
                <c:pt idx="1734">
                  <c:v>1.3109825815471906E-2</c:v>
                </c:pt>
                <c:pt idx="1735">
                  <c:v>1.4010086159739645E-2</c:v>
                </c:pt>
                <c:pt idx="1736">
                  <c:v>1.3898721761943221E-2</c:v>
                </c:pt>
                <c:pt idx="1737">
                  <c:v>1.2137824494800506E-2</c:v>
                </c:pt>
                <c:pt idx="1738">
                  <c:v>1.2302532212400505E-2</c:v>
                </c:pt>
                <c:pt idx="1739">
                  <c:v>1.2776438253086936E-2</c:v>
                </c:pt>
                <c:pt idx="1740">
                  <c:v>1.3464350883386997E-2</c:v>
                </c:pt>
                <c:pt idx="1741">
                  <c:v>1.4578282817070132E-2</c:v>
                </c:pt>
                <c:pt idx="1742">
                  <c:v>1.4228581518187964E-2</c:v>
                </c:pt>
                <c:pt idx="1743">
                  <c:v>1.2193986948070158E-2</c:v>
                </c:pt>
                <c:pt idx="1744">
                  <c:v>1.2161366130276538E-2</c:v>
                </c:pt>
                <c:pt idx="1745">
                  <c:v>1.3343879629173551E-2</c:v>
                </c:pt>
                <c:pt idx="1746">
                  <c:v>1.3398961376537783E-2</c:v>
                </c:pt>
                <c:pt idx="1747">
                  <c:v>1.5104730050134659E-2</c:v>
                </c:pt>
                <c:pt idx="1748">
                  <c:v>1.4674408618220234E-2</c:v>
                </c:pt>
                <c:pt idx="1749">
                  <c:v>1.4700604724205112E-2</c:v>
                </c:pt>
                <c:pt idx="1750">
                  <c:v>1.4556688318011194E-2</c:v>
                </c:pt>
                <c:pt idx="1751">
                  <c:v>1.3809254440103037E-2</c:v>
                </c:pt>
                <c:pt idx="1752">
                  <c:v>1.3775570502009633E-2</c:v>
                </c:pt>
                <c:pt idx="1753">
                  <c:v>1.4177667804460248E-2</c:v>
                </c:pt>
                <c:pt idx="1754">
                  <c:v>1.3643613719832345E-2</c:v>
                </c:pt>
                <c:pt idx="1755">
                  <c:v>1.3889580596074274E-2</c:v>
                </c:pt>
                <c:pt idx="1756">
                  <c:v>1.3548351060425267E-2</c:v>
                </c:pt>
                <c:pt idx="1757">
                  <c:v>1.3516307028643098E-2</c:v>
                </c:pt>
                <c:pt idx="1758">
                  <c:v>1.3266494164731529E-2</c:v>
                </c:pt>
                <c:pt idx="1759">
                  <c:v>1.2704954609717715E-2</c:v>
                </c:pt>
                <c:pt idx="1760">
                  <c:v>1.1094260631302049E-2</c:v>
                </c:pt>
                <c:pt idx="1761">
                  <c:v>1.1240685303872048E-2</c:v>
                </c:pt>
                <c:pt idx="1762">
                  <c:v>1.0892748321123632E-2</c:v>
                </c:pt>
                <c:pt idx="1763">
                  <c:v>1.0861167314320366E-2</c:v>
                </c:pt>
                <c:pt idx="1764">
                  <c:v>1.0127995591717679E-2</c:v>
                </c:pt>
                <c:pt idx="1765">
                  <c:v>9.3774080857171229E-3</c:v>
                </c:pt>
                <c:pt idx="1766">
                  <c:v>7.5857630131180246E-3</c:v>
                </c:pt>
                <c:pt idx="1767">
                  <c:v>7.620275753978268E-3</c:v>
                </c:pt>
                <c:pt idx="1768">
                  <c:v>7.6974673405501804E-3</c:v>
                </c:pt>
                <c:pt idx="1769">
                  <c:v>9.9901479881348461E-3</c:v>
                </c:pt>
                <c:pt idx="1770">
                  <c:v>1.0196923135709053E-2</c:v>
                </c:pt>
                <c:pt idx="1771">
                  <c:v>9.7390496310986036E-3</c:v>
                </c:pt>
                <c:pt idx="1772">
                  <c:v>1.0025152062275333E-2</c:v>
                </c:pt>
                <c:pt idx="1773">
                  <c:v>1.0108424204417323E-2</c:v>
                </c:pt>
                <c:pt idx="1774">
                  <c:v>1.0252277468400883E-2</c:v>
                </c:pt>
                <c:pt idx="1775">
                  <c:v>1.0243953265981074E-2</c:v>
                </c:pt>
                <c:pt idx="1776">
                  <c:v>9.9886999566131153E-3</c:v>
                </c:pt>
                <c:pt idx="1777">
                  <c:v>1.0188808167130874E-2</c:v>
                </c:pt>
                <c:pt idx="1778">
                  <c:v>1.0110122694111462E-2</c:v>
                </c:pt>
                <c:pt idx="1779">
                  <c:v>1.0005458600387238E-2</c:v>
                </c:pt>
                <c:pt idx="1780">
                  <c:v>9.9074020790136021E-3</c:v>
                </c:pt>
                <c:pt idx="1781">
                  <c:v>9.5604071630021239E-3</c:v>
                </c:pt>
                <c:pt idx="1782">
                  <c:v>9.6111891769589224E-3</c:v>
                </c:pt>
                <c:pt idx="1783">
                  <c:v>9.7651866807396959E-3</c:v>
                </c:pt>
                <c:pt idx="1784">
                  <c:v>9.8427359456435253E-3</c:v>
                </c:pt>
                <c:pt idx="1785">
                  <c:v>1.0205965409072129E-2</c:v>
                </c:pt>
                <c:pt idx="1786">
                  <c:v>1.0315334626958172E-2</c:v>
                </c:pt>
                <c:pt idx="1787">
                  <c:v>1.0033811527529456E-2</c:v>
                </c:pt>
                <c:pt idx="1788">
                  <c:v>6.9416134001100485E-3</c:v>
                </c:pt>
                <c:pt idx="1789">
                  <c:v>6.7841475145039879E-3</c:v>
                </c:pt>
                <c:pt idx="1790">
                  <c:v>6.8560873598975322E-3</c:v>
                </c:pt>
                <c:pt idx="1791">
                  <c:v>6.7523092990233614E-3</c:v>
                </c:pt>
                <c:pt idx="1792">
                  <c:v>7.3676105356756325E-3</c:v>
                </c:pt>
                <c:pt idx="1793">
                  <c:v>7.5926780786294704E-3</c:v>
                </c:pt>
                <c:pt idx="1794">
                  <c:v>7.915186742848539E-3</c:v>
                </c:pt>
                <c:pt idx="1795">
                  <c:v>7.9572509643405301E-3</c:v>
                </c:pt>
                <c:pt idx="1796">
                  <c:v>7.6786812684804147E-3</c:v>
                </c:pt>
                <c:pt idx="1797">
                  <c:v>7.6495520845360114E-3</c:v>
                </c:pt>
                <c:pt idx="1798">
                  <c:v>8.6225617234248868E-3</c:v>
                </c:pt>
                <c:pt idx="1799">
                  <c:v>9.1452710088919774E-3</c:v>
                </c:pt>
                <c:pt idx="1800">
                  <c:v>8.993291364511628E-3</c:v>
                </c:pt>
                <c:pt idx="1801">
                  <c:v>8.6142432267809436E-3</c:v>
                </c:pt>
                <c:pt idx="1802">
                  <c:v>8.7063431638939991E-3</c:v>
                </c:pt>
                <c:pt idx="1803">
                  <c:v>8.7058997741749321E-3</c:v>
                </c:pt>
                <c:pt idx="1804">
                  <c:v>8.5806372991756811E-3</c:v>
                </c:pt>
                <c:pt idx="1805">
                  <c:v>8.5161012247995903E-3</c:v>
                </c:pt>
                <c:pt idx="1806">
                  <c:v>8.6920594852151669E-3</c:v>
                </c:pt>
                <c:pt idx="1807">
                  <c:v>8.6650271610344779E-3</c:v>
                </c:pt>
                <c:pt idx="1808">
                  <c:v>8.7025054969890187E-3</c:v>
                </c:pt>
                <c:pt idx="1809">
                  <c:v>9.5912680296585673E-3</c:v>
                </c:pt>
                <c:pt idx="1810">
                  <c:v>9.5971789955465198E-3</c:v>
                </c:pt>
                <c:pt idx="1811">
                  <c:v>9.3511922556998184E-3</c:v>
                </c:pt>
                <c:pt idx="1812">
                  <c:v>8.9757086806464773E-3</c:v>
                </c:pt>
                <c:pt idx="1813">
                  <c:v>8.8852205809885638E-3</c:v>
                </c:pt>
                <c:pt idx="1814">
                  <c:v>8.8799789646291458E-3</c:v>
                </c:pt>
                <c:pt idx="1815">
                  <c:v>8.6485223374409108E-3</c:v>
                </c:pt>
                <c:pt idx="1816">
                  <c:v>8.7819828200800306E-3</c:v>
                </c:pt>
                <c:pt idx="1817">
                  <c:v>7.19242302612176E-3</c:v>
                </c:pt>
                <c:pt idx="1818">
                  <c:v>6.7905129281325928E-3</c:v>
                </c:pt>
                <c:pt idx="1819">
                  <c:v>6.7739877473386957E-3</c:v>
                </c:pt>
                <c:pt idx="1820">
                  <c:v>7.4561364099217575E-3</c:v>
                </c:pt>
                <c:pt idx="1821">
                  <c:v>8.1678293803659676E-3</c:v>
                </c:pt>
                <c:pt idx="1822">
                  <c:v>8.1245709923446832E-3</c:v>
                </c:pt>
                <c:pt idx="1823">
                  <c:v>8.0106281646459467E-3</c:v>
                </c:pt>
                <c:pt idx="1824">
                  <c:v>7.9857158463240881E-3</c:v>
                </c:pt>
                <c:pt idx="1825">
                  <c:v>7.5580861651102522E-3</c:v>
                </c:pt>
                <c:pt idx="1826">
                  <c:v>7.9747099828232446E-3</c:v>
                </c:pt>
                <c:pt idx="1827">
                  <c:v>8.0283315510596472E-3</c:v>
                </c:pt>
                <c:pt idx="1828">
                  <c:v>6.9650960198499017E-3</c:v>
                </c:pt>
                <c:pt idx="1829">
                  <c:v>7.0990665780153381E-3</c:v>
                </c:pt>
                <c:pt idx="1830">
                  <c:v>6.9969578478936891E-3</c:v>
                </c:pt>
                <c:pt idx="1831">
                  <c:v>6.9900557699230812E-3</c:v>
                </c:pt>
                <c:pt idx="1832">
                  <c:v>6.7032878114561224E-3</c:v>
                </c:pt>
                <c:pt idx="1833">
                  <c:v>7.0686276037891316E-3</c:v>
                </c:pt>
                <c:pt idx="1834">
                  <c:v>7.0095978516325165E-3</c:v>
                </c:pt>
                <c:pt idx="1835">
                  <c:v>6.7976891537198398E-3</c:v>
                </c:pt>
                <c:pt idx="1836">
                  <c:v>6.9285798861298334E-3</c:v>
                </c:pt>
                <c:pt idx="1837">
                  <c:v>6.9516186645239997E-3</c:v>
                </c:pt>
                <c:pt idx="1838">
                  <c:v>6.9362674712615873E-3</c:v>
                </c:pt>
                <c:pt idx="1839">
                  <c:v>7.2915323488581766E-3</c:v>
                </c:pt>
                <c:pt idx="1840">
                  <c:v>6.5387237698799425E-3</c:v>
                </c:pt>
                <c:pt idx="1841">
                  <c:v>6.5225183443029583E-3</c:v>
                </c:pt>
                <c:pt idx="1842">
                  <c:v>6.6172074236364106E-3</c:v>
                </c:pt>
                <c:pt idx="1843">
                  <c:v>6.5947148517714171E-3</c:v>
                </c:pt>
                <c:pt idx="1844">
                  <c:v>6.6584797765873007E-3</c:v>
                </c:pt>
                <c:pt idx="1845">
                  <c:v>7.7472672423699257E-3</c:v>
                </c:pt>
                <c:pt idx="1846">
                  <c:v>8.1657513305459801E-3</c:v>
                </c:pt>
                <c:pt idx="1847">
                  <c:v>8.0684915190614021E-3</c:v>
                </c:pt>
                <c:pt idx="1848">
                  <c:v>7.9939589194726324E-3</c:v>
                </c:pt>
                <c:pt idx="1849">
                  <c:v>8.3494102273118948E-3</c:v>
                </c:pt>
                <c:pt idx="1850">
                  <c:v>8.8378955347398584E-3</c:v>
                </c:pt>
                <c:pt idx="1851">
                  <c:v>9.0901645873894561E-3</c:v>
                </c:pt>
                <c:pt idx="1852">
                  <c:v>8.7418837399539304E-3</c:v>
                </c:pt>
                <c:pt idx="1853">
                  <c:v>8.6379534284338737E-3</c:v>
                </c:pt>
                <c:pt idx="1854">
                  <c:v>8.5823683791779997E-3</c:v>
                </c:pt>
                <c:pt idx="1855">
                  <c:v>8.7044486594016913E-3</c:v>
                </c:pt>
                <c:pt idx="1856">
                  <c:v>8.7407997457360238E-3</c:v>
                </c:pt>
                <c:pt idx="1857">
                  <c:v>8.7802092910332016E-3</c:v>
                </c:pt>
                <c:pt idx="1858">
                  <c:v>8.238547941478323E-3</c:v>
                </c:pt>
                <c:pt idx="1859">
                  <c:v>8.2540864710483556E-3</c:v>
                </c:pt>
                <c:pt idx="1860">
                  <c:v>8.40491478888593E-3</c:v>
                </c:pt>
                <c:pt idx="1861">
                  <c:v>9.363243602096295E-3</c:v>
                </c:pt>
                <c:pt idx="1862">
                  <c:v>9.676619656267425E-3</c:v>
                </c:pt>
                <c:pt idx="1863">
                  <c:v>9.7739904155320547E-3</c:v>
                </c:pt>
                <c:pt idx="1864">
                  <c:v>8.7811099089391536E-3</c:v>
                </c:pt>
                <c:pt idx="1865">
                  <c:v>8.3354533747322084E-3</c:v>
                </c:pt>
                <c:pt idx="1866">
                  <c:v>8.3331632566623938E-3</c:v>
                </c:pt>
                <c:pt idx="1867">
                  <c:v>8.5380055003841989E-3</c:v>
                </c:pt>
                <c:pt idx="1868">
                  <c:v>8.1250575580408563E-3</c:v>
                </c:pt>
                <c:pt idx="1869">
                  <c:v>7.3688798541644909E-3</c:v>
                </c:pt>
                <c:pt idx="1870">
                  <c:v>6.6574887014550655E-3</c:v>
                </c:pt>
                <c:pt idx="1871">
                  <c:v>6.5233968757457423E-3</c:v>
                </c:pt>
                <c:pt idx="1872">
                  <c:v>6.4466592642700871E-3</c:v>
                </c:pt>
                <c:pt idx="1873">
                  <c:v>6.4469642516804303E-3</c:v>
                </c:pt>
                <c:pt idx="1874">
                  <c:v>6.5823079633229274E-3</c:v>
                </c:pt>
                <c:pt idx="1875">
                  <c:v>6.6334125838598459E-3</c:v>
                </c:pt>
                <c:pt idx="1876">
                  <c:v>6.6328564678323531E-3</c:v>
                </c:pt>
                <c:pt idx="1877">
                  <c:v>5.9642191093066347E-3</c:v>
                </c:pt>
                <c:pt idx="1878">
                  <c:v>6.7986331304662273E-3</c:v>
                </c:pt>
                <c:pt idx="1879">
                  <c:v>6.9642100182686151E-3</c:v>
                </c:pt>
                <c:pt idx="1880">
                  <c:v>6.0965994613763012E-3</c:v>
                </c:pt>
                <c:pt idx="1881">
                  <c:v>5.7918885152100094E-3</c:v>
                </c:pt>
                <c:pt idx="1882">
                  <c:v>5.6948338085329375E-3</c:v>
                </c:pt>
                <c:pt idx="1883">
                  <c:v>5.690590323191246E-3</c:v>
                </c:pt>
                <c:pt idx="1884">
                  <c:v>5.897019555287604E-3</c:v>
                </c:pt>
                <c:pt idx="1885">
                  <c:v>6.1810327399633861E-3</c:v>
                </c:pt>
                <c:pt idx="1886">
                  <c:v>5.6778023947060378E-3</c:v>
                </c:pt>
                <c:pt idx="1887">
                  <c:v>5.5924000666319161E-3</c:v>
                </c:pt>
                <c:pt idx="1888">
                  <c:v>5.6350332680133244E-3</c:v>
                </c:pt>
                <c:pt idx="1889">
                  <c:v>5.6227476532943847E-3</c:v>
                </c:pt>
                <c:pt idx="1890">
                  <c:v>5.4823215044968246E-3</c:v>
                </c:pt>
                <c:pt idx="1891">
                  <c:v>5.4597871526472688E-3</c:v>
                </c:pt>
                <c:pt idx="1892">
                  <c:v>5.8355415207400436E-3</c:v>
                </c:pt>
                <c:pt idx="1893">
                  <c:v>5.636837396596467E-3</c:v>
                </c:pt>
                <c:pt idx="1894">
                  <c:v>5.4820783179211317E-3</c:v>
                </c:pt>
                <c:pt idx="1895">
                  <c:v>5.549754264829742E-3</c:v>
                </c:pt>
                <c:pt idx="1896">
                  <c:v>5.3719085371609215E-3</c:v>
                </c:pt>
                <c:pt idx="1897">
                  <c:v>4.802501919771671E-3</c:v>
                </c:pt>
                <c:pt idx="1898">
                  <c:v>4.2130855094151551E-3</c:v>
                </c:pt>
                <c:pt idx="1899">
                  <c:v>4.2135404975971432E-3</c:v>
                </c:pt>
                <c:pt idx="1900">
                  <c:v>4.5446263156955638E-3</c:v>
                </c:pt>
                <c:pt idx="1901">
                  <c:v>4.7677151032906274E-3</c:v>
                </c:pt>
                <c:pt idx="1902">
                  <c:v>4.8348593024501712E-3</c:v>
                </c:pt>
                <c:pt idx="1903">
                  <c:v>5.1214585501831583E-3</c:v>
                </c:pt>
                <c:pt idx="1904">
                  <c:v>4.7478428688936848E-3</c:v>
                </c:pt>
                <c:pt idx="1905">
                  <c:v>4.6339477370885666E-3</c:v>
                </c:pt>
                <c:pt idx="1906">
                  <c:v>5.1143446135378835E-3</c:v>
                </c:pt>
                <c:pt idx="1907">
                  <c:v>5.2538835547783005E-3</c:v>
                </c:pt>
                <c:pt idx="1908">
                  <c:v>5.2640420987838995E-3</c:v>
                </c:pt>
                <c:pt idx="1909">
                  <c:v>5.1617073508133E-3</c:v>
                </c:pt>
                <c:pt idx="1910">
                  <c:v>5.2609198480110505E-3</c:v>
                </c:pt>
                <c:pt idx="1911">
                  <c:v>5.250082402719616E-3</c:v>
                </c:pt>
                <c:pt idx="1912">
                  <c:v>5.1521473264358204E-3</c:v>
                </c:pt>
                <c:pt idx="1913">
                  <c:v>5.3390998429346829E-3</c:v>
                </c:pt>
                <c:pt idx="1914">
                  <c:v>7.8005988954067112E-3</c:v>
                </c:pt>
                <c:pt idx="1915">
                  <c:v>7.7779225246743704E-3</c:v>
                </c:pt>
                <c:pt idx="1916">
                  <c:v>7.8461840899953696E-3</c:v>
                </c:pt>
                <c:pt idx="1917">
                  <c:v>7.8282417280714171E-3</c:v>
                </c:pt>
                <c:pt idx="1918">
                  <c:v>8.4200512783455701E-3</c:v>
                </c:pt>
                <c:pt idx="1919">
                  <c:v>8.2897399224104145E-3</c:v>
                </c:pt>
                <c:pt idx="1920">
                  <c:v>8.2081031808322099E-3</c:v>
                </c:pt>
                <c:pt idx="1921">
                  <c:v>8.1408269343440209E-3</c:v>
                </c:pt>
                <c:pt idx="1922">
                  <c:v>7.9115885891161489E-3</c:v>
                </c:pt>
                <c:pt idx="1923">
                  <c:v>8.0236479568166208E-3</c:v>
                </c:pt>
                <c:pt idx="1924">
                  <c:v>8.0076717955489124E-3</c:v>
                </c:pt>
                <c:pt idx="1925">
                  <c:v>7.7479928350634693E-3</c:v>
                </c:pt>
                <c:pt idx="1926">
                  <c:v>7.6036872669153523E-3</c:v>
                </c:pt>
                <c:pt idx="1927">
                  <c:v>7.6715764549258724E-3</c:v>
                </c:pt>
                <c:pt idx="1928">
                  <c:v>8.3798883320712579E-3</c:v>
                </c:pt>
                <c:pt idx="1929">
                  <c:v>8.3832113313428783E-3</c:v>
                </c:pt>
                <c:pt idx="1930">
                  <c:v>8.0496317299585587E-3</c:v>
                </c:pt>
                <c:pt idx="1931">
                  <c:v>8.0483044818280176E-3</c:v>
                </c:pt>
                <c:pt idx="1932">
                  <c:v>8.2454427760578902E-3</c:v>
                </c:pt>
                <c:pt idx="1933">
                  <c:v>5.8228238940646422E-3</c:v>
                </c:pt>
                <c:pt idx="1934">
                  <c:v>5.8937368899848819E-3</c:v>
                </c:pt>
                <c:pt idx="1935">
                  <c:v>5.8821280598627531E-3</c:v>
                </c:pt>
                <c:pt idx="1936">
                  <c:v>6.7341773585689463E-3</c:v>
                </c:pt>
                <c:pt idx="1937">
                  <c:v>6.6018995265074657E-3</c:v>
                </c:pt>
                <c:pt idx="1938">
                  <c:v>6.7303273097223861E-3</c:v>
                </c:pt>
                <c:pt idx="1939">
                  <c:v>6.5829963010601185E-3</c:v>
                </c:pt>
                <c:pt idx="1940">
                  <c:v>6.5835790156904906E-3</c:v>
                </c:pt>
                <c:pt idx="1941">
                  <c:v>6.5688453604851203E-3</c:v>
                </c:pt>
                <c:pt idx="1942">
                  <c:v>6.3754709409804067E-3</c:v>
                </c:pt>
                <c:pt idx="1943">
                  <c:v>6.1904023302429409E-3</c:v>
                </c:pt>
                <c:pt idx="1944">
                  <c:v>6.2582465767619883E-3</c:v>
                </c:pt>
                <c:pt idx="1945">
                  <c:v>6.1267908267520722E-3</c:v>
                </c:pt>
                <c:pt idx="1946">
                  <c:v>5.8190393389241611E-3</c:v>
                </c:pt>
                <c:pt idx="1947">
                  <c:v>5.4031066478024475E-3</c:v>
                </c:pt>
                <c:pt idx="1948">
                  <c:v>5.5572049088960891E-3</c:v>
                </c:pt>
                <c:pt idx="1949">
                  <c:v>5.5480770417372129E-3</c:v>
                </c:pt>
                <c:pt idx="1950">
                  <c:v>5.6311446566266405E-3</c:v>
                </c:pt>
                <c:pt idx="1951">
                  <c:v>5.6166404522311952E-3</c:v>
                </c:pt>
                <c:pt idx="1952">
                  <c:v>5.6179326031569818E-3</c:v>
                </c:pt>
                <c:pt idx="1953">
                  <c:v>5.3913105341012214E-3</c:v>
                </c:pt>
                <c:pt idx="1954">
                  <c:v>5.4177554414670615E-3</c:v>
                </c:pt>
                <c:pt idx="1955">
                  <c:v>5.1678386621958989E-3</c:v>
                </c:pt>
                <c:pt idx="1956">
                  <c:v>4.7709297785347299E-3</c:v>
                </c:pt>
                <c:pt idx="1957">
                  <c:v>4.5845770718040673E-3</c:v>
                </c:pt>
                <c:pt idx="1958">
                  <c:v>4.4411825953372449E-3</c:v>
                </c:pt>
                <c:pt idx="1959">
                  <c:v>4.5579969454249301E-3</c:v>
                </c:pt>
                <c:pt idx="1960">
                  <c:v>4.6516145000939134E-3</c:v>
                </c:pt>
                <c:pt idx="1961">
                  <c:v>5.2275942424776555E-3</c:v>
                </c:pt>
                <c:pt idx="1962">
                  <c:v>5.0370610512765583E-3</c:v>
                </c:pt>
                <c:pt idx="1963">
                  <c:v>4.5930031572176348E-3</c:v>
                </c:pt>
                <c:pt idx="1964">
                  <c:v>4.4711463864922866E-3</c:v>
                </c:pt>
                <c:pt idx="1965">
                  <c:v>4.4603396900032392E-3</c:v>
                </c:pt>
                <c:pt idx="1966">
                  <c:v>6.2307835596562781E-3</c:v>
                </c:pt>
                <c:pt idx="1967">
                  <c:v>6.4453982195064544E-3</c:v>
                </c:pt>
                <c:pt idx="1968">
                  <c:v>6.4530398071907082E-3</c:v>
                </c:pt>
                <c:pt idx="1969">
                  <c:v>6.1888336148405998E-3</c:v>
                </c:pt>
                <c:pt idx="1970">
                  <c:v>6.209848593027003E-3</c:v>
                </c:pt>
                <c:pt idx="1971">
                  <c:v>6.2279285613911113E-3</c:v>
                </c:pt>
                <c:pt idx="1972">
                  <c:v>7.1529526212883122E-3</c:v>
                </c:pt>
                <c:pt idx="1973">
                  <c:v>7.2159050115611131E-3</c:v>
                </c:pt>
                <c:pt idx="1974">
                  <c:v>6.9873284938859479E-3</c:v>
                </c:pt>
                <c:pt idx="1975">
                  <c:v>7.0930021601223791E-3</c:v>
                </c:pt>
                <c:pt idx="1976">
                  <c:v>7.4015909182860821E-3</c:v>
                </c:pt>
                <c:pt idx="1977">
                  <c:v>7.5395304694524179E-3</c:v>
                </c:pt>
                <c:pt idx="1978">
                  <c:v>7.4672084301781643E-3</c:v>
                </c:pt>
                <c:pt idx="1979">
                  <c:v>7.408285901850763E-3</c:v>
                </c:pt>
                <c:pt idx="1980">
                  <c:v>6.7613432212594434E-3</c:v>
                </c:pt>
                <c:pt idx="1981">
                  <c:v>6.8586719315133033E-3</c:v>
                </c:pt>
                <c:pt idx="1982">
                  <c:v>6.9095159520687326E-3</c:v>
                </c:pt>
                <c:pt idx="1983">
                  <c:v>6.8863890890531083E-3</c:v>
                </c:pt>
                <c:pt idx="1984">
                  <c:v>6.7924654949012104E-3</c:v>
                </c:pt>
                <c:pt idx="1985">
                  <c:v>6.3694888625485105E-3</c:v>
                </c:pt>
                <c:pt idx="1986">
                  <c:v>7.9763954285263072E-3</c:v>
                </c:pt>
                <c:pt idx="1987">
                  <c:v>8.4690438330021975E-3</c:v>
                </c:pt>
                <c:pt idx="1988">
                  <c:v>8.6029577523220099E-3</c:v>
                </c:pt>
                <c:pt idx="1989">
                  <c:v>8.6109041645479559E-3</c:v>
                </c:pt>
                <c:pt idx="1990">
                  <c:v>8.574993362889886E-3</c:v>
                </c:pt>
                <c:pt idx="1991">
                  <c:v>8.2726617430696238E-3</c:v>
                </c:pt>
                <c:pt idx="1992">
                  <c:v>8.2384509159127532E-3</c:v>
                </c:pt>
                <c:pt idx="1993">
                  <c:v>8.4879476920993596E-3</c:v>
                </c:pt>
                <c:pt idx="1994">
                  <c:v>8.3381597851953752E-3</c:v>
                </c:pt>
                <c:pt idx="1995">
                  <c:v>8.0600858604338958E-3</c:v>
                </c:pt>
                <c:pt idx="1996">
                  <c:v>7.8862711760271237E-3</c:v>
                </c:pt>
                <c:pt idx="1997">
                  <c:v>7.8947515572094663E-3</c:v>
                </c:pt>
                <c:pt idx="1998">
                  <c:v>8.0038851186646203E-3</c:v>
                </c:pt>
                <c:pt idx="1999">
                  <c:v>8.0379402917000672E-3</c:v>
                </c:pt>
                <c:pt idx="2000">
                  <c:v>9.02738396718618E-3</c:v>
                </c:pt>
                <c:pt idx="2001">
                  <c:v>8.8812437746706007E-3</c:v>
                </c:pt>
                <c:pt idx="2002">
                  <c:v>8.8837519027430405E-3</c:v>
                </c:pt>
                <c:pt idx="2003">
                  <c:v>8.8910703063782588E-3</c:v>
                </c:pt>
                <c:pt idx="2004">
                  <c:v>8.2626261962081282E-3</c:v>
                </c:pt>
                <c:pt idx="2005">
                  <c:v>5.8515474698841293E-3</c:v>
                </c:pt>
                <c:pt idx="2006">
                  <c:v>5.5795167656700253E-3</c:v>
                </c:pt>
                <c:pt idx="2007">
                  <c:v>5.9364044169331271E-3</c:v>
                </c:pt>
                <c:pt idx="2008">
                  <c:v>5.7786551626879635E-3</c:v>
                </c:pt>
                <c:pt idx="2009">
                  <c:v>5.5216623008139763E-3</c:v>
                </c:pt>
                <c:pt idx="2010">
                  <c:v>6.7844739640362398E-3</c:v>
                </c:pt>
                <c:pt idx="2011">
                  <c:v>6.8253584209550444E-3</c:v>
                </c:pt>
                <c:pt idx="2012">
                  <c:v>6.6827540233251187E-3</c:v>
                </c:pt>
                <c:pt idx="2013">
                  <c:v>6.7298301387169286E-3</c:v>
                </c:pt>
                <c:pt idx="2014">
                  <c:v>6.7142137249337269E-3</c:v>
                </c:pt>
                <c:pt idx="2015">
                  <c:v>6.5650261006526493E-3</c:v>
                </c:pt>
                <c:pt idx="2016">
                  <c:v>6.8014066610882955E-3</c:v>
                </c:pt>
                <c:pt idx="2017">
                  <c:v>6.8299074786489855E-3</c:v>
                </c:pt>
                <c:pt idx="2018">
                  <c:v>6.8812079538396187E-3</c:v>
                </c:pt>
                <c:pt idx="2019">
                  <c:v>6.6288195117000497E-3</c:v>
                </c:pt>
                <c:pt idx="2020">
                  <c:v>6.5300247611906441E-3</c:v>
                </c:pt>
                <c:pt idx="2021">
                  <c:v>6.4059018193584095E-3</c:v>
                </c:pt>
                <c:pt idx="2022">
                  <c:v>7.6776504375333189E-3</c:v>
                </c:pt>
                <c:pt idx="2023">
                  <c:v>7.6606635858228016E-3</c:v>
                </c:pt>
                <c:pt idx="2024">
                  <c:v>8.3144303772072388E-3</c:v>
                </c:pt>
                <c:pt idx="2025">
                  <c:v>8.313127005970861E-3</c:v>
                </c:pt>
                <c:pt idx="2026">
                  <c:v>8.3112990036408978E-3</c:v>
                </c:pt>
                <c:pt idx="2027">
                  <c:v>8.3318610356851747E-3</c:v>
                </c:pt>
                <c:pt idx="2028">
                  <c:v>8.5192753070022689E-3</c:v>
                </c:pt>
                <c:pt idx="2029">
                  <c:v>7.7130214767117452E-3</c:v>
                </c:pt>
                <c:pt idx="2030">
                  <c:v>7.6916275212800273E-3</c:v>
                </c:pt>
                <c:pt idx="2031">
                  <c:v>7.6837350948610649E-3</c:v>
                </c:pt>
                <c:pt idx="2032">
                  <c:v>7.9690872237280913E-3</c:v>
                </c:pt>
                <c:pt idx="2033">
                  <c:v>7.963579652305838E-3</c:v>
                </c:pt>
                <c:pt idx="2034">
                  <c:v>7.9698303062897356E-3</c:v>
                </c:pt>
                <c:pt idx="2035">
                  <c:v>7.8500722727726426E-3</c:v>
                </c:pt>
                <c:pt idx="2036">
                  <c:v>8.0897658608746481E-3</c:v>
                </c:pt>
                <c:pt idx="2037">
                  <c:v>7.7725417934212983E-3</c:v>
                </c:pt>
                <c:pt idx="2038">
                  <c:v>9.0652964253806687E-3</c:v>
                </c:pt>
                <c:pt idx="2039">
                  <c:v>9.1484330578282293E-3</c:v>
                </c:pt>
                <c:pt idx="2040">
                  <c:v>9.2195742405576254E-3</c:v>
                </c:pt>
                <c:pt idx="2041">
                  <c:v>9.3418501281181312E-3</c:v>
                </c:pt>
                <c:pt idx="2042">
                  <c:v>9.5609065467927336E-3</c:v>
                </c:pt>
                <c:pt idx="2043">
                  <c:v>8.5342808720784719E-3</c:v>
                </c:pt>
                <c:pt idx="2044">
                  <c:v>9.4147340589892086E-3</c:v>
                </c:pt>
                <c:pt idx="2045">
                  <c:v>9.6592389597852917E-3</c:v>
                </c:pt>
                <c:pt idx="2046">
                  <c:v>9.9442541095908082E-3</c:v>
                </c:pt>
                <c:pt idx="2047">
                  <c:v>9.8898967029900729E-3</c:v>
                </c:pt>
                <c:pt idx="2048">
                  <c:v>9.9013998034283048E-3</c:v>
                </c:pt>
                <c:pt idx="2049">
                  <c:v>9.9308692299277853E-3</c:v>
                </c:pt>
                <c:pt idx="2050">
                  <c:v>1.0008826667348284E-2</c:v>
                </c:pt>
                <c:pt idx="2051">
                  <c:v>9.7960110083974167E-3</c:v>
                </c:pt>
                <c:pt idx="2052">
                  <c:v>1.0105517299677028E-2</c:v>
                </c:pt>
                <c:pt idx="2053">
                  <c:v>1.0100040562221194E-2</c:v>
                </c:pt>
                <c:pt idx="2054">
                  <c:v>1.0231360811404928E-2</c:v>
                </c:pt>
                <c:pt idx="2055">
                  <c:v>9.9877400540258187E-3</c:v>
                </c:pt>
                <c:pt idx="2056">
                  <c:v>9.9031349921803735E-3</c:v>
                </c:pt>
                <c:pt idx="2057">
                  <c:v>8.3500288430887939E-3</c:v>
                </c:pt>
                <c:pt idx="2058">
                  <c:v>8.2860902775117335E-3</c:v>
                </c:pt>
                <c:pt idx="2059">
                  <c:v>8.2582599540237372E-3</c:v>
                </c:pt>
                <c:pt idx="2060">
                  <c:v>7.226635154457514E-3</c:v>
                </c:pt>
                <c:pt idx="2061">
                  <c:v>7.2173876026582467E-3</c:v>
                </c:pt>
                <c:pt idx="2062">
                  <c:v>7.1585158616166355E-3</c:v>
                </c:pt>
                <c:pt idx="2063">
                  <c:v>6.119442292587856E-3</c:v>
                </c:pt>
                <c:pt idx="2064">
                  <c:v>5.692688281074749E-3</c:v>
                </c:pt>
                <c:pt idx="2065">
                  <c:v>5.3490902167378021E-3</c:v>
                </c:pt>
                <c:pt idx="2066">
                  <c:v>6.0909712095356576E-3</c:v>
                </c:pt>
                <c:pt idx="2067">
                  <c:v>5.7847662905512786E-3</c:v>
                </c:pt>
                <c:pt idx="2068">
                  <c:v>6.8583805630441381E-3</c:v>
                </c:pt>
                <c:pt idx="2069">
                  <c:v>6.738172951119027E-3</c:v>
                </c:pt>
                <c:pt idx="2070">
                  <c:v>6.7957094533458396E-3</c:v>
                </c:pt>
                <c:pt idx="2071">
                  <c:v>6.3383404196302451E-3</c:v>
                </c:pt>
                <c:pt idx="2072">
                  <c:v>6.3367393263002491E-3</c:v>
                </c:pt>
                <c:pt idx="2073">
                  <c:v>6.209524136401765E-3</c:v>
                </c:pt>
                <c:pt idx="2074">
                  <c:v>6.1710212727863678E-3</c:v>
                </c:pt>
                <c:pt idx="2075">
                  <c:v>7.4736243726304238E-3</c:v>
                </c:pt>
                <c:pt idx="2076">
                  <c:v>7.5860444843807023E-3</c:v>
                </c:pt>
                <c:pt idx="2077">
                  <c:v>7.6260448817772573E-3</c:v>
                </c:pt>
                <c:pt idx="2078">
                  <c:v>7.9022085509623582E-3</c:v>
                </c:pt>
                <c:pt idx="2079">
                  <c:v>7.8153065780167605E-3</c:v>
                </c:pt>
                <c:pt idx="2080">
                  <c:v>7.9672217543922379E-3</c:v>
                </c:pt>
                <c:pt idx="2081">
                  <c:v>7.7979642679113148E-3</c:v>
                </c:pt>
                <c:pt idx="2082">
                  <c:v>7.9390804943888834E-3</c:v>
                </c:pt>
                <c:pt idx="2083">
                  <c:v>8.1483047308884889E-3</c:v>
                </c:pt>
                <c:pt idx="2084">
                  <c:v>8.2287815722273221E-3</c:v>
                </c:pt>
                <c:pt idx="2085">
                  <c:v>7.724328852662588E-3</c:v>
                </c:pt>
                <c:pt idx="2086">
                  <c:v>7.7448136216768373E-3</c:v>
                </c:pt>
                <c:pt idx="2087">
                  <c:v>6.587415873770628E-3</c:v>
                </c:pt>
                <c:pt idx="2088">
                  <c:v>6.7094757651770696E-3</c:v>
                </c:pt>
                <c:pt idx="2089">
                  <c:v>6.8486586270607433E-3</c:v>
                </c:pt>
                <c:pt idx="2090">
                  <c:v>7.3619184294144687E-3</c:v>
                </c:pt>
                <c:pt idx="2091">
                  <c:v>8.3523025948030894E-3</c:v>
                </c:pt>
                <c:pt idx="2092">
                  <c:v>8.3925157786929657E-3</c:v>
                </c:pt>
                <c:pt idx="2093">
                  <c:v>8.5969839627179877E-3</c:v>
                </c:pt>
                <c:pt idx="2094">
                  <c:v>7.9906648257617348E-3</c:v>
                </c:pt>
                <c:pt idx="2095">
                  <c:v>7.8365735802474468E-3</c:v>
                </c:pt>
                <c:pt idx="2096">
                  <c:v>7.7107342802698276E-3</c:v>
                </c:pt>
                <c:pt idx="2097">
                  <c:v>7.3726754911428117E-3</c:v>
                </c:pt>
                <c:pt idx="2098">
                  <c:v>7.5684312782236494E-3</c:v>
                </c:pt>
                <c:pt idx="2099">
                  <c:v>7.628340290236805E-3</c:v>
                </c:pt>
                <c:pt idx="2100">
                  <c:v>7.5631775937251991E-3</c:v>
                </c:pt>
                <c:pt idx="2101">
                  <c:v>7.7122926610156311E-3</c:v>
                </c:pt>
                <c:pt idx="2102">
                  <c:v>7.5101875283500258E-3</c:v>
                </c:pt>
                <c:pt idx="2103">
                  <c:v>7.5264602579148002E-3</c:v>
                </c:pt>
                <c:pt idx="2104">
                  <c:v>7.5265426653938934E-3</c:v>
                </c:pt>
                <c:pt idx="2105">
                  <c:v>8.2623283089724962E-3</c:v>
                </c:pt>
                <c:pt idx="2106">
                  <c:v>8.2904819117702346E-3</c:v>
                </c:pt>
                <c:pt idx="2107">
                  <c:v>8.1598380799718876E-3</c:v>
                </c:pt>
                <c:pt idx="2108">
                  <c:v>8.0614473642913968E-3</c:v>
                </c:pt>
                <c:pt idx="2109">
                  <c:v>7.6184519055483473E-3</c:v>
                </c:pt>
                <c:pt idx="2110">
                  <c:v>6.7515290440807521E-3</c:v>
                </c:pt>
                <c:pt idx="2111">
                  <c:v>6.5035307857976565E-3</c:v>
                </c:pt>
                <c:pt idx="2112">
                  <c:v>6.4051555686245321E-3</c:v>
                </c:pt>
                <c:pt idx="2113">
                  <c:v>6.1080071832936549E-3</c:v>
                </c:pt>
                <c:pt idx="2114">
                  <c:v>7.1856919872491255E-3</c:v>
                </c:pt>
                <c:pt idx="2115">
                  <c:v>7.2065470303923056E-3</c:v>
                </c:pt>
                <c:pt idx="2116">
                  <c:v>7.141657992108209E-3</c:v>
                </c:pt>
                <c:pt idx="2117">
                  <c:v>7.39432482728224E-3</c:v>
                </c:pt>
                <c:pt idx="2118">
                  <c:v>7.5581571109976835E-3</c:v>
                </c:pt>
                <c:pt idx="2119">
                  <c:v>7.6053696613348669E-3</c:v>
                </c:pt>
                <c:pt idx="2120">
                  <c:v>1.098093515868721E-2</c:v>
                </c:pt>
                <c:pt idx="2121">
                  <c:v>1.8769996152916277E-2</c:v>
                </c:pt>
                <c:pt idx="2122">
                  <c:v>2.0454223241892652E-2</c:v>
                </c:pt>
                <c:pt idx="2123">
                  <c:v>2.0513368686654463E-2</c:v>
                </c:pt>
                <c:pt idx="2124">
                  <c:v>2.0559959507241828E-2</c:v>
                </c:pt>
                <c:pt idx="2125">
                  <c:v>2.0595603883719841E-2</c:v>
                </c:pt>
                <c:pt idx="2126">
                  <c:v>2.0605177100112584E-2</c:v>
                </c:pt>
                <c:pt idx="2127">
                  <c:v>2.0599090063134293E-2</c:v>
                </c:pt>
                <c:pt idx="2128">
                  <c:v>2.0583173330056673E-2</c:v>
                </c:pt>
                <c:pt idx="2129">
                  <c:v>2.0558254299108746E-2</c:v>
                </c:pt>
                <c:pt idx="2130">
                  <c:v>2.0585685561417641E-2</c:v>
                </c:pt>
                <c:pt idx="2131">
                  <c:v>2.0582886127085226E-2</c:v>
                </c:pt>
                <c:pt idx="2132">
                  <c:v>2.0620098274273822E-2</c:v>
                </c:pt>
                <c:pt idx="2133">
                  <c:v>2.0291834475741403E-2</c:v>
                </c:pt>
                <c:pt idx="2134">
                  <c:v>2.0355604324054099E-2</c:v>
                </c:pt>
                <c:pt idx="2135">
                  <c:v>2.0340163629313433E-2</c:v>
                </c:pt>
                <c:pt idx="2136">
                  <c:v>2.0161652974556184E-2</c:v>
                </c:pt>
                <c:pt idx="2137">
                  <c:v>1.9915114240777326E-2</c:v>
                </c:pt>
                <c:pt idx="2138">
                  <c:v>1.9922768820164496E-2</c:v>
                </c:pt>
                <c:pt idx="2139">
                  <c:v>1.8410160948849813E-2</c:v>
                </c:pt>
                <c:pt idx="2140">
                  <c:v>9.0362829196987023E-3</c:v>
                </c:pt>
                <c:pt idx="2141">
                  <c:v>5.6145938385555819E-3</c:v>
                </c:pt>
                <c:pt idx="2142">
                  <c:v>5.5241279450948177E-3</c:v>
                </c:pt>
                <c:pt idx="2143">
                  <c:v>3.9288915867148819E-3</c:v>
                </c:pt>
                <c:pt idx="2144">
                  <c:v>3.8393348735949579E-3</c:v>
                </c:pt>
                <c:pt idx="2145">
                  <c:v>4.1973165924350285E-3</c:v>
                </c:pt>
                <c:pt idx="2146">
                  <c:v>4.2145209381025004E-3</c:v>
                </c:pt>
                <c:pt idx="2147">
                  <c:v>4.3151138084830901E-3</c:v>
                </c:pt>
                <c:pt idx="2148">
                  <c:v>5.2176044214503363E-3</c:v>
                </c:pt>
                <c:pt idx="2149">
                  <c:v>5.1950170008476732E-3</c:v>
                </c:pt>
                <c:pt idx="2150">
                  <c:v>5.2487342129028652E-3</c:v>
                </c:pt>
                <c:pt idx="2151">
                  <c:v>5.2292831080511656E-3</c:v>
                </c:pt>
                <c:pt idx="2152">
                  <c:v>5.254026216492921E-3</c:v>
                </c:pt>
                <c:pt idx="2153">
                  <c:v>6.1675164522414037E-3</c:v>
                </c:pt>
                <c:pt idx="2154">
                  <c:v>6.1552984158306529E-3</c:v>
                </c:pt>
                <c:pt idx="2155">
                  <c:v>5.9842179537579034E-3</c:v>
                </c:pt>
                <c:pt idx="2156">
                  <c:v>5.966880007690383E-3</c:v>
                </c:pt>
                <c:pt idx="2157">
                  <c:v>5.883821841919424E-3</c:v>
                </c:pt>
                <c:pt idx="2158">
                  <c:v>6.5459085048849295E-3</c:v>
                </c:pt>
                <c:pt idx="2159">
                  <c:v>9.2854920258101156E-3</c:v>
                </c:pt>
                <c:pt idx="2160">
                  <c:v>9.2955943418894724E-3</c:v>
                </c:pt>
                <c:pt idx="2161">
                  <c:v>9.7310057951717349E-3</c:v>
                </c:pt>
                <c:pt idx="2162">
                  <c:v>9.8219449497659612E-3</c:v>
                </c:pt>
                <c:pt idx="2163">
                  <c:v>1.0188292473614307E-2</c:v>
                </c:pt>
                <c:pt idx="2164">
                  <c:v>9.8784184582615068E-3</c:v>
                </c:pt>
                <c:pt idx="2165">
                  <c:v>1.0005778946912033E-2</c:v>
                </c:pt>
                <c:pt idx="2166">
                  <c:v>1.0633820097263061E-2</c:v>
                </c:pt>
                <c:pt idx="2167">
                  <c:v>1.035167096482198E-2</c:v>
                </c:pt>
                <c:pt idx="2168">
                  <c:v>1.0464312595498968E-2</c:v>
                </c:pt>
                <c:pt idx="2169">
                  <c:v>1.0458774327793371E-2</c:v>
                </c:pt>
                <c:pt idx="2170">
                  <c:v>1.0421510549159701E-2</c:v>
                </c:pt>
                <c:pt idx="2171">
                  <c:v>1.0419143224184997E-2</c:v>
                </c:pt>
                <c:pt idx="2172">
                  <c:v>9.7937061126746588E-3</c:v>
                </c:pt>
                <c:pt idx="2173">
                  <c:v>9.7969003337021084E-3</c:v>
                </c:pt>
                <c:pt idx="2174">
                  <c:v>9.7976176582155357E-3</c:v>
                </c:pt>
                <c:pt idx="2175">
                  <c:v>9.825605142543414E-3</c:v>
                </c:pt>
                <c:pt idx="2176">
                  <c:v>9.839960719441071E-3</c:v>
                </c:pt>
                <c:pt idx="2177">
                  <c:v>9.3796418848724663E-3</c:v>
                </c:pt>
                <c:pt idx="2178">
                  <c:v>6.2464113284772032E-3</c:v>
                </c:pt>
                <c:pt idx="2179">
                  <c:v>6.2442090188901296E-3</c:v>
                </c:pt>
                <c:pt idx="2180">
                  <c:v>5.8785286884448194E-3</c:v>
                </c:pt>
                <c:pt idx="2181">
                  <c:v>6.2347545043230333E-3</c:v>
                </c:pt>
                <c:pt idx="2182">
                  <c:v>5.8184826247857629E-3</c:v>
                </c:pt>
                <c:pt idx="2183">
                  <c:v>5.8040735801159855E-3</c:v>
                </c:pt>
                <c:pt idx="2184">
                  <c:v>5.5458059496596799E-3</c:v>
                </c:pt>
                <c:pt idx="2185">
                  <c:v>5.8096145368191849E-3</c:v>
                </c:pt>
                <c:pt idx="2186">
                  <c:v>5.8232019750431687E-3</c:v>
                </c:pt>
                <c:pt idx="2187">
                  <c:v>5.7450654302479464E-3</c:v>
                </c:pt>
                <c:pt idx="2188">
                  <c:v>5.7766759724179433E-3</c:v>
                </c:pt>
                <c:pt idx="2189">
                  <c:v>6.688422568153711E-3</c:v>
                </c:pt>
                <c:pt idx="2190">
                  <c:v>6.72233812265274E-3</c:v>
                </c:pt>
                <c:pt idx="2191">
                  <c:v>6.6525800984781405E-3</c:v>
                </c:pt>
                <c:pt idx="2192">
                  <c:v>6.6216726448335298E-3</c:v>
                </c:pt>
                <c:pt idx="2193">
                  <c:v>6.6759805896550945E-3</c:v>
                </c:pt>
                <c:pt idx="2194">
                  <c:v>6.7001762800128423E-3</c:v>
                </c:pt>
                <c:pt idx="2195">
                  <c:v>7.9262121928867328E-3</c:v>
                </c:pt>
                <c:pt idx="2196">
                  <c:v>9.6447707003258238E-3</c:v>
                </c:pt>
                <c:pt idx="2197">
                  <c:v>9.8861653391836609E-3</c:v>
                </c:pt>
                <c:pt idx="2198">
                  <c:v>1.0050774223936475E-2</c:v>
                </c:pt>
                <c:pt idx="2199">
                  <c:v>1.0296370794182223E-2</c:v>
                </c:pt>
                <c:pt idx="2200">
                  <c:v>9.9656699807109238E-3</c:v>
                </c:pt>
                <c:pt idx="2201">
                  <c:v>9.9405899070376651E-3</c:v>
                </c:pt>
                <c:pt idx="2202">
                  <c:v>9.9164846290933448E-3</c:v>
                </c:pt>
                <c:pt idx="2203">
                  <c:v>9.969303241069101E-3</c:v>
                </c:pt>
                <c:pt idx="2204">
                  <c:v>9.0345507512958733E-3</c:v>
                </c:pt>
                <c:pt idx="2205">
                  <c:v>8.9955299668454808E-3</c:v>
                </c:pt>
                <c:pt idx="2206">
                  <c:v>9.1529754851749027E-3</c:v>
                </c:pt>
                <c:pt idx="2207">
                  <c:v>9.1422340293220682E-3</c:v>
                </c:pt>
                <c:pt idx="2208">
                  <c:v>8.0762627646523196E-3</c:v>
                </c:pt>
                <c:pt idx="2209">
                  <c:v>8.1458450586373351E-3</c:v>
                </c:pt>
                <c:pt idx="2210">
                  <c:v>8.143705440372977E-3</c:v>
                </c:pt>
                <c:pt idx="2211">
                  <c:v>7.9899236993273524E-3</c:v>
                </c:pt>
                <c:pt idx="2212">
                  <c:v>7.6977246784289063E-3</c:v>
                </c:pt>
                <c:pt idx="2213">
                  <c:v>8.0717618613790308E-3</c:v>
                </c:pt>
                <c:pt idx="2214">
                  <c:v>7.5217695183956148E-3</c:v>
                </c:pt>
                <c:pt idx="2215">
                  <c:v>6.083354931655586E-3</c:v>
                </c:pt>
                <c:pt idx="2216">
                  <c:v>6.3695726127147318E-3</c:v>
                </c:pt>
                <c:pt idx="2217">
                  <c:v>6.6444882414502492E-3</c:v>
                </c:pt>
                <c:pt idx="2218">
                  <c:v>6.7037782380466948E-3</c:v>
                </c:pt>
                <c:pt idx="2219">
                  <c:v>7.2254613885430925E-3</c:v>
                </c:pt>
                <c:pt idx="2220">
                  <c:v>7.2008432319249742E-3</c:v>
                </c:pt>
                <c:pt idx="2221">
                  <c:v>7.2098982778281305E-3</c:v>
                </c:pt>
                <c:pt idx="2222">
                  <c:v>7.1772395407003727E-3</c:v>
                </c:pt>
                <c:pt idx="2223">
                  <c:v>7.6771776511711468E-3</c:v>
                </c:pt>
                <c:pt idx="2224">
                  <c:v>7.6775316790929811E-3</c:v>
                </c:pt>
                <c:pt idx="2225">
                  <c:v>7.5982326491616488E-3</c:v>
                </c:pt>
                <c:pt idx="2226">
                  <c:v>9.6627918160560686E-3</c:v>
                </c:pt>
                <c:pt idx="2227">
                  <c:v>1.0509405357936706E-2</c:v>
                </c:pt>
                <c:pt idx="2228">
                  <c:v>1.015654170817477E-2</c:v>
                </c:pt>
                <c:pt idx="2229">
                  <c:v>1.0162251845152457E-2</c:v>
                </c:pt>
                <c:pt idx="2230">
                  <c:v>1.0681067925940604E-2</c:v>
                </c:pt>
                <c:pt idx="2231">
                  <c:v>1.0957173295751594E-2</c:v>
                </c:pt>
                <c:pt idx="2232">
                  <c:v>1.0990073679190714E-2</c:v>
                </c:pt>
                <c:pt idx="2233">
                  <c:v>1.0911079542772666E-2</c:v>
                </c:pt>
                <c:pt idx="2234">
                  <c:v>1.1077872585679747E-2</c:v>
                </c:pt>
                <c:pt idx="2235">
                  <c:v>1.0586596797167743E-2</c:v>
                </c:pt>
                <c:pt idx="2236">
                  <c:v>1.0461603084160836E-2</c:v>
                </c:pt>
                <c:pt idx="2237">
                  <c:v>1.0226934872545562E-2</c:v>
                </c:pt>
                <c:pt idx="2238">
                  <c:v>9.7346584476507066E-3</c:v>
                </c:pt>
                <c:pt idx="2239">
                  <c:v>9.7744389708087839E-3</c:v>
                </c:pt>
                <c:pt idx="2240">
                  <c:v>9.9718340731748331E-3</c:v>
                </c:pt>
                <c:pt idx="2241">
                  <c:v>9.6274559099269776E-3</c:v>
                </c:pt>
                <c:pt idx="2242">
                  <c:v>9.6185139877645442E-3</c:v>
                </c:pt>
                <c:pt idx="2243">
                  <c:v>9.7067612981983267E-3</c:v>
                </c:pt>
                <c:pt idx="2244">
                  <c:v>1.0064724209554905E-2</c:v>
                </c:pt>
                <c:pt idx="2245">
                  <c:v>9.1660180122078282E-3</c:v>
                </c:pt>
                <c:pt idx="2246">
                  <c:v>8.4761052939073094E-3</c:v>
                </c:pt>
                <c:pt idx="2247">
                  <c:v>8.4763621751361446E-3</c:v>
                </c:pt>
                <c:pt idx="2248">
                  <c:v>8.4739303551081262E-3</c:v>
                </c:pt>
                <c:pt idx="2249">
                  <c:v>7.8695650090503215E-3</c:v>
                </c:pt>
                <c:pt idx="2250">
                  <c:v>7.3147673683096551E-3</c:v>
                </c:pt>
                <c:pt idx="2251">
                  <c:v>6.9944845638584491E-3</c:v>
                </c:pt>
                <c:pt idx="2252">
                  <c:v>7.1186768934631403E-3</c:v>
                </c:pt>
                <c:pt idx="2253">
                  <c:v>7.2069623594226929E-3</c:v>
                </c:pt>
                <c:pt idx="2254">
                  <c:v>7.308315011826408E-3</c:v>
                </c:pt>
                <c:pt idx="2255">
                  <c:v>8.0662703886588399E-3</c:v>
                </c:pt>
                <c:pt idx="2256">
                  <c:v>8.2713666538763893E-3</c:v>
                </c:pt>
                <c:pt idx="2257">
                  <c:v>8.2184840177113583E-3</c:v>
                </c:pt>
                <c:pt idx="2258">
                  <c:v>8.2692489873276206E-3</c:v>
                </c:pt>
                <c:pt idx="2259">
                  <c:v>7.7347030153675144E-3</c:v>
                </c:pt>
                <c:pt idx="2260">
                  <c:v>8.7035463068168301E-3</c:v>
                </c:pt>
                <c:pt idx="2261">
                  <c:v>8.476136165890576E-3</c:v>
                </c:pt>
                <c:pt idx="2262">
                  <c:v>8.5548389158556382E-3</c:v>
                </c:pt>
                <c:pt idx="2263">
                  <c:v>8.447964788984446E-3</c:v>
                </c:pt>
                <c:pt idx="2264">
                  <c:v>7.889449364255589E-3</c:v>
                </c:pt>
                <c:pt idx="2265">
                  <c:v>7.821801995499417E-3</c:v>
                </c:pt>
                <c:pt idx="2266">
                  <c:v>8.2209743610872788E-3</c:v>
                </c:pt>
                <c:pt idx="2267">
                  <c:v>8.3681470031744445E-3</c:v>
                </c:pt>
                <c:pt idx="2268">
                  <c:v>8.393641606110171E-3</c:v>
                </c:pt>
                <c:pt idx="2269">
                  <c:v>8.312705133498707E-3</c:v>
                </c:pt>
                <c:pt idx="2270">
                  <c:v>8.6597123992800326E-3</c:v>
                </c:pt>
                <c:pt idx="2271">
                  <c:v>8.6635388148484128E-3</c:v>
                </c:pt>
                <c:pt idx="2272">
                  <c:v>8.5225595050630581E-3</c:v>
                </c:pt>
                <c:pt idx="2273">
                  <c:v>8.565668852099249E-3</c:v>
                </c:pt>
                <c:pt idx="2274">
                  <c:v>8.2342446945885012E-3</c:v>
                </c:pt>
                <c:pt idx="2275">
                  <c:v>8.1107268470354318E-3</c:v>
                </c:pt>
                <c:pt idx="2276">
                  <c:v>8.2354072293967691E-3</c:v>
                </c:pt>
                <c:pt idx="2277">
                  <c:v>8.1199573641916635E-3</c:v>
                </c:pt>
                <c:pt idx="2278">
                  <c:v>8.2410576400744999E-3</c:v>
                </c:pt>
                <c:pt idx="2279">
                  <c:v>6.6183634566442297E-3</c:v>
                </c:pt>
                <c:pt idx="2280">
                  <c:v>7.3777376801333859E-3</c:v>
                </c:pt>
                <c:pt idx="2281">
                  <c:v>7.3512218086070379E-3</c:v>
                </c:pt>
                <c:pt idx="2282">
                  <c:v>7.251201275674685E-3</c:v>
                </c:pt>
                <c:pt idx="2283">
                  <c:v>7.2075016155929714E-3</c:v>
                </c:pt>
                <c:pt idx="2284">
                  <c:v>7.0352209912730264E-3</c:v>
                </c:pt>
                <c:pt idx="2285">
                  <c:v>6.4273405248787118E-3</c:v>
                </c:pt>
                <c:pt idx="2286">
                  <c:v>6.2874482059316547E-3</c:v>
                </c:pt>
                <c:pt idx="2287">
                  <c:v>6.2524347265307655E-3</c:v>
                </c:pt>
                <c:pt idx="2288">
                  <c:v>6.2928212505583845E-3</c:v>
                </c:pt>
                <c:pt idx="2289">
                  <c:v>6.1237640342784441E-3</c:v>
                </c:pt>
                <c:pt idx="2290">
                  <c:v>6.034950118921442E-3</c:v>
                </c:pt>
                <c:pt idx="2291">
                  <c:v>7.4279397502312961E-3</c:v>
                </c:pt>
                <c:pt idx="2292">
                  <c:v>7.3098167379941122E-3</c:v>
                </c:pt>
                <c:pt idx="2293">
                  <c:v>6.5467803174219666E-3</c:v>
                </c:pt>
                <c:pt idx="2294">
                  <c:v>7.8074235909395637E-3</c:v>
                </c:pt>
                <c:pt idx="2295">
                  <c:v>8.0862841329630147E-3</c:v>
                </c:pt>
                <c:pt idx="2296">
                  <c:v>8.1206920064769705E-3</c:v>
                </c:pt>
                <c:pt idx="2297">
                  <c:v>8.0696496641747117E-3</c:v>
                </c:pt>
                <c:pt idx="2298">
                  <c:v>8.0935612389118582E-3</c:v>
                </c:pt>
                <c:pt idx="2299">
                  <c:v>7.5824134103592141E-3</c:v>
                </c:pt>
                <c:pt idx="2300">
                  <c:v>7.5798718141878241E-3</c:v>
                </c:pt>
                <c:pt idx="2301">
                  <c:v>1.0442548402478756E-2</c:v>
                </c:pt>
                <c:pt idx="2302">
                  <c:v>1.0900678740753697E-2</c:v>
                </c:pt>
                <c:pt idx="2303">
                  <c:v>1.101468712783461E-2</c:v>
                </c:pt>
                <c:pt idx="2304">
                  <c:v>1.1604828565901648E-2</c:v>
                </c:pt>
                <c:pt idx="2305">
                  <c:v>1.1817659633320873E-2</c:v>
                </c:pt>
                <c:pt idx="2306">
                  <c:v>1.1848720402555015E-2</c:v>
                </c:pt>
              </c:numCache>
            </c:numRef>
          </c:val>
          <c:smooth val="0"/>
          <c:extLst>
            <c:ext xmlns:c16="http://schemas.microsoft.com/office/drawing/2014/chart" uri="{C3380CC4-5D6E-409C-BE32-E72D297353CC}">
              <c16:uniqueId val="{00000000-9B5A-D445-8321-E07761D33BDD}"/>
            </c:ext>
          </c:extLst>
        </c:ser>
        <c:ser>
          <c:idx val="1"/>
          <c:order val="1"/>
          <c:tx>
            <c:strRef>
              <c:f>FX!$FD$2</c:f>
              <c:strCache>
                <c:ptCount val="1"/>
                <c:pt idx="0">
                  <c:v>NIFTY MIDCAP 100</c:v>
                </c:pt>
              </c:strCache>
            </c:strRef>
          </c:tx>
          <c:spPr>
            <a:ln w="12700" cap="rnd">
              <a:solidFill>
                <a:schemeClr val="accent2"/>
              </a:solidFill>
              <a:round/>
            </a:ln>
            <a:effectLst/>
          </c:spPr>
          <c:marker>
            <c:symbol val="none"/>
          </c:marker>
          <c:cat>
            <c:numRef>
              <c:f>FX!$FB$3:$FB$2309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FX!$FD$3:$FD$2309</c:f>
              <c:numCache>
                <c:formatCode>0.00%</c:formatCode>
                <c:ptCount val="2307"/>
                <c:pt idx="0">
                  <c:v>1.1345327794133329E-2</c:v>
                </c:pt>
                <c:pt idx="1">
                  <c:v>1.1324946900173754E-2</c:v>
                </c:pt>
                <c:pt idx="2">
                  <c:v>1.1504303823454061E-2</c:v>
                </c:pt>
                <c:pt idx="3">
                  <c:v>8.3861330039526963E-3</c:v>
                </c:pt>
                <c:pt idx="4">
                  <c:v>9.8251540493049967E-3</c:v>
                </c:pt>
                <c:pt idx="5">
                  <c:v>8.5664411650790348E-3</c:v>
                </c:pt>
                <c:pt idx="6">
                  <c:v>1.0056820845100463E-2</c:v>
                </c:pt>
                <c:pt idx="7">
                  <c:v>1.0113343073003243E-2</c:v>
                </c:pt>
                <c:pt idx="8">
                  <c:v>1.1325766261313633E-2</c:v>
                </c:pt>
                <c:pt idx="9">
                  <c:v>1.1337275755437377E-2</c:v>
                </c:pt>
                <c:pt idx="10">
                  <c:v>1.0628731463606838E-2</c:v>
                </c:pt>
                <c:pt idx="11">
                  <c:v>1.061299779262029E-2</c:v>
                </c:pt>
                <c:pt idx="12">
                  <c:v>1.0610059577997112E-2</c:v>
                </c:pt>
                <c:pt idx="13">
                  <c:v>1.063701351123802E-2</c:v>
                </c:pt>
                <c:pt idx="14">
                  <c:v>1.0699570151192257E-2</c:v>
                </c:pt>
                <c:pt idx="15">
                  <c:v>1.0584249866386869E-2</c:v>
                </c:pt>
                <c:pt idx="16">
                  <c:v>1.0528675779409337E-2</c:v>
                </c:pt>
                <c:pt idx="17">
                  <c:v>1.1804468408486455E-2</c:v>
                </c:pt>
                <c:pt idx="18">
                  <c:v>1.1768727274792124E-2</c:v>
                </c:pt>
                <c:pt idx="19">
                  <c:v>1.2724048093145437E-2</c:v>
                </c:pt>
                <c:pt idx="20">
                  <c:v>1.3152333333156024E-2</c:v>
                </c:pt>
                <c:pt idx="21">
                  <c:v>1.3080620901515813E-2</c:v>
                </c:pt>
                <c:pt idx="22">
                  <c:v>1.3873520622508231E-2</c:v>
                </c:pt>
                <c:pt idx="23">
                  <c:v>1.3208601242894316E-2</c:v>
                </c:pt>
                <c:pt idx="24">
                  <c:v>1.3139667255678226E-2</c:v>
                </c:pt>
                <c:pt idx="25">
                  <c:v>1.2380603202590622E-2</c:v>
                </c:pt>
                <c:pt idx="26">
                  <c:v>1.2929319785625665E-2</c:v>
                </c:pt>
                <c:pt idx="27">
                  <c:v>1.2024261204082672E-2</c:v>
                </c:pt>
                <c:pt idx="28">
                  <c:v>1.2242443761900848E-2</c:v>
                </c:pt>
                <c:pt idx="29">
                  <c:v>1.2016710638574625E-2</c:v>
                </c:pt>
                <c:pt idx="30">
                  <c:v>1.2006477632561765E-2</c:v>
                </c:pt>
                <c:pt idx="31">
                  <c:v>1.2541562287657874E-2</c:v>
                </c:pt>
                <c:pt idx="32">
                  <c:v>1.2439795087807189E-2</c:v>
                </c:pt>
                <c:pt idx="33">
                  <c:v>1.239602845363655E-2</c:v>
                </c:pt>
                <c:pt idx="34">
                  <c:v>1.2380629894662326E-2</c:v>
                </c:pt>
                <c:pt idx="35">
                  <c:v>1.2598732431454309E-2</c:v>
                </c:pt>
                <c:pt idx="36">
                  <c:v>1.3455761618928138E-2</c:v>
                </c:pt>
                <c:pt idx="37">
                  <c:v>1.4078506100674893E-2</c:v>
                </c:pt>
                <c:pt idx="38">
                  <c:v>1.3095383362322573E-2</c:v>
                </c:pt>
                <c:pt idx="39">
                  <c:v>1.2806858004946433E-2</c:v>
                </c:pt>
                <c:pt idx="40">
                  <c:v>1.2818539369442914E-2</c:v>
                </c:pt>
                <c:pt idx="41">
                  <c:v>1.1862132023381069E-2</c:v>
                </c:pt>
                <c:pt idx="42">
                  <c:v>1.1943062618892783E-2</c:v>
                </c:pt>
                <c:pt idx="43">
                  <c:v>1.2011942581569403E-2</c:v>
                </c:pt>
                <c:pt idx="44">
                  <c:v>1.1870543516461921E-2</c:v>
                </c:pt>
                <c:pt idx="45">
                  <c:v>1.302733914175957E-2</c:v>
                </c:pt>
                <c:pt idx="46">
                  <c:v>1.328235723178153E-2</c:v>
                </c:pt>
                <c:pt idx="47">
                  <c:v>1.2981854395191596E-2</c:v>
                </c:pt>
                <c:pt idx="48">
                  <c:v>1.2980203860341936E-2</c:v>
                </c:pt>
                <c:pt idx="49">
                  <c:v>1.3699482833688466E-2</c:v>
                </c:pt>
                <c:pt idx="50">
                  <c:v>1.4409885438487048E-2</c:v>
                </c:pt>
                <c:pt idx="51">
                  <c:v>1.5490212465869175E-2</c:v>
                </c:pt>
                <c:pt idx="52">
                  <c:v>1.5648756439760707E-2</c:v>
                </c:pt>
                <c:pt idx="53">
                  <c:v>1.5649294123804763E-2</c:v>
                </c:pt>
                <c:pt idx="54">
                  <c:v>1.5547374830073244E-2</c:v>
                </c:pt>
                <c:pt idx="55">
                  <c:v>1.4189884398780212E-2</c:v>
                </c:pt>
                <c:pt idx="56">
                  <c:v>1.3936112495156668E-2</c:v>
                </c:pt>
                <c:pt idx="57">
                  <c:v>1.5077512272277009E-2</c:v>
                </c:pt>
                <c:pt idx="58">
                  <c:v>1.5344152812455231E-2</c:v>
                </c:pt>
                <c:pt idx="59">
                  <c:v>1.5974659567389592E-2</c:v>
                </c:pt>
                <c:pt idx="60">
                  <c:v>1.6765179305513675E-2</c:v>
                </c:pt>
                <c:pt idx="61">
                  <c:v>1.6947130155616448E-2</c:v>
                </c:pt>
                <c:pt idx="62">
                  <c:v>1.7114873472048108E-2</c:v>
                </c:pt>
                <c:pt idx="63">
                  <c:v>1.6841936453793328E-2</c:v>
                </c:pt>
                <c:pt idx="64">
                  <c:v>1.5661271908025198E-2</c:v>
                </c:pt>
                <c:pt idx="65">
                  <c:v>1.5364019172625082E-2</c:v>
                </c:pt>
                <c:pt idx="66">
                  <c:v>1.5383546144061008E-2</c:v>
                </c:pt>
                <c:pt idx="67">
                  <c:v>1.5325775593278202E-2</c:v>
                </c:pt>
                <c:pt idx="68">
                  <c:v>1.4454290875868902E-2</c:v>
                </c:pt>
                <c:pt idx="69">
                  <c:v>1.2866382647818808E-2</c:v>
                </c:pt>
                <c:pt idx="70">
                  <c:v>1.2120479120542158E-2</c:v>
                </c:pt>
                <c:pt idx="71">
                  <c:v>1.2345337054242525E-2</c:v>
                </c:pt>
                <c:pt idx="72">
                  <c:v>1.2301225663927955E-2</c:v>
                </c:pt>
                <c:pt idx="73">
                  <c:v>1.3469011156723904E-2</c:v>
                </c:pt>
                <c:pt idx="74">
                  <c:v>1.2882908841831351E-2</c:v>
                </c:pt>
                <c:pt idx="75">
                  <c:v>1.2588984553457944E-2</c:v>
                </c:pt>
                <c:pt idx="76">
                  <c:v>1.1554513270572452E-2</c:v>
                </c:pt>
                <c:pt idx="77">
                  <c:v>1.1270682775226869E-2</c:v>
                </c:pt>
                <c:pt idx="78">
                  <c:v>1.060060598355984E-2</c:v>
                </c:pt>
                <c:pt idx="79">
                  <c:v>9.9210898958347893E-3</c:v>
                </c:pt>
                <c:pt idx="80">
                  <c:v>1.0317438386520238E-2</c:v>
                </c:pt>
                <c:pt idx="81">
                  <c:v>1.0003239369982628E-2</c:v>
                </c:pt>
                <c:pt idx="82">
                  <c:v>1.0045589115404686E-2</c:v>
                </c:pt>
                <c:pt idx="83">
                  <c:v>1.012076355948688E-2</c:v>
                </c:pt>
                <c:pt idx="84">
                  <c:v>1.0970933372528031E-2</c:v>
                </c:pt>
                <c:pt idx="85">
                  <c:v>1.1275897640523292E-2</c:v>
                </c:pt>
                <c:pt idx="86">
                  <c:v>1.1443233465524991E-2</c:v>
                </c:pt>
                <c:pt idx="87">
                  <c:v>1.2430392418583135E-2</c:v>
                </c:pt>
                <c:pt idx="88">
                  <c:v>1.2426461920773983E-2</c:v>
                </c:pt>
                <c:pt idx="89">
                  <c:v>1.2618869792669999E-2</c:v>
                </c:pt>
                <c:pt idx="90">
                  <c:v>1.2361626231696746E-2</c:v>
                </c:pt>
                <c:pt idx="91">
                  <c:v>1.2350093641755688E-2</c:v>
                </c:pt>
                <c:pt idx="92">
                  <c:v>1.1850531636155508E-2</c:v>
                </c:pt>
                <c:pt idx="93">
                  <c:v>1.1649194313461163E-2</c:v>
                </c:pt>
                <c:pt idx="94">
                  <c:v>1.2063835630488554E-2</c:v>
                </c:pt>
                <c:pt idx="95">
                  <c:v>1.2129499137931316E-2</c:v>
                </c:pt>
                <c:pt idx="96">
                  <c:v>1.1059536810293435E-2</c:v>
                </c:pt>
                <c:pt idx="97">
                  <c:v>1.1091577784301632E-2</c:v>
                </c:pt>
                <c:pt idx="98">
                  <c:v>1.0975459564589975E-2</c:v>
                </c:pt>
                <c:pt idx="99">
                  <c:v>1.0818194901362698E-2</c:v>
                </c:pt>
                <c:pt idx="100">
                  <c:v>1.085112027934291E-2</c:v>
                </c:pt>
                <c:pt idx="101">
                  <c:v>1.0838457939378472E-2</c:v>
                </c:pt>
                <c:pt idx="102">
                  <c:v>1.0969666285208743E-2</c:v>
                </c:pt>
                <c:pt idx="103">
                  <c:v>1.0613132397903338E-2</c:v>
                </c:pt>
                <c:pt idx="104">
                  <c:v>1.045750166363928E-2</c:v>
                </c:pt>
                <c:pt idx="105">
                  <c:v>1.0556623783782561E-2</c:v>
                </c:pt>
                <c:pt idx="106">
                  <c:v>9.7406043247120142E-3</c:v>
                </c:pt>
                <c:pt idx="107">
                  <c:v>9.7374268263011703E-3</c:v>
                </c:pt>
                <c:pt idx="108">
                  <c:v>1.051289600241496E-2</c:v>
                </c:pt>
                <c:pt idx="109">
                  <c:v>1.067772380515904E-2</c:v>
                </c:pt>
                <c:pt idx="110">
                  <c:v>1.070847552566416E-2</c:v>
                </c:pt>
                <c:pt idx="111">
                  <c:v>9.7247491851251977E-3</c:v>
                </c:pt>
                <c:pt idx="112">
                  <c:v>1.0115099870725336E-2</c:v>
                </c:pt>
                <c:pt idx="113">
                  <c:v>9.4663798612290816E-3</c:v>
                </c:pt>
                <c:pt idx="114">
                  <c:v>9.5233635279052143E-3</c:v>
                </c:pt>
                <c:pt idx="115">
                  <c:v>9.5958257750079472E-3</c:v>
                </c:pt>
                <c:pt idx="116">
                  <c:v>9.7035597043557513E-3</c:v>
                </c:pt>
                <c:pt idx="117">
                  <c:v>9.7188773176294738E-3</c:v>
                </c:pt>
                <c:pt idx="118">
                  <c:v>9.3604344242808682E-3</c:v>
                </c:pt>
                <c:pt idx="119">
                  <c:v>9.4397350802837669E-3</c:v>
                </c:pt>
                <c:pt idx="120">
                  <c:v>9.4647829050624726E-3</c:v>
                </c:pt>
                <c:pt idx="121">
                  <c:v>9.3034325424348561E-3</c:v>
                </c:pt>
                <c:pt idx="122">
                  <c:v>9.3231148621188264E-3</c:v>
                </c:pt>
                <c:pt idx="123">
                  <c:v>9.9221284560787465E-3</c:v>
                </c:pt>
                <c:pt idx="124">
                  <c:v>1.2369186685101516E-2</c:v>
                </c:pt>
                <c:pt idx="125">
                  <c:v>1.2353811218386164E-2</c:v>
                </c:pt>
                <c:pt idx="126">
                  <c:v>1.3079706253958882E-2</c:v>
                </c:pt>
                <c:pt idx="127">
                  <c:v>1.2523361996892331E-2</c:v>
                </c:pt>
                <c:pt idx="128">
                  <c:v>1.2229451121354217E-2</c:v>
                </c:pt>
                <c:pt idx="129">
                  <c:v>1.2866615632076837E-2</c:v>
                </c:pt>
                <c:pt idx="130">
                  <c:v>1.3102221049378386E-2</c:v>
                </c:pt>
                <c:pt idx="131">
                  <c:v>2.5600598825353593E-2</c:v>
                </c:pt>
                <c:pt idx="132">
                  <c:v>2.6089622239205398E-2</c:v>
                </c:pt>
                <c:pt idx="133">
                  <c:v>2.5970877203498978E-2</c:v>
                </c:pt>
                <c:pt idx="134">
                  <c:v>2.6980599954128704E-2</c:v>
                </c:pt>
                <c:pt idx="135">
                  <c:v>2.6769760441338435E-2</c:v>
                </c:pt>
                <c:pt idx="136">
                  <c:v>2.6638636551535057E-2</c:v>
                </c:pt>
                <c:pt idx="137">
                  <c:v>2.6433329824476971E-2</c:v>
                </c:pt>
                <c:pt idx="138">
                  <c:v>2.6141864968737188E-2</c:v>
                </c:pt>
                <c:pt idx="139">
                  <c:v>2.6396630438863936E-2</c:v>
                </c:pt>
                <c:pt idx="140">
                  <c:v>2.669408797936584E-2</c:v>
                </c:pt>
                <c:pt idx="141">
                  <c:v>2.6813026204130334E-2</c:v>
                </c:pt>
                <c:pt idx="142">
                  <c:v>2.6933079706684272E-2</c:v>
                </c:pt>
                <c:pt idx="143">
                  <c:v>2.723199767995051E-2</c:v>
                </c:pt>
                <c:pt idx="144">
                  <c:v>2.723703461712652E-2</c:v>
                </c:pt>
                <c:pt idx="145">
                  <c:v>2.6845386387903371E-2</c:v>
                </c:pt>
                <c:pt idx="146">
                  <c:v>2.7006894315125731E-2</c:v>
                </c:pt>
                <c:pt idx="147">
                  <c:v>2.7099335234691883E-2</c:v>
                </c:pt>
                <c:pt idx="148">
                  <c:v>2.7317959256623874E-2</c:v>
                </c:pt>
                <c:pt idx="149">
                  <c:v>2.7346298465207149E-2</c:v>
                </c:pt>
                <c:pt idx="150">
                  <c:v>1.5540479802708155E-2</c:v>
                </c:pt>
                <c:pt idx="151">
                  <c:v>1.5086285229935738E-2</c:v>
                </c:pt>
                <c:pt idx="152">
                  <c:v>1.5047167636747604E-2</c:v>
                </c:pt>
                <c:pt idx="153">
                  <c:v>1.3324740187120652E-2</c:v>
                </c:pt>
                <c:pt idx="154">
                  <c:v>1.4734440064670019E-2</c:v>
                </c:pt>
                <c:pt idx="155">
                  <c:v>1.4601815791322486E-2</c:v>
                </c:pt>
                <c:pt idx="156">
                  <c:v>1.5039954292972049E-2</c:v>
                </c:pt>
                <c:pt idx="157">
                  <c:v>1.4978173650276776E-2</c:v>
                </c:pt>
                <c:pt idx="158">
                  <c:v>1.4995930330527594E-2</c:v>
                </c:pt>
                <c:pt idx="159">
                  <c:v>1.3472678193665736E-2</c:v>
                </c:pt>
                <c:pt idx="160">
                  <c:v>1.2033657890524038E-2</c:v>
                </c:pt>
                <c:pt idx="161">
                  <c:v>1.2192432181341618E-2</c:v>
                </c:pt>
                <c:pt idx="162">
                  <c:v>1.1272175548690058E-2</c:v>
                </c:pt>
                <c:pt idx="163">
                  <c:v>1.1211823819231786E-2</c:v>
                </c:pt>
                <c:pt idx="164">
                  <c:v>1.1202107981384339E-2</c:v>
                </c:pt>
                <c:pt idx="165">
                  <c:v>1.1046448651844424E-2</c:v>
                </c:pt>
                <c:pt idx="166">
                  <c:v>9.9226140905968353E-3</c:v>
                </c:pt>
                <c:pt idx="167">
                  <c:v>9.9234397524545163E-3</c:v>
                </c:pt>
                <c:pt idx="168">
                  <c:v>1.0012782799361771E-2</c:v>
                </c:pt>
                <c:pt idx="169">
                  <c:v>9.3856373007356036E-3</c:v>
                </c:pt>
                <c:pt idx="170">
                  <c:v>9.5990375468189282E-3</c:v>
                </c:pt>
                <c:pt idx="171">
                  <c:v>9.7421146370716659E-3</c:v>
                </c:pt>
                <c:pt idx="172">
                  <c:v>9.8054807299502843E-3</c:v>
                </c:pt>
                <c:pt idx="173">
                  <c:v>8.2483384050847357E-3</c:v>
                </c:pt>
                <c:pt idx="174">
                  <c:v>8.2656861117636742E-3</c:v>
                </c:pt>
                <c:pt idx="175">
                  <c:v>4.9797728833946642E-3</c:v>
                </c:pt>
                <c:pt idx="176">
                  <c:v>6.0745015825064332E-3</c:v>
                </c:pt>
                <c:pt idx="177">
                  <c:v>6.2076244737798107E-3</c:v>
                </c:pt>
                <c:pt idx="178">
                  <c:v>6.0046608689985114E-3</c:v>
                </c:pt>
                <c:pt idx="179">
                  <c:v>6.9372113035388759E-3</c:v>
                </c:pt>
                <c:pt idx="180">
                  <c:v>7.6126197095450765E-3</c:v>
                </c:pt>
                <c:pt idx="181">
                  <c:v>7.7006080521115454E-3</c:v>
                </c:pt>
                <c:pt idx="182">
                  <c:v>7.4987124031445892E-3</c:v>
                </c:pt>
                <c:pt idx="183">
                  <c:v>7.9457078919256997E-3</c:v>
                </c:pt>
                <c:pt idx="184">
                  <c:v>7.6685324122410421E-3</c:v>
                </c:pt>
                <c:pt idx="185">
                  <c:v>7.5844714702151235E-3</c:v>
                </c:pt>
                <c:pt idx="186">
                  <c:v>7.5775039616782589E-3</c:v>
                </c:pt>
                <c:pt idx="187">
                  <c:v>7.6873360085761306E-3</c:v>
                </c:pt>
                <c:pt idx="188">
                  <c:v>7.7662583987733388E-3</c:v>
                </c:pt>
                <c:pt idx="189">
                  <c:v>7.9954609368337575E-3</c:v>
                </c:pt>
                <c:pt idx="190">
                  <c:v>7.9107956240744397E-3</c:v>
                </c:pt>
                <c:pt idx="191">
                  <c:v>8.0417881465607455E-3</c:v>
                </c:pt>
                <c:pt idx="192">
                  <c:v>8.1436064416573629E-3</c:v>
                </c:pt>
                <c:pt idx="193">
                  <c:v>8.0703951973287603E-3</c:v>
                </c:pt>
                <c:pt idx="194">
                  <c:v>8.6429485120749286E-3</c:v>
                </c:pt>
                <c:pt idx="195">
                  <c:v>8.7067661736210753E-3</c:v>
                </c:pt>
                <c:pt idx="196">
                  <c:v>8.875695578144235E-3</c:v>
                </c:pt>
                <c:pt idx="197">
                  <c:v>8.9920882228535018E-3</c:v>
                </c:pt>
                <c:pt idx="198">
                  <c:v>8.1517176568301989E-3</c:v>
                </c:pt>
                <c:pt idx="199">
                  <c:v>7.7983311557473216E-3</c:v>
                </c:pt>
                <c:pt idx="200">
                  <c:v>7.9590065329903717E-3</c:v>
                </c:pt>
                <c:pt idx="201">
                  <c:v>9.053161553619125E-3</c:v>
                </c:pt>
                <c:pt idx="202">
                  <c:v>8.7952000737572811E-3</c:v>
                </c:pt>
                <c:pt idx="203">
                  <c:v>8.9062014651592313E-3</c:v>
                </c:pt>
                <c:pt idx="204">
                  <c:v>8.939647483054482E-3</c:v>
                </c:pt>
                <c:pt idx="205">
                  <c:v>9.0142174538013365E-3</c:v>
                </c:pt>
                <c:pt idx="206">
                  <c:v>9.017065826497906E-3</c:v>
                </c:pt>
                <c:pt idx="207">
                  <c:v>8.9924115212368476E-3</c:v>
                </c:pt>
                <c:pt idx="208">
                  <c:v>8.8340049509167441E-3</c:v>
                </c:pt>
                <c:pt idx="209">
                  <c:v>8.8653627194942939E-3</c:v>
                </c:pt>
                <c:pt idx="210">
                  <c:v>8.956628164624782E-3</c:v>
                </c:pt>
                <c:pt idx="211">
                  <c:v>9.0630002788415053E-3</c:v>
                </c:pt>
                <c:pt idx="212">
                  <c:v>9.1715547499397407E-3</c:v>
                </c:pt>
                <c:pt idx="213">
                  <c:v>8.4609690020712083E-3</c:v>
                </c:pt>
                <c:pt idx="214">
                  <c:v>1.0596590497198691E-2</c:v>
                </c:pt>
                <c:pt idx="215">
                  <c:v>1.1005104005646539E-2</c:v>
                </c:pt>
                <c:pt idx="216">
                  <c:v>1.1119218704531971E-2</c:v>
                </c:pt>
                <c:pt idx="217">
                  <c:v>1.1370279168314104E-2</c:v>
                </c:pt>
                <c:pt idx="218">
                  <c:v>1.1451714228982208E-2</c:v>
                </c:pt>
                <c:pt idx="219">
                  <c:v>1.1904107746913424E-2</c:v>
                </c:pt>
                <c:pt idx="220">
                  <c:v>1.2850832367017746E-2</c:v>
                </c:pt>
                <c:pt idx="221">
                  <c:v>1.4410671987070862E-2</c:v>
                </c:pt>
                <c:pt idx="222">
                  <c:v>1.4603965392757835E-2</c:v>
                </c:pt>
                <c:pt idx="223">
                  <c:v>1.5227225294738371E-2</c:v>
                </c:pt>
                <c:pt idx="224">
                  <c:v>1.4958807013050716E-2</c:v>
                </c:pt>
                <c:pt idx="225">
                  <c:v>1.6594351710182302E-2</c:v>
                </c:pt>
                <c:pt idx="226">
                  <c:v>1.671423034905125E-2</c:v>
                </c:pt>
                <c:pt idx="227">
                  <c:v>1.669695526381329E-2</c:v>
                </c:pt>
                <c:pt idx="228">
                  <c:v>1.7341706947159693E-2</c:v>
                </c:pt>
                <c:pt idx="229">
                  <c:v>1.7199691077806827E-2</c:v>
                </c:pt>
                <c:pt idx="230">
                  <c:v>1.7367533645841468E-2</c:v>
                </c:pt>
                <c:pt idx="231">
                  <c:v>1.7342564385663665E-2</c:v>
                </c:pt>
                <c:pt idx="232">
                  <c:v>1.7505860855816766E-2</c:v>
                </c:pt>
                <c:pt idx="233">
                  <c:v>1.7504285758658214E-2</c:v>
                </c:pt>
                <c:pt idx="234">
                  <c:v>1.6872640830422503E-2</c:v>
                </c:pt>
                <c:pt idx="235">
                  <c:v>1.7222213201275777E-2</c:v>
                </c:pt>
                <c:pt idx="236">
                  <c:v>1.7207689724457513E-2</c:v>
                </c:pt>
                <c:pt idx="237">
                  <c:v>1.8867855902693128E-2</c:v>
                </c:pt>
                <c:pt idx="238">
                  <c:v>1.8857349754612035E-2</c:v>
                </c:pt>
                <c:pt idx="239">
                  <c:v>2.0299634722320773E-2</c:v>
                </c:pt>
                <c:pt idx="240">
                  <c:v>1.9655598612359351E-2</c:v>
                </c:pt>
                <c:pt idx="241">
                  <c:v>1.9432296591730312E-2</c:v>
                </c:pt>
                <c:pt idx="242">
                  <c:v>1.8867065781738843E-2</c:v>
                </c:pt>
                <c:pt idx="243">
                  <c:v>1.8907543286917596E-2</c:v>
                </c:pt>
                <c:pt idx="244">
                  <c:v>1.8029107191957008E-2</c:v>
                </c:pt>
                <c:pt idx="245">
                  <c:v>1.7953318230770933E-2</c:v>
                </c:pt>
                <c:pt idx="246">
                  <c:v>1.8021239008595532E-2</c:v>
                </c:pt>
                <c:pt idx="247">
                  <c:v>1.7341605004749811E-2</c:v>
                </c:pt>
                <c:pt idx="248">
                  <c:v>1.7278071522883045E-2</c:v>
                </c:pt>
                <c:pt idx="249">
                  <c:v>1.9014287251102699E-2</c:v>
                </c:pt>
                <c:pt idx="250">
                  <c:v>1.9720936719884299E-2</c:v>
                </c:pt>
                <c:pt idx="251">
                  <c:v>1.9939779435471473E-2</c:v>
                </c:pt>
                <c:pt idx="252">
                  <c:v>1.9463647382800403E-2</c:v>
                </c:pt>
                <c:pt idx="253">
                  <c:v>1.9434187351730508E-2</c:v>
                </c:pt>
                <c:pt idx="254">
                  <c:v>1.8778994187803814E-2</c:v>
                </c:pt>
                <c:pt idx="255">
                  <c:v>1.8670658895597235E-2</c:v>
                </c:pt>
                <c:pt idx="256">
                  <c:v>1.5865838166397316E-2</c:v>
                </c:pt>
                <c:pt idx="257">
                  <c:v>1.5577062152726889E-2</c:v>
                </c:pt>
                <c:pt idx="258">
                  <c:v>1.3504750836672444E-2</c:v>
                </c:pt>
                <c:pt idx="259">
                  <c:v>1.2266080341475145E-2</c:v>
                </c:pt>
                <c:pt idx="260">
                  <c:v>1.2450269829340034E-2</c:v>
                </c:pt>
                <c:pt idx="261">
                  <c:v>1.2642196289151491E-2</c:v>
                </c:pt>
                <c:pt idx="262">
                  <c:v>1.2654530891198588E-2</c:v>
                </c:pt>
                <c:pt idx="263">
                  <c:v>1.1859637140773637E-2</c:v>
                </c:pt>
                <c:pt idx="264">
                  <c:v>1.1544545624481661E-2</c:v>
                </c:pt>
                <c:pt idx="265">
                  <c:v>1.0872661457281241E-2</c:v>
                </c:pt>
                <c:pt idx="266">
                  <c:v>1.0566920081839754E-2</c:v>
                </c:pt>
                <c:pt idx="267">
                  <c:v>1.0566764988024443E-2</c:v>
                </c:pt>
                <c:pt idx="268">
                  <c:v>9.5787107845699028E-3</c:v>
                </c:pt>
                <c:pt idx="269">
                  <c:v>8.040798952358149E-3</c:v>
                </c:pt>
                <c:pt idx="270">
                  <c:v>7.7310121101845323E-3</c:v>
                </c:pt>
                <c:pt idx="271">
                  <c:v>7.7034552540345838E-3</c:v>
                </c:pt>
                <c:pt idx="272">
                  <c:v>8.312677762005536E-3</c:v>
                </c:pt>
                <c:pt idx="273">
                  <c:v>8.3332592973695396E-3</c:v>
                </c:pt>
                <c:pt idx="274">
                  <c:v>8.3467005098971075E-3</c:v>
                </c:pt>
                <c:pt idx="275">
                  <c:v>1.0020269053430935E-2</c:v>
                </c:pt>
                <c:pt idx="276">
                  <c:v>9.5808251383423543E-3</c:v>
                </c:pt>
                <c:pt idx="277">
                  <c:v>9.7752982636698221E-3</c:v>
                </c:pt>
                <c:pt idx="278">
                  <c:v>9.5407815923699794E-3</c:v>
                </c:pt>
                <c:pt idx="279">
                  <c:v>9.3297644966644985E-3</c:v>
                </c:pt>
                <c:pt idx="280">
                  <c:v>9.2971587345960661E-3</c:v>
                </c:pt>
                <c:pt idx="281">
                  <c:v>1.0496587453524654E-2</c:v>
                </c:pt>
                <c:pt idx="282">
                  <c:v>1.0472590602024039E-2</c:v>
                </c:pt>
                <c:pt idx="283">
                  <c:v>1.0363062963821383E-2</c:v>
                </c:pt>
                <c:pt idx="284">
                  <c:v>1.0569213777262432E-2</c:v>
                </c:pt>
                <c:pt idx="285">
                  <c:v>1.0740992446069074E-2</c:v>
                </c:pt>
                <c:pt idx="286">
                  <c:v>1.0680843859563522E-2</c:v>
                </c:pt>
                <c:pt idx="287">
                  <c:v>1.0350166016902687E-2</c:v>
                </c:pt>
                <c:pt idx="288">
                  <c:v>1.0467965331235556E-2</c:v>
                </c:pt>
                <c:pt idx="289">
                  <c:v>1.0393501936991862E-2</c:v>
                </c:pt>
                <c:pt idx="290">
                  <c:v>1.0181657829273497E-2</c:v>
                </c:pt>
                <c:pt idx="291">
                  <c:v>9.3682573270687033E-3</c:v>
                </c:pt>
                <c:pt idx="292">
                  <c:v>9.92335884935437E-3</c:v>
                </c:pt>
                <c:pt idx="293">
                  <c:v>9.5756985439367469E-3</c:v>
                </c:pt>
                <c:pt idx="294">
                  <c:v>8.6638328553311043E-3</c:v>
                </c:pt>
                <c:pt idx="295">
                  <c:v>8.1940974260560559E-3</c:v>
                </c:pt>
                <c:pt idx="296">
                  <c:v>8.7612994618936711E-3</c:v>
                </c:pt>
                <c:pt idx="297">
                  <c:v>9.3087871884497738E-3</c:v>
                </c:pt>
                <c:pt idx="298">
                  <c:v>9.8725079056205239E-3</c:v>
                </c:pt>
                <c:pt idx="299">
                  <c:v>9.7926307625251837E-3</c:v>
                </c:pt>
                <c:pt idx="300">
                  <c:v>8.8090397343537682E-3</c:v>
                </c:pt>
                <c:pt idx="301">
                  <c:v>8.8729213649250283E-3</c:v>
                </c:pt>
                <c:pt idx="302">
                  <c:v>8.9554869071902191E-3</c:v>
                </c:pt>
                <c:pt idx="303">
                  <c:v>8.532647796103408E-3</c:v>
                </c:pt>
                <c:pt idx="304">
                  <c:v>8.4147304976560332E-3</c:v>
                </c:pt>
                <c:pt idx="305">
                  <c:v>8.5806289665236336E-3</c:v>
                </c:pt>
                <c:pt idx="306">
                  <c:v>8.5821686667248622E-3</c:v>
                </c:pt>
                <c:pt idx="307">
                  <c:v>8.4266277641729774E-3</c:v>
                </c:pt>
                <c:pt idx="308">
                  <c:v>8.5959756274038551E-3</c:v>
                </c:pt>
                <c:pt idx="309">
                  <c:v>9.0569895767871628E-3</c:v>
                </c:pt>
                <c:pt idx="310">
                  <c:v>9.1126177812126535E-3</c:v>
                </c:pt>
                <c:pt idx="311">
                  <c:v>8.2061643844911474E-3</c:v>
                </c:pt>
                <c:pt idx="312">
                  <c:v>7.9587450333136727E-3</c:v>
                </c:pt>
                <c:pt idx="313">
                  <c:v>7.9150500036031923E-3</c:v>
                </c:pt>
                <c:pt idx="314">
                  <c:v>7.3302262734901555E-3</c:v>
                </c:pt>
                <c:pt idx="315">
                  <c:v>6.9126338152709181E-3</c:v>
                </c:pt>
                <c:pt idx="316">
                  <c:v>6.5220773074788378E-3</c:v>
                </c:pt>
                <c:pt idx="317">
                  <c:v>5.5101928105198428E-3</c:v>
                </c:pt>
                <c:pt idx="318">
                  <c:v>7.4053198254934822E-3</c:v>
                </c:pt>
                <c:pt idx="319">
                  <c:v>7.7846763608179536E-3</c:v>
                </c:pt>
                <c:pt idx="320">
                  <c:v>7.8692463525809886E-3</c:v>
                </c:pt>
                <c:pt idx="321">
                  <c:v>8.484516761851248E-3</c:v>
                </c:pt>
                <c:pt idx="322">
                  <c:v>8.7292038205240268E-3</c:v>
                </c:pt>
                <c:pt idx="323">
                  <c:v>9.1538618503221713E-3</c:v>
                </c:pt>
                <c:pt idx="324">
                  <c:v>9.1798884693402982E-3</c:v>
                </c:pt>
                <c:pt idx="325">
                  <c:v>9.0797548679963491E-3</c:v>
                </c:pt>
                <c:pt idx="326">
                  <c:v>9.1326692874381388E-3</c:v>
                </c:pt>
                <c:pt idx="327">
                  <c:v>8.9337195894051251E-3</c:v>
                </c:pt>
                <c:pt idx="328">
                  <c:v>8.9611837985064113E-3</c:v>
                </c:pt>
                <c:pt idx="329">
                  <c:v>9.0552097842237136E-3</c:v>
                </c:pt>
                <c:pt idx="330">
                  <c:v>9.1558626527327869E-3</c:v>
                </c:pt>
                <c:pt idx="331">
                  <c:v>9.2110595302401892E-3</c:v>
                </c:pt>
                <c:pt idx="332">
                  <c:v>9.6366899619125656E-3</c:v>
                </c:pt>
                <c:pt idx="333">
                  <c:v>9.6484780531806268E-3</c:v>
                </c:pt>
                <c:pt idx="334">
                  <c:v>9.7856078957211049E-3</c:v>
                </c:pt>
                <c:pt idx="335">
                  <c:v>9.6539662947631409E-3</c:v>
                </c:pt>
                <c:pt idx="336">
                  <c:v>9.6822530585328921E-3</c:v>
                </c:pt>
                <c:pt idx="337">
                  <c:v>7.5817281518510493E-3</c:v>
                </c:pt>
                <c:pt idx="338">
                  <c:v>7.4661738380605259E-3</c:v>
                </c:pt>
                <c:pt idx="339">
                  <c:v>7.5456603111484057E-3</c:v>
                </c:pt>
                <c:pt idx="340">
                  <c:v>7.1500139534202206E-3</c:v>
                </c:pt>
                <c:pt idx="341">
                  <c:v>7.1454111846890401E-3</c:v>
                </c:pt>
                <c:pt idx="342">
                  <c:v>7.3878836694998857E-3</c:v>
                </c:pt>
                <c:pt idx="343">
                  <c:v>8.92191195577096E-3</c:v>
                </c:pt>
                <c:pt idx="344">
                  <c:v>8.9486786207578443E-3</c:v>
                </c:pt>
                <c:pt idx="345">
                  <c:v>9.5370907376340821E-3</c:v>
                </c:pt>
                <c:pt idx="346">
                  <c:v>9.5276248221304715E-3</c:v>
                </c:pt>
                <c:pt idx="347">
                  <c:v>9.0252113617856743E-3</c:v>
                </c:pt>
                <c:pt idx="348">
                  <c:v>9.3178297697857522E-3</c:v>
                </c:pt>
                <c:pt idx="349">
                  <c:v>9.1230884238141328E-3</c:v>
                </c:pt>
                <c:pt idx="350">
                  <c:v>9.0603074438440484E-3</c:v>
                </c:pt>
                <c:pt idx="351">
                  <c:v>8.6711957009024659E-3</c:v>
                </c:pt>
                <c:pt idx="352">
                  <c:v>8.7068241414161203E-3</c:v>
                </c:pt>
                <c:pt idx="353">
                  <c:v>8.6454948837133613E-3</c:v>
                </c:pt>
                <c:pt idx="354">
                  <c:v>8.6330362115149394E-3</c:v>
                </c:pt>
                <c:pt idx="355">
                  <c:v>9.1087803381632183E-3</c:v>
                </c:pt>
                <c:pt idx="356">
                  <c:v>9.0419870800467587E-3</c:v>
                </c:pt>
                <c:pt idx="357">
                  <c:v>9.0284990781832938E-3</c:v>
                </c:pt>
                <c:pt idx="358">
                  <c:v>8.8282703842458687E-3</c:v>
                </c:pt>
                <c:pt idx="359">
                  <c:v>9.0302527089786422E-3</c:v>
                </c:pt>
                <c:pt idx="360">
                  <c:v>8.692085575192094E-3</c:v>
                </c:pt>
                <c:pt idx="361">
                  <c:v>8.4642109311336613E-3</c:v>
                </c:pt>
                <c:pt idx="362">
                  <c:v>6.8399996620096739E-3</c:v>
                </c:pt>
                <c:pt idx="363">
                  <c:v>7.6795108093928909E-3</c:v>
                </c:pt>
                <c:pt idx="364">
                  <c:v>6.8911007327302149E-3</c:v>
                </c:pt>
                <c:pt idx="365">
                  <c:v>6.8632141498216996E-3</c:v>
                </c:pt>
                <c:pt idx="366">
                  <c:v>7.2297442167987636E-3</c:v>
                </c:pt>
                <c:pt idx="367">
                  <c:v>1.1241746207872019E-2</c:v>
                </c:pt>
                <c:pt idx="368">
                  <c:v>1.1460023141391764E-2</c:v>
                </c:pt>
                <c:pt idx="369">
                  <c:v>1.1436090095590889E-2</c:v>
                </c:pt>
                <c:pt idx="370">
                  <c:v>1.142906067962359E-2</c:v>
                </c:pt>
                <c:pt idx="371">
                  <c:v>1.143079520604285E-2</c:v>
                </c:pt>
                <c:pt idx="372">
                  <c:v>1.1350357271621637E-2</c:v>
                </c:pt>
                <c:pt idx="373">
                  <c:v>1.1950256026246246E-2</c:v>
                </c:pt>
                <c:pt idx="374">
                  <c:v>1.1572407007546019E-2</c:v>
                </c:pt>
                <c:pt idx="375">
                  <c:v>1.1768369904218978E-2</c:v>
                </c:pt>
                <c:pt idx="376">
                  <c:v>1.1765859927907405E-2</c:v>
                </c:pt>
                <c:pt idx="377">
                  <c:v>1.1867199945215151E-2</c:v>
                </c:pt>
                <c:pt idx="378">
                  <c:v>1.5063711692372035E-2</c:v>
                </c:pt>
                <c:pt idx="379">
                  <c:v>1.5689522984891263E-2</c:v>
                </c:pt>
                <c:pt idx="380">
                  <c:v>1.7053695189871761E-2</c:v>
                </c:pt>
                <c:pt idx="381">
                  <c:v>1.7059283617875579E-2</c:v>
                </c:pt>
                <c:pt idx="382">
                  <c:v>1.6641562508199047E-2</c:v>
                </c:pt>
                <c:pt idx="383">
                  <c:v>1.6726143964399112E-2</c:v>
                </c:pt>
                <c:pt idx="384">
                  <c:v>1.6707487494118149E-2</c:v>
                </c:pt>
                <c:pt idx="385">
                  <c:v>1.6517055788265289E-2</c:v>
                </c:pt>
                <c:pt idx="386">
                  <c:v>1.4433731612884202E-2</c:v>
                </c:pt>
                <c:pt idx="387">
                  <c:v>1.4326064967457648E-2</c:v>
                </c:pt>
                <c:pt idx="388">
                  <c:v>1.461098470520235E-2</c:v>
                </c:pt>
                <c:pt idx="389">
                  <c:v>1.4965555983595063E-2</c:v>
                </c:pt>
                <c:pt idx="390">
                  <c:v>1.4935079639152414E-2</c:v>
                </c:pt>
                <c:pt idx="391">
                  <c:v>1.4864615885166257E-2</c:v>
                </c:pt>
                <c:pt idx="392">
                  <c:v>1.4416571411343143E-2</c:v>
                </c:pt>
                <c:pt idx="393">
                  <c:v>1.4640101151101982E-2</c:v>
                </c:pt>
                <c:pt idx="394">
                  <c:v>1.4824109171486495E-2</c:v>
                </c:pt>
                <c:pt idx="395">
                  <c:v>1.5147377626414103E-2</c:v>
                </c:pt>
                <c:pt idx="396">
                  <c:v>1.5051711552474749E-2</c:v>
                </c:pt>
                <c:pt idx="397">
                  <c:v>1.1524841744432404E-2</c:v>
                </c:pt>
                <c:pt idx="398">
                  <c:v>1.2194794132520738E-2</c:v>
                </c:pt>
                <c:pt idx="399">
                  <c:v>1.0012754847003228E-2</c:v>
                </c:pt>
                <c:pt idx="400">
                  <c:v>1.0212908412400225E-2</c:v>
                </c:pt>
                <c:pt idx="401">
                  <c:v>1.0487672066010577E-2</c:v>
                </c:pt>
                <c:pt idx="402">
                  <c:v>1.0518951829586943E-2</c:v>
                </c:pt>
                <c:pt idx="403">
                  <c:v>1.0594368685658001E-2</c:v>
                </c:pt>
                <c:pt idx="404">
                  <c:v>1.4268055314021763E-2</c:v>
                </c:pt>
                <c:pt idx="405">
                  <c:v>1.7235475573552012E-2</c:v>
                </c:pt>
                <c:pt idx="406">
                  <c:v>1.6982956983015701E-2</c:v>
                </c:pt>
                <c:pt idx="407">
                  <c:v>1.6972377528091609E-2</c:v>
                </c:pt>
                <c:pt idx="408">
                  <c:v>1.6303408115020762E-2</c:v>
                </c:pt>
                <c:pt idx="409">
                  <c:v>1.7138304883116198E-2</c:v>
                </c:pt>
                <c:pt idx="410">
                  <c:v>1.7805937165980418E-2</c:v>
                </c:pt>
                <c:pt idx="411">
                  <c:v>1.8125385381141713E-2</c:v>
                </c:pt>
                <c:pt idx="412">
                  <c:v>1.8685495873636548E-2</c:v>
                </c:pt>
                <c:pt idx="413">
                  <c:v>1.8712899244971364E-2</c:v>
                </c:pt>
                <c:pt idx="414">
                  <c:v>1.838272156869367E-2</c:v>
                </c:pt>
                <c:pt idx="415">
                  <c:v>1.8883742204723167E-2</c:v>
                </c:pt>
                <c:pt idx="416">
                  <c:v>1.8817392446044436E-2</c:v>
                </c:pt>
                <c:pt idx="417">
                  <c:v>1.8480343643464459E-2</c:v>
                </c:pt>
                <c:pt idx="418">
                  <c:v>1.8722545481032034E-2</c:v>
                </c:pt>
                <c:pt idx="419">
                  <c:v>1.867183637532446E-2</c:v>
                </c:pt>
                <c:pt idx="420">
                  <c:v>1.8399260689640089E-2</c:v>
                </c:pt>
                <c:pt idx="421">
                  <c:v>1.926154805499905E-2</c:v>
                </c:pt>
                <c:pt idx="422">
                  <c:v>1.9254269634862837E-2</c:v>
                </c:pt>
                <c:pt idx="423">
                  <c:v>1.6675037453890734E-2</c:v>
                </c:pt>
                <c:pt idx="424">
                  <c:v>1.2378128412489753E-2</c:v>
                </c:pt>
                <c:pt idx="425">
                  <c:v>1.2527990204197443E-2</c:v>
                </c:pt>
                <c:pt idx="426">
                  <c:v>1.2499651641440257E-2</c:v>
                </c:pt>
                <c:pt idx="427">
                  <c:v>1.2556058302936924E-2</c:v>
                </c:pt>
                <c:pt idx="428">
                  <c:v>1.005683654283763E-2</c:v>
                </c:pt>
                <c:pt idx="429">
                  <c:v>1.0433129286703124E-2</c:v>
                </c:pt>
                <c:pt idx="430">
                  <c:v>1.088017811128833E-2</c:v>
                </c:pt>
                <c:pt idx="431">
                  <c:v>1.0372507465643757E-2</c:v>
                </c:pt>
                <c:pt idx="432">
                  <c:v>1.139808506040328E-2</c:v>
                </c:pt>
                <c:pt idx="433">
                  <c:v>1.1948864013154967E-2</c:v>
                </c:pt>
                <c:pt idx="434">
                  <c:v>1.116711429718247E-2</c:v>
                </c:pt>
                <c:pt idx="435">
                  <c:v>1.1825425829234104E-2</c:v>
                </c:pt>
                <c:pt idx="436">
                  <c:v>1.1700791624866846E-2</c:v>
                </c:pt>
                <c:pt idx="437">
                  <c:v>1.1691175171954683E-2</c:v>
                </c:pt>
                <c:pt idx="438">
                  <c:v>1.1822030078085164E-2</c:v>
                </c:pt>
                <c:pt idx="439">
                  <c:v>1.2597989911855078E-2</c:v>
                </c:pt>
                <c:pt idx="440">
                  <c:v>1.1524220311528029E-2</c:v>
                </c:pt>
                <c:pt idx="441">
                  <c:v>1.1531888849382478E-2</c:v>
                </c:pt>
                <c:pt idx="442">
                  <c:v>1.1424126011022573E-2</c:v>
                </c:pt>
                <c:pt idx="443">
                  <c:v>1.1583685517661167E-2</c:v>
                </c:pt>
                <c:pt idx="444">
                  <c:v>1.1410941003798103E-2</c:v>
                </c:pt>
                <c:pt idx="445">
                  <c:v>1.1420990848639258E-2</c:v>
                </c:pt>
                <c:pt idx="446">
                  <c:v>1.1347209846881786E-2</c:v>
                </c:pt>
                <c:pt idx="447">
                  <c:v>1.1295203820038374E-2</c:v>
                </c:pt>
                <c:pt idx="448">
                  <c:v>1.0405396883791921E-2</c:v>
                </c:pt>
                <c:pt idx="449">
                  <c:v>1.0553800028566219E-2</c:v>
                </c:pt>
                <c:pt idx="450">
                  <c:v>1.0409941709464297E-2</c:v>
                </c:pt>
                <c:pt idx="451">
                  <c:v>8.2620809308760913E-3</c:v>
                </c:pt>
                <c:pt idx="452">
                  <c:v>8.0349281676678052E-3</c:v>
                </c:pt>
                <c:pt idx="453">
                  <c:v>7.9420723671620157E-3</c:v>
                </c:pt>
                <c:pt idx="454">
                  <c:v>7.574460152081742E-3</c:v>
                </c:pt>
                <c:pt idx="455">
                  <c:v>7.6196692470445254E-3</c:v>
                </c:pt>
                <c:pt idx="456">
                  <c:v>7.6345835777623739E-3</c:v>
                </c:pt>
                <c:pt idx="457">
                  <c:v>7.808906304588064E-3</c:v>
                </c:pt>
                <c:pt idx="458">
                  <c:v>7.2323902424114538E-3</c:v>
                </c:pt>
                <c:pt idx="459">
                  <c:v>7.6068909841036404E-3</c:v>
                </c:pt>
                <c:pt idx="460">
                  <c:v>7.277310412441753E-3</c:v>
                </c:pt>
                <c:pt idx="461">
                  <c:v>7.2634380128862178E-3</c:v>
                </c:pt>
                <c:pt idx="462">
                  <c:v>7.2801659527384471E-3</c:v>
                </c:pt>
                <c:pt idx="463">
                  <c:v>7.6756799839132923E-3</c:v>
                </c:pt>
                <c:pt idx="464">
                  <c:v>7.8118442212411592E-3</c:v>
                </c:pt>
                <c:pt idx="465">
                  <c:v>9.0149549807660607E-3</c:v>
                </c:pt>
                <c:pt idx="466">
                  <c:v>9.467011868862181E-3</c:v>
                </c:pt>
                <c:pt idx="467">
                  <c:v>9.4113170475341474E-3</c:v>
                </c:pt>
                <c:pt idx="468">
                  <c:v>8.1961343025941068E-3</c:v>
                </c:pt>
                <c:pt idx="469">
                  <c:v>8.1974685030263891E-3</c:v>
                </c:pt>
                <c:pt idx="470">
                  <c:v>8.4416909593334529E-3</c:v>
                </c:pt>
                <c:pt idx="471">
                  <c:v>8.2926289523234734E-3</c:v>
                </c:pt>
                <c:pt idx="472">
                  <c:v>8.2547730324107962E-3</c:v>
                </c:pt>
                <c:pt idx="473">
                  <c:v>8.9989851214826132E-3</c:v>
                </c:pt>
                <c:pt idx="474">
                  <c:v>8.7729412337686202E-3</c:v>
                </c:pt>
                <c:pt idx="475">
                  <c:v>8.6873960950443405E-3</c:v>
                </c:pt>
                <c:pt idx="476">
                  <c:v>8.2526965404391955E-3</c:v>
                </c:pt>
                <c:pt idx="477">
                  <c:v>8.141338545712298E-3</c:v>
                </c:pt>
                <c:pt idx="478">
                  <c:v>7.9959192848640653E-3</c:v>
                </c:pt>
                <c:pt idx="479">
                  <c:v>7.9471640655165137E-3</c:v>
                </c:pt>
                <c:pt idx="480">
                  <c:v>8.3568485431414208E-3</c:v>
                </c:pt>
                <c:pt idx="481">
                  <c:v>1.0142916699030937E-2</c:v>
                </c:pt>
                <c:pt idx="482">
                  <c:v>1.0329339539770324E-2</c:v>
                </c:pt>
                <c:pt idx="483">
                  <c:v>1.0234740167531143E-2</c:v>
                </c:pt>
                <c:pt idx="484">
                  <c:v>1.013442880992271E-2</c:v>
                </c:pt>
                <c:pt idx="485">
                  <c:v>9.8711006871833717E-3</c:v>
                </c:pt>
                <c:pt idx="486">
                  <c:v>9.8786239835550408E-3</c:v>
                </c:pt>
                <c:pt idx="487">
                  <c:v>9.7231777872198617E-3</c:v>
                </c:pt>
                <c:pt idx="488">
                  <c:v>9.7231523755754844E-3</c:v>
                </c:pt>
                <c:pt idx="489">
                  <c:v>9.5176484185942878E-3</c:v>
                </c:pt>
                <c:pt idx="490">
                  <c:v>9.5132720281745475E-3</c:v>
                </c:pt>
                <c:pt idx="491">
                  <c:v>9.5195604513512774E-3</c:v>
                </c:pt>
                <c:pt idx="492">
                  <c:v>8.9302939834574047E-3</c:v>
                </c:pt>
                <c:pt idx="493">
                  <c:v>8.9673802917441363E-3</c:v>
                </c:pt>
                <c:pt idx="494">
                  <c:v>9.1797796327808562E-3</c:v>
                </c:pt>
                <c:pt idx="495">
                  <c:v>9.3513277363160181E-3</c:v>
                </c:pt>
                <c:pt idx="496">
                  <c:v>8.9489154205302963E-3</c:v>
                </c:pt>
                <c:pt idx="497">
                  <c:v>8.6852741711050865E-3</c:v>
                </c:pt>
                <c:pt idx="498">
                  <c:v>8.9683644727250184E-3</c:v>
                </c:pt>
                <c:pt idx="499">
                  <c:v>8.7226935118974308E-3</c:v>
                </c:pt>
                <c:pt idx="500">
                  <c:v>7.10825365587342E-3</c:v>
                </c:pt>
                <c:pt idx="501">
                  <c:v>6.5506880974151348E-3</c:v>
                </c:pt>
                <c:pt idx="502">
                  <c:v>7.4935713147165021E-3</c:v>
                </c:pt>
                <c:pt idx="503">
                  <c:v>5.9571760130460996E-3</c:v>
                </c:pt>
                <c:pt idx="504">
                  <c:v>6.0233381911406212E-3</c:v>
                </c:pt>
                <c:pt idx="505">
                  <c:v>6.0075524311031595E-3</c:v>
                </c:pt>
                <c:pt idx="506">
                  <c:v>6.012572088035583E-3</c:v>
                </c:pt>
                <c:pt idx="507">
                  <c:v>6.1988250053553479E-3</c:v>
                </c:pt>
                <c:pt idx="508">
                  <c:v>6.1965244662578059E-3</c:v>
                </c:pt>
                <c:pt idx="509">
                  <c:v>7.1437130219402702E-3</c:v>
                </c:pt>
                <c:pt idx="510">
                  <c:v>7.1805612499432235E-3</c:v>
                </c:pt>
                <c:pt idx="511">
                  <c:v>6.8564438341050735E-3</c:v>
                </c:pt>
                <c:pt idx="512">
                  <c:v>6.9054248689804244E-3</c:v>
                </c:pt>
                <c:pt idx="513">
                  <c:v>6.9322591082662619E-3</c:v>
                </c:pt>
                <c:pt idx="514">
                  <c:v>6.8864334935847321E-3</c:v>
                </c:pt>
                <c:pt idx="515">
                  <c:v>6.9134536529053027E-3</c:v>
                </c:pt>
                <c:pt idx="516">
                  <c:v>7.0058213440088437E-3</c:v>
                </c:pt>
                <c:pt idx="517">
                  <c:v>9.7466893743114805E-3</c:v>
                </c:pt>
                <c:pt idx="518">
                  <c:v>1.0883566695780868E-2</c:v>
                </c:pt>
                <c:pt idx="519">
                  <c:v>1.1657885318823526E-2</c:v>
                </c:pt>
                <c:pt idx="520">
                  <c:v>1.2311181727283838E-2</c:v>
                </c:pt>
                <c:pt idx="521">
                  <c:v>1.2243504837965817E-2</c:v>
                </c:pt>
                <c:pt idx="522">
                  <c:v>1.2677040238794688E-2</c:v>
                </c:pt>
                <c:pt idx="523">
                  <c:v>1.3392725571510463E-2</c:v>
                </c:pt>
                <c:pt idx="524">
                  <c:v>1.366139481409924E-2</c:v>
                </c:pt>
                <c:pt idx="525">
                  <c:v>1.3705783080190518E-2</c:v>
                </c:pt>
                <c:pt idx="526">
                  <c:v>1.3878843405101603E-2</c:v>
                </c:pt>
                <c:pt idx="527">
                  <c:v>1.4041783324246052E-2</c:v>
                </c:pt>
                <c:pt idx="528">
                  <c:v>1.3887637563101808E-2</c:v>
                </c:pt>
                <c:pt idx="529">
                  <c:v>1.3774023695048541E-2</c:v>
                </c:pt>
                <c:pt idx="530">
                  <c:v>1.3851592008852154E-2</c:v>
                </c:pt>
                <c:pt idx="531">
                  <c:v>1.3781946665786617E-2</c:v>
                </c:pt>
                <c:pt idx="532">
                  <c:v>1.3864762751514883E-2</c:v>
                </c:pt>
                <c:pt idx="533">
                  <c:v>1.3604390206961211E-2</c:v>
                </c:pt>
                <c:pt idx="534">
                  <c:v>1.3489271547367898E-2</c:v>
                </c:pt>
                <c:pt idx="535">
                  <c:v>1.3580577681308437E-2</c:v>
                </c:pt>
                <c:pt idx="536">
                  <c:v>1.2056274652977667E-2</c:v>
                </c:pt>
                <c:pt idx="537">
                  <c:v>1.1034172342078421E-2</c:v>
                </c:pt>
                <c:pt idx="538">
                  <c:v>9.8222715842360662E-3</c:v>
                </c:pt>
                <c:pt idx="539">
                  <c:v>8.471042619469283E-3</c:v>
                </c:pt>
                <c:pt idx="540">
                  <c:v>7.6081902587433227E-3</c:v>
                </c:pt>
                <c:pt idx="541">
                  <c:v>7.3690568326878758E-3</c:v>
                </c:pt>
                <c:pt idx="542">
                  <c:v>8.0773269484035928E-3</c:v>
                </c:pt>
                <c:pt idx="543">
                  <c:v>7.7760543428117713E-3</c:v>
                </c:pt>
                <c:pt idx="544">
                  <c:v>7.7071836976078702E-3</c:v>
                </c:pt>
                <c:pt idx="545">
                  <c:v>7.5541414692644375E-3</c:v>
                </c:pt>
                <c:pt idx="546">
                  <c:v>7.5853019797844324E-3</c:v>
                </c:pt>
                <c:pt idx="547">
                  <c:v>7.5291145794827985E-3</c:v>
                </c:pt>
                <c:pt idx="548">
                  <c:v>7.8600978685879237E-3</c:v>
                </c:pt>
                <c:pt idx="549">
                  <c:v>7.7889363230709413E-3</c:v>
                </c:pt>
                <c:pt idx="550">
                  <c:v>8.1537331277860194E-3</c:v>
                </c:pt>
                <c:pt idx="551">
                  <c:v>8.2880731798172409E-3</c:v>
                </c:pt>
                <c:pt idx="552">
                  <c:v>8.4078758634315368E-3</c:v>
                </c:pt>
                <c:pt idx="553">
                  <c:v>8.3906354752913519E-3</c:v>
                </c:pt>
                <c:pt idx="554">
                  <c:v>8.3580645424429015E-3</c:v>
                </c:pt>
                <c:pt idx="555">
                  <c:v>8.4446242783274995E-3</c:v>
                </c:pt>
                <c:pt idx="556">
                  <c:v>8.512844848981781E-3</c:v>
                </c:pt>
                <c:pt idx="557">
                  <c:v>8.6023680961392051E-3</c:v>
                </c:pt>
                <c:pt idx="558">
                  <c:v>8.6000877262958041E-3</c:v>
                </c:pt>
                <c:pt idx="559">
                  <c:v>8.5956373492539206E-3</c:v>
                </c:pt>
                <c:pt idx="560">
                  <c:v>8.4853862675509824E-3</c:v>
                </c:pt>
                <c:pt idx="561">
                  <c:v>5.6428383944018175E-3</c:v>
                </c:pt>
                <c:pt idx="562">
                  <c:v>5.6484162776834039E-3</c:v>
                </c:pt>
                <c:pt idx="563">
                  <c:v>5.6320367774469401E-3</c:v>
                </c:pt>
                <c:pt idx="564">
                  <c:v>5.6343710030949011E-3</c:v>
                </c:pt>
                <c:pt idx="565">
                  <c:v>5.4017845795883502E-3</c:v>
                </c:pt>
                <c:pt idx="566">
                  <c:v>5.3231208108758072E-3</c:v>
                </c:pt>
                <c:pt idx="567">
                  <c:v>5.0544064328764847E-3</c:v>
                </c:pt>
                <c:pt idx="568">
                  <c:v>5.0541184256435263E-3</c:v>
                </c:pt>
                <c:pt idx="569">
                  <c:v>4.9665547620710839E-3</c:v>
                </c:pt>
                <c:pt idx="570">
                  <c:v>5.4547266394589121E-3</c:v>
                </c:pt>
                <c:pt idx="571">
                  <c:v>6.3931632307545434E-3</c:v>
                </c:pt>
                <c:pt idx="572">
                  <c:v>1.0234509713473377E-2</c:v>
                </c:pt>
                <c:pt idx="573">
                  <c:v>1.0291833110270049E-2</c:v>
                </c:pt>
                <c:pt idx="574">
                  <c:v>1.2791868192437397E-2</c:v>
                </c:pt>
                <c:pt idx="575">
                  <c:v>1.2893859107016705E-2</c:v>
                </c:pt>
                <c:pt idx="576">
                  <c:v>1.287075248906531E-2</c:v>
                </c:pt>
                <c:pt idx="577">
                  <c:v>1.2879296948252595E-2</c:v>
                </c:pt>
                <c:pt idx="578">
                  <c:v>1.3218563135174447E-2</c:v>
                </c:pt>
                <c:pt idx="579">
                  <c:v>1.3232695142913352E-2</c:v>
                </c:pt>
                <c:pt idx="580">
                  <c:v>1.3570932476272179E-2</c:v>
                </c:pt>
                <c:pt idx="581">
                  <c:v>1.4505024634358668E-2</c:v>
                </c:pt>
                <c:pt idx="582">
                  <c:v>1.4465798966426437E-2</c:v>
                </c:pt>
                <c:pt idx="583">
                  <c:v>1.4450877787814224E-2</c:v>
                </c:pt>
                <c:pt idx="584">
                  <c:v>1.4782257267365782E-2</c:v>
                </c:pt>
                <c:pt idx="585">
                  <c:v>1.4884509647089969E-2</c:v>
                </c:pt>
                <c:pt idx="586">
                  <c:v>1.497563574513335E-2</c:v>
                </c:pt>
                <c:pt idx="587">
                  <c:v>1.5007923162751634E-2</c:v>
                </c:pt>
                <c:pt idx="588">
                  <c:v>1.4805132820823406E-2</c:v>
                </c:pt>
                <c:pt idx="589">
                  <c:v>1.4617518471347011E-2</c:v>
                </c:pt>
                <c:pt idx="590">
                  <c:v>1.4062407148969036E-2</c:v>
                </c:pt>
                <c:pt idx="591">
                  <c:v>1.104158772784122E-2</c:v>
                </c:pt>
                <c:pt idx="592">
                  <c:v>1.0559989714425176E-2</c:v>
                </c:pt>
                <c:pt idx="593">
                  <c:v>8.5009544655796007E-3</c:v>
                </c:pt>
                <c:pt idx="594">
                  <c:v>8.4304177854464257E-3</c:v>
                </c:pt>
                <c:pt idx="595">
                  <c:v>8.4979290764250291E-3</c:v>
                </c:pt>
                <c:pt idx="596">
                  <c:v>8.6172242778214166E-3</c:v>
                </c:pt>
                <c:pt idx="597">
                  <c:v>8.1953791634772222E-3</c:v>
                </c:pt>
                <c:pt idx="598">
                  <c:v>1.173096318532758E-2</c:v>
                </c:pt>
                <c:pt idx="599">
                  <c:v>1.1815457970979571E-2</c:v>
                </c:pt>
                <c:pt idx="600">
                  <c:v>1.070027545093837E-2</c:v>
                </c:pt>
                <c:pt idx="601">
                  <c:v>1.2384131680623051E-2</c:v>
                </c:pt>
                <c:pt idx="602">
                  <c:v>1.2440758635216957E-2</c:v>
                </c:pt>
                <c:pt idx="603">
                  <c:v>1.2626207791111567E-2</c:v>
                </c:pt>
                <c:pt idx="604">
                  <c:v>1.259525026003298E-2</c:v>
                </c:pt>
                <c:pt idx="605">
                  <c:v>1.2563554682591228E-2</c:v>
                </c:pt>
                <c:pt idx="606">
                  <c:v>1.2648346099360304E-2</c:v>
                </c:pt>
                <c:pt idx="607">
                  <c:v>1.2843331931584228E-2</c:v>
                </c:pt>
                <c:pt idx="608">
                  <c:v>1.2639641649067342E-2</c:v>
                </c:pt>
                <c:pt idx="609">
                  <c:v>1.2559745586550496E-2</c:v>
                </c:pt>
                <c:pt idx="610">
                  <c:v>1.2687661210073716E-2</c:v>
                </c:pt>
                <c:pt idx="611">
                  <c:v>1.3453869691825446E-2</c:v>
                </c:pt>
                <c:pt idx="612">
                  <c:v>1.353943896960739E-2</c:v>
                </c:pt>
                <c:pt idx="613">
                  <c:v>1.3414268018604741E-2</c:v>
                </c:pt>
                <c:pt idx="614">
                  <c:v>1.3422324733565839E-2</c:v>
                </c:pt>
                <c:pt idx="615">
                  <c:v>1.3407607868662101E-2</c:v>
                </c:pt>
                <c:pt idx="616">
                  <c:v>1.3318588634263275E-2</c:v>
                </c:pt>
                <c:pt idx="617">
                  <c:v>1.0407002350379982E-2</c:v>
                </c:pt>
                <c:pt idx="618">
                  <c:v>1.0220241454185035E-2</c:v>
                </c:pt>
                <c:pt idx="619">
                  <c:v>1.0374680126937813E-2</c:v>
                </c:pt>
                <c:pt idx="620">
                  <c:v>7.3124403405134967E-3</c:v>
                </c:pt>
                <c:pt idx="621">
                  <c:v>7.584390472148133E-3</c:v>
                </c:pt>
                <c:pt idx="622">
                  <c:v>7.4866273387860244E-3</c:v>
                </c:pt>
                <c:pt idx="623">
                  <c:v>7.4725745255177327E-3</c:v>
                </c:pt>
                <c:pt idx="624">
                  <c:v>7.5768219574121227E-3</c:v>
                </c:pt>
                <c:pt idx="625">
                  <c:v>9.0801667662987629E-3</c:v>
                </c:pt>
                <c:pt idx="626">
                  <c:v>9.5241248773595983E-3</c:v>
                </c:pt>
                <c:pt idx="627">
                  <c:v>9.881150937976509E-3</c:v>
                </c:pt>
                <c:pt idx="628">
                  <c:v>9.9111093341122322E-3</c:v>
                </c:pt>
                <c:pt idx="629">
                  <c:v>9.9359300121854323E-3</c:v>
                </c:pt>
                <c:pt idx="630">
                  <c:v>9.2562794631164038E-3</c:v>
                </c:pt>
                <c:pt idx="631">
                  <c:v>9.4873444858332989E-3</c:v>
                </c:pt>
                <c:pt idx="632">
                  <c:v>9.8234602489374982E-3</c:v>
                </c:pt>
                <c:pt idx="633">
                  <c:v>1.0420541991493558E-2</c:v>
                </c:pt>
                <c:pt idx="634">
                  <c:v>1.0312109264561218E-2</c:v>
                </c:pt>
                <c:pt idx="635">
                  <c:v>1.0312495444393105E-2</c:v>
                </c:pt>
                <c:pt idx="636">
                  <c:v>1.0306590771658315E-2</c:v>
                </c:pt>
                <c:pt idx="637">
                  <c:v>1.0017143401259934E-2</c:v>
                </c:pt>
                <c:pt idx="638">
                  <c:v>9.7524571618768617E-3</c:v>
                </c:pt>
                <c:pt idx="639">
                  <c:v>9.6619621966884672E-3</c:v>
                </c:pt>
                <c:pt idx="640">
                  <c:v>9.3023634678541939E-3</c:v>
                </c:pt>
                <c:pt idx="641">
                  <c:v>8.865394200141645E-3</c:v>
                </c:pt>
                <c:pt idx="642">
                  <c:v>9.0579364942560588E-3</c:v>
                </c:pt>
                <c:pt idx="643">
                  <c:v>9.3830721620500601E-3</c:v>
                </c:pt>
                <c:pt idx="644">
                  <c:v>8.4204332552949585E-3</c:v>
                </c:pt>
                <c:pt idx="645">
                  <c:v>7.9650704746900333E-3</c:v>
                </c:pt>
                <c:pt idx="646">
                  <c:v>7.8603983570446328E-3</c:v>
                </c:pt>
                <c:pt idx="647">
                  <c:v>8.3251630751823447E-3</c:v>
                </c:pt>
                <c:pt idx="648">
                  <c:v>8.0404395992662338E-3</c:v>
                </c:pt>
                <c:pt idx="649">
                  <c:v>8.0495060299668117E-3</c:v>
                </c:pt>
                <c:pt idx="650">
                  <c:v>8.0843736572874785E-3</c:v>
                </c:pt>
                <c:pt idx="651">
                  <c:v>7.7284373411571012E-3</c:v>
                </c:pt>
                <c:pt idx="652">
                  <c:v>7.2941991929589131E-3</c:v>
                </c:pt>
                <c:pt idx="653">
                  <c:v>7.4250663238916428E-3</c:v>
                </c:pt>
                <c:pt idx="654">
                  <c:v>7.9693188322010212E-3</c:v>
                </c:pt>
                <c:pt idx="655">
                  <c:v>8.0390525478427101E-3</c:v>
                </c:pt>
                <c:pt idx="656">
                  <c:v>8.2361774358795502E-3</c:v>
                </c:pt>
                <c:pt idx="657">
                  <c:v>8.2227486490592441E-3</c:v>
                </c:pt>
                <c:pt idx="658">
                  <c:v>8.2814603366102059E-3</c:v>
                </c:pt>
                <c:pt idx="659">
                  <c:v>8.3666535050352514E-3</c:v>
                </c:pt>
                <c:pt idx="660">
                  <c:v>8.2826116932672236E-3</c:v>
                </c:pt>
                <c:pt idx="661">
                  <c:v>8.0927439486027028E-3</c:v>
                </c:pt>
                <c:pt idx="662">
                  <c:v>7.4724433249641672E-3</c:v>
                </c:pt>
                <c:pt idx="663">
                  <c:v>7.6562985275510018E-3</c:v>
                </c:pt>
                <c:pt idx="664">
                  <c:v>7.7283489380602401E-3</c:v>
                </c:pt>
                <c:pt idx="665">
                  <c:v>6.8831300266243419E-3</c:v>
                </c:pt>
                <c:pt idx="666">
                  <c:v>6.7126436762570685E-3</c:v>
                </c:pt>
                <c:pt idx="667">
                  <c:v>6.7264875763541629E-3</c:v>
                </c:pt>
                <c:pt idx="668">
                  <c:v>6.6838496879713652E-3</c:v>
                </c:pt>
                <c:pt idx="669">
                  <c:v>6.4416435435531551E-3</c:v>
                </c:pt>
                <c:pt idx="670">
                  <c:v>6.4241056014712628E-3</c:v>
                </c:pt>
                <c:pt idx="671">
                  <c:v>6.1864340097555655E-3</c:v>
                </c:pt>
                <c:pt idx="672">
                  <c:v>6.2217922393372248E-3</c:v>
                </c:pt>
                <c:pt idx="673">
                  <c:v>8.276337988057967E-3</c:v>
                </c:pt>
                <c:pt idx="674">
                  <c:v>8.2629522199649461E-3</c:v>
                </c:pt>
                <c:pt idx="675">
                  <c:v>9.1991084668857186E-3</c:v>
                </c:pt>
                <c:pt idx="676">
                  <c:v>9.5195723998728297E-3</c:v>
                </c:pt>
                <c:pt idx="677">
                  <c:v>9.4728350446970418E-3</c:v>
                </c:pt>
                <c:pt idx="678">
                  <c:v>9.7280494896496428E-3</c:v>
                </c:pt>
                <c:pt idx="679">
                  <c:v>9.776179283636173E-3</c:v>
                </c:pt>
                <c:pt idx="680">
                  <c:v>9.7169998621352994E-3</c:v>
                </c:pt>
                <c:pt idx="681">
                  <c:v>1.0001290010838059E-2</c:v>
                </c:pt>
                <c:pt idx="682">
                  <c:v>1.0342384890278587E-2</c:v>
                </c:pt>
                <c:pt idx="683">
                  <c:v>1.0575070046536118E-2</c:v>
                </c:pt>
                <c:pt idx="684">
                  <c:v>1.018442952761398E-2</c:v>
                </c:pt>
                <c:pt idx="685">
                  <c:v>1.4965325540981718E-2</c:v>
                </c:pt>
                <c:pt idx="686">
                  <c:v>1.4831589997523098E-2</c:v>
                </c:pt>
                <c:pt idx="687">
                  <c:v>1.5100270131449293E-2</c:v>
                </c:pt>
                <c:pt idx="688">
                  <c:v>1.6031608927790871E-2</c:v>
                </c:pt>
                <c:pt idx="689">
                  <c:v>1.5918847152326457E-2</c:v>
                </c:pt>
                <c:pt idx="690">
                  <c:v>1.6522754575294403E-2</c:v>
                </c:pt>
                <c:pt idx="691">
                  <c:v>1.6569459591569417E-2</c:v>
                </c:pt>
                <c:pt idx="692">
                  <c:v>1.6035437399121475E-2</c:v>
                </c:pt>
                <c:pt idx="693">
                  <c:v>1.5922122695455114E-2</c:v>
                </c:pt>
                <c:pt idx="694">
                  <c:v>1.5694089102764531E-2</c:v>
                </c:pt>
                <c:pt idx="695">
                  <c:v>1.524364291209414E-2</c:v>
                </c:pt>
                <c:pt idx="696">
                  <c:v>1.5076527639893577E-2</c:v>
                </c:pt>
                <c:pt idx="697">
                  <c:v>1.5760838202205703E-2</c:v>
                </c:pt>
                <c:pt idx="698">
                  <c:v>1.6158206828387738E-2</c:v>
                </c:pt>
                <c:pt idx="699">
                  <c:v>1.6223217294477187E-2</c:v>
                </c:pt>
                <c:pt idx="700">
                  <c:v>1.61979913594626E-2</c:v>
                </c:pt>
                <c:pt idx="701">
                  <c:v>1.6169623798589199E-2</c:v>
                </c:pt>
                <c:pt idx="702">
                  <c:v>1.6035190948933593E-2</c:v>
                </c:pt>
                <c:pt idx="703">
                  <c:v>1.6097965297051389E-2</c:v>
                </c:pt>
                <c:pt idx="704">
                  <c:v>1.189499539892137E-2</c:v>
                </c:pt>
                <c:pt idx="705">
                  <c:v>1.1330031762912439E-2</c:v>
                </c:pt>
                <c:pt idx="706">
                  <c:v>1.1250448859462926E-2</c:v>
                </c:pt>
                <c:pt idx="707">
                  <c:v>1.1485794229496993E-2</c:v>
                </c:pt>
                <c:pt idx="708">
                  <c:v>1.1565028887528828E-2</c:v>
                </c:pt>
                <c:pt idx="709">
                  <c:v>1.0907687609174776E-2</c:v>
                </c:pt>
                <c:pt idx="710">
                  <c:v>1.09285549200571E-2</c:v>
                </c:pt>
                <c:pt idx="711">
                  <c:v>1.1372927474663525E-2</c:v>
                </c:pt>
                <c:pt idx="712">
                  <c:v>1.129777519239053E-2</c:v>
                </c:pt>
                <c:pt idx="713">
                  <c:v>1.1261322345596842E-2</c:v>
                </c:pt>
                <c:pt idx="714">
                  <c:v>1.1167623214163721E-2</c:v>
                </c:pt>
                <c:pt idx="715">
                  <c:v>1.1288181661967709E-2</c:v>
                </c:pt>
                <c:pt idx="716">
                  <c:v>1.0838701156064058E-2</c:v>
                </c:pt>
                <c:pt idx="717">
                  <c:v>1.1214014441366155E-2</c:v>
                </c:pt>
                <c:pt idx="718">
                  <c:v>1.1361341405059195E-2</c:v>
                </c:pt>
                <c:pt idx="719">
                  <c:v>1.3269737153427615E-2</c:v>
                </c:pt>
                <c:pt idx="720">
                  <c:v>1.3352616208026278E-2</c:v>
                </c:pt>
                <c:pt idx="721">
                  <c:v>1.4048957285199358E-2</c:v>
                </c:pt>
                <c:pt idx="722">
                  <c:v>1.3832193644040225E-2</c:v>
                </c:pt>
                <c:pt idx="723">
                  <c:v>1.3248581371325407E-2</c:v>
                </c:pt>
                <c:pt idx="724">
                  <c:v>1.3412817837665269E-2</c:v>
                </c:pt>
                <c:pt idx="725">
                  <c:v>1.324211380869039E-2</c:v>
                </c:pt>
                <c:pt idx="726">
                  <c:v>1.2582842966755381E-2</c:v>
                </c:pt>
                <c:pt idx="727">
                  <c:v>1.2590687596135065E-2</c:v>
                </c:pt>
                <c:pt idx="728">
                  <c:v>1.2586656370915283E-2</c:v>
                </c:pt>
                <c:pt idx="729">
                  <c:v>1.2345827158082067E-2</c:v>
                </c:pt>
                <c:pt idx="730">
                  <c:v>1.162051363361947E-2</c:v>
                </c:pt>
                <c:pt idx="731">
                  <c:v>1.1618275601139356E-2</c:v>
                </c:pt>
                <c:pt idx="732">
                  <c:v>1.1673604595810374E-2</c:v>
                </c:pt>
                <c:pt idx="733">
                  <c:v>1.1800619815503651E-2</c:v>
                </c:pt>
                <c:pt idx="734">
                  <c:v>1.1006708590760181E-2</c:v>
                </c:pt>
                <c:pt idx="735">
                  <c:v>1.0571701323417044E-2</c:v>
                </c:pt>
                <c:pt idx="736">
                  <c:v>1.024701153270877E-2</c:v>
                </c:pt>
                <c:pt idx="737">
                  <c:v>1.0139707988849061E-2</c:v>
                </c:pt>
                <c:pt idx="738">
                  <c:v>8.4228256627538658E-3</c:v>
                </c:pt>
                <c:pt idx="739">
                  <c:v>8.0379414970813082E-3</c:v>
                </c:pt>
                <c:pt idx="740">
                  <c:v>6.6590526875454272E-3</c:v>
                </c:pt>
                <c:pt idx="741">
                  <c:v>6.4600187200819711E-3</c:v>
                </c:pt>
                <c:pt idx="742">
                  <c:v>6.6206431652867277E-3</c:v>
                </c:pt>
                <c:pt idx="743">
                  <c:v>7.2568824470048846E-3</c:v>
                </c:pt>
                <c:pt idx="744">
                  <c:v>7.2118781994162957E-3</c:v>
                </c:pt>
                <c:pt idx="745">
                  <c:v>8.807352817648776E-3</c:v>
                </c:pt>
                <c:pt idx="746">
                  <c:v>8.7944115320390034E-3</c:v>
                </c:pt>
                <c:pt idx="747">
                  <c:v>9.0365426907033693E-3</c:v>
                </c:pt>
                <c:pt idx="748">
                  <c:v>9.3088250847740243E-3</c:v>
                </c:pt>
                <c:pt idx="749">
                  <c:v>9.8606508825405757E-3</c:v>
                </c:pt>
                <c:pt idx="750">
                  <c:v>9.932563836812968E-3</c:v>
                </c:pt>
                <c:pt idx="751">
                  <c:v>9.9510928836985604E-3</c:v>
                </c:pt>
                <c:pt idx="752">
                  <c:v>9.9184430443506541E-3</c:v>
                </c:pt>
                <c:pt idx="753">
                  <c:v>1.1585486676262115E-2</c:v>
                </c:pt>
                <c:pt idx="754">
                  <c:v>1.2048482794020059E-2</c:v>
                </c:pt>
                <c:pt idx="755">
                  <c:v>1.1799401787437033E-2</c:v>
                </c:pt>
                <c:pt idx="756">
                  <c:v>1.1681602905929031E-2</c:v>
                </c:pt>
                <c:pt idx="757">
                  <c:v>1.1585618553978799E-2</c:v>
                </c:pt>
                <c:pt idx="758">
                  <c:v>1.1691914415077703E-2</c:v>
                </c:pt>
                <c:pt idx="759">
                  <c:v>1.1688304491914422E-2</c:v>
                </c:pt>
                <c:pt idx="760">
                  <c:v>1.1915581243125148E-2</c:v>
                </c:pt>
                <c:pt idx="761">
                  <c:v>1.2753912869524115E-2</c:v>
                </c:pt>
                <c:pt idx="762">
                  <c:v>1.3065615940265998E-2</c:v>
                </c:pt>
                <c:pt idx="763">
                  <c:v>1.2914661061387103E-2</c:v>
                </c:pt>
                <c:pt idx="764">
                  <c:v>1.1618956122649543E-2</c:v>
                </c:pt>
                <c:pt idx="765">
                  <c:v>1.1675853491608023E-2</c:v>
                </c:pt>
                <c:pt idx="766">
                  <c:v>1.1680480767835722E-2</c:v>
                </c:pt>
                <c:pt idx="767">
                  <c:v>1.0962960429304773E-2</c:v>
                </c:pt>
                <c:pt idx="768">
                  <c:v>1.030262197684223E-2</c:v>
                </c:pt>
                <c:pt idx="769">
                  <c:v>1.0342126162767001E-2</c:v>
                </c:pt>
                <c:pt idx="770">
                  <c:v>1.0660775830856669E-2</c:v>
                </c:pt>
                <c:pt idx="771">
                  <c:v>1.0606541688653798E-2</c:v>
                </c:pt>
                <c:pt idx="772">
                  <c:v>9.4958038300387154E-3</c:v>
                </c:pt>
                <c:pt idx="773">
                  <c:v>9.2615719930709359E-3</c:v>
                </c:pt>
                <c:pt idx="774">
                  <c:v>9.4894195686312556E-3</c:v>
                </c:pt>
                <c:pt idx="775">
                  <c:v>9.4425361717141026E-3</c:v>
                </c:pt>
                <c:pt idx="776">
                  <c:v>1.0332941193368727E-2</c:v>
                </c:pt>
                <c:pt idx="777">
                  <c:v>1.137139340628817E-2</c:v>
                </c:pt>
                <c:pt idx="778">
                  <c:v>1.2930905108503424E-2</c:v>
                </c:pt>
                <c:pt idx="779">
                  <c:v>1.2636146291259386E-2</c:v>
                </c:pt>
                <c:pt idx="780">
                  <c:v>1.2129418342039936E-2</c:v>
                </c:pt>
                <c:pt idx="781">
                  <c:v>1.1412844468902845E-2</c:v>
                </c:pt>
                <c:pt idx="782">
                  <c:v>1.1476428469984725E-2</c:v>
                </c:pt>
                <c:pt idx="783">
                  <c:v>1.1502357321771366E-2</c:v>
                </c:pt>
                <c:pt idx="784">
                  <c:v>1.2399866914397739E-2</c:v>
                </c:pt>
                <c:pt idx="785">
                  <c:v>1.2475056722190602E-2</c:v>
                </c:pt>
                <c:pt idx="786">
                  <c:v>1.2499332216878375E-2</c:v>
                </c:pt>
                <c:pt idx="787">
                  <c:v>1.2318879105803152E-2</c:v>
                </c:pt>
                <c:pt idx="788">
                  <c:v>1.2403017167248342E-2</c:v>
                </c:pt>
                <c:pt idx="789">
                  <c:v>1.356515881412069E-2</c:v>
                </c:pt>
                <c:pt idx="790">
                  <c:v>1.5122806378847295E-2</c:v>
                </c:pt>
                <c:pt idx="791">
                  <c:v>1.5364540170523265E-2</c:v>
                </c:pt>
                <c:pt idx="792">
                  <c:v>1.5190080311802792E-2</c:v>
                </c:pt>
                <c:pt idx="793">
                  <c:v>1.5288827656190841E-2</c:v>
                </c:pt>
                <c:pt idx="794">
                  <c:v>1.5662722125284082E-2</c:v>
                </c:pt>
                <c:pt idx="795">
                  <c:v>1.5060781108626256E-2</c:v>
                </c:pt>
                <c:pt idx="796">
                  <c:v>1.3789420665938648E-2</c:v>
                </c:pt>
                <c:pt idx="797">
                  <c:v>1.2790109152047941E-2</c:v>
                </c:pt>
                <c:pt idx="798">
                  <c:v>1.27380017199591E-2</c:v>
                </c:pt>
                <c:pt idx="799">
                  <c:v>1.2656303075176633E-2</c:v>
                </c:pt>
                <c:pt idx="800">
                  <c:v>1.2697410752238271E-2</c:v>
                </c:pt>
                <c:pt idx="801">
                  <c:v>1.247651404154641E-2</c:v>
                </c:pt>
                <c:pt idx="802">
                  <c:v>1.2486547026744139E-2</c:v>
                </c:pt>
                <c:pt idx="803">
                  <c:v>1.1819547548150559E-2</c:v>
                </c:pt>
                <c:pt idx="804">
                  <c:v>1.1837202251573677E-2</c:v>
                </c:pt>
                <c:pt idx="805">
                  <c:v>1.180881790471253E-2</c:v>
                </c:pt>
                <c:pt idx="806">
                  <c:v>1.1782688611336066E-2</c:v>
                </c:pt>
                <c:pt idx="807">
                  <c:v>1.1541417966508687E-2</c:v>
                </c:pt>
                <c:pt idx="808">
                  <c:v>9.3937203405998013E-3</c:v>
                </c:pt>
                <c:pt idx="809">
                  <c:v>8.2373296773885288E-3</c:v>
                </c:pt>
                <c:pt idx="810">
                  <c:v>7.6277146247092087E-3</c:v>
                </c:pt>
                <c:pt idx="811">
                  <c:v>7.6931383217457685E-3</c:v>
                </c:pt>
                <c:pt idx="812">
                  <c:v>7.8200388601719004E-3</c:v>
                </c:pt>
                <c:pt idx="813">
                  <c:v>7.9414698569565643E-3</c:v>
                </c:pt>
                <c:pt idx="814">
                  <c:v>7.8442628744345606E-3</c:v>
                </c:pt>
                <c:pt idx="815">
                  <c:v>8.1706469222741773E-3</c:v>
                </c:pt>
                <c:pt idx="816">
                  <c:v>8.1778129373875231E-3</c:v>
                </c:pt>
                <c:pt idx="817">
                  <c:v>8.1949119245001475E-3</c:v>
                </c:pt>
                <c:pt idx="818">
                  <c:v>8.2156157201731389E-3</c:v>
                </c:pt>
                <c:pt idx="819">
                  <c:v>8.185157177950932E-3</c:v>
                </c:pt>
                <c:pt idx="820">
                  <c:v>1.2886721647436868E-2</c:v>
                </c:pt>
                <c:pt idx="821">
                  <c:v>1.2827577261713498E-2</c:v>
                </c:pt>
                <c:pt idx="822">
                  <c:v>1.3233789659091066E-2</c:v>
                </c:pt>
                <c:pt idx="823">
                  <c:v>1.4319010723681119E-2</c:v>
                </c:pt>
                <c:pt idx="824">
                  <c:v>1.4413572418535388E-2</c:v>
                </c:pt>
                <c:pt idx="825">
                  <c:v>1.4361886708151257E-2</c:v>
                </c:pt>
                <c:pt idx="826">
                  <c:v>1.6329769547078855E-2</c:v>
                </c:pt>
                <c:pt idx="827">
                  <c:v>1.6582065985418133E-2</c:v>
                </c:pt>
                <c:pt idx="828">
                  <c:v>1.6506344923210355E-2</c:v>
                </c:pt>
                <c:pt idx="829">
                  <c:v>1.6331584124947368E-2</c:v>
                </c:pt>
                <c:pt idx="830">
                  <c:v>1.6392472198306991E-2</c:v>
                </c:pt>
                <c:pt idx="831">
                  <c:v>1.7801264129147919E-2</c:v>
                </c:pt>
                <c:pt idx="832">
                  <c:v>1.7134375790461641E-2</c:v>
                </c:pt>
                <c:pt idx="833">
                  <c:v>1.7178809099554569E-2</c:v>
                </c:pt>
                <c:pt idx="834">
                  <c:v>1.8832956363403801E-2</c:v>
                </c:pt>
                <c:pt idx="835">
                  <c:v>1.9033319783395442E-2</c:v>
                </c:pt>
                <c:pt idx="836">
                  <c:v>1.8597335728214103E-2</c:v>
                </c:pt>
                <c:pt idx="837">
                  <c:v>1.9055666552836928E-2</c:v>
                </c:pt>
                <c:pt idx="838">
                  <c:v>2.0102687584931275E-2</c:v>
                </c:pt>
                <c:pt idx="839">
                  <c:v>1.8810774177578558E-2</c:v>
                </c:pt>
                <c:pt idx="840">
                  <c:v>2.2154680051140928E-2</c:v>
                </c:pt>
                <c:pt idx="841">
                  <c:v>2.1802945970332711E-2</c:v>
                </c:pt>
                <c:pt idx="842">
                  <c:v>2.4089053904767194E-2</c:v>
                </c:pt>
                <c:pt idx="843">
                  <c:v>2.4318851605385286E-2</c:v>
                </c:pt>
                <c:pt idx="844">
                  <c:v>2.4892472851048647E-2</c:v>
                </c:pt>
                <c:pt idx="845">
                  <c:v>2.3815417321809931E-2</c:v>
                </c:pt>
                <c:pt idx="846">
                  <c:v>2.3753192451563203E-2</c:v>
                </c:pt>
                <c:pt idx="847">
                  <c:v>2.3787059515287808E-2</c:v>
                </c:pt>
                <c:pt idx="848">
                  <c:v>2.4688405217178182E-2</c:v>
                </c:pt>
                <c:pt idx="849">
                  <c:v>2.4642046944006183E-2</c:v>
                </c:pt>
                <c:pt idx="850">
                  <c:v>2.3440196340448562E-2</c:v>
                </c:pt>
                <c:pt idx="851">
                  <c:v>2.4762620617974098E-2</c:v>
                </c:pt>
                <c:pt idx="852">
                  <c:v>2.4769157709030692E-2</c:v>
                </c:pt>
                <c:pt idx="853">
                  <c:v>2.3339755318784905E-2</c:v>
                </c:pt>
                <c:pt idx="854">
                  <c:v>2.3470445595163127E-2</c:v>
                </c:pt>
                <c:pt idx="855">
                  <c:v>2.3357323262533494E-2</c:v>
                </c:pt>
                <c:pt idx="856">
                  <c:v>2.2194723088016028E-2</c:v>
                </c:pt>
                <c:pt idx="857">
                  <c:v>1.9605816623705644E-2</c:v>
                </c:pt>
                <c:pt idx="858">
                  <c:v>1.9519605601861036E-2</c:v>
                </c:pt>
                <c:pt idx="859">
                  <c:v>1.7993060466853627E-2</c:v>
                </c:pt>
                <c:pt idx="860">
                  <c:v>1.6454172030803745E-2</c:v>
                </c:pt>
                <c:pt idx="861">
                  <c:v>1.455268684387548E-2</c:v>
                </c:pt>
                <c:pt idx="862">
                  <c:v>1.4530827128112099E-2</c:v>
                </c:pt>
                <c:pt idx="863">
                  <c:v>1.4191872725135923E-2</c:v>
                </c:pt>
                <c:pt idx="864">
                  <c:v>1.1508852813744488E-2</c:v>
                </c:pt>
                <c:pt idx="865">
                  <c:v>1.1024920935069545E-2</c:v>
                </c:pt>
                <c:pt idx="866">
                  <c:v>9.9022269480125002E-3</c:v>
                </c:pt>
                <c:pt idx="867">
                  <c:v>9.4610198382985324E-3</c:v>
                </c:pt>
                <c:pt idx="868">
                  <c:v>9.3935077968608036E-3</c:v>
                </c:pt>
                <c:pt idx="869">
                  <c:v>9.1967648812507057E-3</c:v>
                </c:pt>
                <c:pt idx="870">
                  <c:v>7.3540082132643979E-3</c:v>
                </c:pt>
                <c:pt idx="871">
                  <c:v>7.8590976414941675E-3</c:v>
                </c:pt>
                <c:pt idx="872">
                  <c:v>8.7060597538997503E-3</c:v>
                </c:pt>
                <c:pt idx="873">
                  <c:v>1.0720023736747799E-2</c:v>
                </c:pt>
                <c:pt idx="874">
                  <c:v>1.0511032375893648E-2</c:v>
                </c:pt>
                <c:pt idx="875">
                  <c:v>1.1865555184118167E-2</c:v>
                </c:pt>
                <c:pt idx="876">
                  <c:v>1.3062974291917037E-2</c:v>
                </c:pt>
                <c:pt idx="877">
                  <c:v>1.2905855866361822E-2</c:v>
                </c:pt>
                <c:pt idx="878">
                  <c:v>1.2546233799887965E-2</c:v>
                </c:pt>
                <c:pt idx="879">
                  <c:v>1.2504095269749804E-2</c:v>
                </c:pt>
                <c:pt idx="880">
                  <c:v>1.2632762502346934E-2</c:v>
                </c:pt>
                <c:pt idx="881">
                  <c:v>1.4082199482327662E-2</c:v>
                </c:pt>
                <c:pt idx="882">
                  <c:v>1.457911302672764E-2</c:v>
                </c:pt>
                <c:pt idx="883">
                  <c:v>1.4706098085003252E-2</c:v>
                </c:pt>
                <c:pt idx="884">
                  <c:v>1.4690504912328406E-2</c:v>
                </c:pt>
                <c:pt idx="885">
                  <c:v>1.4681212249717464E-2</c:v>
                </c:pt>
                <c:pt idx="886">
                  <c:v>1.4942440221139525E-2</c:v>
                </c:pt>
                <c:pt idx="887">
                  <c:v>1.4565004199671494E-2</c:v>
                </c:pt>
                <c:pt idx="888">
                  <c:v>1.4417648097700991E-2</c:v>
                </c:pt>
                <c:pt idx="889">
                  <c:v>1.4527721661831533E-2</c:v>
                </c:pt>
                <c:pt idx="890">
                  <c:v>1.512107482834058E-2</c:v>
                </c:pt>
                <c:pt idx="891">
                  <c:v>1.4981647045673861E-2</c:v>
                </c:pt>
                <c:pt idx="892">
                  <c:v>1.3488315092557256E-2</c:v>
                </c:pt>
                <c:pt idx="893">
                  <c:v>1.3732427686514611E-2</c:v>
                </c:pt>
                <c:pt idx="894">
                  <c:v>1.2443999151524098E-2</c:v>
                </c:pt>
                <c:pt idx="895">
                  <c:v>1.1292614577233953E-2</c:v>
                </c:pt>
                <c:pt idx="896">
                  <c:v>1.0932939201629311E-2</c:v>
                </c:pt>
                <c:pt idx="897">
                  <c:v>1.117048216035507E-2</c:v>
                </c:pt>
                <c:pt idx="898">
                  <c:v>1.1137253246928899E-2</c:v>
                </c:pt>
                <c:pt idx="899">
                  <c:v>1.0905079170431882E-2</c:v>
                </c:pt>
                <c:pt idx="900">
                  <c:v>8.4350798754951155E-3</c:v>
                </c:pt>
                <c:pt idx="901">
                  <c:v>7.9635080171322568E-3</c:v>
                </c:pt>
                <c:pt idx="902">
                  <c:v>8.0174665031133747E-3</c:v>
                </c:pt>
                <c:pt idx="903">
                  <c:v>8.0392775527770802E-3</c:v>
                </c:pt>
                <c:pt idx="904">
                  <c:v>8.0679714052111721E-3</c:v>
                </c:pt>
                <c:pt idx="905">
                  <c:v>7.1326683242270835E-3</c:v>
                </c:pt>
                <c:pt idx="906">
                  <c:v>7.3074076898658295E-3</c:v>
                </c:pt>
                <c:pt idx="907">
                  <c:v>8.2921662527927608E-3</c:v>
                </c:pt>
                <c:pt idx="908">
                  <c:v>8.4789637205080585E-3</c:v>
                </c:pt>
                <c:pt idx="909">
                  <c:v>7.8074800894015412E-3</c:v>
                </c:pt>
                <c:pt idx="910">
                  <c:v>7.4347145418619254E-3</c:v>
                </c:pt>
                <c:pt idx="911">
                  <c:v>7.255730055268461E-3</c:v>
                </c:pt>
                <c:pt idx="912">
                  <c:v>7.7643127420808705E-3</c:v>
                </c:pt>
                <c:pt idx="913">
                  <c:v>7.8305171781258842E-3</c:v>
                </c:pt>
                <c:pt idx="914">
                  <c:v>7.8363015018810111E-3</c:v>
                </c:pt>
                <c:pt idx="915">
                  <c:v>8.3460434490838908E-3</c:v>
                </c:pt>
                <c:pt idx="916">
                  <c:v>8.5146880797166338E-3</c:v>
                </c:pt>
                <c:pt idx="917">
                  <c:v>8.7203614147118701E-3</c:v>
                </c:pt>
                <c:pt idx="918">
                  <c:v>8.913855156742926E-3</c:v>
                </c:pt>
                <c:pt idx="919">
                  <c:v>9.0140371549258802E-3</c:v>
                </c:pt>
                <c:pt idx="920">
                  <c:v>9.0642603363974908E-3</c:v>
                </c:pt>
                <c:pt idx="921">
                  <c:v>9.33308931096858E-3</c:v>
                </c:pt>
                <c:pt idx="922">
                  <c:v>9.4224251618605492E-3</c:v>
                </c:pt>
                <c:pt idx="923">
                  <c:v>9.5400121651552806E-3</c:v>
                </c:pt>
                <c:pt idx="924">
                  <c:v>1.0151036712704805E-2</c:v>
                </c:pt>
                <c:pt idx="925">
                  <c:v>1.0328038917135796E-2</c:v>
                </c:pt>
                <c:pt idx="926">
                  <c:v>9.2001065100177082E-3</c:v>
                </c:pt>
                <c:pt idx="927">
                  <c:v>9.2749712477233487E-3</c:v>
                </c:pt>
                <c:pt idx="928">
                  <c:v>9.2496873972793148E-3</c:v>
                </c:pt>
                <c:pt idx="929">
                  <c:v>9.1131531342910615E-3</c:v>
                </c:pt>
                <c:pt idx="930">
                  <c:v>9.9972282174952982E-3</c:v>
                </c:pt>
                <c:pt idx="931">
                  <c:v>1.0898414903078094E-2</c:v>
                </c:pt>
                <c:pt idx="932">
                  <c:v>1.0623064108456138E-2</c:v>
                </c:pt>
                <c:pt idx="933">
                  <c:v>1.0629564223987094E-2</c:v>
                </c:pt>
                <c:pt idx="934">
                  <c:v>1.0632053481434905E-2</c:v>
                </c:pt>
                <c:pt idx="935">
                  <c:v>1.1022314923981671E-2</c:v>
                </c:pt>
                <c:pt idx="936">
                  <c:v>9.9947138022344166E-3</c:v>
                </c:pt>
                <c:pt idx="937">
                  <c:v>1.0336684313259443E-2</c:v>
                </c:pt>
                <c:pt idx="938">
                  <c:v>1.0445308077191372E-2</c:v>
                </c:pt>
                <c:pt idx="939">
                  <c:v>1.0363302696369684E-2</c:v>
                </c:pt>
                <c:pt idx="940">
                  <c:v>9.1349087990922929E-3</c:v>
                </c:pt>
                <c:pt idx="941">
                  <c:v>9.1014535620163178E-3</c:v>
                </c:pt>
                <c:pt idx="942">
                  <c:v>9.3921819858866894E-3</c:v>
                </c:pt>
                <c:pt idx="943">
                  <c:v>1.0311998578909387E-2</c:v>
                </c:pt>
                <c:pt idx="944">
                  <c:v>1.0392203651622205E-2</c:v>
                </c:pt>
                <c:pt idx="945">
                  <c:v>1.0378259255459956E-2</c:v>
                </c:pt>
                <c:pt idx="946">
                  <c:v>1.039970966808168E-2</c:v>
                </c:pt>
                <c:pt idx="947">
                  <c:v>1.0206894026371371E-2</c:v>
                </c:pt>
                <c:pt idx="948">
                  <c:v>1.0221724775804446E-2</c:v>
                </c:pt>
                <c:pt idx="949">
                  <c:v>9.972573144091345E-3</c:v>
                </c:pt>
                <c:pt idx="950">
                  <c:v>8.9419834440297198E-3</c:v>
                </c:pt>
                <c:pt idx="951">
                  <c:v>8.8707095465613266E-3</c:v>
                </c:pt>
                <c:pt idx="952">
                  <c:v>9.5735151393328971E-3</c:v>
                </c:pt>
                <c:pt idx="953">
                  <c:v>9.4920653727818324E-3</c:v>
                </c:pt>
                <c:pt idx="954">
                  <c:v>7.9949565836526289E-3</c:v>
                </c:pt>
                <c:pt idx="955">
                  <c:v>7.7715197841165626E-3</c:v>
                </c:pt>
                <c:pt idx="956">
                  <c:v>7.6584057386410529E-3</c:v>
                </c:pt>
                <c:pt idx="957">
                  <c:v>7.3140144199512376E-3</c:v>
                </c:pt>
                <c:pt idx="958">
                  <c:v>7.4181257073337725E-3</c:v>
                </c:pt>
                <c:pt idx="959">
                  <c:v>8.7893831979205268E-3</c:v>
                </c:pt>
                <c:pt idx="960">
                  <c:v>8.6032739296920905E-3</c:v>
                </c:pt>
                <c:pt idx="961">
                  <c:v>8.6007356449502043E-3</c:v>
                </c:pt>
                <c:pt idx="962">
                  <c:v>8.1815903824132147E-3</c:v>
                </c:pt>
                <c:pt idx="963">
                  <c:v>7.5563072115541925E-3</c:v>
                </c:pt>
                <c:pt idx="964">
                  <c:v>7.4734376184315944E-3</c:v>
                </c:pt>
                <c:pt idx="965">
                  <c:v>7.0261775808963516E-3</c:v>
                </c:pt>
                <c:pt idx="966">
                  <c:v>6.653618067142781E-3</c:v>
                </c:pt>
                <c:pt idx="967">
                  <c:v>8.1241593345820935E-3</c:v>
                </c:pt>
                <c:pt idx="968">
                  <c:v>8.0805487059408612E-3</c:v>
                </c:pt>
                <c:pt idx="969">
                  <c:v>8.2776988036598591E-3</c:v>
                </c:pt>
                <c:pt idx="970">
                  <c:v>9.5704367663123884E-3</c:v>
                </c:pt>
                <c:pt idx="971">
                  <c:v>9.585072989841667E-3</c:v>
                </c:pt>
                <c:pt idx="972">
                  <c:v>9.5207055110083233E-3</c:v>
                </c:pt>
                <c:pt idx="973">
                  <c:v>1.8418456942734827E-2</c:v>
                </c:pt>
                <c:pt idx="974">
                  <c:v>1.8599954542577651E-2</c:v>
                </c:pt>
                <c:pt idx="975">
                  <c:v>1.848682716006924E-2</c:v>
                </c:pt>
                <c:pt idx="976">
                  <c:v>1.8486155353311412E-2</c:v>
                </c:pt>
                <c:pt idx="977">
                  <c:v>1.9352676452985846E-2</c:v>
                </c:pt>
                <c:pt idx="978">
                  <c:v>1.9059570133836523E-2</c:v>
                </c:pt>
                <c:pt idx="979">
                  <c:v>1.9061317494337759E-2</c:v>
                </c:pt>
                <c:pt idx="980">
                  <c:v>1.9268732671804768E-2</c:v>
                </c:pt>
                <c:pt idx="981">
                  <c:v>1.9340928581240337E-2</c:v>
                </c:pt>
                <c:pt idx="982">
                  <c:v>1.9296370263912375E-2</c:v>
                </c:pt>
                <c:pt idx="983">
                  <c:v>1.9496434509588149E-2</c:v>
                </c:pt>
                <c:pt idx="984">
                  <c:v>1.9474335152803654E-2</c:v>
                </c:pt>
                <c:pt idx="985">
                  <c:v>1.9919744457005673E-2</c:v>
                </c:pt>
                <c:pt idx="986">
                  <c:v>1.8893580868097802E-2</c:v>
                </c:pt>
                <c:pt idx="987">
                  <c:v>1.8840194427392477E-2</c:v>
                </c:pt>
                <c:pt idx="988">
                  <c:v>1.8865522003171792E-2</c:v>
                </c:pt>
                <c:pt idx="989">
                  <c:v>1.7668054822405906E-2</c:v>
                </c:pt>
                <c:pt idx="990">
                  <c:v>1.7717569838152977E-2</c:v>
                </c:pt>
                <c:pt idx="991">
                  <c:v>1.8065907313594771E-2</c:v>
                </c:pt>
                <c:pt idx="992">
                  <c:v>1.1163006983608179E-2</c:v>
                </c:pt>
                <c:pt idx="993">
                  <c:v>1.0693423152197198E-2</c:v>
                </c:pt>
                <c:pt idx="994">
                  <c:v>1.0879680884924884E-2</c:v>
                </c:pt>
                <c:pt idx="995">
                  <c:v>1.1674071952011296E-2</c:v>
                </c:pt>
                <c:pt idx="996">
                  <c:v>1.0337738467989464E-2</c:v>
                </c:pt>
                <c:pt idx="997">
                  <c:v>9.7394642522094562E-3</c:v>
                </c:pt>
                <c:pt idx="998">
                  <c:v>1.008252828704574E-2</c:v>
                </c:pt>
                <c:pt idx="999">
                  <c:v>9.8345783705826931E-3</c:v>
                </c:pt>
                <c:pt idx="1000">
                  <c:v>9.5865273896889626E-3</c:v>
                </c:pt>
                <c:pt idx="1001">
                  <c:v>9.5769499525270307E-3</c:v>
                </c:pt>
                <c:pt idx="1002">
                  <c:v>8.8974200047010083E-3</c:v>
                </c:pt>
                <c:pt idx="1003">
                  <c:v>9.0065702095216676E-3</c:v>
                </c:pt>
                <c:pt idx="1004">
                  <c:v>8.0851944833513802E-3</c:v>
                </c:pt>
                <c:pt idx="1005">
                  <c:v>8.9056565119040535E-3</c:v>
                </c:pt>
                <c:pt idx="1006">
                  <c:v>1.0484248315334208E-2</c:v>
                </c:pt>
                <c:pt idx="1007">
                  <c:v>1.0329703305683009E-2</c:v>
                </c:pt>
                <c:pt idx="1008">
                  <c:v>1.0318625284759755E-2</c:v>
                </c:pt>
                <c:pt idx="1009">
                  <c:v>1.0650386039097506E-2</c:v>
                </c:pt>
                <c:pt idx="1010">
                  <c:v>1.0326784131552292E-2</c:v>
                </c:pt>
                <c:pt idx="1011">
                  <c:v>9.8488188042293052E-3</c:v>
                </c:pt>
                <c:pt idx="1012">
                  <c:v>1.0006931562659546E-2</c:v>
                </c:pt>
                <c:pt idx="1013">
                  <c:v>9.9102241493905386E-3</c:v>
                </c:pt>
                <c:pt idx="1014">
                  <c:v>9.8192712658613374E-3</c:v>
                </c:pt>
                <c:pt idx="1015">
                  <c:v>1.0780117771432776E-2</c:v>
                </c:pt>
                <c:pt idx="1016">
                  <c:v>1.0718092892157711E-2</c:v>
                </c:pt>
                <c:pt idx="1017">
                  <c:v>1.0501902849255557E-2</c:v>
                </c:pt>
                <c:pt idx="1018">
                  <c:v>1.04359270229131E-2</c:v>
                </c:pt>
                <c:pt idx="1019">
                  <c:v>1.0613850074735059E-2</c:v>
                </c:pt>
                <c:pt idx="1020">
                  <c:v>1.053618541682398E-2</c:v>
                </c:pt>
                <c:pt idx="1021">
                  <c:v>1.0662605616133653E-2</c:v>
                </c:pt>
                <c:pt idx="1022">
                  <c:v>1.1164372152532574E-2</c:v>
                </c:pt>
                <c:pt idx="1023">
                  <c:v>1.1207382537630166E-2</c:v>
                </c:pt>
                <c:pt idx="1024">
                  <c:v>1.0979097995076311E-2</c:v>
                </c:pt>
                <c:pt idx="1025">
                  <c:v>1.1275321218471178E-2</c:v>
                </c:pt>
                <c:pt idx="1026">
                  <c:v>1.2125601997000994E-2</c:v>
                </c:pt>
                <c:pt idx="1027">
                  <c:v>1.2177945025984113E-2</c:v>
                </c:pt>
                <c:pt idx="1028">
                  <c:v>1.2096659349478811E-2</c:v>
                </c:pt>
                <c:pt idx="1029">
                  <c:v>1.2869676054545235E-2</c:v>
                </c:pt>
                <c:pt idx="1030">
                  <c:v>1.4217647064912846E-2</c:v>
                </c:pt>
                <c:pt idx="1031">
                  <c:v>1.4517723428245982E-2</c:v>
                </c:pt>
                <c:pt idx="1032">
                  <c:v>1.4599290863135968E-2</c:v>
                </c:pt>
                <c:pt idx="1033">
                  <c:v>1.4396627994624123E-2</c:v>
                </c:pt>
                <c:pt idx="1034">
                  <c:v>1.4014198704412796E-2</c:v>
                </c:pt>
                <c:pt idx="1035">
                  <c:v>1.4036440830813438E-2</c:v>
                </c:pt>
                <c:pt idx="1036">
                  <c:v>1.4407366011672409E-2</c:v>
                </c:pt>
                <c:pt idx="1037">
                  <c:v>1.4747917944031847E-2</c:v>
                </c:pt>
                <c:pt idx="1038">
                  <c:v>1.4930455750231934E-2</c:v>
                </c:pt>
                <c:pt idx="1039">
                  <c:v>1.5379953804321292E-2</c:v>
                </c:pt>
                <c:pt idx="1040">
                  <c:v>1.5062532281915399E-2</c:v>
                </c:pt>
                <c:pt idx="1041">
                  <c:v>1.4760310577677099E-2</c:v>
                </c:pt>
                <c:pt idx="1042">
                  <c:v>1.5334102977326063E-2</c:v>
                </c:pt>
                <c:pt idx="1043">
                  <c:v>1.5723162922594115E-2</c:v>
                </c:pt>
                <c:pt idx="1044">
                  <c:v>1.4684743225073325E-2</c:v>
                </c:pt>
                <c:pt idx="1045">
                  <c:v>1.4644433057476928E-2</c:v>
                </c:pt>
                <c:pt idx="1046">
                  <c:v>1.4545980694758339E-2</c:v>
                </c:pt>
                <c:pt idx="1047">
                  <c:v>1.4416334669896599E-2</c:v>
                </c:pt>
                <c:pt idx="1048">
                  <c:v>1.4236147112872822E-2</c:v>
                </c:pt>
                <c:pt idx="1049">
                  <c:v>1.2320203579009531E-2</c:v>
                </c:pt>
                <c:pt idx="1050">
                  <c:v>1.31907354081277E-2</c:v>
                </c:pt>
                <c:pt idx="1051">
                  <c:v>1.3440238153277748E-2</c:v>
                </c:pt>
                <c:pt idx="1052">
                  <c:v>1.375799542732082E-2</c:v>
                </c:pt>
                <c:pt idx="1053">
                  <c:v>1.9621518806065146E-2</c:v>
                </c:pt>
                <c:pt idx="1054">
                  <c:v>1.9824107794241722E-2</c:v>
                </c:pt>
                <c:pt idx="1055">
                  <c:v>1.8935394916392283E-2</c:v>
                </c:pt>
                <c:pt idx="1056">
                  <c:v>1.9867612405643591E-2</c:v>
                </c:pt>
                <c:pt idx="1057">
                  <c:v>1.9877783800187475E-2</c:v>
                </c:pt>
                <c:pt idx="1058">
                  <c:v>2.0008428816634737E-2</c:v>
                </c:pt>
                <c:pt idx="1059">
                  <c:v>2.1659235134128783E-2</c:v>
                </c:pt>
                <c:pt idx="1060">
                  <c:v>2.1666672176654016E-2</c:v>
                </c:pt>
                <c:pt idx="1061">
                  <c:v>2.0918317922381188E-2</c:v>
                </c:pt>
                <c:pt idx="1062">
                  <c:v>2.0801706731805359E-2</c:v>
                </c:pt>
                <c:pt idx="1063">
                  <c:v>2.0847449170728612E-2</c:v>
                </c:pt>
                <c:pt idx="1064">
                  <c:v>2.0751915564039096E-2</c:v>
                </c:pt>
                <c:pt idx="1065">
                  <c:v>2.0664839932579733E-2</c:v>
                </c:pt>
                <c:pt idx="1066">
                  <c:v>2.067084240461033E-2</c:v>
                </c:pt>
                <c:pt idx="1067">
                  <c:v>2.0491695800467297E-2</c:v>
                </c:pt>
                <c:pt idx="1068">
                  <c:v>2.03996889689801E-2</c:v>
                </c:pt>
                <c:pt idx="1069">
                  <c:v>2.0133045407939986E-2</c:v>
                </c:pt>
                <c:pt idx="1070">
                  <c:v>2.0682042835796669E-2</c:v>
                </c:pt>
                <c:pt idx="1071">
                  <c:v>2.033896704730485E-2</c:v>
                </c:pt>
                <c:pt idx="1072">
                  <c:v>1.4578807138985583E-2</c:v>
                </c:pt>
                <c:pt idx="1073">
                  <c:v>1.3200192708460503E-2</c:v>
                </c:pt>
                <c:pt idx="1074">
                  <c:v>1.3244294318072256E-2</c:v>
                </c:pt>
                <c:pt idx="1075">
                  <c:v>1.2604592810692782E-2</c:v>
                </c:pt>
                <c:pt idx="1076">
                  <c:v>1.2584615197535723E-2</c:v>
                </c:pt>
                <c:pt idx="1077">
                  <c:v>1.282744043688698E-2</c:v>
                </c:pt>
                <c:pt idx="1078">
                  <c:v>9.3037064299211856E-3</c:v>
                </c:pt>
                <c:pt idx="1079">
                  <c:v>9.8213553935550292E-3</c:v>
                </c:pt>
                <c:pt idx="1080">
                  <c:v>9.6786234282352397E-3</c:v>
                </c:pt>
                <c:pt idx="1081">
                  <c:v>9.4699814967660213E-3</c:v>
                </c:pt>
                <c:pt idx="1082">
                  <c:v>9.7356905727343269E-3</c:v>
                </c:pt>
                <c:pt idx="1083">
                  <c:v>9.1365276765759309E-3</c:v>
                </c:pt>
                <c:pt idx="1084">
                  <c:v>9.8305804772337736E-3</c:v>
                </c:pt>
                <c:pt idx="1085">
                  <c:v>9.8853675923668734E-3</c:v>
                </c:pt>
                <c:pt idx="1086">
                  <c:v>9.84099437790786E-3</c:v>
                </c:pt>
                <c:pt idx="1087">
                  <c:v>9.6804286596811843E-3</c:v>
                </c:pt>
                <c:pt idx="1088">
                  <c:v>9.2097666167325377E-3</c:v>
                </c:pt>
                <c:pt idx="1089">
                  <c:v>7.7456562680895498E-3</c:v>
                </c:pt>
                <c:pt idx="1090">
                  <c:v>8.2435661899084561E-3</c:v>
                </c:pt>
                <c:pt idx="1091">
                  <c:v>8.5450677402243175E-3</c:v>
                </c:pt>
                <c:pt idx="1092">
                  <c:v>8.7030970862175001E-3</c:v>
                </c:pt>
                <c:pt idx="1093">
                  <c:v>8.8586339557603765E-3</c:v>
                </c:pt>
                <c:pt idx="1094">
                  <c:v>8.5488539283384828E-3</c:v>
                </c:pt>
                <c:pt idx="1095">
                  <c:v>8.9114999522137747E-3</c:v>
                </c:pt>
                <c:pt idx="1096">
                  <c:v>8.3147919658732774E-3</c:v>
                </c:pt>
                <c:pt idx="1097">
                  <c:v>8.3474067185072536E-3</c:v>
                </c:pt>
                <c:pt idx="1098">
                  <c:v>8.2427131582993047E-3</c:v>
                </c:pt>
                <c:pt idx="1099">
                  <c:v>8.241864899555874E-3</c:v>
                </c:pt>
                <c:pt idx="1100">
                  <c:v>8.3935608392467238E-3</c:v>
                </c:pt>
                <c:pt idx="1101">
                  <c:v>8.4079097149376697E-3</c:v>
                </c:pt>
                <c:pt idx="1102">
                  <c:v>8.6798369940178245E-3</c:v>
                </c:pt>
                <c:pt idx="1103">
                  <c:v>8.3970195929658938E-3</c:v>
                </c:pt>
                <c:pt idx="1104">
                  <c:v>8.5517634527725699E-3</c:v>
                </c:pt>
                <c:pt idx="1105">
                  <c:v>8.4680449978595217E-3</c:v>
                </c:pt>
                <c:pt idx="1106">
                  <c:v>8.5341345230940634E-3</c:v>
                </c:pt>
                <c:pt idx="1107">
                  <c:v>8.3944355203896606E-3</c:v>
                </c:pt>
                <c:pt idx="1108">
                  <c:v>8.3998299755035435E-3</c:v>
                </c:pt>
                <c:pt idx="1109">
                  <c:v>7.7297568104542818E-3</c:v>
                </c:pt>
                <c:pt idx="1110">
                  <c:v>7.5189916091046713E-3</c:v>
                </c:pt>
                <c:pt idx="1111">
                  <c:v>7.0645228074205186E-3</c:v>
                </c:pt>
                <c:pt idx="1112">
                  <c:v>7.0052867969932859E-3</c:v>
                </c:pt>
                <c:pt idx="1113">
                  <c:v>7.0360014585040291E-3</c:v>
                </c:pt>
                <c:pt idx="1114">
                  <c:v>6.4705116660275491E-3</c:v>
                </c:pt>
                <c:pt idx="1115">
                  <c:v>6.0614927158045588E-3</c:v>
                </c:pt>
                <c:pt idx="1116">
                  <c:v>6.8088753967091714E-3</c:v>
                </c:pt>
                <c:pt idx="1117">
                  <c:v>6.8665089989931932E-3</c:v>
                </c:pt>
                <c:pt idx="1118">
                  <c:v>9.5986807471838079E-3</c:v>
                </c:pt>
                <c:pt idx="1119">
                  <c:v>9.6764469931098045E-3</c:v>
                </c:pt>
                <c:pt idx="1120">
                  <c:v>9.5347001320873828E-3</c:v>
                </c:pt>
                <c:pt idx="1121">
                  <c:v>1.0638982394147966E-2</c:v>
                </c:pt>
                <c:pt idx="1122">
                  <c:v>1.0562473314983807E-2</c:v>
                </c:pt>
                <c:pt idx="1123">
                  <c:v>1.059267263857008E-2</c:v>
                </c:pt>
                <c:pt idx="1124">
                  <c:v>1.0594861706841523E-2</c:v>
                </c:pt>
                <c:pt idx="1125">
                  <c:v>1.0666302224240573E-2</c:v>
                </c:pt>
                <c:pt idx="1126">
                  <c:v>1.0702470652523081E-2</c:v>
                </c:pt>
                <c:pt idx="1127">
                  <c:v>1.064936828547302E-2</c:v>
                </c:pt>
                <c:pt idx="1128">
                  <c:v>1.0789587634325215E-2</c:v>
                </c:pt>
                <c:pt idx="1129">
                  <c:v>1.0836640861583294E-2</c:v>
                </c:pt>
                <c:pt idx="1130">
                  <c:v>1.0854334326172603E-2</c:v>
                </c:pt>
                <c:pt idx="1131">
                  <c:v>1.1048683745964223E-2</c:v>
                </c:pt>
                <c:pt idx="1132">
                  <c:v>1.1118660779949951E-2</c:v>
                </c:pt>
                <c:pt idx="1133">
                  <c:v>1.1326094364159597E-2</c:v>
                </c:pt>
                <c:pt idx="1134">
                  <c:v>1.140302311216153E-2</c:v>
                </c:pt>
                <c:pt idx="1135">
                  <c:v>1.1083423903443712E-2</c:v>
                </c:pt>
                <c:pt idx="1136">
                  <c:v>1.1177589689147508E-2</c:v>
                </c:pt>
                <c:pt idx="1137">
                  <c:v>8.7872022872334601E-3</c:v>
                </c:pt>
                <c:pt idx="1138">
                  <c:v>1.1093882431303987E-2</c:v>
                </c:pt>
                <c:pt idx="1139">
                  <c:v>1.122727119372917E-2</c:v>
                </c:pt>
                <c:pt idx="1140">
                  <c:v>1.0759505008947711E-2</c:v>
                </c:pt>
                <c:pt idx="1141">
                  <c:v>1.0809564615318496E-2</c:v>
                </c:pt>
                <c:pt idx="1142">
                  <c:v>1.0601483393434998E-2</c:v>
                </c:pt>
                <c:pt idx="1143">
                  <c:v>1.0635373538690058E-2</c:v>
                </c:pt>
                <c:pt idx="1144">
                  <c:v>1.0371111802662559E-2</c:v>
                </c:pt>
                <c:pt idx="1145">
                  <c:v>1.0251738081126373E-2</c:v>
                </c:pt>
                <c:pt idx="1146">
                  <c:v>1.0310845497958078E-2</c:v>
                </c:pt>
                <c:pt idx="1147">
                  <c:v>1.035382699844635E-2</c:v>
                </c:pt>
                <c:pt idx="1148">
                  <c:v>1.0513711427486777E-2</c:v>
                </c:pt>
                <c:pt idx="1149">
                  <c:v>1.0582616685179957E-2</c:v>
                </c:pt>
                <c:pt idx="1150">
                  <c:v>1.0662828541477983E-2</c:v>
                </c:pt>
                <c:pt idx="1151">
                  <c:v>1.0461634201966956E-2</c:v>
                </c:pt>
                <c:pt idx="1152">
                  <c:v>1.1559871600620986E-2</c:v>
                </c:pt>
                <c:pt idx="1153">
                  <c:v>1.1567909700620056E-2</c:v>
                </c:pt>
                <c:pt idx="1154">
                  <c:v>1.1572048088150811E-2</c:v>
                </c:pt>
                <c:pt idx="1155">
                  <c:v>1.139447044331349E-2</c:v>
                </c:pt>
                <c:pt idx="1156">
                  <c:v>1.4481343802206625E-2</c:v>
                </c:pt>
                <c:pt idx="1157">
                  <c:v>1.3402050961026129E-2</c:v>
                </c:pt>
                <c:pt idx="1158">
                  <c:v>1.3479969334395369E-2</c:v>
                </c:pt>
                <c:pt idx="1159">
                  <c:v>1.2986501586705808E-2</c:v>
                </c:pt>
                <c:pt idx="1160">
                  <c:v>2.0438561741613376E-2</c:v>
                </c:pt>
                <c:pt idx="1161">
                  <c:v>2.0044794818288671E-2</c:v>
                </c:pt>
                <c:pt idx="1162">
                  <c:v>2.631603574763354E-2</c:v>
                </c:pt>
                <c:pt idx="1163">
                  <c:v>2.7775890622487524E-2</c:v>
                </c:pt>
                <c:pt idx="1164">
                  <c:v>3.0051866007807713E-2</c:v>
                </c:pt>
                <c:pt idx="1165">
                  <c:v>2.9953790396528488E-2</c:v>
                </c:pt>
                <c:pt idx="1166">
                  <c:v>3.1252883751937577E-2</c:v>
                </c:pt>
                <c:pt idx="1167">
                  <c:v>3.2021776487721094E-2</c:v>
                </c:pt>
                <c:pt idx="1168">
                  <c:v>3.5889891275939625E-2</c:v>
                </c:pt>
                <c:pt idx="1169">
                  <c:v>4.44478088588693E-2</c:v>
                </c:pt>
                <c:pt idx="1170">
                  <c:v>4.4584022474628011E-2</c:v>
                </c:pt>
                <c:pt idx="1171">
                  <c:v>5.0803824210871519E-2</c:v>
                </c:pt>
                <c:pt idx="1172">
                  <c:v>5.086053251377777E-2</c:v>
                </c:pt>
                <c:pt idx="1173">
                  <c:v>5.0816499865689556E-2</c:v>
                </c:pt>
                <c:pt idx="1174">
                  <c:v>5.175349095997369E-2</c:v>
                </c:pt>
                <c:pt idx="1175">
                  <c:v>5.1540255112192304E-2</c:v>
                </c:pt>
                <c:pt idx="1176">
                  <c:v>5.1443515887507195E-2</c:v>
                </c:pt>
                <c:pt idx="1177">
                  <c:v>5.3828031940296235E-2</c:v>
                </c:pt>
                <c:pt idx="1178">
                  <c:v>5.5732984981165121E-2</c:v>
                </c:pt>
                <c:pt idx="1179">
                  <c:v>5.3777813803773028E-2</c:v>
                </c:pt>
                <c:pt idx="1180">
                  <c:v>5.4491919575318154E-2</c:v>
                </c:pt>
                <c:pt idx="1181">
                  <c:v>5.1932158887017313E-2</c:v>
                </c:pt>
                <c:pt idx="1182">
                  <c:v>5.1410899383799412E-2</c:v>
                </c:pt>
                <c:pt idx="1183">
                  <c:v>4.9815614029538699E-2</c:v>
                </c:pt>
                <c:pt idx="1184">
                  <c:v>4.9671838664264889E-2</c:v>
                </c:pt>
                <c:pt idx="1185">
                  <c:v>4.7831876616196596E-2</c:v>
                </c:pt>
                <c:pt idx="1186">
                  <c:v>4.6448607236852853E-2</c:v>
                </c:pt>
                <c:pt idx="1187">
                  <c:v>4.5376531925670593E-2</c:v>
                </c:pt>
                <c:pt idx="1188">
                  <c:v>2.9252469897659741E-2</c:v>
                </c:pt>
                <c:pt idx="1189">
                  <c:v>3.3190200242227602E-2</c:v>
                </c:pt>
                <c:pt idx="1190">
                  <c:v>2.8547295496640555E-2</c:v>
                </c:pt>
                <c:pt idx="1191">
                  <c:v>2.8552367918939926E-2</c:v>
                </c:pt>
                <c:pt idx="1192">
                  <c:v>2.705832994835659E-2</c:v>
                </c:pt>
                <c:pt idx="1193">
                  <c:v>2.698272683482443E-2</c:v>
                </c:pt>
                <c:pt idx="1194">
                  <c:v>2.6816313272515213E-2</c:v>
                </c:pt>
                <c:pt idx="1195">
                  <c:v>2.6211260371252765E-2</c:v>
                </c:pt>
                <c:pt idx="1196">
                  <c:v>2.3824502417603397E-2</c:v>
                </c:pt>
                <c:pt idx="1197">
                  <c:v>2.4960612180617823E-2</c:v>
                </c:pt>
                <c:pt idx="1198">
                  <c:v>2.4826623790045625E-2</c:v>
                </c:pt>
                <c:pt idx="1199">
                  <c:v>2.4352649627826149E-2</c:v>
                </c:pt>
                <c:pt idx="1200">
                  <c:v>2.3677947304028567E-2</c:v>
                </c:pt>
                <c:pt idx="1201">
                  <c:v>2.3708107339135386E-2</c:v>
                </c:pt>
                <c:pt idx="1202">
                  <c:v>2.303484631152931E-2</c:v>
                </c:pt>
                <c:pt idx="1203">
                  <c:v>2.3240485358720954E-2</c:v>
                </c:pt>
                <c:pt idx="1204">
                  <c:v>2.3308051232538287E-2</c:v>
                </c:pt>
                <c:pt idx="1205">
                  <c:v>2.4592560411347754E-2</c:v>
                </c:pt>
                <c:pt idx="1206">
                  <c:v>2.4233391569893716E-2</c:v>
                </c:pt>
                <c:pt idx="1207">
                  <c:v>2.347192163435316E-2</c:v>
                </c:pt>
                <c:pt idx="1208">
                  <c:v>1.9067998520175079E-2</c:v>
                </c:pt>
                <c:pt idx="1209">
                  <c:v>1.9053334128962943E-2</c:v>
                </c:pt>
                <c:pt idx="1210">
                  <c:v>1.9062454897933675E-2</c:v>
                </c:pt>
                <c:pt idx="1211">
                  <c:v>1.9113873534040635E-2</c:v>
                </c:pt>
                <c:pt idx="1212">
                  <c:v>1.9565807522896383E-2</c:v>
                </c:pt>
                <c:pt idx="1213">
                  <c:v>1.8821480484096893E-2</c:v>
                </c:pt>
                <c:pt idx="1214">
                  <c:v>1.918847110703668E-2</c:v>
                </c:pt>
                <c:pt idx="1215">
                  <c:v>1.9110820691168342E-2</c:v>
                </c:pt>
                <c:pt idx="1216">
                  <c:v>1.4112632220424743E-2</c:v>
                </c:pt>
                <c:pt idx="1217">
                  <c:v>1.4181577965241807E-2</c:v>
                </c:pt>
                <c:pt idx="1218">
                  <c:v>1.4056672907688398E-2</c:v>
                </c:pt>
                <c:pt idx="1219">
                  <c:v>1.4198026199194268E-2</c:v>
                </c:pt>
                <c:pt idx="1220">
                  <c:v>1.3804914960354535E-2</c:v>
                </c:pt>
                <c:pt idx="1221">
                  <c:v>1.3953057337595724E-2</c:v>
                </c:pt>
                <c:pt idx="1222">
                  <c:v>1.3826111082785907E-2</c:v>
                </c:pt>
                <c:pt idx="1223">
                  <c:v>1.3774085705904262E-2</c:v>
                </c:pt>
                <c:pt idx="1224">
                  <c:v>1.1161775749499553E-2</c:v>
                </c:pt>
                <c:pt idx="1225">
                  <c:v>1.1167589401850484E-2</c:v>
                </c:pt>
                <c:pt idx="1226">
                  <c:v>1.1065988239784776E-2</c:v>
                </c:pt>
                <c:pt idx="1227">
                  <c:v>1.0689467697141224E-2</c:v>
                </c:pt>
                <c:pt idx="1228">
                  <c:v>1.0721205405248155E-2</c:v>
                </c:pt>
                <c:pt idx="1229">
                  <c:v>1.1093003623849813E-2</c:v>
                </c:pt>
                <c:pt idx="1230">
                  <c:v>1.1102620426739717E-2</c:v>
                </c:pt>
                <c:pt idx="1231">
                  <c:v>1.0190439525653782E-2</c:v>
                </c:pt>
                <c:pt idx="1232">
                  <c:v>1.0096644250028023E-2</c:v>
                </c:pt>
                <c:pt idx="1233">
                  <c:v>9.835571092509706E-3</c:v>
                </c:pt>
                <c:pt idx="1234">
                  <c:v>9.8681380069440324E-3</c:v>
                </c:pt>
                <c:pt idx="1235">
                  <c:v>1.050398893701268E-2</c:v>
                </c:pt>
                <c:pt idx="1236">
                  <c:v>1.0641392885584555E-2</c:v>
                </c:pt>
                <c:pt idx="1237">
                  <c:v>1.0729110343460659E-2</c:v>
                </c:pt>
                <c:pt idx="1238">
                  <c:v>1.032364582496607E-2</c:v>
                </c:pt>
                <c:pt idx="1239">
                  <c:v>9.9034358310809978E-3</c:v>
                </c:pt>
                <c:pt idx="1240">
                  <c:v>9.6849163281906205E-3</c:v>
                </c:pt>
                <c:pt idx="1241">
                  <c:v>9.6999969152522618E-3</c:v>
                </c:pt>
                <c:pt idx="1242">
                  <c:v>1.0231709511934643E-2</c:v>
                </c:pt>
                <c:pt idx="1243">
                  <c:v>9.2530206852988201E-3</c:v>
                </c:pt>
                <c:pt idx="1244">
                  <c:v>9.1858605755949022E-3</c:v>
                </c:pt>
                <c:pt idx="1245">
                  <c:v>9.6375816134977189E-3</c:v>
                </c:pt>
                <c:pt idx="1246">
                  <c:v>9.3655436311293264E-3</c:v>
                </c:pt>
                <c:pt idx="1247">
                  <c:v>9.382675153304711E-3</c:v>
                </c:pt>
                <c:pt idx="1248">
                  <c:v>8.8671582267590872E-3</c:v>
                </c:pt>
                <c:pt idx="1249">
                  <c:v>8.5868900643753573E-3</c:v>
                </c:pt>
                <c:pt idx="1250">
                  <c:v>8.7373934768864188E-3</c:v>
                </c:pt>
                <c:pt idx="1251">
                  <c:v>8.970270698087212E-3</c:v>
                </c:pt>
                <c:pt idx="1252">
                  <c:v>8.7212015873182839E-3</c:v>
                </c:pt>
                <c:pt idx="1253">
                  <c:v>8.8034631644273286E-3</c:v>
                </c:pt>
                <c:pt idx="1254">
                  <c:v>7.8395344459150501E-3</c:v>
                </c:pt>
                <c:pt idx="1255">
                  <c:v>7.8276666700192923E-3</c:v>
                </c:pt>
                <c:pt idx="1256">
                  <c:v>8.1103372276806283E-3</c:v>
                </c:pt>
                <c:pt idx="1257">
                  <c:v>8.1103192156751318E-3</c:v>
                </c:pt>
                <c:pt idx="1258">
                  <c:v>8.38203270405149E-3</c:v>
                </c:pt>
                <c:pt idx="1259">
                  <c:v>8.3391716726963095E-3</c:v>
                </c:pt>
                <c:pt idx="1260">
                  <c:v>8.101051273711718E-3</c:v>
                </c:pt>
                <c:pt idx="1261">
                  <c:v>7.0951297716256648E-3</c:v>
                </c:pt>
                <c:pt idx="1262">
                  <c:v>7.0602004579084611E-3</c:v>
                </c:pt>
                <c:pt idx="1263">
                  <c:v>7.1148935889468285E-3</c:v>
                </c:pt>
                <c:pt idx="1264">
                  <c:v>6.1406902471234535E-3</c:v>
                </c:pt>
                <c:pt idx="1265">
                  <c:v>6.2337461752065299E-3</c:v>
                </c:pt>
                <c:pt idx="1266">
                  <c:v>6.4953818136523163E-3</c:v>
                </c:pt>
                <c:pt idx="1267">
                  <c:v>1.3140544094372932E-2</c:v>
                </c:pt>
                <c:pt idx="1268">
                  <c:v>1.3534437095155685E-2</c:v>
                </c:pt>
                <c:pt idx="1269">
                  <c:v>1.3538197516226192E-2</c:v>
                </c:pt>
                <c:pt idx="1270">
                  <c:v>1.3461583465010163E-2</c:v>
                </c:pt>
                <c:pt idx="1271">
                  <c:v>1.4115461474641783E-2</c:v>
                </c:pt>
                <c:pt idx="1272">
                  <c:v>1.4309193888587042E-2</c:v>
                </c:pt>
                <c:pt idx="1273">
                  <c:v>1.489967140320088E-2</c:v>
                </c:pt>
                <c:pt idx="1274">
                  <c:v>1.4706996602728053E-2</c:v>
                </c:pt>
                <c:pt idx="1275">
                  <c:v>1.4997622265716314E-2</c:v>
                </c:pt>
                <c:pt idx="1276">
                  <c:v>1.5011954493566336E-2</c:v>
                </c:pt>
                <c:pt idx="1277">
                  <c:v>1.5950108476042654E-2</c:v>
                </c:pt>
                <c:pt idx="1278">
                  <c:v>1.6017893840454944E-2</c:v>
                </c:pt>
                <c:pt idx="1279">
                  <c:v>1.6037747762651246E-2</c:v>
                </c:pt>
                <c:pt idx="1280">
                  <c:v>1.6040412620023647E-2</c:v>
                </c:pt>
                <c:pt idx="1281">
                  <c:v>1.6000999503533269E-2</c:v>
                </c:pt>
                <c:pt idx="1282">
                  <c:v>1.8187948525661284E-2</c:v>
                </c:pt>
                <c:pt idx="1283">
                  <c:v>1.8548518578735958E-2</c:v>
                </c:pt>
                <c:pt idx="1284">
                  <c:v>1.8549463682971348E-2</c:v>
                </c:pt>
                <c:pt idx="1285">
                  <c:v>1.8812219194936093E-2</c:v>
                </c:pt>
                <c:pt idx="1286">
                  <c:v>1.8130829691118264E-2</c:v>
                </c:pt>
                <c:pt idx="1287">
                  <c:v>1.9142815676827164E-2</c:v>
                </c:pt>
                <c:pt idx="1288">
                  <c:v>1.8951415961652597E-2</c:v>
                </c:pt>
                <c:pt idx="1289">
                  <c:v>1.8927638814958028E-2</c:v>
                </c:pt>
                <c:pt idx="1290">
                  <c:v>1.8810744497901526E-2</c:v>
                </c:pt>
                <c:pt idx="1291">
                  <c:v>1.8673535248025782E-2</c:v>
                </c:pt>
                <c:pt idx="1292">
                  <c:v>1.8250243948265136E-2</c:v>
                </c:pt>
                <c:pt idx="1293">
                  <c:v>1.8144077143294125E-2</c:v>
                </c:pt>
                <c:pt idx="1294">
                  <c:v>1.7814226800884708E-2</c:v>
                </c:pt>
                <c:pt idx="1295">
                  <c:v>1.7813243481846406E-2</c:v>
                </c:pt>
                <c:pt idx="1296">
                  <c:v>1.6696155788396741E-2</c:v>
                </c:pt>
                <c:pt idx="1297">
                  <c:v>1.6549587926005808E-2</c:v>
                </c:pt>
                <c:pt idx="1298">
                  <c:v>1.6552155886391692E-2</c:v>
                </c:pt>
                <c:pt idx="1299">
                  <c:v>1.6821464894166506E-2</c:v>
                </c:pt>
                <c:pt idx="1300">
                  <c:v>1.6968103989110511E-2</c:v>
                </c:pt>
                <c:pt idx="1301">
                  <c:v>1.4802599125852432E-2</c:v>
                </c:pt>
                <c:pt idx="1302">
                  <c:v>1.4194399088000118E-2</c:v>
                </c:pt>
                <c:pt idx="1303">
                  <c:v>1.4103450208993108E-2</c:v>
                </c:pt>
                <c:pt idx="1304">
                  <c:v>1.193251131913755E-2</c:v>
                </c:pt>
                <c:pt idx="1305">
                  <c:v>1.1136542174993718E-2</c:v>
                </c:pt>
                <c:pt idx="1306">
                  <c:v>8.7814951422211639E-3</c:v>
                </c:pt>
                <c:pt idx="1307">
                  <c:v>9.0268101085857842E-3</c:v>
                </c:pt>
                <c:pt idx="1308">
                  <c:v>9.1818030061931403E-3</c:v>
                </c:pt>
                <c:pt idx="1309">
                  <c:v>8.6404408260512683E-3</c:v>
                </c:pt>
                <c:pt idx="1310">
                  <c:v>8.6355825514750958E-3</c:v>
                </c:pt>
                <c:pt idx="1311">
                  <c:v>8.7201231331888278E-3</c:v>
                </c:pt>
                <c:pt idx="1312">
                  <c:v>8.66330726339367E-3</c:v>
                </c:pt>
                <c:pt idx="1313">
                  <c:v>1.0245847962277526E-2</c:v>
                </c:pt>
                <c:pt idx="1314">
                  <c:v>1.0423969760443786E-2</c:v>
                </c:pt>
                <c:pt idx="1315">
                  <c:v>1.04510142763313E-2</c:v>
                </c:pt>
                <c:pt idx="1316">
                  <c:v>1.0234841180848634E-2</c:v>
                </c:pt>
                <c:pt idx="1317">
                  <c:v>1.015115672649375E-2</c:v>
                </c:pt>
                <c:pt idx="1318">
                  <c:v>9.2238850533430672E-3</c:v>
                </c:pt>
                <c:pt idx="1319">
                  <c:v>9.1410719535798459E-3</c:v>
                </c:pt>
                <c:pt idx="1320">
                  <c:v>9.1113163694597835E-3</c:v>
                </c:pt>
                <c:pt idx="1321">
                  <c:v>1.0924560058817263E-2</c:v>
                </c:pt>
                <c:pt idx="1322">
                  <c:v>1.115913413319892E-2</c:v>
                </c:pt>
                <c:pt idx="1323">
                  <c:v>1.1181318669881563E-2</c:v>
                </c:pt>
                <c:pt idx="1324">
                  <c:v>9.759374482961743E-3</c:v>
                </c:pt>
                <c:pt idx="1325">
                  <c:v>9.6956501489854352E-3</c:v>
                </c:pt>
                <c:pt idx="1326">
                  <c:v>1.0381437185724516E-2</c:v>
                </c:pt>
                <c:pt idx="1327">
                  <c:v>9.9182863464626677E-3</c:v>
                </c:pt>
                <c:pt idx="1328">
                  <c:v>1.0965422995242394E-2</c:v>
                </c:pt>
                <c:pt idx="1329">
                  <c:v>1.0926659082755452E-2</c:v>
                </c:pt>
                <c:pt idx="1330">
                  <c:v>1.099665941309861E-2</c:v>
                </c:pt>
                <c:pt idx="1331">
                  <c:v>1.0873804948441756E-2</c:v>
                </c:pt>
                <c:pt idx="1332">
                  <c:v>1.0281238391662248E-2</c:v>
                </c:pt>
                <c:pt idx="1333">
                  <c:v>1.0407784917374825E-2</c:v>
                </c:pt>
                <c:pt idx="1334">
                  <c:v>1.0387283886903352E-2</c:v>
                </c:pt>
                <c:pt idx="1335">
                  <c:v>1.0928112330809595E-2</c:v>
                </c:pt>
                <c:pt idx="1336">
                  <c:v>1.0926845505902481E-2</c:v>
                </c:pt>
                <c:pt idx="1337">
                  <c:v>1.0889860398990016E-2</c:v>
                </c:pt>
                <c:pt idx="1338">
                  <c:v>1.1095598780000639E-2</c:v>
                </c:pt>
                <c:pt idx="1339">
                  <c:v>1.1287460207927688E-2</c:v>
                </c:pt>
                <c:pt idx="1340">
                  <c:v>1.011155987396207E-2</c:v>
                </c:pt>
                <c:pt idx="1341">
                  <c:v>1.6156262895914635E-2</c:v>
                </c:pt>
                <c:pt idx="1342">
                  <c:v>1.6086913801145318E-2</c:v>
                </c:pt>
                <c:pt idx="1343">
                  <c:v>1.6698857260080122E-2</c:v>
                </c:pt>
                <c:pt idx="1344">
                  <c:v>1.6640337332792899E-2</c:v>
                </c:pt>
                <c:pt idx="1345">
                  <c:v>1.6031467672083088E-2</c:v>
                </c:pt>
                <c:pt idx="1346">
                  <c:v>1.6055359186934196E-2</c:v>
                </c:pt>
                <c:pt idx="1347">
                  <c:v>1.5076010872585241E-2</c:v>
                </c:pt>
                <c:pt idx="1348">
                  <c:v>1.4751296603042141E-2</c:v>
                </c:pt>
                <c:pt idx="1349">
                  <c:v>1.4915369551882603E-2</c:v>
                </c:pt>
                <c:pt idx="1350">
                  <c:v>1.574286011754911E-2</c:v>
                </c:pt>
                <c:pt idx="1351">
                  <c:v>1.5647522420387038E-2</c:v>
                </c:pt>
                <c:pt idx="1352">
                  <c:v>1.5636911736501224E-2</c:v>
                </c:pt>
                <c:pt idx="1353">
                  <c:v>1.580340286185028E-2</c:v>
                </c:pt>
                <c:pt idx="1354">
                  <c:v>1.5486851046621506E-2</c:v>
                </c:pt>
                <c:pt idx="1355">
                  <c:v>1.561692754507087E-2</c:v>
                </c:pt>
                <c:pt idx="1356">
                  <c:v>1.5623160454626684E-2</c:v>
                </c:pt>
                <c:pt idx="1357">
                  <c:v>1.5425456043448353E-2</c:v>
                </c:pt>
                <c:pt idx="1358">
                  <c:v>1.5390149218420615E-2</c:v>
                </c:pt>
                <c:pt idx="1359">
                  <c:v>1.5591085127702789E-2</c:v>
                </c:pt>
                <c:pt idx="1360">
                  <c:v>1.0823032037211975E-2</c:v>
                </c:pt>
                <c:pt idx="1361">
                  <c:v>1.1450474666319217E-2</c:v>
                </c:pt>
                <c:pt idx="1362">
                  <c:v>1.0571727692729481E-2</c:v>
                </c:pt>
                <c:pt idx="1363">
                  <c:v>1.1104762675482185E-2</c:v>
                </c:pt>
                <c:pt idx="1364">
                  <c:v>1.162268370184333E-2</c:v>
                </c:pt>
                <c:pt idx="1365">
                  <c:v>1.1858915176598261E-2</c:v>
                </c:pt>
                <c:pt idx="1366">
                  <c:v>1.2479560201435751E-2</c:v>
                </c:pt>
                <c:pt idx="1367">
                  <c:v>1.2704741939549711E-2</c:v>
                </c:pt>
                <c:pt idx="1368">
                  <c:v>1.2440005381266311E-2</c:v>
                </c:pt>
                <c:pt idx="1369">
                  <c:v>1.3277216001330902E-2</c:v>
                </c:pt>
                <c:pt idx="1370">
                  <c:v>1.6019631060841918E-2</c:v>
                </c:pt>
                <c:pt idx="1371">
                  <c:v>1.6131012066179777E-2</c:v>
                </c:pt>
                <c:pt idx="1372">
                  <c:v>1.6141386137984926E-2</c:v>
                </c:pt>
                <c:pt idx="1373">
                  <c:v>1.6414180759070574E-2</c:v>
                </c:pt>
                <c:pt idx="1374">
                  <c:v>1.6370569186650991E-2</c:v>
                </c:pt>
                <c:pt idx="1375">
                  <c:v>1.6384131549183865E-2</c:v>
                </c:pt>
                <c:pt idx="1376">
                  <c:v>1.6339054109211885E-2</c:v>
                </c:pt>
                <c:pt idx="1377">
                  <c:v>1.6376826298928393E-2</c:v>
                </c:pt>
                <c:pt idx="1378">
                  <c:v>1.6316531601465643E-2</c:v>
                </c:pt>
                <c:pt idx="1379">
                  <c:v>1.520716718620501E-2</c:v>
                </c:pt>
                <c:pt idx="1380">
                  <c:v>1.4689679118039537E-2</c:v>
                </c:pt>
                <c:pt idx="1381">
                  <c:v>1.4592504170188987E-2</c:v>
                </c:pt>
                <c:pt idx="1382">
                  <c:v>1.4966753765047724E-2</c:v>
                </c:pt>
                <c:pt idx="1383">
                  <c:v>1.4695154465461482E-2</c:v>
                </c:pt>
                <c:pt idx="1384">
                  <c:v>1.4505628349186596E-2</c:v>
                </c:pt>
                <c:pt idx="1385">
                  <c:v>1.385726177270943E-2</c:v>
                </c:pt>
                <c:pt idx="1386">
                  <c:v>1.3974877240315332E-2</c:v>
                </c:pt>
                <c:pt idx="1387">
                  <c:v>1.3979903682334217E-2</c:v>
                </c:pt>
                <c:pt idx="1388">
                  <c:v>1.2781522468311506E-2</c:v>
                </c:pt>
                <c:pt idx="1389">
                  <c:v>1.0493130206499357E-2</c:v>
                </c:pt>
                <c:pt idx="1390">
                  <c:v>1.0456720288578568E-2</c:v>
                </c:pt>
                <c:pt idx="1391">
                  <c:v>1.1645819692731438E-2</c:v>
                </c:pt>
                <c:pt idx="1392">
                  <c:v>1.1326812112143272E-2</c:v>
                </c:pt>
                <c:pt idx="1393">
                  <c:v>1.1514656983492945E-2</c:v>
                </c:pt>
                <c:pt idx="1394">
                  <c:v>1.1567343375663959E-2</c:v>
                </c:pt>
                <c:pt idx="1395">
                  <c:v>1.1590928949190199E-2</c:v>
                </c:pt>
                <c:pt idx="1396">
                  <c:v>1.1749618227278668E-2</c:v>
                </c:pt>
                <c:pt idx="1397">
                  <c:v>1.1530217059072678E-2</c:v>
                </c:pt>
                <c:pt idx="1398">
                  <c:v>1.3173522862512369E-2</c:v>
                </c:pt>
                <c:pt idx="1399">
                  <c:v>1.3174736116793439E-2</c:v>
                </c:pt>
                <c:pt idx="1400">
                  <c:v>1.3300277823367519E-2</c:v>
                </c:pt>
                <c:pt idx="1401">
                  <c:v>1.2809439451928509E-2</c:v>
                </c:pt>
                <c:pt idx="1402">
                  <c:v>1.4058647074484466E-2</c:v>
                </c:pt>
                <c:pt idx="1403">
                  <c:v>1.4653011381414489E-2</c:v>
                </c:pt>
                <c:pt idx="1404">
                  <c:v>1.5054239530370828E-2</c:v>
                </c:pt>
                <c:pt idx="1405">
                  <c:v>1.4919890968005086E-2</c:v>
                </c:pt>
                <c:pt idx="1406">
                  <c:v>1.457306084589834E-2</c:v>
                </c:pt>
                <c:pt idx="1407">
                  <c:v>1.4684998084385574E-2</c:v>
                </c:pt>
                <c:pt idx="1408">
                  <c:v>1.4049908528437256E-2</c:v>
                </c:pt>
                <c:pt idx="1409">
                  <c:v>1.4096881814623102E-2</c:v>
                </c:pt>
                <c:pt idx="1410">
                  <c:v>1.3233550284703207E-2</c:v>
                </c:pt>
                <c:pt idx="1411">
                  <c:v>1.3282270264538022E-2</c:v>
                </c:pt>
                <c:pt idx="1412">
                  <c:v>1.8444241299765907E-2</c:v>
                </c:pt>
                <c:pt idx="1413">
                  <c:v>1.8602955464143187E-2</c:v>
                </c:pt>
                <c:pt idx="1414">
                  <c:v>1.9212727276024619E-2</c:v>
                </c:pt>
                <c:pt idx="1415">
                  <c:v>1.9934494814383183E-2</c:v>
                </c:pt>
                <c:pt idx="1416">
                  <c:v>1.988129817302807E-2</c:v>
                </c:pt>
                <c:pt idx="1417">
                  <c:v>1.9101186772154249E-2</c:v>
                </c:pt>
                <c:pt idx="1418">
                  <c:v>1.912843585329015E-2</c:v>
                </c:pt>
                <c:pt idx="1419">
                  <c:v>2.1453132347511405E-2</c:v>
                </c:pt>
                <c:pt idx="1420">
                  <c:v>2.1346226552219537E-2</c:v>
                </c:pt>
                <c:pt idx="1421">
                  <c:v>2.0513246691069586E-2</c:v>
                </c:pt>
                <c:pt idx="1422">
                  <c:v>1.9880868999460524E-2</c:v>
                </c:pt>
                <c:pt idx="1423">
                  <c:v>1.95676683084046E-2</c:v>
                </c:pt>
                <c:pt idx="1424">
                  <c:v>1.9599470717593433E-2</c:v>
                </c:pt>
                <c:pt idx="1425">
                  <c:v>1.9581716511016613E-2</c:v>
                </c:pt>
                <c:pt idx="1426">
                  <c:v>1.9422013932601723E-2</c:v>
                </c:pt>
                <c:pt idx="1427">
                  <c:v>1.9159589378888585E-2</c:v>
                </c:pt>
                <c:pt idx="1428">
                  <c:v>1.9200786257702114E-2</c:v>
                </c:pt>
                <c:pt idx="1429">
                  <c:v>1.9589152262492728E-2</c:v>
                </c:pt>
                <c:pt idx="1430">
                  <c:v>2.0029199247740395E-2</c:v>
                </c:pt>
                <c:pt idx="1431">
                  <c:v>1.4661796294871517E-2</c:v>
                </c:pt>
                <c:pt idx="1432">
                  <c:v>1.4612759165664761E-2</c:v>
                </c:pt>
                <c:pt idx="1433">
                  <c:v>1.4389905488704243E-2</c:v>
                </c:pt>
                <c:pt idx="1434">
                  <c:v>1.248586382766334E-2</c:v>
                </c:pt>
                <c:pt idx="1435">
                  <c:v>1.2495033884161256E-2</c:v>
                </c:pt>
                <c:pt idx="1436">
                  <c:v>1.2544998180335396E-2</c:v>
                </c:pt>
                <c:pt idx="1437">
                  <c:v>1.2583801975680936E-2</c:v>
                </c:pt>
                <c:pt idx="1438">
                  <c:v>9.0807283503310035E-3</c:v>
                </c:pt>
                <c:pt idx="1439">
                  <c:v>9.08272196950651E-3</c:v>
                </c:pt>
                <c:pt idx="1440">
                  <c:v>8.981470843016889E-3</c:v>
                </c:pt>
                <c:pt idx="1441">
                  <c:v>8.9830994696401198E-3</c:v>
                </c:pt>
                <c:pt idx="1442">
                  <c:v>9.0345870427616763E-3</c:v>
                </c:pt>
                <c:pt idx="1443">
                  <c:v>8.9997758148831139E-3</c:v>
                </c:pt>
                <c:pt idx="1444">
                  <c:v>9.2105432139011154E-3</c:v>
                </c:pt>
                <c:pt idx="1445">
                  <c:v>8.9808588737004102E-3</c:v>
                </c:pt>
                <c:pt idx="1446">
                  <c:v>8.9688434083951517E-3</c:v>
                </c:pt>
                <c:pt idx="1447">
                  <c:v>8.4425664605014255E-3</c:v>
                </c:pt>
                <c:pt idx="1448">
                  <c:v>7.4816567281447994E-3</c:v>
                </c:pt>
                <c:pt idx="1449">
                  <c:v>6.636728709206785E-3</c:v>
                </c:pt>
                <c:pt idx="1450">
                  <c:v>6.3762005709111684E-3</c:v>
                </c:pt>
                <c:pt idx="1451">
                  <c:v>7.9065784321081557E-3</c:v>
                </c:pt>
                <c:pt idx="1452">
                  <c:v>8.9174404443132793E-3</c:v>
                </c:pt>
                <c:pt idx="1453">
                  <c:v>8.8543941938367954E-3</c:v>
                </c:pt>
                <c:pt idx="1454">
                  <c:v>8.707205864785213E-3</c:v>
                </c:pt>
                <c:pt idx="1455">
                  <c:v>8.8420817085537208E-3</c:v>
                </c:pt>
                <c:pt idx="1456">
                  <c:v>8.8555118858800238E-3</c:v>
                </c:pt>
                <c:pt idx="1457">
                  <c:v>9.1537136003415117E-3</c:v>
                </c:pt>
                <c:pt idx="1458">
                  <c:v>9.1815918769663895E-3</c:v>
                </c:pt>
                <c:pt idx="1459">
                  <c:v>9.3028023145295697E-3</c:v>
                </c:pt>
                <c:pt idx="1460">
                  <c:v>9.1496363279826905E-3</c:v>
                </c:pt>
                <c:pt idx="1461">
                  <c:v>8.8996308142724537E-3</c:v>
                </c:pt>
                <c:pt idx="1462">
                  <c:v>8.7584733447001132E-3</c:v>
                </c:pt>
                <c:pt idx="1463">
                  <c:v>8.0422048663681255E-3</c:v>
                </c:pt>
                <c:pt idx="1464">
                  <c:v>7.9106927514342243E-3</c:v>
                </c:pt>
                <c:pt idx="1465">
                  <c:v>7.7406268547404048E-3</c:v>
                </c:pt>
                <c:pt idx="1466">
                  <c:v>7.7131137275269143E-3</c:v>
                </c:pt>
                <c:pt idx="1467">
                  <c:v>7.7885683982243121E-3</c:v>
                </c:pt>
                <c:pt idx="1468">
                  <c:v>7.8767348948611364E-3</c:v>
                </c:pt>
                <c:pt idx="1469">
                  <c:v>7.501098430031901E-3</c:v>
                </c:pt>
                <c:pt idx="1470">
                  <c:v>6.2406072568839954E-3</c:v>
                </c:pt>
                <c:pt idx="1471">
                  <c:v>4.7491872260840094E-3</c:v>
                </c:pt>
                <c:pt idx="1472">
                  <c:v>4.5527646570098961E-3</c:v>
                </c:pt>
                <c:pt idx="1473">
                  <c:v>5.3475341889738905E-3</c:v>
                </c:pt>
                <c:pt idx="1474">
                  <c:v>6.4115187221840467E-3</c:v>
                </c:pt>
                <c:pt idx="1475">
                  <c:v>7.5222613482331981E-3</c:v>
                </c:pt>
                <c:pt idx="1476">
                  <c:v>7.1173647469565888E-3</c:v>
                </c:pt>
                <c:pt idx="1477">
                  <c:v>7.0707823747354738E-3</c:v>
                </c:pt>
                <c:pt idx="1478">
                  <c:v>7.0079054559303326E-3</c:v>
                </c:pt>
                <c:pt idx="1479">
                  <c:v>7.1557050998784641E-3</c:v>
                </c:pt>
                <c:pt idx="1480">
                  <c:v>7.3283771970224102E-3</c:v>
                </c:pt>
                <c:pt idx="1481">
                  <c:v>9.1258648073515494E-3</c:v>
                </c:pt>
                <c:pt idx="1482">
                  <c:v>9.0987697335168111E-3</c:v>
                </c:pt>
                <c:pt idx="1483">
                  <c:v>9.5155751369451133E-3</c:v>
                </c:pt>
                <c:pt idx="1484">
                  <c:v>9.5422690620599777E-3</c:v>
                </c:pt>
                <c:pt idx="1485">
                  <c:v>9.461188733252102E-3</c:v>
                </c:pt>
                <c:pt idx="1486">
                  <c:v>9.617633712400344E-3</c:v>
                </c:pt>
                <c:pt idx="1487">
                  <c:v>1.0024313893836888E-2</c:v>
                </c:pt>
                <c:pt idx="1488">
                  <c:v>1.0022006609880788E-2</c:v>
                </c:pt>
                <c:pt idx="1489">
                  <c:v>1.0412645881799252E-2</c:v>
                </c:pt>
                <c:pt idx="1490">
                  <c:v>1.0367625205900814E-2</c:v>
                </c:pt>
                <c:pt idx="1491">
                  <c:v>1.0379662832482929E-2</c:v>
                </c:pt>
                <c:pt idx="1492">
                  <c:v>1.0121302657570629E-2</c:v>
                </c:pt>
                <c:pt idx="1493">
                  <c:v>9.3923962687739171E-3</c:v>
                </c:pt>
                <c:pt idx="1494">
                  <c:v>9.8551103848390272E-3</c:v>
                </c:pt>
                <c:pt idx="1495">
                  <c:v>9.931614588529869E-3</c:v>
                </c:pt>
                <c:pt idx="1496">
                  <c:v>1.0701753751015841E-2</c:v>
                </c:pt>
                <c:pt idx="1497">
                  <c:v>1.0671850702299019E-2</c:v>
                </c:pt>
                <c:pt idx="1498">
                  <c:v>1.4490695449820823E-2</c:v>
                </c:pt>
                <c:pt idx="1499">
                  <c:v>1.5049002138232303E-2</c:v>
                </c:pt>
                <c:pt idx="1500">
                  <c:v>1.419639206558714E-2</c:v>
                </c:pt>
                <c:pt idx="1501">
                  <c:v>1.4208483082308468E-2</c:v>
                </c:pt>
                <c:pt idx="1502">
                  <c:v>1.3883759069558478E-2</c:v>
                </c:pt>
                <c:pt idx="1503">
                  <c:v>1.4041204769343429E-2</c:v>
                </c:pt>
                <c:pt idx="1504">
                  <c:v>1.4053256092304482E-2</c:v>
                </c:pt>
                <c:pt idx="1505">
                  <c:v>1.3816276880813997E-2</c:v>
                </c:pt>
                <c:pt idx="1506">
                  <c:v>1.3227688828678077E-2</c:v>
                </c:pt>
                <c:pt idx="1507">
                  <c:v>1.3333377745038084E-2</c:v>
                </c:pt>
                <c:pt idx="1508">
                  <c:v>1.3271181710133391E-2</c:v>
                </c:pt>
                <c:pt idx="1509">
                  <c:v>1.3121447414871895E-2</c:v>
                </c:pt>
                <c:pt idx="1510">
                  <c:v>1.3699337582445974E-2</c:v>
                </c:pt>
                <c:pt idx="1511">
                  <c:v>1.3821539078700991E-2</c:v>
                </c:pt>
                <c:pt idx="1512">
                  <c:v>1.404866281847077E-2</c:v>
                </c:pt>
                <c:pt idx="1513">
                  <c:v>1.2854251695965163E-2</c:v>
                </c:pt>
                <c:pt idx="1514">
                  <c:v>1.2558071717361556E-2</c:v>
                </c:pt>
                <c:pt idx="1515">
                  <c:v>1.276767180158565E-2</c:v>
                </c:pt>
                <c:pt idx="1516">
                  <c:v>1.272549164517572E-2</c:v>
                </c:pt>
                <c:pt idx="1517">
                  <c:v>8.8356991160985152E-3</c:v>
                </c:pt>
                <c:pt idx="1518">
                  <c:v>7.7164050439283496E-3</c:v>
                </c:pt>
                <c:pt idx="1519">
                  <c:v>8.1628711513884594E-3</c:v>
                </c:pt>
                <c:pt idx="1520">
                  <c:v>8.1548039086188524E-3</c:v>
                </c:pt>
                <c:pt idx="1521">
                  <c:v>8.6423602406850934E-3</c:v>
                </c:pt>
                <c:pt idx="1522">
                  <c:v>8.9533172375298453E-3</c:v>
                </c:pt>
                <c:pt idx="1523">
                  <c:v>8.9310588574490687E-3</c:v>
                </c:pt>
                <c:pt idx="1524">
                  <c:v>8.961219543240603E-3</c:v>
                </c:pt>
                <c:pt idx="1525">
                  <c:v>8.9676535538917111E-3</c:v>
                </c:pt>
                <c:pt idx="1526">
                  <c:v>8.9240376158469439E-3</c:v>
                </c:pt>
                <c:pt idx="1527">
                  <c:v>8.8871427050990544E-3</c:v>
                </c:pt>
                <c:pt idx="1528">
                  <c:v>9.0519463592459298E-3</c:v>
                </c:pt>
                <c:pt idx="1529">
                  <c:v>1.0028992584408791E-2</c:v>
                </c:pt>
                <c:pt idx="1530">
                  <c:v>1.100359812514173E-2</c:v>
                </c:pt>
                <c:pt idx="1531">
                  <c:v>1.0458648498560439E-2</c:v>
                </c:pt>
                <c:pt idx="1532">
                  <c:v>1.0537041342675121E-2</c:v>
                </c:pt>
                <c:pt idx="1533">
                  <c:v>1.0592277382851772E-2</c:v>
                </c:pt>
                <c:pt idx="1534">
                  <c:v>1.1014495142761562E-2</c:v>
                </c:pt>
                <c:pt idx="1535">
                  <c:v>1.0941084314224712E-2</c:v>
                </c:pt>
                <c:pt idx="1536">
                  <c:v>1.1557203567615779E-2</c:v>
                </c:pt>
                <c:pt idx="1537">
                  <c:v>1.1776051217767029E-2</c:v>
                </c:pt>
                <c:pt idx="1538">
                  <c:v>1.1217054483848646E-2</c:v>
                </c:pt>
                <c:pt idx="1539">
                  <c:v>1.1347781423862533E-2</c:v>
                </c:pt>
                <c:pt idx="1540">
                  <c:v>1.1678685757815461E-2</c:v>
                </c:pt>
                <c:pt idx="1541">
                  <c:v>1.159254970678319E-2</c:v>
                </c:pt>
                <c:pt idx="1542">
                  <c:v>1.1812790568562352E-2</c:v>
                </c:pt>
                <c:pt idx="1543">
                  <c:v>1.2176006669816554E-2</c:v>
                </c:pt>
                <c:pt idx="1544">
                  <c:v>1.2209054471768602E-2</c:v>
                </c:pt>
                <c:pt idx="1545">
                  <c:v>1.1857970903776162E-2</c:v>
                </c:pt>
                <c:pt idx="1546">
                  <c:v>1.1937514405251608E-2</c:v>
                </c:pt>
                <c:pt idx="1547">
                  <c:v>1.3592156100420328E-2</c:v>
                </c:pt>
                <c:pt idx="1548">
                  <c:v>1.353201569003158E-2</c:v>
                </c:pt>
                <c:pt idx="1549">
                  <c:v>1.2959072251224075E-2</c:v>
                </c:pt>
                <c:pt idx="1550">
                  <c:v>1.3049210491670987E-2</c:v>
                </c:pt>
                <c:pt idx="1551">
                  <c:v>1.489787848232685E-2</c:v>
                </c:pt>
                <c:pt idx="1552">
                  <c:v>1.5650390402477975E-2</c:v>
                </c:pt>
                <c:pt idx="1553">
                  <c:v>1.5432186109497047E-2</c:v>
                </c:pt>
                <c:pt idx="1554">
                  <c:v>1.6432498320765158E-2</c:v>
                </c:pt>
                <c:pt idx="1555">
                  <c:v>1.5939101407347892E-2</c:v>
                </c:pt>
                <c:pt idx="1556">
                  <c:v>1.6132282187742417E-2</c:v>
                </c:pt>
                <c:pt idx="1557">
                  <c:v>1.6539381142918481E-2</c:v>
                </c:pt>
                <c:pt idx="1558">
                  <c:v>1.6824050046419521E-2</c:v>
                </c:pt>
                <c:pt idx="1559">
                  <c:v>1.6238870777409348E-2</c:v>
                </c:pt>
                <c:pt idx="1560">
                  <c:v>1.5855815149733964E-2</c:v>
                </c:pt>
                <c:pt idx="1561">
                  <c:v>1.5810495867416539E-2</c:v>
                </c:pt>
                <c:pt idx="1562">
                  <c:v>1.5640121570095009E-2</c:v>
                </c:pt>
                <c:pt idx="1563">
                  <c:v>1.5574987076817684E-2</c:v>
                </c:pt>
                <c:pt idx="1564">
                  <c:v>1.5700841713075973E-2</c:v>
                </c:pt>
                <c:pt idx="1565">
                  <c:v>1.6261302043681661E-2</c:v>
                </c:pt>
                <c:pt idx="1566">
                  <c:v>1.6402525927155017E-2</c:v>
                </c:pt>
                <c:pt idx="1567">
                  <c:v>1.801832821942494E-2</c:v>
                </c:pt>
                <c:pt idx="1568">
                  <c:v>1.8020248488137998E-2</c:v>
                </c:pt>
                <c:pt idx="1569">
                  <c:v>1.798226366411362E-2</c:v>
                </c:pt>
                <c:pt idx="1570">
                  <c:v>1.6733881869801768E-2</c:v>
                </c:pt>
                <c:pt idx="1571">
                  <c:v>1.5852100401784509E-2</c:v>
                </c:pt>
                <c:pt idx="1572">
                  <c:v>1.5857682269384936E-2</c:v>
                </c:pt>
                <c:pt idx="1573">
                  <c:v>1.52680713861674E-2</c:v>
                </c:pt>
                <c:pt idx="1574">
                  <c:v>1.6641736205264213E-2</c:v>
                </c:pt>
                <c:pt idx="1575">
                  <c:v>1.5958609769708355E-2</c:v>
                </c:pt>
                <c:pt idx="1576">
                  <c:v>1.573947112282599E-2</c:v>
                </c:pt>
                <c:pt idx="1577">
                  <c:v>1.5440442534083243E-2</c:v>
                </c:pt>
                <c:pt idx="1578">
                  <c:v>1.5463920243914266E-2</c:v>
                </c:pt>
                <c:pt idx="1579">
                  <c:v>1.5577097347268698E-2</c:v>
                </c:pt>
                <c:pt idx="1580">
                  <c:v>1.5556594503835466E-2</c:v>
                </c:pt>
                <c:pt idx="1581">
                  <c:v>1.5636147232519292E-2</c:v>
                </c:pt>
                <c:pt idx="1582">
                  <c:v>1.5532229189160418E-2</c:v>
                </c:pt>
                <c:pt idx="1583">
                  <c:v>1.5193163211833898E-2</c:v>
                </c:pt>
                <c:pt idx="1584">
                  <c:v>1.3759330295729542E-2</c:v>
                </c:pt>
                <c:pt idx="1585">
                  <c:v>1.2282230054443379E-2</c:v>
                </c:pt>
                <c:pt idx="1586">
                  <c:v>1.0344987230951341E-2</c:v>
                </c:pt>
                <c:pt idx="1587">
                  <c:v>1.0282190326407804E-2</c:v>
                </c:pt>
                <c:pt idx="1588">
                  <c:v>1.2371119903237103E-2</c:v>
                </c:pt>
                <c:pt idx="1589">
                  <c:v>1.5355740209154938E-2</c:v>
                </c:pt>
                <c:pt idx="1590">
                  <c:v>1.5458526928479491E-2</c:v>
                </c:pt>
                <c:pt idx="1591">
                  <c:v>1.603404391047995E-2</c:v>
                </c:pt>
                <c:pt idx="1592">
                  <c:v>1.611145351771227E-2</c:v>
                </c:pt>
                <c:pt idx="1593">
                  <c:v>1.5155285032166224E-2</c:v>
                </c:pt>
                <c:pt idx="1594">
                  <c:v>1.5264744941388514E-2</c:v>
                </c:pt>
                <c:pt idx="1595">
                  <c:v>1.5419100730289093E-2</c:v>
                </c:pt>
                <c:pt idx="1596">
                  <c:v>1.5452158068293535E-2</c:v>
                </c:pt>
                <c:pt idx="1597">
                  <c:v>1.5733408274590497E-2</c:v>
                </c:pt>
                <c:pt idx="1598">
                  <c:v>1.5712115444692351E-2</c:v>
                </c:pt>
                <c:pt idx="1599">
                  <c:v>1.566313416116746E-2</c:v>
                </c:pt>
                <c:pt idx="1600">
                  <c:v>1.6141300706099003E-2</c:v>
                </c:pt>
                <c:pt idx="1601">
                  <c:v>1.8007241960708711E-2</c:v>
                </c:pt>
                <c:pt idx="1602">
                  <c:v>1.9624819197314573E-2</c:v>
                </c:pt>
                <c:pt idx="1603">
                  <c:v>1.9701484924716486E-2</c:v>
                </c:pt>
                <c:pt idx="1604">
                  <c:v>1.9142918273441955E-2</c:v>
                </c:pt>
                <c:pt idx="1605">
                  <c:v>1.915228257343499E-2</c:v>
                </c:pt>
                <c:pt idx="1606">
                  <c:v>1.9184198809458698E-2</c:v>
                </c:pt>
                <c:pt idx="1607">
                  <c:v>1.8535862908664998E-2</c:v>
                </c:pt>
                <c:pt idx="1608">
                  <c:v>1.6710908085408902E-2</c:v>
                </c:pt>
                <c:pt idx="1609">
                  <c:v>2.2210489136945184E-2</c:v>
                </c:pt>
                <c:pt idx="1610">
                  <c:v>2.4099758274094784E-2</c:v>
                </c:pt>
                <c:pt idx="1611">
                  <c:v>2.3734851576490183E-2</c:v>
                </c:pt>
                <c:pt idx="1612">
                  <c:v>2.3182974180152603E-2</c:v>
                </c:pt>
                <c:pt idx="1613">
                  <c:v>2.3449744989689509E-2</c:v>
                </c:pt>
                <c:pt idx="1614">
                  <c:v>2.4251131912309303E-2</c:v>
                </c:pt>
                <c:pt idx="1615">
                  <c:v>2.4725896093405482E-2</c:v>
                </c:pt>
                <c:pt idx="1616">
                  <c:v>2.5466592651950157E-2</c:v>
                </c:pt>
                <c:pt idx="1617">
                  <c:v>2.5850985649617273E-2</c:v>
                </c:pt>
                <c:pt idx="1618">
                  <c:v>2.5859527528233891E-2</c:v>
                </c:pt>
                <c:pt idx="1619">
                  <c:v>2.5359007365206316E-2</c:v>
                </c:pt>
                <c:pt idx="1620">
                  <c:v>2.3605008017542665E-2</c:v>
                </c:pt>
                <c:pt idx="1621">
                  <c:v>2.3286348360783193E-2</c:v>
                </c:pt>
                <c:pt idx="1622">
                  <c:v>2.3768222782585197E-2</c:v>
                </c:pt>
                <c:pt idx="1623">
                  <c:v>2.3797561830915279E-2</c:v>
                </c:pt>
                <c:pt idx="1624">
                  <c:v>2.3839273301713433E-2</c:v>
                </c:pt>
                <c:pt idx="1625">
                  <c:v>2.3669878840779059E-2</c:v>
                </c:pt>
                <c:pt idx="1626">
                  <c:v>2.3539688424112401E-2</c:v>
                </c:pt>
                <c:pt idx="1627">
                  <c:v>2.3458308352419455E-2</c:v>
                </c:pt>
                <c:pt idx="1628">
                  <c:v>1.7221406884002886E-2</c:v>
                </c:pt>
                <c:pt idx="1629">
                  <c:v>1.484191115259066E-2</c:v>
                </c:pt>
                <c:pt idx="1630">
                  <c:v>1.4840517299536197E-2</c:v>
                </c:pt>
                <c:pt idx="1631">
                  <c:v>1.4998703908586555E-2</c:v>
                </c:pt>
                <c:pt idx="1632">
                  <c:v>1.3373308149136667E-2</c:v>
                </c:pt>
                <c:pt idx="1633">
                  <c:v>9.8451266664248242E-3</c:v>
                </c:pt>
                <c:pt idx="1634">
                  <c:v>1.0968801727753996E-2</c:v>
                </c:pt>
                <c:pt idx="1635">
                  <c:v>1.0431804682131843E-2</c:v>
                </c:pt>
                <c:pt idx="1636">
                  <c:v>1.0035473561873738E-2</c:v>
                </c:pt>
                <c:pt idx="1637">
                  <c:v>1.181178549040356E-2</c:v>
                </c:pt>
                <c:pt idx="1638">
                  <c:v>1.1853667595749193E-2</c:v>
                </c:pt>
                <c:pt idx="1639">
                  <c:v>1.2206044168416069E-2</c:v>
                </c:pt>
                <c:pt idx="1640">
                  <c:v>1.1474750535250487E-2</c:v>
                </c:pt>
                <c:pt idx="1641">
                  <c:v>1.1248676778254333E-2</c:v>
                </c:pt>
                <c:pt idx="1642">
                  <c:v>1.2680449125988272E-2</c:v>
                </c:pt>
                <c:pt idx="1643">
                  <c:v>1.3212850625429807E-2</c:v>
                </c:pt>
                <c:pt idx="1644">
                  <c:v>1.3454939555041847E-2</c:v>
                </c:pt>
                <c:pt idx="1645">
                  <c:v>1.3510059733714387E-2</c:v>
                </c:pt>
                <c:pt idx="1646">
                  <c:v>1.3581235857492411E-2</c:v>
                </c:pt>
                <c:pt idx="1647">
                  <c:v>1.3573277883389984E-2</c:v>
                </c:pt>
                <c:pt idx="1648">
                  <c:v>1.4213619268459989E-2</c:v>
                </c:pt>
                <c:pt idx="1649">
                  <c:v>1.4288857781881582E-2</c:v>
                </c:pt>
                <c:pt idx="1650">
                  <c:v>1.4833609045191265E-2</c:v>
                </c:pt>
                <c:pt idx="1651">
                  <c:v>1.670739308469928E-2</c:v>
                </c:pt>
                <c:pt idx="1652">
                  <c:v>1.5218896178908939E-2</c:v>
                </c:pt>
                <c:pt idx="1653">
                  <c:v>1.5841878853112831E-2</c:v>
                </c:pt>
                <c:pt idx="1654">
                  <c:v>1.6068556828527928E-2</c:v>
                </c:pt>
                <c:pt idx="1655">
                  <c:v>1.655479451972983E-2</c:v>
                </c:pt>
                <c:pt idx="1656">
                  <c:v>1.7687709500779043E-2</c:v>
                </c:pt>
                <c:pt idx="1657">
                  <c:v>1.7695446376126127E-2</c:v>
                </c:pt>
                <c:pt idx="1658">
                  <c:v>1.8621963068907336E-2</c:v>
                </c:pt>
                <c:pt idx="1659">
                  <c:v>1.9386218110799287E-2</c:v>
                </c:pt>
                <c:pt idx="1660">
                  <c:v>1.9350171136809285E-2</c:v>
                </c:pt>
                <c:pt idx="1661">
                  <c:v>1.9274257429879888E-2</c:v>
                </c:pt>
                <c:pt idx="1662">
                  <c:v>1.8873271874368765E-2</c:v>
                </c:pt>
                <c:pt idx="1663">
                  <c:v>1.9351808489054632E-2</c:v>
                </c:pt>
                <c:pt idx="1664">
                  <c:v>2.0326499401696278E-2</c:v>
                </c:pt>
                <c:pt idx="1665">
                  <c:v>2.0326147363940408E-2</c:v>
                </c:pt>
                <c:pt idx="1666">
                  <c:v>2.035181407724232E-2</c:v>
                </c:pt>
                <c:pt idx="1667">
                  <c:v>1.9934884596241754E-2</c:v>
                </c:pt>
                <c:pt idx="1668">
                  <c:v>2.0120354766687529E-2</c:v>
                </c:pt>
                <c:pt idx="1669">
                  <c:v>1.93015129851636E-2</c:v>
                </c:pt>
                <c:pt idx="1670">
                  <c:v>1.6476347021374325E-2</c:v>
                </c:pt>
                <c:pt idx="1671">
                  <c:v>1.6508012022182286E-2</c:v>
                </c:pt>
                <c:pt idx="1672">
                  <c:v>1.5099484865432168E-2</c:v>
                </c:pt>
                <c:pt idx="1673">
                  <c:v>1.5027633505506441E-2</c:v>
                </c:pt>
                <c:pt idx="1674">
                  <c:v>1.6557265694223514E-2</c:v>
                </c:pt>
                <c:pt idx="1675">
                  <c:v>1.5422978013936184E-2</c:v>
                </c:pt>
                <c:pt idx="1676">
                  <c:v>1.546966602336132E-2</c:v>
                </c:pt>
                <c:pt idx="1677">
                  <c:v>1.4743779426040096E-2</c:v>
                </c:pt>
                <c:pt idx="1678">
                  <c:v>1.3849727335817005E-2</c:v>
                </c:pt>
                <c:pt idx="1679">
                  <c:v>1.4486777437765727E-2</c:v>
                </c:pt>
                <c:pt idx="1680">
                  <c:v>1.6499741708519096E-2</c:v>
                </c:pt>
                <c:pt idx="1681">
                  <c:v>1.6545412769667873E-2</c:v>
                </c:pt>
                <c:pt idx="1682">
                  <c:v>1.6442286802175334E-2</c:v>
                </c:pt>
                <c:pt idx="1683">
                  <c:v>1.5597147512108028E-2</c:v>
                </c:pt>
                <c:pt idx="1684">
                  <c:v>1.5941290258735346E-2</c:v>
                </c:pt>
                <c:pt idx="1685">
                  <c:v>1.5895812646551561E-2</c:v>
                </c:pt>
                <c:pt idx="1686">
                  <c:v>1.5734953071276613E-2</c:v>
                </c:pt>
                <c:pt idx="1687">
                  <c:v>1.5487963311790162E-2</c:v>
                </c:pt>
                <c:pt idx="1688">
                  <c:v>1.5566706791534615E-2</c:v>
                </c:pt>
                <c:pt idx="1689">
                  <c:v>1.5713281033575683E-2</c:v>
                </c:pt>
                <c:pt idx="1690">
                  <c:v>1.5705800288802599E-2</c:v>
                </c:pt>
                <c:pt idx="1691">
                  <c:v>1.6202434351782164E-2</c:v>
                </c:pt>
                <c:pt idx="1692">
                  <c:v>1.6705202772348375E-2</c:v>
                </c:pt>
                <c:pt idx="1693">
                  <c:v>1.4797204292893992E-2</c:v>
                </c:pt>
                <c:pt idx="1694">
                  <c:v>1.4860592971606523E-2</c:v>
                </c:pt>
                <c:pt idx="1695">
                  <c:v>1.4994659281657616E-2</c:v>
                </c:pt>
                <c:pt idx="1696">
                  <c:v>1.3770044613517553E-2</c:v>
                </c:pt>
                <c:pt idx="1697">
                  <c:v>1.3440800864041492E-2</c:v>
                </c:pt>
                <c:pt idx="1698">
                  <c:v>1.1994715237698699E-2</c:v>
                </c:pt>
                <c:pt idx="1699">
                  <c:v>1.0094130625334116E-2</c:v>
                </c:pt>
                <c:pt idx="1700">
                  <c:v>8.7053121231972681E-3</c:v>
                </c:pt>
                <c:pt idx="1701">
                  <c:v>8.8247167536930141E-3</c:v>
                </c:pt>
                <c:pt idx="1702">
                  <c:v>8.6012968964122374E-3</c:v>
                </c:pt>
                <c:pt idx="1703">
                  <c:v>8.4944245458464396E-3</c:v>
                </c:pt>
                <c:pt idx="1704">
                  <c:v>9.1049865545778531E-3</c:v>
                </c:pt>
                <c:pt idx="1705">
                  <c:v>8.8747614752451211E-3</c:v>
                </c:pt>
                <c:pt idx="1706">
                  <c:v>8.4898418641710903E-3</c:v>
                </c:pt>
                <c:pt idx="1707">
                  <c:v>9.026735621152986E-3</c:v>
                </c:pt>
                <c:pt idx="1708">
                  <c:v>9.6082196250538536E-3</c:v>
                </c:pt>
                <c:pt idx="1709">
                  <c:v>9.4133429249326061E-3</c:v>
                </c:pt>
                <c:pt idx="1710">
                  <c:v>9.906140948975177E-3</c:v>
                </c:pt>
                <c:pt idx="1711">
                  <c:v>9.6516241095672573E-3</c:v>
                </c:pt>
                <c:pt idx="1712">
                  <c:v>9.6110896010103836E-3</c:v>
                </c:pt>
                <c:pt idx="1713">
                  <c:v>9.7275088044482226E-3</c:v>
                </c:pt>
                <c:pt idx="1714">
                  <c:v>9.3897593829088324E-3</c:v>
                </c:pt>
                <c:pt idx="1715">
                  <c:v>9.5621008311818755E-3</c:v>
                </c:pt>
                <c:pt idx="1716">
                  <c:v>9.5258771599302169E-3</c:v>
                </c:pt>
                <c:pt idx="1717">
                  <c:v>9.5294416317968297E-3</c:v>
                </c:pt>
                <c:pt idx="1718">
                  <c:v>1.3395146321277687E-2</c:v>
                </c:pt>
                <c:pt idx="1719">
                  <c:v>1.3514105682536614E-2</c:v>
                </c:pt>
                <c:pt idx="1720">
                  <c:v>1.3355090896671038E-2</c:v>
                </c:pt>
                <c:pt idx="1721">
                  <c:v>1.3392902055567882E-2</c:v>
                </c:pt>
                <c:pt idx="1722">
                  <c:v>1.3367973712146387E-2</c:v>
                </c:pt>
                <c:pt idx="1723">
                  <c:v>1.3290925042297173E-2</c:v>
                </c:pt>
                <c:pt idx="1724">
                  <c:v>1.411411622925427E-2</c:v>
                </c:pt>
                <c:pt idx="1725">
                  <c:v>1.4046673498575484E-2</c:v>
                </c:pt>
                <c:pt idx="1726">
                  <c:v>1.3908945332534804E-2</c:v>
                </c:pt>
                <c:pt idx="1727">
                  <c:v>1.329362049508174E-2</c:v>
                </c:pt>
                <c:pt idx="1728">
                  <c:v>1.3251825305288451E-2</c:v>
                </c:pt>
                <c:pt idx="1729">
                  <c:v>1.2945140231319735E-2</c:v>
                </c:pt>
                <c:pt idx="1730">
                  <c:v>1.2868892122146841E-2</c:v>
                </c:pt>
                <c:pt idx="1731">
                  <c:v>1.2902302805296161E-2</c:v>
                </c:pt>
                <c:pt idx="1732">
                  <c:v>1.2904433858496543E-2</c:v>
                </c:pt>
                <c:pt idx="1733">
                  <c:v>1.3248707824400782E-2</c:v>
                </c:pt>
                <c:pt idx="1734">
                  <c:v>1.3018635397339377E-2</c:v>
                </c:pt>
                <c:pt idx="1735">
                  <c:v>1.4844956829428992E-2</c:v>
                </c:pt>
                <c:pt idx="1736">
                  <c:v>1.4737547880826218E-2</c:v>
                </c:pt>
                <c:pt idx="1737">
                  <c:v>1.1840738161148246E-2</c:v>
                </c:pt>
                <c:pt idx="1738">
                  <c:v>1.2023185979227259E-2</c:v>
                </c:pt>
                <c:pt idx="1739">
                  <c:v>1.2044387183961301E-2</c:v>
                </c:pt>
                <c:pt idx="1740">
                  <c:v>1.351443063706519E-2</c:v>
                </c:pt>
                <c:pt idx="1741">
                  <c:v>1.6063134725644072E-2</c:v>
                </c:pt>
                <c:pt idx="1742">
                  <c:v>1.6015829823886146E-2</c:v>
                </c:pt>
                <c:pt idx="1743">
                  <c:v>1.4687819180492879E-2</c:v>
                </c:pt>
                <c:pt idx="1744">
                  <c:v>1.4664092735832985E-2</c:v>
                </c:pt>
                <c:pt idx="1745">
                  <c:v>1.5571305991582607E-2</c:v>
                </c:pt>
                <c:pt idx="1746">
                  <c:v>1.5751137766090755E-2</c:v>
                </c:pt>
                <c:pt idx="1747">
                  <c:v>1.7371056160389711E-2</c:v>
                </c:pt>
                <c:pt idx="1748">
                  <c:v>1.7493005578877813E-2</c:v>
                </c:pt>
                <c:pt idx="1749">
                  <c:v>1.7545928722595347E-2</c:v>
                </c:pt>
                <c:pt idx="1750">
                  <c:v>1.7367768881040361E-2</c:v>
                </c:pt>
                <c:pt idx="1751">
                  <c:v>1.7115081280831033E-2</c:v>
                </c:pt>
                <c:pt idx="1752">
                  <c:v>1.7100008044033631E-2</c:v>
                </c:pt>
                <c:pt idx="1753">
                  <c:v>1.7009473945800557E-2</c:v>
                </c:pt>
                <c:pt idx="1754">
                  <c:v>1.5796854509635784E-2</c:v>
                </c:pt>
                <c:pt idx="1755">
                  <c:v>1.6195757952087979E-2</c:v>
                </c:pt>
                <c:pt idx="1756">
                  <c:v>1.5711434322852508E-2</c:v>
                </c:pt>
                <c:pt idx="1757">
                  <c:v>1.5775016577731216E-2</c:v>
                </c:pt>
                <c:pt idx="1758">
                  <c:v>1.5756223822214959E-2</c:v>
                </c:pt>
                <c:pt idx="1759">
                  <c:v>1.4856451971352679E-2</c:v>
                </c:pt>
                <c:pt idx="1760">
                  <c:v>1.183661070365701E-2</c:v>
                </c:pt>
                <c:pt idx="1761">
                  <c:v>1.2032845522438305E-2</c:v>
                </c:pt>
                <c:pt idx="1762">
                  <c:v>1.1844871377471707E-2</c:v>
                </c:pt>
                <c:pt idx="1763">
                  <c:v>1.1835637676069309E-2</c:v>
                </c:pt>
                <c:pt idx="1764">
                  <c:v>1.1021833869674098E-2</c:v>
                </c:pt>
                <c:pt idx="1765">
                  <c:v>1.0328412502007795E-2</c:v>
                </c:pt>
                <c:pt idx="1766">
                  <c:v>8.1060510431918923E-3</c:v>
                </c:pt>
                <c:pt idx="1767">
                  <c:v>7.8629917037977681E-3</c:v>
                </c:pt>
                <c:pt idx="1768">
                  <c:v>8.2228442828611789E-3</c:v>
                </c:pt>
                <c:pt idx="1769">
                  <c:v>8.4477751591901795E-3</c:v>
                </c:pt>
                <c:pt idx="1770">
                  <c:v>8.2677066739026851E-3</c:v>
                </c:pt>
                <c:pt idx="1771">
                  <c:v>8.1889443591624776E-3</c:v>
                </c:pt>
                <c:pt idx="1772">
                  <c:v>8.463195972476651E-3</c:v>
                </c:pt>
                <c:pt idx="1773">
                  <c:v>8.6245184870037423E-3</c:v>
                </c:pt>
                <c:pt idx="1774">
                  <c:v>8.1253957637688924E-3</c:v>
                </c:pt>
                <c:pt idx="1775">
                  <c:v>8.2102860677127024E-3</c:v>
                </c:pt>
                <c:pt idx="1776">
                  <c:v>7.5646353129888459E-3</c:v>
                </c:pt>
                <c:pt idx="1777">
                  <c:v>7.5312023196936759E-3</c:v>
                </c:pt>
                <c:pt idx="1778">
                  <c:v>7.7111232786974864E-3</c:v>
                </c:pt>
                <c:pt idx="1779">
                  <c:v>7.7954798063714957E-3</c:v>
                </c:pt>
                <c:pt idx="1780">
                  <c:v>7.6181888177885857E-3</c:v>
                </c:pt>
                <c:pt idx="1781">
                  <c:v>7.9134638675319481E-3</c:v>
                </c:pt>
                <c:pt idx="1782">
                  <c:v>8.3497239119549455E-3</c:v>
                </c:pt>
                <c:pt idx="1783">
                  <c:v>8.4766726199038064E-3</c:v>
                </c:pt>
                <c:pt idx="1784">
                  <c:v>8.5526672203856922E-3</c:v>
                </c:pt>
                <c:pt idx="1785">
                  <c:v>8.8817555766354129E-3</c:v>
                </c:pt>
                <c:pt idx="1786">
                  <c:v>9.1551304810187552E-3</c:v>
                </c:pt>
                <c:pt idx="1787">
                  <c:v>8.5948689692550307E-3</c:v>
                </c:pt>
                <c:pt idx="1788">
                  <c:v>8.0736525540842843E-3</c:v>
                </c:pt>
                <c:pt idx="1789">
                  <c:v>7.902131698619386E-3</c:v>
                </c:pt>
                <c:pt idx="1790">
                  <c:v>7.6580163305844696E-3</c:v>
                </c:pt>
                <c:pt idx="1791">
                  <c:v>7.4668207822683672E-3</c:v>
                </c:pt>
                <c:pt idx="1792">
                  <c:v>7.7542799795768313E-3</c:v>
                </c:pt>
                <c:pt idx="1793">
                  <c:v>9.2619653554316551E-3</c:v>
                </c:pt>
                <c:pt idx="1794">
                  <c:v>9.3327735996704304E-3</c:v>
                </c:pt>
                <c:pt idx="1795">
                  <c:v>9.4094040490469485E-3</c:v>
                </c:pt>
                <c:pt idx="1796">
                  <c:v>1.0101256362294461E-2</c:v>
                </c:pt>
                <c:pt idx="1797">
                  <c:v>9.956346385571014E-3</c:v>
                </c:pt>
                <c:pt idx="1798">
                  <c:v>1.3135284070303385E-2</c:v>
                </c:pt>
                <c:pt idx="1799">
                  <c:v>1.4891711531537861E-2</c:v>
                </c:pt>
                <c:pt idx="1800">
                  <c:v>1.4747398430329567E-2</c:v>
                </c:pt>
                <c:pt idx="1801">
                  <c:v>1.4313828422818382E-2</c:v>
                </c:pt>
                <c:pt idx="1802">
                  <c:v>1.4092401336788546E-2</c:v>
                </c:pt>
                <c:pt idx="1803">
                  <c:v>1.4212769287845185E-2</c:v>
                </c:pt>
                <c:pt idx="1804">
                  <c:v>1.4203399915951435E-2</c:v>
                </c:pt>
                <c:pt idx="1805">
                  <c:v>1.4124934534163337E-2</c:v>
                </c:pt>
                <c:pt idx="1806">
                  <c:v>1.4158355502908218E-2</c:v>
                </c:pt>
                <c:pt idx="1807">
                  <c:v>1.432027089421394E-2</c:v>
                </c:pt>
                <c:pt idx="1808">
                  <c:v>1.4375621765903165E-2</c:v>
                </c:pt>
                <c:pt idx="1809">
                  <c:v>1.4690944883530132E-2</c:v>
                </c:pt>
                <c:pt idx="1810">
                  <c:v>1.4507324719477617E-2</c:v>
                </c:pt>
                <c:pt idx="1811">
                  <c:v>1.4416452885798993E-2</c:v>
                </c:pt>
                <c:pt idx="1812">
                  <c:v>1.3695261874466506E-2</c:v>
                </c:pt>
                <c:pt idx="1813">
                  <c:v>1.3578658837520612E-2</c:v>
                </c:pt>
                <c:pt idx="1814">
                  <c:v>1.3561478859471869E-2</c:v>
                </c:pt>
                <c:pt idx="1815">
                  <c:v>1.3123187573381968E-2</c:v>
                </c:pt>
                <c:pt idx="1816">
                  <c:v>1.3076942202617632E-2</c:v>
                </c:pt>
                <c:pt idx="1817">
                  <c:v>8.5788928672447962E-3</c:v>
                </c:pt>
                <c:pt idx="1818">
                  <c:v>6.3175885103284998E-3</c:v>
                </c:pt>
                <c:pt idx="1819">
                  <c:v>6.3277798242189019E-3</c:v>
                </c:pt>
                <c:pt idx="1820">
                  <c:v>7.2617809888253018E-3</c:v>
                </c:pt>
                <c:pt idx="1821">
                  <c:v>7.8850533641282774E-3</c:v>
                </c:pt>
                <c:pt idx="1822">
                  <c:v>7.7587606662383648E-3</c:v>
                </c:pt>
                <c:pt idx="1823">
                  <c:v>8.3467162463935849E-3</c:v>
                </c:pt>
                <c:pt idx="1824">
                  <c:v>8.5532149183070675E-3</c:v>
                </c:pt>
                <c:pt idx="1825">
                  <c:v>8.148931643764408E-3</c:v>
                </c:pt>
                <c:pt idx="1826">
                  <c:v>7.9103168306956448E-3</c:v>
                </c:pt>
                <c:pt idx="1827">
                  <c:v>8.0531733573720888E-3</c:v>
                </c:pt>
                <c:pt idx="1828">
                  <c:v>7.3270511303918607E-3</c:v>
                </c:pt>
                <c:pt idx="1829">
                  <c:v>7.7670751873227563E-3</c:v>
                </c:pt>
                <c:pt idx="1830">
                  <c:v>7.7235219838532572E-3</c:v>
                </c:pt>
                <c:pt idx="1831">
                  <c:v>7.7651698064279875E-3</c:v>
                </c:pt>
                <c:pt idx="1832">
                  <c:v>8.4659595949493349E-3</c:v>
                </c:pt>
                <c:pt idx="1833">
                  <c:v>8.4676604049053698E-3</c:v>
                </c:pt>
                <c:pt idx="1834">
                  <c:v>8.5578584428110654E-3</c:v>
                </c:pt>
                <c:pt idx="1835">
                  <c:v>8.7452475257000003E-3</c:v>
                </c:pt>
                <c:pt idx="1836">
                  <c:v>8.8988650699925575E-3</c:v>
                </c:pt>
                <c:pt idx="1837">
                  <c:v>8.9221287701992721E-3</c:v>
                </c:pt>
                <c:pt idx="1838">
                  <c:v>8.8118634266104792E-3</c:v>
                </c:pt>
                <c:pt idx="1839">
                  <c:v>8.610630702149874E-3</c:v>
                </c:pt>
                <c:pt idx="1840">
                  <c:v>8.0908358725440138E-3</c:v>
                </c:pt>
                <c:pt idx="1841">
                  <c:v>8.074989048562152E-3</c:v>
                </c:pt>
                <c:pt idx="1842">
                  <c:v>7.2757471082682606E-3</c:v>
                </c:pt>
                <c:pt idx="1843">
                  <c:v>7.4778011461076998E-3</c:v>
                </c:pt>
                <c:pt idx="1844">
                  <c:v>8.2124707738544418E-3</c:v>
                </c:pt>
                <c:pt idx="1845">
                  <c:v>8.4740970980749682E-3</c:v>
                </c:pt>
                <c:pt idx="1846">
                  <c:v>8.9950598119045624E-3</c:v>
                </c:pt>
                <c:pt idx="1847">
                  <c:v>8.939361405475299E-3</c:v>
                </c:pt>
                <c:pt idx="1848">
                  <c:v>8.7675180818996626E-3</c:v>
                </c:pt>
                <c:pt idx="1849">
                  <c:v>9.0143811817140224E-3</c:v>
                </c:pt>
                <c:pt idx="1850">
                  <c:v>9.9440490638159924E-3</c:v>
                </c:pt>
                <c:pt idx="1851">
                  <c:v>9.5269457562849758E-3</c:v>
                </c:pt>
                <c:pt idx="1852">
                  <c:v>9.5139128983629771E-3</c:v>
                </c:pt>
                <c:pt idx="1853">
                  <c:v>9.4325465918697303E-3</c:v>
                </c:pt>
                <c:pt idx="1854">
                  <c:v>9.1007661797462402E-3</c:v>
                </c:pt>
                <c:pt idx="1855">
                  <c:v>8.9613152967327834E-3</c:v>
                </c:pt>
                <c:pt idx="1856">
                  <c:v>8.9949251377566437E-3</c:v>
                </c:pt>
                <c:pt idx="1857">
                  <c:v>9.0090620183633594E-3</c:v>
                </c:pt>
                <c:pt idx="1858">
                  <c:v>9.0331999215843596E-3</c:v>
                </c:pt>
                <c:pt idx="1859">
                  <c:v>9.1765652149216771E-3</c:v>
                </c:pt>
                <c:pt idx="1860">
                  <c:v>9.7618056491596827E-3</c:v>
                </c:pt>
                <c:pt idx="1861">
                  <c:v>9.9621150197349365E-3</c:v>
                </c:pt>
                <c:pt idx="1862">
                  <c:v>9.7068379656053711E-3</c:v>
                </c:pt>
                <c:pt idx="1863">
                  <c:v>9.6993178155338408E-3</c:v>
                </c:pt>
                <c:pt idx="1864">
                  <c:v>9.4138353791655156E-3</c:v>
                </c:pt>
                <c:pt idx="1865">
                  <c:v>8.8631986623219743E-3</c:v>
                </c:pt>
                <c:pt idx="1866">
                  <c:v>8.8960438181275754E-3</c:v>
                </c:pt>
                <c:pt idx="1867">
                  <c:v>9.1823036072105155E-3</c:v>
                </c:pt>
                <c:pt idx="1868">
                  <c:v>8.9317339510737413E-3</c:v>
                </c:pt>
                <c:pt idx="1869">
                  <c:v>7.6013533665951552E-3</c:v>
                </c:pt>
                <c:pt idx="1870">
                  <c:v>7.1419838688024373E-3</c:v>
                </c:pt>
                <c:pt idx="1871">
                  <c:v>7.1365289581914937E-3</c:v>
                </c:pt>
                <c:pt idx="1872">
                  <c:v>7.0869607810624159E-3</c:v>
                </c:pt>
                <c:pt idx="1873">
                  <c:v>6.857290966232432E-3</c:v>
                </c:pt>
                <c:pt idx="1874">
                  <c:v>6.9912003221082996E-3</c:v>
                </c:pt>
                <c:pt idx="1875">
                  <c:v>7.2064330814160561E-3</c:v>
                </c:pt>
                <c:pt idx="1876">
                  <c:v>7.3393721879209005E-3</c:v>
                </c:pt>
                <c:pt idx="1877">
                  <c:v>6.1918167102338823E-3</c:v>
                </c:pt>
                <c:pt idx="1878">
                  <c:v>6.1010746068099024E-3</c:v>
                </c:pt>
                <c:pt idx="1879">
                  <c:v>5.8800172755324037E-3</c:v>
                </c:pt>
                <c:pt idx="1880">
                  <c:v>5.784114466014777E-3</c:v>
                </c:pt>
                <c:pt idx="1881">
                  <c:v>5.775131868195664E-3</c:v>
                </c:pt>
                <c:pt idx="1882">
                  <c:v>5.7008620390085057E-3</c:v>
                </c:pt>
                <c:pt idx="1883">
                  <c:v>5.7334827827525926E-3</c:v>
                </c:pt>
                <c:pt idx="1884">
                  <c:v>5.6754632347949963E-3</c:v>
                </c:pt>
                <c:pt idx="1885">
                  <c:v>5.8010182984312335E-3</c:v>
                </c:pt>
                <c:pt idx="1886">
                  <c:v>5.9403196594261364E-3</c:v>
                </c:pt>
                <c:pt idx="1887">
                  <c:v>6.0113407871959677E-3</c:v>
                </c:pt>
                <c:pt idx="1888">
                  <c:v>6.0326609891413448E-3</c:v>
                </c:pt>
                <c:pt idx="1889">
                  <c:v>5.9037563363401524E-3</c:v>
                </c:pt>
                <c:pt idx="1890">
                  <c:v>5.872753555584061E-3</c:v>
                </c:pt>
                <c:pt idx="1891">
                  <c:v>5.861463503227856E-3</c:v>
                </c:pt>
                <c:pt idx="1892">
                  <c:v>5.9941878666992729E-3</c:v>
                </c:pt>
                <c:pt idx="1893">
                  <c:v>5.8336883075629708E-3</c:v>
                </c:pt>
                <c:pt idx="1894">
                  <c:v>5.5022255620384049E-3</c:v>
                </c:pt>
                <c:pt idx="1895">
                  <c:v>5.2214900832211354E-3</c:v>
                </c:pt>
                <c:pt idx="1896">
                  <c:v>4.9923680282083285E-3</c:v>
                </c:pt>
                <c:pt idx="1897">
                  <c:v>4.6034544878727525E-3</c:v>
                </c:pt>
                <c:pt idx="1898">
                  <c:v>4.3380430259443775E-3</c:v>
                </c:pt>
                <c:pt idx="1899">
                  <c:v>4.24812094856164E-3</c:v>
                </c:pt>
                <c:pt idx="1900">
                  <c:v>4.7928188954121436E-3</c:v>
                </c:pt>
                <c:pt idx="1901">
                  <c:v>4.8469052468807948E-3</c:v>
                </c:pt>
                <c:pt idx="1902">
                  <c:v>4.8492002337338644E-3</c:v>
                </c:pt>
                <c:pt idx="1903">
                  <c:v>6.3778023580310702E-3</c:v>
                </c:pt>
                <c:pt idx="1904">
                  <c:v>6.257489541496338E-3</c:v>
                </c:pt>
                <c:pt idx="1905">
                  <c:v>5.7221987900103804E-3</c:v>
                </c:pt>
                <c:pt idx="1906">
                  <c:v>5.6507362109732145E-3</c:v>
                </c:pt>
                <c:pt idx="1907">
                  <c:v>5.729310033583155E-3</c:v>
                </c:pt>
                <c:pt idx="1908">
                  <c:v>5.7317531617835796E-3</c:v>
                </c:pt>
                <c:pt idx="1909">
                  <c:v>5.8045749302613713E-3</c:v>
                </c:pt>
                <c:pt idx="1910">
                  <c:v>6.5174709066741872E-3</c:v>
                </c:pt>
                <c:pt idx="1911">
                  <c:v>7.5632483227273291E-3</c:v>
                </c:pt>
                <c:pt idx="1912">
                  <c:v>7.7594077122931883E-3</c:v>
                </c:pt>
                <c:pt idx="1913">
                  <c:v>7.7746825948363588E-3</c:v>
                </c:pt>
                <c:pt idx="1914">
                  <c:v>8.2798224822620871E-3</c:v>
                </c:pt>
                <c:pt idx="1915">
                  <c:v>8.3783826462981194E-3</c:v>
                </c:pt>
                <c:pt idx="1916">
                  <c:v>8.3548566560841427E-3</c:v>
                </c:pt>
                <c:pt idx="1917">
                  <c:v>8.2888595120234679E-3</c:v>
                </c:pt>
                <c:pt idx="1918">
                  <c:v>8.8961008080414763E-3</c:v>
                </c:pt>
                <c:pt idx="1919">
                  <c:v>8.7539628824846484E-3</c:v>
                </c:pt>
                <c:pt idx="1920">
                  <c:v>8.7875687607930891E-3</c:v>
                </c:pt>
                <c:pt idx="1921">
                  <c:v>8.7236724978490693E-3</c:v>
                </c:pt>
                <c:pt idx="1922">
                  <c:v>8.0087875637430868E-3</c:v>
                </c:pt>
                <c:pt idx="1923">
                  <c:v>8.2995824810040367E-3</c:v>
                </c:pt>
                <c:pt idx="1924">
                  <c:v>8.297025181786136E-3</c:v>
                </c:pt>
                <c:pt idx="1925">
                  <c:v>8.0828552080861541E-3</c:v>
                </c:pt>
                <c:pt idx="1926">
                  <c:v>8.1237654605034234E-3</c:v>
                </c:pt>
                <c:pt idx="1927">
                  <c:v>8.1257731149090972E-3</c:v>
                </c:pt>
                <c:pt idx="1928">
                  <c:v>8.0936345231358651E-3</c:v>
                </c:pt>
                <c:pt idx="1929">
                  <c:v>7.7238100920445528E-3</c:v>
                </c:pt>
                <c:pt idx="1930">
                  <c:v>6.6762556558289613E-3</c:v>
                </c:pt>
                <c:pt idx="1931">
                  <c:v>6.4640161582821109E-3</c:v>
                </c:pt>
                <c:pt idx="1932">
                  <c:v>6.4393523009916142E-3</c:v>
                </c:pt>
                <c:pt idx="1933">
                  <c:v>5.6470727150570868E-3</c:v>
                </c:pt>
                <c:pt idx="1934">
                  <c:v>5.8225426224971476E-3</c:v>
                </c:pt>
                <c:pt idx="1935">
                  <c:v>5.8336845587159897E-3</c:v>
                </c:pt>
                <c:pt idx="1936">
                  <c:v>7.1527260719077669E-3</c:v>
                </c:pt>
                <c:pt idx="1937">
                  <c:v>6.5467419301496674E-3</c:v>
                </c:pt>
                <c:pt idx="1938">
                  <c:v>6.5345631032093995E-3</c:v>
                </c:pt>
                <c:pt idx="1939">
                  <c:v>6.1527738111638768E-3</c:v>
                </c:pt>
                <c:pt idx="1940">
                  <c:v>6.1053254647653087E-3</c:v>
                </c:pt>
                <c:pt idx="1941">
                  <c:v>5.7975097749840953E-3</c:v>
                </c:pt>
                <c:pt idx="1942">
                  <c:v>5.3708546712025853E-3</c:v>
                </c:pt>
                <c:pt idx="1943">
                  <c:v>5.5076624194375689E-3</c:v>
                </c:pt>
                <c:pt idx="1944">
                  <c:v>5.5717750816438221E-3</c:v>
                </c:pt>
                <c:pt idx="1945">
                  <c:v>5.4745632273121526E-3</c:v>
                </c:pt>
                <c:pt idx="1946">
                  <c:v>5.6942304578799499E-3</c:v>
                </c:pt>
                <c:pt idx="1947">
                  <c:v>6.0751570719954724E-3</c:v>
                </c:pt>
                <c:pt idx="1948">
                  <c:v>6.1135392593391581E-3</c:v>
                </c:pt>
                <c:pt idx="1949">
                  <c:v>6.1701554684047638E-3</c:v>
                </c:pt>
                <c:pt idx="1950">
                  <c:v>6.7185218665023316E-3</c:v>
                </c:pt>
                <c:pt idx="1951">
                  <c:v>6.7733546508029511E-3</c:v>
                </c:pt>
                <c:pt idx="1952">
                  <c:v>6.7777401472993264E-3</c:v>
                </c:pt>
                <c:pt idx="1953">
                  <c:v>6.5788448973610695E-3</c:v>
                </c:pt>
                <c:pt idx="1954">
                  <c:v>6.5676973505152574E-3</c:v>
                </c:pt>
                <c:pt idx="1955">
                  <c:v>5.1050033629851093E-3</c:v>
                </c:pt>
                <c:pt idx="1956">
                  <c:v>5.2874915998808942E-3</c:v>
                </c:pt>
                <c:pt idx="1957">
                  <c:v>5.2894637188114482E-3</c:v>
                </c:pt>
                <c:pt idx="1958">
                  <c:v>5.3528287262079735E-3</c:v>
                </c:pt>
                <c:pt idx="1959">
                  <c:v>5.397393039212401E-3</c:v>
                </c:pt>
                <c:pt idx="1960">
                  <c:v>5.5904956526950048E-3</c:v>
                </c:pt>
                <c:pt idx="1961">
                  <c:v>6.0047852223054426E-3</c:v>
                </c:pt>
                <c:pt idx="1962">
                  <c:v>1.0172986189133759E-2</c:v>
                </c:pt>
                <c:pt idx="1963">
                  <c:v>1.0083404272435039E-2</c:v>
                </c:pt>
                <c:pt idx="1964">
                  <c:v>1.0169101736569231E-2</c:v>
                </c:pt>
                <c:pt idx="1965">
                  <c:v>1.0134940661805217E-2</c:v>
                </c:pt>
                <c:pt idx="1966">
                  <c:v>1.0369864786499764E-2</c:v>
                </c:pt>
                <c:pt idx="1967">
                  <c:v>1.0596662712629507E-2</c:v>
                </c:pt>
                <c:pt idx="1968">
                  <c:v>1.052655249346612E-2</c:v>
                </c:pt>
                <c:pt idx="1969">
                  <c:v>1.0201491028172331E-2</c:v>
                </c:pt>
                <c:pt idx="1970">
                  <c:v>1.0250933625085475E-2</c:v>
                </c:pt>
                <c:pt idx="1971">
                  <c:v>1.0334245109662889E-2</c:v>
                </c:pt>
                <c:pt idx="1972">
                  <c:v>1.1009999293144165E-2</c:v>
                </c:pt>
                <c:pt idx="1973">
                  <c:v>1.1008209319233818E-2</c:v>
                </c:pt>
                <c:pt idx="1974">
                  <c:v>1.0926224007825298E-2</c:v>
                </c:pt>
                <c:pt idx="1975">
                  <c:v>1.1161277589882211E-2</c:v>
                </c:pt>
                <c:pt idx="1976">
                  <c:v>1.1481749413960331E-2</c:v>
                </c:pt>
                <c:pt idx="1977">
                  <c:v>1.1542692806153361E-2</c:v>
                </c:pt>
                <c:pt idx="1978">
                  <c:v>1.1454416307490514E-2</c:v>
                </c:pt>
                <c:pt idx="1979">
                  <c:v>1.1215007899978086E-2</c:v>
                </c:pt>
                <c:pt idx="1980">
                  <c:v>1.0608085366065284E-2</c:v>
                </c:pt>
                <c:pt idx="1981">
                  <c:v>7.6342034845801651E-3</c:v>
                </c:pt>
                <c:pt idx="1982">
                  <c:v>7.9305753388300027E-3</c:v>
                </c:pt>
                <c:pt idx="1983">
                  <c:v>7.4332426867063702E-3</c:v>
                </c:pt>
                <c:pt idx="1984">
                  <c:v>7.7255625798050556E-3</c:v>
                </c:pt>
                <c:pt idx="1985">
                  <c:v>9.4751599040394738E-3</c:v>
                </c:pt>
                <c:pt idx="1986">
                  <c:v>1.0168622464053772E-2</c:v>
                </c:pt>
                <c:pt idx="1987">
                  <c:v>1.0953525666076767E-2</c:v>
                </c:pt>
                <c:pt idx="1988">
                  <c:v>1.0849281133193339E-2</c:v>
                </c:pt>
                <c:pt idx="1989">
                  <c:v>1.0929355927364718E-2</c:v>
                </c:pt>
                <c:pt idx="1990">
                  <c:v>1.0681574278035474E-2</c:v>
                </c:pt>
                <c:pt idx="1991">
                  <c:v>1.0863979716930572E-2</c:v>
                </c:pt>
                <c:pt idx="1992">
                  <c:v>1.1012016233206978E-2</c:v>
                </c:pt>
                <c:pt idx="1993">
                  <c:v>1.115094068962706E-2</c:v>
                </c:pt>
                <c:pt idx="1994">
                  <c:v>1.0705330172501779E-2</c:v>
                </c:pt>
                <c:pt idx="1995">
                  <c:v>1.049601098759931E-2</c:v>
                </c:pt>
                <c:pt idx="1996">
                  <c:v>1.0438570341519253E-2</c:v>
                </c:pt>
                <c:pt idx="1997">
                  <c:v>1.0464189918765214E-2</c:v>
                </c:pt>
                <c:pt idx="1998">
                  <c:v>1.0534897106013194E-2</c:v>
                </c:pt>
                <c:pt idx="1999">
                  <c:v>1.0529921335973788E-2</c:v>
                </c:pt>
                <c:pt idx="2000">
                  <c:v>1.1298284120252867E-2</c:v>
                </c:pt>
                <c:pt idx="2001">
                  <c:v>1.1016943354408152E-2</c:v>
                </c:pt>
                <c:pt idx="2002">
                  <c:v>1.1001058951436007E-2</c:v>
                </c:pt>
                <c:pt idx="2003">
                  <c:v>1.0600773389650806E-2</c:v>
                </c:pt>
                <c:pt idx="2004">
                  <c:v>7.9876176928890454E-3</c:v>
                </c:pt>
                <c:pt idx="2005">
                  <c:v>5.8399829116198938E-3</c:v>
                </c:pt>
                <c:pt idx="2006">
                  <c:v>5.3010525098773891E-3</c:v>
                </c:pt>
                <c:pt idx="2007">
                  <c:v>5.3015573481879526E-3</c:v>
                </c:pt>
                <c:pt idx="2008">
                  <c:v>5.2998623386607312E-3</c:v>
                </c:pt>
                <c:pt idx="2009">
                  <c:v>5.0836428580435166E-3</c:v>
                </c:pt>
                <c:pt idx="2010">
                  <c:v>4.9618987457458246E-3</c:v>
                </c:pt>
                <c:pt idx="2011">
                  <c:v>4.971298167449777E-3</c:v>
                </c:pt>
                <c:pt idx="2012">
                  <c:v>4.9221619677445672E-3</c:v>
                </c:pt>
                <c:pt idx="2013">
                  <c:v>4.8680078423917394E-3</c:v>
                </c:pt>
                <c:pt idx="2014">
                  <c:v>5.0483541487468669E-3</c:v>
                </c:pt>
                <c:pt idx="2015">
                  <c:v>5.0281090635999172E-3</c:v>
                </c:pt>
                <c:pt idx="2016">
                  <c:v>5.4273344322877566E-3</c:v>
                </c:pt>
                <c:pt idx="2017">
                  <c:v>5.492170519819024E-3</c:v>
                </c:pt>
                <c:pt idx="2018">
                  <c:v>5.7549498493765869E-3</c:v>
                </c:pt>
                <c:pt idx="2019">
                  <c:v>4.8313688369287597E-3</c:v>
                </c:pt>
                <c:pt idx="2020">
                  <c:v>4.7799160685076843E-3</c:v>
                </c:pt>
                <c:pt idx="2021">
                  <c:v>5.2707880982042375E-3</c:v>
                </c:pt>
                <c:pt idx="2022">
                  <c:v>9.9676610278536422E-3</c:v>
                </c:pt>
                <c:pt idx="2023">
                  <c:v>1.0379385026365583E-2</c:v>
                </c:pt>
                <c:pt idx="2024">
                  <c:v>1.0837594085254868E-2</c:v>
                </c:pt>
                <c:pt idx="2025">
                  <c:v>1.0839434128026702E-2</c:v>
                </c:pt>
                <c:pt idx="2026">
                  <c:v>1.0819295478155494E-2</c:v>
                </c:pt>
                <c:pt idx="2027">
                  <c:v>1.0817836655408952E-2</c:v>
                </c:pt>
                <c:pt idx="2028">
                  <c:v>1.0799097762099912E-2</c:v>
                </c:pt>
                <c:pt idx="2029">
                  <c:v>1.0574548594527396E-2</c:v>
                </c:pt>
                <c:pt idx="2030">
                  <c:v>1.1050595876919337E-2</c:v>
                </c:pt>
                <c:pt idx="2031">
                  <c:v>1.10493265887105E-2</c:v>
                </c:pt>
                <c:pt idx="2032">
                  <c:v>1.1435544496915263E-2</c:v>
                </c:pt>
                <c:pt idx="2033">
                  <c:v>1.1379908841331676E-2</c:v>
                </c:pt>
                <c:pt idx="2034">
                  <c:v>1.1338908287244553E-2</c:v>
                </c:pt>
                <c:pt idx="2035">
                  <c:v>1.1261637222898477E-2</c:v>
                </c:pt>
                <c:pt idx="2036">
                  <c:v>1.1194398981905327E-2</c:v>
                </c:pt>
                <c:pt idx="2037">
                  <c:v>1.0910760540810655E-2</c:v>
                </c:pt>
                <c:pt idx="2038">
                  <c:v>1.146286636038615E-2</c:v>
                </c:pt>
                <c:pt idx="2039">
                  <c:v>1.1467361990263613E-2</c:v>
                </c:pt>
                <c:pt idx="2040">
                  <c:v>1.2093445520844468E-2</c:v>
                </c:pt>
                <c:pt idx="2041">
                  <c:v>1.1843604328307545E-2</c:v>
                </c:pt>
                <c:pt idx="2042">
                  <c:v>1.199512019924332E-2</c:v>
                </c:pt>
                <c:pt idx="2043">
                  <c:v>1.1568538471732663E-2</c:v>
                </c:pt>
                <c:pt idx="2044">
                  <c:v>1.1978685547924204E-2</c:v>
                </c:pt>
                <c:pt idx="2045">
                  <c:v>1.1981016655630275E-2</c:v>
                </c:pt>
                <c:pt idx="2046">
                  <c:v>1.2420717742244647E-2</c:v>
                </c:pt>
                <c:pt idx="2047">
                  <c:v>1.2462379836911524E-2</c:v>
                </c:pt>
                <c:pt idx="2048">
                  <c:v>1.2476818469986018E-2</c:v>
                </c:pt>
                <c:pt idx="2049">
                  <c:v>1.203368643117252E-2</c:v>
                </c:pt>
                <c:pt idx="2050">
                  <c:v>1.2246205928402898E-2</c:v>
                </c:pt>
                <c:pt idx="2051">
                  <c:v>1.2022859978172831E-2</c:v>
                </c:pt>
                <c:pt idx="2052">
                  <c:v>1.2039268294729408E-2</c:v>
                </c:pt>
                <c:pt idx="2053">
                  <c:v>1.2346267445477442E-2</c:v>
                </c:pt>
                <c:pt idx="2054">
                  <c:v>1.3711088789261033E-2</c:v>
                </c:pt>
                <c:pt idx="2055">
                  <c:v>1.3710301972128388E-2</c:v>
                </c:pt>
                <c:pt idx="2056">
                  <c:v>1.3856512516932703E-2</c:v>
                </c:pt>
                <c:pt idx="2057">
                  <c:v>1.3648131063496282E-2</c:v>
                </c:pt>
                <c:pt idx="2058">
                  <c:v>1.3657554759338704E-2</c:v>
                </c:pt>
                <c:pt idx="2059">
                  <c:v>1.2947690792466366E-2</c:v>
                </c:pt>
                <c:pt idx="2060">
                  <c:v>1.0353009255303093E-2</c:v>
                </c:pt>
                <c:pt idx="2061">
                  <c:v>1.0221784614831309E-2</c:v>
                </c:pt>
                <c:pt idx="2062">
                  <c:v>1.0289210755542968E-2</c:v>
                </c:pt>
                <c:pt idx="2063">
                  <c:v>9.756267366364901E-3</c:v>
                </c:pt>
                <c:pt idx="2064">
                  <c:v>9.7577941299271265E-3</c:v>
                </c:pt>
                <c:pt idx="2065">
                  <c:v>9.0591766139277146E-3</c:v>
                </c:pt>
                <c:pt idx="2066">
                  <c:v>1.0156349251488363E-2</c:v>
                </c:pt>
                <c:pt idx="2067">
                  <c:v>1.015410308522101E-2</c:v>
                </c:pt>
                <c:pt idx="2068">
                  <c:v>1.0834334675693943E-2</c:v>
                </c:pt>
                <c:pt idx="2069">
                  <c:v>1.0540113202117425E-2</c:v>
                </c:pt>
                <c:pt idx="2070">
                  <c:v>1.0379952908432195E-2</c:v>
                </c:pt>
                <c:pt idx="2071">
                  <c:v>1.0439377456532383E-2</c:v>
                </c:pt>
                <c:pt idx="2072">
                  <c:v>1.0256877528921838E-2</c:v>
                </c:pt>
                <c:pt idx="2073">
                  <c:v>8.332221622100823E-3</c:v>
                </c:pt>
                <c:pt idx="2074">
                  <c:v>9.1203291864614851E-3</c:v>
                </c:pt>
                <c:pt idx="2075">
                  <c:v>1.3738388240002109E-2</c:v>
                </c:pt>
                <c:pt idx="2076">
                  <c:v>1.4418419475423246E-2</c:v>
                </c:pt>
                <c:pt idx="2077">
                  <c:v>1.4300323132622387E-2</c:v>
                </c:pt>
                <c:pt idx="2078">
                  <c:v>1.4581086905297354E-2</c:v>
                </c:pt>
                <c:pt idx="2079">
                  <c:v>1.4566550644569267E-2</c:v>
                </c:pt>
                <c:pt idx="2080">
                  <c:v>1.5724432844691636E-2</c:v>
                </c:pt>
                <c:pt idx="2081">
                  <c:v>1.5910701744816118E-2</c:v>
                </c:pt>
                <c:pt idx="2082">
                  <c:v>1.5875918539817589E-2</c:v>
                </c:pt>
                <c:pt idx="2083">
                  <c:v>1.592934545959301E-2</c:v>
                </c:pt>
                <c:pt idx="2084">
                  <c:v>1.6496559436241155E-2</c:v>
                </c:pt>
                <c:pt idx="2085">
                  <c:v>1.6015442978287588E-2</c:v>
                </c:pt>
                <c:pt idx="2086">
                  <c:v>1.6008814416035456E-2</c:v>
                </c:pt>
                <c:pt idx="2087">
                  <c:v>1.5607353229864713E-2</c:v>
                </c:pt>
                <c:pt idx="2088">
                  <c:v>1.5620094186708205E-2</c:v>
                </c:pt>
                <c:pt idx="2089">
                  <c:v>1.5808688114167E-2</c:v>
                </c:pt>
                <c:pt idx="2090">
                  <c:v>1.5896041398348326E-2</c:v>
                </c:pt>
                <c:pt idx="2091">
                  <c:v>1.6457032192567469E-2</c:v>
                </c:pt>
                <c:pt idx="2092">
                  <c:v>1.6488209209283965E-2</c:v>
                </c:pt>
                <c:pt idx="2093">
                  <c:v>1.6172288445496539E-2</c:v>
                </c:pt>
                <c:pt idx="2094">
                  <c:v>1.1799174332778224E-2</c:v>
                </c:pt>
                <c:pt idx="2095">
                  <c:v>1.1201406546181991E-2</c:v>
                </c:pt>
                <c:pt idx="2096">
                  <c:v>1.1120814306072289E-2</c:v>
                </c:pt>
                <c:pt idx="2097">
                  <c:v>9.9833834850806789E-3</c:v>
                </c:pt>
                <c:pt idx="2098">
                  <c:v>9.8870697349548436E-3</c:v>
                </c:pt>
                <c:pt idx="2099">
                  <c:v>8.7725295616098795E-3</c:v>
                </c:pt>
                <c:pt idx="2100">
                  <c:v>8.4591881144354727E-3</c:v>
                </c:pt>
                <c:pt idx="2101">
                  <c:v>8.5596407870388407E-3</c:v>
                </c:pt>
                <c:pt idx="2102">
                  <c:v>8.8411061142355182E-3</c:v>
                </c:pt>
                <c:pt idx="2103">
                  <c:v>9.5121471847878641E-3</c:v>
                </c:pt>
                <c:pt idx="2104">
                  <c:v>9.2696284750200045E-3</c:v>
                </c:pt>
                <c:pt idx="2105">
                  <c:v>1.0164435446590375E-2</c:v>
                </c:pt>
                <c:pt idx="2106">
                  <c:v>1.0281831575289139E-2</c:v>
                </c:pt>
                <c:pt idx="2107">
                  <c:v>1.0314299775497712E-2</c:v>
                </c:pt>
                <c:pt idx="2108">
                  <c:v>1.0190017035536599E-2</c:v>
                </c:pt>
                <c:pt idx="2109">
                  <c:v>1.0247751552151931E-2</c:v>
                </c:pt>
                <c:pt idx="2110">
                  <c:v>9.3664110894603018E-3</c:v>
                </c:pt>
                <c:pt idx="2111">
                  <c:v>9.3283375369435876E-3</c:v>
                </c:pt>
                <c:pt idx="2112">
                  <c:v>9.2197244581039995E-3</c:v>
                </c:pt>
                <c:pt idx="2113">
                  <c:v>9.1098337427858531E-3</c:v>
                </c:pt>
                <c:pt idx="2114">
                  <c:v>8.9527146637237778E-3</c:v>
                </c:pt>
                <c:pt idx="2115">
                  <c:v>8.8944737693132624E-3</c:v>
                </c:pt>
                <c:pt idx="2116">
                  <c:v>9.3296106247526458E-3</c:v>
                </c:pt>
                <c:pt idx="2117">
                  <c:v>9.3597613271736296E-3</c:v>
                </c:pt>
                <c:pt idx="2118">
                  <c:v>1.0053174834420347E-2</c:v>
                </c:pt>
                <c:pt idx="2119">
                  <c:v>1.0099973242616779E-2</c:v>
                </c:pt>
                <c:pt idx="2120">
                  <c:v>1.2709430144947092E-2</c:v>
                </c:pt>
                <c:pt idx="2121">
                  <c:v>2.3520346832155252E-2</c:v>
                </c:pt>
                <c:pt idx="2122">
                  <c:v>2.5270766745408558E-2</c:v>
                </c:pt>
                <c:pt idx="2123">
                  <c:v>2.5641863861552538E-2</c:v>
                </c:pt>
                <c:pt idx="2124">
                  <c:v>2.5262094286481497E-2</c:v>
                </c:pt>
                <c:pt idx="2125">
                  <c:v>2.526262713354922E-2</c:v>
                </c:pt>
                <c:pt idx="2126">
                  <c:v>2.5277451514931347E-2</c:v>
                </c:pt>
                <c:pt idx="2127">
                  <c:v>2.5275349124917943E-2</c:v>
                </c:pt>
                <c:pt idx="2128">
                  <c:v>2.5258389141573717E-2</c:v>
                </c:pt>
                <c:pt idx="2129">
                  <c:v>2.538659792471324E-2</c:v>
                </c:pt>
                <c:pt idx="2130">
                  <c:v>2.5568456378023283E-2</c:v>
                </c:pt>
                <c:pt idx="2131">
                  <c:v>2.5548912010650737E-2</c:v>
                </c:pt>
                <c:pt idx="2132">
                  <c:v>2.5575414635638172E-2</c:v>
                </c:pt>
                <c:pt idx="2133">
                  <c:v>2.5565652392298598E-2</c:v>
                </c:pt>
                <c:pt idx="2134">
                  <c:v>2.5586564559047415E-2</c:v>
                </c:pt>
                <c:pt idx="2135">
                  <c:v>2.5469663539218469E-2</c:v>
                </c:pt>
                <c:pt idx="2136">
                  <c:v>2.5393281120232564E-2</c:v>
                </c:pt>
                <c:pt idx="2137">
                  <c:v>2.5019563791638326E-2</c:v>
                </c:pt>
                <c:pt idx="2138">
                  <c:v>2.5052800491954609E-2</c:v>
                </c:pt>
                <c:pt idx="2139">
                  <c:v>2.3983917567551645E-2</c:v>
                </c:pt>
                <c:pt idx="2140">
                  <c:v>1.1700605965727305E-2</c:v>
                </c:pt>
                <c:pt idx="2141">
                  <c:v>7.5928675297269226E-3</c:v>
                </c:pt>
                <c:pt idx="2142">
                  <c:v>6.706539711843605E-3</c:v>
                </c:pt>
                <c:pt idx="2143">
                  <c:v>6.3589180470180065E-3</c:v>
                </c:pt>
                <c:pt idx="2144">
                  <c:v>6.300189677943502E-3</c:v>
                </c:pt>
                <c:pt idx="2145">
                  <c:v>6.3083353940752976E-3</c:v>
                </c:pt>
                <c:pt idx="2146">
                  <c:v>6.1970358179132354E-3</c:v>
                </c:pt>
                <c:pt idx="2147">
                  <c:v>6.8076682495961461E-3</c:v>
                </c:pt>
                <c:pt idx="2148">
                  <c:v>7.8718022011997468E-3</c:v>
                </c:pt>
                <c:pt idx="2149">
                  <c:v>7.9490454869597174E-3</c:v>
                </c:pt>
                <c:pt idx="2150">
                  <c:v>7.907319630935385E-3</c:v>
                </c:pt>
                <c:pt idx="2151">
                  <c:v>8.1616210810285198E-3</c:v>
                </c:pt>
                <c:pt idx="2152">
                  <c:v>8.1844176219734513E-3</c:v>
                </c:pt>
                <c:pt idx="2153">
                  <c:v>8.9857179637122826E-3</c:v>
                </c:pt>
                <c:pt idx="2154">
                  <c:v>9.0575538305118532E-3</c:v>
                </c:pt>
                <c:pt idx="2155">
                  <c:v>9.0632603548461387E-3</c:v>
                </c:pt>
                <c:pt idx="2156">
                  <c:v>9.0644019597234601E-3</c:v>
                </c:pt>
                <c:pt idx="2157">
                  <c:v>9.2017976766505596E-3</c:v>
                </c:pt>
                <c:pt idx="2158">
                  <c:v>9.592152318505508E-3</c:v>
                </c:pt>
                <c:pt idx="2159">
                  <c:v>1.2879318911627162E-2</c:v>
                </c:pt>
                <c:pt idx="2160">
                  <c:v>1.2747122184491356E-2</c:v>
                </c:pt>
                <c:pt idx="2161">
                  <c:v>1.4040812545038299E-2</c:v>
                </c:pt>
                <c:pt idx="2162">
                  <c:v>1.404763872752505E-2</c:v>
                </c:pt>
                <c:pt idx="2163">
                  <c:v>1.4196210674077421E-2</c:v>
                </c:pt>
                <c:pt idx="2164">
                  <c:v>1.4065589474388998E-2</c:v>
                </c:pt>
                <c:pt idx="2165">
                  <c:v>1.436883740611174E-2</c:v>
                </c:pt>
                <c:pt idx="2166">
                  <c:v>1.4921269211775019E-2</c:v>
                </c:pt>
                <c:pt idx="2167">
                  <c:v>1.3985953081836432E-2</c:v>
                </c:pt>
                <c:pt idx="2168">
                  <c:v>1.3892833937007479E-2</c:v>
                </c:pt>
                <c:pt idx="2169">
                  <c:v>1.3774727946035726E-2</c:v>
                </c:pt>
                <c:pt idx="2170">
                  <c:v>1.3683283973025359E-2</c:v>
                </c:pt>
                <c:pt idx="2171">
                  <c:v>1.3714390159345379E-2</c:v>
                </c:pt>
                <c:pt idx="2172">
                  <c:v>1.3212019311433069E-2</c:v>
                </c:pt>
                <c:pt idx="2173">
                  <c:v>1.304805609469333E-2</c:v>
                </c:pt>
                <c:pt idx="2174">
                  <c:v>1.3023912842374818E-2</c:v>
                </c:pt>
                <c:pt idx="2175">
                  <c:v>1.2976062770636888E-2</c:v>
                </c:pt>
                <c:pt idx="2176">
                  <c:v>1.2917301171113425E-2</c:v>
                </c:pt>
                <c:pt idx="2177">
                  <c:v>1.2680647203312939E-2</c:v>
                </c:pt>
                <c:pt idx="2178">
                  <c:v>8.7886437673464161E-3</c:v>
                </c:pt>
                <c:pt idx="2179">
                  <c:v>8.5261432182413902E-3</c:v>
                </c:pt>
                <c:pt idx="2180">
                  <c:v>6.9349508490955426E-3</c:v>
                </c:pt>
                <c:pt idx="2181">
                  <c:v>7.9451589322993774E-3</c:v>
                </c:pt>
                <c:pt idx="2182">
                  <c:v>7.7799082266943927E-3</c:v>
                </c:pt>
                <c:pt idx="2183">
                  <c:v>8.1376014948446769E-3</c:v>
                </c:pt>
                <c:pt idx="2184">
                  <c:v>7.3512482033346004E-3</c:v>
                </c:pt>
                <c:pt idx="2185">
                  <c:v>7.3020966894190601E-3</c:v>
                </c:pt>
                <c:pt idx="2186">
                  <c:v>7.3083505747751701E-3</c:v>
                </c:pt>
                <c:pt idx="2187">
                  <c:v>7.3462344473954506E-3</c:v>
                </c:pt>
                <c:pt idx="2188">
                  <c:v>7.4530988402845633E-3</c:v>
                </c:pt>
                <c:pt idx="2189">
                  <c:v>8.1278744807187636E-3</c:v>
                </c:pt>
                <c:pt idx="2190">
                  <c:v>8.1474194754151633E-3</c:v>
                </c:pt>
                <c:pt idx="2191">
                  <c:v>8.0764305707414497E-3</c:v>
                </c:pt>
                <c:pt idx="2192">
                  <c:v>8.2245287344482401E-3</c:v>
                </c:pt>
                <c:pt idx="2193">
                  <c:v>8.2292386424665728E-3</c:v>
                </c:pt>
                <c:pt idx="2194">
                  <c:v>8.1674366064828675E-3</c:v>
                </c:pt>
                <c:pt idx="2195">
                  <c:v>8.0907361691023305E-3</c:v>
                </c:pt>
                <c:pt idx="2196">
                  <c:v>9.8657527353984645E-3</c:v>
                </c:pt>
                <c:pt idx="2197">
                  <c:v>1.0087123588528181E-2</c:v>
                </c:pt>
                <c:pt idx="2198">
                  <c:v>1.1032764126344016E-2</c:v>
                </c:pt>
                <c:pt idx="2199">
                  <c:v>1.2255985686372968E-2</c:v>
                </c:pt>
                <c:pt idx="2200">
                  <c:v>1.1928194134940244E-2</c:v>
                </c:pt>
                <c:pt idx="2201">
                  <c:v>1.1930081812094463E-2</c:v>
                </c:pt>
                <c:pt idx="2202">
                  <c:v>1.1665339457924617E-2</c:v>
                </c:pt>
                <c:pt idx="2203">
                  <c:v>1.1695282865850211E-2</c:v>
                </c:pt>
                <c:pt idx="2204">
                  <c:v>1.0816085808591698E-2</c:v>
                </c:pt>
                <c:pt idx="2205">
                  <c:v>1.0781133762595655E-2</c:v>
                </c:pt>
                <c:pt idx="2206">
                  <c:v>1.1264747533492589E-2</c:v>
                </c:pt>
                <c:pt idx="2207">
                  <c:v>1.127367015720359E-2</c:v>
                </c:pt>
                <c:pt idx="2208">
                  <c:v>1.1049287978862659E-2</c:v>
                </c:pt>
                <c:pt idx="2209">
                  <c:v>1.1956349395346757E-2</c:v>
                </c:pt>
                <c:pt idx="2210">
                  <c:v>1.215494649997277E-2</c:v>
                </c:pt>
                <c:pt idx="2211">
                  <c:v>1.2152406680770989E-2</c:v>
                </c:pt>
                <c:pt idx="2212">
                  <c:v>1.2617547915674118E-2</c:v>
                </c:pt>
                <c:pt idx="2213">
                  <c:v>1.2952666046602836E-2</c:v>
                </c:pt>
                <c:pt idx="2214">
                  <c:v>1.319621215856432E-2</c:v>
                </c:pt>
                <c:pt idx="2215">
                  <c:v>1.2496809322811098E-2</c:v>
                </c:pt>
                <c:pt idx="2216">
                  <c:v>1.2629533136334475E-2</c:v>
                </c:pt>
                <c:pt idx="2217">
                  <c:v>1.1998452947633619E-2</c:v>
                </c:pt>
                <c:pt idx="2218">
                  <c:v>1.1869080256514307E-2</c:v>
                </c:pt>
                <c:pt idx="2219">
                  <c:v>1.1622929882844866E-2</c:v>
                </c:pt>
                <c:pt idx="2220">
                  <c:v>1.1918814521023507E-2</c:v>
                </c:pt>
                <c:pt idx="2221">
                  <c:v>1.1906683102120714E-2</c:v>
                </c:pt>
                <c:pt idx="2222">
                  <c:v>1.1885206075336541E-2</c:v>
                </c:pt>
                <c:pt idx="2223">
                  <c:v>1.2475363405012143E-2</c:v>
                </c:pt>
                <c:pt idx="2224">
                  <c:v>1.2522683693416378E-2</c:v>
                </c:pt>
                <c:pt idx="2225">
                  <c:v>1.2449620441266676E-2</c:v>
                </c:pt>
                <c:pt idx="2226">
                  <c:v>1.2845813978812652E-2</c:v>
                </c:pt>
                <c:pt idx="2227">
                  <c:v>1.3394950613313385E-2</c:v>
                </c:pt>
                <c:pt idx="2228">
                  <c:v>1.2027532930292217E-2</c:v>
                </c:pt>
                <c:pt idx="2229">
                  <c:v>1.1970420158884729E-2</c:v>
                </c:pt>
                <c:pt idx="2230">
                  <c:v>1.1952321598035071E-2</c:v>
                </c:pt>
                <c:pt idx="2231">
                  <c:v>1.1243485136326593E-2</c:v>
                </c:pt>
                <c:pt idx="2232">
                  <c:v>1.1265885222556936E-2</c:v>
                </c:pt>
                <c:pt idx="2233">
                  <c:v>1.139400962847451E-2</c:v>
                </c:pt>
                <c:pt idx="2234">
                  <c:v>1.135667177073992E-2</c:v>
                </c:pt>
                <c:pt idx="2235">
                  <c:v>1.0835800120023805E-2</c:v>
                </c:pt>
                <c:pt idx="2236">
                  <c:v>1.0814875950414112E-2</c:v>
                </c:pt>
                <c:pt idx="2237">
                  <c:v>9.8545290004689659E-3</c:v>
                </c:pt>
                <c:pt idx="2238">
                  <c:v>9.7118043808857961E-3</c:v>
                </c:pt>
                <c:pt idx="2239">
                  <c:v>9.1504103758281163E-3</c:v>
                </c:pt>
                <c:pt idx="2240">
                  <c:v>8.7705669853527946E-3</c:v>
                </c:pt>
                <c:pt idx="2241">
                  <c:v>8.2023534862689009E-3</c:v>
                </c:pt>
                <c:pt idx="2242">
                  <c:v>6.0211090812678355E-3</c:v>
                </c:pt>
                <c:pt idx="2243">
                  <c:v>6.4657110379206578E-3</c:v>
                </c:pt>
                <c:pt idx="2244">
                  <c:v>6.7395378055074224E-3</c:v>
                </c:pt>
                <c:pt idx="2245">
                  <c:v>9.6995082200687852E-3</c:v>
                </c:pt>
                <c:pt idx="2246">
                  <c:v>8.7796154634690732E-3</c:v>
                </c:pt>
                <c:pt idx="2247">
                  <c:v>8.7838726936823701E-3</c:v>
                </c:pt>
                <c:pt idx="2248">
                  <c:v>8.7433304444728913E-3</c:v>
                </c:pt>
                <c:pt idx="2249">
                  <c:v>8.770500620591962E-3</c:v>
                </c:pt>
                <c:pt idx="2250">
                  <c:v>8.5029481276523381E-3</c:v>
                </c:pt>
                <c:pt idx="2251">
                  <c:v>8.2237895559542137E-3</c:v>
                </c:pt>
                <c:pt idx="2252">
                  <c:v>7.890147634353856E-3</c:v>
                </c:pt>
                <c:pt idx="2253">
                  <c:v>7.816497295380925E-3</c:v>
                </c:pt>
                <c:pt idx="2254">
                  <c:v>7.6727385292696699E-3</c:v>
                </c:pt>
                <c:pt idx="2255">
                  <c:v>9.6434579977995628E-3</c:v>
                </c:pt>
                <c:pt idx="2256">
                  <c:v>1.0080233711626342E-2</c:v>
                </c:pt>
                <c:pt idx="2257">
                  <c:v>1.0214749819749158E-2</c:v>
                </c:pt>
                <c:pt idx="2258">
                  <c:v>1.0302696453369771E-2</c:v>
                </c:pt>
                <c:pt idx="2259">
                  <c:v>1.1039777366490226E-2</c:v>
                </c:pt>
                <c:pt idx="2260">
                  <c:v>1.4163943697117152E-2</c:v>
                </c:pt>
                <c:pt idx="2261">
                  <c:v>1.5823599025845281E-2</c:v>
                </c:pt>
                <c:pt idx="2262">
                  <c:v>1.6008831035926829E-2</c:v>
                </c:pt>
                <c:pt idx="2263">
                  <c:v>1.6444337651307289E-2</c:v>
                </c:pt>
                <c:pt idx="2264">
                  <c:v>1.5432159178607978E-2</c:v>
                </c:pt>
                <c:pt idx="2265">
                  <c:v>1.5616914385519638E-2</c:v>
                </c:pt>
                <c:pt idx="2266">
                  <c:v>1.6236602179267142E-2</c:v>
                </c:pt>
                <c:pt idx="2267">
                  <c:v>1.6350187595155854E-2</c:v>
                </c:pt>
                <c:pt idx="2268">
                  <c:v>1.7284684409052512E-2</c:v>
                </c:pt>
                <c:pt idx="2269">
                  <c:v>1.7341784040468995E-2</c:v>
                </c:pt>
                <c:pt idx="2270">
                  <c:v>1.8189023780179468E-2</c:v>
                </c:pt>
                <c:pt idx="2271">
                  <c:v>1.8018253449245542E-2</c:v>
                </c:pt>
                <c:pt idx="2272">
                  <c:v>1.9115902899478024E-2</c:v>
                </c:pt>
                <c:pt idx="2273">
                  <c:v>1.9145023723071294E-2</c:v>
                </c:pt>
                <c:pt idx="2274">
                  <c:v>1.9052951263989513E-2</c:v>
                </c:pt>
                <c:pt idx="2275">
                  <c:v>1.8789573654331451E-2</c:v>
                </c:pt>
                <c:pt idx="2276">
                  <c:v>1.8700036923705841E-2</c:v>
                </c:pt>
                <c:pt idx="2277">
                  <c:v>1.8731735088769241E-2</c:v>
                </c:pt>
                <c:pt idx="2278">
                  <c:v>1.8478521494109643E-2</c:v>
                </c:pt>
                <c:pt idx="2279">
                  <c:v>1.5051482994704674E-2</c:v>
                </c:pt>
                <c:pt idx="2280">
                  <c:v>1.7246172756165874E-2</c:v>
                </c:pt>
                <c:pt idx="2281">
                  <c:v>1.7150351059906026E-2</c:v>
                </c:pt>
                <c:pt idx="2282">
                  <c:v>1.6856744250804134E-2</c:v>
                </c:pt>
                <c:pt idx="2283">
                  <c:v>1.744276696399636E-2</c:v>
                </c:pt>
                <c:pt idx="2284">
                  <c:v>1.7248321659966714E-2</c:v>
                </c:pt>
                <c:pt idx="2285">
                  <c:v>1.675456242649118E-2</c:v>
                </c:pt>
                <c:pt idx="2286">
                  <c:v>1.7171920857834352E-2</c:v>
                </c:pt>
                <c:pt idx="2287">
                  <c:v>1.6902431168646339E-2</c:v>
                </c:pt>
                <c:pt idx="2288">
                  <c:v>1.6872903271918049E-2</c:v>
                </c:pt>
                <c:pt idx="2289">
                  <c:v>1.576572481230543E-2</c:v>
                </c:pt>
                <c:pt idx="2290">
                  <c:v>1.5836348363903262E-2</c:v>
                </c:pt>
                <c:pt idx="2291">
                  <c:v>1.6937091858280979E-2</c:v>
                </c:pt>
                <c:pt idx="2292">
                  <c:v>1.6987040265732393E-2</c:v>
                </c:pt>
                <c:pt idx="2293">
                  <c:v>1.6074441262880872E-2</c:v>
                </c:pt>
                <c:pt idx="2294">
                  <c:v>1.7849718271978079E-2</c:v>
                </c:pt>
                <c:pt idx="2295">
                  <c:v>1.7913446302419551E-2</c:v>
                </c:pt>
                <c:pt idx="2296">
                  <c:v>1.7754888423538746E-2</c:v>
                </c:pt>
                <c:pt idx="2297">
                  <c:v>1.7788723904741909E-2</c:v>
                </c:pt>
                <c:pt idx="2298">
                  <c:v>1.7864615800225792E-2</c:v>
                </c:pt>
                <c:pt idx="2299">
                  <c:v>1.508855231159166E-2</c:v>
                </c:pt>
                <c:pt idx="2300">
                  <c:v>1.5101173328895802E-2</c:v>
                </c:pt>
                <c:pt idx="2301">
                  <c:v>2.1375094853124419E-2</c:v>
                </c:pt>
                <c:pt idx="2302">
                  <c:v>2.0595247152056215E-2</c:v>
                </c:pt>
                <c:pt idx="2303">
                  <c:v>2.0799087839732396E-2</c:v>
                </c:pt>
                <c:pt idx="2304">
                  <c:v>2.102054192263416E-2</c:v>
                </c:pt>
                <c:pt idx="2305">
                  <c:v>2.1335749053478192E-2</c:v>
                </c:pt>
                <c:pt idx="2306">
                  <c:v>2.1091019478138635E-2</c:v>
                </c:pt>
              </c:numCache>
            </c:numRef>
          </c:val>
          <c:smooth val="0"/>
          <c:extLst>
            <c:ext xmlns:c16="http://schemas.microsoft.com/office/drawing/2014/chart" uri="{C3380CC4-5D6E-409C-BE32-E72D297353CC}">
              <c16:uniqueId val="{00000001-9B5A-D445-8321-E07761D33BDD}"/>
            </c:ext>
          </c:extLst>
        </c:ser>
        <c:ser>
          <c:idx val="2"/>
          <c:order val="2"/>
          <c:tx>
            <c:strRef>
              <c:f>FX!$FE$2</c:f>
              <c:strCache>
                <c:ptCount val="1"/>
                <c:pt idx="0">
                  <c:v>NIFTY SMALLCAP 100</c:v>
                </c:pt>
              </c:strCache>
            </c:strRef>
          </c:tx>
          <c:spPr>
            <a:ln w="12700" cap="rnd">
              <a:solidFill>
                <a:srgbClr val="0096FF"/>
              </a:solidFill>
              <a:round/>
            </a:ln>
            <a:effectLst/>
          </c:spPr>
          <c:marker>
            <c:symbol val="none"/>
          </c:marker>
          <c:cat>
            <c:numRef>
              <c:f>FX!$FB$3:$FB$2309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FX!$FE$3:$FE$2309</c:f>
              <c:numCache>
                <c:formatCode>0.00%</c:formatCode>
                <c:ptCount val="2307"/>
                <c:pt idx="0">
                  <c:v>1.3534463545293514E-2</c:v>
                </c:pt>
                <c:pt idx="1">
                  <c:v>1.3753113330687494E-2</c:v>
                </c:pt>
                <c:pt idx="2">
                  <c:v>1.3732665495257123E-2</c:v>
                </c:pt>
                <c:pt idx="3">
                  <c:v>1.0072746808727157E-2</c:v>
                </c:pt>
                <c:pt idx="4">
                  <c:v>1.1587532500901903E-2</c:v>
                </c:pt>
                <c:pt idx="5">
                  <c:v>1.074543959740526E-2</c:v>
                </c:pt>
                <c:pt idx="6">
                  <c:v>1.1358358105029923E-2</c:v>
                </c:pt>
                <c:pt idx="7">
                  <c:v>1.0809236890393056E-2</c:v>
                </c:pt>
                <c:pt idx="8">
                  <c:v>1.2745767476339464E-2</c:v>
                </c:pt>
                <c:pt idx="9">
                  <c:v>1.273597801453912E-2</c:v>
                </c:pt>
                <c:pt idx="10">
                  <c:v>1.2188059028429746E-2</c:v>
                </c:pt>
                <c:pt idx="11">
                  <c:v>1.2182279533849051E-2</c:v>
                </c:pt>
                <c:pt idx="12">
                  <c:v>1.1948233749977895E-2</c:v>
                </c:pt>
                <c:pt idx="13">
                  <c:v>1.181471736401532E-2</c:v>
                </c:pt>
                <c:pt idx="14">
                  <c:v>1.1815873962879161E-2</c:v>
                </c:pt>
                <c:pt idx="15">
                  <c:v>1.1802821020034838E-2</c:v>
                </c:pt>
                <c:pt idx="16">
                  <c:v>1.1867910473705159E-2</c:v>
                </c:pt>
                <c:pt idx="17">
                  <c:v>1.3152805947971266E-2</c:v>
                </c:pt>
                <c:pt idx="18">
                  <c:v>1.3105981388334012E-2</c:v>
                </c:pt>
                <c:pt idx="19">
                  <c:v>1.3849923162133104E-2</c:v>
                </c:pt>
                <c:pt idx="20">
                  <c:v>1.4155687870163166E-2</c:v>
                </c:pt>
                <c:pt idx="21">
                  <c:v>1.4180341792998569E-2</c:v>
                </c:pt>
                <c:pt idx="22">
                  <c:v>1.5027726869150769E-2</c:v>
                </c:pt>
                <c:pt idx="23">
                  <c:v>1.4261627150220198E-2</c:v>
                </c:pt>
                <c:pt idx="24">
                  <c:v>1.4045860931370505E-2</c:v>
                </c:pt>
                <c:pt idx="25">
                  <c:v>1.3755557734722068E-2</c:v>
                </c:pt>
                <c:pt idx="26">
                  <c:v>1.4786897402145789E-2</c:v>
                </c:pt>
                <c:pt idx="27">
                  <c:v>1.3608805077256019E-2</c:v>
                </c:pt>
                <c:pt idx="28">
                  <c:v>1.3609070280937982E-2</c:v>
                </c:pt>
                <c:pt idx="29">
                  <c:v>1.3015004220796142E-2</c:v>
                </c:pt>
                <c:pt idx="30">
                  <c:v>1.3029780423924947E-2</c:v>
                </c:pt>
                <c:pt idx="31">
                  <c:v>1.4527976703952214E-2</c:v>
                </c:pt>
                <c:pt idx="32">
                  <c:v>1.4520061565385725E-2</c:v>
                </c:pt>
                <c:pt idx="33">
                  <c:v>1.4518331518801681E-2</c:v>
                </c:pt>
                <c:pt idx="34">
                  <c:v>1.4593976530775892E-2</c:v>
                </c:pt>
                <c:pt idx="35">
                  <c:v>1.4850340595211016E-2</c:v>
                </c:pt>
                <c:pt idx="36">
                  <c:v>1.9568955624674488E-2</c:v>
                </c:pt>
                <c:pt idx="37">
                  <c:v>2.0621670295391217E-2</c:v>
                </c:pt>
                <c:pt idx="38">
                  <c:v>1.9850321122317705E-2</c:v>
                </c:pt>
                <c:pt idx="39">
                  <c:v>1.9690648291203736E-2</c:v>
                </c:pt>
                <c:pt idx="40">
                  <c:v>1.9666100754139871E-2</c:v>
                </c:pt>
                <c:pt idx="41">
                  <c:v>1.9017645581330324E-2</c:v>
                </c:pt>
                <c:pt idx="42">
                  <c:v>1.8895954550422991E-2</c:v>
                </c:pt>
                <c:pt idx="43">
                  <c:v>1.9080014678620805E-2</c:v>
                </c:pt>
                <c:pt idx="44">
                  <c:v>1.8977617474183504E-2</c:v>
                </c:pt>
                <c:pt idx="45">
                  <c:v>1.9511848718507786E-2</c:v>
                </c:pt>
                <c:pt idx="46">
                  <c:v>1.9351643358169742E-2</c:v>
                </c:pt>
                <c:pt idx="47">
                  <c:v>1.9233530595859239E-2</c:v>
                </c:pt>
                <c:pt idx="48">
                  <c:v>1.9312042767628816E-2</c:v>
                </c:pt>
                <c:pt idx="49">
                  <c:v>2.0893945818150107E-2</c:v>
                </c:pt>
                <c:pt idx="50">
                  <c:v>2.1532889589581123E-2</c:v>
                </c:pt>
                <c:pt idx="51">
                  <c:v>2.2208420418139214E-2</c:v>
                </c:pt>
                <c:pt idx="52">
                  <c:v>2.2326857651144734E-2</c:v>
                </c:pt>
                <c:pt idx="53">
                  <c:v>2.2316505844384486E-2</c:v>
                </c:pt>
                <c:pt idx="54">
                  <c:v>2.2210913374127995E-2</c:v>
                </c:pt>
                <c:pt idx="55">
                  <c:v>1.7544351687837235E-2</c:v>
                </c:pt>
                <c:pt idx="56">
                  <c:v>1.6553232137626491E-2</c:v>
                </c:pt>
                <c:pt idx="57">
                  <c:v>1.6714269553944679E-2</c:v>
                </c:pt>
                <c:pt idx="58">
                  <c:v>1.7204173572557963E-2</c:v>
                </c:pt>
                <c:pt idx="59">
                  <c:v>1.7574615431913229E-2</c:v>
                </c:pt>
                <c:pt idx="60">
                  <c:v>1.8033398923575809E-2</c:v>
                </c:pt>
                <c:pt idx="61">
                  <c:v>1.8160608969373552E-2</c:v>
                </c:pt>
                <c:pt idx="62">
                  <c:v>1.8580634423299811E-2</c:v>
                </c:pt>
                <c:pt idx="63">
                  <c:v>1.8569229402856352E-2</c:v>
                </c:pt>
                <c:pt idx="64">
                  <c:v>1.7725100211759475E-2</c:v>
                </c:pt>
                <c:pt idx="65">
                  <c:v>1.7831164759684763E-2</c:v>
                </c:pt>
                <c:pt idx="66">
                  <c:v>1.7849194319590585E-2</c:v>
                </c:pt>
                <c:pt idx="67">
                  <c:v>1.7790620025981981E-2</c:v>
                </c:pt>
                <c:pt idx="68">
                  <c:v>1.6010846311651946E-2</c:v>
                </c:pt>
                <c:pt idx="69">
                  <c:v>1.3529128734175293E-2</c:v>
                </c:pt>
                <c:pt idx="70">
                  <c:v>1.2657431762256643E-2</c:v>
                </c:pt>
                <c:pt idx="71">
                  <c:v>1.290563074663287E-2</c:v>
                </c:pt>
                <c:pt idx="72">
                  <c:v>1.2754339918752071E-2</c:v>
                </c:pt>
                <c:pt idx="73">
                  <c:v>1.3950279143531148E-2</c:v>
                </c:pt>
                <c:pt idx="74">
                  <c:v>1.4857013626007196E-2</c:v>
                </c:pt>
                <c:pt idx="75">
                  <c:v>1.4285861970549514E-2</c:v>
                </c:pt>
                <c:pt idx="76">
                  <c:v>1.4006616023064205E-2</c:v>
                </c:pt>
                <c:pt idx="77">
                  <c:v>1.3000574330673706E-2</c:v>
                </c:pt>
                <c:pt idx="78">
                  <c:v>1.2662392041785609E-2</c:v>
                </c:pt>
                <c:pt idx="79">
                  <c:v>1.2489637190898224E-2</c:v>
                </c:pt>
                <c:pt idx="80">
                  <c:v>1.279169813445488E-2</c:v>
                </c:pt>
                <c:pt idx="81">
                  <c:v>1.2258222974769856E-2</c:v>
                </c:pt>
                <c:pt idx="82">
                  <c:v>1.2390910390641635E-2</c:v>
                </c:pt>
                <c:pt idx="83">
                  <c:v>1.2465558321425034E-2</c:v>
                </c:pt>
                <c:pt idx="84">
                  <c:v>1.2749401203716615E-2</c:v>
                </c:pt>
                <c:pt idx="85">
                  <c:v>1.3506980530553945E-2</c:v>
                </c:pt>
                <c:pt idx="86">
                  <c:v>1.3550924903918902E-2</c:v>
                </c:pt>
                <c:pt idx="87">
                  <c:v>1.4690266512628454E-2</c:v>
                </c:pt>
                <c:pt idx="88">
                  <c:v>1.4689847894098058E-2</c:v>
                </c:pt>
                <c:pt idx="89">
                  <c:v>1.477324675880041E-2</c:v>
                </c:pt>
                <c:pt idx="90">
                  <c:v>1.4342417343293017E-2</c:v>
                </c:pt>
                <c:pt idx="91">
                  <c:v>1.43898761649677E-2</c:v>
                </c:pt>
                <c:pt idx="92">
                  <c:v>1.4284324547989873E-2</c:v>
                </c:pt>
                <c:pt idx="93">
                  <c:v>1.2663314458816794E-2</c:v>
                </c:pt>
                <c:pt idx="94">
                  <c:v>1.3025225072756334E-2</c:v>
                </c:pt>
                <c:pt idx="95">
                  <c:v>1.298906288354669E-2</c:v>
                </c:pt>
                <c:pt idx="96">
                  <c:v>1.1887264493627179E-2</c:v>
                </c:pt>
                <c:pt idx="97">
                  <c:v>1.2138886558324666E-2</c:v>
                </c:pt>
                <c:pt idx="98">
                  <c:v>1.2252702033259396E-2</c:v>
                </c:pt>
                <c:pt idx="99">
                  <c:v>1.2331885048580472E-2</c:v>
                </c:pt>
                <c:pt idx="100">
                  <c:v>1.2248356757610294E-2</c:v>
                </c:pt>
                <c:pt idx="101">
                  <c:v>1.2243541829242283E-2</c:v>
                </c:pt>
                <c:pt idx="102">
                  <c:v>1.2295344828508322E-2</c:v>
                </c:pt>
                <c:pt idx="103">
                  <c:v>1.2218825730801297E-2</c:v>
                </c:pt>
                <c:pt idx="104">
                  <c:v>1.1878862554158235E-2</c:v>
                </c:pt>
                <c:pt idx="105">
                  <c:v>1.1879881708230263E-2</c:v>
                </c:pt>
                <c:pt idx="106">
                  <c:v>1.0938245669455251E-2</c:v>
                </c:pt>
                <c:pt idx="107">
                  <c:v>1.089744763520842E-2</c:v>
                </c:pt>
                <c:pt idx="108">
                  <c:v>1.1839164271643488E-2</c:v>
                </c:pt>
                <c:pt idx="109">
                  <c:v>1.1925657768570873E-2</c:v>
                </c:pt>
                <c:pt idx="110">
                  <c:v>1.1931969969362763E-2</c:v>
                </c:pt>
                <c:pt idx="111">
                  <c:v>1.0336375473132596E-2</c:v>
                </c:pt>
                <c:pt idx="112">
                  <c:v>1.0753095435522794E-2</c:v>
                </c:pt>
                <c:pt idx="113">
                  <c:v>1.032712812790589E-2</c:v>
                </c:pt>
                <c:pt idx="114">
                  <c:v>1.0675986695409471E-2</c:v>
                </c:pt>
                <c:pt idx="115">
                  <c:v>1.0826574200597553E-2</c:v>
                </c:pt>
                <c:pt idx="116">
                  <c:v>1.0653910688127733E-2</c:v>
                </c:pt>
                <c:pt idx="117">
                  <c:v>1.0806868400514768E-2</c:v>
                </c:pt>
                <c:pt idx="118">
                  <c:v>9.8506200126666863E-3</c:v>
                </c:pt>
                <c:pt idx="119">
                  <c:v>1.0008193321858537E-2</c:v>
                </c:pt>
                <c:pt idx="120">
                  <c:v>1.0039349226195156E-2</c:v>
                </c:pt>
                <c:pt idx="121">
                  <c:v>1.0238766789554139E-2</c:v>
                </c:pt>
                <c:pt idx="122">
                  <c:v>1.0421332099970593E-2</c:v>
                </c:pt>
                <c:pt idx="123">
                  <c:v>1.1571283728223658E-2</c:v>
                </c:pt>
                <c:pt idx="124">
                  <c:v>1.4115100443621065E-2</c:v>
                </c:pt>
                <c:pt idx="125">
                  <c:v>1.4359372378640704E-2</c:v>
                </c:pt>
                <c:pt idx="126">
                  <c:v>1.5122599273524882E-2</c:v>
                </c:pt>
                <c:pt idx="127">
                  <c:v>1.4746066479538944E-2</c:v>
                </c:pt>
                <c:pt idx="128">
                  <c:v>1.4606188020566733E-2</c:v>
                </c:pt>
                <c:pt idx="129">
                  <c:v>1.5999986592761559E-2</c:v>
                </c:pt>
                <c:pt idx="130">
                  <c:v>1.6325293784505757E-2</c:v>
                </c:pt>
                <c:pt idx="131">
                  <c:v>3.0554577727026098E-2</c:v>
                </c:pt>
                <c:pt idx="132">
                  <c:v>3.0999546738791583E-2</c:v>
                </c:pt>
                <c:pt idx="133">
                  <c:v>3.0938735531562404E-2</c:v>
                </c:pt>
                <c:pt idx="134">
                  <c:v>3.1991897879779303E-2</c:v>
                </c:pt>
                <c:pt idx="135">
                  <c:v>3.1639254229357469E-2</c:v>
                </c:pt>
                <c:pt idx="136">
                  <c:v>3.1228297462931456E-2</c:v>
                </c:pt>
                <c:pt idx="137">
                  <c:v>3.1052919843843594E-2</c:v>
                </c:pt>
                <c:pt idx="138">
                  <c:v>3.0772364287606647E-2</c:v>
                </c:pt>
                <c:pt idx="139">
                  <c:v>3.1115909142068316E-2</c:v>
                </c:pt>
                <c:pt idx="140">
                  <c:v>3.1491167321280801E-2</c:v>
                </c:pt>
                <c:pt idx="141">
                  <c:v>3.1578082207143719E-2</c:v>
                </c:pt>
                <c:pt idx="142">
                  <c:v>3.1841742708224895E-2</c:v>
                </c:pt>
                <c:pt idx="143">
                  <c:v>3.2470645021805106E-2</c:v>
                </c:pt>
                <c:pt idx="144">
                  <c:v>3.2375587282293013E-2</c:v>
                </c:pt>
                <c:pt idx="145">
                  <c:v>3.2099404959606205E-2</c:v>
                </c:pt>
                <c:pt idx="146">
                  <c:v>3.2035507419651707E-2</c:v>
                </c:pt>
                <c:pt idx="147">
                  <c:v>3.2130284200223479E-2</c:v>
                </c:pt>
                <c:pt idx="148">
                  <c:v>3.2630300912505454E-2</c:v>
                </c:pt>
                <c:pt idx="149">
                  <c:v>3.2852476737020846E-2</c:v>
                </c:pt>
                <c:pt idx="150">
                  <c:v>1.8660551267252239E-2</c:v>
                </c:pt>
                <c:pt idx="151">
                  <c:v>1.8452918135645213E-2</c:v>
                </c:pt>
                <c:pt idx="152">
                  <c:v>1.8332617558496224E-2</c:v>
                </c:pt>
                <c:pt idx="153">
                  <c:v>1.6810537172568887E-2</c:v>
                </c:pt>
                <c:pt idx="154">
                  <c:v>1.7271662273116783E-2</c:v>
                </c:pt>
                <c:pt idx="155">
                  <c:v>1.728951864249513E-2</c:v>
                </c:pt>
                <c:pt idx="156">
                  <c:v>1.741291636427271E-2</c:v>
                </c:pt>
                <c:pt idx="157">
                  <c:v>1.7423130550511944E-2</c:v>
                </c:pt>
                <c:pt idx="158">
                  <c:v>1.7357018871943249E-2</c:v>
                </c:pt>
                <c:pt idx="159">
                  <c:v>1.5185231792307274E-2</c:v>
                </c:pt>
                <c:pt idx="160">
                  <c:v>1.3678733422371869E-2</c:v>
                </c:pt>
                <c:pt idx="161">
                  <c:v>1.3716737667050775E-2</c:v>
                </c:pt>
                <c:pt idx="162">
                  <c:v>1.2596118895841977E-2</c:v>
                </c:pt>
                <c:pt idx="163">
                  <c:v>1.2147019527722021E-2</c:v>
                </c:pt>
                <c:pt idx="164">
                  <c:v>1.2180762517900097E-2</c:v>
                </c:pt>
                <c:pt idx="165">
                  <c:v>1.2251435765815692E-2</c:v>
                </c:pt>
                <c:pt idx="166">
                  <c:v>1.0824034111736573E-2</c:v>
                </c:pt>
                <c:pt idx="167">
                  <c:v>1.0187001964768221E-2</c:v>
                </c:pt>
                <c:pt idx="168">
                  <c:v>1.0435250167082249E-2</c:v>
                </c:pt>
                <c:pt idx="169">
                  <c:v>9.6082665822281275E-3</c:v>
                </c:pt>
                <c:pt idx="170">
                  <c:v>9.8431172328006244E-3</c:v>
                </c:pt>
                <c:pt idx="171">
                  <c:v>1.0228869082128054E-2</c:v>
                </c:pt>
                <c:pt idx="172">
                  <c:v>1.0865276211245882E-2</c:v>
                </c:pt>
                <c:pt idx="173">
                  <c:v>1.0319876949339188E-2</c:v>
                </c:pt>
                <c:pt idx="174">
                  <c:v>1.0291701391689329E-2</c:v>
                </c:pt>
                <c:pt idx="175">
                  <c:v>7.392782114299991E-3</c:v>
                </c:pt>
                <c:pt idx="176">
                  <c:v>8.2545574034405544E-3</c:v>
                </c:pt>
                <c:pt idx="177">
                  <c:v>8.3762425586524653E-3</c:v>
                </c:pt>
                <c:pt idx="178">
                  <c:v>8.238647844192145E-3</c:v>
                </c:pt>
                <c:pt idx="179">
                  <c:v>8.5763047647654956E-3</c:v>
                </c:pt>
                <c:pt idx="180">
                  <c:v>9.5495599075844286E-3</c:v>
                </c:pt>
                <c:pt idx="181">
                  <c:v>1.0829035890850734E-2</c:v>
                </c:pt>
                <c:pt idx="182">
                  <c:v>1.065656382605047E-2</c:v>
                </c:pt>
                <c:pt idx="183">
                  <c:v>1.1191669658436789E-2</c:v>
                </c:pt>
                <c:pt idx="184">
                  <c:v>1.0671512132979063E-2</c:v>
                </c:pt>
                <c:pt idx="185">
                  <c:v>1.0543766309438337E-2</c:v>
                </c:pt>
                <c:pt idx="186">
                  <c:v>1.0521603157346789E-2</c:v>
                </c:pt>
                <c:pt idx="187">
                  <c:v>1.0332364872410066E-2</c:v>
                </c:pt>
                <c:pt idx="188">
                  <c:v>1.0499812706160844E-2</c:v>
                </c:pt>
                <c:pt idx="189">
                  <c:v>1.1072516806350168E-2</c:v>
                </c:pt>
                <c:pt idx="190">
                  <c:v>1.0929573628043485E-2</c:v>
                </c:pt>
                <c:pt idx="191">
                  <c:v>1.0474319801951709E-2</c:v>
                </c:pt>
                <c:pt idx="192">
                  <c:v>1.1301262109729197E-2</c:v>
                </c:pt>
                <c:pt idx="193">
                  <c:v>1.1386618649856618E-2</c:v>
                </c:pt>
                <c:pt idx="194">
                  <c:v>1.2566076559043116E-2</c:v>
                </c:pt>
                <c:pt idx="195">
                  <c:v>1.2813221203101332E-2</c:v>
                </c:pt>
                <c:pt idx="196">
                  <c:v>1.3081783194247696E-2</c:v>
                </c:pt>
                <c:pt idx="197">
                  <c:v>1.3310547946803355E-2</c:v>
                </c:pt>
                <c:pt idx="198">
                  <c:v>1.2973824935720994E-2</c:v>
                </c:pt>
                <c:pt idx="199">
                  <c:v>1.2568819564890319E-2</c:v>
                </c:pt>
                <c:pt idx="200">
                  <c:v>1.1750848106279146E-2</c:v>
                </c:pt>
                <c:pt idx="201">
                  <c:v>1.2421596308541448E-2</c:v>
                </c:pt>
                <c:pt idx="202">
                  <c:v>1.2185122514506127E-2</c:v>
                </c:pt>
                <c:pt idx="203">
                  <c:v>1.2343843349332979E-2</c:v>
                </c:pt>
                <c:pt idx="204">
                  <c:v>1.23479970663654E-2</c:v>
                </c:pt>
                <c:pt idx="205">
                  <c:v>1.2406829373362167E-2</c:v>
                </c:pt>
                <c:pt idx="206">
                  <c:v>1.2515351448965935E-2</c:v>
                </c:pt>
                <c:pt idx="207">
                  <c:v>1.2453881884972002E-2</c:v>
                </c:pt>
                <c:pt idx="208">
                  <c:v>1.1988408207968565E-2</c:v>
                </c:pt>
                <c:pt idx="209">
                  <c:v>1.2215880228067851E-2</c:v>
                </c:pt>
                <c:pt idx="210">
                  <c:v>1.2396450251968321E-2</c:v>
                </c:pt>
                <c:pt idx="211">
                  <c:v>1.2011858801897628E-2</c:v>
                </c:pt>
                <c:pt idx="212">
                  <c:v>1.2026582800452651E-2</c:v>
                </c:pt>
                <c:pt idx="213">
                  <c:v>1.0729785835674103E-2</c:v>
                </c:pt>
                <c:pt idx="214">
                  <c:v>1.3561903491803409E-2</c:v>
                </c:pt>
                <c:pt idx="215">
                  <c:v>1.3854010822120417E-2</c:v>
                </c:pt>
                <c:pt idx="216">
                  <c:v>1.3653103987173712E-2</c:v>
                </c:pt>
                <c:pt idx="217">
                  <c:v>1.4012644017753557E-2</c:v>
                </c:pt>
                <c:pt idx="218">
                  <c:v>1.5243239670959037E-2</c:v>
                </c:pt>
                <c:pt idx="219">
                  <c:v>1.5540364652452539E-2</c:v>
                </c:pt>
                <c:pt idx="220">
                  <c:v>1.8216748521201875E-2</c:v>
                </c:pt>
                <c:pt idx="221">
                  <c:v>1.9738042755688225E-2</c:v>
                </c:pt>
                <c:pt idx="222">
                  <c:v>2.0149968114823093E-2</c:v>
                </c:pt>
                <c:pt idx="223">
                  <c:v>2.0739161964021209E-2</c:v>
                </c:pt>
                <c:pt idx="224">
                  <c:v>2.0516244947355246E-2</c:v>
                </c:pt>
                <c:pt idx="225">
                  <c:v>2.190032147387147E-2</c:v>
                </c:pt>
                <c:pt idx="226">
                  <c:v>2.2340697803005179E-2</c:v>
                </c:pt>
                <c:pt idx="227">
                  <c:v>2.2334519229438455E-2</c:v>
                </c:pt>
                <c:pt idx="228">
                  <c:v>2.2567729592432625E-2</c:v>
                </c:pt>
                <c:pt idx="229">
                  <c:v>2.2377888990326961E-2</c:v>
                </c:pt>
                <c:pt idx="230">
                  <c:v>2.244021181115613E-2</c:v>
                </c:pt>
                <c:pt idx="231">
                  <c:v>2.3091624420048727E-2</c:v>
                </c:pt>
                <c:pt idx="232">
                  <c:v>2.3120147500082743E-2</c:v>
                </c:pt>
                <c:pt idx="233">
                  <c:v>2.2878153255676738E-2</c:v>
                </c:pt>
                <c:pt idx="234">
                  <c:v>2.2076941538378154E-2</c:v>
                </c:pt>
                <c:pt idx="235">
                  <c:v>2.2243370576561561E-2</c:v>
                </c:pt>
                <c:pt idx="236">
                  <c:v>2.2397019613960824E-2</c:v>
                </c:pt>
                <c:pt idx="237">
                  <c:v>2.4644011488236452E-2</c:v>
                </c:pt>
                <c:pt idx="238">
                  <c:v>2.4726158526847005E-2</c:v>
                </c:pt>
                <c:pt idx="239">
                  <c:v>2.5379435975143697E-2</c:v>
                </c:pt>
                <c:pt idx="240">
                  <c:v>2.4227234950720444E-2</c:v>
                </c:pt>
                <c:pt idx="241">
                  <c:v>2.3711893232267987E-2</c:v>
                </c:pt>
                <c:pt idx="242">
                  <c:v>2.316128117805525E-2</c:v>
                </c:pt>
                <c:pt idx="243">
                  <c:v>2.3257526847549188E-2</c:v>
                </c:pt>
                <c:pt idx="244">
                  <c:v>2.2068613234832921E-2</c:v>
                </c:pt>
                <c:pt idx="245">
                  <c:v>2.166119202359117E-2</c:v>
                </c:pt>
                <c:pt idx="246">
                  <c:v>2.1651141871089654E-2</c:v>
                </c:pt>
                <c:pt idx="247">
                  <c:v>2.0952472425301787E-2</c:v>
                </c:pt>
                <c:pt idx="248">
                  <c:v>2.0768619745161667E-2</c:v>
                </c:pt>
                <c:pt idx="249">
                  <c:v>2.3716078673926184E-2</c:v>
                </c:pt>
                <c:pt idx="250">
                  <c:v>2.3759868125338271E-2</c:v>
                </c:pt>
                <c:pt idx="251">
                  <c:v>2.4428901580275414E-2</c:v>
                </c:pt>
                <c:pt idx="252">
                  <c:v>2.4237852340836284E-2</c:v>
                </c:pt>
                <c:pt idx="253">
                  <c:v>2.4234624780988492E-2</c:v>
                </c:pt>
                <c:pt idx="254">
                  <c:v>2.3762480420919531E-2</c:v>
                </c:pt>
                <c:pt idx="255">
                  <c:v>2.327023014811248E-2</c:v>
                </c:pt>
                <c:pt idx="256">
                  <c:v>1.8565392198064645E-2</c:v>
                </c:pt>
                <c:pt idx="257">
                  <c:v>1.7673085672058664E-2</c:v>
                </c:pt>
                <c:pt idx="258">
                  <c:v>1.5574938813859889E-2</c:v>
                </c:pt>
                <c:pt idx="259">
                  <c:v>1.4428928256986486E-2</c:v>
                </c:pt>
                <c:pt idx="260">
                  <c:v>1.4430638155372521E-2</c:v>
                </c:pt>
                <c:pt idx="261">
                  <c:v>1.4547334220037169E-2</c:v>
                </c:pt>
                <c:pt idx="262">
                  <c:v>1.4573734408785489E-2</c:v>
                </c:pt>
                <c:pt idx="263">
                  <c:v>1.4125692139456332E-2</c:v>
                </c:pt>
                <c:pt idx="264">
                  <c:v>1.3817469107941077E-2</c:v>
                </c:pt>
                <c:pt idx="265">
                  <c:v>1.3317190070456794E-2</c:v>
                </c:pt>
                <c:pt idx="266">
                  <c:v>1.3204413064448006E-2</c:v>
                </c:pt>
                <c:pt idx="267">
                  <c:v>1.3041407210299014E-2</c:v>
                </c:pt>
                <c:pt idx="268">
                  <c:v>1.1119738714842032E-2</c:v>
                </c:pt>
                <c:pt idx="269">
                  <c:v>9.701570817090447E-3</c:v>
                </c:pt>
                <c:pt idx="270">
                  <c:v>8.5813875768749083E-3</c:v>
                </c:pt>
                <c:pt idx="271">
                  <c:v>8.0660344091938851E-3</c:v>
                </c:pt>
                <c:pt idx="272">
                  <c:v>8.6380522957432582E-3</c:v>
                </c:pt>
                <c:pt idx="273">
                  <c:v>8.6752228889423952E-3</c:v>
                </c:pt>
                <c:pt idx="274">
                  <c:v>8.5945122441838124E-3</c:v>
                </c:pt>
                <c:pt idx="275">
                  <c:v>9.6236387079911452E-3</c:v>
                </c:pt>
                <c:pt idx="276">
                  <c:v>9.6475157898965169E-3</c:v>
                </c:pt>
                <c:pt idx="277">
                  <c:v>1.0037527179379155E-2</c:v>
                </c:pt>
                <c:pt idx="278">
                  <c:v>1.0083029401861803E-2</c:v>
                </c:pt>
                <c:pt idx="279">
                  <c:v>1.0012432022749367E-2</c:v>
                </c:pt>
                <c:pt idx="280">
                  <c:v>9.8491942491079534E-3</c:v>
                </c:pt>
                <c:pt idx="281">
                  <c:v>1.1387665832795706E-2</c:v>
                </c:pt>
                <c:pt idx="282">
                  <c:v>1.1103060856361405E-2</c:v>
                </c:pt>
                <c:pt idx="283">
                  <c:v>1.1173134021233757E-2</c:v>
                </c:pt>
                <c:pt idx="284">
                  <c:v>1.1938610365070327E-2</c:v>
                </c:pt>
                <c:pt idx="285">
                  <c:v>1.1275525868195951E-2</c:v>
                </c:pt>
                <c:pt idx="286">
                  <c:v>1.1265953242494006E-2</c:v>
                </c:pt>
                <c:pt idx="287">
                  <c:v>1.0971828791794459E-2</c:v>
                </c:pt>
                <c:pt idx="288">
                  <c:v>1.1004588102245125E-2</c:v>
                </c:pt>
                <c:pt idx="289">
                  <c:v>1.0942516963667742E-2</c:v>
                </c:pt>
                <c:pt idx="290">
                  <c:v>1.0905813127788209E-2</c:v>
                </c:pt>
                <c:pt idx="291">
                  <c:v>1.0308719519256045E-2</c:v>
                </c:pt>
                <c:pt idx="292">
                  <c:v>1.0928208335143491E-2</c:v>
                </c:pt>
                <c:pt idx="293">
                  <c:v>1.0930943817177453E-2</c:v>
                </c:pt>
                <c:pt idx="294">
                  <c:v>1.0586700735423681E-2</c:v>
                </c:pt>
                <c:pt idx="295">
                  <c:v>1.0261238601710443E-2</c:v>
                </c:pt>
                <c:pt idx="296">
                  <c:v>1.0770604977509661E-2</c:v>
                </c:pt>
                <c:pt idx="297">
                  <c:v>1.1207043547274897E-2</c:v>
                </c:pt>
                <c:pt idx="298">
                  <c:v>1.144064214586717E-2</c:v>
                </c:pt>
                <c:pt idx="299">
                  <c:v>1.1461231989957672E-2</c:v>
                </c:pt>
                <c:pt idx="300">
                  <c:v>1.0409235578348774E-2</c:v>
                </c:pt>
                <c:pt idx="301">
                  <c:v>1.0408247577603332E-2</c:v>
                </c:pt>
                <c:pt idx="302">
                  <c:v>1.0381892699581279E-2</c:v>
                </c:pt>
                <c:pt idx="303">
                  <c:v>9.1406882815134802E-3</c:v>
                </c:pt>
                <c:pt idx="304">
                  <c:v>9.315157714595167E-3</c:v>
                </c:pt>
                <c:pt idx="305">
                  <c:v>9.6546365917983511E-3</c:v>
                </c:pt>
                <c:pt idx="306">
                  <c:v>9.7759561469378739E-3</c:v>
                </c:pt>
                <c:pt idx="307">
                  <c:v>9.6332482147292852E-3</c:v>
                </c:pt>
                <c:pt idx="308">
                  <c:v>9.6251152300069927E-3</c:v>
                </c:pt>
                <c:pt idx="309">
                  <c:v>9.5713505990728271E-3</c:v>
                </c:pt>
                <c:pt idx="310">
                  <c:v>9.7569143221322933E-3</c:v>
                </c:pt>
                <c:pt idx="311">
                  <c:v>8.8130261199315402E-3</c:v>
                </c:pt>
                <c:pt idx="312">
                  <c:v>7.5960759660828143E-3</c:v>
                </c:pt>
                <c:pt idx="313">
                  <c:v>7.5446999027357379E-3</c:v>
                </c:pt>
                <c:pt idx="314">
                  <c:v>6.2693950678370204E-3</c:v>
                </c:pt>
                <c:pt idx="315">
                  <c:v>5.9959016824838555E-3</c:v>
                </c:pt>
                <c:pt idx="316">
                  <c:v>6.3518614627213451E-3</c:v>
                </c:pt>
                <c:pt idx="317">
                  <c:v>6.0767427257024014E-3</c:v>
                </c:pt>
                <c:pt idx="318">
                  <c:v>9.4834731116399899E-3</c:v>
                </c:pt>
                <c:pt idx="319">
                  <c:v>1.1052498444324115E-2</c:v>
                </c:pt>
                <c:pt idx="320">
                  <c:v>1.1103170133023962E-2</c:v>
                </c:pt>
                <c:pt idx="321">
                  <c:v>1.1586756273025517E-2</c:v>
                </c:pt>
                <c:pt idx="322">
                  <c:v>1.1679173021723475E-2</c:v>
                </c:pt>
                <c:pt idx="323">
                  <c:v>1.1662533453948999E-2</c:v>
                </c:pt>
                <c:pt idx="324">
                  <c:v>1.1782715289141469E-2</c:v>
                </c:pt>
                <c:pt idx="325">
                  <c:v>1.1637904057131224E-2</c:v>
                </c:pt>
                <c:pt idx="326">
                  <c:v>1.1698111411182833E-2</c:v>
                </c:pt>
                <c:pt idx="327">
                  <c:v>1.1935249709668883E-2</c:v>
                </c:pt>
                <c:pt idx="328">
                  <c:v>1.2102159256051829E-2</c:v>
                </c:pt>
                <c:pt idx="329">
                  <c:v>1.2642545508189091E-2</c:v>
                </c:pt>
                <c:pt idx="330">
                  <c:v>1.2937746577651206E-2</c:v>
                </c:pt>
                <c:pt idx="331">
                  <c:v>1.3385169103923698E-2</c:v>
                </c:pt>
                <c:pt idx="332">
                  <c:v>1.3657457219736087E-2</c:v>
                </c:pt>
                <c:pt idx="333">
                  <c:v>1.3689262364451088E-2</c:v>
                </c:pt>
                <c:pt idx="334">
                  <c:v>1.3769473706748631E-2</c:v>
                </c:pt>
                <c:pt idx="335">
                  <c:v>1.3534094507090536E-2</c:v>
                </c:pt>
                <c:pt idx="336">
                  <c:v>1.3588541906103325E-2</c:v>
                </c:pt>
                <c:pt idx="337">
                  <c:v>1.1556466190424523E-2</c:v>
                </c:pt>
                <c:pt idx="338">
                  <c:v>1.0302786125312196E-2</c:v>
                </c:pt>
                <c:pt idx="339">
                  <c:v>1.0371460919497149E-2</c:v>
                </c:pt>
                <c:pt idx="340">
                  <c:v>9.8982986287670747E-3</c:v>
                </c:pt>
                <c:pt idx="341">
                  <c:v>9.5527202854735153E-3</c:v>
                </c:pt>
                <c:pt idx="342">
                  <c:v>9.764635263373336E-3</c:v>
                </c:pt>
                <c:pt idx="343">
                  <c:v>1.0121978113011441E-2</c:v>
                </c:pt>
                <c:pt idx="344">
                  <c:v>1.0137086944361107E-2</c:v>
                </c:pt>
                <c:pt idx="345">
                  <c:v>1.0819828194827795E-2</c:v>
                </c:pt>
                <c:pt idx="346">
                  <c:v>1.0724678750375909E-2</c:v>
                </c:pt>
                <c:pt idx="347">
                  <c:v>1.0570893574873298E-2</c:v>
                </c:pt>
                <c:pt idx="348">
                  <c:v>1.0753441922053887E-2</c:v>
                </c:pt>
                <c:pt idx="349">
                  <c:v>1.0091395602496969E-2</c:v>
                </c:pt>
                <c:pt idx="350">
                  <c:v>9.7930569792212263E-3</c:v>
                </c:pt>
                <c:pt idx="351">
                  <c:v>9.4948614749297555E-3</c:v>
                </c:pt>
                <c:pt idx="352">
                  <c:v>9.6409134267471785E-3</c:v>
                </c:pt>
                <c:pt idx="353">
                  <c:v>9.7274665820516314E-3</c:v>
                </c:pt>
                <c:pt idx="354">
                  <c:v>9.7453925022419844E-3</c:v>
                </c:pt>
                <c:pt idx="355">
                  <c:v>9.4924538637646671E-3</c:v>
                </c:pt>
                <c:pt idx="356">
                  <c:v>9.2378551181418207E-3</c:v>
                </c:pt>
                <c:pt idx="357">
                  <c:v>8.9996466140166414E-3</c:v>
                </c:pt>
                <c:pt idx="358">
                  <c:v>8.6173868164451696E-3</c:v>
                </c:pt>
                <c:pt idx="359">
                  <c:v>9.2017193789274698E-3</c:v>
                </c:pt>
                <c:pt idx="360">
                  <c:v>9.2349339313697147E-3</c:v>
                </c:pt>
                <c:pt idx="361">
                  <c:v>9.3563522185593322E-3</c:v>
                </c:pt>
                <c:pt idx="362">
                  <c:v>8.8242769620157195E-3</c:v>
                </c:pt>
                <c:pt idx="363">
                  <c:v>9.0607099909831325E-3</c:v>
                </c:pt>
                <c:pt idx="364">
                  <c:v>8.5387242553113078E-3</c:v>
                </c:pt>
                <c:pt idx="365">
                  <c:v>8.8685467009963475E-3</c:v>
                </c:pt>
                <c:pt idx="366">
                  <c:v>8.4751426333294511E-3</c:v>
                </c:pt>
                <c:pt idx="367">
                  <c:v>1.169678829276114E-2</c:v>
                </c:pt>
                <c:pt idx="368">
                  <c:v>1.2121442094029385E-2</c:v>
                </c:pt>
                <c:pt idx="369">
                  <c:v>1.2138280035332696E-2</c:v>
                </c:pt>
                <c:pt idx="370">
                  <c:v>1.2088045289276766E-2</c:v>
                </c:pt>
                <c:pt idx="371">
                  <c:v>1.2100432819899544E-2</c:v>
                </c:pt>
                <c:pt idx="372">
                  <c:v>1.1960630742915835E-2</c:v>
                </c:pt>
                <c:pt idx="373">
                  <c:v>1.2322840098268379E-2</c:v>
                </c:pt>
                <c:pt idx="374">
                  <c:v>1.234093264884137E-2</c:v>
                </c:pt>
                <c:pt idx="375">
                  <c:v>1.2532301278857693E-2</c:v>
                </c:pt>
                <c:pt idx="376">
                  <c:v>1.2442650573713819E-2</c:v>
                </c:pt>
                <c:pt idx="377">
                  <c:v>1.2714026121141787E-2</c:v>
                </c:pt>
                <c:pt idx="378">
                  <c:v>1.8924926437689924E-2</c:v>
                </c:pt>
                <c:pt idx="379">
                  <c:v>1.9583458688621724E-2</c:v>
                </c:pt>
                <c:pt idx="380">
                  <c:v>2.0776787633503171E-2</c:v>
                </c:pt>
                <c:pt idx="381">
                  <c:v>2.063932854310413E-2</c:v>
                </c:pt>
                <c:pt idx="382">
                  <c:v>2.0540291963677175E-2</c:v>
                </c:pt>
                <c:pt idx="383">
                  <c:v>2.0588961327891599E-2</c:v>
                </c:pt>
                <c:pt idx="384">
                  <c:v>2.0347421254861397E-2</c:v>
                </c:pt>
                <c:pt idx="385">
                  <c:v>2.0298577790535368E-2</c:v>
                </c:pt>
                <c:pt idx="386">
                  <c:v>1.8943596228863182E-2</c:v>
                </c:pt>
                <c:pt idx="387">
                  <c:v>1.8571842621319376E-2</c:v>
                </c:pt>
                <c:pt idx="388">
                  <c:v>1.8574918575220211E-2</c:v>
                </c:pt>
                <c:pt idx="389">
                  <c:v>1.8833488458199842E-2</c:v>
                </c:pt>
                <c:pt idx="390">
                  <c:v>1.8803318388368646E-2</c:v>
                </c:pt>
                <c:pt idx="391">
                  <c:v>1.9083587183966751E-2</c:v>
                </c:pt>
                <c:pt idx="392">
                  <c:v>1.8868142087735688E-2</c:v>
                </c:pt>
                <c:pt idx="393">
                  <c:v>1.890606469192008E-2</c:v>
                </c:pt>
                <c:pt idx="394">
                  <c:v>1.8917333192586452E-2</c:v>
                </c:pt>
                <c:pt idx="395">
                  <c:v>1.896910152318225E-2</c:v>
                </c:pt>
                <c:pt idx="396">
                  <c:v>1.8781797682934771E-2</c:v>
                </c:pt>
                <c:pt idx="397">
                  <c:v>1.1757024161841741E-2</c:v>
                </c:pt>
                <c:pt idx="398">
                  <c:v>1.2264493388748158E-2</c:v>
                </c:pt>
                <c:pt idx="399">
                  <c:v>1.0587299539290752E-2</c:v>
                </c:pt>
                <c:pt idx="400">
                  <c:v>1.2233826481261758E-2</c:v>
                </c:pt>
                <c:pt idx="401">
                  <c:v>1.2500941681185148E-2</c:v>
                </c:pt>
                <c:pt idx="402">
                  <c:v>1.2363411250307797E-2</c:v>
                </c:pt>
                <c:pt idx="403">
                  <c:v>1.2366157762526428E-2</c:v>
                </c:pt>
                <c:pt idx="404">
                  <c:v>1.5413900609984349E-2</c:v>
                </c:pt>
                <c:pt idx="405">
                  <c:v>1.905111673744149E-2</c:v>
                </c:pt>
                <c:pt idx="406">
                  <c:v>1.889742071260973E-2</c:v>
                </c:pt>
                <c:pt idx="407">
                  <c:v>1.8860463918773843E-2</c:v>
                </c:pt>
                <c:pt idx="408">
                  <c:v>1.8457191316558676E-2</c:v>
                </c:pt>
                <c:pt idx="409">
                  <c:v>1.9427937038724866E-2</c:v>
                </c:pt>
                <c:pt idx="410">
                  <c:v>1.8848763364496323E-2</c:v>
                </c:pt>
                <c:pt idx="411">
                  <c:v>1.9794231971016426E-2</c:v>
                </c:pt>
                <c:pt idx="412">
                  <c:v>2.057480970681036E-2</c:v>
                </c:pt>
                <c:pt idx="413">
                  <c:v>2.078890096514115E-2</c:v>
                </c:pt>
                <c:pt idx="414">
                  <c:v>2.0675664146992817E-2</c:v>
                </c:pt>
                <c:pt idx="415">
                  <c:v>2.1052076104250934E-2</c:v>
                </c:pt>
                <c:pt idx="416">
                  <c:v>2.0987283833144577E-2</c:v>
                </c:pt>
                <c:pt idx="417">
                  <c:v>2.078362930751702E-2</c:v>
                </c:pt>
                <c:pt idx="418">
                  <c:v>2.0805652083377882E-2</c:v>
                </c:pt>
                <c:pt idx="419">
                  <c:v>2.0270760067345319E-2</c:v>
                </c:pt>
                <c:pt idx="420">
                  <c:v>1.9919256129405191E-2</c:v>
                </c:pt>
                <c:pt idx="421">
                  <c:v>2.0684369270340813E-2</c:v>
                </c:pt>
                <c:pt idx="422">
                  <c:v>2.0809613711173812E-2</c:v>
                </c:pt>
                <c:pt idx="423">
                  <c:v>1.8590768830275262E-2</c:v>
                </c:pt>
                <c:pt idx="424">
                  <c:v>1.3371027076751514E-2</c:v>
                </c:pt>
                <c:pt idx="425">
                  <c:v>1.3463335868800644E-2</c:v>
                </c:pt>
                <c:pt idx="426">
                  <c:v>1.3315185063293575E-2</c:v>
                </c:pt>
                <c:pt idx="427">
                  <c:v>1.3390474587780752E-2</c:v>
                </c:pt>
                <c:pt idx="428">
                  <c:v>9.4398533470652097E-3</c:v>
                </c:pt>
                <c:pt idx="429">
                  <c:v>1.0341521666941174E-2</c:v>
                </c:pt>
                <c:pt idx="430">
                  <c:v>1.0443163417357517E-2</c:v>
                </c:pt>
                <c:pt idx="431">
                  <c:v>9.7912440868675506E-3</c:v>
                </c:pt>
                <c:pt idx="432">
                  <c:v>1.0911812637180437E-2</c:v>
                </c:pt>
                <c:pt idx="433">
                  <c:v>1.1704339528916016E-2</c:v>
                </c:pt>
                <c:pt idx="434">
                  <c:v>1.1116975404757819E-2</c:v>
                </c:pt>
                <c:pt idx="435">
                  <c:v>1.1639965779058225E-2</c:v>
                </c:pt>
                <c:pt idx="436">
                  <c:v>1.1570320316174809E-2</c:v>
                </c:pt>
                <c:pt idx="437">
                  <c:v>1.2179298695148931E-2</c:v>
                </c:pt>
                <c:pt idx="438">
                  <c:v>1.2571934860103976E-2</c:v>
                </c:pt>
                <c:pt idx="439">
                  <c:v>1.3194838532801142E-2</c:v>
                </c:pt>
                <c:pt idx="440">
                  <c:v>1.2563150861758493E-2</c:v>
                </c:pt>
                <c:pt idx="441">
                  <c:v>1.2490073328185473E-2</c:v>
                </c:pt>
                <c:pt idx="442">
                  <c:v>1.2531405393705251E-2</c:v>
                </c:pt>
                <c:pt idx="443">
                  <c:v>1.2590255952240217E-2</c:v>
                </c:pt>
                <c:pt idx="444">
                  <c:v>1.2298462477995443E-2</c:v>
                </c:pt>
                <c:pt idx="445">
                  <c:v>1.2294215227874472E-2</c:v>
                </c:pt>
                <c:pt idx="446">
                  <c:v>1.2129377311711907E-2</c:v>
                </c:pt>
                <c:pt idx="447">
                  <c:v>1.1994295781785893E-2</c:v>
                </c:pt>
                <c:pt idx="448">
                  <c:v>1.1187770535565671E-2</c:v>
                </c:pt>
                <c:pt idx="449">
                  <c:v>1.1535446051787258E-2</c:v>
                </c:pt>
                <c:pt idx="450">
                  <c:v>1.149227701618726E-2</c:v>
                </c:pt>
                <c:pt idx="451">
                  <c:v>9.3868455721162619E-3</c:v>
                </c:pt>
                <c:pt idx="452">
                  <c:v>9.1168276854695588E-3</c:v>
                </c:pt>
                <c:pt idx="453">
                  <c:v>9.110921335912717E-3</c:v>
                </c:pt>
                <c:pt idx="454">
                  <c:v>9.0058612702459233E-3</c:v>
                </c:pt>
                <c:pt idx="455">
                  <c:v>8.8767377932002321E-3</c:v>
                </c:pt>
                <c:pt idx="456">
                  <c:v>8.8193301533648523E-3</c:v>
                </c:pt>
                <c:pt idx="457">
                  <c:v>8.5947557811709551E-3</c:v>
                </c:pt>
                <c:pt idx="458">
                  <c:v>7.995242724179041E-3</c:v>
                </c:pt>
                <c:pt idx="459">
                  <c:v>7.9966539372877156E-3</c:v>
                </c:pt>
                <c:pt idx="460">
                  <c:v>7.9817910294598289E-3</c:v>
                </c:pt>
                <c:pt idx="461">
                  <c:v>7.7518742019793722E-3</c:v>
                </c:pt>
                <c:pt idx="462">
                  <c:v>7.8066306442486537E-3</c:v>
                </c:pt>
                <c:pt idx="463">
                  <c:v>8.6193955646076039E-3</c:v>
                </c:pt>
                <c:pt idx="464">
                  <c:v>8.8017278304866296E-3</c:v>
                </c:pt>
                <c:pt idx="465">
                  <c:v>9.9670327944496734E-3</c:v>
                </c:pt>
                <c:pt idx="466">
                  <c:v>1.041574180661309E-2</c:v>
                </c:pt>
                <c:pt idx="467">
                  <c:v>1.034623659425094E-2</c:v>
                </c:pt>
                <c:pt idx="468">
                  <c:v>9.0962734604410206E-3</c:v>
                </c:pt>
                <c:pt idx="469">
                  <c:v>9.0025125017103476E-3</c:v>
                </c:pt>
                <c:pt idx="470">
                  <c:v>9.3337085534860604E-3</c:v>
                </c:pt>
                <c:pt idx="471">
                  <c:v>9.273547446639668E-3</c:v>
                </c:pt>
                <c:pt idx="472">
                  <c:v>9.2680641703136203E-3</c:v>
                </c:pt>
                <c:pt idx="473">
                  <c:v>1.0127078086196867E-2</c:v>
                </c:pt>
                <c:pt idx="474">
                  <c:v>1.0044111476425017E-2</c:v>
                </c:pt>
                <c:pt idx="475">
                  <c:v>9.4402958058110113E-3</c:v>
                </c:pt>
                <c:pt idx="476">
                  <c:v>9.0630501510052513E-3</c:v>
                </c:pt>
                <c:pt idx="477">
                  <c:v>8.9990758003766231E-3</c:v>
                </c:pt>
                <c:pt idx="478">
                  <c:v>8.9701514014899359E-3</c:v>
                </c:pt>
                <c:pt idx="479">
                  <c:v>8.9031525521820389E-3</c:v>
                </c:pt>
                <c:pt idx="480">
                  <c:v>9.1779112788043099E-3</c:v>
                </c:pt>
                <c:pt idx="481">
                  <c:v>1.0979502252176769E-2</c:v>
                </c:pt>
                <c:pt idx="482">
                  <c:v>1.072295889612933E-2</c:v>
                </c:pt>
                <c:pt idx="483">
                  <c:v>1.0565927402924655E-2</c:v>
                </c:pt>
                <c:pt idx="484">
                  <c:v>9.7741723322655235E-3</c:v>
                </c:pt>
                <c:pt idx="485">
                  <c:v>9.5501674065996082E-3</c:v>
                </c:pt>
                <c:pt idx="486">
                  <c:v>9.5436781321864093E-3</c:v>
                </c:pt>
                <c:pt idx="487">
                  <c:v>9.4091852380215335E-3</c:v>
                </c:pt>
                <c:pt idx="488">
                  <c:v>9.3905858569042992E-3</c:v>
                </c:pt>
                <c:pt idx="489">
                  <c:v>9.133280557732059E-3</c:v>
                </c:pt>
                <c:pt idx="490">
                  <c:v>9.1213912158954885E-3</c:v>
                </c:pt>
                <c:pt idx="491">
                  <c:v>9.1363788145233504E-3</c:v>
                </c:pt>
                <c:pt idx="492">
                  <c:v>9.0141902473317454E-3</c:v>
                </c:pt>
                <c:pt idx="493">
                  <c:v>9.313706340856924E-3</c:v>
                </c:pt>
                <c:pt idx="494">
                  <c:v>9.8770863035181362E-3</c:v>
                </c:pt>
                <c:pt idx="495">
                  <c:v>1.0166408154128299E-2</c:v>
                </c:pt>
                <c:pt idx="496">
                  <c:v>9.8141487132035084E-3</c:v>
                </c:pt>
                <c:pt idx="497">
                  <c:v>9.6081237260090911E-3</c:v>
                </c:pt>
                <c:pt idx="498">
                  <c:v>9.7882855042106896E-3</c:v>
                </c:pt>
                <c:pt idx="499">
                  <c:v>9.7272809490018351E-3</c:v>
                </c:pt>
                <c:pt idx="500">
                  <c:v>8.8669585733761758E-3</c:v>
                </c:pt>
                <c:pt idx="501">
                  <c:v>8.6565802643459901E-3</c:v>
                </c:pt>
                <c:pt idx="502">
                  <c:v>9.7645474075920419E-3</c:v>
                </c:pt>
                <c:pt idx="503">
                  <c:v>9.764465535741151E-3</c:v>
                </c:pt>
                <c:pt idx="504">
                  <c:v>9.7685481066790685E-3</c:v>
                </c:pt>
                <c:pt idx="505">
                  <c:v>9.7560088626599401E-3</c:v>
                </c:pt>
                <c:pt idx="506">
                  <c:v>9.7556664188785287E-3</c:v>
                </c:pt>
                <c:pt idx="507">
                  <c:v>9.8192233143961829E-3</c:v>
                </c:pt>
                <c:pt idx="508">
                  <c:v>9.8272470485326058E-3</c:v>
                </c:pt>
                <c:pt idx="509">
                  <c:v>1.0975602009429564E-2</c:v>
                </c:pt>
                <c:pt idx="510">
                  <c:v>1.115532341419612E-2</c:v>
                </c:pt>
                <c:pt idx="511">
                  <c:v>1.0319558527110379E-2</c:v>
                </c:pt>
                <c:pt idx="512">
                  <c:v>1.0127905822550198E-2</c:v>
                </c:pt>
                <c:pt idx="513">
                  <c:v>9.8112740070069784E-3</c:v>
                </c:pt>
                <c:pt idx="514">
                  <c:v>9.4226006938109112E-3</c:v>
                </c:pt>
                <c:pt idx="515">
                  <c:v>9.3175345638015911E-3</c:v>
                </c:pt>
                <c:pt idx="516">
                  <c:v>9.357703794126853E-3</c:v>
                </c:pt>
                <c:pt idx="517">
                  <c:v>1.185982547383818E-2</c:v>
                </c:pt>
                <c:pt idx="518">
                  <c:v>1.381904615190116E-2</c:v>
                </c:pt>
                <c:pt idx="519">
                  <c:v>1.4697162577930819E-2</c:v>
                </c:pt>
                <c:pt idx="520">
                  <c:v>1.5292126512727029E-2</c:v>
                </c:pt>
                <c:pt idx="521">
                  <c:v>1.6463496458041162E-2</c:v>
                </c:pt>
                <c:pt idx="522">
                  <c:v>1.6914817658567456E-2</c:v>
                </c:pt>
                <c:pt idx="523">
                  <c:v>1.7477078016473347E-2</c:v>
                </c:pt>
                <c:pt idx="524">
                  <c:v>1.7416331796515732E-2</c:v>
                </c:pt>
                <c:pt idx="525">
                  <c:v>1.7721375246173815E-2</c:v>
                </c:pt>
                <c:pt idx="526">
                  <c:v>1.7780028460799228E-2</c:v>
                </c:pt>
                <c:pt idx="527">
                  <c:v>1.7864893617279397E-2</c:v>
                </c:pt>
                <c:pt idx="528">
                  <c:v>1.7570571457194834E-2</c:v>
                </c:pt>
                <c:pt idx="529">
                  <c:v>1.7284985317062584E-2</c:v>
                </c:pt>
                <c:pt idx="530">
                  <c:v>1.7298482593901064E-2</c:v>
                </c:pt>
                <c:pt idx="531">
                  <c:v>1.7308431227710089E-2</c:v>
                </c:pt>
                <c:pt idx="532">
                  <c:v>1.7397504960209979E-2</c:v>
                </c:pt>
                <c:pt idx="533">
                  <c:v>1.7371985775631458E-2</c:v>
                </c:pt>
                <c:pt idx="534">
                  <c:v>1.7251077868421134E-2</c:v>
                </c:pt>
                <c:pt idx="535">
                  <c:v>1.7480667609329485E-2</c:v>
                </c:pt>
                <c:pt idx="536">
                  <c:v>1.6251487625879475E-2</c:v>
                </c:pt>
                <c:pt idx="537">
                  <c:v>1.467373549463219E-2</c:v>
                </c:pt>
                <c:pt idx="538">
                  <c:v>1.271452810263325E-2</c:v>
                </c:pt>
                <c:pt idx="539">
                  <c:v>1.1270334042355066E-2</c:v>
                </c:pt>
                <c:pt idx="540">
                  <c:v>8.5031536013173738E-3</c:v>
                </c:pt>
                <c:pt idx="541">
                  <c:v>7.910274255164048E-3</c:v>
                </c:pt>
                <c:pt idx="542">
                  <c:v>9.2108262463431578E-3</c:v>
                </c:pt>
                <c:pt idx="543">
                  <c:v>9.2162070074603003E-3</c:v>
                </c:pt>
                <c:pt idx="544">
                  <c:v>9.1744488376378393E-3</c:v>
                </c:pt>
                <c:pt idx="545">
                  <c:v>8.7156887104476357E-3</c:v>
                </c:pt>
                <c:pt idx="546">
                  <c:v>8.9146208567484325E-3</c:v>
                </c:pt>
                <c:pt idx="547">
                  <c:v>8.8711286723162381E-3</c:v>
                </c:pt>
                <c:pt idx="548">
                  <c:v>9.5048858745723826E-3</c:v>
                </c:pt>
                <c:pt idx="549">
                  <c:v>9.5637047646363847E-3</c:v>
                </c:pt>
                <c:pt idx="550">
                  <c:v>9.7782186022935137E-3</c:v>
                </c:pt>
                <c:pt idx="551">
                  <c:v>9.935383605776579E-3</c:v>
                </c:pt>
                <c:pt idx="552">
                  <c:v>9.8980102340296954E-3</c:v>
                </c:pt>
                <c:pt idx="553">
                  <c:v>9.9908207177115561E-3</c:v>
                </c:pt>
                <c:pt idx="554">
                  <c:v>9.8702311669423039E-3</c:v>
                </c:pt>
                <c:pt idx="555">
                  <c:v>9.9984521166113331E-3</c:v>
                </c:pt>
                <c:pt idx="556">
                  <c:v>1.0452650259116007E-2</c:v>
                </c:pt>
                <c:pt idx="557">
                  <c:v>1.0451140819203519E-2</c:v>
                </c:pt>
                <c:pt idx="558">
                  <c:v>1.0507521895828272E-2</c:v>
                </c:pt>
                <c:pt idx="559">
                  <c:v>1.0478345032717971E-2</c:v>
                </c:pt>
                <c:pt idx="560">
                  <c:v>1.0351646204799765E-2</c:v>
                </c:pt>
                <c:pt idx="561">
                  <c:v>7.0333094104258424E-3</c:v>
                </c:pt>
                <c:pt idx="562">
                  <c:v>7.4689136445796351E-3</c:v>
                </c:pt>
                <c:pt idx="563">
                  <c:v>7.2751432967743564E-3</c:v>
                </c:pt>
                <c:pt idx="564">
                  <c:v>7.159572440681352E-3</c:v>
                </c:pt>
                <c:pt idx="565">
                  <c:v>7.1461841689070184E-3</c:v>
                </c:pt>
                <c:pt idx="566">
                  <c:v>7.1680625889944819E-3</c:v>
                </c:pt>
                <c:pt idx="567">
                  <c:v>6.4966436995555791E-3</c:v>
                </c:pt>
                <c:pt idx="568">
                  <c:v>6.4539444744675404E-3</c:v>
                </c:pt>
                <c:pt idx="569">
                  <c:v>6.8406801221807265E-3</c:v>
                </c:pt>
                <c:pt idx="570">
                  <c:v>7.8516078344192056E-3</c:v>
                </c:pt>
                <c:pt idx="571">
                  <c:v>8.6233581517609383E-3</c:v>
                </c:pt>
                <c:pt idx="572">
                  <c:v>1.4183804881486435E-2</c:v>
                </c:pt>
                <c:pt idx="573">
                  <c:v>1.4002894359165744E-2</c:v>
                </c:pt>
                <c:pt idx="574">
                  <c:v>1.5955965909177857E-2</c:v>
                </c:pt>
                <c:pt idx="575">
                  <c:v>1.588379492626496E-2</c:v>
                </c:pt>
                <c:pt idx="576">
                  <c:v>1.6015852522990526E-2</c:v>
                </c:pt>
                <c:pt idx="577">
                  <c:v>1.5901662696449003E-2</c:v>
                </c:pt>
                <c:pt idx="578">
                  <c:v>1.6102047858021922E-2</c:v>
                </c:pt>
                <c:pt idx="579">
                  <c:v>1.6094935314025949E-2</c:v>
                </c:pt>
                <c:pt idx="580">
                  <c:v>1.6464879269389377E-2</c:v>
                </c:pt>
                <c:pt idx="581">
                  <c:v>1.7521808612538384E-2</c:v>
                </c:pt>
                <c:pt idx="582">
                  <c:v>1.7480139641146697E-2</c:v>
                </c:pt>
                <c:pt idx="583">
                  <c:v>1.7682116975247037E-2</c:v>
                </c:pt>
                <c:pt idx="584">
                  <c:v>1.7854470701419149E-2</c:v>
                </c:pt>
                <c:pt idx="585">
                  <c:v>1.7888772409327201E-2</c:v>
                </c:pt>
                <c:pt idx="586">
                  <c:v>1.7958009988815197E-2</c:v>
                </c:pt>
                <c:pt idx="587">
                  <c:v>1.8036478377999633E-2</c:v>
                </c:pt>
                <c:pt idx="588">
                  <c:v>1.7799345932814365E-2</c:v>
                </c:pt>
                <c:pt idx="589">
                  <c:v>1.7287292873670868E-2</c:v>
                </c:pt>
                <c:pt idx="590">
                  <c:v>1.6676713981114821E-2</c:v>
                </c:pt>
                <c:pt idx="591">
                  <c:v>1.1380564952529067E-2</c:v>
                </c:pt>
                <c:pt idx="592">
                  <c:v>1.1188267230128503E-2</c:v>
                </c:pt>
                <c:pt idx="593">
                  <c:v>9.6057065282312629E-3</c:v>
                </c:pt>
                <c:pt idx="594">
                  <c:v>9.5856308173506953E-3</c:v>
                </c:pt>
                <c:pt idx="595">
                  <c:v>9.5702888116156459E-3</c:v>
                </c:pt>
                <c:pt idx="596">
                  <c:v>9.8188326345970516E-3</c:v>
                </c:pt>
                <c:pt idx="597">
                  <c:v>9.4560483511533806E-3</c:v>
                </c:pt>
                <c:pt idx="598">
                  <c:v>1.3245076715622797E-2</c:v>
                </c:pt>
                <c:pt idx="599">
                  <c:v>1.3936768418626243E-2</c:v>
                </c:pt>
                <c:pt idx="600">
                  <c:v>1.2601551996138067E-2</c:v>
                </c:pt>
                <c:pt idx="601">
                  <c:v>1.3985551221482116E-2</c:v>
                </c:pt>
                <c:pt idx="602">
                  <c:v>1.3876212742677875E-2</c:v>
                </c:pt>
                <c:pt idx="603">
                  <c:v>1.4520036888833812E-2</c:v>
                </c:pt>
                <c:pt idx="604">
                  <c:v>1.4559015827269168E-2</c:v>
                </c:pt>
                <c:pt idx="605">
                  <c:v>1.4695523749624469E-2</c:v>
                </c:pt>
                <c:pt idx="606">
                  <c:v>1.4824131006584694E-2</c:v>
                </c:pt>
                <c:pt idx="607">
                  <c:v>1.5175092312919278E-2</c:v>
                </c:pt>
                <c:pt idx="608">
                  <c:v>1.5139585080127457E-2</c:v>
                </c:pt>
                <c:pt idx="609">
                  <c:v>1.5067479046482962E-2</c:v>
                </c:pt>
                <c:pt idx="610">
                  <c:v>1.5249953326843733E-2</c:v>
                </c:pt>
                <c:pt idx="611">
                  <c:v>1.6269458954773504E-2</c:v>
                </c:pt>
                <c:pt idx="612">
                  <c:v>1.6299370863160693E-2</c:v>
                </c:pt>
                <c:pt idx="613">
                  <c:v>1.6046521688041378E-2</c:v>
                </c:pt>
                <c:pt idx="614">
                  <c:v>1.6046326086695574E-2</c:v>
                </c:pt>
                <c:pt idx="615">
                  <c:v>1.5958724617432817E-2</c:v>
                </c:pt>
                <c:pt idx="616">
                  <c:v>1.5807931587900611E-2</c:v>
                </c:pt>
                <c:pt idx="617">
                  <c:v>1.3012334523837991E-2</c:v>
                </c:pt>
                <c:pt idx="618">
                  <c:v>1.169435245789178E-2</c:v>
                </c:pt>
                <c:pt idx="619">
                  <c:v>1.1698172907054596E-2</c:v>
                </c:pt>
                <c:pt idx="620">
                  <c:v>8.5766919801337702E-3</c:v>
                </c:pt>
                <c:pt idx="621">
                  <c:v>8.9834763881648898E-3</c:v>
                </c:pt>
                <c:pt idx="622">
                  <c:v>9.2722766047140508E-3</c:v>
                </c:pt>
                <c:pt idx="623">
                  <c:v>9.2414696628587822E-3</c:v>
                </c:pt>
                <c:pt idx="624">
                  <c:v>9.3921133531252223E-3</c:v>
                </c:pt>
                <c:pt idx="625">
                  <c:v>1.0996603149131373E-2</c:v>
                </c:pt>
                <c:pt idx="626">
                  <c:v>1.1763133108988461E-2</c:v>
                </c:pt>
                <c:pt idx="627">
                  <c:v>1.1859531288596299E-2</c:v>
                </c:pt>
                <c:pt idx="628">
                  <c:v>1.186243940372486E-2</c:v>
                </c:pt>
                <c:pt idx="629">
                  <c:v>1.1785049043534539E-2</c:v>
                </c:pt>
                <c:pt idx="630">
                  <c:v>1.1115351774415137E-2</c:v>
                </c:pt>
                <c:pt idx="631">
                  <c:v>1.1918445674458556E-2</c:v>
                </c:pt>
                <c:pt idx="632">
                  <c:v>1.2029891267523256E-2</c:v>
                </c:pt>
                <c:pt idx="633">
                  <c:v>1.2462631171163691E-2</c:v>
                </c:pt>
                <c:pt idx="634">
                  <c:v>1.2427699170187417E-2</c:v>
                </c:pt>
                <c:pt idx="635">
                  <c:v>1.2427510970852576E-2</c:v>
                </c:pt>
                <c:pt idx="636">
                  <c:v>1.2280655403921432E-2</c:v>
                </c:pt>
                <c:pt idx="637">
                  <c:v>1.2133324923829909E-2</c:v>
                </c:pt>
                <c:pt idx="638">
                  <c:v>1.1954688052948597E-2</c:v>
                </c:pt>
                <c:pt idx="639">
                  <c:v>1.1957550122815141E-2</c:v>
                </c:pt>
                <c:pt idx="640">
                  <c:v>1.1454341751975301E-2</c:v>
                </c:pt>
                <c:pt idx="641">
                  <c:v>1.025734969659361E-2</c:v>
                </c:pt>
                <c:pt idx="642">
                  <c:v>1.0214117563352868E-2</c:v>
                </c:pt>
                <c:pt idx="643">
                  <c:v>1.0839221661196375E-2</c:v>
                </c:pt>
                <c:pt idx="644">
                  <c:v>1.0050520867580157E-2</c:v>
                </c:pt>
                <c:pt idx="645">
                  <c:v>9.4302279177656198E-3</c:v>
                </c:pt>
                <c:pt idx="646">
                  <c:v>9.225932350363529E-3</c:v>
                </c:pt>
                <c:pt idx="647">
                  <c:v>9.7003302841899303E-3</c:v>
                </c:pt>
                <c:pt idx="648">
                  <c:v>9.2861124633118689E-3</c:v>
                </c:pt>
                <c:pt idx="649">
                  <c:v>9.1679098664959342E-3</c:v>
                </c:pt>
                <c:pt idx="650">
                  <c:v>8.6948806875696404E-3</c:v>
                </c:pt>
                <c:pt idx="651">
                  <c:v>8.5396885134990767E-3</c:v>
                </c:pt>
                <c:pt idx="652">
                  <c:v>8.3358152986051648E-3</c:v>
                </c:pt>
                <c:pt idx="653">
                  <c:v>8.335181900266048E-3</c:v>
                </c:pt>
                <c:pt idx="654">
                  <c:v>8.7451794869250511E-3</c:v>
                </c:pt>
                <c:pt idx="655">
                  <c:v>8.5740453700233008E-3</c:v>
                </c:pt>
                <c:pt idx="656">
                  <c:v>8.9538258262315575E-3</c:v>
                </c:pt>
                <c:pt idx="657">
                  <c:v>9.1204818247075017E-3</c:v>
                </c:pt>
                <c:pt idx="658">
                  <c:v>9.166594880596915E-3</c:v>
                </c:pt>
                <c:pt idx="659">
                  <c:v>9.1398014377893841E-3</c:v>
                </c:pt>
                <c:pt idx="660">
                  <c:v>9.0512613953391326E-3</c:v>
                </c:pt>
                <c:pt idx="661">
                  <c:v>9.3554686586333913E-3</c:v>
                </c:pt>
                <c:pt idx="662">
                  <c:v>8.3463016480360905E-3</c:v>
                </c:pt>
                <c:pt idx="663">
                  <c:v>8.1647053197189904E-3</c:v>
                </c:pt>
                <c:pt idx="664">
                  <c:v>8.421475114761481E-3</c:v>
                </c:pt>
                <c:pt idx="665">
                  <c:v>8.0494779763066026E-3</c:v>
                </c:pt>
                <c:pt idx="666">
                  <c:v>7.9282801002427423E-3</c:v>
                </c:pt>
                <c:pt idx="667">
                  <c:v>8.1855541253623848E-3</c:v>
                </c:pt>
                <c:pt idx="668">
                  <c:v>7.9866589519357462E-3</c:v>
                </c:pt>
                <c:pt idx="669">
                  <c:v>7.2874291916370237E-3</c:v>
                </c:pt>
                <c:pt idx="670">
                  <c:v>7.0905558717021299E-3</c:v>
                </c:pt>
                <c:pt idx="671">
                  <c:v>6.9528588489783556E-3</c:v>
                </c:pt>
                <c:pt idx="672">
                  <c:v>6.9444491471463985E-3</c:v>
                </c:pt>
                <c:pt idx="673">
                  <c:v>1.0393244676978232E-2</c:v>
                </c:pt>
                <c:pt idx="674">
                  <c:v>1.0405104932125053E-2</c:v>
                </c:pt>
                <c:pt idx="675">
                  <c:v>1.1788045170606531E-2</c:v>
                </c:pt>
                <c:pt idx="676">
                  <c:v>1.1860602786865466E-2</c:v>
                </c:pt>
                <c:pt idx="677">
                  <c:v>1.1792950153928835E-2</c:v>
                </c:pt>
                <c:pt idx="678">
                  <c:v>1.1656225072505784E-2</c:v>
                </c:pt>
                <c:pt idx="679">
                  <c:v>1.1819087940091228E-2</c:v>
                </c:pt>
                <c:pt idx="680">
                  <c:v>1.1691769885228295E-2</c:v>
                </c:pt>
                <c:pt idx="681">
                  <c:v>1.2263745716083026E-2</c:v>
                </c:pt>
                <c:pt idx="682">
                  <c:v>1.3078744603931984E-2</c:v>
                </c:pt>
                <c:pt idx="683">
                  <c:v>1.2580904423661554E-2</c:v>
                </c:pt>
                <c:pt idx="684">
                  <c:v>1.2181486280147934E-2</c:v>
                </c:pt>
                <c:pt idx="685">
                  <c:v>1.7389182420103393E-2</c:v>
                </c:pt>
                <c:pt idx="686">
                  <c:v>1.7405848686595841E-2</c:v>
                </c:pt>
                <c:pt idx="687">
                  <c:v>1.9073932429352937E-2</c:v>
                </c:pt>
                <c:pt idx="688">
                  <c:v>2.0390969540051786E-2</c:v>
                </c:pt>
                <c:pt idx="689">
                  <c:v>2.0238896524542676E-2</c:v>
                </c:pt>
                <c:pt idx="690">
                  <c:v>2.1002400492494185E-2</c:v>
                </c:pt>
                <c:pt idx="691">
                  <c:v>2.0917666413298931E-2</c:v>
                </c:pt>
                <c:pt idx="692">
                  <c:v>2.0278001611534726E-2</c:v>
                </c:pt>
                <c:pt idx="693">
                  <c:v>2.0101952607602034E-2</c:v>
                </c:pt>
                <c:pt idx="694">
                  <c:v>1.9801004960334011E-2</c:v>
                </c:pt>
                <c:pt idx="695">
                  <c:v>1.9359004014241038E-2</c:v>
                </c:pt>
                <c:pt idx="696">
                  <c:v>1.9244337401286546E-2</c:v>
                </c:pt>
                <c:pt idx="697">
                  <c:v>2.0295259233052556E-2</c:v>
                </c:pt>
                <c:pt idx="698">
                  <c:v>2.0604666550134744E-2</c:v>
                </c:pt>
                <c:pt idx="699">
                  <c:v>2.0604539010365071E-2</c:v>
                </c:pt>
                <c:pt idx="700">
                  <c:v>2.0416829923617333E-2</c:v>
                </c:pt>
                <c:pt idx="701">
                  <c:v>2.0103479943196677E-2</c:v>
                </c:pt>
                <c:pt idx="702">
                  <c:v>2.0063999791394529E-2</c:v>
                </c:pt>
                <c:pt idx="703">
                  <c:v>2.0158100960275777E-2</c:v>
                </c:pt>
                <c:pt idx="704">
                  <c:v>1.5862777364683816E-2</c:v>
                </c:pt>
                <c:pt idx="705">
                  <c:v>1.4359109856618844E-2</c:v>
                </c:pt>
                <c:pt idx="706">
                  <c:v>1.2895409208700637E-2</c:v>
                </c:pt>
                <c:pt idx="707">
                  <c:v>1.3208550846702518E-2</c:v>
                </c:pt>
                <c:pt idx="708">
                  <c:v>1.3211556482430324E-2</c:v>
                </c:pt>
                <c:pt idx="709">
                  <c:v>1.2480626895834108E-2</c:v>
                </c:pt>
                <c:pt idx="710">
                  <c:v>1.2668590582684464E-2</c:v>
                </c:pt>
                <c:pt idx="711">
                  <c:v>1.342547204317911E-2</c:v>
                </c:pt>
                <c:pt idx="712">
                  <c:v>1.3376214387408466E-2</c:v>
                </c:pt>
                <c:pt idx="713">
                  <c:v>1.316212315781469E-2</c:v>
                </c:pt>
                <c:pt idx="714">
                  <c:v>1.3291579559866E-2</c:v>
                </c:pt>
                <c:pt idx="715">
                  <c:v>1.3759568204227419E-2</c:v>
                </c:pt>
                <c:pt idx="716">
                  <c:v>1.2725809626669153E-2</c:v>
                </c:pt>
                <c:pt idx="717">
                  <c:v>1.3502978624245111E-2</c:v>
                </c:pt>
                <c:pt idx="718">
                  <c:v>1.3690312026327154E-2</c:v>
                </c:pt>
                <c:pt idx="719">
                  <c:v>1.6297766297126971E-2</c:v>
                </c:pt>
                <c:pt idx="720">
                  <c:v>1.6542667780744317E-2</c:v>
                </c:pt>
                <c:pt idx="721">
                  <c:v>1.7395885859837222E-2</c:v>
                </c:pt>
                <c:pt idx="722">
                  <c:v>1.7295318348351119E-2</c:v>
                </c:pt>
                <c:pt idx="723">
                  <c:v>1.6427515286192365E-2</c:v>
                </c:pt>
                <c:pt idx="724">
                  <c:v>1.6723665764594886E-2</c:v>
                </c:pt>
                <c:pt idx="725">
                  <c:v>1.6701794091810936E-2</c:v>
                </c:pt>
                <c:pt idx="726">
                  <c:v>1.5603784917116535E-2</c:v>
                </c:pt>
                <c:pt idx="727">
                  <c:v>1.5601402135570607E-2</c:v>
                </c:pt>
                <c:pt idx="728">
                  <c:v>1.5510082851123186E-2</c:v>
                </c:pt>
                <c:pt idx="729">
                  <c:v>1.5317104603701798E-2</c:v>
                </c:pt>
                <c:pt idx="730">
                  <c:v>1.4107116110279948E-2</c:v>
                </c:pt>
                <c:pt idx="731">
                  <c:v>1.4119053492198299E-2</c:v>
                </c:pt>
                <c:pt idx="732">
                  <c:v>1.4235816650830041E-2</c:v>
                </c:pt>
                <c:pt idx="733">
                  <c:v>1.4274809410824985E-2</c:v>
                </c:pt>
                <c:pt idx="734">
                  <c:v>1.3072744079062936E-2</c:v>
                </c:pt>
                <c:pt idx="735">
                  <c:v>1.2957866697256768E-2</c:v>
                </c:pt>
                <c:pt idx="736">
                  <c:v>1.2605452279800599E-2</c:v>
                </c:pt>
                <c:pt idx="737">
                  <c:v>1.2394347972331216E-2</c:v>
                </c:pt>
                <c:pt idx="738">
                  <c:v>9.7240147576442768E-3</c:v>
                </c:pt>
                <c:pt idx="739">
                  <c:v>9.2357455939200365E-3</c:v>
                </c:pt>
                <c:pt idx="740">
                  <c:v>7.5605760602494724E-3</c:v>
                </c:pt>
                <c:pt idx="741">
                  <c:v>7.2789726401883267E-3</c:v>
                </c:pt>
                <c:pt idx="742">
                  <c:v>7.3590093310572924E-3</c:v>
                </c:pt>
                <c:pt idx="743">
                  <c:v>7.9099228213530114E-3</c:v>
                </c:pt>
                <c:pt idx="744">
                  <c:v>7.6617398255444443E-3</c:v>
                </c:pt>
                <c:pt idx="745">
                  <c:v>9.6479900438008522E-3</c:v>
                </c:pt>
                <c:pt idx="746">
                  <c:v>9.5904813239382717E-3</c:v>
                </c:pt>
                <c:pt idx="747">
                  <c:v>1.020465488129625E-2</c:v>
                </c:pt>
                <c:pt idx="748">
                  <c:v>1.1209164886450892E-2</c:v>
                </c:pt>
                <c:pt idx="749">
                  <c:v>1.2225781241783397E-2</c:v>
                </c:pt>
                <c:pt idx="750">
                  <c:v>1.3193286120327221E-2</c:v>
                </c:pt>
                <c:pt idx="751">
                  <c:v>1.3202178168785805E-2</c:v>
                </c:pt>
                <c:pt idx="752">
                  <c:v>1.3080446523503248E-2</c:v>
                </c:pt>
                <c:pt idx="753">
                  <c:v>1.4002532065128743E-2</c:v>
                </c:pt>
                <c:pt idx="754">
                  <c:v>1.4677129315032659E-2</c:v>
                </c:pt>
                <c:pt idx="755">
                  <c:v>1.4238810507310356E-2</c:v>
                </c:pt>
                <c:pt idx="756">
                  <c:v>1.4175941329884804E-2</c:v>
                </c:pt>
                <c:pt idx="757">
                  <c:v>1.4152551836966554E-2</c:v>
                </c:pt>
                <c:pt idx="758">
                  <c:v>1.4309777169532288E-2</c:v>
                </c:pt>
                <c:pt idx="759">
                  <c:v>1.5116355195724582E-2</c:v>
                </c:pt>
                <c:pt idx="760">
                  <c:v>1.5618471247792243E-2</c:v>
                </c:pt>
                <c:pt idx="761">
                  <c:v>1.6721590874429114E-2</c:v>
                </c:pt>
                <c:pt idx="762">
                  <c:v>1.7530051673218472E-2</c:v>
                </c:pt>
                <c:pt idx="763">
                  <c:v>1.7556035159232101E-2</c:v>
                </c:pt>
                <c:pt idx="764">
                  <c:v>1.6504279749296767E-2</c:v>
                </c:pt>
                <c:pt idx="765">
                  <c:v>1.6567146458901408E-2</c:v>
                </c:pt>
                <c:pt idx="766">
                  <c:v>1.6311541639575003E-2</c:v>
                </c:pt>
                <c:pt idx="767">
                  <c:v>1.5142703215211452E-2</c:v>
                </c:pt>
                <c:pt idx="768">
                  <c:v>1.4234759126075575E-2</c:v>
                </c:pt>
                <c:pt idx="769">
                  <c:v>1.3857687320105089E-2</c:v>
                </c:pt>
                <c:pt idx="770">
                  <c:v>1.424492062628894E-2</c:v>
                </c:pt>
                <c:pt idx="771">
                  <c:v>1.4359996282951268E-2</c:v>
                </c:pt>
                <c:pt idx="772">
                  <c:v>1.3874317332011943E-2</c:v>
                </c:pt>
                <c:pt idx="773">
                  <c:v>1.331718904705134E-2</c:v>
                </c:pt>
                <c:pt idx="774">
                  <c:v>1.3343079268292424E-2</c:v>
                </c:pt>
                <c:pt idx="775">
                  <c:v>1.3370425471158099E-2</c:v>
                </c:pt>
                <c:pt idx="776">
                  <c:v>1.4402500068093082E-2</c:v>
                </c:pt>
                <c:pt idx="777">
                  <c:v>1.5049746681361564E-2</c:v>
                </c:pt>
                <c:pt idx="778">
                  <c:v>1.6287923951690954E-2</c:v>
                </c:pt>
                <c:pt idx="779">
                  <c:v>1.5334328662216404E-2</c:v>
                </c:pt>
                <c:pt idx="780">
                  <c:v>1.4571484956222914E-2</c:v>
                </c:pt>
                <c:pt idx="781">
                  <c:v>1.3411934712874479E-2</c:v>
                </c:pt>
                <c:pt idx="782">
                  <c:v>1.3374668770168286E-2</c:v>
                </c:pt>
                <c:pt idx="783">
                  <c:v>1.3456536060701728E-2</c:v>
                </c:pt>
                <c:pt idx="784">
                  <c:v>1.4447025133705908E-2</c:v>
                </c:pt>
                <c:pt idx="785">
                  <c:v>1.4859325769645878E-2</c:v>
                </c:pt>
                <c:pt idx="786">
                  <c:v>1.4867381085779187E-2</c:v>
                </c:pt>
                <c:pt idx="787">
                  <c:v>1.4608443781892825E-2</c:v>
                </c:pt>
                <c:pt idx="788">
                  <c:v>1.527755573796959E-2</c:v>
                </c:pt>
                <c:pt idx="789">
                  <c:v>1.6551008851679209E-2</c:v>
                </c:pt>
                <c:pt idx="790">
                  <c:v>1.7324452120324855E-2</c:v>
                </c:pt>
                <c:pt idx="791">
                  <c:v>1.7414618462652725E-2</c:v>
                </c:pt>
                <c:pt idx="792">
                  <c:v>1.723895804069206E-2</c:v>
                </c:pt>
                <c:pt idx="793">
                  <c:v>1.7328451353819337E-2</c:v>
                </c:pt>
                <c:pt idx="794">
                  <c:v>1.7472210075061344E-2</c:v>
                </c:pt>
                <c:pt idx="795">
                  <c:v>1.6870789406414809E-2</c:v>
                </c:pt>
                <c:pt idx="796">
                  <c:v>1.5708919220418012E-2</c:v>
                </c:pt>
                <c:pt idx="797">
                  <c:v>1.4377359402421491E-2</c:v>
                </c:pt>
                <c:pt idx="798">
                  <c:v>1.441754864185283E-2</c:v>
                </c:pt>
                <c:pt idx="799">
                  <c:v>1.4394041813068442E-2</c:v>
                </c:pt>
                <c:pt idx="800">
                  <c:v>1.4412357220754148E-2</c:v>
                </c:pt>
                <c:pt idx="801">
                  <c:v>1.4222062499865894E-2</c:v>
                </c:pt>
                <c:pt idx="802">
                  <c:v>1.41940990672454E-2</c:v>
                </c:pt>
                <c:pt idx="803">
                  <c:v>1.3600388850492718E-2</c:v>
                </c:pt>
                <c:pt idx="804">
                  <c:v>1.3390879375795318E-2</c:v>
                </c:pt>
                <c:pt idx="805">
                  <c:v>1.3564793630157741E-2</c:v>
                </c:pt>
                <c:pt idx="806">
                  <c:v>1.3600766959799591E-2</c:v>
                </c:pt>
                <c:pt idx="807">
                  <c:v>1.2434831662481551E-2</c:v>
                </c:pt>
                <c:pt idx="808">
                  <c:v>1.003902122981302E-2</c:v>
                </c:pt>
                <c:pt idx="809">
                  <c:v>1.0259982140142393E-2</c:v>
                </c:pt>
                <c:pt idx="810">
                  <c:v>9.4243746534459997E-3</c:v>
                </c:pt>
                <c:pt idx="811">
                  <c:v>1.003224274483738E-2</c:v>
                </c:pt>
                <c:pt idx="812">
                  <c:v>1.010884364007846E-2</c:v>
                </c:pt>
                <c:pt idx="813">
                  <c:v>1.0147446475424695E-2</c:v>
                </c:pt>
                <c:pt idx="814">
                  <c:v>9.4882591918110781E-3</c:v>
                </c:pt>
                <c:pt idx="815">
                  <c:v>9.7711736087962887E-3</c:v>
                </c:pt>
                <c:pt idx="816">
                  <c:v>9.7030244278116171E-3</c:v>
                </c:pt>
                <c:pt idx="817">
                  <c:v>9.3909803814697067E-3</c:v>
                </c:pt>
                <c:pt idx="818">
                  <c:v>9.3603284574571115E-3</c:v>
                </c:pt>
                <c:pt idx="819">
                  <c:v>9.2622442700024954E-3</c:v>
                </c:pt>
                <c:pt idx="820">
                  <c:v>1.2888427163562009E-2</c:v>
                </c:pt>
                <c:pt idx="821">
                  <c:v>1.2869234420230283E-2</c:v>
                </c:pt>
                <c:pt idx="822">
                  <c:v>1.2773836532846871E-2</c:v>
                </c:pt>
                <c:pt idx="823">
                  <c:v>1.3369083545824233E-2</c:v>
                </c:pt>
                <c:pt idx="824">
                  <c:v>1.3419109991148937E-2</c:v>
                </c:pt>
                <c:pt idx="825">
                  <c:v>1.3290322831711504E-2</c:v>
                </c:pt>
                <c:pt idx="826">
                  <c:v>1.4979901340150809E-2</c:v>
                </c:pt>
                <c:pt idx="827">
                  <c:v>1.4736958211830086E-2</c:v>
                </c:pt>
                <c:pt idx="828">
                  <c:v>1.4810381709101296E-2</c:v>
                </c:pt>
                <c:pt idx="829">
                  <c:v>1.4916014248962634E-2</c:v>
                </c:pt>
                <c:pt idx="830">
                  <c:v>1.5469909409423539E-2</c:v>
                </c:pt>
                <c:pt idx="831">
                  <c:v>1.6682269878341295E-2</c:v>
                </c:pt>
                <c:pt idx="832">
                  <c:v>1.6148554270504503E-2</c:v>
                </c:pt>
                <c:pt idx="833">
                  <c:v>1.5958669610358491E-2</c:v>
                </c:pt>
                <c:pt idx="834">
                  <c:v>2.1620367837524218E-2</c:v>
                </c:pt>
                <c:pt idx="835">
                  <c:v>2.1694707888503431E-2</c:v>
                </c:pt>
                <c:pt idx="836">
                  <c:v>2.1579968306933723E-2</c:v>
                </c:pt>
                <c:pt idx="837">
                  <c:v>2.1697218393058982E-2</c:v>
                </c:pt>
                <c:pt idx="838">
                  <c:v>2.2795634405726586E-2</c:v>
                </c:pt>
                <c:pt idx="839">
                  <c:v>2.218277990010303E-2</c:v>
                </c:pt>
                <c:pt idx="840">
                  <c:v>2.5210289507280464E-2</c:v>
                </c:pt>
                <c:pt idx="841">
                  <c:v>2.4935824187881442E-2</c:v>
                </c:pt>
                <c:pt idx="842">
                  <c:v>2.7386537327622397E-2</c:v>
                </c:pt>
                <c:pt idx="843">
                  <c:v>2.7908693496909276E-2</c:v>
                </c:pt>
                <c:pt idx="844">
                  <c:v>2.8808180917270696E-2</c:v>
                </c:pt>
                <c:pt idx="845">
                  <c:v>2.7867775695762893E-2</c:v>
                </c:pt>
                <c:pt idx="846">
                  <c:v>2.7892755784653441E-2</c:v>
                </c:pt>
                <c:pt idx="847">
                  <c:v>2.7893846035161533E-2</c:v>
                </c:pt>
                <c:pt idx="848">
                  <c:v>2.8671617647178616E-2</c:v>
                </c:pt>
                <c:pt idx="849">
                  <c:v>2.844252548426569E-2</c:v>
                </c:pt>
                <c:pt idx="850">
                  <c:v>2.7654689695891462E-2</c:v>
                </c:pt>
                <c:pt idx="851">
                  <c:v>2.8614754890024255E-2</c:v>
                </c:pt>
                <c:pt idx="852">
                  <c:v>2.8877746585883195E-2</c:v>
                </c:pt>
                <c:pt idx="853">
                  <c:v>2.4044515176129572E-2</c:v>
                </c:pt>
                <c:pt idx="854">
                  <c:v>2.4489958696892938E-2</c:v>
                </c:pt>
                <c:pt idx="855">
                  <c:v>2.491674891396194E-2</c:v>
                </c:pt>
                <c:pt idx="856">
                  <c:v>2.3728602495629851E-2</c:v>
                </c:pt>
                <c:pt idx="857">
                  <c:v>2.0513395858226736E-2</c:v>
                </c:pt>
                <c:pt idx="858">
                  <c:v>2.0411790495467895E-2</c:v>
                </c:pt>
                <c:pt idx="859">
                  <c:v>1.9133900276735394E-2</c:v>
                </c:pt>
                <c:pt idx="860">
                  <c:v>1.7925079510059453E-2</c:v>
                </c:pt>
                <c:pt idx="861">
                  <c:v>1.6303987466935767E-2</c:v>
                </c:pt>
                <c:pt idx="862">
                  <c:v>1.6180994500951684E-2</c:v>
                </c:pt>
                <c:pt idx="863">
                  <c:v>1.5572329889344467E-2</c:v>
                </c:pt>
                <c:pt idx="864">
                  <c:v>1.3190731055903942E-2</c:v>
                </c:pt>
                <c:pt idx="865">
                  <c:v>1.2316422976164854E-2</c:v>
                </c:pt>
                <c:pt idx="866">
                  <c:v>1.0999252540611515E-2</c:v>
                </c:pt>
                <c:pt idx="867">
                  <c:v>1.0683891358679797E-2</c:v>
                </c:pt>
                <c:pt idx="868">
                  <c:v>9.8308519768139681E-3</c:v>
                </c:pt>
                <c:pt idx="869">
                  <c:v>9.3187586591091214E-3</c:v>
                </c:pt>
                <c:pt idx="870">
                  <c:v>8.3184973049200348E-3</c:v>
                </c:pt>
                <c:pt idx="871">
                  <c:v>8.4449750319672313E-3</c:v>
                </c:pt>
                <c:pt idx="872">
                  <c:v>9.8672778521251715E-3</c:v>
                </c:pt>
                <c:pt idx="873">
                  <c:v>1.1414557652675354E-2</c:v>
                </c:pt>
                <c:pt idx="874">
                  <c:v>1.0637110144295176E-2</c:v>
                </c:pt>
                <c:pt idx="875">
                  <c:v>1.1872114978676971E-2</c:v>
                </c:pt>
                <c:pt idx="876">
                  <c:v>1.3376673843817827E-2</c:v>
                </c:pt>
                <c:pt idx="877">
                  <c:v>1.3546592681683673E-2</c:v>
                </c:pt>
                <c:pt idx="878">
                  <c:v>1.3137823493646391E-2</c:v>
                </c:pt>
                <c:pt idx="879">
                  <c:v>1.3056476151089463E-2</c:v>
                </c:pt>
                <c:pt idx="880">
                  <c:v>1.338171422859245E-2</c:v>
                </c:pt>
                <c:pt idx="881">
                  <c:v>1.4734074726498797E-2</c:v>
                </c:pt>
                <c:pt idx="882">
                  <c:v>1.488042844082893E-2</c:v>
                </c:pt>
                <c:pt idx="883">
                  <c:v>1.5175110190784203E-2</c:v>
                </c:pt>
                <c:pt idx="884">
                  <c:v>1.5079274455025975E-2</c:v>
                </c:pt>
                <c:pt idx="885">
                  <c:v>1.5100352632589747E-2</c:v>
                </c:pt>
                <c:pt idx="886">
                  <c:v>1.5459488939300282E-2</c:v>
                </c:pt>
                <c:pt idx="887">
                  <c:v>1.5404080632779328E-2</c:v>
                </c:pt>
                <c:pt idx="888">
                  <c:v>1.5271918537911393E-2</c:v>
                </c:pt>
                <c:pt idx="889">
                  <c:v>1.5351642416745937E-2</c:v>
                </c:pt>
                <c:pt idx="890">
                  <c:v>1.6016570536557723E-2</c:v>
                </c:pt>
                <c:pt idx="891">
                  <c:v>1.5506973025005776E-2</c:v>
                </c:pt>
                <c:pt idx="892">
                  <c:v>1.3798424054708085E-2</c:v>
                </c:pt>
                <c:pt idx="893">
                  <c:v>1.3936212237855513E-2</c:v>
                </c:pt>
                <c:pt idx="894">
                  <c:v>1.2767596315759803E-2</c:v>
                </c:pt>
                <c:pt idx="895">
                  <c:v>1.1341598040055571E-2</c:v>
                </c:pt>
                <c:pt idx="896">
                  <c:v>1.0823158978779187E-2</c:v>
                </c:pt>
                <c:pt idx="897">
                  <c:v>1.1012127280416671E-2</c:v>
                </c:pt>
                <c:pt idx="898">
                  <c:v>1.1114280724698786E-2</c:v>
                </c:pt>
                <c:pt idx="899">
                  <c:v>1.0720898402022679E-2</c:v>
                </c:pt>
                <c:pt idx="900">
                  <c:v>8.4639660179429681E-3</c:v>
                </c:pt>
                <c:pt idx="901">
                  <c:v>8.5353369745065077E-3</c:v>
                </c:pt>
                <c:pt idx="902">
                  <c:v>8.449866159091407E-3</c:v>
                </c:pt>
                <c:pt idx="903">
                  <c:v>8.5027388232631167E-3</c:v>
                </c:pt>
                <c:pt idx="904">
                  <c:v>8.4974946714525962E-3</c:v>
                </c:pt>
                <c:pt idx="905">
                  <c:v>7.4317242963139124E-3</c:v>
                </c:pt>
                <c:pt idx="906">
                  <c:v>7.4650938212088959E-3</c:v>
                </c:pt>
                <c:pt idx="907">
                  <c:v>7.953241780400749E-3</c:v>
                </c:pt>
                <c:pt idx="908">
                  <c:v>8.0990109854892668E-3</c:v>
                </c:pt>
                <c:pt idx="909">
                  <c:v>7.4332007847953945E-3</c:v>
                </c:pt>
                <c:pt idx="910">
                  <c:v>7.2573018725545918E-3</c:v>
                </c:pt>
                <c:pt idx="911">
                  <c:v>6.9355587961033704E-3</c:v>
                </c:pt>
                <c:pt idx="912">
                  <c:v>8.2844488771572546E-3</c:v>
                </c:pt>
                <c:pt idx="913">
                  <c:v>8.6159140438917779E-3</c:v>
                </c:pt>
                <c:pt idx="914">
                  <c:v>8.8662901680880649E-3</c:v>
                </c:pt>
                <c:pt idx="915">
                  <c:v>9.3451259569776544E-3</c:v>
                </c:pt>
                <c:pt idx="916">
                  <c:v>9.5930136688056472E-3</c:v>
                </c:pt>
                <c:pt idx="917">
                  <c:v>9.4715351256949038E-3</c:v>
                </c:pt>
                <c:pt idx="918">
                  <c:v>9.5031069719322889E-3</c:v>
                </c:pt>
                <c:pt idx="919">
                  <c:v>9.5146192217961233E-3</c:v>
                </c:pt>
                <c:pt idx="920">
                  <c:v>9.5986554332990366E-3</c:v>
                </c:pt>
                <c:pt idx="921">
                  <c:v>9.8832248680129284E-3</c:v>
                </c:pt>
                <c:pt idx="922">
                  <c:v>9.9412075035480753E-3</c:v>
                </c:pt>
                <c:pt idx="923">
                  <c:v>1.0045796247267858E-2</c:v>
                </c:pt>
                <c:pt idx="924">
                  <c:v>1.0762555093006786E-2</c:v>
                </c:pt>
                <c:pt idx="925">
                  <c:v>1.1361439325615622E-2</c:v>
                </c:pt>
                <c:pt idx="926">
                  <c:v>1.0986142393512928E-2</c:v>
                </c:pt>
                <c:pt idx="927">
                  <c:v>1.1275693766751223E-2</c:v>
                </c:pt>
                <c:pt idx="928">
                  <c:v>1.1333170459967215E-2</c:v>
                </c:pt>
                <c:pt idx="929">
                  <c:v>1.1290346010491706E-2</c:v>
                </c:pt>
                <c:pt idx="930">
                  <c:v>1.3480244516144005E-2</c:v>
                </c:pt>
                <c:pt idx="931">
                  <c:v>1.5534850139024007E-2</c:v>
                </c:pt>
                <c:pt idx="932">
                  <c:v>1.4938144445262294E-2</c:v>
                </c:pt>
                <c:pt idx="933">
                  <c:v>1.49254596770456E-2</c:v>
                </c:pt>
                <c:pt idx="934">
                  <c:v>1.4969159454302734E-2</c:v>
                </c:pt>
                <c:pt idx="935">
                  <c:v>1.5157285639065328E-2</c:v>
                </c:pt>
                <c:pt idx="936">
                  <c:v>1.4389240024907188E-2</c:v>
                </c:pt>
                <c:pt idx="937">
                  <c:v>1.4516197137111836E-2</c:v>
                </c:pt>
                <c:pt idx="938">
                  <c:v>1.436267529941912E-2</c:v>
                </c:pt>
                <c:pt idx="939">
                  <c:v>1.427785699525962E-2</c:v>
                </c:pt>
                <c:pt idx="940">
                  <c:v>1.303032252916512E-2</c:v>
                </c:pt>
                <c:pt idx="941">
                  <c:v>1.2811980103183008E-2</c:v>
                </c:pt>
                <c:pt idx="942">
                  <c:v>1.3142725189727415E-2</c:v>
                </c:pt>
                <c:pt idx="943">
                  <c:v>1.483288679306442E-2</c:v>
                </c:pt>
                <c:pt idx="944">
                  <c:v>1.4807247755323761E-2</c:v>
                </c:pt>
                <c:pt idx="945">
                  <c:v>1.4834614745473767E-2</c:v>
                </c:pt>
                <c:pt idx="946">
                  <c:v>1.4825415264543581E-2</c:v>
                </c:pt>
                <c:pt idx="947">
                  <c:v>1.4417547611676592E-2</c:v>
                </c:pt>
                <c:pt idx="948">
                  <c:v>1.4421847585114576E-2</c:v>
                </c:pt>
                <c:pt idx="949">
                  <c:v>1.3605806020449581E-2</c:v>
                </c:pt>
                <c:pt idx="950">
                  <c:v>1.0979682230091723E-2</c:v>
                </c:pt>
                <c:pt idx="951">
                  <c:v>1.0887329815622973E-2</c:v>
                </c:pt>
                <c:pt idx="952">
                  <c:v>1.1314971520206286E-2</c:v>
                </c:pt>
                <c:pt idx="953">
                  <c:v>1.1259578528711305E-2</c:v>
                </c:pt>
                <c:pt idx="954">
                  <c:v>9.8805943900799418E-3</c:v>
                </c:pt>
                <c:pt idx="955">
                  <c:v>9.2005206938259674E-3</c:v>
                </c:pt>
                <c:pt idx="956">
                  <c:v>9.2196964190184531E-3</c:v>
                </c:pt>
                <c:pt idx="957">
                  <c:v>9.3625408141177896E-3</c:v>
                </c:pt>
                <c:pt idx="958">
                  <c:v>9.6936583844247082E-3</c:v>
                </c:pt>
                <c:pt idx="959">
                  <c:v>1.0680029547354726E-2</c:v>
                </c:pt>
                <c:pt idx="960">
                  <c:v>1.0663999843501273E-2</c:v>
                </c:pt>
                <c:pt idx="961">
                  <c:v>1.0738172705708066E-2</c:v>
                </c:pt>
                <c:pt idx="962">
                  <c:v>9.5758709673067557E-3</c:v>
                </c:pt>
                <c:pt idx="963">
                  <c:v>9.0602556498085487E-3</c:v>
                </c:pt>
                <c:pt idx="964">
                  <c:v>8.836673434019721E-3</c:v>
                </c:pt>
                <c:pt idx="965">
                  <c:v>8.6527851596082967E-3</c:v>
                </c:pt>
                <c:pt idx="966">
                  <c:v>8.7068857357655623E-3</c:v>
                </c:pt>
                <c:pt idx="967">
                  <c:v>9.7521805871169879E-3</c:v>
                </c:pt>
                <c:pt idx="968">
                  <c:v>9.7985917120069366E-3</c:v>
                </c:pt>
                <c:pt idx="969">
                  <c:v>9.9287844125727654E-3</c:v>
                </c:pt>
                <c:pt idx="970">
                  <c:v>1.1575511660774701E-2</c:v>
                </c:pt>
                <c:pt idx="971">
                  <c:v>1.1756509129773452E-2</c:v>
                </c:pt>
                <c:pt idx="972">
                  <c:v>1.1690350916514025E-2</c:v>
                </c:pt>
                <c:pt idx="973">
                  <c:v>1.9198844991530808E-2</c:v>
                </c:pt>
                <c:pt idx="974">
                  <c:v>1.9178375242468824E-2</c:v>
                </c:pt>
                <c:pt idx="975">
                  <c:v>1.9081306828133488E-2</c:v>
                </c:pt>
                <c:pt idx="976">
                  <c:v>1.908629086452163E-2</c:v>
                </c:pt>
                <c:pt idx="977">
                  <c:v>2.0170794179361677E-2</c:v>
                </c:pt>
                <c:pt idx="978">
                  <c:v>1.9856255443335229E-2</c:v>
                </c:pt>
                <c:pt idx="979">
                  <c:v>1.9785210100360627E-2</c:v>
                </c:pt>
                <c:pt idx="980">
                  <c:v>1.9933582159354937E-2</c:v>
                </c:pt>
                <c:pt idx="981">
                  <c:v>1.99611990901645E-2</c:v>
                </c:pt>
                <c:pt idx="982">
                  <c:v>2.0152679582197467E-2</c:v>
                </c:pt>
                <c:pt idx="983">
                  <c:v>2.0049767011741819E-2</c:v>
                </c:pt>
                <c:pt idx="984">
                  <c:v>2.0037829339698429E-2</c:v>
                </c:pt>
                <c:pt idx="985">
                  <c:v>2.049608058064125E-2</c:v>
                </c:pt>
                <c:pt idx="986">
                  <c:v>1.9483152772365134E-2</c:v>
                </c:pt>
                <c:pt idx="987">
                  <c:v>1.9453819076366282E-2</c:v>
                </c:pt>
                <c:pt idx="988">
                  <c:v>1.9439709716895324E-2</c:v>
                </c:pt>
                <c:pt idx="989">
                  <c:v>1.7742692658284331E-2</c:v>
                </c:pt>
                <c:pt idx="990">
                  <c:v>1.7853538752852605E-2</c:v>
                </c:pt>
                <c:pt idx="991">
                  <c:v>1.8069135911277918E-2</c:v>
                </c:pt>
                <c:pt idx="992">
                  <c:v>1.1595005518406703E-2</c:v>
                </c:pt>
                <c:pt idx="993">
                  <c:v>1.1367037502529613E-2</c:v>
                </c:pt>
                <c:pt idx="994">
                  <c:v>1.1777934985795477E-2</c:v>
                </c:pt>
                <c:pt idx="995">
                  <c:v>1.2583414612453551E-2</c:v>
                </c:pt>
                <c:pt idx="996">
                  <c:v>1.0393130203962873E-2</c:v>
                </c:pt>
                <c:pt idx="997">
                  <c:v>9.68763052440153E-3</c:v>
                </c:pt>
                <c:pt idx="998">
                  <c:v>1.0039595851070995E-2</c:v>
                </c:pt>
                <c:pt idx="999">
                  <c:v>9.9601987440870194E-3</c:v>
                </c:pt>
                <c:pt idx="1000">
                  <c:v>9.8596094432670499E-3</c:v>
                </c:pt>
                <c:pt idx="1001">
                  <c:v>9.7507620847079E-3</c:v>
                </c:pt>
                <c:pt idx="1002">
                  <c:v>9.4473610769466986E-3</c:v>
                </c:pt>
                <c:pt idx="1003">
                  <c:v>9.5859996745468225E-3</c:v>
                </c:pt>
                <c:pt idx="1004">
                  <c:v>8.7767730402016284E-3</c:v>
                </c:pt>
                <c:pt idx="1005">
                  <c:v>9.2190458170407687E-3</c:v>
                </c:pt>
                <c:pt idx="1006">
                  <c:v>1.018225855396632E-2</c:v>
                </c:pt>
                <c:pt idx="1007">
                  <c:v>1.0229723448049727E-2</c:v>
                </c:pt>
                <c:pt idx="1008">
                  <c:v>1.0236401374575323E-2</c:v>
                </c:pt>
                <c:pt idx="1009">
                  <c:v>1.0357020966623463E-2</c:v>
                </c:pt>
                <c:pt idx="1010">
                  <c:v>1.0115800730007155E-2</c:v>
                </c:pt>
                <c:pt idx="1011">
                  <c:v>9.2061482143936495E-3</c:v>
                </c:pt>
                <c:pt idx="1012">
                  <c:v>9.2035475340907572E-3</c:v>
                </c:pt>
                <c:pt idx="1013">
                  <c:v>8.4505502887659862E-3</c:v>
                </c:pt>
                <c:pt idx="1014">
                  <c:v>7.8812554212195438E-3</c:v>
                </c:pt>
                <c:pt idx="1015">
                  <c:v>8.6512297452294475E-3</c:v>
                </c:pt>
                <c:pt idx="1016">
                  <c:v>8.6690833513207444E-3</c:v>
                </c:pt>
                <c:pt idx="1017">
                  <c:v>8.6617025528883188E-3</c:v>
                </c:pt>
                <c:pt idx="1018">
                  <c:v>8.6195708841940357E-3</c:v>
                </c:pt>
                <c:pt idx="1019">
                  <c:v>8.5007141643854683E-3</c:v>
                </c:pt>
                <c:pt idx="1020">
                  <c:v>8.2286197968234973E-3</c:v>
                </c:pt>
                <c:pt idx="1021">
                  <c:v>9.1764583475968664E-3</c:v>
                </c:pt>
                <c:pt idx="1022">
                  <c:v>9.0138155076899887E-3</c:v>
                </c:pt>
                <c:pt idx="1023">
                  <c:v>8.7694655580001276E-3</c:v>
                </c:pt>
                <c:pt idx="1024">
                  <c:v>8.6617826362508366E-3</c:v>
                </c:pt>
                <c:pt idx="1025">
                  <c:v>1.0118385735679646E-2</c:v>
                </c:pt>
                <c:pt idx="1026">
                  <c:v>1.0877450605689265E-2</c:v>
                </c:pt>
                <c:pt idx="1027">
                  <c:v>1.0846857413430526E-2</c:v>
                </c:pt>
                <c:pt idx="1028">
                  <c:v>1.1322095068119237E-2</c:v>
                </c:pt>
                <c:pt idx="1029">
                  <c:v>1.2334161633994874E-2</c:v>
                </c:pt>
                <c:pt idx="1030">
                  <c:v>1.3110578602266399E-2</c:v>
                </c:pt>
                <c:pt idx="1031">
                  <c:v>1.3500427315039126E-2</c:v>
                </c:pt>
                <c:pt idx="1032">
                  <c:v>1.3607815557665591E-2</c:v>
                </c:pt>
                <c:pt idx="1033">
                  <c:v>1.3766170735860922E-2</c:v>
                </c:pt>
                <c:pt idx="1034">
                  <c:v>1.3554528015048632E-2</c:v>
                </c:pt>
                <c:pt idx="1035">
                  <c:v>1.3730194612299011E-2</c:v>
                </c:pt>
                <c:pt idx="1036">
                  <c:v>1.4610823776235829E-2</c:v>
                </c:pt>
                <c:pt idx="1037">
                  <c:v>1.482687709459325E-2</c:v>
                </c:pt>
                <c:pt idx="1038">
                  <c:v>1.5741763692576426E-2</c:v>
                </c:pt>
                <c:pt idx="1039">
                  <c:v>1.7014578671001816E-2</c:v>
                </c:pt>
                <c:pt idx="1040">
                  <c:v>1.6331357448792071E-2</c:v>
                </c:pt>
                <c:pt idx="1041">
                  <c:v>1.6334018203836658E-2</c:v>
                </c:pt>
                <c:pt idx="1042">
                  <c:v>1.686468351255966E-2</c:v>
                </c:pt>
                <c:pt idx="1043">
                  <c:v>1.7285930245194921E-2</c:v>
                </c:pt>
                <c:pt idx="1044">
                  <c:v>1.5719596174885744E-2</c:v>
                </c:pt>
                <c:pt idx="1045">
                  <c:v>1.556916486259865E-2</c:v>
                </c:pt>
                <c:pt idx="1046">
                  <c:v>1.5711736288664315E-2</c:v>
                </c:pt>
                <c:pt idx="1047">
                  <c:v>1.5599534192469559E-2</c:v>
                </c:pt>
                <c:pt idx="1048">
                  <c:v>1.5495908303207465E-2</c:v>
                </c:pt>
                <c:pt idx="1049">
                  <c:v>1.4273196257605248E-2</c:v>
                </c:pt>
                <c:pt idx="1050">
                  <c:v>1.54750778801803E-2</c:v>
                </c:pt>
                <c:pt idx="1051">
                  <c:v>1.5632269078784438E-2</c:v>
                </c:pt>
                <c:pt idx="1052">
                  <c:v>1.5876975936056435E-2</c:v>
                </c:pt>
                <c:pt idx="1053">
                  <c:v>1.8397873085297251E-2</c:v>
                </c:pt>
                <c:pt idx="1054">
                  <c:v>1.8951676200857203E-2</c:v>
                </c:pt>
                <c:pt idx="1055">
                  <c:v>1.7084612073138064E-2</c:v>
                </c:pt>
                <c:pt idx="1056">
                  <c:v>1.8325621150727372E-2</c:v>
                </c:pt>
                <c:pt idx="1057">
                  <c:v>1.8122316496285974E-2</c:v>
                </c:pt>
                <c:pt idx="1058">
                  <c:v>1.788152105638573E-2</c:v>
                </c:pt>
                <c:pt idx="1059">
                  <c:v>1.9801602833313958E-2</c:v>
                </c:pt>
                <c:pt idx="1060">
                  <c:v>1.9852969325548697E-2</c:v>
                </c:pt>
                <c:pt idx="1061">
                  <c:v>1.9033477136899821E-2</c:v>
                </c:pt>
                <c:pt idx="1062">
                  <c:v>1.9110297418179361E-2</c:v>
                </c:pt>
                <c:pt idx="1063">
                  <c:v>1.9016421919057547E-2</c:v>
                </c:pt>
                <c:pt idx="1064">
                  <c:v>1.8926024773195611E-2</c:v>
                </c:pt>
                <c:pt idx="1065">
                  <c:v>1.8672327325539292E-2</c:v>
                </c:pt>
                <c:pt idx="1066">
                  <c:v>1.8556371976657739E-2</c:v>
                </c:pt>
                <c:pt idx="1067">
                  <c:v>1.8244765106188079E-2</c:v>
                </c:pt>
                <c:pt idx="1068">
                  <c:v>1.8196805591511444E-2</c:v>
                </c:pt>
                <c:pt idx="1069">
                  <c:v>1.7395953441402233E-2</c:v>
                </c:pt>
                <c:pt idx="1070">
                  <c:v>1.7882924440025677E-2</c:v>
                </c:pt>
                <c:pt idx="1071">
                  <c:v>1.7865541151719202E-2</c:v>
                </c:pt>
                <c:pt idx="1072">
                  <c:v>1.5025633956478162E-2</c:v>
                </c:pt>
                <c:pt idx="1073">
                  <c:v>1.2791357423720571E-2</c:v>
                </c:pt>
                <c:pt idx="1074">
                  <c:v>1.3004967183232368E-2</c:v>
                </c:pt>
                <c:pt idx="1075">
                  <c:v>1.2128714114374169E-2</c:v>
                </c:pt>
                <c:pt idx="1076">
                  <c:v>1.2081422176677261E-2</c:v>
                </c:pt>
                <c:pt idx="1077">
                  <c:v>1.1976936379771739E-2</c:v>
                </c:pt>
                <c:pt idx="1078">
                  <c:v>8.301840312615251E-3</c:v>
                </c:pt>
                <c:pt idx="1079">
                  <c:v>8.5686954924804638E-3</c:v>
                </c:pt>
                <c:pt idx="1080">
                  <c:v>8.3494749674667672E-3</c:v>
                </c:pt>
                <c:pt idx="1081">
                  <c:v>7.2669345754905225E-3</c:v>
                </c:pt>
                <c:pt idx="1082">
                  <c:v>7.6121171857260941E-3</c:v>
                </c:pt>
                <c:pt idx="1083">
                  <c:v>7.5634136225466832E-3</c:v>
                </c:pt>
                <c:pt idx="1084">
                  <c:v>9.0001151214609571E-3</c:v>
                </c:pt>
                <c:pt idx="1085">
                  <c:v>8.9952181311957029E-3</c:v>
                </c:pt>
                <c:pt idx="1086">
                  <c:v>8.914454283302304E-3</c:v>
                </c:pt>
                <c:pt idx="1087">
                  <c:v>8.9086069586658961E-3</c:v>
                </c:pt>
                <c:pt idx="1088">
                  <c:v>8.7613280501460476E-3</c:v>
                </c:pt>
                <c:pt idx="1089">
                  <c:v>7.5667539517939968E-3</c:v>
                </c:pt>
                <c:pt idx="1090">
                  <c:v>7.174285904469984E-3</c:v>
                </c:pt>
                <c:pt idx="1091">
                  <c:v>7.2156358697247616E-3</c:v>
                </c:pt>
                <c:pt idx="1092">
                  <c:v>7.1515646387783818E-3</c:v>
                </c:pt>
                <c:pt idx="1093">
                  <c:v>7.0339454333648924E-3</c:v>
                </c:pt>
                <c:pt idx="1094">
                  <c:v>7.1620226929655457E-3</c:v>
                </c:pt>
                <c:pt idx="1095">
                  <c:v>7.7515054429807238E-3</c:v>
                </c:pt>
                <c:pt idx="1096">
                  <c:v>7.4305932347410704E-3</c:v>
                </c:pt>
                <c:pt idx="1097">
                  <c:v>7.382240815683355E-3</c:v>
                </c:pt>
                <c:pt idx="1098">
                  <c:v>7.1385818555426001E-3</c:v>
                </c:pt>
                <c:pt idx="1099">
                  <c:v>7.1579883868043209E-3</c:v>
                </c:pt>
                <c:pt idx="1100">
                  <c:v>7.2478271460072671E-3</c:v>
                </c:pt>
                <c:pt idx="1101">
                  <c:v>7.1419702171732933E-3</c:v>
                </c:pt>
                <c:pt idx="1102">
                  <c:v>7.3366097357615333E-3</c:v>
                </c:pt>
                <c:pt idx="1103">
                  <c:v>6.3058499083900061E-3</c:v>
                </c:pt>
                <c:pt idx="1104">
                  <c:v>6.368661186020628E-3</c:v>
                </c:pt>
                <c:pt idx="1105">
                  <c:v>6.5463902838515213E-3</c:v>
                </c:pt>
                <c:pt idx="1106">
                  <c:v>6.5415470230018782E-3</c:v>
                </c:pt>
                <c:pt idx="1107">
                  <c:v>6.5418068918284122E-3</c:v>
                </c:pt>
                <c:pt idx="1108">
                  <c:v>6.5316054112787977E-3</c:v>
                </c:pt>
                <c:pt idx="1109">
                  <c:v>6.0967441019317888E-3</c:v>
                </c:pt>
                <c:pt idx="1110">
                  <c:v>6.0490814821390886E-3</c:v>
                </c:pt>
                <c:pt idx="1111">
                  <c:v>5.985546461395601E-3</c:v>
                </c:pt>
                <c:pt idx="1112">
                  <c:v>6.5981748785649691E-3</c:v>
                </c:pt>
                <c:pt idx="1113">
                  <c:v>6.3274298998998073E-3</c:v>
                </c:pt>
                <c:pt idx="1114">
                  <c:v>5.5378322615045016E-3</c:v>
                </c:pt>
                <c:pt idx="1115">
                  <c:v>5.486216491324445E-3</c:v>
                </c:pt>
                <c:pt idx="1116">
                  <c:v>6.260653004033727E-3</c:v>
                </c:pt>
                <c:pt idx="1117">
                  <c:v>6.4371290346635721E-3</c:v>
                </c:pt>
                <c:pt idx="1118">
                  <c:v>9.2307720492437531E-3</c:v>
                </c:pt>
                <c:pt idx="1119">
                  <c:v>9.6427111096469443E-3</c:v>
                </c:pt>
                <c:pt idx="1120">
                  <c:v>9.8082024692766265E-3</c:v>
                </c:pt>
                <c:pt idx="1121">
                  <c:v>1.164362847904833E-2</c:v>
                </c:pt>
                <c:pt idx="1122">
                  <c:v>1.1783286300769139E-2</c:v>
                </c:pt>
                <c:pt idx="1123">
                  <c:v>1.1878967797819535E-2</c:v>
                </c:pt>
                <c:pt idx="1124">
                  <c:v>1.187153235129847E-2</c:v>
                </c:pt>
                <c:pt idx="1125">
                  <c:v>1.1896647029196416E-2</c:v>
                </c:pt>
                <c:pt idx="1126">
                  <c:v>1.182581201746272E-2</c:v>
                </c:pt>
                <c:pt idx="1127">
                  <c:v>1.1788650509958998E-2</c:v>
                </c:pt>
                <c:pt idx="1128">
                  <c:v>1.199420887781439E-2</c:v>
                </c:pt>
                <c:pt idx="1129">
                  <c:v>1.203104028778933E-2</c:v>
                </c:pt>
                <c:pt idx="1130">
                  <c:v>1.2048718692414669E-2</c:v>
                </c:pt>
                <c:pt idx="1131">
                  <c:v>1.1899600614030548E-2</c:v>
                </c:pt>
                <c:pt idx="1132">
                  <c:v>1.1920714120147472E-2</c:v>
                </c:pt>
                <c:pt idx="1133">
                  <c:v>1.20116052658528E-2</c:v>
                </c:pt>
                <c:pt idx="1134">
                  <c:v>1.2043799908450697E-2</c:v>
                </c:pt>
                <c:pt idx="1135">
                  <c:v>1.1783350853109571E-2</c:v>
                </c:pt>
                <c:pt idx="1136">
                  <c:v>1.2818352958927897E-2</c:v>
                </c:pt>
                <c:pt idx="1137">
                  <c:v>1.063588737809943E-2</c:v>
                </c:pt>
                <c:pt idx="1138">
                  <c:v>1.2343231220719154E-2</c:v>
                </c:pt>
                <c:pt idx="1139">
                  <c:v>1.2262754051530468E-2</c:v>
                </c:pt>
                <c:pt idx="1140">
                  <c:v>1.1759125418443919E-2</c:v>
                </c:pt>
                <c:pt idx="1141">
                  <c:v>1.1510014858296605E-2</c:v>
                </c:pt>
                <c:pt idx="1142">
                  <c:v>1.115076521390237E-2</c:v>
                </c:pt>
                <c:pt idx="1143">
                  <c:v>1.1356730893359845E-2</c:v>
                </c:pt>
                <c:pt idx="1144">
                  <c:v>1.1060901947817468E-2</c:v>
                </c:pt>
                <c:pt idx="1145">
                  <c:v>1.0947167166573468E-2</c:v>
                </c:pt>
                <c:pt idx="1146">
                  <c:v>1.0948058215590323E-2</c:v>
                </c:pt>
                <c:pt idx="1147">
                  <c:v>1.0859981476352512E-2</c:v>
                </c:pt>
                <c:pt idx="1148">
                  <c:v>1.1196964556816015E-2</c:v>
                </c:pt>
                <c:pt idx="1149">
                  <c:v>1.1207872913248491E-2</c:v>
                </c:pt>
                <c:pt idx="1150">
                  <c:v>1.1521059958601554E-2</c:v>
                </c:pt>
                <c:pt idx="1151">
                  <c:v>1.132139151738892E-2</c:v>
                </c:pt>
                <c:pt idx="1152">
                  <c:v>1.235500622019981E-2</c:v>
                </c:pt>
                <c:pt idx="1153">
                  <c:v>1.2341371305540519E-2</c:v>
                </c:pt>
                <c:pt idx="1154">
                  <c:v>1.2315789956914043E-2</c:v>
                </c:pt>
                <c:pt idx="1155">
                  <c:v>1.1824141294553754E-2</c:v>
                </c:pt>
                <c:pt idx="1156">
                  <c:v>1.5669060104436198E-2</c:v>
                </c:pt>
                <c:pt idx="1157">
                  <c:v>1.4877684221972208E-2</c:v>
                </c:pt>
                <c:pt idx="1158">
                  <c:v>1.5070492359779284E-2</c:v>
                </c:pt>
                <c:pt idx="1159">
                  <c:v>1.3974441030842747E-2</c:v>
                </c:pt>
                <c:pt idx="1160">
                  <c:v>2.1967443691436658E-2</c:v>
                </c:pt>
                <c:pt idx="1161">
                  <c:v>2.1780284639002966E-2</c:v>
                </c:pt>
                <c:pt idx="1162">
                  <c:v>2.973703254551149E-2</c:v>
                </c:pt>
                <c:pt idx="1163">
                  <c:v>3.0133846826565825E-2</c:v>
                </c:pt>
                <c:pt idx="1164">
                  <c:v>3.2107619547303165E-2</c:v>
                </c:pt>
                <c:pt idx="1165">
                  <c:v>3.1908510625193488E-2</c:v>
                </c:pt>
                <c:pt idx="1166">
                  <c:v>3.309023760205463E-2</c:v>
                </c:pt>
                <c:pt idx="1167">
                  <c:v>3.4396436587840445E-2</c:v>
                </c:pt>
                <c:pt idx="1168">
                  <c:v>3.594195251396641E-2</c:v>
                </c:pt>
                <c:pt idx="1169">
                  <c:v>4.3497983021926805E-2</c:v>
                </c:pt>
                <c:pt idx="1170">
                  <c:v>4.2995363417571764E-2</c:v>
                </c:pt>
                <c:pt idx="1171">
                  <c:v>4.9858423905996367E-2</c:v>
                </c:pt>
                <c:pt idx="1172">
                  <c:v>5.0299898524805341E-2</c:v>
                </c:pt>
                <c:pt idx="1173">
                  <c:v>4.9958613590648494E-2</c:v>
                </c:pt>
                <c:pt idx="1174">
                  <c:v>5.1674530614749664E-2</c:v>
                </c:pt>
                <c:pt idx="1175">
                  <c:v>5.1494695913193986E-2</c:v>
                </c:pt>
                <c:pt idx="1176">
                  <c:v>5.1414530464320166E-2</c:v>
                </c:pt>
                <c:pt idx="1177">
                  <c:v>5.2935743386334944E-2</c:v>
                </c:pt>
                <c:pt idx="1178">
                  <c:v>5.5535649022531303E-2</c:v>
                </c:pt>
                <c:pt idx="1179">
                  <c:v>5.3549089296718907E-2</c:v>
                </c:pt>
                <c:pt idx="1180">
                  <c:v>5.476552394541246E-2</c:v>
                </c:pt>
                <c:pt idx="1181">
                  <c:v>5.1791968350996441E-2</c:v>
                </c:pt>
                <c:pt idx="1182">
                  <c:v>5.1636129810344919E-2</c:v>
                </c:pt>
                <c:pt idx="1183">
                  <c:v>5.0236129132388639E-2</c:v>
                </c:pt>
                <c:pt idx="1184">
                  <c:v>5.0034422201818148E-2</c:v>
                </c:pt>
                <c:pt idx="1185">
                  <c:v>4.7904701249185874E-2</c:v>
                </c:pt>
                <c:pt idx="1186">
                  <c:v>4.5310873117304834E-2</c:v>
                </c:pt>
                <c:pt idx="1187">
                  <c:v>4.5155454356863585E-2</c:v>
                </c:pt>
                <c:pt idx="1188">
                  <c:v>2.8667190797604099E-2</c:v>
                </c:pt>
                <c:pt idx="1189">
                  <c:v>3.1513133281086264E-2</c:v>
                </c:pt>
                <c:pt idx="1190">
                  <c:v>2.7052792930838215E-2</c:v>
                </c:pt>
                <c:pt idx="1191">
                  <c:v>2.7177573669814572E-2</c:v>
                </c:pt>
                <c:pt idx="1192">
                  <c:v>2.6064261673878927E-2</c:v>
                </c:pt>
                <c:pt idx="1193">
                  <c:v>2.5571342776951129E-2</c:v>
                </c:pt>
                <c:pt idx="1194">
                  <c:v>2.5815943654490525E-2</c:v>
                </c:pt>
                <c:pt idx="1195">
                  <c:v>2.5295708258229851E-2</c:v>
                </c:pt>
                <c:pt idx="1196">
                  <c:v>2.4303937835982115E-2</c:v>
                </c:pt>
                <c:pt idx="1197">
                  <c:v>2.3725233391825737E-2</c:v>
                </c:pt>
                <c:pt idx="1198">
                  <c:v>2.3727618691130652E-2</c:v>
                </c:pt>
                <c:pt idx="1199">
                  <c:v>2.2311371607669085E-2</c:v>
                </c:pt>
                <c:pt idx="1200">
                  <c:v>2.0538774462734336E-2</c:v>
                </c:pt>
                <c:pt idx="1201">
                  <c:v>2.0529976131050939E-2</c:v>
                </c:pt>
                <c:pt idx="1202">
                  <c:v>1.8989699701475921E-2</c:v>
                </c:pt>
                <c:pt idx="1203">
                  <c:v>1.9270570444943239E-2</c:v>
                </c:pt>
                <c:pt idx="1204">
                  <c:v>1.9384941534325548E-2</c:v>
                </c:pt>
                <c:pt idx="1205">
                  <c:v>2.3055537591906851E-2</c:v>
                </c:pt>
                <c:pt idx="1206">
                  <c:v>2.3026135304993742E-2</c:v>
                </c:pt>
                <c:pt idx="1207">
                  <c:v>2.2900715430607028E-2</c:v>
                </c:pt>
                <c:pt idx="1208">
                  <c:v>2.0161572381540434E-2</c:v>
                </c:pt>
                <c:pt idx="1209">
                  <c:v>2.0138286033325421E-2</c:v>
                </c:pt>
                <c:pt idx="1210">
                  <c:v>2.0389583437167808E-2</c:v>
                </c:pt>
                <c:pt idx="1211">
                  <c:v>2.0211402557597902E-2</c:v>
                </c:pt>
                <c:pt idx="1212">
                  <c:v>2.0438898939336463E-2</c:v>
                </c:pt>
                <c:pt idx="1213">
                  <c:v>1.9728810775570812E-2</c:v>
                </c:pt>
                <c:pt idx="1214">
                  <c:v>1.9380294549856077E-2</c:v>
                </c:pt>
                <c:pt idx="1215">
                  <c:v>1.9312547952503721E-2</c:v>
                </c:pt>
                <c:pt idx="1216">
                  <c:v>1.6254548923105856E-2</c:v>
                </c:pt>
                <c:pt idx="1217">
                  <c:v>1.6336274330866391E-2</c:v>
                </c:pt>
                <c:pt idx="1218">
                  <c:v>1.6471045581577075E-2</c:v>
                </c:pt>
                <c:pt idx="1219">
                  <c:v>1.6750783932825773E-2</c:v>
                </c:pt>
                <c:pt idx="1220">
                  <c:v>1.6324132497841488E-2</c:v>
                </c:pt>
                <c:pt idx="1221">
                  <c:v>1.7054982613425966E-2</c:v>
                </c:pt>
                <c:pt idx="1222">
                  <c:v>1.7024184360692366E-2</c:v>
                </c:pt>
                <c:pt idx="1223">
                  <c:v>1.7046642889545802E-2</c:v>
                </c:pt>
                <c:pt idx="1224">
                  <c:v>1.3322473401840413E-2</c:v>
                </c:pt>
                <c:pt idx="1225">
                  <c:v>1.3291763782548833E-2</c:v>
                </c:pt>
                <c:pt idx="1226">
                  <c:v>1.3221093528524087E-2</c:v>
                </c:pt>
                <c:pt idx="1227">
                  <c:v>1.1149992440280879E-2</c:v>
                </c:pt>
                <c:pt idx="1228">
                  <c:v>1.1023102947680176E-2</c:v>
                </c:pt>
                <c:pt idx="1229">
                  <c:v>1.0917550078097818E-2</c:v>
                </c:pt>
                <c:pt idx="1230">
                  <c:v>1.138593134616399E-2</c:v>
                </c:pt>
                <c:pt idx="1231">
                  <c:v>1.080691753036612E-2</c:v>
                </c:pt>
                <c:pt idx="1232">
                  <c:v>1.0650569586138419E-2</c:v>
                </c:pt>
                <c:pt idx="1233">
                  <c:v>1.0967579605388354E-2</c:v>
                </c:pt>
                <c:pt idx="1234">
                  <c:v>1.0970546417782093E-2</c:v>
                </c:pt>
                <c:pt idx="1235">
                  <c:v>1.2251558578872954E-2</c:v>
                </c:pt>
                <c:pt idx="1236">
                  <c:v>1.2223933454327774E-2</c:v>
                </c:pt>
                <c:pt idx="1237">
                  <c:v>1.2006533890736647E-2</c:v>
                </c:pt>
                <c:pt idx="1238">
                  <c:v>1.1164911060480131E-2</c:v>
                </c:pt>
                <c:pt idx="1239">
                  <c:v>1.0790787337848246E-2</c:v>
                </c:pt>
                <c:pt idx="1240">
                  <c:v>1.0287217290684578E-2</c:v>
                </c:pt>
                <c:pt idx="1241">
                  <c:v>1.0303419482985337E-2</c:v>
                </c:pt>
                <c:pt idx="1242">
                  <c:v>1.0474434983938132E-2</c:v>
                </c:pt>
                <c:pt idx="1243">
                  <c:v>9.7354046664246668E-3</c:v>
                </c:pt>
                <c:pt idx="1244">
                  <c:v>9.5271488343047807E-3</c:v>
                </c:pt>
                <c:pt idx="1245">
                  <c:v>1.0232965852274987E-2</c:v>
                </c:pt>
                <c:pt idx="1246">
                  <c:v>1.0204733578684571E-2</c:v>
                </c:pt>
                <c:pt idx="1247">
                  <c:v>1.0226750746643443E-2</c:v>
                </c:pt>
                <c:pt idx="1248">
                  <c:v>9.8585781318787213E-3</c:v>
                </c:pt>
                <c:pt idx="1249">
                  <c:v>9.5233809101702427E-3</c:v>
                </c:pt>
                <c:pt idx="1250">
                  <c:v>9.3070584723625067E-3</c:v>
                </c:pt>
                <c:pt idx="1251">
                  <c:v>9.2349961307116694E-3</c:v>
                </c:pt>
                <c:pt idx="1252">
                  <c:v>9.4235785462931047E-3</c:v>
                </c:pt>
                <c:pt idx="1253">
                  <c:v>9.3987820482899775E-3</c:v>
                </c:pt>
                <c:pt idx="1254">
                  <c:v>7.459282275436502E-3</c:v>
                </c:pt>
                <c:pt idx="1255">
                  <c:v>7.1765314066319945E-3</c:v>
                </c:pt>
                <c:pt idx="1256">
                  <c:v>7.9549571795538444E-3</c:v>
                </c:pt>
                <c:pt idx="1257">
                  <c:v>7.9648104812618629E-3</c:v>
                </c:pt>
                <c:pt idx="1258">
                  <c:v>8.2630283310663952E-3</c:v>
                </c:pt>
                <c:pt idx="1259">
                  <c:v>8.4005222523297687E-3</c:v>
                </c:pt>
                <c:pt idx="1260">
                  <c:v>8.3302641810828974E-3</c:v>
                </c:pt>
                <c:pt idx="1261">
                  <c:v>8.0178853672123393E-3</c:v>
                </c:pt>
                <c:pt idx="1262">
                  <c:v>8.2247312312549413E-3</c:v>
                </c:pt>
                <c:pt idx="1263">
                  <c:v>8.0216158555642663E-3</c:v>
                </c:pt>
                <c:pt idx="1264">
                  <c:v>6.5238789266403681E-3</c:v>
                </c:pt>
                <c:pt idx="1265">
                  <c:v>6.5654777670123782E-3</c:v>
                </c:pt>
                <c:pt idx="1266">
                  <c:v>6.5857761120465732E-3</c:v>
                </c:pt>
                <c:pt idx="1267">
                  <c:v>1.5123020982088536E-2</c:v>
                </c:pt>
                <c:pt idx="1268">
                  <c:v>1.514434851863968E-2</c:v>
                </c:pt>
                <c:pt idx="1269">
                  <c:v>1.5273124864102032E-2</c:v>
                </c:pt>
                <c:pt idx="1270">
                  <c:v>1.5282396153826951E-2</c:v>
                </c:pt>
                <c:pt idx="1271">
                  <c:v>1.5494098420763247E-2</c:v>
                </c:pt>
                <c:pt idx="1272">
                  <c:v>1.5511325719974585E-2</c:v>
                </c:pt>
                <c:pt idx="1273">
                  <c:v>1.5872721044745859E-2</c:v>
                </c:pt>
                <c:pt idx="1274">
                  <c:v>1.65949636705554E-2</c:v>
                </c:pt>
                <c:pt idx="1275">
                  <c:v>1.6786690630913734E-2</c:v>
                </c:pt>
                <c:pt idx="1276">
                  <c:v>1.6771376489666034E-2</c:v>
                </c:pt>
                <c:pt idx="1277">
                  <c:v>2.0511252856316491E-2</c:v>
                </c:pt>
                <c:pt idx="1278">
                  <c:v>2.0550664742359597E-2</c:v>
                </c:pt>
                <c:pt idx="1279">
                  <c:v>2.0678802840060705E-2</c:v>
                </c:pt>
                <c:pt idx="1280">
                  <c:v>2.0718579553093155E-2</c:v>
                </c:pt>
                <c:pt idx="1281">
                  <c:v>2.0481945128674756E-2</c:v>
                </c:pt>
                <c:pt idx="1282">
                  <c:v>2.2576503181960368E-2</c:v>
                </c:pt>
                <c:pt idx="1283">
                  <c:v>2.2906714894362107E-2</c:v>
                </c:pt>
                <c:pt idx="1284">
                  <c:v>2.2851253121467779E-2</c:v>
                </c:pt>
                <c:pt idx="1285">
                  <c:v>2.3515698822639899E-2</c:v>
                </c:pt>
                <c:pt idx="1286">
                  <c:v>2.1631230818291228E-2</c:v>
                </c:pt>
                <c:pt idx="1287">
                  <c:v>2.3090310348432543E-2</c:v>
                </c:pt>
                <c:pt idx="1288">
                  <c:v>2.296561050755953E-2</c:v>
                </c:pt>
                <c:pt idx="1289">
                  <c:v>2.297271112763544E-2</c:v>
                </c:pt>
                <c:pt idx="1290">
                  <c:v>2.2918639066321828E-2</c:v>
                </c:pt>
                <c:pt idx="1291">
                  <c:v>2.2954494017512088E-2</c:v>
                </c:pt>
                <c:pt idx="1292">
                  <c:v>2.2746345225421957E-2</c:v>
                </c:pt>
                <c:pt idx="1293">
                  <c:v>2.221732594805537E-2</c:v>
                </c:pt>
                <c:pt idx="1294">
                  <c:v>2.1870982853527052E-2</c:v>
                </c:pt>
                <c:pt idx="1295">
                  <c:v>2.1885847626149042E-2</c:v>
                </c:pt>
                <c:pt idx="1296">
                  <c:v>1.7697001602883611E-2</c:v>
                </c:pt>
                <c:pt idx="1297">
                  <c:v>1.7303169033627264E-2</c:v>
                </c:pt>
                <c:pt idx="1298">
                  <c:v>1.730174441227551E-2</c:v>
                </c:pt>
                <c:pt idx="1299">
                  <c:v>1.7562809911218533E-2</c:v>
                </c:pt>
                <c:pt idx="1300">
                  <c:v>1.7855129694974377E-2</c:v>
                </c:pt>
                <c:pt idx="1301">
                  <c:v>1.536687540983564E-2</c:v>
                </c:pt>
                <c:pt idx="1302">
                  <c:v>1.4502883298597061E-2</c:v>
                </c:pt>
                <c:pt idx="1303">
                  <c:v>1.4474787894427361E-2</c:v>
                </c:pt>
                <c:pt idx="1304">
                  <c:v>1.2173080255368495E-2</c:v>
                </c:pt>
                <c:pt idx="1305">
                  <c:v>1.1301877658514788E-2</c:v>
                </c:pt>
                <c:pt idx="1306">
                  <c:v>7.371384914541472E-3</c:v>
                </c:pt>
                <c:pt idx="1307">
                  <c:v>7.583674605149391E-3</c:v>
                </c:pt>
                <c:pt idx="1308">
                  <c:v>8.09619997432404E-3</c:v>
                </c:pt>
                <c:pt idx="1309">
                  <c:v>7.5660553134455927E-3</c:v>
                </c:pt>
                <c:pt idx="1310">
                  <c:v>8.4859827156175613E-3</c:v>
                </c:pt>
                <c:pt idx="1311">
                  <c:v>8.4133732378199357E-3</c:v>
                </c:pt>
                <c:pt idx="1312">
                  <c:v>8.455148538737401E-3</c:v>
                </c:pt>
                <c:pt idx="1313">
                  <c:v>1.0292075623611337E-2</c:v>
                </c:pt>
                <c:pt idx="1314">
                  <c:v>1.054859011454889E-2</c:v>
                </c:pt>
                <c:pt idx="1315">
                  <c:v>1.0600847095132388E-2</c:v>
                </c:pt>
                <c:pt idx="1316">
                  <c:v>1.0609474219907176E-2</c:v>
                </c:pt>
                <c:pt idx="1317">
                  <c:v>1.0722008323954414E-2</c:v>
                </c:pt>
                <c:pt idx="1318">
                  <c:v>1.0352207191225036E-2</c:v>
                </c:pt>
                <c:pt idx="1319">
                  <c:v>1.0053214541584313E-2</c:v>
                </c:pt>
                <c:pt idx="1320">
                  <c:v>1.0077842931158263E-2</c:v>
                </c:pt>
                <c:pt idx="1321">
                  <c:v>1.0250264513602511E-2</c:v>
                </c:pt>
                <c:pt idx="1322">
                  <c:v>1.0225553535921857E-2</c:v>
                </c:pt>
                <c:pt idx="1323">
                  <c:v>1.0495171020482466E-2</c:v>
                </c:pt>
                <c:pt idx="1324">
                  <c:v>1.0863306244506852E-2</c:v>
                </c:pt>
                <c:pt idx="1325">
                  <c:v>1.1122156631267737E-2</c:v>
                </c:pt>
                <c:pt idx="1326">
                  <c:v>1.1050881202874948E-2</c:v>
                </c:pt>
                <c:pt idx="1327">
                  <c:v>1.0429705544336572E-2</c:v>
                </c:pt>
                <c:pt idx="1328">
                  <c:v>1.1802335762194161E-2</c:v>
                </c:pt>
                <c:pt idx="1329">
                  <c:v>1.0029549420743376E-2</c:v>
                </c:pt>
                <c:pt idx="1330">
                  <c:v>1.0162086231379163E-2</c:v>
                </c:pt>
                <c:pt idx="1331">
                  <c:v>9.5517555011108458E-3</c:v>
                </c:pt>
                <c:pt idx="1332">
                  <c:v>8.9772895562755493E-3</c:v>
                </c:pt>
                <c:pt idx="1333">
                  <c:v>9.1892955518702146E-3</c:v>
                </c:pt>
                <c:pt idx="1334">
                  <c:v>9.1623448278216179E-3</c:v>
                </c:pt>
                <c:pt idx="1335">
                  <c:v>9.3176998921464128E-3</c:v>
                </c:pt>
                <c:pt idx="1336">
                  <c:v>9.313384216699333E-3</c:v>
                </c:pt>
                <c:pt idx="1337">
                  <c:v>9.2979853384413651E-3</c:v>
                </c:pt>
                <c:pt idx="1338">
                  <c:v>9.3219414405280865E-3</c:v>
                </c:pt>
                <c:pt idx="1339">
                  <c:v>9.412416215649767E-3</c:v>
                </c:pt>
                <c:pt idx="1340">
                  <c:v>9.746692998647475E-3</c:v>
                </c:pt>
                <c:pt idx="1341">
                  <c:v>1.6723215841092529E-2</c:v>
                </c:pt>
                <c:pt idx="1342">
                  <c:v>1.6605800381739356E-2</c:v>
                </c:pt>
                <c:pt idx="1343">
                  <c:v>1.7101502548967161E-2</c:v>
                </c:pt>
                <c:pt idx="1344">
                  <c:v>1.7005482283975415E-2</c:v>
                </c:pt>
                <c:pt idx="1345">
                  <c:v>1.6911376397153927E-2</c:v>
                </c:pt>
                <c:pt idx="1346">
                  <c:v>1.6949891822760386E-2</c:v>
                </c:pt>
                <c:pt idx="1347">
                  <c:v>1.5808749654284207E-2</c:v>
                </c:pt>
                <c:pt idx="1348">
                  <c:v>1.5563375865277061E-2</c:v>
                </c:pt>
                <c:pt idx="1349">
                  <c:v>1.5613970369294015E-2</c:v>
                </c:pt>
                <c:pt idx="1350">
                  <c:v>1.6208318437399876E-2</c:v>
                </c:pt>
                <c:pt idx="1351">
                  <c:v>1.6109044750960207E-2</c:v>
                </c:pt>
                <c:pt idx="1352">
                  <c:v>1.6121378752008982E-2</c:v>
                </c:pt>
                <c:pt idx="1353">
                  <c:v>1.6250914820729202E-2</c:v>
                </c:pt>
                <c:pt idx="1354">
                  <c:v>1.6033800632973858E-2</c:v>
                </c:pt>
                <c:pt idx="1355">
                  <c:v>1.6109376514804687E-2</c:v>
                </c:pt>
                <c:pt idx="1356">
                  <c:v>1.608995289289308E-2</c:v>
                </c:pt>
                <c:pt idx="1357">
                  <c:v>1.5989624004061044E-2</c:v>
                </c:pt>
                <c:pt idx="1358">
                  <c:v>1.6001130806982428E-2</c:v>
                </c:pt>
                <c:pt idx="1359">
                  <c:v>1.6215100118789679E-2</c:v>
                </c:pt>
                <c:pt idx="1360">
                  <c:v>1.0602502415216462E-2</c:v>
                </c:pt>
                <c:pt idx="1361">
                  <c:v>1.0816883113785366E-2</c:v>
                </c:pt>
                <c:pt idx="1362">
                  <c:v>9.3920538649074087E-3</c:v>
                </c:pt>
                <c:pt idx="1363">
                  <c:v>9.5721308422500023E-3</c:v>
                </c:pt>
                <c:pt idx="1364">
                  <c:v>9.3738738084697664E-3</c:v>
                </c:pt>
                <c:pt idx="1365">
                  <c:v>9.8426665742325434E-3</c:v>
                </c:pt>
                <c:pt idx="1366">
                  <c:v>9.7836273168031562E-3</c:v>
                </c:pt>
                <c:pt idx="1367">
                  <c:v>1.0198468166783154E-2</c:v>
                </c:pt>
                <c:pt idx="1368">
                  <c:v>9.9918061314664217E-3</c:v>
                </c:pt>
                <c:pt idx="1369">
                  <c:v>9.4808914771116193E-3</c:v>
                </c:pt>
                <c:pt idx="1370">
                  <c:v>1.1088171442286188E-2</c:v>
                </c:pt>
                <c:pt idx="1371">
                  <c:v>1.1534718060087788E-2</c:v>
                </c:pt>
                <c:pt idx="1372">
                  <c:v>1.12087814134484E-2</c:v>
                </c:pt>
                <c:pt idx="1373">
                  <c:v>1.1649634440558993E-2</c:v>
                </c:pt>
                <c:pt idx="1374">
                  <c:v>1.1734726533334263E-2</c:v>
                </c:pt>
                <c:pt idx="1375">
                  <c:v>1.180422740299748E-2</c:v>
                </c:pt>
                <c:pt idx="1376">
                  <c:v>1.2373030232519826E-2</c:v>
                </c:pt>
                <c:pt idx="1377">
                  <c:v>1.2356305873126429E-2</c:v>
                </c:pt>
                <c:pt idx="1378">
                  <c:v>1.1967389210184995E-2</c:v>
                </c:pt>
                <c:pt idx="1379">
                  <c:v>1.076190686946924E-2</c:v>
                </c:pt>
                <c:pt idx="1380">
                  <c:v>1.0578704202365688E-2</c:v>
                </c:pt>
                <c:pt idx="1381">
                  <c:v>1.0681146023349306E-2</c:v>
                </c:pt>
                <c:pt idx="1382">
                  <c:v>1.0957226533470601E-2</c:v>
                </c:pt>
                <c:pt idx="1383">
                  <c:v>1.0969916612876126E-2</c:v>
                </c:pt>
                <c:pt idx="1384">
                  <c:v>1.0432943249344273E-2</c:v>
                </c:pt>
                <c:pt idx="1385">
                  <c:v>1.0482428660389164E-2</c:v>
                </c:pt>
                <c:pt idx="1386">
                  <c:v>1.0318852052919122E-2</c:v>
                </c:pt>
                <c:pt idx="1387">
                  <c:v>1.0304814629974655E-2</c:v>
                </c:pt>
                <c:pt idx="1388">
                  <c:v>9.9501341963389462E-3</c:v>
                </c:pt>
                <c:pt idx="1389">
                  <c:v>9.0091452310169101E-3</c:v>
                </c:pt>
                <c:pt idx="1390">
                  <c:v>9.0618259465563879E-3</c:v>
                </c:pt>
                <c:pt idx="1391">
                  <c:v>1.0369927478928667E-2</c:v>
                </c:pt>
                <c:pt idx="1392">
                  <c:v>1.006413555610871E-2</c:v>
                </c:pt>
                <c:pt idx="1393">
                  <c:v>1.0482443430138644E-2</c:v>
                </c:pt>
                <c:pt idx="1394">
                  <c:v>1.0805157854160108E-2</c:v>
                </c:pt>
                <c:pt idx="1395">
                  <c:v>1.0280501677593871E-2</c:v>
                </c:pt>
                <c:pt idx="1396">
                  <c:v>1.0636393348861633E-2</c:v>
                </c:pt>
                <c:pt idx="1397">
                  <c:v>1.065574008632037E-2</c:v>
                </c:pt>
                <c:pt idx="1398">
                  <c:v>1.2287422275760235E-2</c:v>
                </c:pt>
                <c:pt idx="1399">
                  <c:v>1.2374653656629105E-2</c:v>
                </c:pt>
                <c:pt idx="1400">
                  <c:v>1.2171716661376689E-2</c:v>
                </c:pt>
                <c:pt idx="1401">
                  <c:v>1.1920356535322795E-2</c:v>
                </c:pt>
                <c:pt idx="1402">
                  <c:v>1.3424074660975414E-2</c:v>
                </c:pt>
                <c:pt idx="1403">
                  <c:v>1.416912712704561E-2</c:v>
                </c:pt>
                <c:pt idx="1404">
                  <c:v>1.4369000020444868E-2</c:v>
                </c:pt>
                <c:pt idx="1405">
                  <c:v>1.4263493928953791E-2</c:v>
                </c:pt>
                <c:pt idx="1406">
                  <c:v>1.3673883863203359E-2</c:v>
                </c:pt>
                <c:pt idx="1407">
                  <c:v>1.4290251045192815E-2</c:v>
                </c:pt>
                <c:pt idx="1408">
                  <c:v>1.4173460615590007E-2</c:v>
                </c:pt>
                <c:pt idx="1409">
                  <c:v>1.4071130420767344E-2</c:v>
                </c:pt>
                <c:pt idx="1410">
                  <c:v>1.4132144503636595E-2</c:v>
                </c:pt>
                <c:pt idx="1411">
                  <c:v>1.4136841373882414E-2</c:v>
                </c:pt>
                <c:pt idx="1412">
                  <c:v>1.8811333046019021E-2</c:v>
                </c:pt>
                <c:pt idx="1413">
                  <c:v>1.8417968104338E-2</c:v>
                </c:pt>
                <c:pt idx="1414">
                  <c:v>1.8951526745732909E-2</c:v>
                </c:pt>
                <c:pt idx="1415">
                  <c:v>1.9818225545409168E-2</c:v>
                </c:pt>
                <c:pt idx="1416">
                  <c:v>2.0027566763122302E-2</c:v>
                </c:pt>
                <c:pt idx="1417">
                  <c:v>1.9516726047547558E-2</c:v>
                </c:pt>
                <c:pt idx="1418">
                  <c:v>1.9550696908392312E-2</c:v>
                </c:pt>
                <c:pt idx="1419">
                  <c:v>2.1988612464720527E-2</c:v>
                </c:pt>
                <c:pt idx="1420">
                  <c:v>2.2102277918589347E-2</c:v>
                </c:pt>
                <c:pt idx="1421">
                  <c:v>2.1147779069183591E-2</c:v>
                </c:pt>
                <c:pt idx="1422">
                  <c:v>2.0406196656422067E-2</c:v>
                </c:pt>
                <c:pt idx="1423">
                  <c:v>2.0284711506311778E-2</c:v>
                </c:pt>
                <c:pt idx="1424">
                  <c:v>2.0307364967008794E-2</c:v>
                </c:pt>
                <c:pt idx="1425">
                  <c:v>2.0304546030590082E-2</c:v>
                </c:pt>
                <c:pt idx="1426">
                  <c:v>2.0257797782417285E-2</c:v>
                </c:pt>
                <c:pt idx="1427">
                  <c:v>1.982125207003084E-2</c:v>
                </c:pt>
                <c:pt idx="1428">
                  <c:v>1.9803427266284822E-2</c:v>
                </c:pt>
                <c:pt idx="1429">
                  <c:v>2.0005116348995912E-2</c:v>
                </c:pt>
                <c:pt idx="1430">
                  <c:v>2.0121575582339072E-2</c:v>
                </c:pt>
                <c:pt idx="1431">
                  <c:v>1.4635783870049421E-2</c:v>
                </c:pt>
                <c:pt idx="1432">
                  <c:v>1.4635275150261889E-2</c:v>
                </c:pt>
                <c:pt idx="1433">
                  <c:v>1.4505834770782591E-2</c:v>
                </c:pt>
                <c:pt idx="1434">
                  <c:v>1.193615374081739E-2</c:v>
                </c:pt>
                <c:pt idx="1435">
                  <c:v>1.1929707018532814E-2</c:v>
                </c:pt>
                <c:pt idx="1436">
                  <c:v>1.2037956181269606E-2</c:v>
                </c:pt>
                <c:pt idx="1437">
                  <c:v>1.202340570870993E-2</c:v>
                </c:pt>
                <c:pt idx="1438">
                  <c:v>8.5264945364549143E-3</c:v>
                </c:pt>
                <c:pt idx="1439">
                  <c:v>8.4495452438225448E-3</c:v>
                </c:pt>
                <c:pt idx="1440">
                  <c:v>8.6068893507677772E-3</c:v>
                </c:pt>
                <c:pt idx="1441">
                  <c:v>8.5726365124660277E-3</c:v>
                </c:pt>
                <c:pt idx="1442">
                  <c:v>8.6328754358598915E-3</c:v>
                </c:pt>
                <c:pt idx="1443">
                  <c:v>8.6218268650751686E-3</c:v>
                </c:pt>
                <c:pt idx="1444">
                  <c:v>9.1007417434427682E-3</c:v>
                </c:pt>
                <c:pt idx="1445">
                  <c:v>8.4423414102575128E-3</c:v>
                </c:pt>
                <c:pt idx="1446">
                  <c:v>8.4827337944523087E-3</c:v>
                </c:pt>
                <c:pt idx="1447">
                  <c:v>8.1065601911199641E-3</c:v>
                </c:pt>
                <c:pt idx="1448">
                  <c:v>7.2423733080707988E-3</c:v>
                </c:pt>
                <c:pt idx="1449">
                  <c:v>7.0178760817983148E-3</c:v>
                </c:pt>
                <c:pt idx="1450">
                  <c:v>6.6701877636252578E-3</c:v>
                </c:pt>
                <c:pt idx="1451">
                  <c:v>7.3472176185479738E-3</c:v>
                </c:pt>
                <c:pt idx="1452">
                  <c:v>8.2232106593997448E-3</c:v>
                </c:pt>
                <c:pt idx="1453">
                  <c:v>8.2079151575695144E-3</c:v>
                </c:pt>
                <c:pt idx="1454">
                  <c:v>7.9254345468005426E-3</c:v>
                </c:pt>
                <c:pt idx="1455">
                  <c:v>8.2791413022087982E-3</c:v>
                </c:pt>
                <c:pt idx="1456">
                  <c:v>8.2100810773072432E-3</c:v>
                </c:pt>
                <c:pt idx="1457">
                  <c:v>8.2786555876527401E-3</c:v>
                </c:pt>
                <c:pt idx="1458">
                  <c:v>8.2895896790531332E-3</c:v>
                </c:pt>
                <c:pt idx="1459">
                  <c:v>8.1259959661625792E-3</c:v>
                </c:pt>
                <c:pt idx="1460">
                  <c:v>8.0302209378666032E-3</c:v>
                </c:pt>
                <c:pt idx="1461">
                  <c:v>7.5942372395261795E-3</c:v>
                </c:pt>
                <c:pt idx="1462">
                  <c:v>7.865587924286729E-3</c:v>
                </c:pt>
                <c:pt idx="1463">
                  <c:v>6.8833680531791503E-3</c:v>
                </c:pt>
                <c:pt idx="1464">
                  <c:v>6.965185917141895E-3</c:v>
                </c:pt>
                <c:pt idx="1465">
                  <c:v>6.9656114074554149E-3</c:v>
                </c:pt>
                <c:pt idx="1466">
                  <c:v>6.8493707470611035E-3</c:v>
                </c:pt>
                <c:pt idx="1467">
                  <c:v>6.8169256994600096E-3</c:v>
                </c:pt>
                <c:pt idx="1468">
                  <c:v>7.0268372088195087E-3</c:v>
                </c:pt>
                <c:pt idx="1469">
                  <c:v>7.0836987014523808E-3</c:v>
                </c:pt>
                <c:pt idx="1470">
                  <c:v>6.4693803210987867E-3</c:v>
                </c:pt>
                <c:pt idx="1471">
                  <c:v>5.2702511502707638E-3</c:v>
                </c:pt>
                <c:pt idx="1472">
                  <c:v>5.4086499678188656E-3</c:v>
                </c:pt>
                <c:pt idx="1473">
                  <c:v>5.5534762912971564E-3</c:v>
                </c:pt>
                <c:pt idx="1474">
                  <c:v>6.4611184812903974E-3</c:v>
                </c:pt>
                <c:pt idx="1475">
                  <c:v>7.6782922079263764E-3</c:v>
                </c:pt>
                <c:pt idx="1476">
                  <c:v>7.9656287856516138E-3</c:v>
                </c:pt>
                <c:pt idx="1477">
                  <c:v>7.9716540441174717E-3</c:v>
                </c:pt>
                <c:pt idx="1478">
                  <c:v>7.9110349794619984E-3</c:v>
                </c:pt>
                <c:pt idx="1479">
                  <c:v>8.1431493627793748E-3</c:v>
                </c:pt>
                <c:pt idx="1480">
                  <c:v>8.3213113363671994E-3</c:v>
                </c:pt>
                <c:pt idx="1481">
                  <c:v>8.3823195728552884E-3</c:v>
                </c:pt>
                <c:pt idx="1482">
                  <c:v>8.3828997878998973E-3</c:v>
                </c:pt>
                <c:pt idx="1483">
                  <c:v>8.5410620394172874E-3</c:v>
                </c:pt>
                <c:pt idx="1484">
                  <c:v>8.8529118232030662E-3</c:v>
                </c:pt>
                <c:pt idx="1485">
                  <c:v>8.8380921368693931E-3</c:v>
                </c:pt>
                <c:pt idx="1486">
                  <c:v>9.2306063138542505E-3</c:v>
                </c:pt>
                <c:pt idx="1487">
                  <c:v>1.0962396017594463E-2</c:v>
                </c:pt>
                <c:pt idx="1488">
                  <c:v>1.082341401683661E-2</c:v>
                </c:pt>
                <c:pt idx="1489">
                  <c:v>1.2121688497450116E-2</c:v>
                </c:pt>
                <c:pt idx="1490">
                  <c:v>1.1914509938388263E-2</c:v>
                </c:pt>
                <c:pt idx="1491">
                  <c:v>1.1767082648716658E-2</c:v>
                </c:pt>
                <c:pt idx="1492">
                  <c:v>1.1769182652353152E-2</c:v>
                </c:pt>
                <c:pt idx="1493">
                  <c:v>1.1310178866627902E-2</c:v>
                </c:pt>
                <c:pt idx="1494">
                  <c:v>1.109385375976373E-2</c:v>
                </c:pt>
                <c:pt idx="1495">
                  <c:v>1.1507735822137594E-2</c:v>
                </c:pt>
                <c:pt idx="1496">
                  <c:v>1.2871274239467677E-2</c:v>
                </c:pt>
                <c:pt idx="1497">
                  <c:v>1.2998007776656627E-2</c:v>
                </c:pt>
                <c:pt idx="1498">
                  <c:v>1.5756947538909619E-2</c:v>
                </c:pt>
                <c:pt idx="1499">
                  <c:v>1.6087215894394196E-2</c:v>
                </c:pt>
                <c:pt idx="1500">
                  <c:v>1.6028571504953466E-2</c:v>
                </c:pt>
                <c:pt idx="1501">
                  <c:v>1.6051912689460598E-2</c:v>
                </c:pt>
                <c:pt idx="1502">
                  <c:v>1.6086274256332973E-2</c:v>
                </c:pt>
                <c:pt idx="1503">
                  <c:v>1.6035130349581886E-2</c:v>
                </c:pt>
                <c:pt idx="1504">
                  <c:v>1.6035130299625444E-2</c:v>
                </c:pt>
                <c:pt idx="1505">
                  <c:v>1.58362632468632E-2</c:v>
                </c:pt>
                <c:pt idx="1506">
                  <c:v>1.438730142901103E-2</c:v>
                </c:pt>
                <c:pt idx="1507">
                  <c:v>1.412482004471024E-2</c:v>
                </c:pt>
                <c:pt idx="1508">
                  <c:v>1.3386891257647471E-2</c:v>
                </c:pt>
                <c:pt idx="1509">
                  <c:v>1.3260604820045272E-2</c:v>
                </c:pt>
                <c:pt idx="1510">
                  <c:v>1.3273604281302479E-2</c:v>
                </c:pt>
                <c:pt idx="1511">
                  <c:v>1.3516198195067958E-2</c:v>
                </c:pt>
                <c:pt idx="1512">
                  <c:v>1.3471988954710476E-2</c:v>
                </c:pt>
                <c:pt idx="1513">
                  <c:v>1.1736418351658071E-2</c:v>
                </c:pt>
                <c:pt idx="1514">
                  <c:v>1.0582494834006344E-2</c:v>
                </c:pt>
                <c:pt idx="1515">
                  <c:v>1.0311678494445245E-2</c:v>
                </c:pt>
                <c:pt idx="1516">
                  <c:v>1.0400262790035792E-2</c:v>
                </c:pt>
                <c:pt idx="1517">
                  <c:v>6.9424300537045932E-3</c:v>
                </c:pt>
                <c:pt idx="1518">
                  <c:v>5.9561777255446834E-3</c:v>
                </c:pt>
                <c:pt idx="1519">
                  <c:v>6.5152258734754364E-3</c:v>
                </c:pt>
                <c:pt idx="1520">
                  <c:v>6.5154771053126991E-3</c:v>
                </c:pt>
                <c:pt idx="1521">
                  <c:v>6.6911192854241294E-3</c:v>
                </c:pt>
                <c:pt idx="1522">
                  <c:v>6.7346853781866415E-3</c:v>
                </c:pt>
                <c:pt idx="1523">
                  <c:v>7.0176779489791114E-3</c:v>
                </c:pt>
                <c:pt idx="1524">
                  <c:v>7.2898577854763717E-3</c:v>
                </c:pt>
                <c:pt idx="1525">
                  <c:v>7.2633730900914803E-3</c:v>
                </c:pt>
                <c:pt idx="1526">
                  <c:v>7.3199584174148584E-3</c:v>
                </c:pt>
                <c:pt idx="1527">
                  <c:v>7.3997132031535717E-3</c:v>
                </c:pt>
                <c:pt idx="1528">
                  <c:v>7.4317925876566425E-3</c:v>
                </c:pt>
                <c:pt idx="1529">
                  <c:v>8.3395151305813049E-3</c:v>
                </c:pt>
                <c:pt idx="1530">
                  <c:v>9.5316348995667915E-3</c:v>
                </c:pt>
                <c:pt idx="1531">
                  <c:v>9.433869512097539E-3</c:v>
                </c:pt>
                <c:pt idx="1532">
                  <c:v>9.9194787080030579E-3</c:v>
                </c:pt>
                <c:pt idx="1533">
                  <c:v>9.9389503075147378E-3</c:v>
                </c:pt>
                <c:pt idx="1534">
                  <c:v>1.0191391690251923E-2</c:v>
                </c:pt>
                <c:pt idx="1535">
                  <c:v>1.0226792372865121E-2</c:v>
                </c:pt>
                <c:pt idx="1536">
                  <c:v>1.0249723848606708E-2</c:v>
                </c:pt>
                <c:pt idx="1537">
                  <c:v>1.0673189611399209E-2</c:v>
                </c:pt>
                <c:pt idx="1538">
                  <c:v>9.9656295445741012E-3</c:v>
                </c:pt>
                <c:pt idx="1539">
                  <c:v>1.0469457705989676E-2</c:v>
                </c:pt>
                <c:pt idx="1540">
                  <c:v>1.0937789597008871E-2</c:v>
                </c:pt>
                <c:pt idx="1541">
                  <c:v>1.0878577325871872E-2</c:v>
                </c:pt>
                <c:pt idx="1542">
                  <c:v>1.0680272075722756E-2</c:v>
                </c:pt>
                <c:pt idx="1543">
                  <c:v>1.0511266541220024E-2</c:v>
                </c:pt>
                <c:pt idx="1544">
                  <c:v>1.0502509817786625E-2</c:v>
                </c:pt>
                <c:pt idx="1545">
                  <c:v>1.0588514809365731E-2</c:v>
                </c:pt>
                <c:pt idx="1546">
                  <c:v>1.0751674460271199E-2</c:v>
                </c:pt>
                <c:pt idx="1547">
                  <c:v>1.2392050703838326E-2</c:v>
                </c:pt>
                <c:pt idx="1548">
                  <c:v>1.2852387661947099E-2</c:v>
                </c:pt>
                <c:pt idx="1549">
                  <c:v>1.2193443408170357E-2</c:v>
                </c:pt>
                <c:pt idx="1550">
                  <c:v>1.2291580854444841E-2</c:v>
                </c:pt>
                <c:pt idx="1551">
                  <c:v>1.3714820937323123E-2</c:v>
                </c:pt>
                <c:pt idx="1552">
                  <c:v>1.5821120947107626E-2</c:v>
                </c:pt>
                <c:pt idx="1553">
                  <c:v>1.6188373788835846E-2</c:v>
                </c:pt>
                <c:pt idx="1554">
                  <c:v>1.6303059320950317E-2</c:v>
                </c:pt>
                <c:pt idx="1555">
                  <c:v>1.6348070601254178E-2</c:v>
                </c:pt>
                <c:pt idx="1556">
                  <c:v>1.6392495879876904E-2</c:v>
                </c:pt>
                <c:pt idx="1557">
                  <c:v>1.6595523183620186E-2</c:v>
                </c:pt>
                <c:pt idx="1558">
                  <c:v>1.6785309649357715E-2</c:v>
                </c:pt>
                <c:pt idx="1559">
                  <c:v>1.6535157301899597E-2</c:v>
                </c:pt>
                <c:pt idx="1560">
                  <c:v>1.6477857542923458E-2</c:v>
                </c:pt>
                <c:pt idx="1561">
                  <c:v>1.6459087476324453E-2</c:v>
                </c:pt>
                <c:pt idx="1562">
                  <c:v>1.6331359608157472E-2</c:v>
                </c:pt>
                <c:pt idx="1563">
                  <c:v>1.6331047688829748E-2</c:v>
                </c:pt>
                <c:pt idx="1564">
                  <c:v>1.6502339633068162E-2</c:v>
                </c:pt>
                <c:pt idx="1565">
                  <c:v>1.7079326761126556E-2</c:v>
                </c:pt>
                <c:pt idx="1566">
                  <c:v>1.7846291960994021E-2</c:v>
                </c:pt>
                <c:pt idx="1567">
                  <c:v>1.9849076469855186E-2</c:v>
                </c:pt>
                <c:pt idx="1568">
                  <c:v>1.9845961049226715E-2</c:v>
                </c:pt>
                <c:pt idx="1569">
                  <c:v>1.9744588722838397E-2</c:v>
                </c:pt>
                <c:pt idx="1570">
                  <c:v>1.8958734558647061E-2</c:v>
                </c:pt>
                <c:pt idx="1571">
                  <c:v>1.6902270661226661E-2</c:v>
                </c:pt>
                <c:pt idx="1572">
                  <c:v>1.6582512752600673E-2</c:v>
                </c:pt>
                <c:pt idx="1573">
                  <c:v>1.6753919271504505E-2</c:v>
                </c:pt>
                <c:pt idx="1574">
                  <c:v>1.7795267152700966E-2</c:v>
                </c:pt>
                <c:pt idx="1575">
                  <c:v>1.7262379074721352E-2</c:v>
                </c:pt>
                <c:pt idx="1576">
                  <c:v>1.7242278700790571E-2</c:v>
                </c:pt>
                <c:pt idx="1577">
                  <c:v>1.6950294750956881E-2</c:v>
                </c:pt>
                <c:pt idx="1578">
                  <c:v>1.6820162489927258E-2</c:v>
                </c:pt>
                <c:pt idx="1579">
                  <c:v>1.7040500623388799E-2</c:v>
                </c:pt>
                <c:pt idx="1580">
                  <c:v>1.7011044666774763E-2</c:v>
                </c:pt>
                <c:pt idx="1581">
                  <c:v>1.7021212458714501E-2</c:v>
                </c:pt>
                <c:pt idx="1582">
                  <c:v>1.6933496151223953E-2</c:v>
                </c:pt>
                <c:pt idx="1583">
                  <c:v>1.6412303646633784E-2</c:v>
                </c:pt>
                <c:pt idx="1584">
                  <c:v>1.483262510174564E-2</c:v>
                </c:pt>
                <c:pt idx="1585">
                  <c:v>1.3301595364557503E-2</c:v>
                </c:pt>
                <c:pt idx="1586">
                  <c:v>1.0895162873363609E-2</c:v>
                </c:pt>
                <c:pt idx="1587">
                  <c:v>1.0892155381184973E-2</c:v>
                </c:pt>
                <c:pt idx="1588">
                  <c:v>1.287585965917469E-2</c:v>
                </c:pt>
                <c:pt idx="1589">
                  <c:v>1.7168831079137886E-2</c:v>
                </c:pt>
                <c:pt idx="1590">
                  <c:v>1.7165808583472223E-2</c:v>
                </c:pt>
                <c:pt idx="1591">
                  <c:v>1.7416109730511047E-2</c:v>
                </c:pt>
                <c:pt idx="1592">
                  <c:v>1.729279283069414E-2</c:v>
                </c:pt>
                <c:pt idx="1593">
                  <c:v>1.608221806971414E-2</c:v>
                </c:pt>
                <c:pt idx="1594">
                  <c:v>1.6293866368380247E-2</c:v>
                </c:pt>
                <c:pt idx="1595">
                  <c:v>1.6309282650739526E-2</c:v>
                </c:pt>
                <c:pt idx="1596">
                  <c:v>1.6357119264834352E-2</c:v>
                </c:pt>
                <c:pt idx="1597">
                  <c:v>1.7518051908453531E-2</c:v>
                </c:pt>
                <c:pt idx="1598">
                  <c:v>1.7049594616841749E-2</c:v>
                </c:pt>
                <c:pt idx="1599">
                  <c:v>1.7035062354853362E-2</c:v>
                </c:pt>
                <c:pt idx="1600">
                  <c:v>1.7724443265011228E-2</c:v>
                </c:pt>
                <c:pt idx="1601">
                  <c:v>1.9767385105309371E-2</c:v>
                </c:pt>
                <c:pt idx="1602">
                  <c:v>2.0906642875555478E-2</c:v>
                </c:pt>
                <c:pt idx="1603">
                  <c:v>2.1332222850228965E-2</c:v>
                </c:pt>
                <c:pt idx="1604">
                  <c:v>2.0728731180339605E-2</c:v>
                </c:pt>
                <c:pt idx="1605">
                  <c:v>2.0713158046208081E-2</c:v>
                </c:pt>
                <c:pt idx="1606">
                  <c:v>2.1114333069957143E-2</c:v>
                </c:pt>
                <c:pt idx="1607">
                  <c:v>2.0916943009797268E-2</c:v>
                </c:pt>
                <c:pt idx="1608">
                  <c:v>1.9063212375346562E-2</c:v>
                </c:pt>
                <c:pt idx="1609">
                  <c:v>2.4343999363040013E-2</c:v>
                </c:pt>
                <c:pt idx="1610">
                  <c:v>2.7194379003314558E-2</c:v>
                </c:pt>
                <c:pt idx="1611">
                  <c:v>2.7019361476570469E-2</c:v>
                </c:pt>
                <c:pt idx="1612">
                  <c:v>2.6788775457523235E-2</c:v>
                </c:pt>
                <c:pt idx="1613">
                  <c:v>2.6709205484276976E-2</c:v>
                </c:pt>
                <c:pt idx="1614">
                  <c:v>2.7153448034442508E-2</c:v>
                </c:pt>
                <c:pt idx="1615">
                  <c:v>2.7778076532347328E-2</c:v>
                </c:pt>
                <c:pt idx="1616">
                  <c:v>2.8243524889061351E-2</c:v>
                </c:pt>
                <c:pt idx="1617">
                  <c:v>2.9008758856654163E-2</c:v>
                </c:pt>
                <c:pt idx="1618">
                  <c:v>2.903910061831709E-2</c:v>
                </c:pt>
                <c:pt idx="1619">
                  <c:v>2.843494283474372E-2</c:v>
                </c:pt>
                <c:pt idx="1620">
                  <c:v>2.6521485270807992E-2</c:v>
                </c:pt>
                <c:pt idx="1621">
                  <c:v>2.6094258024501289E-2</c:v>
                </c:pt>
                <c:pt idx="1622">
                  <c:v>2.6224109139759286E-2</c:v>
                </c:pt>
                <c:pt idx="1623">
                  <c:v>2.6136864618597835E-2</c:v>
                </c:pt>
                <c:pt idx="1624">
                  <c:v>2.6078283581199038E-2</c:v>
                </c:pt>
                <c:pt idx="1625">
                  <c:v>2.5267939494103636E-2</c:v>
                </c:pt>
                <c:pt idx="1626">
                  <c:v>2.4782691390671602E-2</c:v>
                </c:pt>
                <c:pt idx="1627">
                  <c:v>2.4665975408157577E-2</c:v>
                </c:pt>
                <c:pt idx="1628">
                  <c:v>1.770467379451825E-2</c:v>
                </c:pt>
                <c:pt idx="1629">
                  <c:v>1.4442433230384723E-2</c:v>
                </c:pt>
                <c:pt idx="1630">
                  <c:v>1.4457196397297594E-2</c:v>
                </c:pt>
                <c:pt idx="1631">
                  <c:v>1.4806441771067411E-2</c:v>
                </c:pt>
                <c:pt idx="1632">
                  <c:v>1.3570208435849164E-2</c:v>
                </c:pt>
                <c:pt idx="1633">
                  <c:v>1.0410758016628656E-2</c:v>
                </c:pt>
                <c:pt idx="1634">
                  <c:v>1.0678170110198171E-2</c:v>
                </c:pt>
                <c:pt idx="1635">
                  <c:v>9.8205069667293404E-3</c:v>
                </c:pt>
                <c:pt idx="1636">
                  <c:v>8.957100450911774E-3</c:v>
                </c:pt>
                <c:pt idx="1637">
                  <c:v>1.0285352351647901E-2</c:v>
                </c:pt>
                <c:pt idx="1638">
                  <c:v>1.0276803189518046E-2</c:v>
                </c:pt>
                <c:pt idx="1639">
                  <c:v>1.0442839716242885E-2</c:v>
                </c:pt>
                <c:pt idx="1640">
                  <c:v>1.0155493123091192E-2</c:v>
                </c:pt>
                <c:pt idx="1641">
                  <c:v>9.4824396027559689E-3</c:v>
                </c:pt>
                <c:pt idx="1642">
                  <c:v>1.1776339443700962E-2</c:v>
                </c:pt>
                <c:pt idx="1643">
                  <c:v>1.2232375948664762E-2</c:v>
                </c:pt>
                <c:pt idx="1644">
                  <c:v>1.2336013231783982E-2</c:v>
                </c:pt>
                <c:pt idx="1645">
                  <c:v>1.2354641196286594E-2</c:v>
                </c:pt>
                <c:pt idx="1646">
                  <c:v>1.2385440775084664E-2</c:v>
                </c:pt>
                <c:pt idx="1647">
                  <c:v>1.2636357682572749E-2</c:v>
                </c:pt>
                <c:pt idx="1648">
                  <c:v>1.3250058305289636E-2</c:v>
                </c:pt>
                <c:pt idx="1649">
                  <c:v>1.3057947168695912E-2</c:v>
                </c:pt>
                <c:pt idx="1650">
                  <c:v>1.3834821642421962E-2</c:v>
                </c:pt>
                <c:pt idx="1651">
                  <c:v>1.6165278734045909E-2</c:v>
                </c:pt>
                <c:pt idx="1652">
                  <c:v>1.5762331719304881E-2</c:v>
                </c:pt>
                <c:pt idx="1653">
                  <c:v>1.5891079801354627E-2</c:v>
                </c:pt>
                <c:pt idx="1654">
                  <c:v>1.6481325397264341E-2</c:v>
                </c:pt>
                <c:pt idx="1655">
                  <c:v>1.7224257848571834E-2</c:v>
                </c:pt>
                <c:pt idx="1656">
                  <c:v>1.9524734475521797E-2</c:v>
                </c:pt>
                <c:pt idx="1657">
                  <c:v>1.9451518029191976E-2</c:v>
                </c:pt>
                <c:pt idx="1658">
                  <c:v>1.9925304407267294E-2</c:v>
                </c:pt>
                <c:pt idx="1659">
                  <c:v>2.0874813261987504E-2</c:v>
                </c:pt>
                <c:pt idx="1660">
                  <c:v>2.0874142199805479E-2</c:v>
                </c:pt>
                <c:pt idx="1661">
                  <c:v>2.109198227958493E-2</c:v>
                </c:pt>
                <c:pt idx="1662">
                  <c:v>2.0684724034675243E-2</c:v>
                </c:pt>
                <c:pt idx="1663">
                  <c:v>2.1349072012234717E-2</c:v>
                </c:pt>
                <c:pt idx="1664">
                  <c:v>2.3059263881758215E-2</c:v>
                </c:pt>
                <c:pt idx="1665">
                  <c:v>2.3488971335153992E-2</c:v>
                </c:pt>
                <c:pt idx="1666">
                  <c:v>2.3534574089894282E-2</c:v>
                </c:pt>
                <c:pt idx="1667">
                  <c:v>2.320010046927861E-2</c:v>
                </c:pt>
                <c:pt idx="1668">
                  <c:v>2.3225788510004307E-2</c:v>
                </c:pt>
                <c:pt idx="1669">
                  <c:v>2.2185083069257865E-2</c:v>
                </c:pt>
                <c:pt idx="1670">
                  <c:v>1.8988460269050905E-2</c:v>
                </c:pt>
                <c:pt idx="1671">
                  <c:v>1.7813999832557294E-2</c:v>
                </c:pt>
                <c:pt idx="1672">
                  <c:v>1.6876993198989654E-2</c:v>
                </c:pt>
                <c:pt idx="1673">
                  <c:v>1.6953767590824804E-2</c:v>
                </c:pt>
                <c:pt idx="1674">
                  <c:v>1.9416771547592953E-2</c:v>
                </c:pt>
                <c:pt idx="1675">
                  <c:v>1.7836556212799035E-2</c:v>
                </c:pt>
                <c:pt idx="1676">
                  <c:v>1.7952049521017512E-2</c:v>
                </c:pt>
                <c:pt idx="1677">
                  <c:v>1.8453569982320318E-2</c:v>
                </c:pt>
                <c:pt idx="1678">
                  <c:v>1.7670645688160895E-2</c:v>
                </c:pt>
                <c:pt idx="1679">
                  <c:v>1.8646333823633766E-2</c:v>
                </c:pt>
                <c:pt idx="1680">
                  <c:v>1.9606408916081099E-2</c:v>
                </c:pt>
                <c:pt idx="1681">
                  <c:v>1.97042226392042E-2</c:v>
                </c:pt>
                <c:pt idx="1682">
                  <c:v>1.9666687073609065E-2</c:v>
                </c:pt>
                <c:pt idx="1683">
                  <c:v>1.8522943397317002E-2</c:v>
                </c:pt>
                <c:pt idx="1684">
                  <c:v>1.9056143346767786E-2</c:v>
                </c:pt>
                <c:pt idx="1685">
                  <c:v>1.8974260892484683E-2</c:v>
                </c:pt>
                <c:pt idx="1686">
                  <c:v>1.8820370308668601E-2</c:v>
                </c:pt>
                <c:pt idx="1687">
                  <c:v>1.8804171115568518E-2</c:v>
                </c:pt>
                <c:pt idx="1688">
                  <c:v>1.8815918956142874E-2</c:v>
                </c:pt>
                <c:pt idx="1689">
                  <c:v>1.8976204778815776E-2</c:v>
                </c:pt>
                <c:pt idx="1690">
                  <c:v>1.8991732688140535E-2</c:v>
                </c:pt>
                <c:pt idx="1691">
                  <c:v>1.8998022618392028E-2</c:v>
                </c:pt>
                <c:pt idx="1692">
                  <c:v>1.9626083671363682E-2</c:v>
                </c:pt>
                <c:pt idx="1693">
                  <c:v>1.7009072792701606E-2</c:v>
                </c:pt>
                <c:pt idx="1694">
                  <c:v>1.7054844542823622E-2</c:v>
                </c:pt>
                <c:pt idx="1695">
                  <c:v>1.7111921798287331E-2</c:v>
                </c:pt>
                <c:pt idx="1696">
                  <c:v>1.4939395478462538E-2</c:v>
                </c:pt>
                <c:pt idx="1697">
                  <c:v>1.5224153611343104E-2</c:v>
                </c:pt>
                <c:pt idx="1698">
                  <c:v>1.2849767166575035E-2</c:v>
                </c:pt>
                <c:pt idx="1699">
                  <c:v>1.178283330937812E-2</c:v>
                </c:pt>
                <c:pt idx="1700">
                  <c:v>1.0898360784162963E-2</c:v>
                </c:pt>
                <c:pt idx="1701">
                  <c:v>1.0756348939508614E-2</c:v>
                </c:pt>
                <c:pt idx="1702">
                  <c:v>1.0313996973567194E-2</c:v>
                </c:pt>
                <c:pt idx="1703">
                  <c:v>9.5605138100884265E-3</c:v>
                </c:pt>
                <c:pt idx="1704">
                  <c:v>9.9847649328744376E-3</c:v>
                </c:pt>
                <c:pt idx="1705">
                  <c:v>9.6928423295613905E-3</c:v>
                </c:pt>
                <c:pt idx="1706">
                  <c:v>9.7223219069032633E-3</c:v>
                </c:pt>
                <c:pt idx="1707">
                  <c:v>1.0568776314219845E-2</c:v>
                </c:pt>
                <c:pt idx="1708">
                  <c:v>1.1283943705864639E-2</c:v>
                </c:pt>
                <c:pt idx="1709">
                  <c:v>1.1410005747772033E-2</c:v>
                </c:pt>
                <c:pt idx="1710">
                  <c:v>1.1789024693343685E-2</c:v>
                </c:pt>
                <c:pt idx="1711">
                  <c:v>1.1870807750623394E-2</c:v>
                </c:pt>
                <c:pt idx="1712">
                  <c:v>1.1849759732292391E-2</c:v>
                </c:pt>
                <c:pt idx="1713">
                  <c:v>1.188850084848665E-2</c:v>
                </c:pt>
                <c:pt idx="1714">
                  <c:v>1.171958654068659E-2</c:v>
                </c:pt>
                <c:pt idx="1715">
                  <c:v>1.1779570581502584E-2</c:v>
                </c:pt>
                <c:pt idx="1716">
                  <c:v>1.1028779571280361E-2</c:v>
                </c:pt>
                <c:pt idx="1717">
                  <c:v>1.1048965082530279E-2</c:v>
                </c:pt>
                <c:pt idx="1718">
                  <c:v>1.2905939676157345E-2</c:v>
                </c:pt>
                <c:pt idx="1719">
                  <c:v>1.301161232282147E-2</c:v>
                </c:pt>
                <c:pt idx="1720">
                  <c:v>1.3057675119286929E-2</c:v>
                </c:pt>
                <c:pt idx="1721">
                  <c:v>1.3050329604359843E-2</c:v>
                </c:pt>
                <c:pt idx="1722">
                  <c:v>1.2955700539596892E-2</c:v>
                </c:pt>
                <c:pt idx="1723">
                  <c:v>1.2809519140910393E-2</c:v>
                </c:pt>
                <c:pt idx="1724">
                  <c:v>1.3163762103555392E-2</c:v>
                </c:pt>
                <c:pt idx="1725">
                  <c:v>1.3076766767032897E-2</c:v>
                </c:pt>
                <c:pt idx="1726">
                  <c:v>1.2573505826097954E-2</c:v>
                </c:pt>
                <c:pt idx="1727">
                  <c:v>1.1957506886625965E-2</c:v>
                </c:pt>
                <c:pt idx="1728">
                  <c:v>1.1714788929680867E-2</c:v>
                </c:pt>
                <c:pt idx="1729">
                  <c:v>1.1751192755891988E-2</c:v>
                </c:pt>
                <c:pt idx="1730">
                  <c:v>1.1185383080817993E-2</c:v>
                </c:pt>
                <c:pt idx="1731">
                  <c:v>1.1389324266298751E-2</c:v>
                </c:pt>
                <c:pt idx="1732">
                  <c:v>1.135268720165779E-2</c:v>
                </c:pt>
                <c:pt idx="1733">
                  <c:v>1.1560555043105722E-2</c:v>
                </c:pt>
                <c:pt idx="1734">
                  <c:v>1.1544252903182478E-2</c:v>
                </c:pt>
                <c:pt idx="1735">
                  <c:v>1.3584911062754156E-2</c:v>
                </c:pt>
                <c:pt idx="1736">
                  <c:v>1.3641654849359433E-2</c:v>
                </c:pt>
                <c:pt idx="1737">
                  <c:v>1.1256117370347967E-2</c:v>
                </c:pt>
                <c:pt idx="1738">
                  <c:v>1.167437094512638E-2</c:v>
                </c:pt>
                <c:pt idx="1739">
                  <c:v>1.1594300313006636E-2</c:v>
                </c:pt>
                <c:pt idx="1740">
                  <c:v>1.2795722071881233E-2</c:v>
                </c:pt>
                <c:pt idx="1741">
                  <c:v>1.5826228241295537E-2</c:v>
                </c:pt>
                <c:pt idx="1742">
                  <c:v>1.5756866233311979E-2</c:v>
                </c:pt>
                <c:pt idx="1743">
                  <c:v>1.518832769652825E-2</c:v>
                </c:pt>
                <c:pt idx="1744">
                  <c:v>1.5239545451596512E-2</c:v>
                </c:pt>
                <c:pt idx="1745">
                  <c:v>1.6107229175152973E-2</c:v>
                </c:pt>
                <c:pt idx="1746">
                  <c:v>1.5816086146297665E-2</c:v>
                </c:pt>
                <c:pt idx="1747">
                  <c:v>1.658956829655538E-2</c:v>
                </c:pt>
                <c:pt idx="1748">
                  <c:v>1.6420891847545072E-2</c:v>
                </c:pt>
                <c:pt idx="1749">
                  <c:v>1.6413759741476186E-2</c:v>
                </c:pt>
                <c:pt idx="1750">
                  <c:v>1.5964911874335137E-2</c:v>
                </c:pt>
                <c:pt idx="1751">
                  <c:v>1.5650237217085868E-2</c:v>
                </c:pt>
                <c:pt idx="1752">
                  <c:v>1.5647403818855123E-2</c:v>
                </c:pt>
                <c:pt idx="1753">
                  <c:v>1.567791101603078E-2</c:v>
                </c:pt>
                <c:pt idx="1754">
                  <c:v>1.4686277271927513E-2</c:v>
                </c:pt>
                <c:pt idx="1755">
                  <c:v>1.4919874810667335E-2</c:v>
                </c:pt>
                <c:pt idx="1756">
                  <c:v>1.4604724125712058E-2</c:v>
                </c:pt>
                <c:pt idx="1757">
                  <c:v>1.4458493952883176E-2</c:v>
                </c:pt>
                <c:pt idx="1758">
                  <c:v>1.4498354684776178E-2</c:v>
                </c:pt>
                <c:pt idx="1759">
                  <c:v>1.3797091818315592E-2</c:v>
                </c:pt>
                <c:pt idx="1760">
                  <c:v>9.4488045932373654E-3</c:v>
                </c:pt>
                <c:pt idx="1761">
                  <c:v>9.5538757148678228E-3</c:v>
                </c:pt>
                <c:pt idx="1762">
                  <c:v>9.3243955756799144E-3</c:v>
                </c:pt>
                <c:pt idx="1763">
                  <c:v>9.3430018811384106E-3</c:v>
                </c:pt>
                <c:pt idx="1764">
                  <c:v>8.2522688809216604E-3</c:v>
                </c:pt>
                <c:pt idx="1765">
                  <c:v>8.0662927909620763E-3</c:v>
                </c:pt>
                <c:pt idx="1766">
                  <c:v>6.9901597651910886E-3</c:v>
                </c:pt>
                <c:pt idx="1767">
                  <c:v>6.7513634376937023E-3</c:v>
                </c:pt>
                <c:pt idx="1768">
                  <c:v>7.4896880846527349E-3</c:v>
                </c:pt>
                <c:pt idx="1769">
                  <c:v>8.3361386096089778E-3</c:v>
                </c:pt>
                <c:pt idx="1770">
                  <c:v>8.1281689061460018E-3</c:v>
                </c:pt>
                <c:pt idx="1771">
                  <c:v>8.1316545724749046E-3</c:v>
                </c:pt>
                <c:pt idx="1772">
                  <c:v>8.3796124490955661E-3</c:v>
                </c:pt>
                <c:pt idx="1773">
                  <c:v>8.5059230813607136E-3</c:v>
                </c:pt>
                <c:pt idx="1774">
                  <c:v>8.229425792553105E-3</c:v>
                </c:pt>
                <c:pt idx="1775">
                  <c:v>8.2292521513983863E-3</c:v>
                </c:pt>
                <c:pt idx="1776">
                  <c:v>7.9759878749911216E-3</c:v>
                </c:pt>
                <c:pt idx="1777">
                  <c:v>8.0220201538135257E-3</c:v>
                </c:pt>
                <c:pt idx="1778">
                  <c:v>8.1409162949926638E-3</c:v>
                </c:pt>
                <c:pt idx="1779">
                  <c:v>8.5692967651187744E-3</c:v>
                </c:pt>
                <c:pt idx="1780">
                  <c:v>8.5483548989163053E-3</c:v>
                </c:pt>
                <c:pt idx="1781">
                  <c:v>8.3039071139445891E-3</c:v>
                </c:pt>
                <c:pt idx="1782">
                  <c:v>8.3708699508737109E-3</c:v>
                </c:pt>
                <c:pt idx="1783">
                  <c:v>8.3844454327252002E-3</c:v>
                </c:pt>
                <c:pt idx="1784">
                  <c:v>8.3361640822772008E-3</c:v>
                </c:pt>
                <c:pt idx="1785">
                  <c:v>8.4754075864725779E-3</c:v>
                </c:pt>
                <c:pt idx="1786">
                  <c:v>8.7873757067965189E-3</c:v>
                </c:pt>
                <c:pt idx="1787">
                  <c:v>8.0232336875320411E-3</c:v>
                </c:pt>
                <c:pt idx="1788">
                  <c:v>7.533040226990537E-3</c:v>
                </c:pt>
                <c:pt idx="1789">
                  <c:v>7.5021451697373032E-3</c:v>
                </c:pt>
                <c:pt idx="1790">
                  <c:v>7.2980976576745796E-3</c:v>
                </c:pt>
                <c:pt idx="1791">
                  <c:v>7.2577633000427385E-3</c:v>
                </c:pt>
                <c:pt idx="1792">
                  <c:v>7.2195336586329314E-3</c:v>
                </c:pt>
                <c:pt idx="1793">
                  <c:v>7.757412435920109E-3</c:v>
                </c:pt>
                <c:pt idx="1794">
                  <c:v>7.8491295040458813E-3</c:v>
                </c:pt>
                <c:pt idx="1795">
                  <c:v>8.0118203358970578E-3</c:v>
                </c:pt>
                <c:pt idx="1796">
                  <c:v>9.5708783340107163E-3</c:v>
                </c:pt>
                <c:pt idx="1797">
                  <c:v>9.7013322854210236E-3</c:v>
                </c:pt>
                <c:pt idx="1798">
                  <c:v>1.4066383827408636E-2</c:v>
                </c:pt>
                <c:pt idx="1799">
                  <c:v>1.7188360150467003E-2</c:v>
                </c:pt>
                <c:pt idx="1800">
                  <c:v>1.7361586317810755E-2</c:v>
                </c:pt>
                <c:pt idx="1801">
                  <c:v>1.7113187501216445E-2</c:v>
                </c:pt>
                <c:pt idx="1802">
                  <c:v>1.7029964537422299E-2</c:v>
                </c:pt>
                <c:pt idx="1803">
                  <c:v>1.7199405471893442E-2</c:v>
                </c:pt>
                <c:pt idx="1804">
                  <c:v>1.7240032915943851E-2</c:v>
                </c:pt>
                <c:pt idx="1805">
                  <c:v>1.7195137337852988E-2</c:v>
                </c:pt>
                <c:pt idx="1806">
                  <c:v>1.7230906153165193E-2</c:v>
                </c:pt>
                <c:pt idx="1807">
                  <c:v>1.715267168188957E-2</c:v>
                </c:pt>
                <c:pt idx="1808">
                  <c:v>1.7200801890243509E-2</c:v>
                </c:pt>
                <c:pt idx="1809">
                  <c:v>1.7336468099626481E-2</c:v>
                </c:pt>
                <c:pt idx="1810">
                  <c:v>1.7134033820493343E-2</c:v>
                </c:pt>
                <c:pt idx="1811">
                  <c:v>1.7212030159651403E-2</c:v>
                </c:pt>
                <c:pt idx="1812">
                  <c:v>1.708518844944416E-2</c:v>
                </c:pt>
                <c:pt idx="1813">
                  <c:v>1.7075568035078263E-2</c:v>
                </c:pt>
                <c:pt idx="1814">
                  <c:v>1.7032687011057864E-2</c:v>
                </c:pt>
                <c:pt idx="1815">
                  <c:v>1.6265365622162513E-2</c:v>
                </c:pt>
                <c:pt idx="1816">
                  <c:v>1.5861905136858163E-2</c:v>
                </c:pt>
                <c:pt idx="1817">
                  <c:v>1.0178368252388856E-2</c:v>
                </c:pt>
                <c:pt idx="1818">
                  <c:v>5.9580116089181876E-3</c:v>
                </c:pt>
                <c:pt idx="1819">
                  <c:v>5.6999355426218751E-3</c:v>
                </c:pt>
                <c:pt idx="1820">
                  <c:v>6.336036294510055E-3</c:v>
                </c:pt>
                <c:pt idx="1821">
                  <c:v>7.4662344721200466E-3</c:v>
                </c:pt>
                <c:pt idx="1822">
                  <c:v>7.1467353769782017E-3</c:v>
                </c:pt>
                <c:pt idx="1823">
                  <c:v>9.7700840629371313E-3</c:v>
                </c:pt>
                <c:pt idx="1824">
                  <c:v>1.006974808042096E-2</c:v>
                </c:pt>
                <c:pt idx="1825">
                  <c:v>9.9079372270709978E-3</c:v>
                </c:pt>
                <c:pt idx="1826">
                  <c:v>9.9522481807463384E-3</c:v>
                </c:pt>
                <c:pt idx="1827">
                  <c:v>9.8839454625025761E-3</c:v>
                </c:pt>
                <c:pt idx="1828">
                  <c:v>9.7986085629730661E-3</c:v>
                </c:pt>
                <c:pt idx="1829">
                  <c:v>1.0073804505167016E-2</c:v>
                </c:pt>
                <c:pt idx="1830">
                  <c:v>9.9426540376038371E-3</c:v>
                </c:pt>
                <c:pt idx="1831">
                  <c:v>1.0080152980067045E-2</c:v>
                </c:pt>
                <c:pt idx="1832">
                  <c:v>1.0449313025392168E-2</c:v>
                </c:pt>
                <c:pt idx="1833">
                  <c:v>1.0448748684169461E-2</c:v>
                </c:pt>
                <c:pt idx="1834">
                  <c:v>1.0470911351093314E-2</c:v>
                </c:pt>
                <c:pt idx="1835">
                  <c:v>1.0974245868358226E-2</c:v>
                </c:pt>
                <c:pt idx="1836">
                  <c:v>1.1060195251067786E-2</c:v>
                </c:pt>
                <c:pt idx="1837">
                  <c:v>1.1043568140850399E-2</c:v>
                </c:pt>
                <c:pt idx="1838">
                  <c:v>1.0959752292879288E-2</c:v>
                </c:pt>
                <c:pt idx="1839">
                  <c:v>1.099113146613937E-2</c:v>
                </c:pt>
                <c:pt idx="1840">
                  <c:v>1.0267752218404133E-2</c:v>
                </c:pt>
                <c:pt idx="1841">
                  <c:v>1.0261714332667418E-2</c:v>
                </c:pt>
                <c:pt idx="1842">
                  <c:v>7.9435653445804402E-3</c:v>
                </c:pt>
                <c:pt idx="1843">
                  <c:v>7.8637726480944685E-3</c:v>
                </c:pt>
                <c:pt idx="1844">
                  <c:v>8.4796295386603219E-3</c:v>
                </c:pt>
                <c:pt idx="1845">
                  <c:v>8.8731127245702066E-3</c:v>
                </c:pt>
                <c:pt idx="1846">
                  <c:v>9.7817387852678437E-3</c:v>
                </c:pt>
                <c:pt idx="1847">
                  <c:v>9.4823107719099811E-3</c:v>
                </c:pt>
                <c:pt idx="1848">
                  <c:v>9.324476583192777E-3</c:v>
                </c:pt>
                <c:pt idx="1849">
                  <c:v>9.6162146801025347E-3</c:v>
                </c:pt>
                <c:pt idx="1850">
                  <c:v>1.0587338469100493E-2</c:v>
                </c:pt>
                <c:pt idx="1851">
                  <c:v>1.042429768537567E-2</c:v>
                </c:pt>
                <c:pt idx="1852">
                  <c:v>1.0448754589862917E-2</c:v>
                </c:pt>
                <c:pt idx="1853">
                  <c:v>1.0520693150530011E-2</c:v>
                </c:pt>
                <c:pt idx="1854">
                  <c:v>9.936008705333824E-3</c:v>
                </c:pt>
                <c:pt idx="1855">
                  <c:v>9.9733216362776558E-3</c:v>
                </c:pt>
                <c:pt idx="1856">
                  <c:v>1.010365756749609E-2</c:v>
                </c:pt>
                <c:pt idx="1857">
                  <c:v>1.0126163571823953E-2</c:v>
                </c:pt>
                <c:pt idx="1858">
                  <c:v>1.0511649364711965E-2</c:v>
                </c:pt>
                <c:pt idx="1859">
                  <c:v>1.1760895765599445E-2</c:v>
                </c:pt>
                <c:pt idx="1860">
                  <c:v>1.24776247202283E-2</c:v>
                </c:pt>
                <c:pt idx="1861">
                  <c:v>1.3405467127450631E-2</c:v>
                </c:pt>
                <c:pt idx="1862">
                  <c:v>1.3495778481331069E-2</c:v>
                </c:pt>
                <c:pt idx="1863">
                  <c:v>1.3541380659709728E-2</c:v>
                </c:pt>
                <c:pt idx="1864">
                  <c:v>1.3268829452886516E-2</c:v>
                </c:pt>
                <c:pt idx="1865">
                  <c:v>1.2637847425748626E-2</c:v>
                </c:pt>
                <c:pt idx="1866">
                  <c:v>1.2682877965850811E-2</c:v>
                </c:pt>
                <c:pt idx="1867">
                  <c:v>1.2727491971393043E-2</c:v>
                </c:pt>
                <c:pt idx="1868">
                  <c:v>1.2503073796024868E-2</c:v>
                </c:pt>
                <c:pt idx="1869">
                  <c:v>1.1370221063874334E-2</c:v>
                </c:pt>
                <c:pt idx="1870">
                  <c:v>1.0836266366877031E-2</c:v>
                </c:pt>
                <c:pt idx="1871">
                  <c:v>1.0900768133794878E-2</c:v>
                </c:pt>
                <c:pt idx="1872">
                  <c:v>1.0679314025448958E-2</c:v>
                </c:pt>
                <c:pt idx="1873">
                  <c:v>1.0641963694243228E-2</c:v>
                </c:pt>
                <c:pt idx="1874">
                  <c:v>1.0795007927028467E-2</c:v>
                </c:pt>
                <c:pt idx="1875">
                  <c:v>1.0810663510666993E-2</c:v>
                </c:pt>
                <c:pt idx="1876">
                  <c:v>1.0828684028691884E-2</c:v>
                </c:pt>
                <c:pt idx="1877">
                  <c:v>9.4863640450247502E-3</c:v>
                </c:pt>
                <c:pt idx="1878">
                  <c:v>7.043136412930329E-3</c:v>
                </c:pt>
                <c:pt idx="1879">
                  <c:v>6.7250427507176986E-3</c:v>
                </c:pt>
                <c:pt idx="1880">
                  <c:v>5.4911849254881545E-3</c:v>
                </c:pt>
                <c:pt idx="1881">
                  <c:v>5.3544289164376016E-3</c:v>
                </c:pt>
                <c:pt idx="1882">
                  <c:v>5.6118448180916417E-3</c:v>
                </c:pt>
                <c:pt idx="1883">
                  <c:v>5.6607968745358015E-3</c:v>
                </c:pt>
                <c:pt idx="1884">
                  <c:v>5.6850218597757872E-3</c:v>
                </c:pt>
                <c:pt idx="1885">
                  <c:v>5.6857288876423825E-3</c:v>
                </c:pt>
                <c:pt idx="1886">
                  <c:v>6.0308230629732918E-3</c:v>
                </c:pt>
                <c:pt idx="1887">
                  <c:v>6.0696454069734361E-3</c:v>
                </c:pt>
                <c:pt idx="1888">
                  <c:v>6.074249927535043E-3</c:v>
                </c:pt>
                <c:pt idx="1889">
                  <c:v>5.9405346867920771E-3</c:v>
                </c:pt>
                <c:pt idx="1890">
                  <c:v>5.8521434025450309E-3</c:v>
                </c:pt>
                <c:pt idx="1891">
                  <c:v>5.763128661148309E-3</c:v>
                </c:pt>
                <c:pt idx="1892">
                  <c:v>5.7985665046416781E-3</c:v>
                </c:pt>
                <c:pt idx="1893">
                  <c:v>5.3736547995914584E-3</c:v>
                </c:pt>
                <c:pt idx="1894">
                  <c:v>5.2367061887025673E-3</c:v>
                </c:pt>
                <c:pt idx="1895">
                  <c:v>5.5350414212258607E-3</c:v>
                </c:pt>
                <c:pt idx="1896">
                  <c:v>5.9680014591640858E-3</c:v>
                </c:pt>
                <c:pt idx="1897">
                  <c:v>5.5253711773663675E-3</c:v>
                </c:pt>
                <c:pt idx="1898">
                  <c:v>5.3297871966506019E-3</c:v>
                </c:pt>
                <c:pt idx="1899">
                  <c:v>5.2314407969489534E-3</c:v>
                </c:pt>
                <c:pt idx="1900">
                  <c:v>5.9083571698860292E-3</c:v>
                </c:pt>
                <c:pt idx="1901">
                  <c:v>6.0446213715270192E-3</c:v>
                </c:pt>
                <c:pt idx="1902">
                  <c:v>6.0592985781213323E-3</c:v>
                </c:pt>
                <c:pt idx="1903">
                  <c:v>6.9597321728399582E-3</c:v>
                </c:pt>
                <c:pt idx="1904">
                  <c:v>6.9670943174911333E-3</c:v>
                </c:pt>
                <c:pt idx="1905">
                  <c:v>6.5684609592166982E-3</c:v>
                </c:pt>
                <c:pt idx="1906">
                  <c:v>6.7189160687718685E-3</c:v>
                </c:pt>
                <c:pt idx="1907">
                  <c:v>6.7373401995682669E-3</c:v>
                </c:pt>
                <c:pt idx="1908">
                  <c:v>6.6747680282727194E-3</c:v>
                </c:pt>
                <c:pt idx="1909">
                  <c:v>6.6782402321490736E-3</c:v>
                </c:pt>
                <c:pt idx="1910">
                  <c:v>7.0261564627287004E-3</c:v>
                </c:pt>
                <c:pt idx="1911">
                  <c:v>8.127741445426908E-3</c:v>
                </c:pt>
                <c:pt idx="1912">
                  <c:v>8.1663835624064193E-3</c:v>
                </c:pt>
                <c:pt idx="1913">
                  <c:v>8.1698559415514203E-3</c:v>
                </c:pt>
                <c:pt idx="1914">
                  <c:v>8.8435999075849071E-3</c:v>
                </c:pt>
                <c:pt idx="1915">
                  <c:v>8.6139774999777555E-3</c:v>
                </c:pt>
                <c:pt idx="1916">
                  <c:v>8.5915967341754912E-3</c:v>
                </c:pt>
                <c:pt idx="1917">
                  <c:v>8.5527550996615607E-3</c:v>
                </c:pt>
                <c:pt idx="1918">
                  <c:v>8.9201047855083822E-3</c:v>
                </c:pt>
                <c:pt idx="1919">
                  <c:v>8.6902807350858549E-3</c:v>
                </c:pt>
                <c:pt idx="1920">
                  <c:v>8.67886357702808E-3</c:v>
                </c:pt>
                <c:pt idx="1921">
                  <c:v>8.6538616879463619E-3</c:v>
                </c:pt>
                <c:pt idx="1922">
                  <c:v>8.4149653562890225E-3</c:v>
                </c:pt>
                <c:pt idx="1923">
                  <c:v>8.8117823375740215E-3</c:v>
                </c:pt>
                <c:pt idx="1924">
                  <c:v>8.8768339240761635E-3</c:v>
                </c:pt>
                <c:pt idx="1925">
                  <c:v>8.948588482117931E-3</c:v>
                </c:pt>
                <c:pt idx="1926">
                  <c:v>9.0052903993937602E-3</c:v>
                </c:pt>
                <c:pt idx="1927">
                  <c:v>9.0103525332105236E-3</c:v>
                </c:pt>
                <c:pt idx="1928">
                  <c:v>9.0509002528277229E-3</c:v>
                </c:pt>
                <c:pt idx="1929">
                  <c:v>8.7990091289945442E-3</c:v>
                </c:pt>
                <c:pt idx="1930">
                  <c:v>7.8178537476383311E-3</c:v>
                </c:pt>
                <c:pt idx="1931">
                  <c:v>7.8763786264686737E-3</c:v>
                </c:pt>
                <c:pt idx="1932">
                  <c:v>7.9220155174263875E-3</c:v>
                </c:pt>
                <c:pt idx="1933">
                  <c:v>6.9475877348101275E-3</c:v>
                </c:pt>
                <c:pt idx="1934">
                  <c:v>7.0830454824062855E-3</c:v>
                </c:pt>
                <c:pt idx="1935">
                  <c:v>7.1120136822502584E-3</c:v>
                </c:pt>
                <c:pt idx="1936">
                  <c:v>8.7123834913506587E-3</c:v>
                </c:pt>
                <c:pt idx="1937">
                  <c:v>8.4738308613783817E-3</c:v>
                </c:pt>
                <c:pt idx="1938">
                  <c:v>8.3223261893903815E-3</c:v>
                </c:pt>
                <c:pt idx="1939">
                  <c:v>7.6878226693417222E-3</c:v>
                </c:pt>
                <c:pt idx="1940">
                  <c:v>7.5384467087495988E-3</c:v>
                </c:pt>
                <c:pt idx="1941">
                  <c:v>7.1818698511940983E-3</c:v>
                </c:pt>
                <c:pt idx="1942">
                  <c:v>6.7771821709320598E-3</c:v>
                </c:pt>
                <c:pt idx="1943">
                  <c:v>6.6009525204511277E-3</c:v>
                </c:pt>
                <c:pt idx="1944">
                  <c:v>6.359930597216591E-3</c:v>
                </c:pt>
                <c:pt idx="1945">
                  <c:v>6.3445814275678181E-3</c:v>
                </c:pt>
                <c:pt idx="1946">
                  <c:v>6.4066541035282185E-3</c:v>
                </c:pt>
                <c:pt idx="1947">
                  <c:v>6.4840429064605687E-3</c:v>
                </c:pt>
                <c:pt idx="1948">
                  <c:v>6.8291491705919924E-3</c:v>
                </c:pt>
                <c:pt idx="1949">
                  <c:v>6.8263474895048602E-3</c:v>
                </c:pt>
                <c:pt idx="1950">
                  <c:v>6.9788918045150502E-3</c:v>
                </c:pt>
                <c:pt idx="1951">
                  <c:v>7.1528690470369256E-3</c:v>
                </c:pt>
                <c:pt idx="1952">
                  <c:v>7.1707102477188015E-3</c:v>
                </c:pt>
                <c:pt idx="1953">
                  <c:v>7.1711829826405921E-3</c:v>
                </c:pt>
                <c:pt idx="1954">
                  <c:v>7.3020541637216834E-3</c:v>
                </c:pt>
                <c:pt idx="1955">
                  <c:v>5.700336420133561E-3</c:v>
                </c:pt>
                <c:pt idx="1956">
                  <c:v>6.0171000968965785E-3</c:v>
                </c:pt>
                <c:pt idx="1957">
                  <c:v>5.9919504446265918E-3</c:v>
                </c:pt>
                <c:pt idx="1958">
                  <c:v>6.0708955697336342E-3</c:v>
                </c:pt>
                <c:pt idx="1959">
                  <c:v>6.0550850099921104E-3</c:v>
                </c:pt>
                <c:pt idx="1960">
                  <c:v>6.0696291419221138E-3</c:v>
                </c:pt>
                <c:pt idx="1961">
                  <c:v>6.3169029903365316E-3</c:v>
                </c:pt>
                <c:pt idx="1962">
                  <c:v>1.2522124998015603E-2</c:v>
                </c:pt>
                <c:pt idx="1963">
                  <c:v>1.2496043989047695E-2</c:v>
                </c:pt>
                <c:pt idx="1964">
                  <c:v>1.2476271527543043E-2</c:v>
                </c:pt>
                <c:pt idx="1965">
                  <c:v>1.2477545382135689E-2</c:v>
                </c:pt>
                <c:pt idx="1966">
                  <c:v>1.332346215145677E-2</c:v>
                </c:pt>
                <c:pt idx="1967">
                  <c:v>1.3633992657381605E-2</c:v>
                </c:pt>
                <c:pt idx="1968">
                  <c:v>1.3647926077337906E-2</c:v>
                </c:pt>
                <c:pt idx="1969">
                  <c:v>1.3556565567261123E-2</c:v>
                </c:pt>
                <c:pt idx="1970">
                  <c:v>1.349978729687901E-2</c:v>
                </c:pt>
                <c:pt idx="1971">
                  <c:v>1.3605090289031601E-2</c:v>
                </c:pt>
                <c:pt idx="1972">
                  <c:v>1.3553055590881326E-2</c:v>
                </c:pt>
                <c:pt idx="1973">
                  <c:v>1.3486146649558363E-2</c:v>
                </c:pt>
                <c:pt idx="1974">
                  <c:v>1.3356708046735308E-2</c:v>
                </c:pt>
                <c:pt idx="1975">
                  <c:v>1.3743406454146354E-2</c:v>
                </c:pt>
                <c:pt idx="1976">
                  <c:v>1.3967739870398902E-2</c:v>
                </c:pt>
                <c:pt idx="1977">
                  <c:v>1.4094166135594079E-2</c:v>
                </c:pt>
                <c:pt idx="1978">
                  <c:v>1.4157690183933902E-2</c:v>
                </c:pt>
                <c:pt idx="1979">
                  <c:v>1.4162377191138954E-2</c:v>
                </c:pt>
                <c:pt idx="1980">
                  <c:v>1.3634996784546763E-2</c:v>
                </c:pt>
                <c:pt idx="1981">
                  <c:v>9.2786069169145911E-3</c:v>
                </c:pt>
                <c:pt idx="1982">
                  <c:v>9.1525536517762414E-3</c:v>
                </c:pt>
                <c:pt idx="1983">
                  <c:v>8.7398095805756512E-3</c:v>
                </c:pt>
                <c:pt idx="1984">
                  <c:v>8.9125634126517878E-3</c:v>
                </c:pt>
                <c:pt idx="1985">
                  <c:v>1.1587503116861377E-2</c:v>
                </c:pt>
                <c:pt idx="1986">
                  <c:v>1.1352535501329242E-2</c:v>
                </c:pt>
                <c:pt idx="1987">
                  <c:v>1.2220934763876617E-2</c:v>
                </c:pt>
                <c:pt idx="1988">
                  <c:v>1.2212747175146874E-2</c:v>
                </c:pt>
                <c:pt idx="1989">
                  <c:v>1.2189286660849853E-2</c:v>
                </c:pt>
                <c:pt idx="1990">
                  <c:v>1.1969846122674493E-2</c:v>
                </c:pt>
                <c:pt idx="1991">
                  <c:v>1.2364262681717912E-2</c:v>
                </c:pt>
                <c:pt idx="1992">
                  <c:v>1.2573893779181144E-2</c:v>
                </c:pt>
                <c:pt idx="1993">
                  <c:v>1.2854006931344947E-2</c:v>
                </c:pt>
                <c:pt idx="1994">
                  <c:v>1.2037468481448663E-2</c:v>
                </c:pt>
                <c:pt idx="1995">
                  <c:v>1.188280470356692E-2</c:v>
                </c:pt>
                <c:pt idx="1996">
                  <c:v>1.1833727745086588E-2</c:v>
                </c:pt>
                <c:pt idx="1997">
                  <c:v>1.1773810075612472E-2</c:v>
                </c:pt>
                <c:pt idx="1998">
                  <c:v>1.1853019790098762E-2</c:v>
                </c:pt>
                <c:pt idx="1999">
                  <c:v>1.1899592868836633E-2</c:v>
                </c:pt>
                <c:pt idx="2000">
                  <c:v>1.2487863204584683E-2</c:v>
                </c:pt>
                <c:pt idx="2001">
                  <c:v>1.2401512284729774E-2</c:v>
                </c:pt>
                <c:pt idx="2002">
                  <c:v>1.2444716646233891E-2</c:v>
                </c:pt>
                <c:pt idx="2003">
                  <c:v>1.2247636828691687E-2</c:v>
                </c:pt>
                <c:pt idx="2004">
                  <c:v>8.771878758953142E-3</c:v>
                </c:pt>
                <c:pt idx="2005">
                  <c:v>8.310283171561841E-3</c:v>
                </c:pt>
                <c:pt idx="2006">
                  <c:v>7.5485011864743845E-3</c:v>
                </c:pt>
                <c:pt idx="2007">
                  <c:v>7.6317339275296832E-3</c:v>
                </c:pt>
                <c:pt idx="2008">
                  <c:v>7.5902349642703575E-3</c:v>
                </c:pt>
                <c:pt idx="2009">
                  <c:v>7.4154329465684647E-3</c:v>
                </c:pt>
                <c:pt idx="2010">
                  <c:v>7.4491940071314813E-3</c:v>
                </c:pt>
                <c:pt idx="2011">
                  <c:v>7.4276332827931772E-3</c:v>
                </c:pt>
                <c:pt idx="2012">
                  <c:v>7.1242729622392614E-3</c:v>
                </c:pt>
                <c:pt idx="2013">
                  <c:v>7.1188931196619004E-3</c:v>
                </c:pt>
                <c:pt idx="2014">
                  <c:v>7.9695742114729712E-3</c:v>
                </c:pt>
                <c:pt idx="2015">
                  <c:v>7.8580030571682377E-3</c:v>
                </c:pt>
                <c:pt idx="2016">
                  <c:v>7.9171786128577667E-3</c:v>
                </c:pt>
                <c:pt idx="2017">
                  <c:v>7.8037204297337999E-3</c:v>
                </c:pt>
                <c:pt idx="2018">
                  <c:v>7.8536052044439301E-3</c:v>
                </c:pt>
                <c:pt idx="2019">
                  <c:v>6.990959089110696E-3</c:v>
                </c:pt>
                <c:pt idx="2020">
                  <c:v>6.9967738233338754E-3</c:v>
                </c:pt>
                <c:pt idx="2021">
                  <c:v>7.0808052887207989E-3</c:v>
                </c:pt>
                <c:pt idx="2022">
                  <c:v>1.1591297261250503E-2</c:v>
                </c:pt>
                <c:pt idx="2023">
                  <c:v>1.1584540262653561E-2</c:v>
                </c:pt>
                <c:pt idx="2024">
                  <c:v>1.1941613327284523E-2</c:v>
                </c:pt>
                <c:pt idx="2025">
                  <c:v>1.1967819019200833E-2</c:v>
                </c:pt>
                <c:pt idx="2026">
                  <c:v>1.1865028530096147E-2</c:v>
                </c:pt>
                <c:pt idx="2027">
                  <c:v>1.1756014011719428E-2</c:v>
                </c:pt>
                <c:pt idx="2028">
                  <c:v>1.1860540705232226E-2</c:v>
                </c:pt>
                <c:pt idx="2029">
                  <c:v>1.1591525125754119E-2</c:v>
                </c:pt>
                <c:pt idx="2030">
                  <c:v>1.169886562827168E-2</c:v>
                </c:pt>
                <c:pt idx="2031">
                  <c:v>1.1748106992552087E-2</c:v>
                </c:pt>
                <c:pt idx="2032">
                  <c:v>1.1905226308904965E-2</c:v>
                </c:pt>
                <c:pt idx="2033">
                  <c:v>1.1419619302295363E-2</c:v>
                </c:pt>
                <c:pt idx="2034">
                  <c:v>1.1434329178459048E-2</c:v>
                </c:pt>
                <c:pt idx="2035">
                  <c:v>1.147055682016042E-2</c:v>
                </c:pt>
                <c:pt idx="2036">
                  <c:v>1.1409571009798359E-2</c:v>
                </c:pt>
                <c:pt idx="2037">
                  <c:v>1.1358283894469261E-2</c:v>
                </c:pt>
                <c:pt idx="2038">
                  <c:v>1.1872222255170019E-2</c:v>
                </c:pt>
                <c:pt idx="2039">
                  <c:v>1.1809484596374957E-2</c:v>
                </c:pt>
                <c:pt idx="2040">
                  <c:v>1.2053954389338855E-2</c:v>
                </c:pt>
                <c:pt idx="2041">
                  <c:v>1.0785425439942126E-2</c:v>
                </c:pt>
                <c:pt idx="2042">
                  <c:v>1.0684947319029008E-2</c:v>
                </c:pt>
                <c:pt idx="2043">
                  <c:v>1.0145026009500334E-2</c:v>
                </c:pt>
                <c:pt idx="2044">
                  <c:v>1.0470395097890545E-2</c:v>
                </c:pt>
                <c:pt idx="2045">
                  <c:v>1.0426898859417407E-2</c:v>
                </c:pt>
                <c:pt idx="2046">
                  <c:v>1.1473970055135053E-2</c:v>
                </c:pt>
                <c:pt idx="2047">
                  <c:v>1.1432802960075004E-2</c:v>
                </c:pt>
                <c:pt idx="2048">
                  <c:v>1.1517135697307756E-2</c:v>
                </c:pt>
                <c:pt idx="2049">
                  <c:v>1.1445918927480914E-2</c:v>
                </c:pt>
                <c:pt idx="2050">
                  <c:v>1.1436014420210808E-2</c:v>
                </c:pt>
                <c:pt idx="2051">
                  <c:v>1.1293639867136898E-2</c:v>
                </c:pt>
                <c:pt idx="2052">
                  <c:v>1.1445944658371064E-2</c:v>
                </c:pt>
                <c:pt idx="2053">
                  <c:v>1.2124044649747524E-2</c:v>
                </c:pt>
                <c:pt idx="2054">
                  <c:v>1.555666270611477E-2</c:v>
                </c:pt>
                <c:pt idx="2055">
                  <c:v>1.55381719133286E-2</c:v>
                </c:pt>
                <c:pt idx="2056">
                  <c:v>1.5904438487712134E-2</c:v>
                </c:pt>
                <c:pt idx="2057">
                  <c:v>1.5718787111782449E-2</c:v>
                </c:pt>
                <c:pt idx="2058">
                  <c:v>1.5689974599750269E-2</c:v>
                </c:pt>
                <c:pt idx="2059">
                  <c:v>1.5511113196557751E-2</c:v>
                </c:pt>
                <c:pt idx="2060">
                  <c:v>1.3710313313062593E-2</c:v>
                </c:pt>
                <c:pt idx="2061">
                  <c:v>1.366194954463258E-2</c:v>
                </c:pt>
                <c:pt idx="2062">
                  <c:v>1.3675092027637966E-2</c:v>
                </c:pt>
                <c:pt idx="2063">
                  <c:v>1.3379224145662425E-2</c:v>
                </c:pt>
                <c:pt idx="2064">
                  <c:v>1.3419776419589391E-2</c:v>
                </c:pt>
                <c:pt idx="2065">
                  <c:v>1.240769981727893E-2</c:v>
                </c:pt>
                <c:pt idx="2066">
                  <c:v>1.3058898471040874E-2</c:v>
                </c:pt>
                <c:pt idx="2067">
                  <c:v>1.2879546777801587E-2</c:v>
                </c:pt>
                <c:pt idx="2068">
                  <c:v>1.3225534594968781E-2</c:v>
                </c:pt>
                <c:pt idx="2069">
                  <c:v>1.3120181335772373E-2</c:v>
                </c:pt>
                <c:pt idx="2070">
                  <c:v>1.3188173027848178E-2</c:v>
                </c:pt>
                <c:pt idx="2071">
                  <c:v>1.3771824151239214E-2</c:v>
                </c:pt>
                <c:pt idx="2072">
                  <c:v>1.3785123072010972E-2</c:v>
                </c:pt>
                <c:pt idx="2073">
                  <c:v>1.1081066536178455E-2</c:v>
                </c:pt>
                <c:pt idx="2074">
                  <c:v>1.1985377249513447E-2</c:v>
                </c:pt>
                <c:pt idx="2075">
                  <c:v>1.6409209229083142E-2</c:v>
                </c:pt>
                <c:pt idx="2076">
                  <c:v>1.8359679044574216E-2</c:v>
                </c:pt>
                <c:pt idx="2077">
                  <c:v>1.8319433888774668E-2</c:v>
                </c:pt>
                <c:pt idx="2078">
                  <c:v>1.8463470486050418E-2</c:v>
                </c:pt>
                <c:pt idx="2079">
                  <c:v>1.8485072948351531E-2</c:v>
                </c:pt>
                <c:pt idx="2080">
                  <c:v>1.9689869295907502E-2</c:v>
                </c:pt>
                <c:pt idx="2081">
                  <c:v>1.9733403904442743E-2</c:v>
                </c:pt>
                <c:pt idx="2082">
                  <c:v>1.9901660122534422E-2</c:v>
                </c:pt>
                <c:pt idx="2083">
                  <c:v>1.9913219130850743E-2</c:v>
                </c:pt>
                <c:pt idx="2084">
                  <c:v>2.1507855344270781E-2</c:v>
                </c:pt>
                <c:pt idx="2085">
                  <c:v>2.1288854436810736E-2</c:v>
                </c:pt>
                <c:pt idx="2086">
                  <c:v>2.1387611775890537E-2</c:v>
                </c:pt>
                <c:pt idx="2087">
                  <c:v>2.1417859666303489E-2</c:v>
                </c:pt>
                <c:pt idx="2088">
                  <c:v>2.14114717446027E-2</c:v>
                </c:pt>
                <c:pt idx="2089">
                  <c:v>2.1220020422351455E-2</c:v>
                </c:pt>
                <c:pt idx="2090">
                  <c:v>2.0690624280756301E-2</c:v>
                </c:pt>
                <c:pt idx="2091">
                  <c:v>2.085564027508038E-2</c:v>
                </c:pt>
                <c:pt idx="2092">
                  <c:v>2.0305000358220894E-2</c:v>
                </c:pt>
                <c:pt idx="2093">
                  <c:v>1.9543424942124864E-2</c:v>
                </c:pt>
                <c:pt idx="2094">
                  <c:v>1.3633717347480489E-2</c:v>
                </c:pt>
                <c:pt idx="2095">
                  <c:v>1.1986558766208988E-2</c:v>
                </c:pt>
                <c:pt idx="2096">
                  <c:v>1.1978563365475758E-2</c:v>
                </c:pt>
                <c:pt idx="2097">
                  <c:v>1.044162285821402E-2</c:v>
                </c:pt>
                <c:pt idx="2098">
                  <c:v>1.0221621628526949E-2</c:v>
                </c:pt>
                <c:pt idx="2099">
                  <c:v>9.4704385401771264E-3</c:v>
                </c:pt>
                <c:pt idx="2100">
                  <c:v>9.5884029141735626E-3</c:v>
                </c:pt>
                <c:pt idx="2101">
                  <c:v>9.8181908424957737E-3</c:v>
                </c:pt>
                <c:pt idx="2102">
                  <c:v>1.0940543343864361E-2</c:v>
                </c:pt>
                <c:pt idx="2103">
                  <c:v>1.0014528538969286E-2</c:v>
                </c:pt>
                <c:pt idx="2104">
                  <c:v>9.7370335428944646E-3</c:v>
                </c:pt>
                <c:pt idx="2105">
                  <c:v>1.1592751882220137E-2</c:v>
                </c:pt>
                <c:pt idx="2106">
                  <c:v>1.1275158366486727E-2</c:v>
                </c:pt>
                <c:pt idx="2107">
                  <c:v>1.1185761982816447E-2</c:v>
                </c:pt>
                <c:pt idx="2108">
                  <c:v>1.2016064361265455E-2</c:v>
                </c:pt>
                <c:pt idx="2109">
                  <c:v>1.202400687126266E-2</c:v>
                </c:pt>
                <c:pt idx="2110">
                  <c:v>1.1868135735336576E-2</c:v>
                </c:pt>
                <c:pt idx="2111">
                  <c:v>1.2361407368310326E-2</c:v>
                </c:pt>
                <c:pt idx="2112">
                  <c:v>1.2365184554901501E-2</c:v>
                </c:pt>
                <c:pt idx="2113">
                  <c:v>1.2035932565238317E-2</c:v>
                </c:pt>
                <c:pt idx="2114">
                  <c:v>1.1721686927467979E-2</c:v>
                </c:pt>
                <c:pt idx="2115">
                  <c:v>1.1812310826029402E-2</c:v>
                </c:pt>
                <c:pt idx="2116">
                  <c:v>1.1917764420056997E-2</c:v>
                </c:pt>
                <c:pt idx="2117">
                  <c:v>1.1835841987118038E-2</c:v>
                </c:pt>
                <c:pt idx="2118">
                  <c:v>1.2460177657428647E-2</c:v>
                </c:pt>
                <c:pt idx="2119">
                  <c:v>1.2584857592544943E-2</c:v>
                </c:pt>
                <c:pt idx="2120">
                  <c:v>1.4067780749873981E-2</c:v>
                </c:pt>
                <c:pt idx="2121">
                  <c:v>2.4415732862969823E-2</c:v>
                </c:pt>
                <c:pt idx="2122">
                  <c:v>2.5905098903521013E-2</c:v>
                </c:pt>
                <c:pt idx="2123">
                  <c:v>2.6903795174006026E-2</c:v>
                </c:pt>
                <c:pt idx="2124">
                  <c:v>2.6351111862215951E-2</c:v>
                </c:pt>
                <c:pt idx="2125">
                  <c:v>2.6445903536171503E-2</c:v>
                </c:pt>
                <c:pt idx="2126">
                  <c:v>2.6350493670231807E-2</c:v>
                </c:pt>
                <c:pt idx="2127">
                  <c:v>2.6147158598177025E-2</c:v>
                </c:pt>
                <c:pt idx="2128">
                  <c:v>2.6150916116153961E-2</c:v>
                </c:pt>
                <c:pt idx="2129">
                  <c:v>2.6351323175126649E-2</c:v>
                </c:pt>
                <c:pt idx="2130">
                  <c:v>2.6291034766270302E-2</c:v>
                </c:pt>
                <c:pt idx="2131">
                  <c:v>2.6291127379895533E-2</c:v>
                </c:pt>
                <c:pt idx="2132">
                  <c:v>2.6297845297136878E-2</c:v>
                </c:pt>
                <c:pt idx="2133">
                  <c:v>2.6309411369942755E-2</c:v>
                </c:pt>
                <c:pt idx="2134">
                  <c:v>2.6293808335205813E-2</c:v>
                </c:pt>
                <c:pt idx="2135">
                  <c:v>2.6122560892469358E-2</c:v>
                </c:pt>
                <c:pt idx="2136">
                  <c:v>2.6203082830975478E-2</c:v>
                </c:pt>
                <c:pt idx="2137">
                  <c:v>2.5698935966303717E-2</c:v>
                </c:pt>
                <c:pt idx="2138">
                  <c:v>2.5805207469386419E-2</c:v>
                </c:pt>
                <c:pt idx="2139">
                  <c:v>2.5299793289291963E-2</c:v>
                </c:pt>
                <c:pt idx="2140">
                  <c:v>1.2097709304362519E-2</c:v>
                </c:pt>
                <c:pt idx="2141">
                  <c:v>9.7111937956516469E-3</c:v>
                </c:pt>
                <c:pt idx="2142">
                  <c:v>7.9328667492865289E-3</c:v>
                </c:pt>
                <c:pt idx="2143">
                  <c:v>7.4864360570097276E-3</c:v>
                </c:pt>
                <c:pt idx="2144">
                  <c:v>7.140385627022728E-3</c:v>
                </c:pt>
                <c:pt idx="2145">
                  <c:v>7.1460782712899837E-3</c:v>
                </c:pt>
                <c:pt idx="2146">
                  <c:v>6.9581930902379028E-3</c:v>
                </c:pt>
                <c:pt idx="2147">
                  <c:v>7.8741077502091049E-3</c:v>
                </c:pt>
                <c:pt idx="2148">
                  <c:v>8.8132282378886578E-3</c:v>
                </c:pt>
                <c:pt idx="2149">
                  <c:v>8.9228780822149592E-3</c:v>
                </c:pt>
                <c:pt idx="2150">
                  <c:v>9.1244128241095152E-3</c:v>
                </c:pt>
                <c:pt idx="2151">
                  <c:v>9.8619549934540092E-3</c:v>
                </c:pt>
                <c:pt idx="2152">
                  <c:v>9.9023048612050923E-3</c:v>
                </c:pt>
                <c:pt idx="2153">
                  <c:v>1.0079277898629948E-2</c:v>
                </c:pt>
                <c:pt idx="2154">
                  <c:v>1.0257207269118381E-2</c:v>
                </c:pt>
                <c:pt idx="2155">
                  <c:v>1.0163103114978599E-2</c:v>
                </c:pt>
                <c:pt idx="2156">
                  <c:v>1.016098000599255E-2</c:v>
                </c:pt>
                <c:pt idx="2157">
                  <c:v>9.9475290190119015E-3</c:v>
                </c:pt>
                <c:pt idx="2158">
                  <c:v>1.007150735095496E-2</c:v>
                </c:pt>
                <c:pt idx="2159">
                  <c:v>1.4653798833179257E-2</c:v>
                </c:pt>
                <c:pt idx="2160">
                  <c:v>1.4436243869045325E-2</c:v>
                </c:pt>
                <c:pt idx="2161">
                  <c:v>1.6131371128288805E-2</c:v>
                </c:pt>
                <c:pt idx="2162">
                  <c:v>1.6052026386280262E-2</c:v>
                </c:pt>
                <c:pt idx="2163">
                  <c:v>1.6035272731327169E-2</c:v>
                </c:pt>
                <c:pt idx="2164">
                  <c:v>1.5948401062578055E-2</c:v>
                </c:pt>
                <c:pt idx="2165">
                  <c:v>1.640792116612488E-2</c:v>
                </c:pt>
                <c:pt idx="2166">
                  <c:v>1.6949231666087698E-2</c:v>
                </c:pt>
                <c:pt idx="2167">
                  <c:v>1.6603728272049013E-2</c:v>
                </c:pt>
                <c:pt idx="2168">
                  <c:v>1.6551578241613098E-2</c:v>
                </c:pt>
                <c:pt idx="2169">
                  <c:v>1.6519495236199066E-2</c:v>
                </c:pt>
                <c:pt idx="2170">
                  <c:v>1.6103252955619422E-2</c:v>
                </c:pt>
                <c:pt idx="2171">
                  <c:v>1.6080260058393296E-2</c:v>
                </c:pt>
                <c:pt idx="2172">
                  <c:v>1.5963462303551803E-2</c:v>
                </c:pt>
                <c:pt idx="2173">
                  <c:v>1.5947266271020472E-2</c:v>
                </c:pt>
                <c:pt idx="2174">
                  <c:v>1.583560179292768E-2</c:v>
                </c:pt>
                <c:pt idx="2175">
                  <c:v>1.5847315716375938E-2</c:v>
                </c:pt>
                <c:pt idx="2176">
                  <c:v>1.5698155077990748E-2</c:v>
                </c:pt>
                <c:pt idx="2177">
                  <c:v>1.5583215453568946E-2</c:v>
                </c:pt>
                <c:pt idx="2178">
                  <c:v>1.0356984686443195E-2</c:v>
                </c:pt>
                <c:pt idx="2179">
                  <c:v>1.0202322542164625E-2</c:v>
                </c:pt>
                <c:pt idx="2180">
                  <c:v>8.5550193749398505E-3</c:v>
                </c:pt>
                <c:pt idx="2181">
                  <c:v>9.0925975723049803E-3</c:v>
                </c:pt>
                <c:pt idx="2182">
                  <c:v>9.4602061723306156E-3</c:v>
                </c:pt>
                <c:pt idx="2183">
                  <c:v>9.6868428870416929E-3</c:v>
                </c:pt>
                <c:pt idx="2184">
                  <c:v>8.5880287507983776E-3</c:v>
                </c:pt>
                <c:pt idx="2185">
                  <c:v>8.514400614543104E-3</c:v>
                </c:pt>
                <c:pt idx="2186">
                  <c:v>7.7881043686551374E-3</c:v>
                </c:pt>
                <c:pt idx="2187">
                  <c:v>7.8291837386484878E-3</c:v>
                </c:pt>
                <c:pt idx="2188">
                  <c:v>7.9486663110150436E-3</c:v>
                </c:pt>
                <c:pt idx="2189">
                  <c:v>8.3309405202967139E-3</c:v>
                </c:pt>
                <c:pt idx="2190">
                  <c:v>8.6337909052208259E-3</c:v>
                </c:pt>
                <c:pt idx="2191">
                  <c:v>8.8406948464426066E-3</c:v>
                </c:pt>
                <c:pt idx="2192">
                  <c:v>8.647658288554844E-3</c:v>
                </c:pt>
                <c:pt idx="2193">
                  <c:v>8.7995275528893763E-3</c:v>
                </c:pt>
                <c:pt idx="2194">
                  <c:v>8.7320807152874939E-3</c:v>
                </c:pt>
                <c:pt idx="2195">
                  <c:v>8.6801879327358649E-3</c:v>
                </c:pt>
                <c:pt idx="2196">
                  <c:v>9.9479606223882074E-3</c:v>
                </c:pt>
                <c:pt idx="2197">
                  <c:v>1.0130064571275854E-2</c:v>
                </c:pt>
                <c:pt idx="2198">
                  <c:v>1.1749681769097069E-2</c:v>
                </c:pt>
                <c:pt idx="2199">
                  <c:v>1.2646463213764933E-2</c:v>
                </c:pt>
                <c:pt idx="2200">
                  <c:v>1.2891849257189659E-2</c:v>
                </c:pt>
                <c:pt idx="2201">
                  <c:v>1.2745039759134125E-2</c:v>
                </c:pt>
                <c:pt idx="2202">
                  <c:v>1.2502058606101691E-2</c:v>
                </c:pt>
                <c:pt idx="2203">
                  <c:v>1.2436172976872549E-2</c:v>
                </c:pt>
                <c:pt idx="2204">
                  <c:v>1.192560302485585E-2</c:v>
                </c:pt>
                <c:pt idx="2205">
                  <c:v>1.1926373831921157E-2</c:v>
                </c:pt>
                <c:pt idx="2206">
                  <c:v>1.2191631970170319E-2</c:v>
                </c:pt>
                <c:pt idx="2207">
                  <c:v>1.1988194443314783E-2</c:v>
                </c:pt>
                <c:pt idx="2208">
                  <c:v>1.2064532841386554E-2</c:v>
                </c:pt>
                <c:pt idx="2209">
                  <c:v>1.4380799101961684E-2</c:v>
                </c:pt>
                <c:pt idx="2210">
                  <c:v>1.4869036199663552E-2</c:v>
                </c:pt>
                <c:pt idx="2211">
                  <c:v>1.4872374187474282E-2</c:v>
                </c:pt>
                <c:pt idx="2212">
                  <c:v>1.5468292109665523E-2</c:v>
                </c:pt>
                <c:pt idx="2213">
                  <c:v>1.5892637569130223E-2</c:v>
                </c:pt>
                <c:pt idx="2214">
                  <c:v>1.7608931880774063E-2</c:v>
                </c:pt>
                <c:pt idx="2215">
                  <c:v>1.7186297523910012E-2</c:v>
                </c:pt>
                <c:pt idx="2216">
                  <c:v>1.7633167540500618E-2</c:v>
                </c:pt>
                <c:pt idx="2217">
                  <c:v>1.6426170562587893E-2</c:v>
                </c:pt>
                <c:pt idx="2218">
                  <c:v>1.6388659512394915E-2</c:v>
                </c:pt>
                <c:pt idx="2219">
                  <c:v>1.6249904987402329E-2</c:v>
                </c:pt>
                <c:pt idx="2220">
                  <c:v>1.6684676308097373E-2</c:v>
                </c:pt>
                <c:pt idx="2221">
                  <c:v>1.6787528544955969E-2</c:v>
                </c:pt>
                <c:pt idx="2222">
                  <c:v>1.6879748896014492E-2</c:v>
                </c:pt>
                <c:pt idx="2223">
                  <c:v>1.7026756248854382E-2</c:v>
                </c:pt>
                <c:pt idx="2224">
                  <c:v>1.6981788933051512E-2</c:v>
                </c:pt>
                <c:pt idx="2225">
                  <c:v>1.7032098886795879E-2</c:v>
                </c:pt>
                <c:pt idx="2226">
                  <c:v>1.7262280734653124E-2</c:v>
                </c:pt>
                <c:pt idx="2227">
                  <c:v>1.8093076438690556E-2</c:v>
                </c:pt>
                <c:pt idx="2228">
                  <c:v>1.5794067497439661E-2</c:v>
                </c:pt>
                <c:pt idx="2229">
                  <c:v>1.5728942493234355E-2</c:v>
                </c:pt>
                <c:pt idx="2230">
                  <c:v>1.5717317160261424E-2</c:v>
                </c:pt>
                <c:pt idx="2231">
                  <c:v>1.5056738596295688E-2</c:v>
                </c:pt>
                <c:pt idx="2232">
                  <c:v>1.4954078400656091E-2</c:v>
                </c:pt>
                <c:pt idx="2233">
                  <c:v>1.351312287408794E-2</c:v>
                </c:pt>
                <c:pt idx="2234">
                  <c:v>1.3431374756391716E-2</c:v>
                </c:pt>
                <c:pt idx="2235">
                  <c:v>1.2509100814851249E-2</c:v>
                </c:pt>
                <c:pt idx="2236">
                  <c:v>1.2510096958497119E-2</c:v>
                </c:pt>
                <c:pt idx="2237">
                  <c:v>1.1740550923534206E-2</c:v>
                </c:pt>
                <c:pt idx="2238">
                  <c:v>1.1471134976014282E-2</c:v>
                </c:pt>
                <c:pt idx="2239">
                  <c:v>1.0904751036767182E-2</c:v>
                </c:pt>
                <c:pt idx="2240">
                  <c:v>1.0405061305372668E-2</c:v>
                </c:pt>
                <c:pt idx="2241">
                  <c:v>9.6665836967944636E-3</c:v>
                </c:pt>
                <c:pt idx="2242">
                  <c:v>7.9892389892684979E-3</c:v>
                </c:pt>
                <c:pt idx="2243">
                  <c:v>8.2820660320769429E-3</c:v>
                </c:pt>
                <c:pt idx="2244">
                  <c:v>8.6792450245300728E-3</c:v>
                </c:pt>
                <c:pt idx="2245">
                  <c:v>1.0458235105799497E-2</c:v>
                </c:pt>
                <c:pt idx="2246">
                  <c:v>9.2235160074885907E-3</c:v>
                </c:pt>
                <c:pt idx="2247">
                  <c:v>9.0741199830732949E-3</c:v>
                </c:pt>
                <c:pt idx="2248">
                  <c:v>8.7539284851454648E-3</c:v>
                </c:pt>
                <c:pt idx="2249">
                  <c:v>8.7578753528842253E-3</c:v>
                </c:pt>
                <c:pt idx="2250">
                  <c:v>8.0608238024626189E-3</c:v>
                </c:pt>
                <c:pt idx="2251">
                  <c:v>7.9738706306550205E-3</c:v>
                </c:pt>
                <c:pt idx="2252">
                  <c:v>8.0666832721274628E-3</c:v>
                </c:pt>
                <c:pt idx="2253">
                  <c:v>7.794716360245626E-3</c:v>
                </c:pt>
                <c:pt idx="2254">
                  <c:v>7.3755967510751481E-3</c:v>
                </c:pt>
                <c:pt idx="2255">
                  <c:v>1.0168572988536451E-2</c:v>
                </c:pt>
                <c:pt idx="2256">
                  <c:v>1.0970758968674424E-2</c:v>
                </c:pt>
                <c:pt idx="2257">
                  <c:v>1.1346129686593676E-2</c:v>
                </c:pt>
                <c:pt idx="2258">
                  <c:v>1.1471253796170495E-2</c:v>
                </c:pt>
                <c:pt idx="2259">
                  <c:v>1.2552451655128067E-2</c:v>
                </c:pt>
                <c:pt idx="2260">
                  <c:v>1.5375182588934463E-2</c:v>
                </c:pt>
                <c:pt idx="2261">
                  <c:v>1.6568732349275628E-2</c:v>
                </c:pt>
                <c:pt idx="2262">
                  <c:v>1.6830698172632341E-2</c:v>
                </c:pt>
                <c:pt idx="2263">
                  <c:v>1.7640690662457468E-2</c:v>
                </c:pt>
                <c:pt idx="2264">
                  <c:v>1.7180022326470271E-2</c:v>
                </c:pt>
                <c:pt idx="2265">
                  <c:v>1.7502427259280393E-2</c:v>
                </c:pt>
                <c:pt idx="2266">
                  <c:v>1.796473774283832E-2</c:v>
                </c:pt>
                <c:pt idx="2267">
                  <c:v>1.8152462919421138E-2</c:v>
                </c:pt>
                <c:pt idx="2268">
                  <c:v>1.8549948210425962E-2</c:v>
                </c:pt>
                <c:pt idx="2269">
                  <c:v>1.8950505578556751E-2</c:v>
                </c:pt>
                <c:pt idx="2270">
                  <c:v>2.023545494430639E-2</c:v>
                </c:pt>
                <c:pt idx="2271">
                  <c:v>1.9897188736835488E-2</c:v>
                </c:pt>
                <c:pt idx="2272">
                  <c:v>2.2105656332337863E-2</c:v>
                </c:pt>
                <c:pt idx="2273">
                  <c:v>2.2164228225050448E-2</c:v>
                </c:pt>
                <c:pt idx="2274">
                  <c:v>2.2167815584449586E-2</c:v>
                </c:pt>
                <c:pt idx="2275">
                  <c:v>2.1777704539298361E-2</c:v>
                </c:pt>
                <c:pt idx="2276">
                  <c:v>2.1723684751987948E-2</c:v>
                </c:pt>
                <c:pt idx="2277">
                  <c:v>2.2214215845383974E-2</c:v>
                </c:pt>
                <c:pt idx="2278">
                  <c:v>2.1525914447394656E-2</c:v>
                </c:pt>
                <c:pt idx="2279">
                  <c:v>1.8648858389103368E-2</c:v>
                </c:pt>
                <c:pt idx="2280">
                  <c:v>2.10772378104081E-2</c:v>
                </c:pt>
                <c:pt idx="2281">
                  <c:v>2.0947355114551487E-2</c:v>
                </c:pt>
                <c:pt idx="2282">
                  <c:v>2.0321869258216666E-2</c:v>
                </c:pt>
                <c:pt idx="2283">
                  <c:v>2.1406061484564396E-2</c:v>
                </c:pt>
                <c:pt idx="2284">
                  <c:v>2.1046269759776606E-2</c:v>
                </c:pt>
                <c:pt idx="2285">
                  <c:v>2.0883057467879659E-2</c:v>
                </c:pt>
                <c:pt idx="2286">
                  <c:v>2.1903943398468469E-2</c:v>
                </c:pt>
                <c:pt idx="2287">
                  <c:v>2.2161388867314433E-2</c:v>
                </c:pt>
                <c:pt idx="2288">
                  <c:v>2.1801430094109991E-2</c:v>
                </c:pt>
                <c:pt idx="2289">
                  <c:v>2.0117001742873727E-2</c:v>
                </c:pt>
                <c:pt idx="2290">
                  <c:v>1.9754221470333799E-2</c:v>
                </c:pt>
                <c:pt idx="2291">
                  <c:v>2.0778589814141733E-2</c:v>
                </c:pt>
                <c:pt idx="2292">
                  <c:v>2.0728896508065423E-2</c:v>
                </c:pt>
                <c:pt idx="2293">
                  <c:v>1.9943866030282927E-2</c:v>
                </c:pt>
                <c:pt idx="2294">
                  <c:v>2.1874629088953566E-2</c:v>
                </c:pt>
                <c:pt idx="2295">
                  <c:v>2.2146570078011952E-2</c:v>
                </c:pt>
                <c:pt idx="2296">
                  <c:v>2.1713925524664633E-2</c:v>
                </c:pt>
                <c:pt idx="2297">
                  <c:v>2.2056532995601581E-2</c:v>
                </c:pt>
                <c:pt idx="2298">
                  <c:v>2.2051065495015246E-2</c:v>
                </c:pt>
                <c:pt idx="2299">
                  <c:v>1.9523092679244663E-2</c:v>
                </c:pt>
                <c:pt idx="2300">
                  <c:v>1.9543376847610133E-2</c:v>
                </c:pt>
                <c:pt idx="2301">
                  <c:v>2.5004088789352022E-2</c:v>
                </c:pt>
                <c:pt idx="2302">
                  <c:v>2.3562458202203079E-2</c:v>
                </c:pt>
                <c:pt idx="2303">
                  <c:v>2.3975149907330837E-2</c:v>
                </c:pt>
                <c:pt idx="2304">
                  <c:v>2.361568967108834E-2</c:v>
                </c:pt>
                <c:pt idx="2305">
                  <c:v>2.4210582347787502E-2</c:v>
                </c:pt>
                <c:pt idx="2306">
                  <c:v>2.4069445978474553E-2</c:v>
                </c:pt>
              </c:numCache>
            </c:numRef>
          </c:val>
          <c:smooth val="0"/>
          <c:extLst>
            <c:ext xmlns:c16="http://schemas.microsoft.com/office/drawing/2014/chart" uri="{C3380CC4-5D6E-409C-BE32-E72D297353CC}">
              <c16:uniqueId val="{00000002-9B5A-D445-8321-E07761D33BDD}"/>
            </c:ext>
          </c:extLst>
        </c:ser>
        <c:ser>
          <c:idx val="3"/>
          <c:order val="3"/>
          <c:tx>
            <c:strRef>
              <c:f>FX!$FF$2</c:f>
              <c:strCache>
                <c:ptCount val="1"/>
                <c:pt idx="0">
                  <c:v>BSE SENSEX</c:v>
                </c:pt>
              </c:strCache>
            </c:strRef>
          </c:tx>
          <c:spPr>
            <a:ln w="12700" cap="rnd">
              <a:solidFill>
                <a:schemeClr val="accent4"/>
              </a:solidFill>
              <a:round/>
            </a:ln>
            <a:effectLst/>
          </c:spPr>
          <c:marker>
            <c:symbol val="none"/>
          </c:marker>
          <c:cat>
            <c:numRef>
              <c:f>FX!$FB$3:$FB$2309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FX!$FF$3:$FF$2309</c:f>
              <c:numCache>
                <c:formatCode>0.00%</c:formatCode>
                <c:ptCount val="2307"/>
                <c:pt idx="0">
                  <c:v>1.515242869275658E-2</c:v>
                </c:pt>
                <c:pt idx="1">
                  <c:v>1.5104886026735924E-2</c:v>
                </c:pt>
                <c:pt idx="2">
                  <c:v>1.5109288424993497E-2</c:v>
                </c:pt>
                <c:pt idx="3">
                  <c:v>1.2777431590192154E-2</c:v>
                </c:pt>
                <c:pt idx="4">
                  <c:v>1.2790567823830477E-2</c:v>
                </c:pt>
                <c:pt idx="5">
                  <c:v>1.2259998615808993E-2</c:v>
                </c:pt>
                <c:pt idx="6">
                  <c:v>1.3379737356696238E-2</c:v>
                </c:pt>
                <c:pt idx="7">
                  <c:v>1.3354052967726491E-2</c:v>
                </c:pt>
                <c:pt idx="8">
                  <c:v>1.3335193984892985E-2</c:v>
                </c:pt>
                <c:pt idx="9">
                  <c:v>1.3404791643321897E-2</c:v>
                </c:pt>
                <c:pt idx="10">
                  <c:v>1.1404788240325977E-2</c:v>
                </c:pt>
                <c:pt idx="11">
                  <c:v>1.1407000034351919E-2</c:v>
                </c:pt>
                <c:pt idx="12">
                  <c:v>1.161874448519086E-2</c:v>
                </c:pt>
                <c:pt idx="13">
                  <c:v>1.0034121539518688E-2</c:v>
                </c:pt>
                <c:pt idx="14">
                  <c:v>1.0006429581650468E-2</c:v>
                </c:pt>
                <c:pt idx="15">
                  <c:v>9.5654629301705277E-3</c:v>
                </c:pt>
                <c:pt idx="16">
                  <c:v>9.2484652511285736E-3</c:v>
                </c:pt>
                <c:pt idx="17">
                  <c:v>1.0402372499451902E-2</c:v>
                </c:pt>
                <c:pt idx="18">
                  <c:v>1.0454905784099761E-2</c:v>
                </c:pt>
                <c:pt idx="19">
                  <c:v>9.3783235236654314E-3</c:v>
                </c:pt>
                <c:pt idx="20">
                  <c:v>9.5039747380745651E-3</c:v>
                </c:pt>
                <c:pt idx="21">
                  <c:v>9.5291912464553156E-3</c:v>
                </c:pt>
                <c:pt idx="22">
                  <c:v>1.1415682265144398E-2</c:v>
                </c:pt>
                <c:pt idx="23">
                  <c:v>1.145165063143083E-2</c:v>
                </c:pt>
                <c:pt idx="24">
                  <c:v>1.1452600762825229E-2</c:v>
                </c:pt>
                <c:pt idx="25">
                  <c:v>1.0431608879027587E-2</c:v>
                </c:pt>
                <c:pt idx="26">
                  <c:v>1.103325279785986E-2</c:v>
                </c:pt>
                <c:pt idx="27">
                  <c:v>1.0875410784268196E-2</c:v>
                </c:pt>
                <c:pt idx="28">
                  <c:v>1.0948222183010068E-2</c:v>
                </c:pt>
                <c:pt idx="29">
                  <c:v>1.067717793063104E-2</c:v>
                </c:pt>
                <c:pt idx="30">
                  <c:v>1.0564441349442264E-2</c:v>
                </c:pt>
                <c:pt idx="31">
                  <c:v>1.0579973882816191E-2</c:v>
                </c:pt>
                <c:pt idx="32">
                  <c:v>1.0504107236010619E-2</c:v>
                </c:pt>
                <c:pt idx="33">
                  <c:v>1.0510157325114372E-2</c:v>
                </c:pt>
                <c:pt idx="34">
                  <c:v>1.0447166992673262E-2</c:v>
                </c:pt>
                <c:pt idx="35">
                  <c:v>1.2059974614058947E-2</c:v>
                </c:pt>
                <c:pt idx="36">
                  <c:v>1.3270220649281211E-2</c:v>
                </c:pt>
                <c:pt idx="37">
                  <c:v>1.3917639679710178E-2</c:v>
                </c:pt>
                <c:pt idx="38">
                  <c:v>1.3749395071557159E-2</c:v>
                </c:pt>
                <c:pt idx="39">
                  <c:v>1.3837867394029745E-2</c:v>
                </c:pt>
                <c:pt idx="40">
                  <c:v>1.3978088888324658E-2</c:v>
                </c:pt>
                <c:pt idx="41">
                  <c:v>1.2488930433051909E-2</c:v>
                </c:pt>
                <c:pt idx="42">
                  <c:v>1.2429140570851703E-2</c:v>
                </c:pt>
                <c:pt idx="43">
                  <c:v>1.245564957845921E-2</c:v>
                </c:pt>
                <c:pt idx="44">
                  <c:v>1.222766002958613E-2</c:v>
                </c:pt>
                <c:pt idx="45">
                  <c:v>1.2773961029025591E-2</c:v>
                </c:pt>
                <c:pt idx="46">
                  <c:v>1.3055842832842172E-2</c:v>
                </c:pt>
                <c:pt idx="47">
                  <c:v>1.2883385393250244E-2</c:v>
                </c:pt>
                <c:pt idx="48">
                  <c:v>1.3070274831140956E-2</c:v>
                </c:pt>
                <c:pt idx="49">
                  <c:v>1.3357650787568533E-2</c:v>
                </c:pt>
                <c:pt idx="50">
                  <c:v>1.3498279640677376E-2</c:v>
                </c:pt>
                <c:pt idx="51">
                  <c:v>1.3938490374854668E-2</c:v>
                </c:pt>
                <c:pt idx="52">
                  <c:v>1.3929754939920731E-2</c:v>
                </c:pt>
                <c:pt idx="53">
                  <c:v>1.4164264054773511E-2</c:v>
                </c:pt>
                <c:pt idx="54">
                  <c:v>1.2974771236332667E-2</c:v>
                </c:pt>
                <c:pt idx="55">
                  <c:v>1.0558834691899168E-2</c:v>
                </c:pt>
                <c:pt idx="56">
                  <c:v>1.0485596946596109E-2</c:v>
                </c:pt>
                <c:pt idx="57">
                  <c:v>1.1655808770364083E-2</c:v>
                </c:pt>
                <c:pt idx="58">
                  <c:v>1.2731748947853809E-2</c:v>
                </c:pt>
                <c:pt idx="59">
                  <c:v>1.3178903965800053E-2</c:v>
                </c:pt>
                <c:pt idx="60">
                  <c:v>1.3309810352605964E-2</c:v>
                </c:pt>
                <c:pt idx="61">
                  <c:v>1.3625920423844669E-2</c:v>
                </c:pt>
                <c:pt idx="62">
                  <c:v>1.419294689356081E-2</c:v>
                </c:pt>
                <c:pt idx="63">
                  <c:v>1.4148873497891123E-2</c:v>
                </c:pt>
                <c:pt idx="64">
                  <c:v>1.3315277614590596E-2</c:v>
                </c:pt>
                <c:pt idx="65">
                  <c:v>1.2998834313483866E-2</c:v>
                </c:pt>
                <c:pt idx="66">
                  <c:v>1.2923030846905636E-2</c:v>
                </c:pt>
                <c:pt idx="67">
                  <c:v>1.2917916355374695E-2</c:v>
                </c:pt>
                <c:pt idx="68">
                  <c:v>1.2644271421957554E-2</c:v>
                </c:pt>
                <c:pt idx="69">
                  <c:v>1.2267575326719089E-2</c:v>
                </c:pt>
                <c:pt idx="70">
                  <c:v>1.1921747780929108E-2</c:v>
                </c:pt>
                <c:pt idx="71">
                  <c:v>1.2301466996266306E-2</c:v>
                </c:pt>
                <c:pt idx="72">
                  <c:v>1.1794803008675149E-2</c:v>
                </c:pt>
                <c:pt idx="73">
                  <c:v>1.3205644060119646E-2</c:v>
                </c:pt>
                <c:pt idx="74">
                  <c:v>1.3445922900269353E-2</c:v>
                </c:pt>
                <c:pt idx="75">
                  <c:v>1.295817105453413E-2</c:v>
                </c:pt>
                <c:pt idx="76">
                  <c:v>1.2191324904101932E-2</c:v>
                </c:pt>
                <c:pt idx="77">
                  <c:v>1.0706422037331392E-2</c:v>
                </c:pt>
                <c:pt idx="78">
                  <c:v>1.0116629491034135E-2</c:v>
                </c:pt>
                <c:pt idx="79">
                  <c:v>1.068426485369766E-2</c:v>
                </c:pt>
                <c:pt idx="80">
                  <c:v>1.1108918144668295E-2</c:v>
                </c:pt>
                <c:pt idx="81">
                  <c:v>1.0453626416820593E-2</c:v>
                </c:pt>
                <c:pt idx="82">
                  <c:v>1.0609928949569783E-2</c:v>
                </c:pt>
                <c:pt idx="83">
                  <c:v>1.0568690301313148E-2</c:v>
                </c:pt>
                <c:pt idx="84">
                  <c:v>1.0711070951477416E-2</c:v>
                </c:pt>
                <c:pt idx="85">
                  <c:v>1.1198687532700794E-2</c:v>
                </c:pt>
                <c:pt idx="86">
                  <c:v>1.1160404659047366E-2</c:v>
                </c:pt>
                <c:pt idx="87">
                  <c:v>1.1968371023729689E-2</c:v>
                </c:pt>
                <c:pt idx="88">
                  <c:v>1.1965369201062864E-2</c:v>
                </c:pt>
                <c:pt idx="89">
                  <c:v>1.1987205602805388E-2</c:v>
                </c:pt>
                <c:pt idx="90">
                  <c:v>1.1656689507292602E-2</c:v>
                </c:pt>
                <c:pt idx="91">
                  <c:v>1.1657504075997313E-2</c:v>
                </c:pt>
                <c:pt idx="92">
                  <c:v>1.0033941824677798E-2</c:v>
                </c:pt>
                <c:pt idx="93">
                  <c:v>9.5333758483541441E-3</c:v>
                </c:pt>
                <c:pt idx="94">
                  <c:v>9.5340122402499099E-3</c:v>
                </c:pt>
                <c:pt idx="95">
                  <c:v>9.594536671311894E-3</c:v>
                </c:pt>
                <c:pt idx="96">
                  <c:v>8.8843640676659428E-3</c:v>
                </c:pt>
                <c:pt idx="97">
                  <c:v>8.8660835816410256E-3</c:v>
                </c:pt>
                <c:pt idx="98">
                  <c:v>8.4820405363019331E-3</c:v>
                </c:pt>
                <c:pt idx="99">
                  <c:v>8.8445395828002215E-3</c:v>
                </c:pt>
                <c:pt idx="100">
                  <c:v>8.9280747443913084E-3</c:v>
                </c:pt>
                <c:pt idx="101">
                  <c:v>8.9279508755756385E-3</c:v>
                </c:pt>
                <c:pt idx="102">
                  <c:v>9.0615025587518754E-3</c:v>
                </c:pt>
                <c:pt idx="103">
                  <c:v>9.0892474610948012E-3</c:v>
                </c:pt>
                <c:pt idx="104">
                  <c:v>8.8682176381015693E-3</c:v>
                </c:pt>
                <c:pt idx="105">
                  <c:v>8.8420957546730735E-3</c:v>
                </c:pt>
                <c:pt idx="106">
                  <c:v>7.7409880568177864E-3</c:v>
                </c:pt>
                <c:pt idx="107">
                  <c:v>7.7899524876707364E-3</c:v>
                </c:pt>
                <c:pt idx="108">
                  <c:v>8.1544411264785829E-3</c:v>
                </c:pt>
                <c:pt idx="109">
                  <c:v>8.5529349996557712E-3</c:v>
                </c:pt>
                <c:pt idx="110">
                  <c:v>8.745597614063759E-3</c:v>
                </c:pt>
                <c:pt idx="111">
                  <c:v>8.8247688621898961E-3</c:v>
                </c:pt>
                <c:pt idx="112">
                  <c:v>1.0028431032472123E-2</c:v>
                </c:pt>
                <c:pt idx="113">
                  <c:v>9.6695968440026776E-3</c:v>
                </c:pt>
                <c:pt idx="114">
                  <c:v>9.8090691715891857E-3</c:v>
                </c:pt>
                <c:pt idx="115">
                  <c:v>9.7525673222864408E-3</c:v>
                </c:pt>
                <c:pt idx="116">
                  <c:v>1.0357576645184972E-2</c:v>
                </c:pt>
                <c:pt idx="117">
                  <c:v>1.0379501953869018E-2</c:v>
                </c:pt>
                <c:pt idx="118">
                  <c:v>9.2611374479330526E-3</c:v>
                </c:pt>
                <c:pt idx="119">
                  <c:v>9.3409896912394243E-3</c:v>
                </c:pt>
                <c:pt idx="120">
                  <c:v>9.3073609651382998E-3</c:v>
                </c:pt>
                <c:pt idx="121">
                  <c:v>9.1071008403562272E-3</c:v>
                </c:pt>
                <c:pt idx="122">
                  <c:v>9.1527280198518308E-3</c:v>
                </c:pt>
                <c:pt idx="123">
                  <c:v>9.3398121364469764E-3</c:v>
                </c:pt>
                <c:pt idx="124">
                  <c:v>1.0313236973973983E-2</c:v>
                </c:pt>
                <c:pt idx="125">
                  <c:v>1.0300836742263234E-2</c:v>
                </c:pt>
                <c:pt idx="126">
                  <c:v>1.1140597295736578E-2</c:v>
                </c:pt>
                <c:pt idx="127">
                  <c:v>1.108451014382817E-2</c:v>
                </c:pt>
                <c:pt idx="128">
                  <c:v>1.0500214779738622E-2</c:v>
                </c:pt>
                <c:pt idx="129">
                  <c:v>1.0638473367041407E-2</c:v>
                </c:pt>
                <c:pt idx="130">
                  <c:v>1.0994927479112631E-2</c:v>
                </c:pt>
                <c:pt idx="131">
                  <c:v>1.8380499279677755E-2</c:v>
                </c:pt>
                <c:pt idx="132">
                  <c:v>1.864764105094804E-2</c:v>
                </c:pt>
                <c:pt idx="133">
                  <c:v>1.8470538893624367E-2</c:v>
                </c:pt>
                <c:pt idx="134">
                  <c:v>1.9398977824054128E-2</c:v>
                </c:pt>
                <c:pt idx="135">
                  <c:v>1.9013289743056844E-2</c:v>
                </c:pt>
                <c:pt idx="136">
                  <c:v>1.8919688354369874E-2</c:v>
                </c:pt>
                <c:pt idx="137">
                  <c:v>1.9274697733497881E-2</c:v>
                </c:pt>
                <c:pt idx="138">
                  <c:v>1.8995116538510794E-2</c:v>
                </c:pt>
                <c:pt idx="139">
                  <c:v>1.9315230319927816E-2</c:v>
                </c:pt>
                <c:pt idx="140">
                  <c:v>1.9703650488126136E-2</c:v>
                </c:pt>
                <c:pt idx="141">
                  <c:v>1.9704912876444183E-2</c:v>
                </c:pt>
                <c:pt idx="142">
                  <c:v>2.0270460303911879E-2</c:v>
                </c:pt>
                <c:pt idx="143">
                  <c:v>2.0812784757317029E-2</c:v>
                </c:pt>
                <c:pt idx="144">
                  <c:v>2.0799810089347965E-2</c:v>
                </c:pt>
                <c:pt idx="145">
                  <c:v>2.0290076853892992E-2</c:v>
                </c:pt>
                <c:pt idx="146">
                  <c:v>2.0581480916427999E-2</c:v>
                </c:pt>
                <c:pt idx="147">
                  <c:v>2.0592111593471577E-2</c:v>
                </c:pt>
                <c:pt idx="148">
                  <c:v>2.1186831442464565E-2</c:v>
                </c:pt>
                <c:pt idx="149">
                  <c:v>2.0908018327888925E-2</c:v>
                </c:pt>
                <c:pt idx="150">
                  <c:v>1.4011774552377941E-2</c:v>
                </c:pt>
                <c:pt idx="151">
                  <c:v>1.3891344202982065E-2</c:v>
                </c:pt>
                <c:pt idx="152">
                  <c:v>1.4046640634842811E-2</c:v>
                </c:pt>
                <c:pt idx="153">
                  <c:v>1.3100795194977472E-2</c:v>
                </c:pt>
                <c:pt idx="154">
                  <c:v>1.4004602569201484E-2</c:v>
                </c:pt>
                <c:pt idx="155">
                  <c:v>1.3938523108749809E-2</c:v>
                </c:pt>
                <c:pt idx="156">
                  <c:v>1.4364547787986015E-2</c:v>
                </c:pt>
                <c:pt idx="157">
                  <c:v>1.4109706231334954E-2</c:v>
                </c:pt>
                <c:pt idx="158">
                  <c:v>1.415495101388143E-2</c:v>
                </c:pt>
                <c:pt idx="159">
                  <c:v>1.2692464871992716E-2</c:v>
                </c:pt>
                <c:pt idx="160">
                  <c:v>1.2317882647643179E-2</c:v>
                </c:pt>
                <c:pt idx="161">
                  <c:v>1.2396375722182692E-2</c:v>
                </c:pt>
                <c:pt idx="162">
                  <c:v>1.1881614155709885E-2</c:v>
                </c:pt>
                <c:pt idx="163">
                  <c:v>1.1760330818920885E-2</c:v>
                </c:pt>
                <c:pt idx="164">
                  <c:v>1.1754655988933521E-2</c:v>
                </c:pt>
                <c:pt idx="165">
                  <c:v>1.1712205892861148E-2</c:v>
                </c:pt>
                <c:pt idx="166">
                  <c:v>1.183266276663157E-2</c:v>
                </c:pt>
                <c:pt idx="167">
                  <c:v>1.1436666630934251E-2</c:v>
                </c:pt>
                <c:pt idx="168">
                  <c:v>1.145161277801668E-2</c:v>
                </c:pt>
                <c:pt idx="169">
                  <c:v>1.0336267526671772E-2</c:v>
                </c:pt>
                <c:pt idx="170">
                  <c:v>1.0746481519220117E-2</c:v>
                </c:pt>
                <c:pt idx="171">
                  <c:v>1.0713166511550513E-2</c:v>
                </c:pt>
                <c:pt idx="172">
                  <c:v>1.1001846094077726E-2</c:v>
                </c:pt>
                <c:pt idx="173">
                  <c:v>1.0228789528102043E-2</c:v>
                </c:pt>
                <c:pt idx="174">
                  <c:v>1.017636276848297E-2</c:v>
                </c:pt>
                <c:pt idx="175">
                  <c:v>7.4225729665688489E-3</c:v>
                </c:pt>
                <c:pt idx="176">
                  <c:v>7.5790689094702495E-3</c:v>
                </c:pt>
                <c:pt idx="177">
                  <c:v>7.5345191148135111E-3</c:v>
                </c:pt>
                <c:pt idx="178">
                  <c:v>6.9320282948502438E-3</c:v>
                </c:pt>
                <c:pt idx="179">
                  <c:v>7.3905627205921951E-3</c:v>
                </c:pt>
                <c:pt idx="180">
                  <c:v>7.6086484604119126E-3</c:v>
                </c:pt>
                <c:pt idx="181">
                  <c:v>7.8478917624944088E-3</c:v>
                </c:pt>
                <c:pt idx="182">
                  <c:v>7.5349140093533057E-3</c:v>
                </c:pt>
                <c:pt idx="183">
                  <c:v>8.372953581907136E-3</c:v>
                </c:pt>
                <c:pt idx="184">
                  <c:v>7.9985988609773649E-3</c:v>
                </c:pt>
                <c:pt idx="185">
                  <c:v>8.0068053577946156E-3</c:v>
                </c:pt>
                <c:pt idx="186">
                  <c:v>8.0163169797107334E-3</c:v>
                </c:pt>
                <c:pt idx="187">
                  <c:v>8.1167669288624861E-3</c:v>
                </c:pt>
                <c:pt idx="188">
                  <c:v>8.4604816053385611E-3</c:v>
                </c:pt>
                <c:pt idx="189">
                  <c:v>8.3629344101441277E-3</c:v>
                </c:pt>
                <c:pt idx="190">
                  <c:v>8.2264403317381732E-3</c:v>
                </c:pt>
                <c:pt idx="191">
                  <c:v>8.3567291317133679E-3</c:v>
                </c:pt>
                <c:pt idx="192">
                  <c:v>8.5012189333987572E-3</c:v>
                </c:pt>
                <c:pt idx="193">
                  <c:v>8.4440958122023405E-3</c:v>
                </c:pt>
                <c:pt idx="194">
                  <c:v>8.6474009792757919E-3</c:v>
                </c:pt>
                <c:pt idx="195">
                  <c:v>8.607241345939997E-3</c:v>
                </c:pt>
                <c:pt idx="196">
                  <c:v>8.9993351444243828E-3</c:v>
                </c:pt>
                <c:pt idx="197">
                  <c:v>8.7142347264153996E-3</c:v>
                </c:pt>
                <c:pt idx="198">
                  <c:v>8.2333068671401211E-3</c:v>
                </c:pt>
                <c:pt idx="199">
                  <c:v>8.2913100517131109E-3</c:v>
                </c:pt>
                <c:pt idx="200">
                  <c:v>8.5542367099870828E-3</c:v>
                </c:pt>
                <c:pt idx="201">
                  <c:v>8.505714864354889E-3</c:v>
                </c:pt>
                <c:pt idx="202">
                  <c:v>7.9843089384714766E-3</c:v>
                </c:pt>
                <c:pt idx="203">
                  <c:v>8.3571418584818934E-3</c:v>
                </c:pt>
                <c:pt idx="204">
                  <c:v>8.3413378281393911E-3</c:v>
                </c:pt>
                <c:pt idx="205">
                  <c:v>8.7665198013851635E-3</c:v>
                </c:pt>
                <c:pt idx="206">
                  <c:v>8.612704784154086E-3</c:v>
                </c:pt>
                <c:pt idx="207">
                  <c:v>8.6228209641816527E-3</c:v>
                </c:pt>
                <c:pt idx="208">
                  <c:v>8.7096091096740356E-3</c:v>
                </c:pt>
                <c:pt idx="209">
                  <c:v>8.8545830939173956E-3</c:v>
                </c:pt>
                <c:pt idx="210">
                  <c:v>8.4436252634225249E-3</c:v>
                </c:pt>
                <c:pt idx="211">
                  <c:v>9.6782638557192432E-3</c:v>
                </c:pt>
                <c:pt idx="212">
                  <c:v>9.7014051846411407E-3</c:v>
                </c:pt>
                <c:pt idx="213">
                  <c:v>9.5945898924837993E-3</c:v>
                </c:pt>
                <c:pt idx="214">
                  <c:v>1.0958522162965431E-2</c:v>
                </c:pt>
                <c:pt idx="215">
                  <c:v>1.091547813960294E-2</c:v>
                </c:pt>
                <c:pt idx="216">
                  <c:v>1.0846933434506902E-2</c:v>
                </c:pt>
                <c:pt idx="217">
                  <c:v>1.0951748216312814E-2</c:v>
                </c:pt>
                <c:pt idx="218">
                  <c:v>1.1018598317960421E-2</c:v>
                </c:pt>
                <c:pt idx="219">
                  <c:v>1.0795808623763191E-2</c:v>
                </c:pt>
                <c:pt idx="220">
                  <c:v>1.0590198829138827E-2</c:v>
                </c:pt>
                <c:pt idx="221">
                  <c:v>1.0688474461447113E-2</c:v>
                </c:pt>
                <c:pt idx="222">
                  <c:v>1.0695144115558082E-2</c:v>
                </c:pt>
                <c:pt idx="223">
                  <c:v>1.1595513221435752E-2</c:v>
                </c:pt>
                <c:pt idx="224">
                  <c:v>1.0920234990515851E-2</c:v>
                </c:pt>
                <c:pt idx="225">
                  <c:v>1.2865190856925611E-2</c:v>
                </c:pt>
                <c:pt idx="226">
                  <c:v>1.2621574317928517E-2</c:v>
                </c:pt>
                <c:pt idx="227">
                  <c:v>1.2627543424286734E-2</c:v>
                </c:pt>
                <c:pt idx="228">
                  <c:v>1.3520331799617834E-2</c:v>
                </c:pt>
                <c:pt idx="229">
                  <c:v>1.3509816330541109E-2</c:v>
                </c:pt>
                <c:pt idx="230">
                  <c:v>1.2973443118810052E-2</c:v>
                </c:pt>
                <c:pt idx="231">
                  <c:v>1.3399732120113672E-2</c:v>
                </c:pt>
                <c:pt idx="232">
                  <c:v>1.372044688111744E-2</c:v>
                </c:pt>
                <c:pt idx="233">
                  <c:v>1.3189281466893526E-2</c:v>
                </c:pt>
                <c:pt idx="234">
                  <c:v>1.34719011044564E-2</c:v>
                </c:pt>
                <c:pt idx="235">
                  <c:v>1.3814863376763239E-2</c:v>
                </c:pt>
                <c:pt idx="236">
                  <c:v>1.380613632376307E-2</c:v>
                </c:pt>
                <c:pt idx="237">
                  <c:v>1.5503373087067746E-2</c:v>
                </c:pt>
                <c:pt idx="238">
                  <c:v>1.5495215871068096E-2</c:v>
                </c:pt>
                <c:pt idx="239">
                  <c:v>1.6556605820470915E-2</c:v>
                </c:pt>
                <c:pt idx="240">
                  <c:v>1.6654854397373169E-2</c:v>
                </c:pt>
                <c:pt idx="241">
                  <c:v>1.6461129450658245E-2</c:v>
                </c:pt>
                <c:pt idx="242">
                  <c:v>1.6154192452690216E-2</c:v>
                </c:pt>
                <c:pt idx="243">
                  <c:v>1.6159868874300046E-2</c:v>
                </c:pt>
                <c:pt idx="244">
                  <c:v>1.5373358702038344E-2</c:v>
                </c:pt>
                <c:pt idx="245">
                  <c:v>1.5527913195375918E-2</c:v>
                </c:pt>
                <c:pt idx="246">
                  <c:v>1.5532283931557585E-2</c:v>
                </c:pt>
                <c:pt idx="247">
                  <c:v>1.4669806802597087E-2</c:v>
                </c:pt>
                <c:pt idx="248">
                  <c:v>1.4609388450889486E-2</c:v>
                </c:pt>
                <c:pt idx="249">
                  <c:v>1.7730059894141954E-2</c:v>
                </c:pt>
                <c:pt idx="250">
                  <c:v>1.8386375553905494E-2</c:v>
                </c:pt>
                <c:pt idx="251">
                  <c:v>1.8795563063338818E-2</c:v>
                </c:pt>
                <c:pt idx="252">
                  <c:v>1.8540018649596025E-2</c:v>
                </c:pt>
                <c:pt idx="253">
                  <c:v>1.8109836099016809E-2</c:v>
                </c:pt>
                <c:pt idx="254">
                  <c:v>1.7624731639236484E-2</c:v>
                </c:pt>
                <c:pt idx="255">
                  <c:v>1.7487147066360592E-2</c:v>
                </c:pt>
                <c:pt idx="256">
                  <c:v>1.4754473955073335E-2</c:v>
                </c:pt>
                <c:pt idx="257">
                  <c:v>1.5189883195733098E-2</c:v>
                </c:pt>
                <c:pt idx="258">
                  <c:v>1.4381628623419141E-2</c:v>
                </c:pt>
                <c:pt idx="259">
                  <c:v>1.3770622077016386E-2</c:v>
                </c:pt>
                <c:pt idx="260">
                  <c:v>1.3990979124702384E-2</c:v>
                </c:pt>
                <c:pt idx="261">
                  <c:v>1.4025610013392642E-2</c:v>
                </c:pt>
                <c:pt idx="262">
                  <c:v>1.4052222345631145E-2</c:v>
                </c:pt>
                <c:pt idx="263">
                  <c:v>1.3218396537626799E-2</c:v>
                </c:pt>
                <c:pt idx="264">
                  <c:v>1.2456347026884796E-2</c:v>
                </c:pt>
                <c:pt idx="265">
                  <c:v>1.2188652450952331E-2</c:v>
                </c:pt>
                <c:pt idx="266">
                  <c:v>1.2393245791892139E-2</c:v>
                </c:pt>
                <c:pt idx="267">
                  <c:v>1.2112924758445347E-2</c:v>
                </c:pt>
                <c:pt idx="268">
                  <c:v>1.130052162336196E-2</c:v>
                </c:pt>
                <c:pt idx="269">
                  <c:v>1.0117060013470456E-2</c:v>
                </c:pt>
                <c:pt idx="270">
                  <c:v>9.1456453158810028E-3</c:v>
                </c:pt>
                <c:pt idx="271">
                  <c:v>9.7220803054181223E-3</c:v>
                </c:pt>
                <c:pt idx="272">
                  <c:v>1.0958861706777364E-2</c:v>
                </c:pt>
                <c:pt idx="273">
                  <c:v>1.0930537016068336E-2</c:v>
                </c:pt>
                <c:pt idx="274">
                  <c:v>1.0982627093736394E-2</c:v>
                </c:pt>
                <c:pt idx="275">
                  <c:v>1.1574843010288606E-2</c:v>
                </c:pt>
                <c:pt idx="276">
                  <c:v>1.1425296956823469E-2</c:v>
                </c:pt>
                <c:pt idx="277">
                  <c:v>1.2258372859226714E-2</c:v>
                </c:pt>
                <c:pt idx="278">
                  <c:v>1.2249612396500206E-2</c:v>
                </c:pt>
                <c:pt idx="279">
                  <c:v>1.1909217554259168E-2</c:v>
                </c:pt>
                <c:pt idx="280">
                  <c:v>1.1573038742758841E-2</c:v>
                </c:pt>
                <c:pt idx="281">
                  <c:v>1.1759892852406521E-2</c:v>
                </c:pt>
                <c:pt idx="282">
                  <c:v>1.1826811473767615E-2</c:v>
                </c:pt>
                <c:pt idx="283">
                  <c:v>1.1726789471752614E-2</c:v>
                </c:pt>
                <c:pt idx="284">
                  <c:v>1.2660289539883464E-2</c:v>
                </c:pt>
                <c:pt idx="285">
                  <c:v>1.2638646175299592E-2</c:v>
                </c:pt>
                <c:pt idx="286">
                  <c:v>1.2662475017628261E-2</c:v>
                </c:pt>
                <c:pt idx="287">
                  <c:v>1.1288444485467359E-2</c:v>
                </c:pt>
                <c:pt idx="288">
                  <c:v>1.1707244895579489E-2</c:v>
                </c:pt>
                <c:pt idx="289">
                  <c:v>1.1730915566967936E-2</c:v>
                </c:pt>
                <c:pt idx="290">
                  <c:v>1.1328989077986707E-2</c:v>
                </c:pt>
                <c:pt idx="291">
                  <c:v>1.0050321763894522E-2</c:v>
                </c:pt>
                <c:pt idx="292">
                  <c:v>1.0667011943447782E-2</c:v>
                </c:pt>
                <c:pt idx="293">
                  <c:v>1.0510306576533819E-2</c:v>
                </c:pt>
                <c:pt idx="294">
                  <c:v>1.0166920944666405E-2</c:v>
                </c:pt>
                <c:pt idx="295">
                  <c:v>9.1263064102868659E-3</c:v>
                </c:pt>
                <c:pt idx="296">
                  <c:v>1.0746757817643676E-2</c:v>
                </c:pt>
                <c:pt idx="297">
                  <c:v>1.1803569648798572E-2</c:v>
                </c:pt>
                <c:pt idx="298">
                  <c:v>1.2112361804503613E-2</c:v>
                </c:pt>
                <c:pt idx="299">
                  <c:v>1.1914678536888079E-2</c:v>
                </c:pt>
                <c:pt idx="300">
                  <c:v>1.1703215024883392E-2</c:v>
                </c:pt>
                <c:pt idx="301">
                  <c:v>1.1681592303744319E-2</c:v>
                </c:pt>
                <c:pt idx="302">
                  <c:v>1.1655511081749869E-2</c:v>
                </c:pt>
                <c:pt idx="303">
                  <c:v>1.084822737444842E-2</c:v>
                </c:pt>
                <c:pt idx="304">
                  <c:v>1.0827747042072155E-2</c:v>
                </c:pt>
                <c:pt idx="305">
                  <c:v>1.0809025979629183E-2</c:v>
                </c:pt>
                <c:pt idx="306">
                  <c:v>1.0703430320262788E-2</c:v>
                </c:pt>
                <c:pt idx="307">
                  <c:v>1.0257161255247463E-2</c:v>
                </c:pt>
                <c:pt idx="308">
                  <c:v>1.0482962639061179E-2</c:v>
                </c:pt>
                <c:pt idx="309">
                  <c:v>1.0981643917372523E-2</c:v>
                </c:pt>
                <c:pt idx="310">
                  <c:v>1.0883363067741632E-2</c:v>
                </c:pt>
                <c:pt idx="311">
                  <c:v>1.0261576677626871E-2</c:v>
                </c:pt>
                <c:pt idx="312">
                  <c:v>1.0357137767336787E-2</c:v>
                </c:pt>
                <c:pt idx="313">
                  <c:v>1.0300512174659174E-2</c:v>
                </c:pt>
                <c:pt idx="314">
                  <c:v>1.0230593695915519E-2</c:v>
                </c:pt>
                <c:pt idx="315">
                  <c:v>8.62477902225273E-3</c:v>
                </c:pt>
                <c:pt idx="316">
                  <c:v>7.2944199097857996E-3</c:v>
                </c:pt>
                <c:pt idx="317">
                  <c:v>7.0423270894471339E-3</c:v>
                </c:pt>
                <c:pt idx="318">
                  <c:v>1.015696837185877E-2</c:v>
                </c:pt>
                <c:pt idx="319">
                  <c:v>1.0156774050464619E-2</c:v>
                </c:pt>
                <c:pt idx="320">
                  <c:v>1.0244067705916977E-2</c:v>
                </c:pt>
                <c:pt idx="321">
                  <c:v>1.0433165215279455E-2</c:v>
                </c:pt>
                <c:pt idx="322">
                  <c:v>1.0799130071527491E-2</c:v>
                </c:pt>
                <c:pt idx="323">
                  <c:v>1.0947247256990022E-2</c:v>
                </c:pt>
                <c:pt idx="324">
                  <c:v>1.0726041956538031E-2</c:v>
                </c:pt>
                <c:pt idx="325">
                  <c:v>1.0748884602621399E-2</c:v>
                </c:pt>
                <c:pt idx="326">
                  <c:v>1.0587705742573656E-2</c:v>
                </c:pt>
                <c:pt idx="327">
                  <c:v>1.044952526211216E-2</c:v>
                </c:pt>
                <c:pt idx="328">
                  <c:v>1.112541583945598E-2</c:v>
                </c:pt>
                <c:pt idx="329">
                  <c:v>1.1116516795755047E-2</c:v>
                </c:pt>
                <c:pt idx="330">
                  <c:v>1.0976685766415905E-2</c:v>
                </c:pt>
                <c:pt idx="331">
                  <c:v>1.077914801289951E-2</c:v>
                </c:pt>
                <c:pt idx="332">
                  <c:v>1.0958362403848074E-2</c:v>
                </c:pt>
                <c:pt idx="333">
                  <c:v>1.0935558983073402E-2</c:v>
                </c:pt>
                <c:pt idx="334">
                  <c:v>1.0875566774964093E-2</c:v>
                </c:pt>
                <c:pt idx="335">
                  <c:v>1.0891332339873321E-2</c:v>
                </c:pt>
                <c:pt idx="336">
                  <c:v>1.0779113067380676E-2</c:v>
                </c:pt>
                <c:pt idx="337">
                  <c:v>7.3687684156408459E-3</c:v>
                </c:pt>
                <c:pt idx="338">
                  <c:v>7.3571894859427141E-3</c:v>
                </c:pt>
                <c:pt idx="339">
                  <c:v>7.4666666221942053E-3</c:v>
                </c:pt>
                <c:pt idx="340">
                  <c:v>7.5817910790106609E-3</c:v>
                </c:pt>
                <c:pt idx="341">
                  <c:v>7.2973418559201843E-3</c:v>
                </c:pt>
                <c:pt idx="342">
                  <c:v>7.2232924814012913E-3</c:v>
                </c:pt>
                <c:pt idx="343">
                  <c:v>7.9486375062679283E-3</c:v>
                </c:pt>
                <c:pt idx="344">
                  <c:v>7.8677453669056627E-3</c:v>
                </c:pt>
                <c:pt idx="345">
                  <c:v>8.4541055461007306E-3</c:v>
                </c:pt>
                <c:pt idx="346">
                  <c:v>8.4033961855553684E-3</c:v>
                </c:pt>
                <c:pt idx="347">
                  <c:v>7.0209754802527885E-3</c:v>
                </c:pt>
                <c:pt idx="348">
                  <c:v>7.1947897491921563E-3</c:v>
                </c:pt>
                <c:pt idx="349">
                  <c:v>6.8939100040111105E-3</c:v>
                </c:pt>
                <c:pt idx="350">
                  <c:v>7.2766006998266526E-3</c:v>
                </c:pt>
                <c:pt idx="351">
                  <c:v>7.195570239601325E-3</c:v>
                </c:pt>
                <c:pt idx="352">
                  <c:v>7.2261164797009616E-3</c:v>
                </c:pt>
                <c:pt idx="353">
                  <c:v>7.2777184788227504E-3</c:v>
                </c:pt>
                <c:pt idx="354">
                  <c:v>7.2836234580299659E-3</c:v>
                </c:pt>
                <c:pt idx="355">
                  <c:v>7.1296621708742108E-3</c:v>
                </c:pt>
                <c:pt idx="356">
                  <c:v>7.1038006345588199E-3</c:v>
                </c:pt>
                <c:pt idx="357">
                  <c:v>7.0499385342788325E-3</c:v>
                </c:pt>
                <c:pt idx="358">
                  <c:v>6.690834676529268E-3</c:v>
                </c:pt>
                <c:pt idx="359">
                  <c:v>7.7333972283486633E-3</c:v>
                </c:pt>
                <c:pt idx="360">
                  <c:v>7.8025855639913275E-3</c:v>
                </c:pt>
                <c:pt idx="361">
                  <c:v>7.797533774142512E-3</c:v>
                </c:pt>
                <c:pt idx="362">
                  <c:v>7.1459945360434303E-3</c:v>
                </c:pt>
                <c:pt idx="363">
                  <c:v>8.2931381443082982E-3</c:v>
                </c:pt>
                <c:pt idx="364">
                  <c:v>7.7324488679182159E-3</c:v>
                </c:pt>
                <c:pt idx="365">
                  <c:v>7.7047095497044292E-3</c:v>
                </c:pt>
                <c:pt idx="366">
                  <c:v>7.9366844123291164E-3</c:v>
                </c:pt>
                <c:pt idx="367">
                  <c:v>9.2296592659203286E-3</c:v>
                </c:pt>
                <c:pt idx="368">
                  <c:v>9.2337874668214238E-3</c:v>
                </c:pt>
                <c:pt idx="369">
                  <c:v>8.9058635973916691E-3</c:v>
                </c:pt>
                <c:pt idx="370">
                  <c:v>9.0301123223153878E-3</c:v>
                </c:pt>
                <c:pt idx="371">
                  <c:v>8.9977271091462828E-3</c:v>
                </c:pt>
                <c:pt idx="372">
                  <c:v>9.0743618924117725E-3</c:v>
                </c:pt>
                <c:pt idx="373">
                  <c:v>9.334579836638348E-3</c:v>
                </c:pt>
                <c:pt idx="374">
                  <c:v>9.2045969884707937E-3</c:v>
                </c:pt>
                <c:pt idx="375">
                  <c:v>9.752404193606741E-3</c:v>
                </c:pt>
                <c:pt idx="376">
                  <c:v>9.7368284425403198E-3</c:v>
                </c:pt>
                <c:pt idx="377">
                  <c:v>9.7403012592141638E-3</c:v>
                </c:pt>
                <c:pt idx="378">
                  <c:v>9.9038237087392747E-3</c:v>
                </c:pt>
                <c:pt idx="379">
                  <c:v>9.7995123403622538E-3</c:v>
                </c:pt>
                <c:pt idx="380">
                  <c:v>1.0486330380135552E-2</c:v>
                </c:pt>
                <c:pt idx="381">
                  <c:v>1.0427031659699089E-2</c:v>
                </c:pt>
                <c:pt idx="382">
                  <c:v>9.2336270131571207E-3</c:v>
                </c:pt>
                <c:pt idx="383">
                  <c:v>9.2505989962607914E-3</c:v>
                </c:pt>
                <c:pt idx="384">
                  <c:v>9.1978081255878613E-3</c:v>
                </c:pt>
                <c:pt idx="385">
                  <c:v>9.0099743782066834E-3</c:v>
                </c:pt>
                <c:pt idx="386">
                  <c:v>8.5616221873737065E-3</c:v>
                </c:pt>
                <c:pt idx="387">
                  <c:v>8.5760539368546183E-3</c:v>
                </c:pt>
                <c:pt idx="388">
                  <c:v>8.5912353637599154E-3</c:v>
                </c:pt>
                <c:pt idx="389">
                  <c:v>9.6202955587119769E-3</c:v>
                </c:pt>
                <c:pt idx="390">
                  <c:v>9.6097089452383162E-3</c:v>
                </c:pt>
                <c:pt idx="391">
                  <c:v>9.6154654095568122E-3</c:v>
                </c:pt>
                <c:pt idx="392">
                  <c:v>9.1899579607547296E-3</c:v>
                </c:pt>
                <c:pt idx="393">
                  <c:v>9.2943126257676832E-3</c:v>
                </c:pt>
                <c:pt idx="394">
                  <c:v>8.8143915709291733E-3</c:v>
                </c:pt>
                <c:pt idx="395">
                  <c:v>8.816215156050744E-3</c:v>
                </c:pt>
                <c:pt idx="396">
                  <c:v>8.7771390484062146E-3</c:v>
                </c:pt>
                <c:pt idx="397">
                  <c:v>7.75046823929499E-3</c:v>
                </c:pt>
                <c:pt idx="398">
                  <c:v>8.4115232365925205E-3</c:v>
                </c:pt>
                <c:pt idx="399">
                  <c:v>7.439644129770725E-3</c:v>
                </c:pt>
                <c:pt idx="400">
                  <c:v>7.4220728762190886E-3</c:v>
                </c:pt>
                <c:pt idx="401">
                  <c:v>7.6656814709521745E-3</c:v>
                </c:pt>
                <c:pt idx="402">
                  <c:v>7.7644639347386503E-3</c:v>
                </c:pt>
                <c:pt idx="403">
                  <c:v>7.7514524503436207E-3</c:v>
                </c:pt>
                <c:pt idx="404">
                  <c:v>1.0885565316696938E-2</c:v>
                </c:pt>
                <c:pt idx="405">
                  <c:v>1.2101951428502249E-2</c:v>
                </c:pt>
                <c:pt idx="406">
                  <c:v>1.2068657215032587E-2</c:v>
                </c:pt>
                <c:pt idx="407">
                  <c:v>1.2070956876049685E-2</c:v>
                </c:pt>
                <c:pt idx="408">
                  <c:v>1.0703329217628574E-2</c:v>
                </c:pt>
                <c:pt idx="409">
                  <c:v>1.1050093059166299E-2</c:v>
                </c:pt>
                <c:pt idx="410">
                  <c:v>1.1239809417079199E-2</c:v>
                </c:pt>
                <c:pt idx="411">
                  <c:v>1.1296019651891715E-2</c:v>
                </c:pt>
                <c:pt idx="412">
                  <c:v>1.1807621325654076E-2</c:v>
                </c:pt>
                <c:pt idx="413">
                  <c:v>1.1750830819489425E-2</c:v>
                </c:pt>
                <c:pt idx="414">
                  <c:v>1.1791129508957344E-2</c:v>
                </c:pt>
                <c:pt idx="415">
                  <c:v>1.2327908505129081E-2</c:v>
                </c:pt>
                <c:pt idx="416">
                  <c:v>1.2306501740976009E-2</c:v>
                </c:pt>
                <c:pt idx="417">
                  <c:v>1.2223577062378702E-2</c:v>
                </c:pt>
                <c:pt idx="418">
                  <c:v>1.2480703633018812E-2</c:v>
                </c:pt>
                <c:pt idx="419">
                  <c:v>1.2555734336597001E-2</c:v>
                </c:pt>
                <c:pt idx="420">
                  <c:v>1.2351184585045489E-2</c:v>
                </c:pt>
                <c:pt idx="421">
                  <c:v>1.37444060411097E-2</c:v>
                </c:pt>
                <c:pt idx="422">
                  <c:v>1.3723248635502953E-2</c:v>
                </c:pt>
                <c:pt idx="423">
                  <c:v>1.1504982851009156E-2</c:v>
                </c:pt>
                <c:pt idx="424">
                  <c:v>9.4331920501269824E-3</c:v>
                </c:pt>
                <c:pt idx="425">
                  <c:v>9.5112755112334406E-3</c:v>
                </c:pt>
                <c:pt idx="426">
                  <c:v>9.5872575806081207E-3</c:v>
                </c:pt>
                <c:pt idx="427">
                  <c:v>9.4728706796843153E-3</c:v>
                </c:pt>
                <c:pt idx="428">
                  <c:v>8.4988199265541072E-3</c:v>
                </c:pt>
                <c:pt idx="429">
                  <c:v>8.5849643924372533E-3</c:v>
                </c:pt>
                <c:pt idx="430">
                  <c:v>8.9814269583682587E-3</c:v>
                </c:pt>
                <c:pt idx="431">
                  <c:v>8.68092683131437E-3</c:v>
                </c:pt>
                <c:pt idx="432">
                  <c:v>8.907485864493879E-3</c:v>
                </c:pt>
                <c:pt idx="433">
                  <c:v>9.6355589040710132E-3</c:v>
                </c:pt>
                <c:pt idx="434">
                  <c:v>9.2823897411529379E-3</c:v>
                </c:pt>
                <c:pt idx="435">
                  <c:v>9.4603185984758476E-3</c:v>
                </c:pt>
                <c:pt idx="436">
                  <c:v>9.3921285238228406E-3</c:v>
                </c:pt>
                <c:pt idx="437">
                  <c:v>9.278755525743072E-3</c:v>
                </c:pt>
                <c:pt idx="438">
                  <c:v>9.2669093255485589E-3</c:v>
                </c:pt>
                <c:pt idx="439">
                  <c:v>9.7914098784980044E-3</c:v>
                </c:pt>
                <c:pt idx="440">
                  <c:v>8.1744088233980192E-3</c:v>
                </c:pt>
                <c:pt idx="441">
                  <c:v>8.3278566626094463E-3</c:v>
                </c:pt>
                <c:pt idx="442">
                  <c:v>8.3086870202303976E-3</c:v>
                </c:pt>
                <c:pt idx="443">
                  <c:v>8.2234139893043144E-3</c:v>
                </c:pt>
                <c:pt idx="444">
                  <c:v>8.1632117439820896E-3</c:v>
                </c:pt>
                <c:pt idx="445">
                  <c:v>7.9645266517755064E-3</c:v>
                </c:pt>
                <c:pt idx="446">
                  <c:v>7.951069250519428E-3</c:v>
                </c:pt>
                <c:pt idx="447">
                  <c:v>7.8664743608957317E-3</c:v>
                </c:pt>
                <c:pt idx="448">
                  <c:v>7.623146724677338E-3</c:v>
                </c:pt>
                <c:pt idx="449">
                  <c:v>7.5715360829609717E-3</c:v>
                </c:pt>
                <c:pt idx="450">
                  <c:v>7.5929102455847249E-3</c:v>
                </c:pt>
                <c:pt idx="451">
                  <c:v>7.2339323752228669E-3</c:v>
                </c:pt>
                <c:pt idx="452">
                  <c:v>6.9222474824520786E-3</c:v>
                </c:pt>
                <c:pt idx="453">
                  <c:v>6.7055843996460763E-3</c:v>
                </c:pt>
                <c:pt idx="454">
                  <c:v>6.6447675623667168E-3</c:v>
                </c:pt>
                <c:pt idx="455">
                  <c:v>7.0149565013378073E-3</c:v>
                </c:pt>
                <c:pt idx="456">
                  <c:v>6.960079381412511E-3</c:v>
                </c:pt>
                <c:pt idx="457">
                  <c:v>6.8561982207630172E-3</c:v>
                </c:pt>
                <c:pt idx="458">
                  <c:v>6.4740924685008864E-3</c:v>
                </c:pt>
                <c:pt idx="459">
                  <c:v>6.607207729186446E-3</c:v>
                </c:pt>
                <c:pt idx="460">
                  <c:v>6.197595194748085E-3</c:v>
                </c:pt>
                <c:pt idx="461">
                  <c:v>6.1214797129596037E-3</c:v>
                </c:pt>
                <c:pt idx="462">
                  <c:v>6.098488000700974E-3</c:v>
                </c:pt>
                <c:pt idx="463">
                  <c:v>6.1399451083234092E-3</c:v>
                </c:pt>
                <c:pt idx="464">
                  <c:v>6.1781836312576593E-3</c:v>
                </c:pt>
                <c:pt idx="465">
                  <c:v>6.5096063678245558E-3</c:v>
                </c:pt>
                <c:pt idx="466">
                  <c:v>6.5272652333925917E-3</c:v>
                </c:pt>
                <c:pt idx="467">
                  <c:v>6.4465673412293107E-3</c:v>
                </c:pt>
                <c:pt idx="468">
                  <c:v>5.6485578149448757E-3</c:v>
                </c:pt>
                <c:pt idx="469">
                  <c:v>5.6485289550822805E-3</c:v>
                </c:pt>
                <c:pt idx="470">
                  <c:v>5.5480059116508216E-3</c:v>
                </c:pt>
                <c:pt idx="471">
                  <c:v>5.1696772691893463E-3</c:v>
                </c:pt>
                <c:pt idx="472">
                  <c:v>5.2995029567915429E-3</c:v>
                </c:pt>
                <c:pt idx="473">
                  <c:v>5.2868134106300322E-3</c:v>
                </c:pt>
                <c:pt idx="474">
                  <c:v>4.2355221148838258E-3</c:v>
                </c:pt>
                <c:pt idx="475">
                  <c:v>4.421517535584403E-3</c:v>
                </c:pt>
                <c:pt idx="476">
                  <c:v>4.4418568473158131E-3</c:v>
                </c:pt>
                <c:pt idx="477">
                  <c:v>4.1731843864217669E-3</c:v>
                </c:pt>
                <c:pt idx="478">
                  <c:v>3.8092117912697241E-3</c:v>
                </c:pt>
                <c:pt idx="479">
                  <c:v>3.7710587592195591E-3</c:v>
                </c:pt>
                <c:pt idx="480">
                  <c:v>5.1159500094567012E-3</c:v>
                </c:pt>
                <c:pt idx="481">
                  <c:v>6.0381571160451324E-3</c:v>
                </c:pt>
                <c:pt idx="482">
                  <c:v>6.1116542431570581E-3</c:v>
                </c:pt>
                <c:pt idx="483">
                  <c:v>6.2045425689596949E-3</c:v>
                </c:pt>
                <c:pt idx="484">
                  <c:v>7.0046852966893615E-3</c:v>
                </c:pt>
                <c:pt idx="485">
                  <c:v>7.0439928130712672E-3</c:v>
                </c:pt>
                <c:pt idx="486">
                  <c:v>7.0382459837992463E-3</c:v>
                </c:pt>
                <c:pt idx="487">
                  <c:v>7.0240411038955891E-3</c:v>
                </c:pt>
                <c:pt idx="488">
                  <c:v>7.0619339286031738E-3</c:v>
                </c:pt>
                <c:pt idx="489">
                  <c:v>7.0918232907942556E-3</c:v>
                </c:pt>
                <c:pt idx="490">
                  <c:v>7.0945474746197121E-3</c:v>
                </c:pt>
                <c:pt idx="491">
                  <c:v>6.9933434757765596E-3</c:v>
                </c:pt>
                <c:pt idx="492">
                  <c:v>7.111683393323325E-3</c:v>
                </c:pt>
                <c:pt idx="493">
                  <c:v>7.0735798302059491E-3</c:v>
                </c:pt>
                <c:pt idx="494">
                  <c:v>7.3697873613392589E-3</c:v>
                </c:pt>
                <c:pt idx="495">
                  <c:v>7.3496686413807178E-3</c:v>
                </c:pt>
                <c:pt idx="496">
                  <c:v>7.2765925986677717E-3</c:v>
                </c:pt>
                <c:pt idx="497">
                  <c:v>7.2557477271090543E-3</c:v>
                </c:pt>
                <c:pt idx="498">
                  <c:v>7.7315617906057732E-3</c:v>
                </c:pt>
                <c:pt idx="499">
                  <c:v>6.8596759875650054E-3</c:v>
                </c:pt>
                <c:pt idx="500">
                  <c:v>5.8484853187939249E-3</c:v>
                </c:pt>
                <c:pt idx="501">
                  <c:v>5.556255153108724E-3</c:v>
                </c:pt>
                <c:pt idx="502">
                  <c:v>7.7807017776857033E-3</c:v>
                </c:pt>
                <c:pt idx="503">
                  <c:v>7.1173033922924097E-3</c:v>
                </c:pt>
                <c:pt idx="504">
                  <c:v>7.2919217199459447E-3</c:v>
                </c:pt>
                <c:pt idx="505">
                  <c:v>7.4985332673712431E-3</c:v>
                </c:pt>
                <c:pt idx="506">
                  <c:v>7.4846590988287458E-3</c:v>
                </c:pt>
                <c:pt idx="507">
                  <c:v>7.4333643426955929E-3</c:v>
                </c:pt>
                <c:pt idx="508">
                  <c:v>7.4497158559372169E-3</c:v>
                </c:pt>
                <c:pt idx="509">
                  <c:v>7.9092386124822063E-3</c:v>
                </c:pt>
                <c:pt idx="510">
                  <c:v>7.934256196858577E-3</c:v>
                </c:pt>
                <c:pt idx="511">
                  <c:v>7.795912815845448E-3</c:v>
                </c:pt>
                <c:pt idx="512">
                  <c:v>8.2077795301418229E-3</c:v>
                </c:pt>
                <c:pt idx="513">
                  <c:v>7.9584079835735635E-3</c:v>
                </c:pt>
                <c:pt idx="514">
                  <c:v>8.0569249575585082E-3</c:v>
                </c:pt>
                <c:pt idx="515">
                  <c:v>8.2011787013967392E-3</c:v>
                </c:pt>
                <c:pt idx="516">
                  <c:v>8.1819948827425281E-3</c:v>
                </c:pt>
                <c:pt idx="517">
                  <c:v>8.4887059896957065E-3</c:v>
                </c:pt>
                <c:pt idx="518">
                  <c:v>8.487642398854316E-3</c:v>
                </c:pt>
                <c:pt idx="519">
                  <c:v>8.9363824850510129E-3</c:v>
                </c:pt>
                <c:pt idx="520">
                  <c:v>8.9922761480688146E-3</c:v>
                </c:pt>
                <c:pt idx="521">
                  <c:v>8.4553935498587075E-3</c:v>
                </c:pt>
                <c:pt idx="522">
                  <c:v>8.2961483774797624E-3</c:v>
                </c:pt>
                <c:pt idx="523">
                  <c:v>8.1599120105236653E-3</c:v>
                </c:pt>
                <c:pt idx="524">
                  <c:v>7.9944854545692216E-3</c:v>
                </c:pt>
                <c:pt idx="525">
                  <c:v>7.9884722213299682E-3</c:v>
                </c:pt>
                <c:pt idx="526">
                  <c:v>7.9807713623061619E-3</c:v>
                </c:pt>
                <c:pt idx="527">
                  <c:v>7.9371230071563353E-3</c:v>
                </c:pt>
                <c:pt idx="528">
                  <c:v>7.3680502542526087E-3</c:v>
                </c:pt>
                <c:pt idx="529">
                  <c:v>7.501723641185498E-3</c:v>
                </c:pt>
                <c:pt idx="530">
                  <c:v>7.3488612000634718E-3</c:v>
                </c:pt>
                <c:pt idx="531">
                  <c:v>7.012189251537862E-3</c:v>
                </c:pt>
                <c:pt idx="532">
                  <c:v>7.0051298994721388E-3</c:v>
                </c:pt>
                <c:pt idx="533">
                  <c:v>7.132065302130371E-3</c:v>
                </c:pt>
                <c:pt idx="534">
                  <c:v>6.8739148823160207E-3</c:v>
                </c:pt>
                <c:pt idx="535">
                  <c:v>6.8829516760689959E-3</c:v>
                </c:pt>
                <c:pt idx="536">
                  <c:v>6.1971272759694671E-3</c:v>
                </c:pt>
                <c:pt idx="537">
                  <c:v>6.3483523836066445E-3</c:v>
                </c:pt>
                <c:pt idx="538">
                  <c:v>6.2274695382168038E-3</c:v>
                </c:pt>
                <c:pt idx="539">
                  <c:v>6.1630481609061529E-3</c:v>
                </c:pt>
                <c:pt idx="540">
                  <c:v>4.371110563324657E-3</c:v>
                </c:pt>
                <c:pt idx="541">
                  <c:v>4.0549062204024546E-3</c:v>
                </c:pt>
                <c:pt idx="542">
                  <c:v>4.684523117799053E-3</c:v>
                </c:pt>
                <c:pt idx="543">
                  <c:v>4.8104904016097036E-3</c:v>
                </c:pt>
                <c:pt idx="544">
                  <c:v>4.8247346545397659E-3</c:v>
                </c:pt>
                <c:pt idx="545">
                  <c:v>4.8272839567875692E-3</c:v>
                </c:pt>
                <c:pt idx="546">
                  <c:v>5.2252163725666542E-3</c:v>
                </c:pt>
                <c:pt idx="547">
                  <c:v>5.1866078157235627E-3</c:v>
                </c:pt>
                <c:pt idx="548">
                  <c:v>5.2375622278011983E-3</c:v>
                </c:pt>
                <c:pt idx="549">
                  <c:v>5.2327915974842492E-3</c:v>
                </c:pt>
                <c:pt idx="550">
                  <c:v>6.189023388393524E-3</c:v>
                </c:pt>
                <c:pt idx="551">
                  <c:v>6.1669025627769701E-3</c:v>
                </c:pt>
                <c:pt idx="552">
                  <c:v>6.2722383666515271E-3</c:v>
                </c:pt>
                <c:pt idx="553">
                  <c:v>6.2581245360290895E-3</c:v>
                </c:pt>
                <c:pt idx="554">
                  <c:v>6.2468066469694716E-3</c:v>
                </c:pt>
                <c:pt idx="555">
                  <c:v>6.8038441305071796E-3</c:v>
                </c:pt>
                <c:pt idx="556">
                  <c:v>6.8126857090400296E-3</c:v>
                </c:pt>
                <c:pt idx="557">
                  <c:v>6.4712437228747147E-3</c:v>
                </c:pt>
                <c:pt idx="558">
                  <c:v>6.517505867892146E-3</c:v>
                </c:pt>
                <c:pt idx="559">
                  <c:v>6.4892020658520204E-3</c:v>
                </c:pt>
                <c:pt idx="560">
                  <c:v>6.4921024953730703E-3</c:v>
                </c:pt>
                <c:pt idx="561">
                  <c:v>5.8475708241729867E-3</c:v>
                </c:pt>
                <c:pt idx="562">
                  <c:v>5.5726225851440948E-3</c:v>
                </c:pt>
                <c:pt idx="563">
                  <c:v>5.7149814766363043E-3</c:v>
                </c:pt>
                <c:pt idx="564">
                  <c:v>5.6921637103560501E-3</c:v>
                </c:pt>
                <c:pt idx="565">
                  <c:v>5.4738335915678086E-3</c:v>
                </c:pt>
                <c:pt idx="566">
                  <c:v>5.5923379707971356E-3</c:v>
                </c:pt>
                <c:pt idx="567">
                  <c:v>5.6192614127982326E-3</c:v>
                </c:pt>
                <c:pt idx="568">
                  <c:v>5.6032774176316066E-3</c:v>
                </c:pt>
                <c:pt idx="569">
                  <c:v>4.8848298588394946E-3</c:v>
                </c:pt>
                <c:pt idx="570">
                  <c:v>5.3622296665112503E-3</c:v>
                </c:pt>
                <c:pt idx="571">
                  <c:v>5.1870582865471823E-3</c:v>
                </c:pt>
                <c:pt idx="572">
                  <c:v>5.8288807770324712E-3</c:v>
                </c:pt>
                <c:pt idx="573">
                  <c:v>6.494026470062573E-3</c:v>
                </c:pt>
                <c:pt idx="574">
                  <c:v>6.5327448097270355E-3</c:v>
                </c:pt>
                <c:pt idx="575">
                  <c:v>6.466299426616369E-3</c:v>
                </c:pt>
                <c:pt idx="576">
                  <c:v>6.4275548711541421E-3</c:v>
                </c:pt>
                <c:pt idx="577">
                  <c:v>6.434489103080066E-3</c:v>
                </c:pt>
                <c:pt idx="578">
                  <c:v>6.4659053923451278E-3</c:v>
                </c:pt>
                <c:pt idx="579">
                  <c:v>6.4507247780626938E-3</c:v>
                </c:pt>
                <c:pt idx="580">
                  <c:v>6.7458011826426025E-3</c:v>
                </c:pt>
                <c:pt idx="581">
                  <c:v>7.0849523179454732E-3</c:v>
                </c:pt>
                <c:pt idx="582">
                  <c:v>7.1216469229731334E-3</c:v>
                </c:pt>
                <c:pt idx="583">
                  <c:v>6.8595938185848455E-3</c:v>
                </c:pt>
                <c:pt idx="584">
                  <c:v>7.0042129865409202E-3</c:v>
                </c:pt>
                <c:pt idx="585">
                  <c:v>7.0825188593495675E-3</c:v>
                </c:pt>
                <c:pt idx="586">
                  <c:v>7.1032631540980671E-3</c:v>
                </c:pt>
                <c:pt idx="587">
                  <c:v>7.0910012954384389E-3</c:v>
                </c:pt>
                <c:pt idx="588">
                  <c:v>7.1670139696325642E-3</c:v>
                </c:pt>
                <c:pt idx="589">
                  <c:v>7.1206837705088911E-3</c:v>
                </c:pt>
                <c:pt idx="590">
                  <c:v>7.1564060884703835E-3</c:v>
                </c:pt>
                <c:pt idx="591">
                  <c:v>6.5581970944071349E-3</c:v>
                </c:pt>
                <c:pt idx="592">
                  <c:v>5.5301029035123893E-3</c:v>
                </c:pt>
                <c:pt idx="593">
                  <c:v>5.1807933872648829E-3</c:v>
                </c:pt>
                <c:pt idx="594">
                  <c:v>5.1033649459968061E-3</c:v>
                </c:pt>
                <c:pt idx="595">
                  <c:v>5.1886517240218449E-3</c:v>
                </c:pt>
                <c:pt idx="596">
                  <c:v>4.9708494592533283E-3</c:v>
                </c:pt>
                <c:pt idx="597">
                  <c:v>4.6774818200814574E-3</c:v>
                </c:pt>
                <c:pt idx="598">
                  <c:v>6.8618957901385108E-3</c:v>
                </c:pt>
                <c:pt idx="599">
                  <c:v>6.7802541641799911E-3</c:v>
                </c:pt>
                <c:pt idx="600">
                  <c:v>6.534407192375879E-3</c:v>
                </c:pt>
                <c:pt idx="601">
                  <c:v>7.6997022943673804E-3</c:v>
                </c:pt>
                <c:pt idx="602">
                  <c:v>7.7442770591559049E-3</c:v>
                </c:pt>
                <c:pt idx="603">
                  <c:v>7.7785800383963323E-3</c:v>
                </c:pt>
                <c:pt idx="604">
                  <c:v>7.8314035708195659E-3</c:v>
                </c:pt>
                <c:pt idx="605">
                  <c:v>8.2226690279816172E-3</c:v>
                </c:pt>
                <c:pt idx="606">
                  <c:v>8.2074314611893136E-3</c:v>
                </c:pt>
                <c:pt idx="607">
                  <c:v>8.3198090626821902E-3</c:v>
                </c:pt>
                <c:pt idx="608">
                  <c:v>8.1766739558732562E-3</c:v>
                </c:pt>
                <c:pt idx="609">
                  <c:v>7.9329250915480126E-3</c:v>
                </c:pt>
                <c:pt idx="610">
                  <c:v>7.9277626996394311E-3</c:v>
                </c:pt>
                <c:pt idx="611">
                  <c:v>9.8858825922233003E-3</c:v>
                </c:pt>
                <c:pt idx="612">
                  <c:v>1.010679772343696E-2</c:v>
                </c:pt>
                <c:pt idx="613">
                  <c:v>1.0050984201008558E-2</c:v>
                </c:pt>
                <c:pt idx="614">
                  <c:v>1.0052410793411053E-2</c:v>
                </c:pt>
                <c:pt idx="615">
                  <c:v>1.0118612552330918E-2</c:v>
                </c:pt>
                <c:pt idx="616">
                  <c:v>1.0149441084354182E-2</c:v>
                </c:pt>
                <c:pt idx="617">
                  <c:v>8.92031797413817E-3</c:v>
                </c:pt>
                <c:pt idx="618">
                  <c:v>8.8863190954155437E-3</c:v>
                </c:pt>
                <c:pt idx="619">
                  <c:v>8.6134392627519717E-3</c:v>
                </c:pt>
                <c:pt idx="620">
                  <c:v>6.9968847795452357E-3</c:v>
                </c:pt>
                <c:pt idx="621">
                  <c:v>7.00762345553964E-3</c:v>
                </c:pt>
                <c:pt idx="622">
                  <c:v>7.4079233430225525E-3</c:v>
                </c:pt>
                <c:pt idx="623">
                  <c:v>7.4088493569873723E-3</c:v>
                </c:pt>
                <c:pt idx="624">
                  <c:v>7.3911003914973131E-3</c:v>
                </c:pt>
                <c:pt idx="625">
                  <c:v>8.1734874504799677E-3</c:v>
                </c:pt>
                <c:pt idx="626">
                  <c:v>8.5560959174227052E-3</c:v>
                </c:pt>
                <c:pt idx="627">
                  <c:v>8.5519305343918842E-3</c:v>
                </c:pt>
                <c:pt idx="628">
                  <c:v>8.5696046270696095E-3</c:v>
                </c:pt>
                <c:pt idx="629">
                  <c:v>9.3706349469696061E-3</c:v>
                </c:pt>
                <c:pt idx="630">
                  <c:v>7.7426181937524513E-3</c:v>
                </c:pt>
                <c:pt idx="631">
                  <c:v>7.5018578250335057E-3</c:v>
                </c:pt>
                <c:pt idx="632">
                  <c:v>7.9407084099463645E-3</c:v>
                </c:pt>
                <c:pt idx="633">
                  <c:v>8.4748375943319559E-3</c:v>
                </c:pt>
                <c:pt idx="634">
                  <c:v>8.3495259053080681E-3</c:v>
                </c:pt>
                <c:pt idx="635">
                  <c:v>8.3428128453139488E-3</c:v>
                </c:pt>
                <c:pt idx="636">
                  <c:v>8.4097897790742695E-3</c:v>
                </c:pt>
                <c:pt idx="637">
                  <c:v>8.1647908062133217E-3</c:v>
                </c:pt>
                <c:pt idx="638">
                  <c:v>7.9796432696767668E-3</c:v>
                </c:pt>
                <c:pt idx="639">
                  <c:v>7.8796427936798797E-3</c:v>
                </c:pt>
                <c:pt idx="640">
                  <c:v>7.8039126491325859E-3</c:v>
                </c:pt>
                <c:pt idx="641">
                  <c:v>7.080997508556835E-3</c:v>
                </c:pt>
                <c:pt idx="642">
                  <c:v>7.7277179614848287E-3</c:v>
                </c:pt>
                <c:pt idx="643">
                  <c:v>7.990345933954689E-3</c:v>
                </c:pt>
                <c:pt idx="644">
                  <c:v>7.5763994827769306E-3</c:v>
                </c:pt>
                <c:pt idx="645">
                  <c:v>7.3388044511463564E-3</c:v>
                </c:pt>
                <c:pt idx="646">
                  <c:v>7.4660845251716141E-3</c:v>
                </c:pt>
                <c:pt idx="647">
                  <c:v>7.8118206644179101E-3</c:v>
                </c:pt>
                <c:pt idx="648">
                  <c:v>7.3185275770542516E-3</c:v>
                </c:pt>
                <c:pt idx="649">
                  <c:v>7.2266513728578008E-3</c:v>
                </c:pt>
                <c:pt idx="650">
                  <c:v>7.2889698014988848E-3</c:v>
                </c:pt>
                <c:pt idx="651">
                  <c:v>7.0728496263377195E-3</c:v>
                </c:pt>
                <c:pt idx="652">
                  <c:v>6.6577585857986081E-3</c:v>
                </c:pt>
                <c:pt idx="653">
                  <c:v>6.6370398973267901E-3</c:v>
                </c:pt>
                <c:pt idx="654">
                  <c:v>6.7363364810874042E-3</c:v>
                </c:pt>
                <c:pt idx="655">
                  <c:v>6.6064127064147677E-3</c:v>
                </c:pt>
                <c:pt idx="656">
                  <c:v>6.6228014308037193E-3</c:v>
                </c:pt>
                <c:pt idx="657">
                  <c:v>6.725514925450436E-3</c:v>
                </c:pt>
                <c:pt idx="658">
                  <c:v>6.7234019908082136E-3</c:v>
                </c:pt>
                <c:pt idx="659">
                  <c:v>6.8405649587730509E-3</c:v>
                </c:pt>
                <c:pt idx="660">
                  <c:v>6.8679909743810299E-3</c:v>
                </c:pt>
                <c:pt idx="661">
                  <c:v>6.2225102079351271E-3</c:v>
                </c:pt>
                <c:pt idx="662">
                  <c:v>6.0003795882938825E-3</c:v>
                </c:pt>
                <c:pt idx="663">
                  <c:v>6.0177362386047498E-3</c:v>
                </c:pt>
                <c:pt idx="664">
                  <c:v>5.9358732566265546E-3</c:v>
                </c:pt>
                <c:pt idx="665">
                  <c:v>5.5248974120476755E-3</c:v>
                </c:pt>
                <c:pt idx="666">
                  <c:v>5.3507910118089381E-3</c:v>
                </c:pt>
                <c:pt idx="667">
                  <c:v>5.117861613717487E-3</c:v>
                </c:pt>
                <c:pt idx="668">
                  <c:v>5.0660956401448222E-3</c:v>
                </c:pt>
                <c:pt idx="669">
                  <c:v>5.1624860633197487E-3</c:v>
                </c:pt>
                <c:pt idx="670">
                  <c:v>4.9683221854208773E-3</c:v>
                </c:pt>
                <c:pt idx="671">
                  <c:v>4.7559618391780981E-3</c:v>
                </c:pt>
                <c:pt idx="672">
                  <c:v>4.8807850919100476E-3</c:v>
                </c:pt>
                <c:pt idx="673">
                  <c:v>5.0980262502418397E-3</c:v>
                </c:pt>
                <c:pt idx="674">
                  <c:v>5.1282449615313568E-3</c:v>
                </c:pt>
                <c:pt idx="675">
                  <c:v>5.1976933322454965E-3</c:v>
                </c:pt>
                <c:pt idx="676">
                  <c:v>5.3517820914894074E-3</c:v>
                </c:pt>
                <c:pt idx="677">
                  <c:v>5.3829263301892367E-3</c:v>
                </c:pt>
                <c:pt idx="678">
                  <c:v>5.4125580995141916E-3</c:v>
                </c:pt>
                <c:pt idx="679">
                  <c:v>5.2376054645650464E-3</c:v>
                </c:pt>
                <c:pt idx="680">
                  <c:v>5.1262757918879498E-3</c:v>
                </c:pt>
                <c:pt idx="681">
                  <c:v>4.4645034102570695E-3</c:v>
                </c:pt>
                <c:pt idx="682">
                  <c:v>5.5184539601102573E-3</c:v>
                </c:pt>
                <c:pt idx="683">
                  <c:v>5.5988594279469464E-3</c:v>
                </c:pt>
                <c:pt idx="684">
                  <c:v>5.5861411173237872E-3</c:v>
                </c:pt>
                <c:pt idx="685">
                  <c:v>1.0905145426253095E-2</c:v>
                </c:pt>
                <c:pt idx="686">
                  <c:v>1.1742472173127098E-2</c:v>
                </c:pt>
                <c:pt idx="687">
                  <c:v>1.1735629600525127E-2</c:v>
                </c:pt>
                <c:pt idx="688">
                  <c:v>1.1904002202719449E-2</c:v>
                </c:pt>
                <c:pt idx="689">
                  <c:v>1.2332136579903797E-2</c:v>
                </c:pt>
                <c:pt idx="690">
                  <c:v>1.2497859149775531E-2</c:v>
                </c:pt>
                <c:pt idx="691">
                  <c:v>1.2337188103509911E-2</c:v>
                </c:pt>
                <c:pt idx="692">
                  <c:v>1.2450064772930255E-2</c:v>
                </c:pt>
                <c:pt idx="693">
                  <c:v>1.2462287735859666E-2</c:v>
                </c:pt>
                <c:pt idx="694">
                  <c:v>1.2333919360146384E-2</c:v>
                </c:pt>
                <c:pt idx="695">
                  <c:v>1.2190980704371903E-2</c:v>
                </c:pt>
                <c:pt idx="696">
                  <c:v>1.2008790964430907E-2</c:v>
                </c:pt>
                <c:pt idx="697">
                  <c:v>1.2126862558087774E-2</c:v>
                </c:pt>
                <c:pt idx="698">
                  <c:v>1.2542203387381502E-2</c:v>
                </c:pt>
                <c:pt idx="699">
                  <c:v>1.2538569505026326E-2</c:v>
                </c:pt>
                <c:pt idx="700">
                  <c:v>1.2379070686226585E-2</c:v>
                </c:pt>
                <c:pt idx="701">
                  <c:v>1.2307645135400822E-2</c:v>
                </c:pt>
                <c:pt idx="702">
                  <c:v>1.2290413399790596E-2</c:v>
                </c:pt>
                <c:pt idx="703">
                  <c:v>1.2364651792090852E-2</c:v>
                </c:pt>
                <c:pt idx="704">
                  <c:v>9.4308230778811612E-3</c:v>
                </c:pt>
                <c:pt idx="705">
                  <c:v>9.0336946267796266E-3</c:v>
                </c:pt>
                <c:pt idx="706">
                  <c:v>9.0432511114216692E-3</c:v>
                </c:pt>
                <c:pt idx="707">
                  <c:v>9.8743383684615667E-3</c:v>
                </c:pt>
                <c:pt idx="708">
                  <c:v>9.3130035208782054E-3</c:v>
                </c:pt>
                <c:pt idx="709">
                  <c:v>8.9602516358798043E-3</c:v>
                </c:pt>
                <c:pt idx="710">
                  <c:v>9.4248291964368781E-3</c:v>
                </c:pt>
                <c:pt idx="711">
                  <c:v>9.3039577112415325E-3</c:v>
                </c:pt>
                <c:pt idx="712">
                  <c:v>9.2376941248220098E-3</c:v>
                </c:pt>
                <c:pt idx="713">
                  <c:v>9.3011638448036432E-3</c:v>
                </c:pt>
                <c:pt idx="714">
                  <c:v>9.0055330799897471E-3</c:v>
                </c:pt>
                <c:pt idx="715">
                  <c:v>9.397942241947059E-3</c:v>
                </c:pt>
                <c:pt idx="716">
                  <c:v>9.893455441107828E-3</c:v>
                </c:pt>
                <c:pt idx="717">
                  <c:v>9.5242512488626068E-3</c:v>
                </c:pt>
                <c:pt idx="718">
                  <c:v>9.6634311650388802E-3</c:v>
                </c:pt>
                <c:pt idx="719">
                  <c:v>1.0099003350905243E-2</c:v>
                </c:pt>
                <c:pt idx="720">
                  <c:v>1.0274469226994716E-2</c:v>
                </c:pt>
                <c:pt idx="721">
                  <c:v>1.1017657138035493E-2</c:v>
                </c:pt>
                <c:pt idx="722">
                  <c:v>1.0656329177030976E-2</c:v>
                </c:pt>
                <c:pt idx="723">
                  <c:v>1.0506379653842405E-2</c:v>
                </c:pt>
                <c:pt idx="724">
                  <c:v>1.0286607643224019E-2</c:v>
                </c:pt>
                <c:pt idx="725">
                  <c:v>1.0256941486892088E-2</c:v>
                </c:pt>
                <c:pt idx="726">
                  <c:v>9.3847767950642914E-3</c:v>
                </c:pt>
                <c:pt idx="727">
                  <c:v>9.3786227505568837E-3</c:v>
                </c:pt>
                <c:pt idx="728">
                  <c:v>9.3618862676672996E-3</c:v>
                </c:pt>
                <c:pt idx="729">
                  <c:v>8.667479408424654E-3</c:v>
                </c:pt>
                <c:pt idx="730">
                  <c:v>8.323014015976982E-3</c:v>
                </c:pt>
                <c:pt idx="731">
                  <c:v>8.3545575051105544E-3</c:v>
                </c:pt>
                <c:pt idx="732">
                  <c:v>8.3335035972942409E-3</c:v>
                </c:pt>
                <c:pt idx="733">
                  <c:v>8.6045480435247481E-3</c:v>
                </c:pt>
                <c:pt idx="734">
                  <c:v>7.8686309662087759E-3</c:v>
                </c:pt>
                <c:pt idx="735">
                  <c:v>7.0374365755289736E-3</c:v>
                </c:pt>
                <c:pt idx="736">
                  <c:v>7.0526528771020572E-3</c:v>
                </c:pt>
                <c:pt idx="737">
                  <c:v>6.4827791066725962E-3</c:v>
                </c:pt>
                <c:pt idx="738">
                  <c:v>6.0121493398423717E-3</c:v>
                </c:pt>
                <c:pt idx="739">
                  <c:v>5.7291184308647511E-3</c:v>
                </c:pt>
                <c:pt idx="740">
                  <c:v>4.3973110093697733E-3</c:v>
                </c:pt>
                <c:pt idx="741">
                  <c:v>4.3885855511341491E-3</c:v>
                </c:pt>
                <c:pt idx="742">
                  <c:v>4.2473272595431556E-3</c:v>
                </c:pt>
                <c:pt idx="743">
                  <c:v>4.2411412080209645E-3</c:v>
                </c:pt>
                <c:pt idx="744">
                  <c:v>4.7778659567130569E-3</c:v>
                </c:pt>
                <c:pt idx="745">
                  <c:v>4.9022987659444886E-3</c:v>
                </c:pt>
                <c:pt idx="746">
                  <c:v>5.3205815091378391E-3</c:v>
                </c:pt>
                <c:pt idx="747">
                  <c:v>5.4053893435201108E-3</c:v>
                </c:pt>
                <c:pt idx="748">
                  <c:v>6.0176617969670988E-3</c:v>
                </c:pt>
                <c:pt idx="749">
                  <c:v>6.2325283334697121E-3</c:v>
                </c:pt>
                <c:pt idx="750">
                  <c:v>6.2759040462360216E-3</c:v>
                </c:pt>
                <c:pt idx="751">
                  <c:v>6.6526452257544564E-3</c:v>
                </c:pt>
                <c:pt idx="752">
                  <c:v>6.730340879873631E-3</c:v>
                </c:pt>
                <c:pt idx="753">
                  <c:v>7.0565267563831285E-3</c:v>
                </c:pt>
                <c:pt idx="754">
                  <c:v>6.9753781250728036E-3</c:v>
                </c:pt>
                <c:pt idx="755">
                  <c:v>6.8153913720134917E-3</c:v>
                </c:pt>
                <c:pt idx="756">
                  <c:v>6.8004775728334561E-3</c:v>
                </c:pt>
                <c:pt idx="757">
                  <c:v>7.6952831294775856E-3</c:v>
                </c:pt>
                <c:pt idx="758">
                  <c:v>7.4884428100209623E-3</c:v>
                </c:pt>
                <c:pt idx="759">
                  <c:v>7.5110815618389375E-3</c:v>
                </c:pt>
                <c:pt idx="760">
                  <c:v>7.585071872730189E-3</c:v>
                </c:pt>
                <c:pt idx="761">
                  <c:v>7.9518689956895473E-3</c:v>
                </c:pt>
                <c:pt idx="762">
                  <c:v>8.1552403092730492E-3</c:v>
                </c:pt>
                <c:pt idx="763">
                  <c:v>8.0099470273218495E-3</c:v>
                </c:pt>
                <c:pt idx="764">
                  <c:v>8.0046910366106117E-3</c:v>
                </c:pt>
                <c:pt idx="765">
                  <c:v>7.7527735363202782E-3</c:v>
                </c:pt>
                <c:pt idx="766">
                  <c:v>7.6391047375310109E-3</c:v>
                </c:pt>
                <c:pt idx="767">
                  <c:v>7.1122719324210899E-3</c:v>
                </c:pt>
                <c:pt idx="768">
                  <c:v>6.8117715738177506E-3</c:v>
                </c:pt>
                <c:pt idx="769">
                  <c:v>6.8859216296466991E-3</c:v>
                </c:pt>
                <c:pt idx="770">
                  <c:v>6.6439561722083712E-3</c:v>
                </c:pt>
                <c:pt idx="771">
                  <c:v>6.7274081662307703E-3</c:v>
                </c:pt>
                <c:pt idx="772">
                  <c:v>6.5989098935867584E-3</c:v>
                </c:pt>
                <c:pt idx="773">
                  <c:v>7.1000732964450917E-3</c:v>
                </c:pt>
                <c:pt idx="774">
                  <c:v>7.6868997463779608E-3</c:v>
                </c:pt>
                <c:pt idx="775">
                  <c:v>7.6829544997154093E-3</c:v>
                </c:pt>
                <c:pt idx="776">
                  <c:v>7.463686796767865E-3</c:v>
                </c:pt>
                <c:pt idx="777">
                  <c:v>7.7880425433334071E-3</c:v>
                </c:pt>
                <c:pt idx="778">
                  <c:v>8.7753761340661034E-3</c:v>
                </c:pt>
                <c:pt idx="779">
                  <c:v>8.7815811826465577E-3</c:v>
                </c:pt>
                <c:pt idx="780">
                  <c:v>8.4371443863418393E-3</c:v>
                </c:pt>
                <c:pt idx="781">
                  <c:v>8.3861485236734912E-3</c:v>
                </c:pt>
                <c:pt idx="782">
                  <c:v>8.2281905939827985E-3</c:v>
                </c:pt>
                <c:pt idx="783">
                  <c:v>8.1592203057080284E-3</c:v>
                </c:pt>
                <c:pt idx="784">
                  <c:v>8.5371248671581752E-3</c:v>
                </c:pt>
                <c:pt idx="785">
                  <c:v>8.6848403566170875E-3</c:v>
                </c:pt>
                <c:pt idx="786">
                  <c:v>8.6105449469076872E-3</c:v>
                </c:pt>
                <c:pt idx="787">
                  <c:v>8.8867234380746139E-3</c:v>
                </c:pt>
                <c:pt idx="788">
                  <c:v>8.8529715572938494E-3</c:v>
                </c:pt>
                <c:pt idx="789">
                  <c:v>8.8112561645610956E-3</c:v>
                </c:pt>
                <c:pt idx="790">
                  <c:v>8.8736685297557873E-3</c:v>
                </c:pt>
                <c:pt idx="791">
                  <c:v>9.0164620763300667E-3</c:v>
                </c:pt>
                <c:pt idx="792">
                  <c:v>8.5729319188609047E-3</c:v>
                </c:pt>
                <c:pt idx="793">
                  <c:v>8.1092469695763485E-3</c:v>
                </c:pt>
                <c:pt idx="794">
                  <c:v>8.2708375983176433E-3</c:v>
                </c:pt>
                <c:pt idx="795">
                  <c:v>7.5803946795279806E-3</c:v>
                </c:pt>
                <c:pt idx="796">
                  <c:v>6.9040877763079916E-3</c:v>
                </c:pt>
                <c:pt idx="797">
                  <c:v>6.1071864981030732E-3</c:v>
                </c:pt>
                <c:pt idx="798">
                  <c:v>6.0506538104472549E-3</c:v>
                </c:pt>
                <c:pt idx="799">
                  <c:v>6.0489213472491353E-3</c:v>
                </c:pt>
                <c:pt idx="800">
                  <c:v>5.9738307173281017E-3</c:v>
                </c:pt>
                <c:pt idx="801">
                  <c:v>5.9418850359260365E-3</c:v>
                </c:pt>
                <c:pt idx="802">
                  <c:v>6.2611971584230521E-3</c:v>
                </c:pt>
                <c:pt idx="803">
                  <c:v>5.9413411034511905E-3</c:v>
                </c:pt>
                <c:pt idx="804">
                  <c:v>5.8982453904320876E-3</c:v>
                </c:pt>
                <c:pt idx="805">
                  <c:v>5.9760438598097862E-3</c:v>
                </c:pt>
                <c:pt idx="806">
                  <c:v>5.7969116635719544E-3</c:v>
                </c:pt>
                <c:pt idx="807">
                  <c:v>5.8101783127929513E-3</c:v>
                </c:pt>
                <c:pt idx="808">
                  <c:v>5.8409904104542868E-3</c:v>
                </c:pt>
                <c:pt idx="809">
                  <c:v>6.4897965275885388E-3</c:v>
                </c:pt>
                <c:pt idx="810">
                  <c:v>6.2243149750944313E-3</c:v>
                </c:pt>
                <c:pt idx="811">
                  <c:v>7.2668055175410399E-3</c:v>
                </c:pt>
                <c:pt idx="812">
                  <c:v>7.4013066542036885E-3</c:v>
                </c:pt>
                <c:pt idx="813">
                  <c:v>7.9602832375183195E-3</c:v>
                </c:pt>
                <c:pt idx="814">
                  <c:v>7.912713219315165E-3</c:v>
                </c:pt>
                <c:pt idx="815">
                  <c:v>7.9932030029141263E-3</c:v>
                </c:pt>
                <c:pt idx="816">
                  <c:v>7.9985919236998815E-3</c:v>
                </c:pt>
                <c:pt idx="817">
                  <c:v>7.8680166134482005E-3</c:v>
                </c:pt>
                <c:pt idx="818">
                  <c:v>8.0671755412190845E-3</c:v>
                </c:pt>
                <c:pt idx="819">
                  <c:v>8.1950554833905148E-3</c:v>
                </c:pt>
                <c:pt idx="820">
                  <c:v>9.2193664283830162E-3</c:v>
                </c:pt>
                <c:pt idx="821">
                  <c:v>9.2313911327039401E-3</c:v>
                </c:pt>
                <c:pt idx="822">
                  <c:v>9.2322086541507982E-3</c:v>
                </c:pt>
                <c:pt idx="823">
                  <c:v>1.0180604503855998E-2</c:v>
                </c:pt>
                <c:pt idx="824">
                  <c:v>1.0323153497627854E-2</c:v>
                </c:pt>
                <c:pt idx="825">
                  <c:v>1.0054313192127825E-2</c:v>
                </c:pt>
                <c:pt idx="826">
                  <c:v>1.1652488010921289E-2</c:v>
                </c:pt>
                <c:pt idx="827">
                  <c:v>1.2545153908186578E-2</c:v>
                </c:pt>
                <c:pt idx="828">
                  <c:v>1.2315363522476828E-2</c:v>
                </c:pt>
                <c:pt idx="829">
                  <c:v>1.2226464571289817E-2</c:v>
                </c:pt>
                <c:pt idx="830">
                  <c:v>1.1945776821812965E-2</c:v>
                </c:pt>
                <c:pt idx="831">
                  <c:v>1.2855625376164671E-2</c:v>
                </c:pt>
                <c:pt idx="832">
                  <c:v>1.2322599642395652E-2</c:v>
                </c:pt>
                <c:pt idx="833">
                  <c:v>1.2257169244994003E-2</c:v>
                </c:pt>
                <c:pt idx="834">
                  <c:v>1.2262845070397134E-2</c:v>
                </c:pt>
                <c:pt idx="835">
                  <c:v>1.2450432044764499E-2</c:v>
                </c:pt>
                <c:pt idx="836">
                  <c:v>1.2513889969914574E-2</c:v>
                </c:pt>
                <c:pt idx="837">
                  <c:v>1.3898093486433961E-2</c:v>
                </c:pt>
                <c:pt idx="838">
                  <c:v>1.4206089508887547E-2</c:v>
                </c:pt>
                <c:pt idx="839">
                  <c:v>1.3939304322933202E-2</c:v>
                </c:pt>
                <c:pt idx="840">
                  <c:v>1.4494177015608078E-2</c:v>
                </c:pt>
                <c:pt idx="841">
                  <c:v>1.4858359440221789E-2</c:v>
                </c:pt>
                <c:pt idx="842">
                  <c:v>1.6808144578714539E-2</c:v>
                </c:pt>
                <c:pt idx="843">
                  <c:v>1.6837174353308261E-2</c:v>
                </c:pt>
                <c:pt idx="844">
                  <c:v>1.708421776702693E-2</c:v>
                </c:pt>
                <c:pt idx="845">
                  <c:v>1.5970616494773097E-2</c:v>
                </c:pt>
                <c:pt idx="846">
                  <c:v>1.5453457957356094E-2</c:v>
                </c:pt>
                <c:pt idx="847">
                  <c:v>1.5602330086271777E-2</c:v>
                </c:pt>
                <c:pt idx="848">
                  <c:v>1.6153082416853204E-2</c:v>
                </c:pt>
                <c:pt idx="849">
                  <c:v>1.6051943925672094E-2</c:v>
                </c:pt>
                <c:pt idx="850">
                  <c:v>1.5356637973884819E-2</c:v>
                </c:pt>
                <c:pt idx="851">
                  <c:v>1.6223097116556826E-2</c:v>
                </c:pt>
                <c:pt idx="852">
                  <c:v>1.6226305438707834E-2</c:v>
                </c:pt>
                <c:pt idx="853">
                  <c:v>1.6571178472623731E-2</c:v>
                </c:pt>
                <c:pt idx="854">
                  <c:v>1.650635707839191E-2</c:v>
                </c:pt>
                <c:pt idx="855">
                  <c:v>1.7405284078120881E-2</c:v>
                </c:pt>
                <c:pt idx="856">
                  <c:v>1.5754251436622405E-2</c:v>
                </c:pt>
                <c:pt idx="857">
                  <c:v>1.5038502062017015E-2</c:v>
                </c:pt>
                <c:pt idx="858">
                  <c:v>1.4778780881922733E-2</c:v>
                </c:pt>
                <c:pt idx="859">
                  <c:v>1.4902291823068148E-2</c:v>
                </c:pt>
                <c:pt idx="860">
                  <c:v>1.3730170483271641E-2</c:v>
                </c:pt>
                <c:pt idx="861">
                  <c:v>1.2179390006346474E-2</c:v>
                </c:pt>
                <c:pt idx="862">
                  <c:v>1.2179735220407618E-2</c:v>
                </c:pt>
                <c:pt idx="863">
                  <c:v>1.2221939201128804E-2</c:v>
                </c:pt>
                <c:pt idx="864">
                  <c:v>1.1279439742088395E-2</c:v>
                </c:pt>
                <c:pt idx="865">
                  <c:v>1.1198084795971614E-2</c:v>
                </c:pt>
                <c:pt idx="866">
                  <c:v>1.0655260086816398E-2</c:v>
                </c:pt>
                <c:pt idx="867">
                  <c:v>1.145027763194644E-2</c:v>
                </c:pt>
                <c:pt idx="868">
                  <c:v>1.1683600833098794E-2</c:v>
                </c:pt>
                <c:pt idx="869">
                  <c:v>1.0884770457295467E-2</c:v>
                </c:pt>
                <c:pt idx="870">
                  <c:v>1.0629008816132421E-2</c:v>
                </c:pt>
                <c:pt idx="871">
                  <c:v>1.0642677551694298E-2</c:v>
                </c:pt>
                <c:pt idx="872">
                  <c:v>1.0962288649490105E-2</c:v>
                </c:pt>
                <c:pt idx="873">
                  <c:v>1.2996188349905215E-2</c:v>
                </c:pt>
                <c:pt idx="874">
                  <c:v>1.2315030282561442E-2</c:v>
                </c:pt>
                <c:pt idx="875">
                  <c:v>1.4873491439884619E-2</c:v>
                </c:pt>
                <c:pt idx="876">
                  <c:v>1.5223627221304312E-2</c:v>
                </c:pt>
                <c:pt idx="877">
                  <c:v>1.5383213875807119E-2</c:v>
                </c:pt>
                <c:pt idx="878">
                  <c:v>1.502777859090886E-2</c:v>
                </c:pt>
                <c:pt idx="879">
                  <c:v>1.4871746490726836E-2</c:v>
                </c:pt>
                <c:pt idx="880">
                  <c:v>1.4915793823088249E-2</c:v>
                </c:pt>
                <c:pt idx="881">
                  <c:v>1.540321402376069E-2</c:v>
                </c:pt>
                <c:pt idx="882">
                  <c:v>1.614204006071478E-2</c:v>
                </c:pt>
                <c:pt idx="883">
                  <c:v>1.6218813247131123E-2</c:v>
                </c:pt>
                <c:pt idx="884">
                  <c:v>1.6248939273597218E-2</c:v>
                </c:pt>
                <c:pt idx="885">
                  <c:v>1.6106461037655641E-2</c:v>
                </c:pt>
                <c:pt idx="886">
                  <c:v>1.543819180107857E-2</c:v>
                </c:pt>
                <c:pt idx="887">
                  <c:v>1.4426174744085234E-2</c:v>
                </c:pt>
                <c:pt idx="888">
                  <c:v>1.4440877022632149E-2</c:v>
                </c:pt>
                <c:pt idx="889">
                  <c:v>1.4453382611963167E-2</c:v>
                </c:pt>
                <c:pt idx="890">
                  <c:v>1.5163296726927572E-2</c:v>
                </c:pt>
                <c:pt idx="891">
                  <c:v>1.537143223710994E-2</c:v>
                </c:pt>
                <c:pt idx="892">
                  <c:v>1.4179645193466614E-2</c:v>
                </c:pt>
                <c:pt idx="893">
                  <c:v>1.3766428997740653E-2</c:v>
                </c:pt>
                <c:pt idx="894">
                  <c:v>1.0998725283403846E-2</c:v>
                </c:pt>
                <c:pt idx="895">
                  <c:v>1.0584880229112237E-2</c:v>
                </c:pt>
                <c:pt idx="896">
                  <c:v>1.0351739999534582E-2</c:v>
                </c:pt>
                <c:pt idx="897">
                  <c:v>1.0600689329331267E-2</c:v>
                </c:pt>
                <c:pt idx="898">
                  <c:v>1.063015407888984E-2</c:v>
                </c:pt>
                <c:pt idx="899">
                  <c:v>1.0452732666710804E-2</c:v>
                </c:pt>
                <c:pt idx="900">
                  <c:v>9.351712148759031E-3</c:v>
                </c:pt>
                <c:pt idx="901">
                  <c:v>8.2679820277876976E-3</c:v>
                </c:pt>
                <c:pt idx="902">
                  <c:v>8.1238583222487722E-3</c:v>
                </c:pt>
                <c:pt idx="903">
                  <c:v>8.218735354411498E-3</c:v>
                </c:pt>
                <c:pt idx="904">
                  <c:v>8.3737800611431625E-3</c:v>
                </c:pt>
                <c:pt idx="905">
                  <c:v>7.8027851244749048E-3</c:v>
                </c:pt>
                <c:pt idx="906">
                  <c:v>7.8084106892130677E-3</c:v>
                </c:pt>
                <c:pt idx="907">
                  <c:v>7.9693972828612115E-3</c:v>
                </c:pt>
                <c:pt idx="908">
                  <c:v>7.9352285707467978E-3</c:v>
                </c:pt>
                <c:pt idx="909">
                  <c:v>6.3705948331955631E-3</c:v>
                </c:pt>
                <c:pt idx="910">
                  <c:v>7.6633899247563388E-3</c:v>
                </c:pt>
                <c:pt idx="911">
                  <c:v>7.3803303787127695E-3</c:v>
                </c:pt>
                <c:pt idx="912">
                  <c:v>7.3945054648528741E-3</c:v>
                </c:pt>
                <c:pt idx="913">
                  <c:v>7.3921853499760142E-3</c:v>
                </c:pt>
                <c:pt idx="914">
                  <c:v>7.8707242203886404E-3</c:v>
                </c:pt>
                <c:pt idx="915">
                  <c:v>7.8470622933737352E-3</c:v>
                </c:pt>
                <c:pt idx="916">
                  <c:v>7.8331674002667193E-3</c:v>
                </c:pt>
                <c:pt idx="917">
                  <c:v>7.5198257329502517E-3</c:v>
                </c:pt>
                <c:pt idx="918">
                  <c:v>7.5474832815232464E-3</c:v>
                </c:pt>
                <c:pt idx="919">
                  <c:v>7.5602868568054706E-3</c:v>
                </c:pt>
                <c:pt idx="920">
                  <c:v>7.8500745848235198E-3</c:v>
                </c:pt>
                <c:pt idx="921">
                  <c:v>7.8173589135956678E-3</c:v>
                </c:pt>
                <c:pt idx="922">
                  <c:v>7.8978447254969362E-3</c:v>
                </c:pt>
                <c:pt idx="923">
                  <c:v>7.815713633712815E-3</c:v>
                </c:pt>
                <c:pt idx="924">
                  <c:v>8.4054001105443085E-3</c:v>
                </c:pt>
                <c:pt idx="925">
                  <c:v>8.4657765392750148E-3</c:v>
                </c:pt>
                <c:pt idx="926">
                  <c:v>8.0923972422938823E-3</c:v>
                </c:pt>
                <c:pt idx="927">
                  <c:v>8.515146433914364E-3</c:v>
                </c:pt>
                <c:pt idx="928">
                  <c:v>8.7036398611197406E-3</c:v>
                </c:pt>
                <c:pt idx="929">
                  <c:v>7.1179027278488859E-3</c:v>
                </c:pt>
                <c:pt idx="930">
                  <c:v>7.3356826997801406E-3</c:v>
                </c:pt>
                <c:pt idx="931">
                  <c:v>7.9209463345628461E-3</c:v>
                </c:pt>
                <c:pt idx="932">
                  <c:v>8.0956756199194475E-3</c:v>
                </c:pt>
                <c:pt idx="933">
                  <c:v>7.9608819834754256E-3</c:v>
                </c:pt>
                <c:pt idx="934">
                  <c:v>7.9961971889546523E-3</c:v>
                </c:pt>
                <c:pt idx="935">
                  <c:v>8.1043478848544862E-3</c:v>
                </c:pt>
                <c:pt idx="936">
                  <c:v>8.8316709471965796E-3</c:v>
                </c:pt>
                <c:pt idx="937">
                  <c:v>8.707460568258692E-3</c:v>
                </c:pt>
                <c:pt idx="938">
                  <c:v>9.0227381032628451E-3</c:v>
                </c:pt>
                <c:pt idx="939">
                  <c:v>8.5053309218982714E-3</c:v>
                </c:pt>
                <c:pt idx="940">
                  <c:v>8.073302035180108E-3</c:v>
                </c:pt>
                <c:pt idx="941">
                  <c:v>7.6311825463475915E-3</c:v>
                </c:pt>
                <c:pt idx="942">
                  <c:v>7.5471229250636072E-3</c:v>
                </c:pt>
                <c:pt idx="943">
                  <c:v>8.6592878756098519E-3</c:v>
                </c:pt>
                <c:pt idx="944">
                  <c:v>8.8854783446843805E-3</c:v>
                </c:pt>
                <c:pt idx="945">
                  <c:v>8.9704350033742372E-3</c:v>
                </c:pt>
                <c:pt idx="946">
                  <c:v>8.8743690548557397E-3</c:v>
                </c:pt>
                <c:pt idx="947">
                  <c:v>8.4342805471621391E-3</c:v>
                </c:pt>
                <c:pt idx="948">
                  <c:v>8.1052713237230543E-3</c:v>
                </c:pt>
                <c:pt idx="949">
                  <c:v>8.1396029388968085E-3</c:v>
                </c:pt>
                <c:pt idx="950">
                  <c:v>8.6910996053031712E-3</c:v>
                </c:pt>
                <c:pt idx="951">
                  <c:v>8.7303616093048087E-3</c:v>
                </c:pt>
                <c:pt idx="952">
                  <c:v>9.0721848006952814E-3</c:v>
                </c:pt>
                <c:pt idx="953">
                  <c:v>8.9814755960257193E-3</c:v>
                </c:pt>
                <c:pt idx="954">
                  <c:v>8.8267024194414023E-3</c:v>
                </c:pt>
                <c:pt idx="955">
                  <c:v>8.0309980883008416E-3</c:v>
                </c:pt>
                <c:pt idx="956">
                  <c:v>8.0338369814295374E-3</c:v>
                </c:pt>
                <c:pt idx="957">
                  <c:v>7.5455911876324538E-3</c:v>
                </c:pt>
                <c:pt idx="958">
                  <c:v>7.2233644487635666E-3</c:v>
                </c:pt>
                <c:pt idx="959">
                  <c:v>8.131559616096946E-3</c:v>
                </c:pt>
                <c:pt idx="960">
                  <c:v>8.1114744367844754E-3</c:v>
                </c:pt>
                <c:pt idx="961">
                  <c:v>8.4522143741476707E-3</c:v>
                </c:pt>
                <c:pt idx="962">
                  <c:v>8.0332851068689315E-3</c:v>
                </c:pt>
                <c:pt idx="963">
                  <c:v>7.5382761549040644E-3</c:v>
                </c:pt>
                <c:pt idx="964">
                  <c:v>7.5207022853874348E-3</c:v>
                </c:pt>
                <c:pt idx="965">
                  <c:v>7.2425577730464664E-3</c:v>
                </c:pt>
                <c:pt idx="966">
                  <c:v>7.4310801119991865E-3</c:v>
                </c:pt>
                <c:pt idx="967">
                  <c:v>9.1511319548295451E-3</c:v>
                </c:pt>
                <c:pt idx="968">
                  <c:v>8.8559315523041027E-3</c:v>
                </c:pt>
                <c:pt idx="969">
                  <c:v>8.6823382306417778E-3</c:v>
                </c:pt>
                <c:pt idx="970">
                  <c:v>9.1030988578570411E-3</c:v>
                </c:pt>
                <c:pt idx="971">
                  <c:v>9.1355943612950723E-3</c:v>
                </c:pt>
                <c:pt idx="972">
                  <c:v>9.0737412738781716E-3</c:v>
                </c:pt>
                <c:pt idx="973">
                  <c:v>1.7566569353645142E-2</c:v>
                </c:pt>
                <c:pt idx="974">
                  <c:v>1.7820340611880269E-2</c:v>
                </c:pt>
                <c:pt idx="975">
                  <c:v>1.7797271336237968E-2</c:v>
                </c:pt>
                <c:pt idx="976">
                  <c:v>1.7819565347055037E-2</c:v>
                </c:pt>
                <c:pt idx="977">
                  <c:v>1.8265938045883588E-2</c:v>
                </c:pt>
                <c:pt idx="978">
                  <c:v>1.7795730535277453E-2</c:v>
                </c:pt>
                <c:pt idx="979">
                  <c:v>1.7772140519037822E-2</c:v>
                </c:pt>
                <c:pt idx="980">
                  <c:v>1.7842073534478614E-2</c:v>
                </c:pt>
                <c:pt idx="981">
                  <c:v>1.7795763619952151E-2</c:v>
                </c:pt>
                <c:pt idx="982">
                  <c:v>1.7802583545856461E-2</c:v>
                </c:pt>
                <c:pt idx="983">
                  <c:v>1.8279344666749232E-2</c:v>
                </c:pt>
                <c:pt idx="984">
                  <c:v>1.8308537585818921E-2</c:v>
                </c:pt>
                <c:pt idx="985">
                  <c:v>1.8571678288618696E-2</c:v>
                </c:pt>
                <c:pt idx="986">
                  <c:v>1.7480324296759404E-2</c:v>
                </c:pt>
                <c:pt idx="987">
                  <c:v>1.7209345890773546E-2</c:v>
                </c:pt>
                <c:pt idx="988">
                  <c:v>1.7131780737705153E-2</c:v>
                </c:pt>
                <c:pt idx="989">
                  <c:v>1.6674810884451344E-2</c:v>
                </c:pt>
                <c:pt idx="990">
                  <c:v>1.670166931814536E-2</c:v>
                </c:pt>
                <c:pt idx="991">
                  <c:v>1.7027627256692525E-2</c:v>
                </c:pt>
                <c:pt idx="992">
                  <c:v>9.8201072510558807E-3</c:v>
                </c:pt>
                <c:pt idx="993">
                  <c:v>9.4288845990430255E-3</c:v>
                </c:pt>
                <c:pt idx="994">
                  <c:v>9.4393153498340803E-3</c:v>
                </c:pt>
                <c:pt idx="995">
                  <c:v>9.812925570157947E-3</c:v>
                </c:pt>
                <c:pt idx="996">
                  <c:v>9.3935009009829071E-3</c:v>
                </c:pt>
                <c:pt idx="997">
                  <c:v>9.5738969286847508E-3</c:v>
                </c:pt>
                <c:pt idx="998">
                  <c:v>9.619631916511431E-3</c:v>
                </c:pt>
                <c:pt idx="999">
                  <c:v>9.3064503618173564E-3</c:v>
                </c:pt>
                <c:pt idx="1000">
                  <c:v>9.0445754580820124E-3</c:v>
                </c:pt>
                <c:pt idx="1001">
                  <c:v>9.1265574911215414E-3</c:v>
                </c:pt>
                <c:pt idx="1002">
                  <c:v>7.9554511124385868E-3</c:v>
                </c:pt>
                <c:pt idx="1003">
                  <c:v>7.9538500561255505E-3</c:v>
                </c:pt>
                <c:pt idx="1004">
                  <c:v>7.1702231144379069E-3</c:v>
                </c:pt>
                <c:pt idx="1005">
                  <c:v>7.5665834988801386E-3</c:v>
                </c:pt>
                <c:pt idx="1006">
                  <c:v>8.5688383314795492E-3</c:v>
                </c:pt>
                <c:pt idx="1007">
                  <c:v>8.4662004925423855E-3</c:v>
                </c:pt>
                <c:pt idx="1008">
                  <c:v>8.4241457950681442E-3</c:v>
                </c:pt>
                <c:pt idx="1009">
                  <c:v>8.7407270457866369E-3</c:v>
                </c:pt>
                <c:pt idx="1010">
                  <c:v>8.5085609889287966E-3</c:v>
                </c:pt>
                <c:pt idx="1011">
                  <c:v>7.6026558164970998E-3</c:v>
                </c:pt>
                <c:pt idx="1012">
                  <c:v>7.6932334500930911E-3</c:v>
                </c:pt>
                <c:pt idx="1013">
                  <c:v>7.6858178843365096E-3</c:v>
                </c:pt>
                <c:pt idx="1014">
                  <c:v>7.3052318277152554E-3</c:v>
                </c:pt>
                <c:pt idx="1015">
                  <c:v>7.5525362563560209E-3</c:v>
                </c:pt>
                <c:pt idx="1016">
                  <c:v>7.5061622755825666E-3</c:v>
                </c:pt>
                <c:pt idx="1017">
                  <c:v>7.3782290646897172E-3</c:v>
                </c:pt>
                <c:pt idx="1018">
                  <c:v>7.3500244568770095E-3</c:v>
                </c:pt>
                <c:pt idx="1019">
                  <c:v>7.3628255981944375E-3</c:v>
                </c:pt>
                <c:pt idx="1020">
                  <c:v>7.0449213307825576E-3</c:v>
                </c:pt>
                <c:pt idx="1021">
                  <c:v>6.9398712467083415E-3</c:v>
                </c:pt>
                <c:pt idx="1022">
                  <c:v>6.8825572594420088E-3</c:v>
                </c:pt>
                <c:pt idx="1023">
                  <c:v>7.2992125586094922E-3</c:v>
                </c:pt>
                <c:pt idx="1024">
                  <c:v>7.1699193236662946E-3</c:v>
                </c:pt>
                <c:pt idx="1025">
                  <c:v>8.0830063464037705E-3</c:v>
                </c:pt>
                <c:pt idx="1026">
                  <c:v>8.1712544000650603E-3</c:v>
                </c:pt>
                <c:pt idx="1027">
                  <c:v>8.3062948823836216E-3</c:v>
                </c:pt>
                <c:pt idx="1028">
                  <c:v>9.4048901253414498E-3</c:v>
                </c:pt>
                <c:pt idx="1029">
                  <c:v>1.0036584743808625E-2</c:v>
                </c:pt>
                <c:pt idx="1030">
                  <c:v>1.1217689661855174E-2</c:v>
                </c:pt>
                <c:pt idx="1031">
                  <c:v>1.1562783857891053E-2</c:v>
                </c:pt>
                <c:pt idx="1032">
                  <c:v>1.1558194992218912E-2</c:v>
                </c:pt>
                <c:pt idx="1033">
                  <c:v>1.1551035393329537E-2</c:v>
                </c:pt>
                <c:pt idx="1034">
                  <c:v>1.132351961671174E-2</c:v>
                </c:pt>
                <c:pt idx="1035">
                  <c:v>1.1167179807107845E-2</c:v>
                </c:pt>
                <c:pt idx="1036">
                  <c:v>1.167296785218051E-2</c:v>
                </c:pt>
                <c:pt idx="1037">
                  <c:v>1.1862166567225805E-2</c:v>
                </c:pt>
                <c:pt idx="1038">
                  <c:v>1.2598376908272068E-2</c:v>
                </c:pt>
                <c:pt idx="1039">
                  <c:v>1.2883703085366115E-2</c:v>
                </c:pt>
                <c:pt idx="1040">
                  <c:v>1.2863048672072346E-2</c:v>
                </c:pt>
                <c:pt idx="1041">
                  <c:v>1.2852002698828659E-2</c:v>
                </c:pt>
                <c:pt idx="1042">
                  <c:v>1.3710226234627736E-2</c:v>
                </c:pt>
                <c:pt idx="1043">
                  <c:v>1.389021281598957E-2</c:v>
                </c:pt>
                <c:pt idx="1044">
                  <c:v>1.3095371619166334E-2</c:v>
                </c:pt>
                <c:pt idx="1045">
                  <c:v>1.3178693238519144E-2</c:v>
                </c:pt>
                <c:pt idx="1046">
                  <c:v>1.2930782969230259E-2</c:v>
                </c:pt>
                <c:pt idx="1047">
                  <c:v>1.2132741013618211E-2</c:v>
                </c:pt>
                <c:pt idx="1048">
                  <c:v>1.221402792528707E-2</c:v>
                </c:pt>
                <c:pt idx="1049">
                  <c:v>1.110844109489181E-2</c:v>
                </c:pt>
                <c:pt idx="1050">
                  <c:v>1.1748333053932152E-2</c:v>
                </c:pt>
                <c:pt idx="1051">
                  <c:v>1.2017906527923727E-2</c:v>
                </c:pt>
                <c:pt idx="1052">
                  <c:v>1.2197656258727371E-2</c:v>
                </c:pt>
                <c:pt idx="1053">
                  <c:v>1.7951036417023298E-2</c:v>
                </c:pt>
                <c:pt idx="1054">
                  <c:v>1.8863670664286836E-2</c:v>
                </c:pt>
                <c:pt idx="1055">
                  <c:v>1.8155863559918651E-2</c:v>
                </c:pt>
                <c:pt idx="1056">
                  <c:v>1.8718275097282966E-2</c:v>
                </c:pt>
                <c:pt idx="1057">
                  <c:v>1.8626831227640236E-2</c:v>
                </c:pt>
                <c:pt idx="1058">
                  <c:v>1.8628701488132768E-2</c:v>
                </c:pt>
                <c:pt idx="1059">
                  <c:v>1.8986737579267516E-2</c:v>
                </c:pt>
                <c:pt idx="1060">
                  <c:v>1.9080859932946451E-2</c:v>
                </c:pt>
                <c:pt idx="1061">
                  <c:v>1.8003268636113637E-2</c:v>
                </c:pt>
                <c:pt idx="1062">
                  <c:v>1.8062425819899103E-2</c:v>
                </c:pt>
                <c:pt idx="1063">
                  <c:v>1.8204945828413845E-2</c:v>
                </c:pt>
                <c:pt idx="1064">
                  <c:v>1.8294156173847057E-2</c:v>
                </c:pt>
                <c:pt idx="1065">
                  <c:v>1.8333910168716383E-2</c:v>
                </c:pt>
                <c:pt idx="1066">
                  <c:v>1.8330750473356427E-2</c:v>
                </c:pt>
                <c:pt idx="1067">
                  <c:v>1.8142625189734165E-2</c:v>
                </c:pt>
                <c:pt idx="1068">
                  <c:v>1.7694629462926909E-2</c:v>
                </c:pt>
                <c:pt idx="1069">
                  <c:v>1.690682939390575E-2</c:v>
                </c:pt>
                <c:pt idx="1070">
                  <c:v>1.6904872407450471E-2</c:v>
                </c:pt>
                <c:pt idx="1071">
                  <c:v>1.6660750130350115E-2</c:v>
                </c:pt>
                <c:pt idx="1072">
                  <c:v>1.0949202193802771E-2</c:v>
                </c:pt>
                <c:pt idx="1073">
                  <c:v>8.7798842378467041E-3</c:v>
                </c:pt>
                <c:pt idx="1074">
                  <c:v>8.8826666197138193E-3</c:v>
                </c:pt>
                <c:pt idx="1075">
                  <c:v>8.6030492557034061E-3</c:v>
                </c:pt>
                <c:pt idx="1076">
                  <c:v>8.3991978874441847E-3</c:v>
                </c:pt>
                <c:pt idx="1077">
                  <c:v>8.3127334794861167E-3</c:v>
                </c:pt>
                <c:pt idx="1078">
                  <c:v>7.3535157574405137E-3</c:v>
                </c:pt>
                <c:pt idx="1079">
                  <c:v>6.9746886668351927E-3</c:v>
                </c:pt>
                <c:pt idx="1080">
                  <c:v>6.4326706335759293E-3</c:v>
                </c:pt>
                <c:pt idx="1081">
                  <c:v>6.0598617521960335E-3</c:v>
                </c:pt>
                <c:pt idx="1082">
                  <c:v>6.4435716098044079E-3</c:v>
                </c:pt>
                <c:pt idx="1083">
                  <c:v>6.1296275623393464E-3</c:v>
                </c:pt>
                <c:pt idx="1084">
                  <c:v>6.7207792823635792E-3</c:v>
                </c:pt>
                <c:pt idx="1085">
                  <c:v>6.7931232922599956E-3</c:v>
                </c:pt>
                <c:pt idx="1086">
                  <c:v>6.8540533525441212E-3</c:v>
                </c:pt>
                <c:pt idx="1087">
                  <c:v>6.8345378081939769E-3</c:v>
                </c:pt>
                <c:pt idx="1088">
                  <c:v>6.3175145713276672E-3</c:v>
                </c:pt>
                <c:pt idx="1089">
                  <c:v>6.2806348981156853E-3</c:v>
                </c:pt>
                <c:pt idx="1090">
                  <c:v>7.0408306489267844E-3</c:v>
                </c:pt>
                <c:pt idx="1091">
                  <c:v>7.0713529670962567E-3</c:v>
                </c:pt>
                <c:pt idx="1092">
                  <c:v>7.1753186996522528E-3</c:v>
                </c:pt>
                <c:pt idx="1093">
                  <c:v>7.1247030999373644E-3</c:v>
                </c:pt>
                <c:pt idx="1094">
                  <c:v>6.8317013014834961E-3</c:v>
                </c:pt>
                <c:pt idx="1095">
                  <c:v>6.6861557319495878E-3</c:v>
                </c:pt>
                <c:pt idx="1096">
                  <c:v>6.6870912394339961E-3</c:v>
                </c:pt>
                <c:pt idx="1097">
                  <c:v>6.5868559734301143E-3</c:v>
                </c:pt>
                <c:pt idx="1098">
                  <c:v>6.6197465682455202E-3</c:v>
                </c:pt>
                <c:pt idx="1099">
                  <c:v>6.6180118133104772E-3</c:v>
                </c:pt>
                <c:pt idx="1100">
                  <c:v>6.5953803626907746E-3</c:v>
                </c:pt>
                <c:pt idx="1101">
                  <c:v>6.1164758545588765E-3</c:v>
                </c:pt>
                <c:pt idx="1102">
                  <c:v>6.2036156646311652E-3</c:v>
                </c:pt>
                <c:pt idx="1103">
                  <c:v>6.0512105708575683E-3</c:v>
                </c:pt>
                <c:pt idx="1104">
                  <c:v>6.137946643374137E-3</c:v>
                </c:pt>
                <c:pt idx="1105">
                  <c:v>6.3732645495853477E-3</c:v>
                </c:pt>
                <c:pt idx="1106">
                  <c:v>6.3796017808377828E-3</c:v>
                </c:pt>
                <c:pt idx="1107">
                  <c:v>6.3777293841519936E-3</c:v>
                </c:pt>
                <c:pt idx="1108">
                  <c:v>6.1234824819565237E-3</c:v>
                </c:pt>
                <c:pt idx="1109">
                  <c:v>5.1666260157726867E-3</c:v>
                </c:pt>
                <c:pt idx="1110">
                  <c:v>5.3086090411485964E-3</c:v>
                </c:pt>
                <c:pt idx="1111">
                  <c:v>5.4707291732183933E-3</c:v>
                </c:pt>
                <c:pt idx="1112">
                  <c:v>5.9540669590968801E-3</c:v>
                </c:pt>
                <c:pt idx="1113">
                  <c:v>5.605543998097518E-3</c:v>
                </c:pt>
                <c:pt idx="1114">
                  <c:v>5.7774776089764505E-3</c:v>
                </c:pt>
                <c:pt idx="1115">
                  <c:v>5.7512425262676225E-3</c:v>
                </c:pt>
                <c:pt idx="1116">
                  <c:v>5.9568641857027449E-3</c:v>
                </c:pt>
                <c:pt idx="1117">
                  <c:v>6.3083759420325793E-3</c:v>
                </c:pt>
                <c:pt idx="1118">
                  <c:v>8.5620488272685653E-3</c:v>
                </c:pt>
                <c:pt idx="1119">
                  <c:v>8.8192110822605477E-3</c:v>
                </c:pt>
                <c:pt idx="1120">
                  <c:v>8.814493967689789E-3</c:v>
                </c:pt>
                <c:pt idx="1121">
                  <c:v>1.0366160051865211E-2</c:v>
                </c:pt>
                <c:pt idx="1122">
                  <c:v>1.0218186023086294E-2</c:v>
                </c:pt>
                <c:pt idx="1123">
                  <c:v>1.0377915840726209E-2</c:v>
                </c:pt>
                <c:pt idx="1124">
                  <c:v>1.0177376913447517E-2</c:v>
                </c:pt>
                <c:pt idx="1125">
                  <c:v>1.0163442579162999E-2</c:v>
                </c:pt>
                <c:pt idx="1126">
                  <c:v>1.015359209607767E-2</c:v>
                </c:pt>
                <c:pt idx="1127">
                  <c:v>1.0160577066231849E-2</c:v>
                </c:pt>
                <c:pt idx="1128">
                  <c:v>1.0434256805080394E-2</c:v>
                </c:pt>
                <c:pt idx="1129">
                  <c:v>1.0508745912727161E-2</c:v>
                </c:pt>
                <c:pt idx="1130">
                  <c:v>1.0390777273244526E-2</c:v>
                </c:pt>
                <c:pt idx="1131">
                  <c:v>1.0179371746951603E-2</c:v>
                </c:pt>
                <c:pt idx="1132">
                  <c:v>1.0248834212037776E-2</c:v>
                </c:pt>
                <c:pt idx="1133">
                  <c:v>1.0565569913267014E-2</c:v>
                </c:pt>
                <c:pt idx="1134">
                  <c:v>1.0589599895137908E-2</c:v>
                </c:pt>
                <c:pt idx="1135">
                  <c:v>1.0582852881325631E-2</c:v>
                </c:pt>
                <c:pt idx="1136">
                  <c:v>1.0688928184096285E-2</c:v>
                </c:pt>
                <c:pt idx="1137">
                  <c:v>9.0865898372094554E-3</c:v>
                </c:pt>
                <c:pt idx="1138">
                  <c:v>1.0454504141698965E-2</c:v>
                </c:pt>
                <c:pt idx="1139">
                  <c:v>1.045308129757884E-2</c:v>
                </c:pt>
                <c:pt idx="1140">
                  <c:v>1.1210284255403045E-2</c:v>
                </c:pt>
                <c:pt idx="1141">
                  <c:v>1.1166973356889036E-2</c:v>
                </c:pt>
                <c:pt idx="1142">
                  <c:v>1.0903882867677709E-2</c:v>
                </c:pt>
                <c:pt idx="1143">
                  <c:v>1.1032764822033359E-2</c:v>
                </c:pt>
                <c:pt idx="1144">
                  <c:v>1.1196244250401643E-2</c:v>
                </c:pt>
                <c:pt idx="1145">
                  <c:v>1.1383927245181259E-2</c:v>
                </c:pt>
                <c:pt idx="1146">
                  <c:v>1.1436981869155545E-2</c:v>
                </c:pt>
                <c:pt idx="1147">
                  <c:v>1.1250680611146239E-2</c:v>
                </c:pt>
                <c:pt idx="1148">
                  <c:v>1.1197540801966234E-2</c:v>
                </c:pt>
                <c:pt idx="1149">
                  <c:v>1.1170943731647044E-2</c:v>
                </c:pt>
                <c:pt idx="1150">
                  <c:v>1.135690147858447E-2</c:v>
                </c:pt>
                <c:pt idx="1151">
                  <c:v>1.1355347295578187E-2</c:v>
                </c:pt>
                <c:pt idx="1152">
                  <c:v>1.216983971719551E-2</c:v>
                </c:pt>
                <c:pt idx="1153">
                  <c:v>1.2158846207325966E-2</c:v>
                </c:pt>
                <c:pt idx="1154">
                  <c:v>1.2054085380980474E-2</c:v>
                </c:pt>
                <c:pt idx="1155">
                  <c:v>1.1859922734798878E-2</c:v>
                </c:pt>
                <c:pt idx="1156">
                  <c:v>1.5370253327590951E-2</c:v>
                </c:pt>
                <c:pt idx="1157">
                  <c:v>1.4543405720656448E-2</c:v>
                </c:pt>
                <c:pt idx="1158">
                  <c:v>1.4572882982578656E-2</c:v>
                </c:pt>
                <c:pt idx="1159">
                  <c:v>1.2412877515868519E-2</c:v>
                </c:pt>
                <c:pt idx="1160">
                  <c:v>2.1400160175722997E-2</c:v>
                </c:pt>
                <c:pt idx="1161">
                  <c:v>2.138480785930846E-2</c:v>
                </c:pt>
                <c:pt idx="1162">
                  <c:v>2.7720935843957017E-2</c:v>
                </c:pt>
                <c:pt idx="1163">
                  <c:v>3.018975602907922E-2</c:v>
                </c:pt>
                <c:pt idx="1164">
                  <c:v>3.3808757154038672E-2</c:v>
                </c:pt>
                <c:pt idx="1165">
                  <c:v>3.373485774045025E-2</c:v>
                </c:pt>
                <c:pt idx="1166">
                  <c:v>3.4797340419332613E-2</c:v>
                </c:pt>
                <c:pt idx="1167">
                  <c:v>3.4694259665874617E-2</c:v>
                </c:pt>
                <c:pt idx="1168">
                  <c:v>3.9016285603241725E-2</c:v>
                </c:pt>
                <c:pt idx="1169">
                  <c:v>4.7404850109970462E-2</c:v>
                </c:pt>
                <c:pt idx="1170">
                  <c:v>4.8549786236265768E-2</c:v>
                </c:pt>
                <c:pt idx="1171">
                  <c:v>6.0999450915396006E-2</c:v>
                </c:pt>
                <c:pt idx="1172">
                  <c:v>6.1042122697618495E-2</c:v>
                </c:pt>
                <c:pt idx="1173">
                  <c:v>6.1566817647311908E-2</c:v>
                </c:pt>
                <c:pt idx="1174">
                  <c:v>6.2715331429774993E-2</c:v>
                </c:pt>
                <c:pt idx="1175">
                  <c:v>6.2638520361739683E-2</c:v>
                </c:pt>
                <c:pt idx="1176">
                  <c:v>6.2644171697131129E-2</c:v>
                </c:pt>
                <c:pt idx="1177">
                  <c:v>6.7187439819405587E-2</c:v>
                </c:pt>
                <c:pt idx="1178">
                  <c:v>6.7844605076357936E-2</c:v>
                </c:pt>
                <c:pt idx="1179">
                  <c:v>6.5643360666696848E-2</c:v>
                </c:pt>
                <c:pt idx="1180">
                  <c:v>6.5588156128230282E-2</c:v>
                </c:pt>
                <c:pt idx="1181">
                  <c:v>6.3420140349005727E-2</c:v>
                </c:pt>
                <c:pt idx="1182">
                  <c:v>6.2548096013926857E-2</c:v>
                </c:pt>
                <c:pt idx="1183">
                  <c:v>6.0079788623091955E-2</c:v>
                </c:pt>
                <c:pt idx="1184">
                  <c:v>6.0071095137925357E-2</c:v>
                </c:pt>
                <c:pt idx="1185">
                  <c:v>5.8356571522076954E-2</c:v>
                </c:pt>
                <c:pt idx="1186">
                  <c:v>5.7871094227574305E-2</c:v>
                </c:pt>
                <c:pt idx="1187">
                  <c:v>5.683492929680059E-2</c:v>
                </c:pt>
                <c:pt idx="1188">
                  <c:v>4.4704961664821088E-2</c:v>
                </c:pt>
                <c:pt idx="1189">
                  <c:v>4.8980235713479599E-2</c:v>
                </c:pt>
                <c:pt idx="1190">
                  <c:v>3.830564301147614E-2</c:v>
                </c:pt>
                <c:pt idx="1191">
                  <c:v>3.8318799442238156E-2</c:v>
                </c:pt>
                <c:pt idx="1192">
                  <c:v>3.5959964538986706E-2</c:v>
                </c:pt>
                <c:pt idx="1193">
                  <c:v>3.5334172591681846E-2</c:v>
                </c:pt>
                <c:pt idx="1194">
                  <c:v>3.3959719329982062E-2</c:v>
                </c:pt>
                <c:pt idx="1195">
                  <c:v>3.3891279239509173E-2</c:v>
                </c:pt>
                <c:pt idx="1196">
                  <c:v>2.7427653825390228E-2</c:v>
                </c:pt>
                <c:pt idx="1197">
                  <c:v>2.824514639695419E-2</c:v>
                </c:pt>
                <c:pt idx="1198">
                  <c:v>2.8166336639596522E-2</c:v>
                </c:pt>
                <c:pt idx="1199">
                  <c:v>2.8477794321236906E-2</c:v>
                </c:pt>
                <c:pt idx="1200">
                  <c:v>2.7313860487515256E-2</c:v>
                </c:pt>
                <c:pt idx="1201">
                  <c:v>2.7378551203391825E-2</c:v>
                </c:pt>
                <c:pt idx="1202">
                  <c:v>2.7255668986501405E-2</c:v>
                </c:pt>
                <c:pt idx="1203">
                  <c:v>2.7090127427565457E-2</c:v>
                </c:pt>
                <c:pt idx="1204">
                  <c:v>2.7124676368038881E-2</c:v>
                </c:pt>
                <c:pt idx="1205">
                  <c:v>2.8276974690780013E-2</c:v>
                </c:pt>
                <c:pt idx="1206">
                  <c:v>2.7746132828896073E-2</c:v>
                </c:pt>
                <c:pt idx="1207">
                  <c:v>2.6423056663975021E-2</c:v>
                </c:pt>
                <c:pt idx="1208">
                  <c:v>1.9624071107584896E-2</c:v>
                </c:pt>
                <c:pt idx="1209">
                  <c:v>1.9616147297873775E-2</c:v>
                </c:pt>
                <c:pt idx="1210">
                  <c:v>1.989619385695016E-2</c:v>
                </c:pt>
                <c:pt idx="1211">
                  <c:v>1.9785160879569868E-2</c:v>
                </c:pt>
                <c:pt idx="1212">
                  <c:v>2.0754433723964918E-2</c:v>
                </c:pt>
                <c:pt idx="1213">
                  <c:v>2.0060484371718906E-2</c:v>
                </c:pt>
                <c:pt idx="1214">
                  <c:v>1.9298934044934598E-2</c:v>
                </c:pt>
                <c:pt idx="1215">
                  <c:v>1.942824241939298E-2</c:v>
                </c:pt>
                <c:pt idx="1216">
                  <c:v>1.6693906370682132E-2</c:v>
                </c:pt>
                <c:pt idx="1217">
                  <c:v>1.7075215654319627E-2</c:v>
                </c:pt>
                <c:pt idx="1218">
                  <c:v>1.6852044141217437E-2</c:v>
                </c:pt>
                <c:pt idx="1219">
                  <c:v>1.6829091731720244E-2</c:v>
                </c:pt>
                <c:pt idx="1220">
                  <c:v>1.6544042553852206E-2</c:v>
                </c:pt>
                <c:pt idx="1221">
                  <c:v>1.5807256974255311E-2</c:v>
                </c:pt>
                <c:pt idx="1222">
                  <c:v>1.5561253481955547E-2</c:v>
                </c:pt>
                <c:pt idx="1223">
                  <c:v>1.5623420017283503E-2</c:v>
                </c:pt>
                <c:pt idx="1224">
                  <c:v>1.2563782035804846E-2</c:v>
                </c:pt>
                <c:pt idx="1225">
                  <c:v>1.2334043785993096E-2</c:v>
                </c:pt>
                <c:pt idx="1226">
                  <c:v>1.2500593622949786E-2</c:v>
                </c:pt>
                <c:pt idx="1227">
                  <c:v>1.2645344272751675E-2</c:v>
                </c:pt>
                <c:pt idx="1228">
                  <c:v>1.2647040106162544E-2</c:v>
                </c:pt>
                <c:pt idx="1229">
                  <c:v>1.2450850579078538E-2</c:v>
                </c:pt>
                <c:pt idx="1230">
                  <c:v>1.2600429836731123E-2</c:v>
                </c:pt>
                <c:pt idx="1231">
                  <c:v>1.1197577685850665E-2</c:v>
                </c:pt>
                <c:pt idx="1232">
                  <c:v>1.1304489594348677E-2</c:v>
                </c:pt>
                <c:pt idx="1233">
                  <c:v>1.0326620197887538E-2</c:v>
                </c:pt>
                <c:pt idx="1234">
                  <c:v>1.0087976324192447E-2</c:v>
                </c:pt>
                <c:pt idx="1235">
                  <c:v>1.0056282783256177E-2</c:v>
                </c:pt>
                <c:pt idx="1236">
                  <c:v>9.6839744655713798E-3</c:v>
                </c:pt>
                <c:pt idx="1237">
                  <c:v>9.5909195766641104E-3</c:v>
                </c:pt>
                <c:pt idx="1238">
                  <c:v>9.948859217356892E-3</c:v>
                </c:pt>
                <c:pt idx="1239">
                  <c:v>9.7605145324487202E-3</c:v>
                </c:pt>
                <c:pt idx="1240">
                  <c:v>9.1632024557561313E-3</c:v>
                </c:pt>
                <c:pt idx="1241">
                  <c:v>9.2382889121798081E-3</c:v>
                </c:pt>
                <c:pt idx="1242">
                  <c:v>9.3289213052008216E-3</c:v>
                </c:pt>
                <c:pt idx="1243">
                  <c:v>9.1648016151312569E-3</c:v>
                </c:pt>
                <c:pt idx="1244">
                  <c:v>9.8630351034858649E-3</c:v>
                </c:pt>
                <c:pt idx="1245">
                  <c:v>1.0205212945592027E-2</c:v>
                </c:pt>
                <c:pt idx="1246">
                  <c:v>1.0036296430251555E-2</c:v>
                </c:pt>
                <c:pt idx="1247">
                  <c:v>1.1375748351537748E-2</c:v>
                </c:pt>
                <c:pt idx="1248">
                  <c:v>1.1765728194740996E-2</c:v>
                </c:pt>
                <c:pt idx="1249">
                  <c:v>1.1431890892810615E-2</c:v>
                </c:pt>
                <c:pt idx="1250">
                  <c:v>1.1144015131717836E-2</c:v>
                </c:pt>
                <c:pt idx="1251">
                  <c:v>1.095060994992542E-2</c:v>
                </c:pt>
                <c:pt idx="1252">
                  <c:v>1.0715210199126284E-2</c:v>
                </c:pt>
                <c:pt idx="1253">
                  <c:v>1.0742573002591323E-2</c:v>
                </c:pt>
                <c:pt idx="1254">
                  <c:v>1.0514151811670022E-2</c:v>
                </c:pt>
                <c:pt idx="1255">
                  <c:v>9.9991326619834411E-3</c:v>
                </c:pt>
                <c:pt idx="1256">
                  <c:v>1.0045150506916916E-2</c:v>
                </c:pt>
                <c:pt idx="1257">
                  <c:v>9.3510180948907784E-3</c:v>
                </c:pt>
                <c:pt idx="1258">
                  <c:v>9.7957349827418206E-3</c:v>
                </c:pt>
                <c:pt idx="1259">
                  <c:v>9.7276335209005513E-3</c:v>
                </c:pt>
                <c:pt idx="1260">
                  <c:v>1.0246775514142164E-2</c:v>
                </c:pt>
                <c:pt idx="1261">
                  <c:v>1.0334283663999482E-2</c:v>
                </c:pt>
                <c:pt idx="1262">
                  <c:v>1.0018852058944008E-2</c:v>
                </c:pt>
                <c:pt idx="1263">
                  <c:v>9.7097564525820083E-3</c:v>
                </c:pt>
                <c:pt idx="1264">
                  <c:v>9.3833712137083476E-3</c:v>
                </c:pt>
                <c:pt idx="1265">
                  <c:v>9.3167544364805878E-3</c:v>
                </c:pt>
                <c:pt idx="1266">
                  <c:v>8.6369212762127147E-3</c:v>
                </c:pt>
                <c:pt idx="1267">
                  <c:v>1.0265618838952406E-2</c:v>
                </c:pt>
                <c:pt idx="1268">
                  <c:v>1.0849747387382175E-2</c:v>
                </c:pt>
                <c:pt idx="1269">
                  <c:v>1.0716659955709938E-2</c:v>
                </c:pt>
                <c:pt idx="1270">
                  <c:v>1.0928838221172478E-2</c:v>
                </c:pt>
                <c:pt idx="1271">
                  <c:v>1.1721328719924361E-2</c:v>
                </c:pt>
                <c:pt idx="1272">
                  <c:v>1.165993242446382E-2</c:v>
                </c:pt>
                <c:pt idx="1273">
                  <c:v>1.1679364771901807E-2</c:v>
                </c:pt>
                <c:pt idx="1274">
                  <c:v>1.1841988041158859E-2</c:v>
                </c:pt>
                <c:pt idx="1275">
                  <c:v>1.2406983833043428E-2</c:v>
                </c:pt>
                <c:pt idx="1276">
                  <c:v>1.2431198098322159E-2</c:v>
                </c:pt>
                <c:pt idx="1277">
                  <c:v>1.2171910317949685E-2</c:v>
                </c:pt>
                <c:pt idx="1278">
                  <c:v>1.2234324442816141E-2</c:v>
                </c:pt>
                <c:pt idx="1279">
                  <c:v>1.1678274917664013E-2</c:v>
                </c:pt>
                <c:pt idx="1280">
                  <c:v>1.1832336082765373E-2</c:v>
                </c:pt>
                <c:pt idx="1281">
                  <c:v>1.1654711181069049E-2</c:v>
                </c:pt>
                <c:pt idx="1282">
                  <c:v>1.2628278089802334E-2</c:v>
                </c:pt>
                <c:pt idx="1283">
                  <c:v>1.2716972566327929E-2</c:v>
                </c:pt>
                <c:pt idx="1284">
                  <c:v>1.2712585132445298E-2</c:v>
                </c:pt>
                <c:pt idx="1285">
                  <c:v>1.334498089756884E-2</c:v>
                </c:pt>
                <c:pt idx="1286">
                  <c:v>1.4068389197892057E-2</c:v>
                </c:pt>
                <c:pt idx="1287">
                  <c:v>1.4087908510537943E-2</c:v>
                </c:pt>
                <c:pt idx="1288">
                  <c:v>1.4065586698818588E-2</c:v>
                </c:pt>
                <c:pt idx="1289">
                  <c:v>1.4058161834001714E-2</c:v>
                </c:pt>
                <c:pt idx="1290">
                  <c:v>1.4577527353692266E-2</c:v>
                </c:pt>
                <c:pt idx="1291">
                  <c:v>1.46993113271696E-2</c:v>
                </c:pt>
                <c:pt idx="1292">
                  <c:v>1.4972138032875591E-2</c:v>
                </c:pt>
                <c:pt idx="1293">
                  <c:v>1.4845192352712219E-2</c:v>
                </c:pt>
                <c:pt idx="1294">
                  <c:v>1.4224576339899143E-2</c:v>
                </c:pt>
                <c:pt idx="1295">
                  <c:v>1.4298852336944216E-2</c:v>
                </c:pt>
                <c:pt idx="1296">
                  <c:v>1.4270347652034809E-2</c:v>
                </c:pt>
                <c:pt idx="1297">
                  <c:v>1.4261091067289551E-2</c:v>
                </c:pt>
                <c:pt idx="1298">
                  <c:v>1.426256249050166E-2</c:v>
                </c:pt>
                <c:pt idx="1299">
                  <c:v>1.5313482446919931E-2</c:v>
                </c:pt>
                <c:pt idx="1300">
                  <c:v>1.5332974760692127E-2</c:v>
                </c:pt>
                <c:pt idx="1301">
                  <c:v>1.442560474709269E-2</c:v>
                </c:pt>
                <c:pt idx="1302">
                  <c:v>1.4047516816329422E-2</c:v>
                </c:pt>
                <c:pt idx="1303">
                  <c:v>1.406262785790322E-2</c:v>
                </c:pt>
                <c:pt idx="1304">
                  <c:v>1.0751991750341744E-2</c:v>
                </c:pt>
                <c:pt idx="1305">
                  <c:v>1.0705335025046675E-2</c:v>
                </c:pt>
                <c:pt idx="1306">
                  <c:v>1.0234516828985931E-2</c:v>
                </c:pt>
                <c:pt idx="1307">
                  <c:v>1.0959694950946655E-2</c:v>
                </c:pt>
                <c:pt idx="1308">
                  <c:v>1.1189967334087407E-2</c:v>
                </c:pt>
                <c:pt idx="1309">
                  <c:v>1.0134198163795188E-2</c:v>
                </c:pt>
                <c:pt idx="1310">
                  <c:v>9.9566448164784202E-3</c:v>
                </c:pt>
                <c:pt idx="1311">
                  <c:v>9.8574806926742375E-3</c:v>
                </c:pt>
                <c:pt idx="1312">
                  <c:v>9.7312373556423318E-3</c:v>
                </c:pt>
                <c:pt idx="1313">
                  <c:v>1.0996354950620913E-2</c:v>
                </c:pt>
                <c:pt idx="1314">
                  <c:v>1.1405406449363779E-2</c:v>
                </c:pt>
                <c:pt idx="1315">
                  <c:v>1.2081264059621141E-2</c:v>
                </c:pt>
                <c:pt idx="1316">
                  <c:v>1.2255781315344315E-2</c:v>
                </c:pt>
                <c:pt idx="1317">
                  <c:v>1.2289003680644476E-2</c:v>
                </c:pt>
                <c:pt idx="1318">
                  <c:v>1.0848033472710584E-2</c:v>
                </c:pt>
                <c:pt idx="1319">
                  <c:v>1.0900034306648671E-2</c:v>
                </c:pt>
                <c:pt idx="1320">
                  <c:v>1.0763843205933476E-2</c:v>
                </c:pt>
                <c:pt idx="1321">
                  <c:v>1.1197598525013621E-2</c:v>
                </c:pt>
                <c:pt idx="1322">
                  <c:v>1.1627966572554693E-2</c:v>
                </c:pt>
                <c:pt idx="1323">
                  <c:v>1.1669649948354092E-2</c:v>
                </c:pt>
                <c:pt idx="1324">
                  <c:v>1.0725786417400476E-2</c:v>
                </c:pt>
                <c:pt idx="1325">
                  <c:v>1.0825075733026454E-2</c:v>
                </c:pt>
                <c:pt idx="1326">
                  <c:v>1.0887661558855481E-2</c:v>
                </c:pt>
                <c:pt idx="1327">
                  <c:v>1.0543155438802472E-2</c:v>
                </c:pt>
                <c:pt idx="1328">
                  <c:v>1.0500441013484935E-2</c:v>
                </c:pt>
                <c:pt idx="1329">
                  <c:v>1.0712336742033788E-2</c:v>
                </c:pt>
                <c:pt idx="1330">
                  <c:v>1.0826599467338535E-2</c:v>
                </c:pt>
                <c:pt idx="1331">
                  <c:v>1.083699792243285E-2</c:v>
                </c:pt>
                <c:pt idx="1332">
                  <c:v>9.9961189060296905E-3</c:v>
                </c:pt>
                <c:pt idx="1333">
                  <c:v>9.6410275350919204E-3</c:v>
                </c:pt>
                <c:pt idx="1334">
                  <c:v>9.2866648631257029E-3</c:v>
                </c:pt>
                <c:pt idx="1335">
                  <c:v>9.2962539413582596E-3</c:v>
                </c:pt>
                <c:pt idx="1336">
                  <c:v>9.2662477883306456E-3</c:v>
                </c:pt>
                <c:pt idx="1337">
                  <c:v>8.836651550926956E-3</c:v>
                </c:pt>
                <c:pt idx="1338">
                  <c:v>8.8205081556961967E-3</c:v>
                </c:pt>
                <c:pt idx="1339">
                  <c:v>8.8258972197327295E-3</c:v>
                </c:pt>
                <c:pt idx="1340">
                  <c:v>8.3833200030827906E-3</c:v>
                </c:pt>
                <c:pt idx="1341">
                  <c:v>1.1226673071634052E-2</c:v>
                </c:pt>
                <c:pt idx="1342">
                  <c:v>1.1202628919901104E-2</c:v>
                </c:pt>
                <c:pt idx="1343">
                  <c:v>1.1338221897312154E-2</c:v>
                </c:pt>
                <c:pt idx="1344">
                  <c:v>1.1295531605371969E-2</c:v>
                </c:pt>
                <c:pt idx="1345">
                  <c:v>1.0398045481241592E-2</c:v>
                </c:pt>
                <c:pt idx="1346">
                  <c:v>1.03152883698239E-2</c:v>
                </c:pt>
                <c:pt idx="1347">
                  <c:v>1.020079140677748E-2</c:v>
                </c:pt>
                <c:pt idx="1348">
                  <c:v>9.6869513226972934E-3</c:v>
                </c:pt>
                <c:pt idx="1349">
                  <c:v>9.5770721825450111E-3</c:v>
                </c:pt>
                <c:pt idx="1350">
                  <c:v>1.0025470250492679E-2</c:v>
                </c:pt>
                <c:pt idx="1351">
                  <c:v>9.9937372921480045E-3</c:v>
                </c:pt>
                <c:pt idx="1352">
                  <c:v>1.0241094371420166E-2</c:v>
                </c:pt>
                <c:pt idx="1353">
                  <c:v>1.0011229114669328E-2</c:v>
                </c:pt>
                <c:pt idx="1354">
                  <c:v>1.0068374550156712E-2</c:v>
                </c:pt>
                <c:pt idx="1355">
                  <c:v>1.0131794731279582E-2</c:v>
                </c:pt>
                <c:pt idx="1356">
                  <c:v>1.0147226546060633E-2</c:v>
                </c:pt>
                <c:pt idx="1357">
                  <c:v>1.0063632270860497E-2</c:v>
                </c:pt>
                <c:pt idx="1358">
                  <c:v>1.0046692607730837E-2</c:v>
                </c:pt>
                <c:pt idx="1359">
                  <c:v>1.0465864475021552E-2</c:v>
                </c:pt>
                <c:pt idx="1360">
                  <c:v>7.1174234124538353E-3</c:v>
                </c:pt>
                <c:pt idx="1361">
                  <c:v>7.5447675437585182E-3</c:v>
                </c:pt>
                <c:pt idx="1362">
                  <c:v>7.4730508813145528E-3</c:v>
                </c:pt>
                <c:pt idx="1363">
                  <c:v>7.359351005373117E-3</c:v>
                </c:pt>
                <c:pt idx="1364">
                  <c:v>8.5024146421887412E-3</c:v>
                </c:pt>
                <c:pt idx="1365">
                  <c:v>8.8665514200351059E-3</c:v>
                </c:pt>
                <c:pt idx="1366">
                  <c:v>9.9043227683528051E-3</c:v>
                </c:pt>
                <c:pt idx="1367">
                  <c:v>1.0491113954729903E-2</c:v>
                </c:pt>
                <c:pt idx="1368">
                  <c:v>1.0739142942082537E-2</c:v>
                </c:pt>
                <c:pt idx="1369">
                  <c:v>1.5262370815803157E-2</c:v>
                </c:pt>
                <c:pt idx="1370">
                  <c:v>1.7204555943538924E-2</c:v>
                </c:pt>
                <c:pt idx="1371">
                  <c:v>1.7129270209361145E-2</c:v>
                </c:pt>
                <c:pt idx="1372">
                  <c:v>1.7095193569250898E-2</c:v>
                </c:pt>
                <c:pt idx="1373">
                  <c:v>1.7127911406854299E-2</c:v>
                </c:pt>
                <c:pt idx="1374">
                  <c:v>1.7101947650460483E-2</c:v>
                </c:pt>
                <c:pt idx="1375">
                  <c:v>1.709027487762636E-2</c:v>
                </c:pt>
                <c:pt idx="1376">
                  <c:v>1.7103130824438824E-2</c:v>
                </c:pt>
                <c:pt idx="1377">
                  <c:v>1.711352754645102E-2</c:v>
                </c:pt>
                <c:pt idx="1378">
                  <c:v>1.6977072038709299E-2</c:v>
                </c:pt>
                <c:pt idx="1379">
                  <c:v>1.6703507436827098E-2</c:v>
                </c:pt>
                <c:pt idx="1380">
                  <c:v>1.6746757975109713E-2</c:v>
                </c:pt>
                <c:pt idx="1381">
                  <c:v>1.6794961717428437E-2</c:v>
                </c:pt>
                <c:pt idx="1382">
                  <c:v>1.6953545068042451E-2</c:v>
                </c:pt>
                <c:pt idx="1383">
                  <c:v>1.7052552767982378E-2</c:v>
                </c:pt>
                <c:pt idx="1384">
                  <c:v>1.6852177344893408E-2</c:v>
                </c:pt>
                <c:pt idx="1385">
                  <c:v>1.6704336534146484E-2</c:v>
                </c:pt>
                <c:pt idx="1386">
                  <c:v>1.9508435929365218E-2</c:v>
                </c:pt>
                <c:pt idx="1387">
                  <c:v>1.9322190409966286E-2</c:v>
                </c:pt>
                <c:pt idx="1388">
                  <c:v>1.5999330158171812E-2</c:v>
                </c:pt>
                <c:pt idx="1389">
                  <c:v>1.5116030344387719E-2</c:v>
                </c:pt>
                <c:pt idx="1390">
                  <c:v>1.5145005733219939E-2</c:v>
                </c:pt>
                <c:pt idx="1391">
                  <c:v>1.529821498546154E-2</c:v>
                </c:pt>
                <c:pt idx="1392">
                  <c:v>1.4986939491412648E-2</c:v>
                </c:pt>
                <c:pt idx="1393">
                  <c:v>1.5195064965529206E-2</c:v>
                </c:pt>
                <c:pt idx="1394">
                  <c:v>1.528813905454298E-2</c:v>
                </c:pt>
                <c:pt idx="1395">
                  <c:v>1.528214847311421E-2</c:v>
                </c:pt>
                <c:pt idx="1396">
                  <c:v>1.537944757531935E-2</c:v>
                </c:pt>
                <c:pt idx="1397">
                  <c:v>1.5093494887082941E-2</c:v>
                </c:pt>
                <c:pt idx="1398">
                  <c:v>1.5290954323542124E-2</c:v>
                </c:pt>
                <c:pt idx="1399">
                  <c:v>1.5217861982994437E-2</c:v>
                </c:pt>
                <c:pt idx="1400">
                  <c:v>1.5185127877999886E-2</c:v>
                </c:pt>
                <c:pt idx="1401">
                  <c:v>1.5185734391965426E-2</c:v>
                </c:pt>
                <c:pt idx="1402">
                  <c:v>1.5518808108709484E-2</c:v>
                </c:pt>
                <c:pt idx="1403">
                  <c:v>1.5832492254421383E-2</c:v>
                </c:pt>
                <c:pt idx="1404">
                  <c:v>1.5321908864416228E-2</c:v>
                </c:pt>
                <c:pt idx="1405">
                  <c:v>1.2045950784167864E-2</c:v>
                </c:pt>
                <c:pt idx="1406">
                  <c:v>1.2577688786139034E-2</c:v>
                </c:pt>
                <c:pt idx="1407">
                  <c:v>1.2676964596217595E-2</c:v>
                </c:pt>
                <c:pt idx="1408">
                  <c:v>1.135059391962275E-2</c:v>
                </c:pt>
                <c:pt idx="1409">
                  <c:v>1.135837400989294E-2</c:v>
                </c:pt>
                <c:pt idx="1410">
                  <c:v>1.1230505410260059E-2</c:v>
                </c:pt>
                <c:pt idx="1411">
                  <c:v>1.138878373834879E-2</c:v>
                </c:pt>
                <c:pt idx="1412">
                  <c:v>1.3113735352361855E-2</c:v>
                </c:pt>
                <c:pt idx="1413">
                  <c:v>1.3616620700000583E-2</c:v>
                </c:pt>
                <c:pt idx="1414">
                  <c:v>1.3922068152641654E-2</c:v>
                </c:pt>
                <c:pt idx="1415">
                  <c:v>1.4560449009580258E-2</c:v>
                </c:pt>
                <c:pt idx="1416">
                  <c:v>1.4476247755343239E-2</c:v>
                </c:pt>
                <c:pt idx="1417">
                  <c:v>1.449002718383551E-2</c:v>
                </c:pt>
                <c:pt idx="1418">
                  <c:v>1.4432110104792577E-2</c:v>
                </c:pt>
                <c:pt idx="1419">
                  <c:v>1.8386997045185705E-2</c:v>
                </c:pt>
                <c:pt idx="1420">
                  <c:v>1.8353930691083244E-2</c:v>
                </c:pt>
                <c:pt idx="1421">
                  <c:v>1.8176104828506307E-2</c:v>
                </c:pt>
                <c:pt idx="1422">
                  <c:v>1.7906193012538117E-2</c:v>
                </c:pt>
                <c:pt idx="1423">
                  <c:v>1.7538943838938212E-2</c:v>
                </c:pt>
                <c:pt idx="1424">
                  <c:v>1.7237061370649398E-2</c:v>
                </c:pt>
                <c:pt idx="1425">
                  <c:v>1.6858818354025314E-2</c:v>
                </c:pt>
                <c:pt idx="1426">
                  <c:v>1.6859903311607281E-2</c:v>
                </c:pt>
                <c:pt idx="1427">
                  <c:v>1.6504569957368508E-2</c:v>
                </c:pt>
                <c:pt idx="1428">
                  <c:v>1.6634845054189017E-2</c:v>
                </c:pt>
                <c:pt idx="1429">
                  <c:v>1.6628416774517346E-2</c:v>
                </c:pt>
                <c:pt idx="1430">
                  <c:v>1.7020333177081327E-2</c:v>
                </c:pt>
                <c:pt idx="1431">
                  <c:v>1.4978262968464984E-2</c:v>
                </c:pt>
                <c:pt idx="1432">
                  <c:v>1.4855771487749799E-2</c:v>
                </c:pt>
                <c:pt idx="1433">
                  <c:v>1.5012980217882516E-2</c:v>
                </c:pt>
                <c:pt idx="1434">
                  <c:v>1.4403263577227068E-2</c:v>
                </c:pt>
                <c:pt idx="1435">
                  <c:v>1.4297641374777145E-2</c:v>
                </c:pt>
                <c:pt idx="1436">
                  <c:v>1.4320609386157857E-2</c:v>
                </c:pt>
                <c:pt idx="1437">
                  <c:v>1.4195243452477477E-2</c:v>
                </c:pt>
                <c:pt idx="1438">
                  <c:v>1.0235046119907464E-2</c:v>
                </c:pt>
                <c:pt idx="1439">
                  <c:v>1.0350861975815088E-2</c:v>
                </c:pt>
                <c:pt idx="1440">
                  <c:v>8.8474894162405941E-3</c:v>
                </c:pt>
                <c:pt idx="1441">
                  <c:v>9.0968856323134957E-3</c:v>
                </c:pt>
                <c:pt idx="1442">
                  <c:v>9.1425478604948429E-3</c:v>
                </c:pt>
                <c:pt idx="1443">
                  <c:v>9.2225162602266406E-3</c:v>
                </c:pt>
                <c:pt idx="1444">
                  <c:v>9.210779892266532E-3</c:v>
                </c:pt>
                <c:pt idx="1445">
                  <c:v>9.1453935376861282E-3</c:v>
                </c:pt>
                <c:pt idx="1446">
                  <c:v>8.8605837680579176E-3</c:v>
                </c:pt>
                <c:pt idx="1447">
                  <c:v>8.2815571131992349E-3</c:v>
                </c:pt>
                <c:pt idx="1448">
                  <c:v>8.3647935783241634E-3</c:v>
                </c:pt>
                <c:pt idx="1449">
                  <c:v>7.5277806411851271E-3</c:v>
                </c:pt>
                <c:pt idx="1450">
                  <c:v>7.253532596227112E-3</c:v>
                </c:pt>
                <c:pt idx="1451">
                  <c:v>7.4761013117038587E-3</c:v>
                </c:pt>
                <c:pt idx="1452">
                  <c:v>7.2274671400921328E-3</c:v>
                </c:pt>
                <c:pt idx="1453">
                  <c:v>5.6553417861962829E-3</c:v>
                </c:pt>
                <c:pt idx="1454">
                  <c:v>5.6198067902218703E-3</c:v>
                </c:pt>
                <c:pt idx="1455">
                  <c:v>6.0483499870626926E-3</c:v>
                </c:pt>
                <c:pt idx="1456">
                  <c:v>6.1809675599453721E-3</c:v>
                </c:pt>
                <c:pt idx="1457">
                  <c:v>6.026720072991671E-3</c:v>
                </c:pt>
                <c:pt idx="1458">
                  <c:v>5.6464506507656383E-3</c:v>
                </c:pt>
                <c:pt idx="1459">
                  <c:v>5.7022568129833561E-3</c:v>
                </c:pt>
                <c:pt idx="1460">
                  <c:v>5.4715398292910057E-3</c:v>
                </c:pt>
                <c:pt idx="1461">
                  <c:v>5.0934393396736997E-3</c:v>
                </c:pt>
                <c:pt idx="1462">
                  <c:v>5.1726310882157234E-3</c:v>
                </c:pt>
                <c:pt idx="1463">
                  <c:v>5.1847905285457704E-3</c:v>
                </c:pt>
                <c:pt idx="1464">
                  <c:v>5.1857599749212009E-3</c:v>
                </c:pt>
                <c:pt idx="1465">
                  <c:v>5.1898016860382912E-3</c:v>
                </c:pt>
                <c:pt idx="1466">
                  <c:v>5.4092514301213365E-3</c:v>
                </c:pt>
                <c:pt idx="1467">
                  <c:v>5.4224426106506459E-3</c:v>
                </c:pt>
                <c:pt idx="1468">
                  <c:v>5.3882054453141415E-3</c:v>
                </c:pt>
                <c:pt idx="1469">
                  <c:v>5.5697676769122595E-3</c:v>
                </c:pt>
                <c:pt idx="1470">
                  <c:v>5.2543251587021311E-3</c:v>
                </c:pt>
                <c:pt idx="1471">
                  <c:v>5.2424079335525852E-3</c:v>
                </c:pt>
                <c:pt idx="1472">
                  <c:v>5.1868119605775042E-3</c:v>
                </c:pt>
                <c:pt idx="1473">
                  <c:v>6.0373932594369505E-3</c:v>
                </c:pt>
                <c:pt idx="1474">
                  <c:v>5.9690414445594912E-3</c:v>
                </c:pt>
                <c:pt idx="1475">
                  <c:v>7.1304067083752341E-3</c:v>
                </c:pt>
                <c:pt idx="1476">
                  <c:v>7.0427288535455561E-3</c:v>
                </c:pt>
                <c:pt idx="1477">
                  <c:v>7.0134837322660985E-3</c:v>
                </c:pt>
                <c:pt idx="1478">
                  <c:v>7.041974473999092E-3</c:v>
                </c:pt>
                <c:pt idx="1479">
                  <c:v>7.0383825070619481E-3</c:v>
                </c:pt>
                <c:pt idx="1480">
                  <c:v>7.1124442142085744E-3</c:v>
                </c:pt>
                <c:pt idx="1481">
                  <c:v>7.1329205541780802E-3</c:v>
                </c:pt>
                <c:pt idx="1482">
                  <c:v>8.0475572094502699E-3</c:v>
                </c:pt>
                <c:pt idx="1483">
                  <c:v>8.4390546515203113E-3</c:v>
                </c:pt>
                <c:pt idx="1484">
                  <c:v>8.399084115393543E-3</c:v>
                </c:pt>
                <c:pt idx="1485">
                  <c:v>8.109214966571892E-3</c:v>
                </c:pt>
                <c:pt idx="1486">
                  <c:v>8.0249821885595585E-3</c:v>
                </c:pt>
                <c:pt idx="1487">
                  <c:v>8.0341754934731488E-3</c:v>
                </c:pt>
                <c:pt idx="1488">
                  <c:v>7.9717124619108227E-3</c:v>
                </c:pt>
                <c:pt idx="1489">
                  <c:v>8.0889217654369783E-3</c:v>
                </c:pt>
                <c:pt idx="1490">
                  <c:v>8.289001821493544E-3</c:v>
                </c:pt>
                <c:pt idx="1491">
                  <c:v>8.2277271887550348E-3</c:v>
                </c:pt>
                <c:pt idx="1492">
                  <c:v>7.2740894801142384E-3</c:v>
                </c:pt>
                <c:pt idx="1493">
                  <c:v>6.9437330622830013E-3</c:v>
                </c:pt>
                <c:pt idx="1494">
                  <c:v>6.3280149960131902E-3</c:v>
                </c:pt>
                <c:pt idx="1495">
                  <c:v>6.3831259287775175E-3</c:v>
                </c:pt>
                <c:pt idx="1496">
                  <c:v>6.4088194839017195E-3</c:v>
                </c:pt>
                <c:pt idx="1497">
                  <c:v>6.2781343000512732E-3</c:v>
                </c:pt>
                <c:pt idx="1498">
                  <c:v>8.2503800050235717E-3</c:v>
                </c:pt>
                <c:pt idx="1499">
                  <c:v>8.586838552017223E-3</c:v>
                </c:pt>
                <c:pt idx="1500">
                  <c:v>8.6149821790521865E-3</c:v>
                </c:pt>
                <c:pt idx="1501">
                  <c:v>8.0915720898476259E-3</c:v>
                </c:pt>
                <c:pt idx="1502">
                  <c:v>7.9175563550691087E-3</c:v>
                </c:pt>
                <c:pt idx="1503">
                  <c:v>8.157375592539727E-3</c:v>
                </c:pt>
                <c:pt idx="1504">
                  <c:v>8.3052382029970735E-3</c:v>
                </c:pt>
                <c:pt idx="1505">
                  <c:v>8.3323580312761273E-3</c:v>
                </c:pt>
                <c:pt idx="1506">
                  <c:v>8.4216479780164603E-3</c:v>
                </c:pt>
                <c:pt idx="1507">
                  <c:v>8.3475348117368064E-3</c:v>
                </c:pt>
                <c:pt idx="1508">
                  <c:v>8.3399856460171819E-3</c:v>
                </c:pt>
                <c:pt idx="1509">
                  <c:v>8.3315364614739758E-3</c:v>
                </c:pt>
                <c:pt idx="1510">
                  <c:v>8.4819146438041299E-3</c:v>
                </c:pt>
                <c:pt idx="1511">
                  <c:v>8.7552653760302798E-3</c:v>
                </c:pt>
                <c:pt idx="1512">
                  <c:v>9.1788828317385263E-3</c:v>
                </c:pt>
                <c:pt idx="1513">
                  <c:v>8.761130417801884E-3</c:v>
                </c:pt>
                <c:pt idx="1514">
                  <c:v>8.7995381322311609E-3</c:v>
                </c:pt>
                <c:pt idx="1515">
                  <c:v>9.2091876001294606E-3</c:v>
                </c:pt>
                <c:pt idx="1516">
                  <c:v>9.592535628523597E-3</c:v>
                </c:pt>
                <c:pt idx="1517">
                  <c:v>7.7419145216340926E-3</c:v>
                </c:pt>
                <c:pt idx="1518">
                  <c:v>7.1594222974830993E-3</c:v>
                </c:pt>
                <c:pt idx="1519">
                  <c:v>7.1869570771700463E-3</c:v>
                </c:pt>
                <c:pt idx="1520">
                  <c:v>7.1521430114244678E-3</c:v>
                </c:pt>
                <c:pt idx="1521">
                  <c:v>7.5446521523523415E-3</c:v>
                </c:pt>
                <c:pt idx="1522">
                  <c:v>7.5678073876418676E-3</c:v>
                </c:pt>
                <c:pt idx="1523">
                  <c:v>7.5017938356931628E-3</c:v>
                </c:pt>
                <c:pt idx="1524">
                  <c:v>7.5027302859688345E-3</c:v>
                </c:pt>
                <c:pt idx="1525">
                  <c:v>7.5023441984446836E-3</c:v>
                </c:pt>
                <c:pt idx="1526">
                  <c:v>7.5935667635623968E-3</c:v>
                </c:pt>
                <c:pt idx="1527">
                  <c:v>7.8322475704489213E-3</c:v>
                </c:pt>
                <c:pt idx="1528">
                  <c:v>7.6434804549555769E-3</c:v>
                </c:pt>
                <c:pt idx="1529">
                  <c:v>7.5980602540257893E-3</c:v>
                </c:pt>
                <c:pt idx="1530">
                  <c:v>7.5062580860554007E-3</c:v>
                </c:pt>
                <c:pt idx="1531">
                  <c:v>6.4265142053631643E-3</c:v>
                </c:pt>
                <c:pt idx="1532">
                  <c:v>6.4017910245036166E-3</c:v>
                </c:pt>
                <c:pt idx="1533">
                  <c:v>6.4742092433016391E-3</c:v>
                </c:pt>
                <c:pt idx="1534">
                  <c:v>7.5234172798803959E-3</c:v>
                </c:pt>
                <c:pt idx="1535">
                  <c:v>7.6279245762215222E-3</c:v>
                </c:pt>
                <c:pt idx="1536">
                  <c:v>8.0133762406643123E-3</c:v>
                </c:pt>
                <c:pt idx="1537">
                  <c:v>7.8491961727086106E-3</c:v>
                </c:pt>
                <c:pt idx="1538">
                  <c:v>7.5836336872838091E-3</c:v>
                </c:pt>
                <c:pt idx="1539">
                  <c:v>7.6226721138736332E-3</c:v>
                </c:pt>
                <c:pt idx="1540">
                  <c:v>7.7755849471627912E-3</c:v>
                </c:pt>
                <c:pt idx="1541">
                  <c:v>7.7296733222269372E-3</c:v>
                </c:pt>
                <c:pt idx="1542">
                  <c:v>7.8053669529753811E-3</c:v>
                </c:pt>
                <c:pt idx="1543">
                  <c:v>8.2870488771068316E-3</c:v>
                </c:pt>
                <c:pt idx="1544">
                  <c:v>8.7528882421711932E-3</c:v>
                </c:pt>
                <c:pt idx="1545">
                  <c:v>9.0074919445695418E-3</c:v>
                </c:pt>
                <c:pt idx="1546">
                  <c:v>8.6084510538717643E-3</c:v>
                </c:pt>
                <c:pt idx="1547">
                  <c:v>9.7620237445597939E-3</c:v>
                </c:pt>
                <c:pt idx="1548">
                  <c:v>9.7997749058601358E-3</c:v>
                </c:pt>
                <c:pt idx="1549">
                  <c:v>9.806805949352803E-3</c:v>
                </c:pt>
                <c:pt idx="1550">
                  <c:v>1.0064535525676781E-2</c:v>
                </c:pt>
                <c:pt idx="1551">
                  <c:v>1.183678392503771E-2</c:v>
                </c:pt>
                <c:pt idx="1552">
                  <c:v>1.1729027223162805E-2</c:v>
                </c:pt>
                <c:pt idx="1553">
                  <c:v>1.1164323948856606E-2</c:v>
                </c:pt>
                <c:pt idx="1554">
                  <c:v>1.2730702650018702E-2</c:v>
                </c:pt>
                <c:pt idx="1555">
                  <c:v>1.261352785507268E-2</c:v>
                </c:pt>
                <c:pt idx="1556">
                  <c:v>1.3275815747329986E-2</c:v>
                </c:pt>
                <c:pt idx="1557">
                  <c:v>1.3912413074619432E-2</c:v>
                </c:pt>
                <c:pt idx="1558">
                  <c:v>1.4456682254336951E-2</c:v>
                </c:pt>
                <c:pt idx="1559">
                  <c:v>1.3977017850080533E-2</c:v>
                </c:pt>
                <c:pt idx="1560">
                  <c:v>1.3957022642488983E-2</c:v>
                </c:pt>
                <c:pt idx="1561">
                  <c:v>1.4017207929547089E-2</c:v>
                </c:pt>
                <c:pt idx="1562">
                  <c:v>1.3881931320759695E-2</c:v>
                </c:pt>
                <c:pt idx="1563">
                  <c:v>1.3383094427861252E-2</c:v>
                </c:pt>
                <c:pt idx="1564">
                  <c:v>1.3292218523479645E-2</c:v>
                </c:pt>
                <c:pt idx="1565">
                  <c:v>1.3539819210699196E-2</c:v>
                </c:pt>
                <c:pt idx="1566">
                  <c:v>1.3246299151513569E-2</c:v>
                </c:pt>
                <c:pt idx="1567">
                  <c:v>1.475888133083064E-2</c:v>
                </c:pt>
                <c:pt idx="1568">
                  <c:v>1.4805698848557022E-2</c:v>
                </c:pt>
                <c:pt idx="1569">
                  <c:v>1.4723539438907788E-2</c:v>
                </c:pt>
                <c:pt idx="1570">
                  <c:v>1.3377082406600125E-2</c:v>
                </c:pt>
                <c:pt idx="1571">
                  <c:v>1.3293317231218751E-2</c:v>
                </c:pt>
                <c:pt idx="1572">
                  <c:v>1.3265270860419641E-2</c:v>
                </c:pt>
                <c:pt idx="1573">
                  <c:v>1.1944203963368113E-2</c:v>
                </c:pt>
                <c:pt idx="1574">
                  <c:v>1.3864475390036084E-2</c:v>
                </c:pt>
                <c:pt idx="1575">
                  <c:v>1.279999386847089E-2</c:v>
                </c:pt>
                <c:pt idx="1576">
                  <c:v>1.2538342830547031E-2</c:v>
                </c:pt>
                <c:pt idx="1577">
                  <c:v>1.2444928110250228E-2</c:v>
                </c:pt>
                <c:pt idx="1578">
                  <c:v>1.2459846714060105E-2</c:v>
                </c:pt>
                <c:pt idx="1579">
                  <c:v>1.2639163353933005E-2</c:v>
                </c:pt>
                <c:pt idx="1580">
                  <c:v>1.2374675853202325E-2</c:v>
                </c:pt>
                <c:pt idx="1581">
                  <c:v>1.2232581733750547E-2</c:v>
                </c:pt>
                <c:pt idx="1582">
                  <c:v>1.2015012725742156E-2</c:v>
                </c:pt>
                <c:pt idx="1583">
                  <c:v>1.2013110053549048E-2</c:v>
                </c:pt>
                <c:pt idx="1584">
                  <c:v>1.1153600829253584E-2</c:v>
                </c:pt>
                <c:pt idx="1585">
                  <c:v>1.0558483144926105E-2</c:v>
                </c:pt>
                <c:pt idx="1586">
                  <c:v>1.0285018508528759E-2</c:v>
                </c:pt>
                <c:pt idx="1587">
                  <c:v>1.0593356235056113E-2</c:v>
                </c:pt>
                <c:pt idx="1588">
                  <c:v>1.0956482006883463E-2</c:v>
                </c:pt>
                <c:pt idx="1589">
                  <c:v>1.269734876591813E-2</c:v>
                </c:pt>
                <c:pt idx="1590">
                  <c:v>1.2989714154212649E-2</c:v>
                </c:pt>
                <c:pt idx="1591">
                  <c:v>1.2995620655051625E-2</c:v>
                </c:pt>
                <c:pt idx="1592">
                  <c:v>1.3273466764128543E-2</c:v>
                </c:pt>
                <c:pt idx="1593">
                  <c:v>1.1719062760686103E-2</c:v>
                </c:pt>
                <c:pt idx="1594">
                  <c:v>1.171418314435755E-2</c:v>
                </c:pt>
                <c:pt idx="1595">
                  <c:v>1.1911513095061544E-2</c:v>
                </c:pt>
                <c:pt idx="1596">
                  <c:v>1.1742432863869032E-2</c:v>
                </c:pt>
                <c:pt idx="1597">
                  <c:v>1.2020033086009874E-2</c:v>
                </c:pt>
                <c:pt idx="1598">
                  <c:v>1.1833427505939447E-2</c:v>
                </c:pt>
                <c:pt idx="1599">
                  <c:v>1.1811910434465393E-2</c:v>
                </c:pt>
                <c:pt idx="1600">
                  <c:v>1.2120727903757842E-2</c:v>
                </c:pt>
                <c:pt idx="1601">
                  <c:v>1.372885173124558E-2</c:v>
                </c:pt>
                <c:pt idx="1602">
                  <c:v>1.5870278233762226E-2</c:v>
                </c:pt>
                <c:pt idx="1603">
                  <c:v>1.5961457228096488E-2</c:v>
                </c:pt>
                <c:pt idx="1604">
                  <c:v>1.5796756877760314E-2</c:v>
                </c:pt>
                <c:pt idx="1605">
                  <c:v>1.5617373405179725E-2</c:v>
                </c:pt>
                <c:pt idx="1606">
                  <c:v>1.5565296850840292E-2</c:v>
                </c:pt>
                <c:pt idx="1607">
                  <c:v>1.5492315038055088E-2</c:v>
                </c:pt>
                <c:pt idx="1608">
                  <c:v>1.4266118453040781E-2</c:v>
                </c:pt>
                <c:pt idx="1609">
                  <c:v>1.8954579924100354E-2</c:v>
                </c:pt>
                <c:pt idx="1610">
                  <c:v>1.9895402150495567E-2</c:v>
                </c:pt>
                <c:pt idx="1611">
                  <c:v>1.9696444831658715E-2</c:v>
                </c:pt>
                <c:pt idx="1612">
                  <c:v>1.8880975277040985E-2</c:v>
                </c:pt>
                <c:pt idx="1613">
                  <c:v>1.8957663073357261E-2</c:v>
                </c:pt>
                <c:pt idx="1614">
                  <c:v>2.0279948129541276E-2</c:v>
                </c:pt>
                <c:pt idx="1615">
                  <c:v>2.0675834344465505E-2</c:v>
                </c:pt>
                <c:pt idx="1616">
                  <c:v>2.163979416997109E-2</c:v>
                </c:pt>
                <c:pt idx="1617">
                  <c:v>2.2446049348295374E-2</c:v>
                </c:pt>
                <c:pt idx="1618">
                  <c:v>2.23248006843067E-2</c:v>
                </c:pt>
                <c:pt idx="1619">
                  <c:v>2.2407949344138842E-2</c:v>
                </c:pt>
                <c:pt idx="1620">
                  <c:v>2.1298004163477137E-2</c:v>
                </c:pt>
                <c:pt idx="1621">
                  <c:v>2.068840897960713E-2</c:v>
                </c:pt>
                <c:pt idx="1622">
                  <c:v>2.1495081808863805E-2</c:v>
                </c:pt>
                <c:pt idx="1623">
                  <c:v>2.1510408201965991E-2</c:v>
                </c:pt>
                <c:pt idx="1624">
                  <c:v>2.1511270444947939E-2</c:v>
                </c:pt>
                <c:pt idx="1625">
                  <c:v>2.1516868758751563E-2</c:v>
                </c:pt>
                <c:pt idx="1626">
                  <c:v>2.1481783376079103E-2</c:v>
                </c:pt>
                <c:pt idx="1627">
                  <c:v>2.1487946900627806E-2</c:v>
                </c:pt>
                <c:pt idx="1628">
                  <c:v>1.7009630548357902E-2</c:v>
                </c:pt>
                <c:pt idx="1629">
                  <c:v>1.6527625174703447E-2</c:v>
                </c:pt>
                <c:pt idx="1630">
                  <c:v>1.6172221448406437E-2</c:v>
                </c:pt>
                <c:pt idx="1631">
                  <c:v>1.6132889334078939E-2</c:v>
                </c:pt>
                <c:pt idx="1632">
                  <c:v>1.5635211280636701E-2</c:v>
                </c:pt>
                <c:pt idx="1633">
                  <c:v>1.2611740997099077E-2</c:v>
                </c:pt>
                <c:pt idx="1634">
                  <c:v>1.3335806280085521E-2</c:v>
                </c:pt>
                <c:pt idx="1635">
                  <c:v>1.2683809276294585E-2</c:v>
                </c:pt>
                <c:pt idx="1636">
                  <c:v>1.2237162514354716E-2</c:v>
                </c:pt>
                <c:pt idx="1637">
                  <c:v>1.2471631898945479E-2</c:v>
                </c:pt>
                <c:pt idx="1638">
                  <c:v>1.2295847754558848E-2</c:v>
                </c:pt>
                <c:pt idx="1639">
                  <c:v>1.3172050342491871E-2</c:v>
                </c:pt>
                <c:pt idx="1640">
                  <c:v>1.2797843168282133E-2</c:v>
                </c:pt>
                <c:pt idx="1641">
                  <c:v>1.1906225408261755E-2</c:v>
                </c:pt>
                <c:pt idx="1642">
                  <c:v>1.2392681974414798E-2</c:v>
                </c:pt>
                <c:pt idx="1643">
                  <c:v>1.3019380623429755E-2</c:v>
                </c:pt>
                <c:pt idx="1644">
                  <c:v>1.3202868087691432E-2</c:v>
                </c:pt>
                <c:pt idx="1645">
                  <c:v>1.3556242668124021E-2</c:v>
                </c:pt>
                <c:pt idx="1646">
                  <c:v>1.358965108175551E-2</c:v>
                </c:pt>
                <c:pt idx="1647">
                  <c:v>1.3356850930110367E-2</c:v>
                </c:pt>
                <c:pt idx="1648">
                  <c:v>1.3658523079611677E-2</c:v>
                </c:pt>
                <c:pt idx="1649">
                  <c:v>1.3813070026112328E-2</c:v>
                </c:pt>
                <c:pt idx="1650">
                  <c:v>1.4137877816882364E-2</c:v>
                </c:pt>
                <c:pt idx="1651">
                  <c:v>1.2731707850062238E-2</c:v>
                </c:pt>
                <c:pt idx="1652">
                  <c:v>1.2624714498196106E-2</c:v>
                </c:pt>
                <c:pt idx="1653">
                  <c:v>1.3323676727633285E-2</c:v>
                </c:pt>
                <c:pt idx="1654">
                  <c:v>1.3008736456889583E-2</c:v>
                </c:pt>
                <c:pt idx="1655">
                  <c:v>1.3204245110168038E-2</c:v>
                </c:pt>
                <c:pt idx="1656">
                  <c:v>1.4659510127676923E-2</c:v>
                </c:pt>
                <c:pt idx="1657">
                  <c:v>1.4685676817785022E-2</c:v>
                </c:pt>
                <c:pt idx="1658">
                  <c:v>1.511401737583533E-2</c:v>
                </c:pt>
                <c:pt idx="1659">
                  <c:v>1.6504199215363984E-2</c:v>
                </c:pt>
                <c:pt idx="1660">
                  <c:v>1.6339853399626892E-2</c:v>
                </c:pt>
                <c:pt idx="1661">
                  <c:v>1.6066616176306871E-2</c:v>
                </c:pt>
                <c:pt idx="1662">
                  <c:v>1.5629703668584096E-2</c:v>
                </c:pt>
                <c:pt idx="1663">
                  <c:v>1.5886876019291729E-2</c:v>
                </c:pt>
                <c:pt idx="1664">
                  <c:v>1.6279249390315328E-2</c:v>
                </c:pt>
                <c:pt idx="1665">
                  <c:v>1.6292386590335925E-2</c:v>
                </c:pt>
                <c:pt idx="1666">
                  <c:v>1.6292020449700351E-2</c:v>
                </c:pt>
                <c:pt idx="1667">
                  <c:v>1.5562526044190336E-2</c:v>
                </c:pt>
                <c:pt idx="1668">
                  <c:v>1.5487760675146504E-2</c:v>
                </c:pt>
                <c:pt idx="1669">
                  <c:v>1.4454925034170145E-2</c:v>
                </c:pt>
                <c:pt idx="1670">
                  <c:v>1.4155561322188226E-2</c:v>
                </c:pt>
                <c:pt idx="1671">
                  <c:v>1.4155267306738432E-2</c:v>
                </c:pt>
                <c:pt idx="1672">
                  <c:v>1.2724725933340475E-2</c:v>
                </c:pt>
                <c:pt idx="1673">
                  <c:v>1.363324578744618E-2</c:v>
                </c:pt>
                <c:pt idx="1674">
                  <c:v>1.5445075864298925E-2</c:v>
                </c:pt>
                <c:pt idx="1675">
                  <c:v>1.4496903134124398E-2</c:v>
                </c:pt>
                <c:pt idx="1676">
                  <c:v>1.450351153081637E-2</c:v>
                </c:pt>
                <c:pt idx="1677">
                  <c:v>1.3833314292816291E-2</c:v>
                </c:pt>
                <c:pt idx="1678">
                  <c:v>1.1574041365898822E-2</c:v>
                </c:pt>
                <c:pt idx="1679">
                  <c:v>1.1700761527959272E-2</c:v>
                </c:pt>
                <c:pt idx="1680">
                  <c:v>1.2626051413126995E-2</c:v>
                </c:pt>
                <c:pt idx="1681">
                  <c:v>1.2774246611481318E-2</c:v>
                </c:pt>
                <c:pt idx="1682">
                  <c:v>1.2591706847898716E-2</c:v>
                </c:pt>
                <c:pt idx="1683">
                  <c:v>1.1757715027163971E-2</c:v>
                </c:pt>
                <c:pt idx="1684">
                  <c:v>1.2057301567496927E-2</c:v>
                </c:pt>
                <c:pt idx="1685">
                  <c:v>1.2066119409402132E-2</c:v>
                </c:pt>
                <c:pt idx="1686">
                  <c:v>1.1819413333412281E-2</c:v>
                </c:pt>
                <c:pt idx="1687">
                  <c:v>1.183044236946342E-2</c:v>
                </c:pt>
                <c:pt idx="1688">
                  <c:v>1.1829029956936767E-2</c:v>
                </c:pt>
                <c:pt idx="1689">
                  <c:v>1.1890736187309129E-2</c:v>
                </c:pt>
                <c:pt idx="1690">
                  <c:v>1.1888699055144619E-2</c:v>
                </c:pt>
                <c:pt idx="1691">
                  <c:v>1.1954648110769578E-2</c:v>
                </c:pt>
                <c:pt idx="1692">
                  <c:v>1.1675847379706835E-2</c:v>
                </c:pt>
                <c:pt idx="1693">
                  <c:v>9.1990039150884988E-3</c:v>
                </c:pt>
                <c:pt idx="1694">
                  <c:v>9.2471371957549807E-3</c:v>
                </c:pt>
                <c:pt idx="1695">
                  <c:v>9.6693452760474707E-3</c:v>
                </c:pt>
                <c:pt idx="1696">
                  <c:v>8.5483092712737244E-3</c:v>
                </c:pt>
                <c:pt idx="1697">
                  <c:v>8.6020296535593271E-3</c:v>
                </c:pt>
                <c:pt idx="1698">
                  <c:v>8.6559275927518345E-3</c:v>
                </c:pt>
                <c:pt idx="1699">
                  <c:v>8.6150500121681805E-3</c:v>
                </c:pt>
                <c:pt idx="1700">
                  <c:v>7.9751877935345713E-3</c:v>
                </c:pt>
                <c:pt idx="1701">
                  <c:v>7.8949426544866353E-3</c:v>
                </c:pt>
                <c:pt idx="1702">
                  <c:v>7.8881605895971471E-3</c:v>
                </c:pt>
                <c:pt idx="1703">
                  <c:v>7.8723300465955593E-3</c:v>
                </c:pt>
                <c:pt idx="1704">
                  <c:v>8.0605159345850299E-3</c:v>
                </c:pt>
                <c:pt idx="1705">
                  <c:v>8.0265939874874116E-3</c:v>
                </c:pt>
                <c:pt idx="1706">
                  <c:v>9.0511677400550786E-3</c:v>
                </c:pt>
                <c:pt idx="1707">
                  <c:v>9.3731821909566852E-3</c:v>
                </c:pt>
                <c:pt idx="1708">
                  <c:v>9.5629724547706685E-3</c:v>
                </c:pt>
                <c:pt idx="1709">
                  <c:v>9.4575167133040174E-3</c:v>
                </c:pt>
                <c:pt idx="1710">
                  <c:v>9.4738959036149463E-3</c:v>
                </c:pt>
                <c:pt idx="1711">
                  <c:v>9.8494076678584935E-3</c:v>
                </c:pt>
                <c:pt idx="1712">
                  <c:v>9.8767436032266166E-3</c:v>
                </c:pt>
                <c:pt idx="1713">
                  <c:v>9.7252517704534067E-3</c:v>
                </c:pt>
                <c:pt idx="1714">
                  <c:v>8.9519138838226372E-3</c:v>
                </c:pt>
                <c:pt idx="1715">
                  <c:v>8.5045600626112872E-3</c:v>
                </c:pt>
                <c:pt idx="1716">
                  <c:v>8.1493477219055886E-3</c:v>
                </c:pt>
                <c:pt idx="1717">
                  <c:v>8.2072162466853456E-3</c:v>
                </c:pt>
                <c:pt idx="1718">
                  <c:v>1.1263130097136947E-2</c:v>
                </c:pt>
                <c:pt idx="1719">
                  <c:v>1.1123224174243539E-2</c:v>
                </c:pt>
                <c:pt idx="1720">
                  <c:v>1.111972628325556E-2</c:v>
                </c:pt>
                <c:pt idx="1721">
                  <c:v>1.1268442286733541E-2</c:v>
                </c:pt>
                <c:pt idx="1722">
                  <c:v>1.1144651537089571E-2</c:v>
                </c:pt>
                <c:pt idx="1723">
                  <c:v>1.1777949618837687E-2</c:v>
                </c:pt>
                <c:pt idx="1724">
                  <c:v>1.3525860519760834E-2</c:v>
                </c:pt>
                <c:pt idx="1725">
                  <c:v>1.315498250062036E-2</c:v>
                </c:pt>
                <c:pt idx="1726">
                  <c:v>1.2734413618269965E-2</c:v>
                </c:pt>
                <c:pt idx="1727">
                  <c:v>1.2524051437530555E-2</c:v>
                </c:pt>
                <c:pt idx="1728">
                  <c:v>1.2481623093045811E-2</c:v>
                </c:pt>
                <c:pt idx="1729">
                  <c:v>1.2909573688920012E-2</c:v>
                </c:pt>
                <c:pt idx="1730">
                  <c:v>1.2663193162613721E-2</c:v>
                </c:pt>
                <c:pt idx="1731">
                  <c:v>1.262121753887068E-2</c:v>
                </c:pt>
                <c:pt idx="1732">
                  <c:v>1.3034009037784035E-2</c:v>
                </c:pt>
                <c:pt idx="1733">
                  <c:v>1.3327059389099062E-2</c:v>
                </c:pt>
                <c:pt idx="1734">
                  <c:v>1.3337600425911809E-2</c:v>
                </c:pt>
                <c:pt idx="1735">
                  <c:v>1.4141775223097064E-2</c:v>
                </c:pt>
                <c:pt idx="1736">
                  <c:v>1.4014095986056553E-2</c:v>
                </c:pt>
                <c:pt idx="1737">
                  <c:v>1.2311279868062837E-2</c:v>
                </c:pt>
                <c:pt idx="1738">
                  <c:v>1.2435884360988442E-2</c:v>
                </c:pt>
                <c:pt idx="1739">
                  <c:v>1.2952064965809506E-2</c:v>
                </c:pt>
                <c:pt idx="1740">
                  <c:v>1.3626030613197893E-2</c:v>
                </c:pt>
                <c:pt idx="1741">
                  <c:v>1.4610648502789937E-2</c:v>
                </c:pt>
                <c:pt idx="1742">
                  <c:v>1.4214686987231183E-2</c:v>
                </c:pt>
                <c:pt idx="1743">
                  <c:v>1.2022083000690645E-2</c:v>
                </c:pt>
                <c:pt idx="1744">
                  <c:v>1.1964399467799931E-2</c:v>
                </c:pt>
                <c:pt idx="1745">
                  <c:v>1.332400169214744E-2</c:v>
                </c:pt>
                <c:pt idx="1746">
                  <c:v>1.3330758836602544E-2</c:v>
                </c:pt>
                <c:pt idx="1747">
                  <c:v>1.4968280811821987E-2</c:v>
                </c:pt>
                <c:pt idx="1748">
                  <c:v>1.4458854176761666E-2</c:v>
                </c:pt>
                <c:pt idx="1749">
                  <c:v>1.4482658473689411E-2</c:v>
                </c:pt>
                <c:pt idx="1750">
                  <c:v>1.4353254384896328E-2</c:v>
                </c:pt>
                <c:pt idx="1751">
                  <c:v>1.3599045524859755E-2</c:v>
                </c:pt>
                <c:pt idx="1752">
                  <c:v>1.3569071306409112E-2</c:v>
                </c:pt>
                <c:pt idx="1753">
                  <c:v>1.4077285299624983E-2</c:v>
                </c:pt>
                <c:pt idx="1754">
                  <c:v>1.3643258521643699E-2</c:v>
                </c:pt>
                <c:pt idx="1755">
                  <c:v>1.3848555266107043E-2</c:v>
                </c:pt>
                <c:pt idx="1756">
                  <c:v>1.3590819789678386E-2</c:v>
                </c:pt>
                <c:pt idx="1757">
                  <c:v>1.3612371826976836E-2</c:v>
                </c:pt>
                <c:pt idx="1758">
                  <c:v>1.3335025880779028E-2</c:v>
                </c:pt>
                <c:pt idx="1759">
                  <c:v>1.272870562203523E-2</c:v>
                </c:pt>
                <c:pt idx="1760">
                  <c:v>1.1299232864106589E-2</c:v>
                </c:pt>
                <c:pt idx="1761">
                  <c:v>1.1402417973590229E-2</c:v>
                </c:pt>
                <c:pt idx="1762">
                  <c:v>1.1082324559039116E-2</c:v>
                </c:pt>
                <c:pt idx="1763">
                  <c:v>1.1052877358916564E-2</c:v>
                </c:pt>
                <c:pt idx="1764">
                  <c:v>1.0182966648755698E-2</c:v>
                </c:pt>
                <c:pt idx="1765">
                  <c:v>9.478869567229424E-3</c:v>
                </c:pt>
                <c:pt idx="1766">
                  <c:v>7.7528445275396604E-3</c:v>
                </c:pt>
                <c:pt idx="1767">
                  <c:v>7.7740285015371049E-3</c:v>
                </c:pt>
                <c:pt idx="1768">
                  <c:v>7.8686723687604789E-3</c:v>
                </c:pt>
                <c:pt idx="1769">
                  <c:v>1.0409181953643253E-2</c:v>
                </c:pt>
                <c:pt idx="1770">
                  <c:v>1.0746976452697858E-2</c:v>
                </c:pt>
                <c:pt idx="1771">
                  <c:v>1.0279620125906554E-2</c:v>
                </c:pt>
                <c:pt idx="1772">
                  <c:v>1.0491899751049628E-2</c:v>
                </c:pt>
                <c:pt idx="1773">
                  <c:v>1.0525134178575068E-2</c:v>
                </c:pt>
                <c:pt idx="1774">
                  <c:v>1.0709670444765345E-2</c:v>
                </c:pt>
                <c:pt idx="1775">
                  <c:v>1.0714163951699447E-2</c:v>
                </c:pt>
                <c:pt idx="1776">
                  <c:v>1.0398653822260592E-2</c:v>
                </c:pt>
                <c:pt idx="1777">
                  <c:v>1.0605391465459701E-2</c:v>
                </c:pt>
                <c:pt idx="1778">
                  <c:v>1.0537438326412848E-2</c:v>
                </c:pt>
                <c:pt idx="1779">
                  <c:v>1.0422898824686874E-2</c:v>
                </c:pt>
                <c:pt idx="1780">
                  <c:v>1.0356264690240787E-2</c:v>
                </c:pt>
                <c:pt idx="1781">
                  <c:v>9.9171257005018412E-3</c:v>
                </c:pt>
                <c:pt idx="1782">
                  <c:v>9.9429393228700966E-3</c:v>
                </c:pt>
                <c:pt idx="1783">
                  <c:v>1.0127249101087614E-2</c:v>
                </c:pt>
                <c:pt idx="1784">
                  <c:v>1.0270847522084327E-2</c:v>
                </c:pt>
                <c:pt idx="1785">
                  <c:v>1.0657775845801144E-2</c:v>
                </c:pt>
                <c:pt idx="1786">
                  <c:v>1.0721577533810372E-2</c:v>
                </c:pt>
                <c:pt idx="1787">
                  <c:v>1.046074003390087E-2</c:v>
                </c:pt>
                <c:pt idx="1788">
                  <c:v>7.13247985475704E-3</c:v>
                </c:pt>
                <c:pt idx="1789">
                  <c:v>6.9033850463599781E-3</c:v>
                </c:pt>
                <c:pt idx="1790">
                  <c:v>6.9505270683723136E-3</c:v>
                </c:pt>
                <c:pt idx="1791">
                  <c:v>6.8301361391649006E-3</c:v>
                </c:pt>
                <c:pt idx="1792">
                  <c:v>7.5226669597266834E-3</c:v>
                </c:pt>
                <c:pt idx="1793">
                  <c:v>7.6807404438549182E-3</c:v>
                </c:pt>
                <c:pt idx="1794">
                  <c:v>7.9638313843962763E-3</c:v>
                </c:pt>
                <c:pt idx="1795">
                  <c:v>7.9931908637317743E-3</c:v>
                </c:pt>
                <c:pt idx="1796">
                  <c:v>7.6468653906912694E-3</c:v>
                </c:pt>
                <c:pt idx="1797">
                  <c:v>7.635427131462218E-3</c:v>
                </c:pt>
                <c:pt idx="1798">
                  <c:v>8.3913987162696248E-3</c:v>
                </c:pt>
                <c:pt idx="1799">
                  <c:v>8.9721658247993441E-3</c:v>
                </c:pt>
                <c:pt idx="1800">
                  <c:v>8.845187977780198E-3</c:v>
                </c:pt>
                <c:pt idx="1801">
                  <c:v>8.4577482490646658E-3</c:v>
                </c:pt>
                <c:pt idx="1802">
                  <c:v>8.5399075173428173E-3</c:v>
                </c:pt>
                <c:pt idx="1803">
                  <c:v>8.5269306022938123E-3</c:v>
                </c:pt>
                <c:pt idx="1804">
                  <c:v>8.3983822442294433E-3</c:v>
                </c:pt>
                <c:pt idx="1805">
                  <c:v>8.3725992698503969E-3</c:v>
                </c:pt>
                <c:pt idx="1806">
                  <c:v>8.5527774778452539E-3</c:v>
                </c:pt>
                <c:pt idx="1807">
                  <c:v>8.5165530656213153E-3</c:v>
                </c:pt>
                <c:pt idx="1808">
                  <c:v>8.537051632339596E-3</c:v>
                </c:pt>
                <c:pt idx="1809">
                  <c:v>9.4931853835498146E-3</c:v>
                </c:pt>
                <c:pt idx="1810">
                  <c:v>9.5161753431296583E-3</c:v>
                </c:pt>
                <c:pt idx="1811">
                  <c:v>9.2439069899252525E-3</c:v>
                </c:pt>
                <c:pt idx="1812">
                  <c:v>8.8982314620869897E-3</c:v>
                </c:pt>
                <c:pt idx="1813">
                  <c:v>8.8241418585978202E-3</c:v>
                </c:pt>
                <c:pt idx="1814">
                  <c:v>8.8125930396832468E-3</c:v>
                </c:pt>
                <c:pt idx="1815">
                  <c:v>8.5805303293566455E-3</c:v>
                </c:pt>
                <c:pt idx="1816">
                  <c:v>8.7204527658827635E-3</c:v>
                </c:pt>
                <c:pt idx="1817">
                  <c:v>7.3563994464873762E-3</c:v>
                </c:pt>
                <c:pt idx="1818">
                  <c:v>6.9361479090515113E-3</c:v>
                </c:pt>
                <c:pt idx="1819">
                  <c:v>6.9241473062562134E-3</c:v>
                </c:pt>
                <c:pt idx="1820">
                  <c:v>7.6203635376823836E-3</c:v>
                </c:pt>
                <c:pt idx="1821">
                  <c:v>8.1870327617373246E-3</c:v>
                </c:pt>
                <c:pt idx="1822">
                  <c:v>8.139128390684626E-3</c:v>
                </c:pt>
                <c:pt idx="1823">
                  <c:v>8.0203455383897702E-3</c:v>
                </c:pt>
                <c:pt idx="1824">
                  <c:v>7.9835830249836669E-3</c:v>
                </c:pt>
                <c:pt idx="1825">
                  <c:v>7.5405708989402858E-3</c:v>
                </c:pt>
                <c:pt idx="1826">
                  <c:v>7.9754541439873462E-3</c:v>
                </c:pt>
                <c:pt idx="1827">
                  <c:v>8.0583126876381129E-3</c:v>
                </c:pt>
                <c:pt idx="1828">
                  <c:v>7.1091443903982358E-3</c:v>
                </c:pt>
                <c:pt idx="1829">
                  <c:v>7.0130292416043976E-3</c:v>
                </c:pt>
                <c:pt idx="1830">
                  <c:v>6.9090412563354167E-3</c:v>
                </c:pt>
                <c:pt idx="1831">
                  <c:v>6.8911907887172488E-3</c:v>
                </c:pt>
                <c:pt idx="1832">
                  <c:v>6.6887381853219657E-3</c:v>
                </c:pt>
                <c:pt idx="1833">
                  <c:v>7.0762024768345703E-3</c:v>
                </c:pt>
                <c:pt idx="1834">
                  <c:v>6.9885961818409717E-3</c:v>
                </c:pt>
                <c:pt idx="1835">
                  <c:v>6.7693237327591587E-3</c:v>
                </c:pt>
                <c:pt idx="1836">
                  <c:v>6.9409521977432977E-3</c:v>
                </c:pt>
                <c:pt idx="1837">
                  <c:v>6.9637070069266263E-3</c:v>
                </c:pt>
                <c:pt idx="1838">
                  <c:v>6.9501524192718744E-3</c:v>
                </c:pt>
                <c:pt idx="1839">
                  <c:v>7.3043617811430041E-3</c:v>
                </c:pt>
                <c:pt idx="1840">
                  <c:v>6.6645587551045294E-3</c:v>
                </c:pt>
                <c:pt idx="1841">
                  <c:v>6.6557974045490806E-3</c:v>
                </c:pt>
                <c:pt idx="1842">
                  <c:v>6.7265202493071155E-3</c:v>
                </c:pt>
                <c:pt idx="1843">
                  <c:v>6.7143965466160927E-3</c:v>
                </c:pt>
                <c:pt idx="1844">
                  <c:v>6.6718782450904367E-3</c:v>
                </c:pt>
                <c:pt idx="1845">
                  <c:v>7.5790131876039063E-3</c:v>
                </c:pt>
                <c:pt idx="1846">
                  <c:v>8.0235211715107141E-3</c:v>
                </c:pt>
                <c:pt idx="1847">
                  <c:v>7.8780968636621186E-3</c:v>
                </c:pt>
                <c:pt idx="1848">
                  <c:v>7.9061652034090203E-3</c:v>
                </c:pt>
                <c:pt idx="1849">
                  <c:v>8.3314277775150703E-3</c:v>
                </c:pt>
                <c:pt idx="1850">
                  <c:v>8.842918424977711E-3</c:v>
                </c:pt>
                <c:pt idx="1851">
                  <c:v>9.0702065770090073E-3</c:v>
                </c:pt>
                <c:pt idx="1852">
                  <c:v>8.68287606463807E-3</c:v>
                </c:pt>
                <c:pt idx="1853">
                  <c:v>8.6098067841781454E-3</c:v>
                </c:pt>
                <c:pt idx="1854">
                  <c:v>8.5604459062816173E-3</c:v>
                </c:pt>
                <c:pt idx="1855">
                  <c:v>8.7247653409570358E-3</c:v>
                </c:pt>
                <c:pt idx="1856">
                  <c:v>8.7688989421191663E-3</c:v>
                </c:pt>
                <c:pt idx="1857">
                  <c:v>8.7874361980881388E-3</c:v>
                </c:pt>
                <c:pt idx="1858">
                  <c:v>8.2163359080341444E-3</c:v>
                </c:pt>
                <c:pt idx="1859">
                  <c:v>8.2545784092279122E-3</c:v>
                </c:pt>
                <c:pt idx="1860">
                  <c:v>8.348414663067568E-3</c:v>
                </c:pt>
                <c:pt idx="1861">
                  <c:v>9.5121060173931123E-3</c:v>
                </c:pt>
                <c:pt idx="1862">
                  <c:v>9.8714270918168392E-3</c:v>
                </c:pt>
                <c:pt idx="1863">
                  <c:v>9.9379419439192037E-3</c:v>
                </c:pt>
                <c:pt idx="1864">
                  <c:v>9.0020954435787639E-3</c:v>
                </c:pt>
                <c:pt idx="1865">
                  <c:v>8.5031046889587382E-3</c:v>
                </c:pt>
                <c:pt idx="1866">
                  <c:v>8.4966729085271583E-3</c:v>
                </c:pt>
                <c:pt idx="1867">
                  <c:v>8.8723553497042241E-3</c:v>
                </c:pt>
                <c:pt idx="1868">
                  <c:v>8.4041338503718036E-3</c:v>
                </c:pt>
                <c:pt idx="1869">
                  <c:v>7.6583542524560084E-3</c:v>
                </c:pt>
                <c:pt idx="1870">
                  <c:v>7.0589605110504793E-3</c:v>
                </c:pt>
                <c:pt idx="1871">
                  <c:v>6.820547296169926E-3</c:v>
                </c:pt>
                <c:pt idx="1872">
                  <c:v>6.7692855627752421E-3</c:v>
                </c:pt>
                <c:pt idx="1873">
                  <c:v>6.7674780658700754E-3</c:v>
                </c:pt>
                <c:pt idx="1874">
                  <c:v>6.8914718779765219E-3</c:v>
                </c:pt>
                <c:pt idx="1875">
                  <c:v>6.9251186920806533E-3</c:v>
                </c:pt>
                <c:pt idx="1876">
                  <c:v>6.9145726162056914E-3</c:v>
                </c:pt>
                <c:pt idx="1877">
                  <c:v>6.4002061024769118E-3</c:v>
                </c:pt>
                <c:pt idx="1878">
                  <c:v>7.297292764374773E-3</c:v>
                </c:pt>
                <c:pt idx="1879">
                  <c:v>7.5207135470702945E-3</c:v>
                </c:pt>
                <c:pt idx="1880">
                  <c:v>6.5338221067042269E-3</c:v>
                </c:pt>
                <c:pt idx="1881">
                  <c:v>6.1478781338104149E-3</c:v>
                </c:pt>
                <c:pt idx="1882">
                  <c:v>6.077281434896502E-3</c:v>
                </c:pt>
                <c:pt idx="1883">
                  <c:v>6.0856962554491131E-3</c:v>
                </c:pt>
                <c:pt idx="1884">
                  <c:v>6.3407599146643526E-3</c:v>
                </c:pt>
                <c:pt idx="1885">
                  <c:v>6.6219608880196497E-3</c:v>
                </c:pt>
                <c:pt idx="1886">
                  <c:v>5.858008853073006E-3</c:v>
                </c:pt>
                <c:pt idx="1887">
                  <c:v>5.7591128805475327E-3</c:v>
                </c:pt>
                <c:pt idx="1888">
                  <c:v>5.7590041383546306E-3</c:v>
                </c:pt>
                <c:pt idx="1889">
                  <c:v>5.761076675158237E-3</c:v>
                </c:pt>
                <c:pt idx="1890">
                  <c:v>5.6146503452865308E-3</c:v>
                </c:pt>
                <c:pt idx="1891">
                  <c:v>5.5940614561537988E-3</c:v>
                </c:pt>
                <c:pt idx="1892">
                  <c:v>6.0022713540873879E-3</c:v>
                </c:pt>
                <c:pt idx="1893">
                  <c:v>5.8051518926928889E-3</c:v>
                </c:pt>
                <c:pt idx="1894">
                  <c:v>5.6897034704380418E-3</c:v>
                </c:pt>
                <c:pt idx="1895">
                  <c:v>5.7822367540495308E-3</c:v>
                </c:pt>
                <c:pt idx="1896">
                  <c:v>5.5816231187093106E-3</c:v>
                </c:pt>
                <c:pt idx="1897">
                  <c:v>4.8966125681468055E-3</c:v>
                </c:pt>
                <c:pt idx="1898">
                  <c:v>4.1992812518801461E-3</c:v>
                </c:pt>
                <c:pt idx="1899">
                  <c:v>4.2027372731952587E-3</c:v>
                </c:pt>
                <c:pt idx="1900">
                  <c:v>4.4481422686034862E-3</c:v>
                </c:pt>
                <c:pt idx="1901">
                  <c:v>4.6532995530396476E-3</c:v>
                </c:pt>
                <c:pt idx="1902">
                  <c:v>4.6714488782381401E-3</c:v>
                </c:pt>
                <c:pt idx="1903">
                  <c:v>4.9725309202182126E-3</c:v>
                </c:pt>
                <c:pt idx="1904">
                  <c:v>4.5718067705271233E-3</c:v>
                </c:pt>
                <c:pt idx="1905">
                  <c:v>4.5780234470413298E-3</c:v>
                </c:pt>
                <c:pt idx="1906">
                  <c:v>5.1062033614416632E-3</c:v>
                </c:pt>
                <c:pt idx="1907">
                  <c:v>5.2467457112909243E-3</c:v>
                </c:pt>
                <c:pt idx="1908">
                  <c:v>5.2573937274309496E-3</c:v>
                </c:pt>
                <c:pt idx="1909">
                  <c:v>5.1781693732760158E-3</c:v>
                </c:pt>
                <c:pt idx="1910">
                  <c:v>5.2670781428123909E-3</c:v>
                </c:pt>
                <c:pt idx="1911">
                  <c:v>5.0676207678279506E-3</c:v>
                </c:pt>
                <c:pt idx="1912">
                  <c:v>4.9397893702330734E-3</c:v>
                </c:pt>
                <c:pt idx="1913">
                  <c:v>5.1648806953413689E-3</c:v>
                </c:pt>
                <c:pt idx="1914">
                  <c:v>7.948142339525786E-3</c:v>
                </c:pt>
                <c:pt idx="1915">
                  <c:v>7.9207037634126728E-3</c:v>
                </c:pt>
                <c:pt idx="1916">
                  <c:v>8.0279489519939629E-3</c:v>
                </c:pt>
                <c:pt idx="1917">
                  <c:v>8.0192524839396481E-3</c:v>
                </c:pt>
                <c:pt idx="1918">
                  <c:v>8.5251000701792104E-3</c:v>
                </c:pt>
                <c:pt idx="1919">
                  <c:v>8.4455385082334977E-3</c:v>
                </c:pt>
                <c:pt idx="1920">
                  <c:v>8.3679976938218353E-3</c:v>
                </c:pt>
                <c:pt idx="1921">
                  <c:v>8.3311313275744054E-3</c:v>
                </c:pt>
                <c:pt idx="1922">
                  <c:v>8.1179141648760663E-3</c:v>
                </c:pt>
                <c:pt idx="1923">
                  <c:v>8.2225645438468078E-3</c:v>
                </c:pt>
                <c:pt idx="1924">
                  <c:v>8.1638475434583219E-3</c:v>
                </c:pt>
                <c:pt idx="1925">
                  <c:v>7.9255410701710525E-3</c:v>
                </c:pt>
                <c:pt idx="1926">
                  <c:v>7.789148784241395E-3</c:v>
                </c:pt>
                <c:pt idx="1927">
                  <c:v>7.815414344280602E-3</c:v>
                </c:pt>
                <c:pt idx="1928">
                  <c:v>8.6702726443649743E-3</c:v>
                </c:pt>
                <c:pt idx="1929">
                  <c:v>8.7042992082545564E-3</c:v>
                </c:pt>
                <c:pt idx="1930">
                  <c:v>8.4825124512273482E-3</c:v>
                </c:pt>
                <c:pt idx="1931">
                  <c:v>8.4666909750099207E-3</c:v>
                </c:pt>
                <c:pt idx="1932">
                  <c:v>8.6838295473999228E-3</c:v>
                </c:pt>
                <c:pt idx="1933">
                  <c:v>6.1468203950167319E-3</c:v>
                </c:pt>
                <c:pt idx="1934">
                  <c:v>6.1975829169789365E-3</c:v>
                </c:pt>
                <c:pt idx="1935">
                  <c:v>6.1590252626523845E-3</c:v>
                </c:pt>
                <c:pt idx="1936">
                  <c:v>6.9323413525261791E-3</c:v>
                </c:pt>
                <c:pt idx="1937">
                  <c:v>6.9412218439768945E-3</c:v>
                </c:pt>
                <c:pt idx="1938">
                  <c:v>7.0899958341873268E-3</c:v>
                </c:pt>
                <c:pt idx="1939">
                  <c:v>6.8636835210304694E-3</c:v>
                </c:pt>
                <c:pt idx="1940">
                  <c:v>6.8451514949333554E-3</c:v>
                </c:pt>
                <c:pt idx="1941">
                  <c:v>6.7793269361313187E-3</c:v>
                </c:pt>
                <c:pt idx="1942">
                  <c:v>6.5778831926857672E-3</c:v>
                </c:pt>
                <c:pt idx="1943">
                  <c:v>6.3261283927831787E-3</c:v>
                </c:pt>
                <c:pt idx="1944">
                  <c:v>6.2842059295886345E-3</c:v>
                </c:pt>
                <c:pt idx="1945">
                  <c:v>6.123658267822284E-3</c:v>
                </c:pt>
                <c:pt idx="1946">
                  <c:v>5.8203570170437804E-3</c:v>
                </c:pt>
                <c:pt idx="1947">
                  <c:v>5.2887271252331442E-3</c:v>
                </c:pt>
                <c:pt idx="1948">
                  <c:v>5.4998865775223544E-3</c:v>
                </c:pt>
                <c:pt idx="1949">
                  <c:v>5.5197466941653561E-3</c:v>
                </c:pt>
                <c:pt idx="1950">
                  <c:v>5.545127894280872E-3</c:v>
                </c:pt>
                <c:pt idx="1951">
                  <c:v>5.4913010281066009E-3</c:v>
                </c:pt>
                <c:pt idx="1952">
                  <c:v>5.4520910880183418E-3</c:v>
                </c:pt>
                <c:pt idx="1953">
                  <c:v>5.2092665181386836E-3</c:v>
                </c:pt>
                <c:pt idx="1954">
                  <c:v>5.2185739567266786E-3</c:v>
                </c:pt>
                <c:pt idx="1955">
                  <c:v>4.9150632110292105E-3</c:v>
                </c:pt>
                <c:pt idx="1956">
                  <c:v>4.3472854014116056E-3</c:v>
                </c:pt>
                <c:pt idx="1957">
                  <c:v>4.1020963764201827E-3</c:v>
                </c:pt>
                <c:pt idx="1958">
                  <c:v>4.0987738670856706E-3</c:v>
                </c:pt>
                <c:pt idx="1959">
                  <c:v>4.2366556890848462E-3</c:v>
                </c:pt>
                <c:pt idx="1960">
                  <c:v>4.3848022264686278E-3</c:v>
                </c:pt>
                <c:pt idx="1961">
                  <c:v>4.8721585491584805E-3</c:v>
                </c:pt>
                <c:pt idx="1962">
                  <c:v>4.6588712354428885E-3</c:v>
                </c:pt>
                <c:pt idx="1963">
                  <c:v>4.2438515462838002E-3</c:v>
                </c:pt>
                <c:pt idx="1964">
                  <c:v>4.1117948851312827E-3</c:v>
                </c:pt>
                <c:pt idx="1965">
                  <c:v>4.1105056540745536E-3</c:v>
                </c:pt>
                <c:pt idx="1966">
                  <c:v>6.1264677092602469E-3</c:v>
                </c:pt>
                <c:pt idx="1967">
                  <c:v>6.3429808279080362E-3</c:v>
                </c:pt>
                <c:pt idx="1968">
                  <c:v>6.3438241846535074E-3</c:v>
                </c:pt>
                <c:pt idx="1969">
                  <c:v>6.1238704716526137E-3</c:v>
                </c:pt>
                <c:pt idx="1970">
                  <c:v>6.1617047265968214E-3</c:v>
                </c:pt>
                <c:pt idx="1971">
                  <c:v>6.1861696214677679E-3</c:v>
                </c:pt>
                <c:pt idx="1972">
                  <c:v>7.0180962783336874E-3</c:v>
                </c:pt>
                <c:pt idx="1973">
                  <c:v>7.1437671508437607E-3</c:v>
                </c:pt>
                <c:pt idx="1974">
                  <c:v>6.9713798871914858E-3</c:v>
                </c:pt>
                <c:pt idx="1975">
                  <c:v>7.1168156725191709E-3</c:v>
                </c:pt>
                <c:pt idx="1976">
                  <c:v>7.3991584761599095E-3</c:v>
                </c:pt>
                <c:pt idx="1977">
                  <c:v>7.5299899684065034E-3</c:v>
                </c:pt>
                <c:pt idx="1978">
                  <c:v>7.4579197980598833E-3</c:v>
                </c:pt>
                <c:pt idx="1979">
                  <c:v>7.3763261145045481E-3</c:v>
                </c:pt>
                <c:pt idx="1980">
                  <c:v>6.8237301971902651E-3</c:v>
                </c:pt>
                <c:pt idx="1981">
                  <c:v>6.9163622992576375E-3</c:v>
                </c:pt>
                <c:pt idx="1982">
                  <c:v>7.0225247650573331E-3</c:v>
                </c:pt>
                <c:pt idx="1983">
                  <c:v>7.029561049585225E-3</c:v>
                </c:pt>
                <c:pt idx="1984">
                  <c:v>6.9072094237399139E-3</c:v>
                </c:pt>
                <c:pt idx="1985">
                  <c:v>6.3112678126575695E-3</c:v>
                </c:pt>
                <c:pt idx="1986">
                  <c:v>7.9036276596517168E-3</c:v>
                </c:pt>
                <c:pt idx="1987">
                  <c:v>8.4046352163038348E-3</c:v>
                </c:pt>
                <c:pt idx="1988">
                  <c:v>8.554641955971656E-3</c:v>
                </c:pt>
                <c:pt idx="1989">
                  <c:v>8.5642876479590114E-3</c:v>
                </c:pt>
                <c:pt idx="1990">
                  <c:v>8.5185291507450384E-3</c:v>
                </c:pt>
                <c:pt idx="1991">
                  <c:v>8.2967507752351854E-3</c:v>
                </c:pt>
                <c:pt idx="1992">
                  <c:v>8.2085988266773404E-3</c:v>
                </c:pt>
                <c:pt idx="1993">
                  <c:v>8.450117935311632E-3</c:v>
                </c:pt>
                <c:pt idx="1994">
                  <c:v>8.3010377650384101E-3</c:v>
                </c:pt>
                <c:pt idx="1995">
                  <c:v>8.0231771488229152E-3</c:v>
                </c:pt>
                <c:pt idx="1996">
                  <c:v>7.8434975593780105E-3</c:v>
                </c:pt>
                <c:pt idx="1997">
                  <c:v>7.8486831240775334E-3</c:v>
                </c:pt>
                <c:pt idx="1998">
                  <c:v>7.9880317188040107E-3</c:v>
                </c:pt>
                <c:pt idx="1999">
                  <c:v>8.0334716499114722E-3</c:v>
                </c:pt>
                <c:pt idx="2000">
                  <c:v>9.0008421477461714E-3</c:v>
                </c:pt>
                <c:pt idx="2001">
                  <c:v>8.8218215574989746E-3</c:v>
                </c:pt>
                <c:pt idx="2002">
                  <c:v>8.7989538883193382E-3</c:v>
                </c:pt>
                <c:pt idx="2003">
                  <c:v>8.8198722423765818E-3</c:v>
                </c:pt>
                <c:pt idx="2004">
                  <c:v>8.2742917796879336E-3</c:v>
                </c:pt>
                <c:pt idx="2005">
                  <c:v>5.9046030858845586E-3</c:v>
                </c:pt>
                <c:pt idx="2006">
                  <c:v>5.6061567773597254E-3</c:v>
                </c:pt>
                <c:pt idx="2007">
                  <c:v>6.0276889265736501E-3</c:v>
                </c:pt>
                <c:pt idx="2008">
                  <c:v>5.8646377030921269E-3</c:v>
                </c:pt>
                <c:pt idx="2009">
                  <c:v>5.6962570396263288E-3</c:v>
                </c:pt>
                <c:pt idx="2010">
                  <c:v>6.9338659186928848E-3</c:v>
                </c:pt>
                <c:pt idx="2011">
                  <c:v>6.9450245219550089E-3</c:v>
                </c:pt>
                <c:pt idx="2012">
                  <c:v>6.810874918911902E-3</c:v>
                </c:pt>
                <c:pt idx="2013">
                  <c:v>6.8613537230641447E-3</c:v>
                </c:pt>
                <c:pt idx="2014">
                  <c:v>6.8218994436478808E-3</c:v>
                </c:pt>
                <c:pt idx="2015">
                  <c:v>6.6918976914305886E-3</c:v>
                </c:pt>
                <c:pt idx="2016">
                  <c:v>6.9780919395301365E-3</c:v>
                </c:pt>
                <c:pt idx="2017">
                  <c:v>7.0039843344354806E-3</c:v>
                </c:pt>
                <c:pt idx="2018">
                  <c:v>7.114829902668025E-3</c:v>
                </c:pt>
                <c:pt idx="2019">
                  <c:v>6.9823484602559386E-3</c:v>
                </c:pt>
                <c:pt idx="2020">
                  <c:v>6.8467207097007024E-3</c:v>
                </c:pt>
                <c:pt idx="2021">
                  <c:v>6.7132384947521774E-3</c:v>
                </c:pt>
                <c:pt idx="2022">
                  <c:v>7.7992911415031146E-3</c:v>
                </c:pt>
                <c:pt idx="2023">
                  <c:v>7.7815560936620905E-3</c:v>
                </c:pt>
                <c:pt idx="2024">
                  <c:v>8.242874126848293E-3</c:v>
                </c:pt>
                <c:pt idx="2025">
                  <c:v>8.2117425766953678E-3</c:v>
                </c:pt>
                <c:pt idx="2026">
                  <c:v>8.1841755801017203E-3</c:v>
                </c:pt>
                <c:pt idx="2027">
                  <c:v>8.1953736170326252E-3</c:v>
                </c:pt>
                <c:pt idx="2028">
                  <c:v>8.4650574693814103E-3</c:v>
                </c:pt>
                <c:pt idx="2029">
                  <c:v>7.6784960301796408E-3</c:v>
                </c:pt>
                <c:pt idx="2030">
                  <c:v>7.7296402089677895E-3</c:v>
                </c:pt>
                <c:pt idx="2031">
                  <c:v>7.6958144846391774E-3</c:v>
                </c:pt>
                <c:pt idx="2032">
                  <c:v>7.9845643956491328E-3</c:v>
                </c:pt>
                <c:pt idx="2033">
                  <c:v>7.9666898977337666E-3</c:v>
                </c:pt>
                <c:pt idx="2034">
                  <c:v>7.9817597779297984E-3</c:v>
                </c:pt>
                <c:pt idx="2035">
                  <c:v>7.8200855994079062E-3</c:v>
                </c:pt>
                <c:pt idx="2036">
                  <c:v>8.0921852546128482E-3</c:v>
                </c:pt>
                <c:pt idx="2037">
                  <c:v>7.7292073040457028E-3</c:v>
                </c:pt>
                <c:pt idx="2038">
                  <c:v>9.1127501924593481E-3</c:v>
                </c:pt>
                <c:pt idx="2039">
                  <c:v>9.1682420545582816E-3</c:v>
                </c:pt>
                <c:pt idx="2040">
                  <c:v>9.2021566928023203E-3</c:v>
                </c:pt>
                <c:pt idx="2041">
                  <c:v>9.3470990043882131E-3</c:v>
                </c:pt>
                <c:pt idx="2042">
                  <c:v>9.557512098571478E-3</c:v>
                </c:pt>
                <c:pt idx="2043">
                  <c:v>8.7553496641203099E-3</c:v>
                </c:pt>
                <c:pt idx="2044">
                  <c:v>9.6020640785226489E-3</c:v>
                </c:pt>
                <c:pt idx="2045">
                  <c:v>9.8962859106378337E-3</c:v>
                </c:pt>
                <c:pt idx="2046">
                  <c:v>1.0144832592088475E-2</c:v>
                </c:pt>
                <c:pt idx="2047">
                  <c:v>1.0050481315231003E-2</c:v>
                </c:pt>
                <c:pt idx="2048">
                  <c:v>1.0014886058687668E-2</c:v>
                </c:pt>
                <c:pt idx="2049">
                  <c:v>1.0055242466667396E-2</c:v>
                </c:pt>
                <c:pt idx="2050">
                  <c:v>1.0106116543277071E-2</c:v>
                </c:pt>
                <c:pt idx="2051">
                  <c:v>9.9056074600666032E-3</c:v>
                </c:pt>
                <c:pt idx="2052">
                  <c:v>1.0206312124333171E-2</c:v>
                </c:pt>
                <c:pt idx="2053">
                  <c:v>1.0185744656257054E-2</c:v>
                </c:pt>
                <c:pt idx="2054">
                  <c:v>1.0285703207529263E-2</c:v>
                </c:pt>
                <c:pt idx="2055">
                  <c:v>1.0040511569217911E-2</c:v>
                </c:pt>
                <c:pt idx="2056">
                  <c:v>9.869273734277869E-3</c:v>
                </c:pt>
                <c:pt idx="2057">
                  <c:v>8.1766735606008095E-3</c:v>
                </c:pt>
                <c:pt idx="2058">
                  <c:v>8.1321407391523135E-3</c:v>
                </c:pt>
                <c:pt idx="2059">
                  <c:v>8.1565778959192866E-3</c:v>
                </c:pt>
                <c:pt idx="2060">
                  <c:v>7.289977843722103E-3</c:v>
                </c:pt>
                <c:pt idx="2061">
                  <c:v>7.2388610168527164E-3</c:v>
                </c:pt>
                <c:pt idx="2062">
                  <c:v>7.1904644690009775E-3</c:v>
                </c:pt>
                <c:pt idx="2063">
                  <c:v>6.1815595923419009E-3</c:v>
                </c:pt>
                <c:pt idx="2064">
                  <c:v>5.6775979545672407E-3</c:v>
                </c:pt>
                <c:pt idx="2065">
                  <c:v>5.4118382061603314E-3</c:v>
                </c:pt>
                <c:pt idx="2066">
                  <c:v>6.0943870692957199E-3</c:v>
                </c:pt>
                <c:pt idx="2067">
                  <c:v>5.8800003931658417E-3</c:v>
                </c:pt>
                <c:pt idx="2068">
                  <c:v>6.8667192366136673E-3</c:v>
                </c:pt>
                <c:pt idx="2069">
                  <c:v>6.7862416875522922E-3</c:v>
                </c:pt>
                <c:pt idx="2070">
                  <c:v>6.8586965286066533E-3</c:v>
                </c:pt>
                <c:pt idx="2071">
                  <c:v>6.3684329443443859E-3</c:v>
                </c:pt>
                <c:pt idx="2072">
                  <c:v>6.368413764825177E-3</c:v>
                </c:pt>
                <c:pt idx="2073">
                  <c:v>6.3561512707687728E-3</c:v>
                </c:pt>
                <c:pt idx="2074">
                  <c:v>6.2619417103084631E-3</c:v>
                </c:pt>
                <c:pt idx="2075">
                  <c:v>7.2337320914495767E-3</c:v>
                </c:pt>
                <c:pt idx="2076">
                  <c:v>7.259866415262879E-3</c:v>
                </c:pt>
                <c:pt idx="2077">
                  <c:v>7.3975227136017065E-3</c:v>
                </c:pt>
                <c:pt idx="2078">
                  <c:v>7.6332361078657396E-3</c:v>
                </c:pt>
                <c:pt idx="2079">
                  <c:v>7.4921540470502708E-3</c:v>
                </c:pt>
                <c:pt idx="2080">
                  <c:v>7.6285425106130626E-3</c:v>
                </c:pt>
                <c:pt idx="2081">
                  <c:v>7.5098086764681903E-3</c:v>
                </c:pt>
                <c:pt idx="2082">
                  <c:v>7.7508886787717663E-3</c:v>
                </c:pt>
                <c:pt idx="2083">
                  <c:v>7.9189192321711642E-3</c:v>
                </c:pt>
                <c:pt idx="2084">
                  <c:v>7.9425936865007811E-3</c:v>
                </c:pt>
                <c:pt idx="2085">
                  <c:v>7.4592950247699737E-3</c:v>
                </c:pt>
                <c:pt idx="2086">
                  <c:v>7.4608945687767618E-3</c:v>
                </c:pt>
                <c:pt idx="2087">
                  <c:v>6.2972977709690259E-3</c:v>
                </c:pt>
                <c:pt idx="2088">
                  <c:v>6.4345889698810086E-3</c:v>
                </c:pt>
                <c:pt idx="2089">
                  <c:v>6.5562500100688663E-3</c:v>
                </c:pt>
                <c:pt idx="2090">
                  <c:v>7.1084664783237625E-3</c:v>
                </c:pt>
                <c:pt idx="2091">
                  <c:v>8.2587524374176657E-3</c:v>
                </c:pt>
                <c:pt idx="2092">
                  <c:v>8.2346934131298528E-3</c:v>
                </c:pt>
                <c:pt idx="2093">
                  <c:v>8.4993682672882993E-3</c:v>
                </c:pt>
                <c:pt idx="2094">
                  <c:v>8.1390818923884247E-3</c:v>
                </c:pt>
                <c:pt idx="2095">
                  <c:v>8.0687211883244212E-3</c:v>
                </c:pt>
                <c:pt idx="2096">
                  <c:v>7.9199796693421639E-3</c:v>
                </c:pt>
                <c:pt idx="2097">
                  <c:v>7.6168702440758285E-3</c:v>
                </c:pt>
                <c:pt idx="2098">
                  <c:v>7.8937387411087967E-3</c:v>
                </c:pt>
                <c:pt idx="2099">
                  <c:v>8.1439441803766045E-3</c:v>
                </c:pt>
                <c:pt idx="2100">
                  <c:v>8.0204685058758145E-3</c:v>
                </c:pt>
                <c:pt idx="2101">
                  <c:v>8.2168922993218034E-3</c:v>
                </c:pt>
                <c:pt idx="2102">
                  <c:v>8.0031395075704295E-3</c:v>
                </c:pt>
                <c:pt idx="2103">
                  <c:v>8.0154566820987601E-3</c:v>
                </c:pt>
                <c:pt idx="2104">
                  <c:v>8.0130506965680019E-3</c:v>
                </c:pt>
                <c:pt idx="2105">
                  <c:v>8.6239750552168457E-3</c:v>
                </c:pt>
                <c:pt idx="2106">
                  <c:v>8.568538161122111E-3</c:v>
                </c:pt>
                <c:pt idx="2107">
                  <c:v>8.4216463017106388E-3</c:v>
                </c:pt>
                <c:pt idx="2108">
                  <c:v>8.3071505772170477E-3</c:v>
                </c:pt>
                <c:pt idx="2109">
                  <c:v>7.8665738096535664E-3</c:v>
                </c:pt>
                <c:pt idx="2110">
                  <c:v>6.9162889551096438E-3</c:v>
                </c:pt>
                <c:pt idx="2111">
                  <c:v>6.7351716203692437E-3</c:v>
                </c:pt>
                <c:pt idx="2112">
                  <c:v>6.5156276536854352E-3</c:v>
                </c:pt>
                <c:pt idx="2113">
                  <c:v>6.3033415097878652E-3</c:v>
                </c:pt>
                <c:pt idx="2114">
                  <c:v>7.3915940524284258E-3</c:v>
                </c:pt>
                <c:pt idx="2115">
                  <c:v>7.3953788393801975E-3</c:v>
                </c:pt>
                <c:pt idx="2116">
                  <c:v>7.3865124427942982E-3</c:v>
                </c:pt>
                <c:pt idx="2117">
                  <c:v>7.61143725104221E-3</c:v>
                </c:pt>
                <c:pt idx="2118">
                  <c:v>7.4518252552362016E-3</c:v>
                </c:pt>
                <c:pt idx="2119">
                  <c:v>7.4830549030628635E-3</c:v>
                </c:pt>
                <c:pt idx="2120">
                  <c:v>1.1062065070417395E-2</c:v>
                </c:pt>
                <c:pt idx="2121">
                  <c:v>1.8473099341869446E-2</c:v>
                </c:pt>
                <c:pt idx="2122">
                  <c:v>2.0047920827043309E-2</c:v>
                </c:pt>
                <c:pt idx="2123">
                  <c:v>2.0116100030010124E-2</c:v>
                </c:pt>
                <c:pt idx="2124">
                  <c:v>2.0272946782964929E-2</c:v>
                </c:pt>
                <c:pt idx="2125">
                  <c:v>2.0330918988224228E-2</c:v>
                </c:pt>
                <c:pt idx="2126">
                  <c:v>2.0343448993122504E-2</c:v>
                </c:pt>
                <c:pt idx="2127">
                  <c:v>2.0341832275972225E-2</c:v>
                </c:pt>
                <c:pt idx="2128">
                  <c:v>2.0317410512348921E-2</c:v>
                </c:pt>
                <c:pt idx="2129">
                  <c:v>2.0284516581371526E-2</c:v>
                </c:pt>
                <c:pt idx="2130">
                  <c:v>2.028971901561652E-2</c:v>
                </c:pt>
                <c:pt idx="2131">
                  <c:v>2.0291394075131364E-2</c:v>
                </c:pt>
                <c:pt idx="2132">
                  <c:v>2.033733698717478E-2</c:v>
                </c:pt>
                <c:pt idx="2133">
                  <c:v>1.9999728985438E-2</c:v>
                </c:pt>
                <c:pt idx="2134">
                  <c:v>2.0100083978544962E-2</c:v>
                </c:pt>
                <c:pt idx="2135">
                  <c:v>2.0085805870147112E-2</c:v>
                </c:pt>
                <c:pt idx="2136">
                  <c:v>1.9861019704725511E-2</c:v>
                </c:pt>
                <c:pt idx="2137">
                  <c:v>1.9671608478257867E-2</c:v>
                </c:pt>
                <c:pt idx="2138">
                  <c:v>1.9677283182360179E-2</c:v>
                </c:pt>
                <c:pt idx="2139">
                  <c:v>1.8020985750733111E-2</c:v>
                </c:pt>
                <c:pt idx="2140">
                  <c:v>9.0051459648948454E-3</c:v>
                </c:pt>
                <c:pt idx="2141">
                  <c:v>6.1044169473826538E-3</c:v>
                </c:pt>
                <c:pt idx="2142">
                  <c:v>6.004069450686253E-3</c:v>
                </c:pt>
                <c:pt idx="2143">
                  <c:v>4.4063291817185313E-3</c:v>
                </c:pt>
                <c:pt idx="2144">
                  <c:v>4.2425758327434343E-3</c:v>
                </c:pt>
                <c:pt idx="2145">
                  <c:v>4.4228966362248158E-3</c:v>
                </c:pt>
                <c:pt idx="2146">
                  <c:v>4.4409938484880921E-3</c:v>
                </c:pt>
                <c:pt idx="2147">
                  <c:v>4.5481851694294077E-3</c:v>
                </c:pt>
                <c:pt idx="2148">
                  <c:v>5.1988834301019181E-3</c:v>
                </c:pt>
                <c:pt idx="2149">
                  <c:v>5.2556014291682595E-3</c:v>
                </c:pt>
                <c:pt idx="2150">
                  <c:v>5.2953233346449526E-3</c:v>
                </c:pt>
                <c:pt idx="2151">
                  <c:v>5.2816079964575777E-3</c:v>
                </c:pt>
                <c:pt idx="2152">
                  <c:v>5.3328207787540433E-3</c:v>
                </c:pt>
                <c:pt idx="2153">
                  <c:v>5.9585033754001098E-3</c:v>
                </c:pt>
                <c:pt idx="2154">
                  <c:v>5.865132420678809E-3</c:v>
                </c:pt>
                <c:pt idx="2155">
                  <c:v>5.6701876260377053E-3</c:v>
                </c:pt>
                <c:pt idx="2156">
                  <c:v>5.6215538735201569E-3</c:v>
                </c:pt>
                <c:pt idx="2157">
                  <c:v>5.5111104767920985E-3</c:v>
                </c:pt>
                <c:pt idx="2158">
                  <c:v>6.0437686981541774E-3</c:v>
                </c:pt>
                <c:pt idx="2159">
                  <c:v>8.9985798645486562E-3</c:v>
                </c:pt>
                <c:pt idx="2160">
                  <c:v>9.0076336161314836E-3</c:v>
                </c:pt>
                <c:pt idx="2161">
                  <c:v>9.3551236309716273E-3</c:v>
                </c:pt>
                <c:pt idx="2162">
                  <c:v>9.4201194112195786E-3</c:v>
                </c:pt>
                <c:pt idx="2163">
                  <c:v>9.8173667890478818E-3</c:v>
                </c:pt>
                <c:pt idx="2164">
                  <c:v>9.5707194152056651E-3</c:v>
                </c:pt>
                <c:pt idx="2165">
                  <c:v>9.6472649903940003E-3</c:v>
                </c:pt>
                <c:pt idx="2166">
                  <c:v>1.032791645300442E-2</c:v>
                </c:pt>
                <c:pt idx="2167">
                  <c:v>1.0128423647273102E-2</c:v>
                </c:pt>
                <c:pt idx="2168">
                  <c:v>1.0234189291049384E-2</c:v>
                </c:pt>
                <c:pt idx="2169">
                  <c:v>1.0232008197105204E-2</c:v>
                </c:pt>
                <c:pt idx="2170">
                  <c:v>1.0184484426822875E-2</c:v>
                </c:pt>
                <c:pt idx="2171">
                  <c:v>1.017578122644364E-2</c:v>
                </c:pt>
                <c:pt idx="2172">
                  <c:v>9.6572575108963398E-3</c:v>
                </c:pt>
                <c:pt idx="2173">
                  <c:v>9.6607550126697889E-3</c:v>
                </c:pt>
                <c:pt idx="2174">
                  <c:v>9.6576329153794972E-3</c:v>
                </c:pt>
                <c:pt idx="2175">
                  <c:v>9.7006454943955323E-3</c:v>
                </c:pt>
                <c:pt idx="2176">
                  <c:v>9.7164063656859784E-3</c:v>
                </c:pt>
                <c:pt idx="2177">
                  <c:v>9.3335963839870275E-3</c:v>
                </c:pt>
                <c:pt idx="2178">
                  <c:v>6.037233349583962E-3</c:v>
                </c:pt>
                <c:pt idx="2179">
                  <c:v>6.02347473044093E-3</c:v>
                </c:pt>
                <c:pt idx="2180">
                  <c:v>5.7635635354897925E-3</c:v>
                </c:pt>
                <c:pt idx="2181">
                  <c:v>6.2190552473231154E-3</c:v>
                </c:pt>
                <c:pt idx="2182">
                  <c:v>5.8279794682273185E-3</c:v>
                </c:pt>
                <c:pt idx="2183">
                  <c:v>5.8230696803981468E-3</c:v>
                </c:pt>
                <c:pt idx="2184">
                  <c:v>5.6966577290693309E-3</c:v>
                </c:pt>
                <c:pt idx="2185">
                  <c:v>5.7831938408832318E-3</c:v>
                </c:pt>
                <c:pt idx="2186">
                  <c:v>5.7861124784280458E-3</c:v>
                </c:pt>
                <c:pt idx="2187">
                  <c:v>5.7227922739819578E-3</c:v>
                </c:pt>
                <c:pt idx="2188">
                  <c:v>5.7785612512114047E-3</c:v>
                </c:pt>
                <c:pt idx="2189">
                  <c:v>6.8675651144521803E-3</c:v>
                </c:pt>
                <c:pt idx="2190">
                  <c:v>6.8729618339130128E-3</c:v>
                </c:pt>
                <c:pt idx="2191">
                  <c:v>6.8209809351831418E-3</c:v>
                </c:pt>
                <c:pt idx="2192">
                  <c:v>6.7896811082059924E-3</c:v>
                </c:pt>
                <c:pt idx="2193">
                  <c:v>6.8200472507716492E-3</c:v>
                </c:pt>
                <c:pt idx="2194">
                  <c:v>6.901890359828077E-3</c:v>
                </c:pt>
                <c:pt idx="2195">
                  <c:v>8.1927405361937513E-3</c:v>
                </c:pt>
                <c:pt idx="2196">
                  <c:v>9.8379715189905789E-3</c:v>
                </c:pt>
                <c:pt idx="2197">
                  <c:v>1.0099729262087615E-2</c:v>
                </c:pt>
                <c:pt idx="2198">
                  <c:v>1.0231814637170211E-2</c:v>
                </c:pt>
                <c:pt idx="2199">
                  <c:v>1.0404255862368084E-2</c:v>
                </c:pt>
                <c:pt idx="2200">
                  <c:v>1.0044585731374312E-2</c:v>
                </c:pt>
                <c:pt idx="2201">
                  <c:v>9.9988880702353827E-3</c:v>
                </c:pt>
                <c:pt idx="2202">
                  <c:v>9.9889952177383244E-3</c:v>
                </c:pt>
                <c:pt idx="2203">
                  <c:v>1.0080127766818062E-2</c:v>
                </c:pt>
                <c:pt idx="2204">
                  <c:v>9.2168593516460968E-3</c:v>
                </c:pt>
                <c:pt idx="2205">
                  <c:v>9.1878626178166951E-3</c:v>
                </c:pt>
                <c:pt idx="2206">
                  <c:v>9.2453659604839668E-3</c:v>
                </c:pt>
                <c:pt idx="2207">
                  <c:v>9.1444541715066992E-3</c:v>
                </c:pt>
                <c:pt idx="2208">
                  <c:v>7.8596136286748566E-3</c:v>
                </c:pt>
                <c:pt idx="2209">
                  <c:v>7.9333738024083642E-3</c:v>
                </c:pt>
                <c:pt idx="2210">
                  <c:v>7.9313841265335142E-3</c:v>
                </c:pt>
                <c:pt idx="2211">
                  <c:v>7.7712455980955032E-3</c:v>
                </c:pt>
                <c:pt idx="2212">
                  <c:v>7.4849912087694157E-3</c:v>
                </c:pt>
                <c:pt idx="2213">
                  <c:v>7.963824997595596E-3</c:v>
                </c:pt>
                <c:pt idx="2214">
                  <c:v>7.3710005262592523E-3</c:v>
                </c:pt>
                <c:pt idx="2215">
                  <c:v>5.8890634614557078E-3</c:v>
                </c:pt>
                <c:pt idx="2216">
                  <c:v>6.0712399600016615E-3</c:v>
                </c:pt>
                <c:pt idx="2217">
                  <c:v>6.3519526837869161E-3</c:v>
                </c:pt>
                <c:pt idx="2218">
                  <c:v>6.5528636947853325E-3</c:v>
                </c:pt>
                <c:pt idx="2219">
                  <c:v>7.0063753253233173E-3</c:v>
                </c:pt>
                <c:pt idx="2220">
                  <c:v>6.9661155247659817E-3</c:v>
                </c:pt>
                <c:pt idx="2221">
                  <c:v>6.9529619833627546E-3</c:v>
                </c:pt>
                <c:pt idx="2222">
                  <c:v>6.9162702114642996E-3</c:v>
                </c:pt>
                <c:pt idx="2223">
                  <c:v>7.4097882994371049E-3</c:v>
                </c:pt>
                <c:pt idx="2224">
                  <c:v>7.4067843350497705E-3</c:v>
                </c:pt>
                <c:pt idx="2225">
                  <c:v>7.3788695867789541E-3</c:v>
                </c:pt>
                <c:pt idx="2226">
                  <c:v>9.7071652858102958E-3</c:v>
                </c:pt>
                <c:pt idx="2227">
                  <c:v>1.0445685705469951E-2</c:v>
                </c:pt>
                <c:pt idx="2228">
                  <c:v>1.0124303284137005E-2</c:v>
                </c:pt>
                <c:pt idx="2229">
                  <c:v>1.0119049066590254E-2</c:v>
                </c:pt>
                <c:pt idx="2230">
                  <c:v>1.0669259094415771E-2</c:v>
                </c:pt>
                <c:pt idx="2231">
                  <c:v>1.0941116366122121E-2</c:v>
                </c:pt>
                <c:pt idx="2232">
                  <c:v>1.0936001947625259E-2</c:v>
                </c:pt>
                <c:pt idx="2233">
                  <c:v>1.0767018328003799E-2</c:v>
                </c:pt>
                <c:pt idx="2234">
                  <c:v>1.0928160342683039E-2</c:v>
                </c:pt>
                <c:pt idx="2235">
                  <c:v>1.0461744634775862E-2</c:v>
                </c:pt>
                <c:pt idx="2236">
                  <c:v>1.0376903178476679E-2</c:v>
                </c:pt>
                <c:pt idx="2237">
                  <c:v>1.0156547504131346E-2</c:v>
                </c:pt>
                <c:pt idx="2238">
                  <c:v>9.7182854544236152E-3</c:v>
                </c:pt>
                <c:pt idx="2239">
                  <c:v>9.7590919128509989E-3</c:v>
                </c:pt>
                <c:pt idx="2240">
                  <c:v>1.0011676245582942E-2</c:v>
                </c:pt>
                <c:pt idx="2241">
                  <c:v>9.7014323313955805E-3</c:v>
                </c:pt>
                <c:pt idx="2242">
                  <c:v>9.7216284714587362E-3</c:v>
                </c:pt>
                <c:pt idx="2243">
                  <c:v>9.8453400590074944E-3</c:v>
                </c:pt>
                <c:pt idx="2244">
                  <c:v>1.0402364849252331E-2</c:v>
                </c:pt>
                <c:pt idx="2245">
                  <c:v>9.2876317769793951E-3</c:v>
                </c:pt>
                <c:pt idx="2246">
                  <c:v>8.639196011852002E-3</c:v>
                </c:pt>
                <c:pt idx="2247">
                  <c:v>8.6404334320813493E-3</c:v>
                </c:pt>
                <c:pt idx="2248">
                  <c:v>8.6327898893977153E-3</c:v>
                </c:pt>
                <c:pt idx="2249">
                  <c:v>8.0501581397755626E-3</c:v>
                </c:pt>
                <c:pt idx="2250">
                  <c:v>7.4486336674083487E-3</c:v>
                </c:pt>
                <c:pt idx="2251">
                  <c:v>7.1249097430905852E-3</c:v>
                </c:pt>
                <c:pt idx="2252">
                  <c:v>7.2553102941995771E-3</c:v>
                </c:pt>
                <c:pt idx="2253">
                  <c:v>7.2865703221954136E-3</c:v>
                </c:pt>
                <c:pt idx="2254">
                  <c:v>7.435795079565966E-3</c:v>
                </c:pt>
                <c:pt idx="2255">
                  <c:v>8.1366122966370878E-3</c:v>
                </c:pt>
                <c:pt idx="2256">
                  <c:v>8.3006382320778647E-3</c:v>
                </c:pt>
                <c:pt idx="2257">
                  <c:v>8.2705330936951611E-3</c:v>
                </c:pt>
                <c:pt idx="2258">
                  <c:v>8.3199945416049196E-3</c:v>
                </c:pt>
                <c:pt idx="2259">
                  <c:v>7.6249661646323021E-3</c:v>
                </c:pt>
                <c:pt idx="2260">
                  <c:v>8.4625098599916525E-3</c:v>
                </c:pt>
                <c:pt idx="2261">
                  <c:v>8.2133576612689312E-3</c:v>
                </c:pt>
                <c:pt idx="2262">
                  <c:v>8.350541939586259E-3</c:v>
                </c:pt>
                <c:pt idx="2263">
                  <c:v>8.1241255926602345E-3</c:v>
                </c:pt>
                <c:pt idx="2264">
                  <c:v>7.6063948990529682E-3</c:v>
                </c:pt>
                <c:pt idx="2265">
                  <c:v>7.5671631693268269E-3</c:v>
                </c:pt>
                <c:pt idx="2266">
                  <c:v>8.1530975289134753E-3</c:v>
                </c:pt>
                <c:pt idx="2267">
                  <c:v>8.4245073071677577E-3</c:v>
                </c:pt>
                <c:pt idx="2268">
                  <c:v>8.4197792489427315E-3</c:v>
                </c:pt>
                <c:pt idx="2269">
                  <c:v>8.3787538127030534E-3</c:v>
                </c:pt>
                <c:pt idx="2270">
                  <c:v>8.6925720235132686E-3</c:v>
                </c:pt>
                <c:pt idx="2271">
                  <c:v>8.7433100634376273E-3</c:v>
                </c:pt>
                <c:pt idx="2272">
                  <c:v>8.5973620510226764E-3</c:v>
                </c:pt>
                <c:pt idx="2273">
                  <c:v>8.5608283911375611E-3</c:v>
                </c:pt>
                <c:pt idx="2274">
                  <c:v>8.1542175232278118E-3</c:v>
                </c:pt>
                <c:pt idx="2275">
                  <c:v>8.0659695734283457E-3</c:v>
                </c:pt>
                <c:pt idx="2276">
                  <c:v>8.3372493652584569E-3</c:v>
                </c:pt>
                <c:pt idx="2277">
                  <c:v>8.2776604169326716E-3</c:v>
                </c:pt>
                <c:pt idx="2278">
                  <c:v>8.3675744112440484E-3</c:v>
                </c:pt>
                <c:pt idx="2279">
                  <c:v>6.9718306379426944E-3</c:v>
                </c:pt>
                <c:pt idx="2280">
                  <c:v>7.6612604691789661E-3</c:v>
                </c:pt>
                <c:pt idx="2281">
                  <c:v>7.6065754016826298E-3</c:v>
                </c:pt>
                <c:pt idx="2282">
                  <c:v>7.5135786403427518E-3</c:v>
                </c:pt>
                <c:pt idx="2283">
                  <c:v>7.3977215798446301E-3</c:v>
                </c:pt>
                <c:pt idx="2284">
                  <c:v>7.2366540356376191E-3</c:v>
                </c:pt>
                <c:pt idx="2285">
                  <c:v>6.3580818489845968E-3</c:v>
                </c:pt>
                <c:pt idx="2286">
                  <c:v>6.1258070514097563E-3</c:v>
                </c:pt>
                <c:pt idx="2287">
                  <c:v>6.0799317111916275E-3</c:v>
                </c:pt>
                <c:pt idx="2288">
                  <c:v>6.1505267964781611E-3</c:v>
                </c:pt>
                <c:pt idx="2289">
                  <c:v>6.1110824951157534E-3</c:v>
                </c:pt>
                <c:pt idx="2290">
                  <c:v>5.9048482093678146E-3</c:v>
                </c:pt>
                <c:pt idx="2291">
                  <c:v>7.3955679253062461E-3</c:v>
                </c:pt>
                <c:pt idx="2292">
                  <c:v>7.2866117247438605E-3</c:v>
                </c:pt>
                <c:pt idx="2293">
                  <c:v>6.6964127687314436E-3</c:v>
                </c:pt>
                <c:pt idx="2294">
                  <c:v>7.7305871230546729E-3</c:v>
                </c:pt>
                <c:pt idx="2295">
                  <c:v>7.7293946665319595E-3</c:v>
                </c:pt>
                <c:pt idx="2296">
                  <c:v>7.738678631080703E-3</c:v>
                </c:pt>
                <c:pt idx="2297">
                  <c:v>7.701293117434933E-3</c:v>
                </c:pt>
                <c:pt idx="2298">
                  <c:v>7.7045685885584981E-3</c:v>
                </c:pt>
                <c:pt idx="2299">
                  <c:v>7.2427151365635576E-3</c:v>
                </c:pt>
                <c:pt idx="2300">
                  <c:v>7.2457591095383186E-3</c:v>
                </c:pt>
                <c:pt idx="2301">
                  <c:v>1.0090799417071368E-2</c:v>
                </c:pt>
                <c:pt idx="2302">
                  <c:v>1.0593539050095227E-2</c:v>
                </c:pt>
                <c:pt idx="2303">
                  <c:v>1.0736611478678245E-2</c:v>
                </c:pt>
                <c:pt idx="2304">
                  <c:v>1.1436573612370014E-2</c:v>
                </c:pt>
                <c:pt idx="2305">
                  <c:v>1.1727612960596474E-2</c:v>
                </c:pt>
                <c:pt idx="2306">
                  <c:v>1.1753774760460717E-2</c:v>
                </c:pt>
              </c:numCache>
            </c:numRef>
          </c:val>
          <c:smooth val="0"/>
          <c:extLst>
            <c:ext xmlns:c16="http://schemas.microsoft.com/office/drawing/2014/chart" uri="{C3380CC4-5D6E-409C-BE32-E72D297353CC}">
              <c16:uniqueId val="{00000003-9B5A-D445-8321-E07761D33BDD}"/>
            </c:ext>
          </c:extLst>
        </c:ser>
        <c:dLbls>
          <c:showLegendKey val="0"/>
          <c:showVal val="0"/>
          <c:showCatName val="0"/>
          <c:showSerName val="0"/>
          <c:showPercent val="0"/>
          <c:showBubbleSize val="0"/>
        </c:dLbls>
        <c:smooth val="0"/>
        <c:axId val="29867439"/>
        <c:axId val="29725951"/>
      </c:lineChart>
      <c:dateAx>
        <c:axId val="29867439"/>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9725951"/>
        <c:crosses val="autoZero"/>
        <c:auto val="1"/>
        <c:lblOffset val="100"/>
        <c:baseTimeUnit val="days"/>
      </c:dateAx>
      <c:valAx>
        <c:axId val="29725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9867439"/>
        <c:crosses val="autoZero"/>
        <c:crossBetween val="between"/>
      </c:valAx>
      <c:spPr>
        <a:noFill/>
        <a:ln>
          <a:noFill/>
        </a:ln>
        <a:effectLst/>
      </c:spPr>
    </c:plotArea>
    <c:legend>
      <c:legendPos val="t"/>
      <c:legendEntry>
        <c:idx val="2"/>
        <c:txPr>
          <a:bodyPr rot="0" spcFirstLastPara="1" vertOverflow="ellipsis" vert="horz" wrap="square" anchor="ctr" anchorCtr="1"/>
          <a:lstStyle/>
          <a:p>
            <a:pPr>
              <a:defRPr sz="900" b="1" i="0" u="none" strike="noStrike" kern="1200" baseline="0">
                <a:solidFill>
                  <a:srgbClr val="0096FF"/>
                </a:solidFill>
                <a:latin typeface="Century Gothic" panose="020B0502020202020204" pitchFamily="34" charset="0"/>
                <a:ea typeface="+mn-ea"/>
                <a:cs typeface="+mn-cs"/>
              </a:defRPr>
            </a:pPr>
            <a:endParaRPr lang="en-AE"/>
          </a:p>
        </c:txPr>
      </c:legendEntry>
      <c:layout>
        <c:manualLayout>
          <c:xMode val="edge"/>
          <c:yMode val="edge"/>
          <c:x val="3.0040901137357818E-2"/>
          <c:y val="2.7777777777777776E-2"/>
          <c:w val="0.92880708661417322"/>
          <c:h val="0.10400778054147336"/>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sz="900">
          <a:latin typeface="Century Gothic" panose="020B0502020202020204" pitchFamily="34" charset="0"/>
        </a:defRPr>
      </a:pPr>
      <a:endParaRPr lang="en-AE"/>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FX!$FH$2</c:f>
              <c:strCache>
                <c:ptCount val="1"/>
                <c:pt idx="0">
                  <c:v>NIFTY IT</c:v>
                </c:pt>
              </c:strCache>
            </c:strRef>
          </c:tx>
          <c:spPr>
            <a:ln w="12700" cap="rnd">
              <a:solidFill>
                <a:schemeClr val="dk1">
                  <a:tint val="88500"/>
                </a:schemeClr>
              </a:solidFill>
              <a:round/>
            </a:ln>
            <a:effectLst/>
          </c:spPr>
          <c:marker>
            <c:symbol val="none"/>
          </c:marker>
          <c:cat>
            <c:numRef>
              <c:f>FX!$FG$3:$FG$2309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FX!$FH$3:$FH$2309</c:f>
              <c:numCache>
                <c:formatCode>0.00%</c:formatCode>
                <c:ptCount val="2307"/>
                <c:pt idx="0">
                  <c:v>1.5211081924953065E-2</c:v>
                </c:pt>
                <c:pt idx="1">
                  <c:v>1.5061659922087283E-2</c:v>
                </c:pt>
                <c:pt idx="2">
                  <c:v>1.4628597345261894E-2</c:v>
                </c:pt>
                <c:pt idx="3">
                  <c:v>1.2767544751420707E-2</c:v>
                </c:pt>
                <c:pt idx="4">
                  <c:v>1.2657440477250365E-2</c:v>
                </c:pt>
                <c:pt idx="5">
                  <c:v>1.2461336209895315E-2</c:v>
                </c:pt>
                <c:pt idx="6">
                  <c:v>9.0642053447796429E-3</c:v>
                </c:pt>
                <c:pt idx="7">
                  <c:v>8.7260514389025986E-3</c:v>
                </c:pt>
                <c:pt idx="8">
                  <c:v>8.7426374491538228E-3</c:v>
                </c:pt>
                <c:pt idx="9">
                  <c:v>8.7581001143659624E-3</c:v>
                </c:pt>
                <c:pt idx="10">
                  <c:v>8.9585859252832457E-3</c:v>
                </c:pt>
                <c:pt idx="11">
                  <c:v>8.8308077622517023E-3</c:v>
                </c:pt>
                <c:pt idx="12">
                  <c:v>9.528939831011626E-3</c:v>
                </c:pt>
                <c:pt idx="13">
                  <c:v>8.8338115074274408E-3</c:v>
                </c:pt>
                <c:pt idx="14">
                  <c:v>8.8376792595416687E-3</c:v>
                </c:pt>
                <c:pt idx="15">
                  <c:v>8.9289247292997625E-3</c:v>
                </c:pt>
                <c:pt idx="16">
                  <c:v>8.5631783047320047E-3</c:v>
                </c:pt>
                <c:pt idx="17">
                  <c:v>8.531994653914873E-3</c:v>
                </c:pt>
                <c:pt idx="18">
                  <c:v>8.5823933908402358E-3</c:v>
                </c:pt>
                <c:pt idx="19">
                  <c:v>8.7530706509307554E-3</c:v>
                </c:pt>
                <c:pt idx="20">
                  <c:v>9.2963322991351932E-3</c:v>
                </c:pt>
                <c:pt idx="21">
                  <c:v>9.8388701617440275E-3</c:v>
                </c:pt>
                <c:pt idx="22">
                  <c:v>1.1785560626582729E-2</c:v>
                </c:pt>
                <c:pt idx="23">
                  <c:v>1.1284035946381396E-2</c:v>
                </c:pt>
                <c:pt idx="24">
                  <c:v>1.1059042764534177E-2</c:v>
                </c:pt>
                <c:pt idx="25">
                  <c:v>1.1084467071658617E-2</c:v>
                </c:pt>
                <c:pt idx="26">
                  <c:v>1.1330907489151523E-2</c:v>
                </c:pt>
                <c:pt idx="27">
                  <c:v>1.1202415399289352E-2</c:v>
                </c:pt>
                <c:pt idx="28">
                  <c:v>1.0969813772731807E-2</c:v>
                </c:pt>
                <c:pt idx="29">
                  <c:v>1.0447540251509619E-2</c:v>
                </c:pt>
                <c:pt idx="30">
                  <c:v>1.0317257583800582E-2</c:v>
                </c:pt>
                <c:pt idx="31">
                  <c:v>1.0167887956564915E-2</c:v>
                </c:pt>
                <c:pt idx="32">
                  <c:v>1.0240144226634012E-2</c:v>
                </c:pt>
                <c:pt idx="33">
                  <c:v>1.0236734954234045E-2</c:v>
                </c:pt>
                <c:pt idx="34">
                  <c:v>9.9445146498868282E-3</c:v>
                </c:pt>
                <c:pt idx="35">
                  <c:v>1.1870640538686913E-2</c:v>
                </c:pt>
                <c:pt idx="36">
                  <c:v>1.1579757209433793E-2</c:v>
                </c:pt>
                <c:pt idx="37">
                  <c:v>1.1660473663688017E-2</c:v>
                </c:pt>
                <c:pt idx="38">
                  <c:v>1.0847612955431433E-2</c:v>
                </c:pt>
                <c:pt idx="39">
                  <c:v>1.1925220726466835E-2</c:v>
                </c:pt>
                <c:pt idx="40">
                  <c:v>1.1924004999572959E-2</c:v>
                </c:pt>
                <c:pt idx="41">
                  <c:v>1.0399683007083537E-2</c:v>
                </c:pt>
                <c:pt idx="42">
                  <c:v>1.0732713039137153E-2</c:v>
                </c:pt>
                <c:pt idx="43">
                  <c:v>1.0796619787083741E-2</c:v>
                </c:pt>
                <c:pt idx="44">
                  <c:v>1.1452667526983446E-2</c:v>
                </c:pt>
                <c:pt idx="45">
                  <c:v>1.2339424677842303E-2</c:v>
                </c:pt>
                <c:pt idx="46">
                  <c:v>1.2137452405960038E-2</c:v>
                </c:pt>
                <c:pt idx="47">
                  <c:v>1.2116473642085859E-2</c:v>
                </c:pt>
                <c:pt idx="48">
                  <c:v>1.213795456254429E-2</c:v>
                </c:pt>
                <c:pt idx="49">
                  <c:v>1.3462302058129545E-2</c:v>
                </c:pt>
                <c:pt idx="50">
                  <c:v>1.3150305137045565E-2</c:v>
                </c:pt>
                <c:pt idx="51">
                  <c:v>1.3244833144646409E-2</c:v>
                </c:pt>
                <c:pt idx="52">
                  <c:v>1.3519729812630752E-2</c:v>
                </c:pt>
                <c:pt idx="53">
                  <c:v>1.3542459850526168E-2</c:v>
                </c:pt>
                <c:pt idx="54">
                  <c:v>1.2104550967142694E-2</c:v>
                </c:pt>
                <c:pt idx="55">
                  <c:v>1.2677117056009423E-2</c:v>
                </c:pt>
                <c:pt idx="56">
                  <c:v>1.2287307078269921E-2</c:v>
                </c:pt>
                <c:pt idx="57">
                  <c:v>1.326253010358153E-2</c:v>
                </c:pt>
                <c:pt idx="58">
                  <c:v>1.2737886212550368E-2</c:v>
                </c:pt>
                <c:pt idx="59">
                  <c:v>1.2650824860856775E-2</c:v>
                </c:pt>
                <c:pt idx="60">
                  <c:v>1.2628816681157683E-2</c:v>
                </c:pt>
                <c:pt idx="61">
                  <c:v>1.3178934637406277E-2</c:v>
                </c:pt>
                <c:pt idx="62">
                  <c:v>1.3625533660210217E-2</c:v>
                </c:pt>
                <c:pt idx="63">
                  <c:v>1.3214350251397168E-2</c:v>
                </c:pt>
                <c:pt idx="64">
                  <c:v>1.2789878354459929E-2</c:v>
                </c:pt>
                <c:pt idx="65">
                  <c:v>1.2842891413302089E-2</c:v>
                </c:pt>
                <c:pt idx="66">
                  <c:v>1.3080304615299045E-2</c:v>
                </c:pt>
                <c:pt idx="67">
                  <c:v>1.3066318445890115E-2</c:v>
                </c:pt>
                <c:pt idx="68">
                  <c:v>1.082017703402814E-2</c:v>
                </c:pt>
                <c:pt idx="69">
                  <c:v>1.1805107407036348E-2</c:v>
                </c:pt>
                <c:pt idx="70">
                  <c:v>1.1911790857520733E-2</c:v>
                </c:pt>
                <c:pt idx="71">
                  <c:v>1.2172640845649904E-2</c:v>
                </c:pt>
                <c:pt idx="72">
                  <c:v>1.1578455732365151E-2</c:v>
                </c:pt>
                <c:pt idx="73">
                  <c:v>1.2425136252357277E-2</c:v>
                </c:pt>
                <c:pt idx="74">
                  <c:v>1.2101719129452224E-2</c:v>
                </c:pt>
                <c:pt idx="75">
                  <c:v>1.2149048635168774E-2</c:v>
                </c:pt>
                <c:pt idx="76">
                  <c:v>1.1549643640638034E-2</c:v>
                </c:pt>
                <c:pt idx="77">
                  <c:v>1.027402970696939E-2</c:v>
                </c:pt>
                <c:pt idx="78">
                  <c:v>1.0324699649775662E-2</c:v>
                </c:pt>
                <c:pt idx="79">
                  <c:v>1.1676816815501258E-2</c:v>
                </c:pt>
                <c:pt idx="80">
                  <c:v>1.2036901988370305E-2</c:v>
                </c:pt>
                <c:pt idx="81">
                  <c:v>1.245713106478452E-2</c:v>
                </c:pt>
                <c:pt idx="82">
                  <c:v>1.2375549039906973E-2</c:v>
                </c:pt>
                <c:pt idx="83">
                  <c:v>1.1764230238083056E-2</c:v>
                </c:pt>
                <c:pt idx="84">
                  <c:v>1.1633018023295423E-2</c:v>
                </c:pt>
                <c:pt idx="85">
                  <c:v>1.1577365558761857E-2</c:v>
                </c:pt>
                <c:pt idx="86">
                  <c:v>1.1532575327711084E-2</c:v>
                </c:pt>
                <c:pt idx="87">
                  <c:v>1.2607270567474705E-2</c:v>
                </c:pt>
                <c:pt idx="88">
                  <c:v>1.1914280855179281E-2</c:v>
                </c:pt>
                <c:pt idx="89">
                  <c:v>1.1763522498755823E-2</c:v>
                </c:pt>
                <c:pt idx="90">
                  <c:v>1.1593808864492804E-2</c:v>
                </c:pt>
                <c:pt idx="91">
                  <c:v>1.21047382918182E-2</c:v>
                </c:pt>
                <c:pt idx="92">
                  <c:v>1.2676069771006134E-2</c:v>
                </c:pt>
                <c:pt idx="93">
                  <c:v>1.2720317484196653E-2</c:v>
                </c:pt>
                <c:pt idx="94">
                  <c:v>1.3460782923388214E-2</c:v>
                </c:pt>
                <c:pt idx="95">
                  <c:v>1.3444118599677648E-2</c:v>
                </c:pt>
                <c:pt idx="96">
                  <c:v>1.3308920422406646E-2</c:v>
                </c:pt>
                <c:pt idx="97">
                  <c:v>1.3225238292180344E-2</c:v>
                </c:pt>
                <c:pt idx="98">
                  <c:v>1.1964618273937034E-2</c:v>
                </c:pt>
                <c:pt idx="99">
                  <c:v>1.1870890786544663E-2</c:v>
                </c:pt>
                <c:pt idx="100">
                  <c:v>1.1759787914940799E-2</c:v>
                </c:pt>
                <c:pt idx="101">
                  <c:v>1.1725646018465381E-2</c:v>
                </c:pt>
                <c:pt idx="102">
                  <c:v>1.2427640057953295E-2</c:v>
                </c:pt>
                <c:pt idx="103">
                  <c:v>1.2438753880760562E-2</c:v>
                </c:pt>
                <c:pt idx="104">
                  <c:v>1.2479364604499922E-2</c:v>
                </c:pt>
                <c:pt idx="105">
                  <c:v>1.2468476312678022E-2</c:v>
                </c:pt>
                <c:pt idx="106">
                  <c:v>1.1489384710107735E-2</c:v>
                </c:pt>
                <c:pt idx="107">
                  <c:v>1.1276914601413475E-2</c:v>
                </c:pt>
                <c:pt idx="108">
                  <c:v>1.3596012244292495E-2</c:v>
                </c:pt>
                <c:pt idx="109">
                  <c:v>1.3209076958076911E-2</c:v>
                </c:pt>
                <c:pt idx="110">
                  <c:v>1.3186094399351927E-2</c:v>
                </c:pt>
                <c:pt idx="111">
                  <c:v>1.2000491861068045E-2</c:v>
                </c:pt>
                <c:pt idx="112">
                  <c:v>1.2202759588575222E-2</c:v>
                </c:pt>
                <c:pt idx="113">
                  <c:v>1.1590875480985309E-2</c:v>
                </c:pt>
                <c:pt idx="114">
                  <c:v>1.2178951220012602E-2</c:v>
                </c:pt>
                <c:pt idx="115">
                  <c:v>1.2372488138439896E-2</c:v>
                </c:pt>
                <c:pt idx="116">
                  <c:v>1.2967003635549845E-2</c:v>
                </c:pt>
                <c:pt idx="117">
                  <c:v>1.322173489293552E-2</c:v>
                </c:pt>
                <c:pt idx="118">
                  <c:v>1.2779499947613161E-2</c:v>
                </c:pt>
                <c:pt idx="119">
                  <c:v>1.2611094978468452E-2</c:v>
                </c:pt>
                <c:pt idx="120">
                  <c:v>1.2586407991263232E-2</c:v>
                </c:pt>
                <c:pt idx="121">
                  <c:v>1.2208424470004801E-2</c:v>
                </c:pt>
                <c:pt idx="122">
                  <c:v>1.2236871413081782E-2</c:v>
                </c:pt>
                <c:pt idx="123">
                  <c:v>1.2062836224825058E-2</c:v>
                </c:pt>
                <c:pt idx="124">
                  <c:v>1.2420550576453178E-2</c:v>
                </c:pt>
                <c:pt idx="125">
                  <c:v>1.2515965475624242E-2</c:v>
                </c:pt>
                <c:pt idx="126">
                  <c:v>1.2505218098459833E-2</c:v>
                </c:pt>
                <c:pt idx="127">
                  <c:v>1.0275172939451599E-2</c:v>
                </c:pt>
                <c:pt idx="128">
                  <c:v>1.0322072355387221E-2</c:v>
                </c:pt>
                <c:pt idx="129">
                  <c:v>1.1282578683275051E-2</c:v>
                </c:pt>
                <c:pt idx="130">
                  <c:v>1.1023397188582371E-2</c:v>
                </c:pt>
                <c:pt idx="131">
                  <c:v>1.7295222240403578E-2</c:v>
                </c:pt>
                <c:pt idx="132">
                  <c:v>1.7381649438910934E-2</c:v>
                </c:pt>
                <c:pt idx="133">
                  <c:v>1.6816929342290843E-2</c:v>
                </c:pt>
                <c:pt idx="134">
                  <c:v>1.7052778483878494E-2</c:v>
                </c:pt>
                <c:pt idx="135">
                  <c:v>1.6988618982613581E-2</c:v>
                </c:pt>
                <c:pt idx="136">
                  <c:v>1.6855771260155823E-2</c:v>
                </c:pt>
                <c:pt idx="137">
                  <c:v>1.6981963805963382E-2</c:v>
                </c:pt>
                <c:pt idx="138">
                  <c:v>1.657472986509085E-2</c:v>
                </c:pt>
                <c:pt idx="139">
                  <c:v>1.6637731090580796E-2</c:v>
                </c:pt>
                <c:pt idx="140">
                  <c:v>1.7466121108510292E-2</c:v>
                </c:pt>
                <c:pt idx="141">
                  <c:v>1.7507421542414633E-2</c:v>
                </c:pt>
                <c:pt idx="142">
                  <c:v>1.7457799540280539E-2</c:v>
                </c:pt>
                <c:pt idx="143">
                  <c:v>1.7452945682230402E-2</c:v>
                </c:pt>
                <c:pt idx="144">
                  <c:v>1.761058375593369E-2</c:v>
                </c:pt>
                <c:pt idx="145">
                  <c:v>1.7652297731402318E-2</c:v>
                </c:pt>
                <c:pt idx="146">
                  <c:v>1.7603487187865346E-2</c:v>
                </c:pt>
                <c:pt idx="147">
                  <c:v>1.7608386383916451E-2</c:v>
                </c:pt>
                <c:pt idx="148">
                  <c:v>1.7801391172647046E-2</c:v>
                </c:pt>
                <c:pt idx="149">
                  <c:v>1.7801450102032958E-2</c:v>
                </c:pt>
                <c:pt idx="150">
                  <c:v>1.1381197120871867E-2</c:v>
                </c:pt>
                <c:pt idx="151">
                  <c:v>1.1203302913266702E-2</c:v>
                </c:pt>
                <c:pt idx="152">
                  <c:v>1.1367721350779698E-2</c:v>
                </c:pt>
                <c:pt idx="153">
                  <c:v>1.117072272062989E-2</c:v>
                </c:pt>
                <c:pt idx="154">
                  <c:v>1.1536712345605524E-2</c:v>
                </c:pt>
                <c:pt idx="155">
                  <c:v>1.1893987439070615E-2</c:v>
                </c:pt>
                <c:pt idx="156">
                  <c:v>1.1522746580183851E-2</c:v>
                </c:pt>
                <c:pt idx="157">
                  <c:v>1.1952161776455691E-2</c:v>
                </c:pt>
                <c:pt idx="158">
                  <c:v>1.1918419658067862E-2</c:v>
                </c:pt>
                <c:pt idx="159">
                  <c:v>1.0758071508913296E-2</c:v>
                </c:pt>
                <c:pt idx="160">
                  <c:v>1.1248090682015283E-2</c:v>
                </c:pt>
                <c:pt idx="161">
                  <c:v>1.1807607976228216E-2</c:v>
                </c:pt>
                <c:pt idx="162">
                  <c:v>1.1998319620964995E-2</c:v>
                </c:pt>
                <c:pt idx="163">
                  <c:v>1.1508395766787706E-2</c:v>
                </c:pt>
                <c:pt idx="164">
                  <c:v>1.1471522167310153E-2</c:v>
                </c:pt>
                <c:pt idx="165">
                  <c:v>1.1583615078421268E-2</c:v>
                </c:pt>
                <c:pt idx="166">
                  <c:v>1.1632281637172167E-2</c:v>
                </c:pt>
                <c:pt idx="167">
                  <c:v>1.0783554888213264E-2</c:v>
                </c:pt>
                <c:pt idx="168">
                  <c:v>1.0842175297375708E-2</c:v>
                </c:pt>
                <c:pt idx="169">
                  <c:v>1.0843015504162766E-2</c:v>
                </c:pt>
                <c:pt idx="170">
                  <c:v>1.0766052909880803E-2</c:v>
                </c:pt>
                <c:pt idx="171">
                  <c:v>1.0714363758292555E-2</c:v>
                </c:pt>
                <c:pt idx="172">
                  <c:v>1.0795538733836166E-2</c:v>
                </c:pt>
                <c:pt idx="173">
                  <c:v>9.4380720607404548E-3</c:v>
                </c:pt>
                <c:pt idx="174">
                  <c:v>9.3744402409295605E-3</c:v>
                </c:pt>
                <c:pt idx="175">
                  <c:v>9.3937900865752131E-3</c:v>
                </c:pt>
                <c:pt idx="176">
                  <c:v>9.2516938464100463E-3</c:v>
                </c:pt>
                <c:pt idx="177">
                  <c:v>9.3452821969299878E-3</c:v>
                </c:pt>
                <c:pt idx="178">
                  <c:v>8.6128759434443616E-3</c:v>
                </c:pt>
                <c:pt idx="179">
                  <c:v>8.825887599196721E-3</c:v>
                </c:pt>
                <c:pt idx="180">
                  <c:v>8.5241584809681824E-3</c:v>
                </c:pt>
                <c:pt idx="181">
                  <c:v>8.190754860239997E-3</c:v>
                </c:pt>
                <c:pt idx="182">
                  <c:v>9.0574026488116164E-3</c:v>
                </c:pt>
                <c:pt idx="183">
                  <c:v>1.0319791540172639E-2</c:v>
                </c:pt>
                <c:pt idx="184">
                  <c:v>1.0151385981961889E-2</c:v>
                </c:pt>
                <c:pt idx="185">
                  <c:v>9.8698383980556029E-3</c:v>
                </c:pt>
                <c:pt idx="186">
                  <c:v>9.895934015093942E-3</c:v>
                </c:pt>
                <c:pt idx="187">
                  <c:v>9.6928573282284419E-3</c:v>
                </c:pt>
                <c:pt idx="188">
                  <c:v>9.9653955506854002E-3</c:v>
                </c:pt>
                <c:pt idx="189">
                  <c:v>1.0299424981980727E-2</c:v>
                </c:pt>
                <c:pt idx="190">
                  <c:v>1.0342537386978046E-2</c:v>
                </c:pt>
                <c:pt idx="191">
                  <c:v>1.0378296542127029E-2</c:v>
                </c:pt>
                <c:pt idx="192">
                  <c:v>1.0498748380822208E-2</c:v>
                </c:pt>
                <c:pt idx="193">
                  <c:v>1.0455089143876609E-2</c:v>
                </c:pt>
                <c:pt idx="194">
                  <c:v>1.0416248153830214E-2</c:v>
                </c:pt>
                <c:pt idx="195">
                  <c:v>1.0138125627006831E-2</c:v>
                </c:pt>
                <c:pt idx="196">
                  <c:v>1.0503025542935907E-2</c:v>
                </c:pt>
                <c:pt idx="197">
                  <c:v>1.0107532491548627E-2</c:v>
                </c:pt>
                <c:pt idx="198">
                  <c:v>9.41450606019552E-3</c:v>
                </c:pt>
                <c:pt idx="199">
                  <c:v>9.4437028387737328E-3</c:v>
                </c:pt>
                <c:pt idx="200">
                  <c:v>9.5494592221791966E-3</c:v>
                </c:pt>
                <c:pt idx="201">
                  <c:v>8.8329044766060488E-3</c:v>
                </c:pt>
                <c:pt idx="202">
                  <c:v>8.2758119034534224E-3</c:v>
                </c:pt>
                <c:pt idx="203">
                  <c:v>8.4366890668259205E-3</c:v>
                </c:pt>
                <c:pt idx="204">
                  <c:v>8.8016974983458011E-3</c:v>
                </c:pt>
                <c:pt idx="205">
                  <c:v>8.9818988727598838E-3</c:v>
                </c:pt>
                <c:pt idx="206">
                  <c:v>8.9777137319113059E-3</c:v>
                </c:pt>
                <c:pt idx="207">
                  <c:v>8.8718390087709868E-3</c:v>
                </c:pt>
                <c:pt idx="208">
                  <c:v>9.0871750303581651E-3</c:v>
                </c:pt>
                <c:pt idx="209">
                  <c:v>9.0279180915189064E-3</c:v>
                </c:pt>
                <c:pt idx="210">
                  <c:v>8.8447034124935729E-3</c:v>
                </c:pt>
                <c:pt idx="211">
                  <c:v>9.1480805997778327E-3</c:v>
                </c:pt>
                <c:pt idx="212">
                  <c:v>9.1168278160579635E-3</c:v>
                </c:pt>
                <c:pt idx="213">
                  <c:v>9.063211146263378E-3</c:v>
                </c:pt>
                <c:pt idx="214">
                  <c:v>9.854511506523965E-3</c:v>
                </c:pt>
                <c:pt idx="215">
                  <c:v>1.01840715274851E-2</c:v>
                </c:pt>
                <c:pt idx="216">
                  <c:v>1.0879740802949914E-2</c:v>
                </c:pt>
                <c:pt idx="217">
                  <c:v>1.0884224491069946E-2</c:v>
                </c:pt>
                <c:pt idx="218">
                  <c:v>1.0960902393014296E-2</c:v>
                </c:pt>
                <c:pt idx="219">
                  <c:v>1.0867348151914709E-2</c:v>
                </c:pt>
                <c:pt idx="220">
                  <c:v>1.0197539766002605E-2</c:v>
                </c:pt>
                <c:pt idx="221">
                  <c:v>9.9978707621127365E-3</c:v>
                </c:pt>
                <c:pt idx="222">
                  <c:v>9.5668965575212272E-3</c:v>
                </c:pt>
                <c:pt idx="223">
                  <c:v>9.5528669515927787E-3</c:v>
                </c:pt>
                <c:pt idx="224">
                  <c:v>9.0911409727781993E-3</c:v>
                </c:pt>
                <c:pt idx="225">
                  <c:v>9.6303895584538488E-3</c:v>
                </c:pt>
                <c:pt idx="226">
                  <c:v>9.5369298017830232E-3</c:v>
                </c:pt>
                <c:pt idx="227">
                  <c:v>9.1994039109175325E-3</c:v>
                </c:pt>
                <c:pt idx="228">
                  <c:v>1.0690804971167646E-2</c:v>
                </c:pt>
                <c:pt idx="229">
                  <c:v>1.0924731304147653E-2</c:v>
                </c:pt>
                <c:pt idx="230">
                  <c:v>1.0509016062433856E-2</c:v>
                </c:pt>
                <c:pt idx="231">
                  <c:v>1.108189335472287E-2</c:v>
                </c:pt>
                <c:pt idx="232">
                  <c:v>1.1562874769348428E-2</c:v>
                </c:pt>
                <c:pt idx="233">
                  <c:v>1.0816113986297525E-2</c:v>
                </c:pt>
                <c:pt idx="234">
                  <c:v>1.1563935828071506E-2</c:v>
                </c:pt>
                <c:pt idx="235">
                  <c:v>1.4266224165309597E-2</c:v>
                </c:pt>
                <c:pt idx="236">
                  <c:v>1.4293526797673494E-2</c:v>
                </c:pt>
                <c:pt idx="237">
                  <c:v>1.5494649591726545E-2</c:v>
                </c:pt>
                <c:pt idx="238">
                  <c:v>1.5196320833297937E-2</c:v>
                </c:pt>
                <c:pt idx="239">
                  <c:v>1.591305007178825E-2</c:v>
                </c:pt>
                <c:pt idx="240">
                  <c:v>1.5914939955032719E-2</c:v>
                </c:pt>
                <c:pt idx="241">
                  <c:v>1.600993625989109E-2</c:v>
                </c:pt>
                <c:pt idx="242">
                  <c:v>1.7130734330535122E-2</c:v>
                </c:pt>
                <c:pt idx="243">
                  <c:v>1.7135500546858376E-2</c:v>
                </c:pt>
                <c:pt idx="244">
                  <c:v>1.7035104924898709E-2</c:v>
                </c:pt>
                <c:pt idx="245">
                  <c:v>1.7154795245707264E-2</c:v>
                </c:pt>
                <c:pt idx="246">
                  <c:v>1.7173923699325851E-2</c:v>
                </c:pt>
                <c:pt idx="247">
                  <c:v>1.5926577665071037E-2</c:v>
                </c:pt>
                <c:pt idx="248">
                  <c:v>1.5766162849246958E-2</c:v>
                </c:pt>
                <c:pt idx="249">
                  <c:v>1.9138265675674754E-2</c:v>
                </c:pt>
                <c:pt idx="250">
                  <c:v>2.0400107225346839E-2</c:v>
                </c:pt>
                <c:pt idx="251">
                  <c:v>2.0656029286695347E-2</c:v>
                </c:pt>
                <c:pt idx="252">
                  <c:v>2.0806877879307482E-2</c:v>
                </c:pt>
                <c:pt idx="253">
                  <c:v>2.0132077296915664E-2</c:v>
                </c:pt>
                <c:pt idx="254">
                  <c:v>1.7669266620260381E-2</c:v>
                </c:pt>
                <c:pt idx="255">
                  <c:v>1.7672710716923914E-2</c:v>
                </c:pt>
                <c:pt idx="256">
                  <c:v>1.5998866161730498E-2</c:v>
                </c:pt>
                <c:pt idx="257">
                  <c:v>1.6491693750459033E-2</c:v>
                </c:pt>
                <c:pt idx="258">
                  <c:v>1.6183087821788494E-2</c:v>
                </c:pt>
                <c:pt idx="259">
                  <c:v>1.6453703207638424E-2</c:v>
                </c:pt>
                <c:pt idx="260">
                  <c:v>1.7214231963531952E-2</c:v>
                </c:pt>
                <c:pt idx="261">
                  <c:v>1.648551410550167E-2</c:v>
                </c:pt>
                <c:pt idx="262">
                  <c:v>1.6401119166912035E-2</c:v>
                </c:pt>
                <c:pt idx="263">
                  <c:v>1.6012770239953941E-2</c:v>
                </c:pt>
                <c:pt idx="264">
                  <c:v>1.556002248246122E-2</c:v>
                </c:pt>
                <c:pt idx="265">
                  <c:v>1.5273327638825229E-2</c:v>
                </c:pt>
                <c:pt idx="266">
                  <c:v>1.5722633154101301E-2</c:v>
                </c:pt>
                <c:pt idx="267">
                  <c:v>1.5127832290860356E-2</c:v>
                </c:pt>
                <c:pt idx="268">
                  <c:v>1.3831128053228801E-2</c:v>
                </c:pt>
                <c:pt idx="269">
                  <c:v>1.2470290522042467E-2</c:v>
                </c:pt>
                <c:pt idx="270">
                  <c:v>1.1794618465696296E-2</c:v>
                </c:pt>
                <c:pt idx="271">
                  <c:v>1.2302589486536127E-2</c:v>
                </c:pt>
                <c:pt idx="272">
                  <c:v>1.2283551218889171E-2</c:v>
                </c:pt>
                <c:pt idx="273">
                  <c:v>1.2662169969064737E-2</c:v>
                </c:pt>
                <c:pt idx="274">
                  <c:v>1.2635336366549968E-2</c:v>
                </c:pt>
                <c:pt idx="275">
                  <c:v>1.452079174860091E-2</c:v>
                </c:pt>
                <c:pt idx="276">
                  <c:v>1.4063445536433957E-2</c:v>
                </c:pt>
                <c:pt idx="277">
                  <c:v>1.4557701143716318E-2</c:v>
                </c:pt>
                <c:pt idx="278">
                  <c:v>1.4345487930176768E-2</c:v>
                </c:pt>
                <c:pt idx="279">
                  <c:v>1.3149189911406902E-2</c:v>
                </c:pt>
                <c:pt idx="280">
                  <c:v>1.3608061965668786E-2</c:v>
                </c:pt>
                <c:pt idx="281">
                  <c:v>1.3604182150864841E-2</c:v>
                </c:pt>
                <c:pt idx="282">
                  <c:v>1.3624899555566877E-2</c:v>
                </c:pt>
                <c:pt idx="283">
                  <c:v>1.3519250878868709E-2</c:v>
                </c:pt>
                <c:pt idx="284">
                  <c:v>1.3767547539994988E-2</c:v>
                </c:pt>
                <c:pt idx="285">
                  <c:v>1.3608223642003588E-2</c:v>
                </c:pt>
                <c:pt idx="286">
                  <c:v>1.2790661050576167E-2</c:v>
                </c:pt>
                <c:pt idx="287">
                  <c:v>1.2520104759177695E-2</c:v>
                </c:pt>
                <c:pt idx="288">
                  <c:v>1.2443604944646814E-2</c:v>
                </c:pt>
                <c:pt idx="289">
                  <c:v>1.2463149952349586E-2</c:v>
                </c:pt>
                <c:pt idx="290">
                  <c:v>1.1345977739245889E-2</c:v>
                </c:pt>
                <c:pt idx="291">
                  <c:v>1.1268421309146312E-2</c:v>
                </c:pt>
                <c:pt idx="292">
                  <c:v>1.0295936443867089E-2</c:v>
                </c:pt>
                <c:pt idx="293">
                  <c:v>1.0276707971844422E-2</c:v>
                </c:pt>
                <c:pt idx="294">
                  <c:v>8.6191810867081217E-3</c:v>
                </c:pt>
                <c:pt idx="295">
                  <c:v>7.6765799002149662E-3</c:v>
                </c:pt>
                <c:pt idx="296">
                  <c:v>1.0627232561504951E-2</c:v>
                </c:pt>
                <c:pt idx="297">
                  <c:v>1.08959892780633E-2</c:v>
                </c:pt>
                <c:pt idx="298">
                  <c:v>1.109957587528783E-2</c:v>
                </c:pt>
                <c:pt idx="299">
                  <c:v>1.0515817262803772E-2</c:v>
                </c:pt>
                <c:pt idx="300">
                  <c:v>1.1232095050540939E-2</c:v>
                </c:pt>
                <c:pt idx="301">
                  <c:v>1.1284214829530192E-2</c:v>
                </c:pt>
                <c:pt idx="302">
                  <c:v>1.1016142292689072E-2</c:v>
                </c:pt>
                <c:pt idx="303">
                  <c:v>1.0772287963951233E-2</c:v>
                </c:pt>
                <c:pt idx="304">
                  <c:v>1.0788879009696052E-2</c:v>
                </c:pt>
                <c:pt idx="305">
                  <c:v>1.0624530828849916E-2</c:v>
                </c:pt>
                <c:pt idx="306">
                  <c:v>1.0322413166885477E-2</c:v>
                </c:pt>
                <c:pt idx="307">
                  <c:v>1.0516967361688745E-2</c:v>
                </c:pt>
                <c:pt idx="308">
                  <c:v>1.0607847855434135E-2</c:v>
                </c:pt>
                <c:pt idx="309">
                  <c:v>1.0718962273671015E-2</c:v>
                </c:pt>
                <c:pt idx="310">
                  <c:v>1.0716540564305557E-2</c:v>
                </c:pt>
                <c:pt idx="311">
                  <c:v>1.0798508020642255E-2</c:v>
                </c:pt>
                <c:pt idx="312">
                  <c:v>1.0658968255905853E-2</c:v>
                </c:pt>
                <c:pt idx="313">
                  <c:v>1.0453813733258563E-2</c:v>
                </c:pt>
                <c:pt idx="314">
                  <c:v>1.0683536158749138E-2</c:v>
                </c:pt>
                <c:pt idx="315">
                  <c:v>8.399330521390835E-3</c:v>
                </c:pt>
                <c:pt idx="316">
                  <c:v>7.8892102830909819E-3</c:v>
                </c:pt>
                <c:pt idx="317">
                  <c:v>7.5125185111264694E-3</c:v>
                </c:pt>
                <c:pt idx="318">
                  <c:v>1.0400441837922526E-2</c:v>
                </c:pt>
                <c:pt idx="319">
                  <c:v>1.0438779097253804E-2</c:v>
                </c:pt>
                <c:pt idx="320">
                  <c:v>1.0393972358575811E-2</c:v>
                </c:pt>
                <c:pt idx="321">
                  <c:v>1.1482267796719233E-2</c:v>
                </c:pt>
                <c:pt idx="322">
                  <c:v>1.1687022414653126E-2</c:v>
                </c:pt>
                <c:pt idx="323">
                  <c:v>1.1700672522090783E-2</c:v>
                </c:pt>
                <c:pt idx="324">
                  <c:v>1.1846931804032406E-2</c:v>
                </c:pt>
                <c:pt idx="325">
                  <c:v>1.1843043996250208E-2</c:v>
                </c:pt>
                <c:pt idx="326">
                  <c:v>1.2359287419984101E-2</c:v>
                </c:pt>
                <c:pt idx="327">
                  <c:v>1.2347410936394285E-2</c:v>
                </c:pt>
                <c:pt idx="328">
                  <c:v>1.2761379833520289E-2</c:v>
                </c:pt>
                <c:pt idx="329">
                  <c:v>1.2849233026903295E-2</c:v>
                </c:pt>
                <c:pt idx="330">
                  <c:v>1.2737609559455538E-2</c:v>
                </c:pt>
                <c:pt idx="331">
                  <c:v>1.5599922806293666E-2</c:v>
                </c:pt>
                <c:pt idx="332">
                  <c:v>1.5513916047359976E-2</c:v>
                </c:pt>
                <c:pt idx="333">
                  <c:v>1.4949579826117597E-2</c:v>
                </c:pt>
                <c:pt idx="334">
                  <c:v>1.4961554827443631E-2</c:v>
                </c:pt>
                <c:pt idx="335">
                  <c:v>1.4968047472597485E-2</c:v>
                </c:pt>
                <c:pt idx="336">
                  <c:v>1.5178008744817504E-2</c:v>
                </c:pt>
                <c:pt idx="337">
                  <c:v>1.3154787801432049E-2</c:v>
                </c:pt>
                <c:pt idx="338">
                  <c:v>1.2753067857650622E-2</c:v>
                </c:pt>
                <c:pt idx="339">
                  <c:v>1.2472903185364367E-2</c:v>
                </c:pt>
                <c:pt idx="340">
                  <c:v>1.1777074675021457E-2</c:v>
                </c:pt>
                <c:pt idx="341">
                  <c:v>1.3035059027931931E-2</c:v>
                </c:pt>
                <c:pt idx="342">
                  <c:v>1.3046733516196646E-2</c:v>
                </c:pt>
                <c:pt idx="343">
                  <c:v>1.2961175918727103E-2</c:v>
                </c:pt>
                <c:pt idx="344">
                  <c:v>1.295652532737464E-2</c:v>
                </c:pt>
                <c:pt idx="345">
                  <c:v>1.2046407282689152E-2</c:v>
                </c:pt>
                <c:pt idx="346">
                  <c:v>1.2099032298509739E-2</c:v>
                </c:pt>
                <c:pt idx="347">
                  <c:v>1.1789359858588956E-2</c:v>
                </c:pt>
                <c:pt idx="348">
                  <c:v>1.1712544290486475E-2</c:v>
                </c:pt>
                <c:pt idx="349">
                  <c:v>1.1620854705636093E-2</c:v>
                </c:pt>
                <c:pt idx="350">
                  <c:v>6.6014990696943799E-3</c:v>
                </c:pt>
                <c:pt idx="351">
                  <c:v>7.9523286702146596E-3</c:v>
                </c:pt>
                <c:pt idx="352">
                  <c:v>8.9806019488872044E-3</c:v>
                </c:pt>
                <c:pt idx="353">
                  <c:v>8.9822595192364362E-3</c:v>
                </c:pt>
                <c:pt idx="354">
                  <c:v>9.1512388034273914E-3</c:v>
                </c:pt>
                <c:pt idx="355">
                  <c:v>8.8970669117511367E-3</c:v>
                </c:pt>
                <c:pt idx="356">
                  <c:v>9.1368198854264344E-3</c:v>
                </c:pt>
                <c:pt idx="357">
                  <c:v>9.3286393486101873E-3</c:v>
                </c:pt>
                <c:pt idx="358">
                  <c:v>9.7304568140639137E-3</c:v>
                </c:pt>
                <c:pt idx="359">
                  <c:v>1.0983836006887959E-2</c:v>
                </c:pt>
                <c:pt idx="360">
                  <c:v>8.8739495423333578E-3</c:v>
                </c:pt>
                <c:pt idx="361">
                  <c:v>8.7611965299975326E-3</c:v>
                </c:pt>
                <c:pt idx="362">
                  <c:v>8.8199908622407699E-3</c:v>
                </c:pt>
                <c:pt idx="363">
                  <c:v>9.062820711517967E-3</c:v>
                </c:pt>
                <c:pt idx="364">
                  <c:v>9.0275483298373135E-3</c:v>
                </c:pt>
                <c:pt idx="365">
                  <c:v>1.0187651080426149E-2</c:v>
                </c:pt>
                <c:pt idx="366">
                  <c:v>1.0348639288232566E-2</c:v>
                </c:pt>
                <c:pt idx="367">
                  <c:v>1.0394132395820587E-2</c:v>
                </c:pt>
                <c:pt idx="368">
                  <c:v>1.0309077897639522E-2</c:v>
                </c:pt>
                <c:pt idx="369">
                  <c:v>1.0322132741276718E-2</c:v>
                </c:pt>
                <c:pt idx="370">
                  <c:v>1.055862805282958E-2</c:v>
                </c:pt>
                <c:pt idx="371">
                  <c:v>1.018455784252436E-2</c:v>
                </c:pt>
                <c:pt idx="372">
                  <c:v>1.022353033326876E-2</c:v>
                </c:pt>
                <c:pt idx="373">
                  <c:v>1.0147447868888021E-2</c:v>
                </c:pt>
                <c:pt idx="374">
                  <c:v>1.0165680209604991E-2</c:v>
                </c:pt>
                <c:pt idx="375">
                  <c:v>1.0067935841430641E-2</c:v>
                </c:pt>
                <c:pt idx="376">
                  <c:v>1.0015994021406344E-2</c:v>
                </c:pt>
                <c:pt idx="377">
                  <c:v>9.3636127894506198E-3</c:v>
                </c:pt>
                <c:pt idx="378">
                  <c:v>8.5402780716912104E-3</c:v>
                </c:pt>
                <c:pt idx="379">
                  <c:v>8.5657821603904623E-3</c:v>
                </c:pt>
                <c:pt idx="380">
                  <c:v>8.6306954501210141E-3</c:v>
                </c:pt>
                <c:pt idx="381">
                  <c:v>8.8459768464736951E-3</c:v>
                </c:pt>
                <c:pt idx="382">
                  <c:v>8.7914688893996496E-3</c:v>
                </c:pt>
                <c:pt idx="383">
                  <c:v>9.0143274976081655E-3</c:v>
                </c:pt>
                <c:pt idx="384">
                  <c:v>7.0244759136422778E-3</c:v>
                </c:pt>
                <c:pt idx="385">
                  <c:v>7.2728780139778397E-3</c:v>
                </c:pt>
                <c:pt idx="386">
                  <c:v>7.2716565248475131E-3</c:v>
                </c:pt>
                <c:pt idx="387">
                  <c:v>7.0610550691576762E-3</c:v>
                </c:pt>
                <c:pt idx="388">
                  <c:v>7.1632838533017256E-3</c:v>
                </c:pt>
                <c:pt idx="389">
                  <c:v>8.3636695198652296E-3</c:v>
                </c:pt>
                <c:pt idx="390">
                  <c:v>8.2718975044851466E-3</c:v>
                </c:pt>
                <c:pt idx="391">
                  <c:v>8.503094228082703E-3</c:v>
                </c:pt>
                <c:pt idx="392">
                  <c:v>8.6251557025243328E-3</c:v>
                </c:pt>
                <c:pt idx="393">
                  <c:v>8.7682344620077807E-3</c:v>
                </c:pt>
                <c:pt idx="394">
                  <c:v>9.0378497894981463E-3</c:v>
                </c:pt>
                <c:pt idx="395">
                  <c:v>8.5921549091316357E-3</c:v>
                </c:pt>
                <c:pt idx="396">
                  <c:v>8.6764072326557477E-3</c:v>
                </c:pt>
                <c:pt idx="397">
                  <c:v>8.4564759206047155E-3</c:v>
                </c:pt>
                <c:pt idx="398">
                  <c:v>8.8586243434797332E-3</c:v>
                </c:pt>
                <c:pt idx="399">
                  <c:v>8.7503200658250006E-3</c:v>
                </c:pt>
                <c:pt idx="400">
                  <c:v>9.0078831814296122E-3</c:v>
                </c:pt>
                <c:pt idx="401">
                  <c:v>9.1031432787700896E-3</c:v>
                </c:pt>
                <c:pt idx="402">
                  <c:v>9.0041310265976289E-3</c:v>
                </c:pt>
                <c:pt idx="403">
                  <c:v>1.1272265915374472E-2</c:v>
                </c:pt>
                <c:pt idx="404">
                  <c:v>1.2757922946961675E-2</c:v>
                </c:pt>
                <c:pt idx="405">
                  <c:v>1.2755467155003324E-2</c:v>
                </c:pt>
                <c:pt idx="406">
                  <c:v>1.3543007727156499E-2</c:v>
                </c:pt>
                <c:pt idx="407">
                  <c:v>1.3873039373694425E-2</c:v>
                </c:pt>
                <c:pt idx="408">
                  <c:v>1.2286999261981353E-2</c:v>
                </c:pt>
                <c:pt idx="409">
                  <c:v>1.2087514041600564E-2</c:v>
                </c:pt>
                <c:pt idx="410">
                  <c:v>1.2371247067495825E-2</c:v>
                </c:pt>
                <c:pt idx="411">
                  <c:v>1.244084449476944E-2</c:v>
                </c:pt>
                <c:pt idx="412">
                  <c:v>1.921118021582827E-2</c:v>
                </c:pt>
                <c:pt idx="413">
                  <c:v>1.9053052499308425E-2</c:v>
                </c:pt>
                <c:pt idx="414">
                  <c:v>1.9060661477635521E-2</c:v>
                </c:pt>
                <c:pt idx="415">
                  <c:v>1.9079411361534061E-2</c:v>
                </c:pt>
                <c:pt idx="416">
                  <c:v>1.902646939361979E-2</c:v>
                </c:pt>
                <c:pt idx="417">
                  <c:v>1.8987199160211805E-2</c:v>
                </c:pt>
                <c:pt idx="418">
                  <c:v>1.9007611604286278E-2</c:v>
                </c:pt>
                <c:pt idx="419">
                  <c:v>1.8798050976979234E-2</c:v>
                </c:pt>
                <c:pt idx="420">
                  <c:v>1.8749249443743125E-2</c:v>
                </c:pt>
                <c:pt idx="421">
                  <c:v>1.9543834489932122E-2</c:v>
                </c:pt>
                <c:pt idx="422">
                  <c:v>1.8107925403872304E-2</c:v>
                </c:pt>
                <c:pt idx="423">
                  <c:v>1.6374569299477074E-2</c:v>
                </c:pt>
                <c:pt idx="424">
                  <c:v>1.6414359269138982E-2</c:v>
                </c:pt>
                <c:pt idx="425">
                  <c:v>1.6174968530394875E-2</c:v>
                </c:pt>
                <c:pt idx="426">
                  <c:v>1.5448336708943874E-2</c:v>
                </c:pt>
                <c:pt idx="427">
                  <c:v>1.5307212970067619E-2</c:v>
                </c:pt>
                <c:pt idx="428">
                  <c:v>1.5174408571074612E-2</c:v>
                </c:pt>
                <c:pt idx="429">
                  <c:v>1.5237318505330621E-2</c:v>
                </c:pt>
                <c:pt idx="430">
                  <c:v>1.5436168288972377E-2</c:v>
                </c:pt>
                <c:pt idx="431">
                  <c:v>7.9810182162822589E-3</c:v>
                </c:pt>
                <c:pt idx="432">
                  <c:v>7.9910560900886152E-3</c:v>
                </c:pt>
                <c:pt idx="433">
                  <c:v>8.5863232083912781E-3</c:v>
                </c:pt>
                <c:pt idx="434">
                  <c:v>8.5700206080815584E-3</c:v>
                </c:pt>
                <c:pt idx="435">
                  <c:v>8.8331254607854227E-3</c:v>
                </c:pt>
                <c:pt idx="436">
                  <c:v>8.5128736835993115E-3</c:v>
                </c:pt>
                <c:pt idx="437">
                  <c:v>8.3787074874989691E-3</c:v>
                </c:pt>
                <c:pt idx="438">
                  <c:v>8.4931800252513491E-3</c:v>
                </c:pt>
                <c:pt idx="439">
                  <c:v>8.4965408698113136E-3</c:v>
                </c:pt>
                <c:pt idx="440">
                  <c:v>9.8902938266123303E-3</c:v>
                </c:pt>
                <c:pt idx="441">
                  <c:v>9.8730519940259075E-3</c:v>
                </c:pt>
                <c:pt idx="442">
                  <c:v>9.8255000334562439E-3</c:v>
                </c:pt>
                <c:pt idx="443">
                  <c:v>9.488147929194805E-3</c:v>
                </c:pt>
                <c:pt idx="444">
                  <c:v>9.4395915896189602E-3</c:v>
                </c:pt>
                <c:pt idx="445">
                  <c:v>9.6322945408082779E-3</c:v>
                </c:pt>
                <c:pt idx="446">
                  <c:v>9.7145541159241663E-3</c:v>
                </c:pt>
                <c:pt idx="447">
                  <c:v>9.7640090467134202E-3</c:v>
                </c:pt>
                <c:pt idx="448">
                  <c:v>9.8092616020564807E-3</c:v>
                </c:pt>
                <c:pt idx="449">
                  <c:v>9.8853127916130237E-3</c:v>
                </c:pt>
                <c:pt idx="450">
                  <c:v>9.9139915786791051E-3</c:v>
                </c:pt>
                <c:pt idx="451">
                  <c:v>9.8650947778874329E-3</c:v>
                </c:pt>
                <c:pt idx="452">
                  <c:v>9.3086093757809713E-3</c:v>
                </c:pt>
                <c:pt idx="453">
                  <c:v>9.3030157647268647E-3</c:v>
                </c:pt>
                <c:pt idx="454">
                  <c:v>8.9479606055118763E-3</c:v>
                </c:pt>
                <c:pt idx="455">
                  <c:v>1.1486134093954881E-2</c:v>
                </c:pt>
                <c:pt idx="456">
                  <c:v>1.2750060556808515E-2</c:v>
                </c:pt>
                <c:pt idx="457">
                  <c:v>1.2845591619952428E-2</c:v>
                </c:pt>
                <c:pt idx="458">
                  <c:v>1.2883694532636348E-2</c:v>
                </c:pt>
                <c:pt idx="459">
                  <c:v>1.1252965560875256E-2</c:v>
                </c:pt>
                <c:pt idx="460">
                  <c:v>1.124073965375688E-2</c:v>
                </c:pt>
                <c:pt idx="461">
                  <c:v>1.2186441011833259E-2</c:v>
                </c:pt>
                <c:pt idx="462">
                  <c:v>1.3168963719963747E-2</c:v>
                </c:pt>
                <c:pt idx="463">
                  <c:v>1.318983326512565E-2</c:v>
                </c:pt>
                <c:pt idx="464">
                  <c:v>1.2925907884819406E-2</c:v>
                </c:pt>
                <c:pt idx="465">
                  <c:v>1.2986419228983224E-2</c:v>
                </c:pt>
                <c:pt idx="466">
                  <c:v>1.3538706857309863E-2</c:v>
                </c:pt>
                <c:pt idx="467">
                  <c:v>1.3814682422882004E-2</c:v>
                </c:pt>
                <c:pt idx="468">
                  <c:v>1.3756173095869826E-2</c:v>
                </c:pt>
                <c:pt idx="469">
                  <c:v>1.3684971156233978E-2</c:v>
                </c:pt>
                <c:pt idx="470">
                  <c:v>1.4212068044111145E-2</c:v>
                </c:pt>
                <c:pt idx="471">
                  <c:v>1.4784919469695533E-2</c:v>
                </c:pt>
                <c:pt idx="472">
                  <c:v>1.4847826998285626E-2</c:v>
                </c:pt>
                <c:pt idx="473">
                  <c:v>1.4840509572605787E-2</c:v>
                </c:pt>
                <c:pt idx="474">
                  <c:v>1.1303179184800609E-2</c:v>
                </c:pt>
                <c:pt idx="475">
                  <c:v>1.0817980930082316E-2</c:v>
                </c:pt>
                <c:pt idx="476">
                  <c:v>1.0719075919343483E-2</c:v>
                </c:pt>
                <c:pt idx="477">
                  <c:v>1.0965001250283492E-2</c:v>
                </c:pt>
                <c:pt idx="478">
                  <c:v>1.0864178757329286E-2</c:v>
                </c:pt>
                <c:pt idx="479">
                  <c:v>1.0850436245933648E-2</c:v>
                </c:pt>
                <c:pt idx="480">
                  <c:v>1.0307436311712463E-2</c:v>
                </c:pt>
                <c:pt idx="481">
                  <c:v>9.2449985924360593E-3</c:v>
                </c:pt>
                <c:pt idx="482">
                  <c:v>9.5675260334816131E-3</c:v>
                </c:pt>
                <c:pt idx="483">
                  <c:v>9.6429528756761113E-3</c:v>
                </c:pt>
                <c:pt idx="484">
                  <c:v>9.6048450307668082E-3</c:v>
                </c:pt>
                <c:pt idx="485">
                  <c:v>8.8852325412583227E-3</c:v>
                </c:pt>
                <c:pt idx="486">
                  <c:v>8.6671467060019901E-3</c:v>
                </c:pt>
                <c:pt idx="487">
                  <c:v>8.4086893822178186E-3</c:v>
                </c:pt>
                <c:pt idx="488">
                  <c:v>8.4149112205493468E-3</c:v>
                </c:pt>
                <c:pt idx="489">
                  <c:v>7.5751600807311935E-3</c:v>
                </c:pt>
                <c:pt idx="490">
                  <c:v>6.0118795274861237E-3</c:v>
                </c:pt>
                <c:pt idx="491">
                  <c:v>5.9643580172737357E-3</c:v>
                </c:pt>
                <c:pt idx="492">
                  <c:v>7.8369647123471865E-3</c:v>
                </c:pt>
                <c:pt idx="493">
                  <c:v>7.8097620328667896E-3</c:v>
                </c:pt>
                <c:pt idx="494">
                  <c:v>7.8934060023224291E-3</c:v>
                </c:pt>
                <c:pt idx="495">
                  <c:v>7.9493618262387097E-3</c:v>
                </c:pt>
                <c:pt idx="496">
                  <c:v>7.9406192693843077E-3</c:v>
                </c:pt>
                <c:pt idx="497">
                  <c:v>9.0404503986130022E-3</c:v>
                </c:pt>
                <c:pt idx="498">
                  <c:v>9.276122135774386E-3</c:v>
                </c:pt>
                <c:pt idx="499">
                  <c:v>8.6162224713925793E-3</c:v>
                </c:pt>
                <c:pt idx="500">
                  <c:v>8.9458573228997137E-3</c:v>
                </c:pt>
                <c:pt idx="501">
                  <c:v>8.0283193803023858E-3</c:v>
                </c:pt>
                <c:pt idx="502">
                  <c:v>8.8590178533228276E-3</c:v>
                </c:pt>
                <c:pt idx="503">
                  <c:v>8.9465733647644281E-3</c:v>
                </c:pt>
                <c:pt idx="504">
                  <c:v>8.7204610971161004E-3</c:v>
                </c:pt>
                <c:pt idx="505">
                  <c:v>8.7321889045363314E-3</c:v>
                </c:pt>
                <c:pt idx="506">
                  <c:v>8.9787198908390584E-3</c:v>
                </c:pt>
                <c:pt idx="507">
                  <c:v>9.631059107010809E-3</c:v>
                </c:pt>
                <c:pt idx="508">
                  <c:v>9.3442390196387167E-3</c:v>
                </c:pt>
                <c:pt idx="509">
                  <c:v>9.3344797918407801E-3</c:v>
                </c:pt>
                <c:pt idx="510">
                  <c:v>1.0059762192914518E-2</c:v>
                </c:pt>
                <c:pt idx="511">
                  <c:v>8.952415789997609E-3</c:v>
                </c:pt>
                <c:pt idx="512">
                  <c:v>8.8907146602209153E-3</c:v>
                </c:pt>
                <c:pt idx="513">
                  <c:v>9.3770975834051046E-3</c:v>
                </c:pt>
                <c:pt idx="514">
                  <c:v>9.2693188924174857E-3</c:v>
                </c:pt>
                <c:pt idx="515">
                  <c:v>9.5613673351910133E-3</c:v>
                </c:pt>
                <c:pt idx="516">
                  <c:v>8.1954224092232377E-3</c:v>
                </c:pt>
                <c:pt idx="517">
                  <c:v>7.453981042270642E-3</c:v>
                </c:pt>
                <c:pt idx="518">
                  <c:v>7.6911972945421635E-3</c:v>
                </c:pt>
                <c:pt idx="519">
                  <c:v>7.689341670916186E-3</c:v>
                </c:pt>
                <c:pt idx="520">
                  <c:v>7.6693285293205904E-3</c:v>
                </c:pt>
                <c:pt idx="521">
                  <c:v>9.3118631892984919E-3</c:v>
                </c:pt>
                <c:pt idx="522">
                  <c:v>8.992497360184204E-3</c:v>
                </c:pt>
                <c:pt idx="523">
                  <c:v>9.9985626254290583E-3</c:v>
                </c:pt>
                <c:pt idx="524">
                  <c:v>9.6406521283965967E-3</c:v>
                </c:pt>
                <c:pt idx="525">
                  <c:v>9.7484478459824581E-3</c:v>
                </c:pt>
                <c:pt idx="526">
                  <c:v>9.3911948840915659E-3</c:v>
                </c:pt>
                <c:pt idx="527">
                  <c:v>9.3038195179941004E-3</c:v>
                </c:pt>
                <c:pt idx="528">
                  <c:v>9.2221579962172041E-3</c:v>
                </c:pt>
                <c:pt idx="529">
                  <c:v>1.0054246123939448E-2</c:v>
                </c:pt>
                <c:pt idx="530">
                  <c:v>1.1451767415359138E-2</c:v>
                </c:pt>
                <c:pt idx="531">
                  <c:v>1.1930722882339834E-2</c:v>
                </c:pt>
                <c:pt idx="532">
                  <c:v>1.1822062656053333E-2</c:v>
                </c:pt>
                <c:pt idx="533">
                  <c:v>1.1823740422745152E-2</c:v>
                </c:pt>
                <c:pt idx="534">
                  <c:v>1.1913458938173589E-2</c:v>
                </c:pt>
                <c:pt idx="535">
                  <c:v>1.1978911460441327E-2</c:v>
                </c:pt>
                <c:pt idx="536">
                  <c:v>1.2023438964570508E-2</c:v>
                </c:pt>
                <c:pt idx="537">
                  <c:v>1.2243598703016244E-2</c:v>
                </c:pt>
                <c:pt idx="538">
                  <c:v>1.2306420276588912E-2</c:v>
                </c:pt>
                <c:pt idx="539">
                  <c:v>1.2471864568214865E-2</c:v>
                </c:pt>
                <c:pt idx="540">
                  <c:v>1.0556914968475864E-2</c:v>
                </c:pt>
                <c:pt idx="541">
                  <c:v>1.0563966356004484E-2</c:v>
                </c:pt>
                <c:pt idx="542">
                  <c:v>1.0361984322350101E-2</c:v>
                </c:pt>
                <c:pt idx="543">
                  <c:v>1.0435140384574045E-2</c:v>
                </c:pt>
                <c:pt idx="544">
                  <c:v>1.0435402375540463E-2</c:v>
                </c:pt>
                <c:pt idx="545">
                  <c:v>1.0349390159547864E-2</c:v>
                </c:pt>
                <c:pt idx="546">
                  <c:v>1.033064150094957E-2</c:v>
                </c:pt>
                <c:pt idx="547">
                  <c:v>1.0201353859498049E-2</c:v>
                </c:pt>
                <c:pt idx="548">
                  <c:v>8.1217136978312156E-3</c:v>
                </c:pt>
                <c:pt idx="549">
                  <c:v>7.1096722632094777E-3</c:v>
                </c:pt>
                <c:pt idx="550">
                  <c:v>1.0114665584145994E-2</c:v>
                </c:pt>
                <c:pt idx="551">
                  <c:v>1.0111402594362431E-2</c:v>
                </c:pt>
                <c:pt idx="552">
                  <c:v>1.0117655349168335E-2</c:v>
                </c:pt>
                <c:pt idx="553">
                  <c:v>9.8823191057234774E-3</c:v>
                </c:pt>
                <c:pt idx="554">
                  <c:v>1.0246034475747304E-2</c:v>
                </c:pt>
                <c:pt idx="555">
                  <c:v>1.0062724930842567E-2</c:v>
                </c:pt>
                <c:pt idx="556">
                  <c:v>9.6095379008017279E-3</c:v>
                </c:pt>
                <c:pt idx="557">
                  <c:v>1.0022054282846499E-2</c:v>
                </c:pt>
                <c:pt idx="558">
                  <c:v>1.1078271349343791E-2</c:v>
                </c:pt>
                <c:pt idx="559">
                  <c:v>1.0836153053302969E-2</c:v>
                </c:pt>
                <c:pt idx="560">
                  <c:v>1.0820836937860748E-2</c:v>
                </c:pt>
                <c:pt idx="561">
                  <c:v>1.030067306274474E-2</c:v>
                </c:pt>
                <c:pt idx="562">
                  <c:v>1.0841186260038729E-2</c:v>
                </c:pt>
                <c:pt idx="563">
                  <c:v>1.0875566070259555E-2</c:v>
                </c:pt>
                <c:pt idx="564">
                  <c:v>1.0845301773131514E-2</c:v>
                </c:pt>
                <c:pt idx="565">
                  <c:v>1.0846715391498653E-2</c:v>
                </c:pt>
                <c:pt idx="566">
                  <c:v>1.111449786859128E-2</c:v>
                </c:pt>
                <c:pt idx="567">
                  <c:v>1.0843685126566636E-2</c:v>
                </c:pt>
                <c:pt idx="568">
                  <c:v>1.062662651461665E-2</c:v>
                </c:pt>
                <c:pt idx="569">
                  <c:v>8.9385571820732295E-3</c:v>
                </c:pt>
                <c:pt idx="570">
                  <c:v>9.0067479750846995E-3</c:v>
                </c:pt>
                <c:pt idx="571">
                  <c:v>9.0282689106197609E-3</c:v>
                </c:pt>
                <c:pt idx="572">
                  <c:v>8.5299095949847251E-3</c:v>
                </c:pt>
                <c:pt idx="573">
                  <c:v>8.2842367385337051E-3</c:v>
                </c:pt>
                <c:pt idx="574">
                  <c:v>8.2906931775777303E-3</c:v>
                </c:pt>
                <c:pt idx="575">
                  <c:v>8.0915565849564233E-3</c:v>
                </c:pt>
                <c:pt idx="576">
                  <c:v>8.1230777622991173E-3</c:v>
                </c:pt>
                <c:pt idx="577">
                  <c:v>7.7521057094620451E-3</c:v>
                </c:pt>
                <c:pt idx="578">
                  <c:v>7.800359097116699E-3</c:v>
                </c:pt>
                <c:pt idx="579">
                  <c:v>7.7922485183469642E-3</c:v>
                </c:pt>
                <c:pt idx="580">
                  <c:v>7.8391757669843184E-3</c:v>
                </c:pt>
                <c:pt idx="581">
                  <c:v>8.2742428851840383E-3</c:v>
                </c:pt>
                <c:pt idx="582">
                  <c:v>8.3966120562357117E-3</c:v>
                </c:pt>
                <c:pt idx="583">
                  <c:v>8.3388620801605733E-3</c:v>
                </c:pt>
                <c:pt idx="584">
                  <c:v>8.2574060224272199E-3</c:v>
                </c:pt>
                <c:pt idx="585">
                  <c:v>8.2572484406747259E-3</c:v>
                </c:pt>
                <c:pt idx="586">
                  <c:v>8.2737848801424946E-3</c:v>
                </c:pt>
                <c:pt idx="587">
                  <c:v>8.0931251315953818E-3</c:v>
                </c:pt>
                <c:pt idx="588">
                  <c:v>7.9972549619106471E-3</c:v>
                </c:pt>
                <c:pt idx="589">
                  <c:v>7.9415118916808507E-3</c:v>
                </c:pt>
                <c:pt idx="590">
                  <c:v>7.9917275383488921E-3</c:v>
                </c:pt>
                <c:pt idx="591">
                  <c:v>7.9748875436377251E-3</c:v>
                </c:pt>
                <c:pt idx="592">
                  <c:v>7.9203701564407748E-3</c:v>
                </c:pt>
                <c:pt idx="593">
                  <c:v>8.2347823436483281E-3</c:v>
                </c:pt>
                <c:pt idx="594">
                  <c:v>8.2892086068601517E-3</c:v>
                </c:pt>
                <c:pt idx="595">
                  <c:v>7.6917112487152302E-3</c:v>
                </c:pt>
                <c:pt idx="596">
                  <c:v>6.3296999891314879E-3</c:v>
                </c:pt>
                <c:pt idx="597">
                  <c:v>5.7488637555397513E-3</c:v>
                </c:pt>
                <c:pt idx="598">
                  <c:v>6.1364029852324659E-3</c:v>
                </c:pt>
                <c:pt idx="599">
                  <c:v>6.1787135175161651E-3</c:v>
                </c:pt>
                <c:pt idx="600">
                  <c:v>5.3694058832812414E-3</c:v>
                </c:pt>
                <c:pt idx="601">
                  <c:v>5.0285124191069694E-3</c:v>
                </c:pt>
                <c:pt idx="602">
                  <c:v>4.8127189421276455E-3</c:v>
                </c:pt>
                <c:pt idx="603">
                  <c:v>4.8445815116226415E-3</c:v>
                </c:pt>
                <c:pt idx="604">
                  <c:v>4.7740558791855084E-3</c:v>
                </c:pt>
                <c:pt idx="605">
                  <c:v>4.7825373440142241E-3</c:v>
                </c:pt>
                <c:pt idx="606">
                  <c:v>4.7754623870635247E-3</c:v>
                </c:pt>
                <c:pt idx="607">
                  <c:v>5.5162316413543038E-3</c:v>
                </c:pt>
                <c:pt idx="608">
                  <c:v>5.5445568022287417E-3</c:v>
                </c:pt>
                <c:pt idx="609">
                  <c:v>5.5685565092833886E-3</c:v>
                </c:pt>
                <c:pt idx="610">
                  <c:v>5.7033246856449333E-3</c:v>
                </c:pt>
                <c:pt idx="611">
                  <c:v>6.9692644986491283E-3</c:v>
                </c:pt>
                <c:pt idx="612">
                  <c:v>6.7726048712125802E-3</c:v>
                </c:pt>
                <c:pt idx="613">
                  <c:v>6.8059986545898482E-3</c:v>
                </c:pt>
                <c:pt idx="614">
                  <c:v>6.919776998509806E-3</c:v>
                </c:pt>
                <c:pt idx="615">
                  <c:v>6.8834935735055348E-3</c:v>
                </c:pt>
                <c:pt idx="616">
                  <c:v>7.1992053622594726E-3</c:v>
                </c:pt>
                <c:pt idx="617">
                  <c:v>7.2044566993989968E-3</c:v>
                </c:pt>
                <c:pt idx="618">
                  <c:v>7.0934552874653625E-3</c:v>
                </c:pt>
                <c:pt idx="619">
                  <c:v>6.5630923754965613E-3</c:v>
                </c:pt>
                <c:pt idx="620">
                  <c:v>6.6152516507289628E-3</c:v>
                </c:pt>
                <c:pt idx="621">
                  <c:v>6.4965138559297687E-3</c:v>
                </c:pt>
                <c:pt idx="622">
                  <c:v>6.5135009620291753E-3</c:v>
                </c:pt>
                <c:pt idx="623">
                  <c:v>6.5374834321953726E-3</c:v>
                </c:pt>
                <c:pt idx="624">
                  <c:v>6.5907905921800264E-3</c:v>
                </c:pt>
                <c:pt idx="625">
                  <c:v>7.810139997617831E-3</c:v>
                </c:pt>
                <c:pt idx="626">
                  <c:v>7.5576096626306473E-3</c:v>
                </c:pt>
                <c:pt idx="627">
                  <c:v>7.5561919953958407E-3</c:v>
                </c:pt>
                <c:pt idx="628">
                  <c:v>7.7277162158395996E-3</c:v>
                </c:pt>
                <c:pt idx="629">
                  <c:v>7.8900637299187115E-3</c:v>
                </c:pt>
                <c:pt idx="630">
                  <c:v>7.131957341129402E-3</c:v>
                </c:pt>
                <c:pt idx="631">
                  <c:v>7.0331123568095118E-3</c:v>
                </c:pt>
                <c:pt idx="632">
                  <c:v>8.0865092085335658E-3</c:v>
                </c:pt>
                <c:pt idx="633">
                  <c:v>8.2371648437288177E-3</c:v>
                </c:pt>
                <c:pt idx="634">
                  <c:v>8.4707832019303726E-3</c:v>
                </c:pt>
                <c:pt idx="635">
                  <c:v>8.1646975213339572E-3</c:v>
                </c:pt>
                <c:pt idx="636">
                  <c:v>7.8775773922475957E-3</c:v>
                </c:pt>
                <c:pt idx="637">
                  <c:v>8.1317497938049738E-3</c:v>
                </c:pt>
                <c:pt idx="638">
                  <c:v>8.2097252346723607E-3</c:v>
                </c:pt>
                <c:pt idx="639">
                  <c:v>7.9405360428544316E-3</c:v>
                </c:pt>
                <c:pt idx="640">
                  <c:v>7.9538644208012026E-3</c:v>
                </c:pt>
                <c:pt idx="641">
                  <c:v>8.0350755572537475E-3</c:v>
                </c:pt>
                <c:pt idx="642">
                  <c:v>8.5558097881945003E-3</c:v>
                </c:pt>
                <c:pt idx="643">
                  <c:v>9.2656026899107687E-3</c:v>
                </c:pt>
                <c:pt idx="644">
                  <c:v>8.4327044084297614E-3</c:v>
                </c:pt>
                <c:pt idx="645">
                  <c:v>8.479337726976597E-3</c:v>
                </c:pt>
                <c:pt idx="646">
                  <c:v>8.4945274376139381E-3</c:v>
                </c:pt>
                <c:pt idx="647">
                  <c:v>8.5891087888140694E-3</c:v>
                </c:pt>
                <c:pt idx="648">
                  <c:v>8.5027087868427467E-3</c:v>
                </c:pt>
                <c:pt idx="649">
                  <c:v>8.4680378501287221E-3</c:v>
                </c:pt>
                <c:pt idx="650">
                  <c:v>8.4585939265281029E-3</c:v>
                </c:pt>
                <c:pt idx="651">
                  <c:v>7.4293458483543117E-3</c:v>
                </c:pt>
                <c:pt idx="652">
                  <c:v>7.1630525342668474E-3</c:v>
                </c:pt>
                <c:pt idx="653">
                  <c:v>6.8255338283936444E-3</c:v>
                </c:pt>
                <c:pt idx="654">
                  <c:v>7.1048500992867553E-3</c:v>
                </c:pt>
                <c:pt idx="655">
                  <c:v>7.1774880015841973E-3</c:v>
                </c:pt>
                <c:pt idx="656">
                  <c:v>6.9461485678847974E-3</c:v>
                </c:pt>
                <c:pt idx="657">
                  <c:v>7.2720638559303783E-3</c:v>
                </c:pt>
                <c:pt idx="658">
                  <c:v>7.2775432974552627E-3</c:v>
                </c:pt>
                <c:pt idx="659">
                  <c:v>7.3044718904076303E-3</c:v>
                </c:pt>
                <c:pt idx="660">
                  <c:v>7.255679484624248E-3</c:v>
                </c:pt>
                <c:pt idx="661">
                  <c:v>7.6181294320476567E-3</c:v>
                </c:pt>
                <c:pt idx="662">
                  <c:v>6.880364581507049E-3</c:v>
                </c:pt>
                <c:pt idx="663">
                  <c:v>6.5464327597404212E-3</c:v>
                </c:pt>
                <c:pt idx="664">
                  <c:v>6.2636371886857171E-3</c:v>
                </c:pt>
                <c:pt idx="665">
                  <c:v>6.2739458498543635E-3</c:v>
                </c:pt>
                <c:pt idx="666">
                  <c:v>6.225998695371663E-3</c:v>
                </c:pt>
                <c:pt idx="667">
                  <c:v>6.6022844759585026E-3</c:v>
                </c:pt>
                <c:pt idx="668">
                  <c:v>6.5662373169938964E-3</c:v>
                </c:pt>
                <c:pt idx="669">
                  <c:v>7.1422683054449569E-3</c:v>
                </c:pt>
                <c:pt idx="670">
                  <c:v>7.1467848959136573E-3</c:v>
                </c:pt>
                <c:pt idx="671">
                  <c:v>7.15223178145634E-3</c:v>
                </c:pt>
                <c:pt idx="672">
                  <c:v>7.739889732255447E-3</c:v>
                </c:pt>
                <c:pt idx="673">
                  <c:v>9.8267596753546134E-3</c:v>
                </c:pt>
                <c:pt idx="674">
                  <c:v>9.8264039706101279E-3</c:v>
                </c:pt>
                <c:pt idx="675">
                  <c:v>9.8264963035246469E-3</c:v>
                </c:pt>
                <c:pt idx="676">
                  <c:v>9.71081775208699E-3</c:v>
                </c:pt>
                <c:pt idx="677">
                  <c:v>1.0046026428106728E-2</c:v>
                </c:pt>
                <c:pt idx="678">
                  <c:v>1.0010512764044433E-2</c:v>
                </c:pt>
                <c:pt idx="679">
                  <c:v>1.0068312711899901E-2</c:v>
                </c:pt>
                <c:pt idx="680">
                  <c:v>1.0329467257100095E-2</c:v>
                </c:pt>
                <c:pt idx="681">
                  <c:v>9.6584981625664375E-3</c:v>
                </c:pt>
                <c:pt idx="682">
                  <c:v>1.0782341487949036E-2</c:v>
                </c:pt>
                <c:pt idx="683">
                  <c:v>1.1254416949592569E-2</c:v>
                </c:pt>
                <c:pt idx="684">
                  <c:v>1.1312935537569404E-2</c:v>
                </c:pt>
                <c:pt idx="685">
                  <c:v>1.1785653597157386E-2</c:v>
                </c:pt>
                <c:pt idx="686">
                  <c:v>1.4447619078557246E-2</c:v>
                </c:pt>
                <c:pt idx="687">
                  <c:v>1.4597076596428232E-2</c:v>
                </c:pt>
                <c:pt idx="688">
                  <c:v>1.4337207889140526E-2</c:v>
                </c:pt>
                <c:pt idx="689">
                  <c:v>1.4608435637723046E-2</c:v>
                </c:pt>
                <c:pt idx="690">
                  <c:v>1.4655972713110867E-2</c:v>
                </c:pt>
                <c:pt idx="691">
                  <c:v>1.4469373786726478E-2</c:v>
                </c:pt>
                <c:pt idx="692">
                  <c:v>1.2416323607250698E-2</c:v>
                </c:pt>
                <c:pt idx="693">
                  <c:v>1.2369172152398633E-2</c:v>
                </c:pt>
                <c:pt idx="694">
                  <c:v>1.243205836680005E-2</c:v>
                </c:pt>
                <c:pt idx="695">
                  <c:v>1.2331280926038668E-2</c:v>
                </c:pt>
                <c:pt idx="696">
                  <c:v>1.2592326640701977E-2</c:v>
                </c:pt>
                <c:pt idx="697">
                  <c:v>1.2643668106357973E-2</c:v>
                </c:pt>
                <c:pt idx="698">
                  <c:v>1.19012202429061E-2</c:v>
                </c:pt>
                <c:pt idx="699">
                  <c:v>1.1858914800720346E-2</c:v>
                </c:pt>
                <c:pt idx="700">
                  <c:v>1.1579516824022168E-2</c:v>
                </c:pt>
                <c:pt idx="701">
                  <c:v>1.1317432050478148E-2</c:v>
                </c:pt>
                <c:pt idx="702">
                  <c:v>1.1552574513412921E-2</c:v>
                </c:pt>
                <c:pt idx="703">
                  <c:v>1.1742888539480519E-2</c:v>
                </c:pt>
                <c:pt idx="704">
                  <c:v>1.1635975436827855E-2</c:v>
                </c:pt>
                <c:pt idx="705">
                  <c:v>8.9225472814028865E-3</c:v>
                </c:pt>
                <c:pt idx="706">
                  <c:v>8.7820111238818971E-3</c:v>
                </c:pt>
                <c:pt idx="707">
                  <c:v>8.4283616268823608E-3</c:v>
                </c:pt>
                <c:pt idx="708">
                  <c:v>8.0447212950414126E-3</c:v>
                </c:pt>
                <c:pt idx="709">
                  <c:v>7.9666358911583187E-3</c:v>
                </c:pt>
                <c:pt idx="710">
                  <c:v>8.0386455004029522E-3</c:v>
                </c:pt>
                <c:pt idx="711">
                  <c:v>9.7255041967361615E-3</c:v>
                </c:pt>
                <c:pt idx="712">
                  <c:v>1.021361138526621E-2</c:v>
                </c:pt>
                <c:pt idx="713">
                  <c:v>1.0014767235271397E-2</c:v>
                </c:pt>
                <c:pt idx="714">
                  <c:v>1.0057068535235752E-2</c:v>
                </c:pt>
                <c:pt idx="715">
                  <c:v>8.7798776831425722E-3</c:v>
                </c:pt>
                <c:pt idx="716">
                  <c:v>7.9566767453472451E-3</c:v>
                </c:pt>
                <c:pt idx="717">
                  <c:v>7.8964178504490733E-3</c:v>
                </c:pt>
                <c:pt idx="718">
                  <c:v>7.933208780468241E-3</c:v>
                </c:pt>
                <c:pt idx="719">
                  <c:v>8.2325888083566133E-3</c:v>
                </c:pt>
                <c:pt idx="720">
                  <c:v>8.4477168908422533E-3</c:v>
                </c:pt>
                <c:pt idx="721">
                  <c:v>8.8808420998388628E-3</c:v>
                </c:pt>
                <c:pt idx="722">
                  <c:v>8.6082237815225515E-3</c:v>
                </c:pt>
                <c:pt idx="723">
                  <c:v>8.66319571367365E-3</c:v>
                </c:pt>
                <c:pt idx="724">
                  <c:v>1.3418813963154783E-2</c:v>
                </c:pt>
                <c:pt idx="725">
                  <c:v>1.3520867341849811E-2</c:v>
                </c:pt>
                <c:pt idx="726">
                  <c:v>1.3705573627151524E-2</c:v>
                </c:pt>
                <c:pt idx="727">
                  <c:v>1.3792404843408927E-2</c:v>
                </c:pt>
                <c:pt idx="728">
                  <c:v>1.3832983315883882E-2</c:v>
                </c:pt>
                <c:pt idx="729">
                  <c:v>1.3919661193503102E-2</c:v>
                </c:pt>
                <c:pt idx="730">
                  <c:v>1.5598872552828935E-2</c:v>
                </c:pt>
                <c:pt idx="731">
                  <c:v>1.5498700991056887E-2</c:v>
                </c:pt>
                <c:pt idx="732">
                  <c:v>1.6664794594783264E-2</c:v>
                </c:pt>
                <c:pt idx="733">
                  <c:v>1.6453951758026344E-2</c:v>
                </c:pt>
                <c:pt idx="734">
                  <c:v>1.6466612958884463E-2</c:v>
                </c:pt>
                <c:pt idx="735">
                  <c:v>1.7054001719570305E-2</c:v>
                </c:pt>
                <c:pt idx="736">
                  <c:v>1.7199783061028318E-2</c:v>
                </c:pt>
                <c:pt idx="737">
                  <c:v>1.7660703656537494E-2</c:v>
                </c:pt>
                <c:pt idx="738">
                  <c:v>1.840669938096148E-2</c:v>
                </c:pt>
                <c:pt idx="739">
                  <c:v>1.8236555840169394E-2</c:v>
                </c:pt>
                <c:pt idx="740">
                  <c:v>1.8120949155573447E-2</c:v>
                </c:pt>
                <c:pt idx="741">
                  <c:v>1.8083669712206506E-2</c:v>
                </c:pt>
                <c:pt idx="742">
                  <c:v>1.801758740889178E-2</c:v>
                </c:pt>
                <c:pt idx="743">
                  <c:v>1.4855400081870506E-2</c:v>
                </c:pt>
                <c:pt idx="744">
                  <c:v>1.477071091369505E-2</c:v>
                </c:pt>
                <c:pt idx="745">
                  <c:v>1.4680142035454221E-2</c:v>
                </c:pt>
                <c:pt idx="746">
                  <c:v>1.4639435281338709E-2</c:v>
                </c:pt>
                <c:pt idx="747">
                  <c:v>1.4611374105294528E-2</c:v>
                </c:pt>
                <c:pt idx="748">
                  <c:v>1.4490830855745963E-2</c:v>
                </c:pt>
                <c:pt idx="749">
                  <c:v>9.5347954805264229E-3</c:v>
                </c:pt>
                <c:pt idx="750">
                  <c:v>9.4177501109851455E-3</c:v>
                </c:pt>
                <c:pt idx="751">
                  <c:v>8.2757240159140877E-3</c:v>
                </c:pt>
                <c:pt idx="752">
                  <c:v>9.6410046574599041E-3</c:v>
                </c:pt>
                <c:pt idx="753">
                  <c:v>9.3959508636508749E-3</c:v>
                </c:pt>
                <c:pt idx="754">
                  <c:v>9.7027359001036293E-3</c:v>
                </c:pt>
                <c:pt idx="755">
                  <c:v>9.4728074177553613E-3</c:v>
                </c:pt>
                <c:pt idx="756">
                  <c:v>9.0320546538949411E-3</c:v>
                </c:pt>
                <c:pt idx="757">
                  <c:v>8.2949286564664958E-3</c:v>
                </c:pt>
                <c:pt idx="758">
                  <c:v>8.2949357011307089E-3</c:v>
                </c:pt>
                <c:pt idx="759">
                  <c:v>8.1620347142286453E-3</c:v>
                </c:pt>
                <c:pt idx="760">
                  <c:v>8.9493787370259256E-3</c:v>
                </c:pt>
                <c:pt idx="761">
                  <c:v>9.2969311252559146E-3</c:v>
                </c:pt>
                <c:pt idx="762">
                  <c:v>9.616590701394612E-3</c:v>
                </c:pt>
                <c:pt idx="763">
                  <c:v>9.5587226091274746E-3</c:v>
                </c:pt>
                <c:pt idx="764">
                  <c:v>9.5313214455088752E-3</c:v>
                </c:pt>
                <c:pt idx="765">
                  <c:v>9.5018388036368154E-3</c:v>
                </c:pt>
                <c:pt idx="766">
                  <c:v>9.6867640085279167E-3</c:v>
                </c:pt>
                <c:pt idx="767">
                  <c:v>1.0338474692251369E-2</c:v>
                </c:pt>
                <c:pt idx="768">
                  <c:v>1.0912739957143029E-2</c:v>
                </c:pt>
                <c:pt idx="769">
                  <c:v>1.115945972724487E-2</c:v>
                </c:pt>
                <c:pt idx="770">
                  <c:v>1.1699733184018615E-2</c:v>
                </c:pt>
                <c:pt idx="771">
                  <c:v>1.0776782034656455E-2</c:v>
                </c:pt>
                <c:pt idx="772">
                  <c:v>1.0833737674287443E-2</c:v>
                </c:pt>
                <c:pt idx="773">
                  <c:v>9.8453104622240589E-3</c:v>
                </c:pt>
                <c:pt idx="774">
                  <c:v>9.5610975087228045E-3</c:v>
                </c:pt>
                <c:pt idx="775">
                  <c:v>9.6077002639358318E-3</c:v>
                </c:pt>
                <c:pt idx="776">
                  <c:v>9.327809321038355E-3</c:v>
                </c:pt>
                <c:pt idx="777">
                  <c:v>1.0057328278578708E-2</c:v>
                </c:pt>
                <c:pt idx="778">
                  <c:v>1.0498117368877555E-2</c:v>
                </c:pt>
                <c:pt idx="779">
                  <c:v>9.8076354338387448E-3</c:v>
                </c:pt>
                <c:pt idx="780">
                  <c:v>9.736243766150135E-3</c:v>
                </c:pt>
                <c:pt idx="781">
                  <c:v>9.5659262698555014E-3</c:v>
                </c:pt>
                <c:pt idx="782">
                  <c:v>9.9720920462143241E-3</c:v>
                </c:pt>
                <c:pt idx="783">
                  <c:v>9.9485265331070629E-3</c:v>
                </c:pt>
                <c:pt idx="784">
                  <c:v>1.0165948367123897E-2</c:v>
                </c:pt>
                <c:pt idx="785">
                  <c:v>9.9873191801975181E-3</c:v>
                </c:pt>
                <c:pt idx="786">
                  <c:v>1.0403429513531863E-2</c:v>
                </c:pt>
                <c:pt idx="787">
                  <c:v>9.7218359779142945E-3</c:v>
                </c:pt>
                <c:pt idx="788">
                  <c:v>9.5219072904757403E-3</c:v>
                </c:pt>
                <c:pt idx="789">
                  <c:v>8.7068077566008518E-3</c:v>
                </c:pt>
                <c:pt idx="790">
                  <c:v>8.6504641038100231E-3</c:v>
                </c:pt>
                <c:pt idx="791">
                  <c:v>8.5869429143285245E-3</c:v>
                </c:pt>
                <c:pt idx="792">
                  <c:v>9.321170352444794E-3</c:v>
                </c:pt>
                <c:pt idx="793">
                  <c:v>9.7472586912996928E-3</c:v>
                </c:pt>
                <c:pt idx="794">
                  <c:v>9.7316526311108931E-3</c:v>
                </c:pt>
                <c:pt idx="795">
                  <c:v>9.9263222652637394E-3</c:v>
                </c:pt>
                <c:pt idx="796">
                  <c:v>8.9737764238941205E-3</c:v>
                </c:pt>
                <c:pt idx="797">
                  <c:v>8.7695380829766814E-3</c:v>
                </c:pt>
                <c:pt idx="798">
                  <c:v>8.7390393747225799E-3</c:v>
                </c:pt>
                <c:pt idx="799">
                  <c:v>8.7451345331946619E-3</c:v>
                </c:pt>
                <c:pt idx="800">
                  <c:v>9.0309264811378239E-3</c:v>
                </c:pt>
                <c:pt idx="801">
                  <c:v>8.4437912651197551E-3</c:v>
                </c:pt>
                <c:pt idx="802">
                  <c:v>8.6280415569951578E-3</c:v>
                </c:pt>
                <c:pt idx="803">
                  <c:v>8.4488165192476879E-3</c:v>
                </c:pt>
                <c:pt idx="804">
                  <c:v>8.4176109866896699E-3</c:v>
                </c:pt>
                <c:pt idx="805">
                  <c:v>6.8909195201079642E-3</c:v>
                </c:pt>
                <c:pt idx="806">
                  <c:v>6.8953644925981994E-3</c:v>
                </c:pt>
                <c:pt idx="807">
                  <c:v>6.8189377636711712E-3</c:v>
                </c:pt>
                <c:pt idx="808">
                  <c:v>6.7825615178558861E-3</c:v>
                </c:pt>
                <c:pt idx="809">
                  <c:v>6.8619296607111734E-3</c:v>
                </c:pt>
                <c:pt idx="810">
                  <c:v>7.0916421505200838E-3</c:v>
                </c:pt>
                <c:pt idx="811">
                  <c:v>6.607249777734742E-3</c:v>
                </c:pt>
                <c:pt idx="812">
                  <c:v>5.8714742454363438E-3</c:v>
                </c:pt>
                <c:pt idx="813">
                  <c:v>5.8972890685645403E-3</c:v>
                </c:pt>
                <c:pt idx="814">
                  <c:v>6.1104398302366317E-3</c:v>
                </c:pt>
                <c:pt idx="815">
                  <c:v>6.1627356192102273E-3</c:v>
                </c:pt>
                <c:pt idx="816">
                  <c:v>6.1083734310741133E-3</c:v>
                </c:pt>
                <c:pt idx="817">
                  <c:v>6.5469203092926925E-3</c:v>
                </c:pt>
                <c:pt idx="818">
                  <c:v>6.5108442541905792E-3</c:v>
                </c:pt>
                <c:pt idx="819">
                  <c:v>6.2759742176945552E-3</c:v>
                </c:pt>
                <c:pt idx="820">
                  <c:v>6.3631619194629173E-3</c:v>
                </c:pt>
                <c:pt idx="821">
                  <c:v>6.1357595593976239E-3</c:v>
                </c:pt>
                <c:pt idx="822">
                  <c:v>6.113381979604704E-3</c:v>
                </c:pt>
                <c:pt idx="823">
                  <c:v>6.6475342305280386E-3</c:v>
                </c:pt>
                <c:pt idx="824">
                  <c:v>6.7363558455746002E-3</c:v>
                </c:pt>
                <c:pt idx="825">
                  <c:v>6.8084339685134986E-3</c:v>
                </c:pt>
                <c:pt idx="826">
                  <c:v>7.3500697281215863E-3</c:v>
                </c:pt>
                <c:pt idx="827">
                  <c:v>7.6841326141765739E-3</c:v>
                </c:pt>
                <c:pt idx="828">
                  <c:v>7.7194871888763101E-3</c:v>
                </c:pt>
                <c:pt idx="829">
                  <c:v>7.5794232849701586E-3</c:v>
                </c:pt>
                <c:pt idx="830">
                  <c:v>7.2849366318280514E-3</c:v>
                </c:pt>
                <c:pt idx="831">
                  <c:v>7.4767712540656419E-3</c:v>
                </c:pt>
                <c:pt idx="832">
                  <c:v>7.4222128752505648E-3</c:v>
                </c:pt>
                <c:pt idx="833">
                  <c:v>8.3258358826311142E-3</c:v>
                </c:pt>
                <c:pt idx="834">
                  <c:v>8.2367900594858372E-3</c:v>
                </c:pt>
                <c:pt idx="835">
                  <c:v>9.3376740438975304E-3</c:v>
                </c:pt>
                <c:pt idx="836">
                  <c:v>1.0338199061538525E-2</c:v>
                </c:pt>
                <c:pt idx="837">
                  <c:v>1.311323885946712E-2</c:v>
                </c:pt>
                <c:pt idx="838">
                  <c:v>1.3167093389471498E-2</c:v>
                </c:pt>
                <c:pt idx="839">
                  <c:v>1.2886346303200838E-2</c:v>
                </c:pt>
                <c:pt idx="840">
                  <c:v>1.3097654027891184E-2</c:v>
                </c:pt>
                <c:pt idx="841">
                  <c:v>1.4578294737249267E-2</c:v>
                </c:pt>
                <c:pt idx="842">
                  <c:v>1.4600145938819729E-2</c:v>
                </c:pt>
                <c:pt idx="843">
                  <c:v>1.5407758061212175E-2</c:v>
                </c:pt>
                <c:pt idx="844">
                  <c:v>1.5647907527975645E-2</c:v>
                </c:pt>
                <c:pt idx="845">
                  <c:v>1.5384613705515259E-2</c:v>
                </c:pt>
                <c:pt idx="846">
                  <c:v>1.5417992318101372E-2</c:v>
                </c:pt>
                <c:pt idx="847">
                  <c:v>1.6692485661244465E-2</c:v>
                </c:pt>
                <c:pt idx="848">
                  <c:v>1.7124970758205443E-2</c:v>
                </c:pt>
                <c:pt idx="849">
                  <c:v>1.7215692998016889E-2</c:v>
                </c:pt>
                <c:pt idx="850">
                  <c:v>1.6978081882664371E-2</c:v>
                </c:pt>
                <c:pt idx="851">
                  <c:v>1.8395485139802152E-2</c:v>
                </c:pt>
                <c:pt idx="852">
                  <c:v>1.8848647305424099E-2</c:v>
                </c:pt>
                <c:pt idx="853">
                  <c:v>2.1036292480117093E-2</c:v>
                </c:pt>
                <c:pt idx="854">
                  <c:v>2.0467084570616596E-2</c:v>
                </c:pt>
                <c:pt idx="855">
                  <c:v>2.0138424410302929E-2</c:v>
                </c:pt>
                <c:pt idx="856">
                  <c:v>1.8512424644510792E-2</c:v>
                </c:pt>
                <c:pt idx="857">
                  <c:v>1.8569407442550642E-2</c:v>
                </c:pt>
                <c:pt idx="858">
                  <c:v>1.85774990156654E-2</c:v>
                </c:pt>
                <c:pt idx="859">
                  <c:v>1.8329794725366319E-2</c:v>
                </c:pt>
                <c:pt idx="860">
                  <c:v>1.656258014527149E-2</c:v>
                </c:pt>
                <c:pt idx="861">
                  <c:v>1.7144042051839559E-2</c:v>
                </c:pt>
                <c:pt idx="862">
                  <c:v>1.6769714947237647E-2</c:v>
                </c:pt>
                <c:pt idx="863">
                  <c:v>1.6981150574040781E-2</c:v>
                </c:pt>
                <c:pt idx="864">
                  <c:v>1.6218902309248204E-2</c:v>
                </c:pt>
                <c:pt idx="865">
                  <c:v>1.6584210870063405E-2</c:v>
                </c:pt>
                <c:pt idx="866">
                  <c:v>1.5902049547269047E-2</c:v>
                </c:pt>
                <c:pt idx="867">
                  <c:v>2.1384870628157981E-2</c:v>
                </c:pt>
                <c:pt idx="868">
                  <c:v>2.1403889643044183E-2</c:v>
                </c:pt>
                <c:pt idx="869">
                  <c:v>2.0674895245974264E-2</c:v>
                </c:pt>
                <c:pt idx="870">
                  <c:v>2.0249421473216782E-2</c:v>
                </c:pt>
                <c:pt idx="871">
                  <c:v>2.0233932239694455E-2</c:v>
                </c:pt>
                <c:pt idx="872">
                  <c:v>1.8903450533116133E-2</c:v>
                </c:pt>
                <c:pt idx="873">
                  <c:v>1.983274259214568E-2</c:v>
                </c:pt>
                <c:pt idx="874">
                  <c:v>1.9828444373167858E-2</c:v>
                </c:pt>
                <c:pt idx="875">
                  <c:v>2.074093551914883E-2</c:v>
                </c:pt>
                <c:pt idx="876">
                  <c:v>2.0780308980956886E-2</c:v>
                </c:pt>
                <c:pt idx="877">
                  <c:v>2.094010913622291E-2</c:v>
                </c:pt>
                <c:pt idx="878">
                  <c:v>2.0954195988593771E-2</c:v>
                </c:pt>
                <c:pt idx="879">
                  <c:v>2.0905810866396698E-2</c:v>
                </c:pt>
                <c:pt idx="880">
                  <c:v>2.0407061746524988E-2</c:v>
                </c:pt>
                <c:pt idx="881">
                  <c:v>2.0417099789260859E-2</c:v>
                </c:pt>
                <c:pt idx="882">
                  <c:v>2.1195942003384823E-2</c:v>
                </c:pt>
                <c:pt idx="883">
                  <c:v>2.1140160088164835E-2</c:v>
                </c:pt>
                <c:pt idx="884">
                  <c:v>2.0922311403794323E-2</c:v>
                </c:pt>
                <c:pt idx="885">
                  <c:v>1.9753702796402726E-2</c:v>
                </c:pt>
                <c:pt idx="886">
                  <c:v>1.3197845020114755E-2</c:v>
                </c:pt>
                <c:pt idx="887">
                  <c:v>1.323045953940054E-2</c:v>
                </c:pt>
                <c:pt idx="888">
                  <c:v>1.2674311201626702E-2</c:v>
                </c:pt>
                <c:pt idx="889">
                  <c:v>1.273492675965051E-2</c:v>
                </c:pt>
                <c:pt idx="890">
                  <c:v>1.2959889793039676E-2</c:v>
                </c:pt>
                <c:pt idx="891">
                  <c:v>1.2951218950454773E-2</c:v>
                </c:pt>
                <c:pt idx="892">
                  <c:v>1.1686586291317065E-2</c:v>
                </c:pt>
                <c:pt idx="893">
                  <c:v>1.1759525986737867E-2</c:v>
                </c:pt>
                <c:pt idx="894">
                  <c:v>1.0309913986014942E-2</c:v>
                </c:pt>
                <c:pt idx="895">
                  <c:v>1.0075066290774728E-2</c:v>
                </c:pt>
                <c:pt idx="896">
                  <c:v>9.4552415647332737E-3</c:v>
                </c:pt>
                <c:pt idx="897">
                  <c:v>9.711749033752071E-3</c:v>
                </c:pt>
                <c:pt idx="898">
                  <c:v>1.1783019028292496E-2</c:v>
                </c:pt>
                <c:pt idx="899">
                  <c:v>1.1768725656992081E-2</c:v>
                </c:pt>
                <c:pt idx="900">
                  <c:v>1.1725644584848299E-2</c:v>
                </c:pt>
                <c:pt idx="901">
                  <c:v>1.0171550823206671E-2</c:v>
                </c:pt>
                <c:pt idx="902">
                  <c:v>1.0195931725361316E-2</c:v>
                </c:pt>
                <c:pt idx="903">
                  <c:v>1.0124037013491922E-2</c:v>
                </c:pt>
                <c:pt idx="904">
                  <c:v>1.0022812076425641E-2</c:v>
                </c:pt>
                <c:pt idx="905">
                  <c:v>9.9543811744971806E-3</c:v>
                </c:pt>
                <c:pt idx="906">
                  <c:v>1.002813762389284E-2</c:v>
                </c:pt>
                <c:pt idx="907">
                  <c:v>1.0060823643700324E-2</c:v>
                </c:pt>
                <c:pt idx="908">
                  <c:v>1.0137161363616986E-2</c:v>
                </c:pt>
                <c:pt idx="909">
                  <c:v>8.8062500567398557E-3</c:v>
                </c:pt>
                <c:pt idx="910">
                  <c:v>9.3316829603186796E-3</c:v>
                </c:pt>
                <c:pt idx="911">
                  <c:v>9.1749745266665687E-3</c:v>
                </c:pt>
                <c:pt idx="912">
                  <c:v>9.0163597576122193E-3</c:v>
                </c:pt>
                <c:pt idx="913">
                  <c:v>8.9790545921867894E-3</c:v>
                </c:pt>
                <c:pt idx="914">
                  <c:v>9.8275269207758007E-3</c:v>
                </c:pt>
                <c:pt idx="915">
                  <c:v>9.7388539386623809E-3</c:v>
                </c:pt>
                <c:pt idx="916">
                  <c:v>9.0986056321992505E-3</c:v>
                </c:pt>
                <c:pt idx="917">
                  <c:v>7.4536175313220602E-3</c:v>
                </c:pt>
                <c:pt idx="918">
                  <c:v>7.8847044539392605E-3</c:v>
                </c:pt>
                <c:pt idx="919">
                  <c:v>8.0655579718041034E-3</c:v>
                </c:pt>
                <c:pt idx="920">
                  <c:v>9.3671400401402517E-3</c:v>
                </c:pt>
                <c:pt idx="921">
                  <c:v>9.6761367767219941E-3</c:v>
                </c:pt>
                <c:pt idx="922">
                  <c:v>1.0014580697188255E-2</c:v>
                </c:pt>
                <c:pt idx="923">
                  <c:v>1.1318801108723272E-2</c:v>
                </c:pt>
                <c:pt idx="924">
                  <c:v>1.1999775487434796E-2</c:v>
                </c:pt>
                <c:pt idx="925">
                  <c:v>1.1967444122619995E-2</c:v>
                </c:pt>
                <c:pt idx="926">
                  <c:v>1.1971415163860162E-2</c:v>
                </c:pt>
                <c:pt idx="927">
                  <c:v>1.2845650406068353E-2</c:v>
                </c:pt>
                <c:pt idx="928">
                  <c:v>1.2863383641602234E-2</c:v>
                </c:pt>
                <c:pt idx="929">
                  <c:v>1.3011471082796041E-2</c:v>
                </c:pt>
                <c:pt idx="930">
                  <c:v>1.2873685941543577E-2</c:v>
                </c:pt>
                <c:pt idx="931">
                  <c:v>1.2972357245867571E-2</c:v>
                </c:pt>
                <c:pt idx="932">
                  <c:v>1.3041622954928412E-2</c:v>
                </c:pt>
                <c:pt idx="933">
                  <c:v>1.1945841501657551E-2</c:v>
                </c:pt>
                <c:pt idx="934">
                  <c:v>1.2206129738360449E-2</c:v>
                </c:pt>
                <c:pt idx="935">
                  <c:v>1.2216612179360485E-2</c:v>
                </c:pt>
                <c:pt idx="936">
                  <c:v>1.2147182999993166E-2</c:v>
                </c:pt>
                <c:pt idx="937">
                  <c:v>1.2217496352937391E-2</c:v>
                </c:pt>
                <c:pt idx="938">
                  <c:v>1.3366517157062109E-2</c:v>
                </c:pt>
                <c:pt idx="939">
                  <c:v>1.2816585046048181E-2</c:v>
                </c:pt>
                <c:pt idx="940">
                  <c:v>1.2845822352020017E-2</c:v>
                </c:pt>
                <c:pt idx="941">
                  <c:v>1.2573405692346081E-2</c:v>
                </c:pt>
                <c:pt idx="942">
                  <c:v>1.1358823553342485E-2</c:v>
                </c:pt>
                <c:pt idx="943">
                  <c:v>1.1208708600407203E-2</c:v>
                </c:pt>
                <c:pt idx="944">
                  <c:v>1.1218917531447993E-2</c:v>
                </c:pt>
                <c:pt idx="945">
                  <c:v>1.118911541470094E-2</c:v>
                </c:pt>
                <c:pt idx="946">
                  <c:v>1.0316692989999848E-2</c:v>
                </c:pt>
                <c:pt idx="947">
                  <c:v>1.0312229851200101E-2</c:v>
                </c:pt>
                <c:pt idx="948">
                  <c:v>9.7865374727841292E-3</c:v>
                </c:pt>
                <c:pt idx="949">
                  <c:v>1.026451545774539E-2</c:v>
                </c:pt>
                <c:pt idx="950">
                  <c:v>1.1089135165535623E-2</c:v>
                </c:pt>
                <c:pt idx="951">
                  <c:v>1.1066858670816176E-2</c:v>
                </c:pt>
                <c:pt idx="952">
                  <c:v>1.1031937315455265E-2</c:v>
                </c:pt>
                <c:pt idx="953">
                  <c:v>1.0508607201139079E-2</c:v>
                </c:pt>
                <c:pt idx="954">
                  <c:v>1.056091617342471E-2</c:v>
                </c:pt>
                <c:pt idx="955">
                  <c:v>1.0828667284461279E-2</c:v>
                </c:pt>
                <c:pt idx="956">
                  <c:v>1.0813703597467778E-2</c:v>
                </c:pt>
                <c:pt idx="957">
                  <c:v>9.6028938619819888E-3</c:v>
                </c:pt>
                <c:pt idx="958">
                  <c:v>9.5294864813028485E-3</c:v>
                </c:pt>
                <c:pt idx="959">
                  <c:v>9.3680044899219703E-3</c:v>
                </c:pt>
                <c:pt idx="960">
                  <c:v>9.3629192880880646E-3</c:v>
                </c:pt>
                <c:pt idx="961">
                  <c:v>9.5825509214614458E-3</c:v>
                </c:pt>
                <c:pt idx="962">
                  <c:v>8.9038162438303901E-3</c:v>
                </c:pt>
                <c:pt idx="963">
                  <c:v>8.884613258119534E-3</c:v>
                </c:pt>
                <c:pt idx="964">
                  <c:v>9.3380137471644076E-3</c:v>
                </c:pt>
                <c:pt idx="965">
                  <c:v>9.8723381794760725E-3</c:v>
                </c:pt>
                <c:pt idx="966">
                  <c:v>1.0666224037019339E-2</c:v>
                </c:pt>
                <c:pt idx="967">
                  <c:v>1.039883769890459E-2</c:v>
                </c:pt>
                <c:pt idx="968">
                  <c:v>9.5214825363593714E-3</c:v>
                </c:pt>
                <c:pt idx="969">
                  <c:v>8.9147953189667624E-3</c:v>
                </c:pt>
                <c:pt idx="970">
                  <c:v>8.83157591740567E-3</c:v>
                </c:pt>
                <c:pt idx="971">
                  <c:v>9.3409128661290797E-3</c:v>
                </c:pt>
                <c:pt idx="972">
                  <c:v>9.8322856161924023E-3</c:v>
                </c:pt>
                <c:pt idx="973">
                  <c:v>1.029247750615896E-2</c:v>
                </c:pt>
                <c:pt idx="974">
                  <c:v>1.0712116508133512E-2</c:v>
                </c:pt>
                <c:pt idx="975">
                  <c:v>1.0165054974990193E-2</c:v>
                </c:pt>
                <c:pt idx="976">
                  <c:v>1.016600360237164E-2</c:v>
                </c:pt>
                <c:pt idx="977">
                  <c:v>1.0188821927451568E-2</c:v>
                </c:pt>
                <c:pt idx="978">
                  <c:v>1.0184493983430893E-2</c:v>
                </c:pt>
                <c:pt idx="979">
                  <c:v>1.0738029190868513E-2</c:v>
                </c:pt>
                <c:pt idx="980">
                  <c:v>1.0421525787107673E-2</c:v>
                </c:pt>
                <c:pt idx="981">
                  <c:v>1.0736401243142752E-2</c:v>
                </c:pt>
                <c:pt idx="982">
                  <c:v>1.0901095295667851E-2</c:v>
                </c:pt>
                <c:pt idx="983">
                  <c:v>1.1007727259363857E-2</c:v>
                </c:pt>
                <c:pt idx="984">
                  <c:v>1.0987959724979835E-2</c:v>
                </c:pt>
                <c:pt idx="985">
                  <c:v>1.0513840408671864E-2</c:v>
                </c:pt>
                <c:pt idx="986">
                  <c:v>1.0499191995143264E-2</c:v>
                </c:pt>
                <c:pt idx="987">
                  <c:v>1.0911077502551644E-2</c:v>
                </c:pt>
                <c:pt idx="988">
                  <c:v>1.0470322581164428E-2</c:v>
                </c:pt>
                <c:pt idx="989">
                  <c:v>1.0383312362355677E-2</c:v>
                </c:pt>
                <c:pt idx="990">
                  <c:v>9.8015550508460236E-3</c:v>
                </c:pt>
                <c:pt idx="991">
                  <c:v>9.6292310832411677E-3</c:v>
                </c:pt>
                <c:pt idx="992">
                  <c:v>9.4355302683990644E-3</c:v>
                </c:pt>
                <c:pt idx="993">
                  <c:v>8.6865474925262587E-3</c:v>
                </c:pt>
                <c:pt idx="994">
                  <c:v>8.4507828103818575E-3</c:v>
                </c:pt>
                <c:pt idx="995">
                  <c:v>8.1709887430689802E-3</c:v>
                </c:pt>
                <c:pt idx="996">
                  <c:v>8.4504499584251193E-3</c:v>
                </c:pt>
                <c:pt idx="997">
                  <c:v>8.4240867966722342E-3</c:v>
                </c:pt>
                <c:pt idx="998">
                  <c:v>8.2472523345866588E-3</c:v>
                </c:pt>
                <c:pt idx="999">
                  <c:v>8.3841273697908246E-3</c:v>
                </c:pt>
                <c:pt idx="1000">
                  <c:v>8.1141896554064903E-3</c:v>
                </c:pt>
                <c:pt idx="1001">
                  <c:v>7.7990750674456419E-3</c:v>
                </c:pt>
                <c:pt idx="1002">
                  <c:v>6.9228297720418733E-3</c:v>
                </c:pt>
                <c:pt idx="1003">
                  <c:v>6.4052167290348386E-3</c:v>
                </c:pt>
                <c:pt idx="1004">
                  <c:v>6.2447558175183293E-3</c:v>
                </c:pt>
                <c:pt idx="1005">
                  <c:v>8.2476210896338577E-3</c:v>
                </c:pt>
                <c:pt idx="1006">
                  <c:v>7.5579911767181965E-3</c:v>
                </c:pt>
                <c:pt idx="1007">
                  <c:v>7.3740107399191549E-3</c:v>
                </c:pt>
                <c:pt idx="1008">
                  <c:v>7.3555160962597635E-3</c:v>
                </c:pt>
                <c:pt idx="1009">
                  <c:v>7.5985744886831012E-3</c:v>
                </c:pt>
                <c:pt idx="1010">
                  <c:v>7.5636147164977689E-3</c:v>
                </c:pt>
                <c:pt idx="1011">
                  <c:v>1.0356031112091605E-2</c:v>
                </c:pt>
                <c:pt idx="1012">
                  <c:v>1.0244511175570443E-2</c:v>
                </c:pt>
                <c:pt idx="1013">
                  <c:v>1.0286460368245719E-2</c:v>
                </c:pt>
                <c:pt idx="1014">
                  <c:v>1.0513306692530538E-2</c:v>
                </c:pt>
                <c:pt idx="1015">
                  <c:v>1.0512119638908224E-2</c:v>
                </c:pt>
                <c:pt idx="1016">
                  <c:v>1.0545564064367734E-2</c:v>
                </c:pt>
                <c:pt idx="1017">
                  <c:v>1.0569949011765133E-2</c:v>
                </c:pt>
                <c:pt idx="1018">
                  <c:v>1.0713708689956334E-2</c:v>
                </c:pt>
                <c:pt idx="1019">
                  <c:v>1.0837271457780162E-2</c:v>
                </c:pt>
                <c:pt idx="1020">
                  <c:v>1.098347660631079E-2</c:v>
                </c:pt>
                <c:pt idx="1021">
                  <c:v>1.0943489866406348E-2</c:v>
                </c:pt>
                <c:pt idx="1022">
                  <c:v>1.0985975334255757E-2</c:v>
                </c:pt>
                <c:pt idx="1023">
                  <c:v>1.1919196111578129E-2</c:v>
                </c:pt>
                <c:pt idx="1024">
                  <c:v>1.0610625726382751E-2</c:v>
                </c:pt>
                <c:pt idx="1025">
                  <c:v>1.0566916408468068E-2</c:v>
                </c:pt>
                <c:pt idx="1026">
                  <c:v>1.0469201862269401E-2</c:v>
                </c:pt>
                <c:pt idx="1027">
                  <c:v>1.0462753292361165E-2</c:v>
                </c:pt>
                <c:pt idx="1028">
                  <c:v>1.138343419350967E-2</c:v>
                </c:pt>
                <c:pt idx="1029">
                  <c:v>1.136752800754212E-2</c:v>
                </c:pt>
                <c:pt idx="1030">
                  <c:v>1.2006366700607694E-2</c:v>
                </c:pt>
                <c:pt idx="1031">
                  <c:v>1.2110264818950054E-2</c:v>
                </c:pt>
                <c:pt idx="1032">
                  <c:v>1.2149839349763537E-2</c:v>
                </c:pt>
                <c:pt idx="1033">
                  <c:v>1.198063130152458E-2</c:v>
                </c:pt>
                <c:pt idx="1034">
                  <c:v>1.2118641995564753E-2</c:v>
                </c:pt>
                <c:pt idx="1035">
                  <c:v>1.2037699349862726E-2</c:v>
                </c:pt>
                <c:pt idx="1036">
                  <c:v>1.1963364746066379E-2</c:v>
                </c:pt>
                <c:pt idx="1037">
                  <c:v>1.2193150183908336E-2</c:v>
                </c:pt>
                <c:pt idx="1038">
                  <c:v>1.2027331841154879E-2</c:v>
                </c:pt>
                <c:pt idx="1039">
                  <c:v>1.2067052384519156E-2</c:v>
                </c:pt>
                <c:pt idx="1040">
                  <c:v>1.2409808710206419E-2</c:v>
                </c:pt>
                <c:pt idx="1041">
                  <c:v>1.2456431091690203E-2</c:v>
                </c:pt>
                <c:pt idx="1042">
                  <c:v>1.1566279957920802E-2</c:v>
                </c:pt>
                <c:pt idx="1043">
                  <c:v>1.1694332508464887E-2</c:v>
                </c:pt>
                <c:pt idx="1044">
                  <c:v>1.1547060065295959E-2</c:v>
                </c:pt>
                <c:pt idx="1045">
                  <c:v>1.1541201899337643E-2</c:v>
                </c:pt>
                <c:pt idx="1046">
                  <c:v>1.2074068328033335E-2</c:v>
                </c:pt>
                <c:pt idx="1047">
                  <c:v>1.1083101574121094E-2</c:v>
                </c:pt>
                <c:pt idx="1048">
                  <c:v>1.1634754644153221E-2</c:v>
                </c:pt>
                <c:pt idx="1049">
                  <c:v>8.3613251816617457E-3</c:v>
                </c:pt>
                <c:pt idx="1050">
                  <c:v>8.7585355694578971E-3</c:v>
                </c:pt>
                <c:pt idx="1051">
                  <c:v>8.8691536460086227E-3</c:v>
                </c:pt>
                <c:pt idx="1052">
                  <c:v>9.1616656191786383E-3</c:v>
                </c:pt>
                <c:pt idx="1053">
                  <c:v>9.0067120010259034E-3</c:v>
                </c:pt>
                <c:pt idx="1054">
                  <c:v>1.1207736999247432E-2</c:v>
                </c:pt>
                <c:pt idx="1055">
                  <c:v>1.2307175329457866E-2</c:v>
                </c:pt>
                <c:pt idx="1056">
                  <c:v>1.1974277854682426E-2</c:v>
                </c:pt>
                <c:pt idx="1057">
                  <c:v>1.1978201722670029E-2</c:v>
                </c:pt>
                <c:pt idx="1058">
                  <c:v>1.1863441403484852E-2</c:v>
                </c:pt>
                <c:pt idx="1059">
                  <c:v>1.1314207337061533E-2</c:v>
                </c:pt>
                <c:pt idx="1060">
                  <c:v>1.1128730721699877E-2</c:v>
                </c:pt>
                <c:pt idx="1061">
                  <c:v>1.1244081864055873E-2</c:v>
                </c:pt>
                <c:pt idx="1062">
                  <c:v>1.1133906303356476E-2</c:v>
                </c:pt>
                <c:pt idx="1063">
                  <c:v>1.1225110394732517E-2</c:v>
                </c:pt>
                <c:pt idx="1064">
                  <c:v>1.1208830230967089E-2</c:v>
                </c:pt>
                <c:pt idx="1065">
                  <c:v>1.149350698467984E-2</c:v>
                </c:pt>
                <c:pt idx="1066">
                  <c:v>1.1495037258587276E-2</c:v>
                </c:pt>
                <c:pt idx="1067">
                  <c:v>1.1014951120973801E-2</c:v>
                </c:pt>
                <c:pt idx="1068">
                  <c:v>1.1099249978191061E-2</c:v>
                </c:pt>
                <c:pt idx="1069">
                  <c:v>1.0836137227358671E-2</c:v>
                </c:pt>
                <c:pt idx="1070">
                  <c:v>1.0792414820546005E-2</c:v>
                </c:pt>
                <c:pt idx="1071">
                  <c:v>1.4338636099889314E-2</c:v>
                </c:pt>
                <c:pt idx="1072">
                  <c:v>1.4565790995642564E-2</c:v>
                </c:pt>
                <c:pt idx="1073">
                  <c:v>1.3068864996244009E-2</c:v>
                </c:pt>
                <c:pt idx="1074">
                  <c:v>1.2777199319765278E-2</c:v>
                </c:pt>
                <c:pt idx="1075">
                  <c:v>1.2987933248797106E-2</c:v>
                </c:pt>
                <c:pt idx="1076">
                  <c:v>1.3601736301407336E-2</c:v>
                </c:pt>
                <c:pt idx="1077">
                  <c:v>1.3573898652556914E-2</c:v>
                </c:pt>
                <c:pt idx="1078">
                  <c:v>1.3712075806459178E-2</c:v>
                </c:pt>
                <c:pt idx="1079">
                  <c:v>1.3712668642001312E-2</c:v>
                </c:pt>
                <c:pt idx="1080">
                  <c:v>1.3630675310286545E-2</c:v>
                </c:pt>
                <c:pt idx="1081">
                  <c:v>1.3479782730088053E-2</c:v>
                </c:pt>
                <c:pt idx="1082">
                  <c:v>1.4044416989206146E-2</c:v>
                </c:pt>
                <c:pt idx="1083">
                  <c:v>1.4170807093702687E-2</c:v>
                </c:pt>
                <c:pt idx="1084">
                  <c:v>1.3719202165859134E-2</c:v>
                </c:pt>
                <c:pt idx="1085">
                  <c:v>1.3706394254189786E-2</c:v>
                </c:pt>
                <c:pt idx="1086">
                  <c:v>1.3560833522187702E-2</c:v>
                </c:pt>
                <c:pt idx="1087">
                  <c:v>1.3476859267103619E-2</c:v>
                </c:pt>
                <c:pt idx="1088">
                  <c:v>1.3463723345371301E-2</c:v>
                </c:pt>
                <c:pt idx="1089">
                  <c:v>1.3903152397193535E-2</c:v>
                </c:pt>
                <c:pt idx="1090">
                  <c:v>1.0060464706406976E-2</c:v>
                </c:pt>
                <c:pt idx="1091">
                  <c:v>1.0220326495776986E-2</c:v>
                </c:pt>
                <c:pt idx="1092">
                  <c:v>1.0436281421284868E-2</c:v>
                </c:pt>
                <c:pt idx="1093">
                  <c:v>9.7321174711682851E-3</c:v>
                </c:pt>
                <c:pt idx="1094">
                  <c:v>9.6407603492957173E-3</c:v>
                </c:pt>
                <c:pt idx="1095">
                  <c:v>9.0639742992048439E-3</c:v>
                </c:pt>
                <c:pt idx="1096">
                  <c:v>9.1816182864654008E-3</c:v>
                </c:pt>
                <c:pt idx="1097">
                  <c:v>9.6004912890929311E-3</c:v>
                </c:pt>
                <c:pt idx="1098">
                  <c:v>1.0277737450058838E-2</c:v>
                </c:pt>
                <c:pt idx="1099">
                  <c:v>1.0346395572002575E-2</c:v>
                </c:pt>
                <c:pt idx="1100">
                  <c:v>1.0484250180052675E-2</c:v>
                </c:pt>
                <c:pt idx="1101">
                  <c:v>1.0202404964145043E-2</c:v>
                </c:pt>
                <c:pt idx="1102">
                  <c:v>1.0250990248247844E-2</c:v>
                </c:pt>
                <c:pt idx="1103">
                  <c:v>1.0880502304185288E-2</c:v>
                </c:pt>
                <c:pt idx="1104">
                  <c:v>1.0969655399841139E-2</c:v>
                </c:pt>
                <c:pt idx="1105">
                  <c:v>1.1676190229065816E-2</c:v>
                </c:pt>
                <c:pt idx="1106">
                  <c:v>1.166469475599073E-2</c:v>
                </c:pt>
                <c:pt idx="1107">
                  <c:v>1.1686581453105058E-2</c:v>
                </c:pt>
                <c:pt idx="1108">
                  <c:v>1.0350661504481377E-2</c:v>
                </c:pt>
                <c:pt idx="1109">
                  <c:v>1.0244295299697613E-2</c:v>
                </c:pt>
                <c:pt idx="1110">
                  <c:v>9.8947239466459381E-3</c:v>
                </c:pt>
                <c:pt idx="1111">
                  <c:v>9.974142051834058E-3</c:v>
                </c:pt>
                <c:pt idx="1112">
                  <c:v>9.9497249513261794E-3</c:v>
                </c:pt>
                <c:pt idx="1113">
                  <c:v>9.684334646208383E-3</c:v>
                </c:pt>
                <c:pt idx="1114">
                  <c:v>9.105209871270014E-3</c:v>
                </c:pt>
                <c:pt idx="1115">
                  <c:v>9.0780868166889534E-3</c:v>
                </c:pt>
                <c:pt idx="1116">
                  <c:v>8.6680736071435317E-3</c:v>
                </c:pt>
                <c:pt idx="1117">
                  <c:v>8.3751421984642298E-3</c:v>
                </c:pt>
                <c:pt idx="1118">
                  <c:v>8.5360953178732612E-3</c:v>
                </c:pt>
                <c:pt idx="1119">
                  <c:v>8.0540036977590664E-3</c:v>
                </c:pt>
                <c:pt idx="1120">
                  <c:v>7.686200955491362E-3</c:v>
                </c:pt>
                <c:pt idx="1121">
                  <c:v>7.2908326140449483E-3</c:v>
                </c:pt>
                <c:pt idx="1122">
                  <c:v>6.6671727296495221E-3</c:v>
                </c:pt>
                <c:pt idx="1123">
                  <c:v>7.891215261570857E-3</c:v>
                </c:pt>
                <c:pt idx="1124">
                  <c:v>7.0423893221503598E-3</c:v>
                </c:pt>
                <c:pt idx="1125">
                  <c:v>7.0649804753580682E-3</c:v>
                </c:pt>
                <c:pt idx="1126">
                  <c:v>6.9995408305992849E-3</c:v>
                </c:pt>
                <c:pt idx="1127">
                  <c:v>7.1084973421639708E-3</c:v>
                </c:pt>
                <c:pt idx="1128">
                  <c:v>7.5381906109150852E-3</c:v>
                </c:pt>
                <c:pt idx="1129">
                  <c:v>7.4680274857214244E-3</c:v>
                </c:pt>
                <c:pt idx="1130">
                  <c:v>7.4740927329606235E-3</c:v>
                </c:pt>
                <c:pt idx="1131">
                  <c:v>7.5611326555320773E-3</c:v>
                </c:pt>
                <c:pt idx="1132">
                  <c:v>7.510905383492225E-3</c:v>
                </c:pt>
                <c:pt idx="1133">
                  <c:v>7.4492166368852995E-3</c:v>
                </c:pt>
                <c:pt idx="1134">
                  <c:v>7.435588412385041E-3</c:v>
                </c:pt>
                <c:pt idx="1135">
                  <c:v>7.4179992068798091E-3</c:v>
                </c:pt>
                <c:pt idx="1136">
                  <c:v>8.0579272577808812E-3</c:v>
                </c:pt>
                <c:pt idx="1137">
                  <c:v>8.2702692175662951E-3</c:v>
                </c:pt>
                <c:pt idx="1138">
                  <c:v>8.3893035856491081E-3</c:v>
                </c:pt>
                <c:pt idx="1139">
                  <c:v>9.1734879314694096E-3</c:v>
                </c:pt>
                <c:pt idx="1140">
                  <c:v>1.0617350551840746E-2</c:v>
                </c:pt>
                <c:pt idx="1141">
                  <c:v>1.0570399285340511E-2</c:v>
                </c:pt>
                <c:pt idx="1142">
                  <c:v>9.529500935881275E-3</c:v>
                </c:pt>
                <c:pt idx="1143">
                  <c:v>9.422007552374094E-3</c:v>
                </c:pt>
                <c:pt idx="1144">
                  <c:v>9.4366629752818659E-3</c:v>
                </c:pt>
                <c:pt idx="1145">
                  <c:v>9.4924647818956168E-3</c:v>
                </c:pt>
                <c:pt idx="1146">
                  <c:v>9.5101817859447706E-3</c:v>
                </c:pt>
                <c:pt idx="1147">
                  <c:v>9.2154237123763822E-3</c:v>
                </c:pt>
                <c:pt idx="1148">
                  <c:v>9.1360570363334895E-3</c:v>
                </c:pt>
                <c:pt idx="1149">
                  <c:v>8.9927949853898809E-3</c:v>
                </c:pt>
                <c:pt idx="1150">
                  <c:v>8.8411612029064106E-3</c:v>
                </c:pt>
                <c:pt idx="1151">
                  <c:v>9.1830207412095261E-3</c:v>
                </c:pt>
                <c:pt idx="1152">
                  <c:v>9.6998315571877776E-3</c:v>
                </c:pt>
                <c:pt idx="1153">
                  <c:v>9.7740094154845636E-3</c:v>
                </c:pt>
                <c:pt idx="1154">
                  <c:v>1.0078658404013138E-2</c:v>
                </c:pt>
                <c:pt idx="1155">
                  <c:v>9.9495252510707344E-3</c:v>
                </c:pt>
                <c:pt idx="1156">
                  <c:v>1.7521155132955515E-2</c:v>
                </c:pt>
                <c:pt idx="1157">
                  <c:v>1.7737498521490425E-2</c:v>
                </c:pt>
                <c:pt idx="1158">
                  <c:v>1.7768301551368441E-2</c:v>
                </c:pt>
                <c:pt idx="1159">
                  <c:v>1.6660220719162885E-2</c:v>
                </c:pt>
                <c:pt idx="1160">
                  <c:v>2.2941076688953864E-2</c:v>
                </c:pt>
                <c:pt idx="1161">
                  <c:v>2.2941239750621914E-2</c:v>
                </c:pt>
                <c:pt idx="1162">
                  <c:v>2.9978570986182174E-2</c:v>
                </c:pt>
                <c:pt idx="1163">
                  <c:v>3.0361745299837511E-2</c:v>
                </c:pt>
                <c:pt idx="1164">
                  <c:v>3.4127698264802261E-2</c:v>
                </c:pt>
                <c:pt idx="1165">
                  <c:v>3.376973379099845E-2</c:v>
                </c:pt>
                <c:pt idx="1166">
                  <c:v>3.3611789690008304E-2</c:v>
                </c:pt>
                <c:pt idx="1167">
                  <c:v>3.3791006981596747E-2</c:v>
                </c:pt>
                <c:pt idx="1168">
                  <c:v>4.2167916836749565E-2</c:v>
                </c:pt>
                <c:pt idx="1169">
                  <c:v>4.6418256281370071E-2</c:v>
                </c:pt>
                <c:pt idx="1170">
                  <c:v>4.9938258063505367E-2</c:v>
                </c:pt>
                <c:pt idx="1171">
                  <c:v>5.3961385085639989E-2</c:v>
                </c:pt>
                <c:pt idx="1172">
                  <c:v>5.40062918105099E-2</c:v>
                </c:pt>
                <c:pt idx="1173">
                  <c:v>5.4061842720992299E-2</c:v>
                </c:pt>
                <c:pt idx="1174">
                  <c:v>5.5335436422106261E-2</c:v>
                </c:pt>
                <c:pt idx="1175">
                  <c:v>5.4967141970012248E-2</c:v>
                </c:pt>
                <c:pt idx="1176">
                  <c:v>5.4817728605443969E-2</c:v>
                </c:pt>
                <c:pt idx="1177">
                  <c:v>5.862509398997473E-2</c:v>
                </c:pt>
                <c:pt idx="1178">
                  <c:v>5.8613109903910894E-2</c:v>
                </c:pt>
                <c:pt idx="1179">
                  <c:v>5.6757087688680027E-2</c:v>
                </c:pt>
                <c:pt idx="1180">
                  <c:v>5.6780987391255311E-2</c:v>
                </c:pt>
                <c:pt idx="1181">
                  <c:v>5.3285175878686211E-2</c:v>
                </c:pt>
                <c:pt idx="1182">
                  <c:v>5.3313666319409835E-2</c:v>
                </c:pt>
                <c:pt idx="1183">
                  <c:v>5.0368104122542515E-2</c:v>
                </c:pt>
                <c:pt idx="1184">
                  <c:v>5.0074054364124605E-2</c:v>
                </c:pt>
                <c:pt idx="1185">
                  <c:v>4.9729787154951591E-2</c:v>
                </c:pt>
                <c:pt idx="1186">
                  <c:v>4.8375475864552056E-2</c:v>
                </c:pt>
                <c:pt idx="1187">
                  <c:v>4.454227616843616E-2</c:v>
                </c:pt>
                <c:pt idx="1188">
                  <c:v>3.7291229483814761E-2</c:v>
                </c:pt>
                <c:pt idx="1189">
                  <c:v>3.8978622596461662E-2</c:v>
                </c:pt>
                <c:pt idx="1190">
                  <c:v>3.6078636182027737E-2</c:v>
                </c:pt>
                <c:pt idx="1191">
                  <c:v>3.6096523631526718E-2</c:v>
                </c:pt>
                <c:pt idx="1192">
                  <c:v>3.5380637901658935E-2</c:v>
                </c:pt>
                <c:pt idx="1193">
                  <c:v>3.4628608068629441E-2</c:v>
                </c:pt>
                <c:pt idx="1194">
                  <c:v>3.1428031721580395E-2</c:v>
                </c:pt>
                <c:pt idx="1195">
                  <c:v>3.141017180829573E-2</c:v>
                </c:pt>
                <c:pt idx="1196">
                  <c:v>2.6597177193795282E-2</c:v>
                </c:pt>
                <c:pt idx="1197">
                  <c:v>2.6598159515507234E-2</c:v>
                </c:pt>
                <c:pt idx="1198">
                  <c:v>2.6543183331928181E-2</c:v>
                </c:pt>
                <c:pt idx="1199">
                  <c:v>2.608901938325326E-2</c:v>
                </c:pt>
                <c:pt idx="1200">
                  <c:v>2.5935334719163379E-2</c:v>
                </c:pt>
                <c:pt idx="1201">
                  <c:v>2.5928326933905628E-2</c:v>
                </c:pt>
                <c:pt idx="1202">
                  <c:v>2.413442599834438E-2</c:v>
                </c:pt>
                <c:pt idx="1203">
                  <c:v>2.4125457904144342E-2</c:v>
                </c:pt>
                <c:pt idx="1204">
                  <c:v>2.3767719192949361E-2</c:v>
                </c:pt>
                <c:pt idx="1205">
                  <c:v>2.4008634077513937E-2</c:v>
                </c:pt>
                <c:pt idx="1206">
                  <c:v>2.32281444883429E-2</c:v>
                </c:pt>
                <c:pt idx="1207">
                  <c:v>1.9334332690816955E-2</c:v>
                </c:pt>
                <c:pt idx="1208">
                  <c:v>1.3171280135858105E-2</c:v>
                </c:pt>
                <c:pt idx="1209">
                  <c:v>1.3075979715657623E-2</c:v>
                </c:pt>
                <c:pt idx="1210">
                  <c:v>1.3459429295342261E-2</c:v>
                </c:pt>
                <c:pt idx="1211">
                  <c:v>1.3398292766665874E-2</c:v>
                </c:pt>
                <c:pt idx="1212">
                  <c:v>1.4486573749267876E-2</c:v>
                </c:pt>
                <c:pt idx="1213">
                  <c:v>1.5081134085357689E-2</c:v>
                </c:pt>
                <c:pt idx="1214">
                  <c:v>1.2067884389949841E-2</c:v>
                </c:pt>
                <c:pt idx="1215">
                  <c:v>1.1685931619016135E-2</c:v>
                </c:pt>
                <c:pt idx="1216">
                  <c:v>1.1812418506936153E-2</c:v>
                </c:pt>
                <c:pt idx="1217">
                  <c:v>1.1606897787773209E-2</c:v>
                </c:pt>
                <c:pt idx="1218">
                  <c:v>1.1753691406302141E-2</c:v>
                </c:pt>
                <c:pt idx="1219">
                  <c:v>1.1765709114906412E-2</c:v>
                </c:pt>
                <c:pt idx="1220">
                  <c:v>1.1811194592068168E-2</c:v>
                </c:pt>
                <c:pt idx="1221">
                  <c:v>1.170560286965726E-2</c:v>
                </c:pt>
                <c:pt idx="1222">
                  <c:v>1.2070084517417347E-2</c:v>
                </c:pt>
                <c:pt idx="1223">
                  <c:v>1.5304202103812939E-2</c:v>
                </c:pt>
                <c:pt idx="1224">
                  <c:v>1.4562147127389735E-2</c:v>
                </c:pt>
                <c:pt idx="1225">
                  <c:v>1.4559385201714212E-2</c:v>
                </c:pt>
                <c:pt idx="1226">
                  <c:v>1.4150944201466316E-2</c:v>
                </c:pt>
                <c:pt idx="1227">
                  <c:v>1.5480474414544631E-2</c:v>
                </c:pt>
                <c:pt idx="1228">
                  <c:v>1.5258115654196524E-2</c:v>
                </c:pt>
                <c:pt idx="1229">
                  <c:v>1.5212211333296095E-2</c:v>
                </c:pt>
                <c:pt idx="1230">
                  <c:v>1.6371800785559498E-2</c:v>
                </c:pt>
                <c:pt idx="1231">
                  <c:v>1.6385944070573536E-2</c:v>
                </c:pt>
                <c:pt idx="1232">
                  <c:v>1.5596019002048137E-2</c:v>
                </c:pt>
                <c:pt idx="1233">
                  <c:v>1.5589364103780361E-2</c:v>
                </c:pt>
                <c:pt idx="1234">
                  <c:v>1.5878824735951605E-2</c:v>
                </c:pt>
                <c:pt idx="1235">
                  <c:v>2.1368047029230564E-2</c:v>
                </c:pt>
                <c:pt idx="1236">
                  <c:v>2.1580587620462374E-2</c:v>
                </c:pt>
                <c:pt idx="1237">
                  <c:v>2.1767877923016918E-2</c:v>
                </c:pt>
                <c:pt idx="1238">
                  <c:v>2.1614673556164886E-2</c:v>
                </c:pt>
                <c:pt idx="1239">
                  <c:v>2.2104685773563011E-2</c:v>
                </c:pt>
                <c:pt idx="1240">
                  <c:v>2.2175082871658269E-2</c:v>
                </c:pt>
                <c:pt idx="1241">
                  <c:v>2.1653854715507365E-2</c:v>
                </c:pt>
                <c:pt idx="1242">
                  <c:v>2.0396289235348475E-2</c:v>
                </c:pt>
                <c:pt idx="1243">
                  <c:v>1.9667190356515336E-2</c:v>
                </c:pt>
                <c:pt idx="1244">
                  <c:v>2.0063537000426106E-2</c:v>
                </c:pt>
                <c:pt idx="1245">
                  <c:v>1.9854533926459177E-2</c:v>
                </c:pt>
                <c:pt idx="1246">
                  <c:v>1.9494087081953826E-2</c:v>
                </c:pt>
                <c:pt idx="1247">
                  <c:v>1.9958490716210215E-2</c:v>
                </c:pt>
                <c:pt idx="1248">
                  <c:v>2.0427705087453105E-2</c:v>
                </c:pt>
                <c:pt idx="1249">
                  <c:v>1.9766029819334362E-2</c:v>
                </c:pt>
                <c:pt idx="1250">
                  <c:v>1.8882246163611574E-2</c:v>
                </c:pt>
                <c:pt idx="1251">
                  <c:v>1.9386515019510147E-2</c:v>
                </c:pt>
                <c:pt idx="1252">
                  <c:v>1.9239895366059915E-2</c:v>
                </c:pt>
                <c:pt idx="1253">
                  <c:v>1.9343637464172218E-2</c:v>
                </c:pt>
                <c:pt idx="1254">
                  <c:v>1.2403863299252577E-2</c:v>
                </c:pt>
                <c:pt idx="1255">
                  <c:v>1.2256087325047354E-2</c:v>
                </c:pt>
                <c:pt idx="1256">
                  <c:v>1.093814931105009E-2</c:v>
                </c:pt>
                <c:pt idx="1257">
                  <c:v>1.1077975828214818E-2</c:v>
                </c:pt>
                <c:pt idx="1258">
                  <c:v>1.0612106132225518E-2</c:v>
                </c:pt>
                <c:pt idx="1259">
                  <c:v>1.0603738060637434E-2</c:v>
                </c:pt>
                <c:pt idx="1260">
                  <c:v>1.067331945519906E-2</c:v>
                </c:pt>
                <c:pt idx="1261">
                  <c:v>9.6910988968106609E-3</c:v>
                </c:pt>
                <c:pt idx="1262">
                  <c:v>8.0224687410899564E-3</c:v>
                </c:pt>
                <c:pt idx="1263">
                  <c:v>7.7487026740996742E-3</c:v>
                </c:pt>
                <c:pt idx="1264">
                  <c:v>7.9075511526803324E-3</c:v>
                </c:pt>
                <c:pt idx="1265">
                  <c:v>7.8564072023073941E-3</c:v>
                </c:pt>
                <c:pt idx="1266">
                  <c:v>8.149000180995002E-3</c:v>
                </c:pt>
                <c:pt idx="1267">
                  <c:v>8.4833762270654939E-3</c:v>
                </c:pt>
                <c:pt idx="1268">
                  <c:v>8.4422928743146039E-3</c:v>
                </c:pt>
                <c:pt idx="1269">
                  <c:v>7.8220580694198273E-3</c:v>
                </c:pt>
                <c:pt idx="1270">
                  <c:v>7.4806968747665502E-3</c:v>
                </c:pt>
                <c:pt idx="1271">
                  <c:v>8.2063541252776241E-3</c:v>
                </c:pt>
                <c:pt idx="1272">
                  <c:v>8.1400297913955515E-3</c:v>
                </c:pt>
                <c:pt idx="1273">
                  <c:v>8.4299425797467256E-3</c:v>
                </c:pt>
                <c:pt idx="1274">
                  <c:v>8.9100725956163043E-3</c:v>
                </c:pt>
                <c:pt idx="1275">
                  <c:v>9.1249618694227465E-3</c:v>
                </c:pt>
                <c:pt idx="1276">
                  <c:v>9.1825194369216049E-3</c:v>
                </c:pt>
                <c:pt idx="1277">
                  <c:v>1.3977107030556721E-2</c:v>
                </c:pt>
                <c:pt idx="1278">
                  <c:v>1.3873981929694766E-2</c:v>
                </c:pt>
                <c:pt idx="1279">
                  <c:v>1.3533710138177724E-2</c:v>
                </c:pt>
                <c:pt idx="1280">
                  <c:v>1.3439058003742328E-2</c:v>
                </c:pt>
                <c:pt idx="1281">
                  <c:v>1.3292278188298295E-2</c:v>
                </c:pt>
                <c:pt idx="1282">
                  <c:v>1.3542295093710785E-2</c:v>
                </c:pt>
                <c:pt idx="1283">
                  <c:v>1.3520017964388797E-2</c:v>
                </c:pt>
                <c:pt idx="1284">
                  <c:v>1.3650204517134293E-2</c:v>
                </c:pt>
                <c:pt idx="1285">
                  <c:v>1.7802927390220592E-2</c:v>
                </c:pt>
                <c:pt idx="1286">
                  <c:v>1.9068747006916381E-2</c:v>
                </c:pt>
                <c:pt idx="1287">
                  <c:v>1.910358550118587E-2</c:v>
                </c:pt>
                <c:pt idx="1288">
                  <c:v>1.9081111861110594E-2</c:v>
                </c:pt>
                <c:pt idx="1289">
                  <c:v>1.9038689988450534E-2</c:v>
                </c:pt>
                <c:pt idx="1290">
                  <c:v>1.8558482248089904E-2</c:v>
                </c:pt>
                <c:pt idx="1291">
                  <c:v>1.9845144016631136E-2</c:v>
                </c:pt>
                <c:pt idx="1292">
                  <c:v>1.985098446118046E-2</c:v>
                </c:pt>
                <c:pt idx="1293">
                  <c:v>1.9395536054591198E-2</c:v>
                </c:pt>
                <c:pt idx="1294">
                  <c:v>2.0247517451120571E-2</c:v>
                </c:pt>
                <c:pt idx="1295">
                  <c:v>2.0241796288341482E-2</c:v>
                </c:pt>
                <c:pt idx="1296">
                  <c:v>1.8013022900616366E-2</c:v>
                </c:pt>
                <c:pt idx="1297">
                  <c:v>1.8028734315204742E-2</c:v>
                </c:pt>
                <c:pt idx="1298">
                  <c:v>1.8658074209125158E-2</c:v>
                </c:pt>
                <c:pt idx="1299">
                  <c:v>2.0107205652619302E-2</c:v>
                </c:pt>
                <c:pt idx="1300">
                  <c:v>2.0185749581734101E-2</c:v>
                </c:pt>
                <c:pt idx="1301">
                  <c:v>2.024638459650176E-2</c:v>
                </c:pt>
                <c:pt idx="1302">
                  <c:v>2.0401174521229744E-2</c:v>
                </c:pt>
                <c:pt idx="1303">
                  <c:v>2.0925043805556046E-2</c:v>
                </c:pt>
                <c:pt idx="1304">
                  <c:v>1.7033716820067948E-2</c:v>
                </c:pt>
                <c:pt idx="1305">
                  <c:v>1.6007472000308418E-2</c:v>
                </c:pt>
                <c:pt idx="1306">
                  <c:v>1.634744426973711E-2</c:v>
                </c:pt>
                <c:pt idx="1307">
                  <c:v>1.6615600496781624E-2</c:v>
                </c:pt>
                <c:pt idx="1308">
                  <c:v>1.6593978489540917E-2</c:v>
                </c:pt>
                <c:pt idx="1309">
                  <c:v>1.6368021950457081E-2</c:v>
                </c:pt>
                <c:pt idx="1310">
                  <c:v>1.4382557114265272E-2</c:v>
                </c:pt>
                <c:pt idx="1311">
                  <c:v>1.4358080351345826E-2</c:v>
                </c:pt>
                <c:pt idx="1312">
                  <c:v>1.4626864970047426E-2</c:v>
                </c:pt>
                <c:pt idx="1313">
                  <c:v>1.3081347419539585E-2</c:v>
                </c:pt>
                <c:pt idx="1314">
                  <c:v>1.3091752062414665E-2</c:v>
                </c:pt>
                <c:pt idx="1315">
                  <c:v>1.3116351897043958E-2</c:v>
                </c:pt>
                <c:pt idx="1316">
                  <c:v>1.5772317730714198E-2</c:v>
                </c:pt>
                <c:pt idx="1317">
                  <c:v>1.6243944436723484E-2</c:v>
                </c:pt>
                <c:pt idx="1318">
                  <c:v>1.5202486253780245E-2</c:v>
                </c:pt>
                <c:pt idx="1319">
                  <c:v>1.5201427576708049E-2</c:v>
                </c:pt>
                <c:pt idx="1320">
                  <c:v>1.5132915537599772E-2</c:v>
                </c:pt>
                <c:pt idx="1321">
                  <c:v>1.4636323533353653E-2</c:v>
                </c:pt>
                <c:pt idx="1322">
                  <c:v>1.4232173503709684E-2</c:v>
                </c:pt>
                <c:pt idx="1323">
                  <c:v>1.4635903484889029E-2</c:v>
                </c:pt>
                <c:pt idx="1324">
                  <c:v>1.5649797712990268E-2</c:v>
                </c:pt>
                <c:pt idx="1325">
                  <c:v>1.5328718847097904E-2</c:v>
                </c:pt>
                <c:pt idx="1326">
                  <c:v>1.5659876086411079E-2</c:v>
                </c:pt>
                <c:pt idx="1327">
                  <c:v>1.5692574270861886E-2</c:v>
                </c:pt>
                <c:pt idx="1328">
                  <c:v>1.5771954832964365E-2</c:v>
                </c:pt>
                <c:pt idx="1329">
                  <c:v>1.6122312766616548E-2</c:v>
                </c:pt>
                <c:pt idx="1330">
                  <c:v>1.6091553620257583E-2</c:v>
                </c:pt>
                <c:pt idx="1331">
                  <c:v>1.6018256502887206E-2</c:v>
                </c:pt>
                <c:pt idx="1332">
                  <c:v>1.5591525431516987E-2</c:v>
                </c:pt>
                <c:pt idx="1333">
                  <c:v>1.5592083724285047E-2</c:v>
                </c:pt>
                <c:pt idx="1334">
                  <c:v>1.5339749336233874E-2</c:v>
                </c:pt>
                <c:pt idx="1335">
                  <c:v>1.097659981433508E-2</c:v>
                </c:pt>
                <c:pt idx="1336">
                  <c:v>1.0742491375192524E-2</c:v>
                </c:pt>
                <c:pt idx="1337">
                  <c:v>1.0678774289446288E-2</c:v>
                </c:pt>
                <c:pt idx="1338">
                  <c:v>1.0667856749206882E-2</c:v>
                </c:pt>
                <c:pt idx="1339">
                  <c:v>1.0679181063233983E-2</c:v>
                </c:pt>
                <c:pt idx="1340">
                  <c:v>1.0789623210735948E-2</c:v>
                </c:pt>
                <c:pt idx="1341">
                  <c:v>1.1849645129011165E-2</c:v>
                </c:pt>
                <c:pt idx="1342">
                  <c:v>1.3033795608978037E-2</c:v>
                </c:pt>
                <c:pt idx="1343">
                  <c:v>1.2707380284448235E-2</c:v>
                </c:pt>
                <c:pt idx="1344">
                  <c:v>1.2993725770367261E-2</c:v>
                </c:pt>
                <c:pt idx="1345">
                  <c:v>1.1975608375423941E-2</c:v>
                </c:pt>
                <c:pt idx="1346">
                  <c:v>1.197637524170838E-2</c:v>
                </c:pt>
                <c:pt idx="1347">
                  <c:v>1.1761278507312791E-2</c:v>
                </c:pt>
                <c:pt idx="1348">
                  <c:v>1.0980105373284846E-2</c:v>
                </c:pt>
                <c:pt idx="1349">
                  <c:v>1.101609925672333E-2</c:v>
                </c:pt>
                <c:pt idx="1350">
                  <c:v>1.3262247039317176E-2</c:v>
                </c:pt>
                <c:pt idx="1351">
                  <c:v>1.3883970878577451E-2</c:v>
                </c:pt>
                <c:pt idx="1352">
                  <c:v>1.476185980540713E-2</c:v>
                </c:pt>
                <c:pt idx="1353">
                  <c:v>1.5031958454202594E-2</c:v>
                </c:pt>
                <c:pt idx="1354">
                  <c:v>1.6105036160382846E-2</c:v>
                </c:pt>
                <c:pt idx="1355">
                  <c:v>1.6755129378416608E-2</c:v>
                </c:pt>
                <c:pt idx="1356">
                  <c:v>1.6878679043465277E-2</c:v>
                </c:pt>
                <c:pt idx="1357">
                  <c:v>1.6920495329448972E-2</c:v>
                </c:pt>
                <c:pt idx="1358">
                  <c:v>1.696838079927766E-2</c:v>
                </c:pt>
                <c:pt idx="1359">
                  <c:v>1.8234328268770385E-2</c:v>
                </c:pt>
                <c:pt idx="1360">
                  <c:v>1.8033337768122274E-2</c:v>
                </c:pt>
                <c:pt idx="1361">
                  <c:v>1.7169315364556931E-2</c:v>
                </c:pt>
                <c:pt idx="1362">
                  <c:v>1.7070568326457258E-2</c:v>
                </c:pt>
                <c:pt idx="1363">
                  <c:v>1.6988061599502738E-2</c:v>
                </c:pt>
                <c:pt idx="1364">
                  <c:v>1.7025080730237094E-2</c:v>
                </c:pt>
                <c:pt idx="1365">
                  <c:v>1.773722155668557E-2</c:v>
                </c:pt>
                <c:pt idx="1366">
                  <c:v>1.785245066434234E-2</c:v>
                </c:pt>
                <c:pt idx="1367">
                  <c:v>1.9021993519035951E-2</c:v>
                </c:pt>
                <c:pt idx="1368">
                  <c:v>1.9960554942405954E-2</c:v>
                </c:pt>
                <c:pt idx="1369">
                  <c:v>1.8042602692564851E-2</c:v>
                </c:pt>
                <c:pt idx="1370">
                  <c:v>1.8613419152027341E-2</c:v>
                </c:pt>
                <c:pt idx="1371">
                  <c:v>1.8331809804677426E-2</c:v>
                </c:pt>
                <c:pt idx="1372">
                  <c:v>1.8397043786921807E-2</c:v>
                </c:pt>
                <c:pt idx="1373">
                  <c:v>1.7554974208172244E-2</c:v>
                </c:pt>
                <c:pt idx="1374">
                  <c:v>1.5841795565228939E-2</c:v>
                </c:pt>
                <c:pt idx="1375">
                  <c:v>1.5913798557034037E-2</c:v>
                </c:pt>
                <c:pt idx="1376">
                  <c:v>1.5993442014259434E-2</c:v>
                </c:pt>
                <c:pt idx="1377">
                  <c:v>1.6009414600206332E-2</c:v>
                </c:pt>
                <c:pt idx="1378">
                  <c:v>1.5303421313188976E-2</c:v>
                </c:pt>
                <c:pt idx="1379">
                  <c:v>1.5133304907718154E-2</c:v>
                </c:pt>
                <c:pt idx="1380">
                  <c:v>1.5452963888004073E-2</c:v>
                </c:pt>
                <c:pt idx="1381">
                  <c:v>1.4846184044222707E-2</c:v>
                </c:pt>
                <c:pt idx="1382">
                  <c:v>1.4848235656312521E-2</c:v>
                </c:pt>
                <c:pt idx="1383">
                  <c:v>1.5688645846286774E-2</c:v>
                </c:pt>
                <c:pt idx="1384">
                  <c:v>1.5383542432418268E-2</c:v>
                </c:pt>
                <c:pt idx="1385">
                  <c:v>1.537673386917286E-2</c:v>
                </c:pt>
                <c:pt idx="1386">
                  <c:v>1.5755767702689855E-2</c:v>
                </c:pt>
                <c:pt idx="1387">
                  <c:v>1.4899900107608997E-2</c:v>
                </c:pt>
                <c:pt idx="1388">
                  <c:v>1.6258077432293089E-2</c:v>
                </c:pt>
                <c:pt idx="1389">
                  <c:v>1.5420808323093909E-2</c:v>
                </c:pt>
                <c:pt idx="1390">
                  <c:v>1.5389304101526211E-2</c:v>
                </c:pt>
                <c:pt idx="1391">
                  <c:v>1.5720765802872336E-2</c:v>
                </c:pt>
                <c:pt idx="1392">
                  <c:v>1.4661531018174198E-2</c:v>
                </c:pt>
                <c:pt idx="1393">
                  <c:v>1.4753220908691668E-2</c:v>
                </c:pt>
                <c:pt idx="1394">
                  <c:v>1.5364703082473287E-2</c:v>
                </c:pt>
                <c:pt idx="1395">
                  <c:v>1.5277256805757557E-2</c:v>
                </c:pt>
                <c:pt idx="1396">
                  <c:v>1.5322252052207386E-2</c:v>
                </c:pt>
                <c:pt idx="1397">
                  <c:v>1.5715027844947948E-2</c:v>
                </c:pt>
                <c:pt idx="1398">
                  <c:v>1.5465059319600134E-2</c:v>
                </c:pt>
                <c:pt idx="1399">
                  <c:v>1.6059232788452008E-2</c:v>
                </c:pt>
                <c:pt idx="1400">
                  <c:v>1.6382361640923708E-2</c:v>
                </c:pt>
                <c:pt idx="1401">
                  <c:v>1.6331996093077679E-2</c:v>
                </c:pt>
                <c:pt idx="1402">
                  <c:v>1.5762178594830513E-2</c:v>
                </c:pt>
                <c:pt idx="1403">
                  <c:v>1.66515346193899E-2</c:v>
                </c:pt>
                <c:pt idx="1404">
                  <c:v>1.6746129388761705E-2</c:v>
                </c:pt>
                <c:pt idx="1405">
                  <c:v>1.5508819187976841E-2</c:v>
                </c:pt>
                <c:pt idx="1406">
                  <c:v>1.6168504608894789E-2</c:v>
                </c:pt>
                <c:pt idx="1407">
                  <c:v>1.4823338387499779E-2</c:v>
                </c:pt>
                <c:pt idx="1408">
                  <c:v>1.4677488239458251E-2</c:v>
                </c:pt>
                <c:pt idx="1409">
                  <c:v>1.4675799866114263E-2</c:v>
                </c:pt>
                <c:pt idx="1410">
                  <c:v>1.4102168044263274E-2</c:v>
                </c:pt>
                <c:pt idx="1411">
                  <c:v>1.4103832568502428E-2</c:v>
                </c:pt>
                <c:pt idx="1412">
                  <c:v>1.5213704867100076E-2</c:v>
                </c:pt>
                <c:pt idx="1413">
                  <c:v>1.6261262484472346E-2</c:v>
                </c:pt>
                <c:pt idx="1414">
                  <c:v>1.7013036955247331E-2</c:v>
                </c:pt>
                <c:pt idx="1415">
                  <c:v>1.7036642166090309E-2</c:v>
                </c:pt>
                <c:pt idx="1416">
                  <c:v>1.6684677644904895E-2</c:v>
                </c:pt>
                <c:pt idx="1417">
                  <c:v>1.663993064944283E-2</c:v>
                </c:pt>
                <c:pt idx="1418">
                  <c:v>1.5948837410986592E-2</c:v>
                </c:pt>
                <c:pt idx="1419">
                  <c:v>1.5972044409860067E-2</c:v>
                </c:pt>
                <c:pt idx="1420">
                  <c:v>1.5934879433287481E-2</c:v>
                </c:pt>
                <c:pt idx="1421">
                  <c:v>1.5599657351811149E-2</c:v>
                </c:pt>
                <c:pt idx="1422">
                  <c:v>1.4820325794112559E-2</c:v>
                </c:pt>
                <c:pt idx="1423">
                  <c:v>1.4774911125154657E-2</c:v>
                </c:pt>
                <c:pt idx="1424">
                  <c:v>1.4673081323218528E-2</c:v>
                </c:pt>
                <c:pt idx="1425">
                  <c:v>1.4152022354961363E-2</c:v>
                </c:pt>
                <c:pt idx="1426">
                  <c:v>1.4149016771067337E-2</c:v>
                </c:pt>
                <c:pt idx="1427">
                  <c:v>1.3385517407150263E-2</c:v>
                </c:pt>
                <c:pt idx="1428">
                  <c:v>1.3495698750032483E-2</c:v>
                </c:pt>
                <c:pt idx="1429">
                  <c:v>1.3385506492341218E-2</c:v>
                </c:pt>
                <c:pt idx="1430">
                  <c:v>1.3511946235413455E-2</c:v>
                </c:pt>
                <c:pt idx="1431">
                  <c:v>1.292070738230898E-2</c:v>
                </c:pt>
                <c:pt idx="1432">
                  <c:v>1.0556358493811709E-2</c:v>
                </c:pt>
                <c:pt idx="1433">
                  <c:v>9.6241072641884366E-3</c:v>
                </c:pt>
                <c:pt idx="1434">
                  <c:v>9.6470896983623221E-3</c:v>
                </c:pt>
                <c:pt idx="1435">
                  <c:v>9.1453200996909918E-3</c:v>
                </c:pt>
                <c:pt idx="1436">
                  <c:v>9.2137977313524778E-3</c:v>
                </c:pt>
                <c:pt idx="1437">
                  <c:v>9.4209614096687436E-3</c:v>
                </c:pt>
                <c:pt idx="1438">
                  <c:v>8.6511828561712037E-3</c:v>
                </c:pt>
                <c:pt idx="1439">
                  <c:v>8.6808712495226592E-3</c:v>
                </c:pt>
                <c:pt idx="1440">
                  <c:v>8.2771477679151641E-3</c:v>
                </c:pt>
                <c:pt idx="1441">
                  <c:v>9.1173695687373386E-3</c:v>
                </c:pt>
                <c:pt idx="1442">
                  <c:v>9.066661100051953E-3</c:v>
                </c:pt>
                <c:pt idx="1443">
                  <c:v>8.2424047537292631E-3</c:v>
                </c:pt>
                <c:pt idx="1444">
                  <c:v>8.6872215401863385E-3</c:v>
                </c:pt>
                <c:pt idx="1445">
                  <c:v>8.9137924408339442E-3</c:v>
                </c:pt>
                <c:pt idx="1446">
                  <c:v>8.5825059902692995E-3</c:v>
                </c:pt>
                <c:pt idx="1447">
                  <c:v>8.3505635016271409E-3</c:v>
                </c:pt>
                <c:pt idx="1448">
                  <c:v>7.6785243061100773E-3</c:v>
                </c:pt>
                <c:pt idx="1449">
                  <c:v>7.7422522827959046E-3</c:v>
                </c:pt>
                <c:pt idx="1450">
                  <c:v>7.5684177022229794E-3</c:v>
                </c:pt>
                <c:pt idx="1451">
                  <c:v>7.5944273058404007E-3</c:v>
                </c:pt>
                <c:pt idx="1452">
                  <c:v>8.1272071567719869E-3</c:v>
                </c:pt>
                <c:pt idx="1453">
                  <c:v>8.1814728325091887E-3</c:v>
                </c:pt>
                <c:pt idx="1454">
                  <c:v>8.196496308246164E-3</c:v>
                </c:pt>
                <c:pt idx="1455">
                  <c:v>8.8046473525991049E-3</c:v>
                </c:pt>
                <c:pt idx="1456">
                  <c:v>1.029570239298295E-2</c:v>
                </c:pt>
                <c:pt idx="1457">
                  <c:v>1.0199282561511895E-2</c:v>
                </c:pt>
                <c:pt idx="1458">
                  <c:v>1.0346597526474686E-2</c:v>
                </c:pt>
                <c:pt idx="1459">
                  <c:v>1.0428657513658323E-2</c:v>
                </c:pt>
                <c:pt idx="1460">
                  <c:v>9.6912623994192797E-3</c:v>
                </c:pt>
                <c:pt idx="1461">
                  <c:v>9.9454712258062895E-3</c:v>
                </c:pt>
                <c:pt idx="1462">
                  <c:v>9.9615650570887056E-3</c:v>
                </c:pt>
                <c:pt idx="1463">
                  <c:v>9.6308482696873289E-3</c:v>
                </c:pt>
                <c:pt idx="1464">
                  <c:v>9.6842952617420212E-3</c:v>
                </c:pt>
                <c:pt idx="1465">
                  <c:v>9.6810576290651748E-3</c:v>
                </c:pt>
                <c:pt idx="1466">
                  <c:v>9.0092813956797035E-3</c:v>
                </c:pt>
                <c:pt idx="1467">
                  <c:v>9.0195142250699741E-3</c:v>
                </c:pt>
                <c:pt idx="1468">
                  <c:v>9.0215365023664507E-3</c:v>
                </c:pt>
                <c:pt idx="1469">
                  <c:v>9.036600549524371E-3</c:v>
                </c:pt>
                <c:pt idx="1470">
                  <c:v>1.1546105369798713E-2</c:v>
                </c:pt>
                <c:pt idx="1471">
                  <c:v>1.1508458230923994E-2</c:v>
                </c:pt>
                <c:pt idx="1472">
                  <c:v>1.1916186993203976E-2</c:v>
                </c:pt>
                <c:pt idx="1473">
                  <c:v>1.2022228338235543E-2</c:v>
                </c:pt>
                <c:pt idx="1474">
                  <c:v>1.1590675027693632E-2</c:v>
                </c:pt>
                <c:pt idx="1475">
                  <c:v>1.0941957481026512E-2</c:v>
                </c:pt>
                <c:pt idx="1476">
                  <c:v>1.0882393650350968E-2</c:v>
                </c:pt>
                <c:pt idx="1477">
                  <c:v>1.0776131460923681E-2</c:v>
                </c:pt>
                <c:pt idx="1478">
                  <c:v>1.0739581754007299E-2</c:v>
                </c:pt>
                <c:pt idx="1479">
                  <c:v>1.0715265688301917E-2</c:v>
                </c:pt>
                <c:pt idx="1480">
                  <c:v>1.1043154095934947E-2</c:v>
                </c:pt>
                <c:pt idx="1481">
                  <c:v>1.1257485393756742E-2</c:v>
                </c:pt>
                <c:pt idx="1482">
                  <c:v>1.1407920095850017E-2</c:v>
                </c:pt>
                <c:pt idx="1483">
                  <c:v>1.1113325075024199E-2</c:v>
                </c:pt>
                <c:pt idx="1484">
                  <c:v>1.0991144439661572E-2</c:v>
                </c:pt>
                <c:pt idx="1485">
                  <c:v>1.0958013942581198E-2</c:v>
                </c:pt>
                <c:pt idx="1486">
                  <c:v>1.0822679116629949E-2</c:v>
                </c:pt>
                <c:pt idx="1487">
                  <c:v>1.0676070509312076E-2</c:v>
                </c:pt>
                <c:pt idx="1488">
                  <c:v>1.0604744392322289E-2</c:v>
                </c:pt>
                <c:pt idx="1489">
                  <c:v>9.4686114706106113E-3</c:v>
                </c:pt>
                <c:pt idx="1490">
                  <c:v>9.4512771835570872E-3</c:v>
                </c:pt>
                <c:pt idx="1491">
                  <c:v>8.7353469329653662E-3</c:v>
                </c:pt>
                <c:pt idx="1492">
                  <c:v>9.3112378565869437E-3</c:v>
                </c:pt>
                <c:pt idx="1493">
                  <c:v>9.2060081807828729E-3</c:v>
                </c:pt>
                <c:pt idx="1494">
                  <c:v>8.5960856373482452E-3</c:v>
                </c:pt>
                <c:pt idx="1495">
                  <c:v>9.0696256488831846E-3</c:v>
                </c:pt>
                <c:pt idx="1496">
                  <c:v>9.1349476413736981E-3</c:v>
                </c:pt>
                <c:pt idx="1497">
                  <c:v>8.9520984055867277E-3</c:v>
                </c:pt>
                <c:pt idx="1498">
                  <c:v>8.9155079985517444E-3</c:v>
                </c:pt>
                <c:pt idx="1499">
                  <c:v>8.6780436307658561E-3</c:v>
                </c:pt>
                <c:pt idx="1500">
                  <c:v>8.8723915987060156E-3</c:v>
                </c:pt>
                <c:pt idx="1501">
                  <c:v>8.758747697497125E-3</c:v>
                </c:pt>
                <c:pt idx="1502">
                  <c:v>8.5129903224908099E-3</c:v>
                </c:pt>
                <c:pt idx="1503">
                  <c:v>1.032000935346108E-2</c:v>
                </c:pt>
                <c:pt idx="1504">
                  <c:v>1.1245317053323092E-2</c:v>
                </c:pt>
                <c:pt idx="1505">
                  <c:v>1.1254760954352979E-2</c:v>
                </c:pt>
                <c:pt idx="1506">
                  <c:v>1.128441345789725E-2</c:v>
                </c:pt>
                <c:pt idx="1507">
                  <c:v>1.1144491673802439E-2</c:v>
                </c:pt>
                <c:pt idx="1508">
                  <c:v>1.0978448362719571E-2</c:v>
                </c:pt>
                <c:pt idx="1509">
                  <c:v>1.1046671450211522E-2</c:v>
                </c:pt>
                <c:pt idx="1510">
                  <c:v>1.1226203274838573E-2</c:v>
                </c:pt>
                <c:pt idx="1511">
                  <c:v>1.05383467934623E-2</c:v>
                </c:pt>
                <c:pt idx="1512">
                  <c:v>1.060651572399657E-2</c:v>
                </c:pt>
                <c:pt idx="1513">
                  <c:v>1.0329555384325532E-2</c:v>
                </c:pt>
                <c:pt idx="1514">
                  <c:v>1.2533133696438081E-2</c:v>
                </c:pt>
                <c:pt idx="1515">
                  <c:v>1.3999061337100766E-2</c:v>
                </c:pt>
                <c:pt idx="1516">
                  <c:v>1.4058309217166212E-2</c:v>
                </c:pt>
                <c:pt idx="1517">
                  <c:v>1.4056074372081272E-2</c:v>
                </c:pt>
                <c:pt idx="1518">
                  <c:v>1.4081085564777576E-2</c:v>
                </c:pt>
                <c:pt idx="1519">
                  <c:v>1.3733055285978788E-2</c:v>
                </c:pt>
                <c:pt idx="1520">
                  <c:v>1.3788307049989807E-2</c:v>
                </c:pt>
                <c:pt idx="1521">
                  <c:v>1.3657235319358909E-2</c:v>
                </c:pt>
                <c:pt idx="1522">
                  <c:v>1.3580976180382126E-2</c:v>
                </c:pt>
                <c:pt idx="1523">
                  <c:v>1.3776746973782866E-2</c:v>
                </c:pt>
                <c:pt idx="1524">
                  <c:v>1.596424705655243E-2</c:v>
                </c:pt>
                <c:pt idx="1525">
                  <c:v>1.605632954419969E-2</c:v>
                </c:pt>
                <c:pt idx="1526">
                  <c:v>1.6090282189407293E-2</c:v>
                </c:pt>
                <c:pt idx="1527">
                  <c:v>1.5942890700411168E-2</c:v>
                </c:pt>
                <c:pt idx="1528">
                  <c:v>1.6388513975197094E-2</c:v>
                </c:pt>
                <c:pt idx="1529">
                  <c:v>1.7104051429760934E-2</c:v>
                </c:pt>
                <c:pt idx="1530">
                  <c:v>1.6644485266787669E-2</c:v>
                </c:pt>
                <c:pt idx="1531">
                  <c:v>1.7066918435219007E-2</c:v>
                </c:pt>
                <c:pt idx="1532">
                  <c:v>1.712209846487979E-2</c:v>
                </c:pt>
                <c:pt idx="1533">
                  <c:v>1.6136942031010675E-2</c:v>
                </c:pt>
                <c:pt idx="1534">
                  <c:v>1.5289043490546435E-2</c:v>
                </c:pt>
                <c:pt idx="1535">
                  <c:v>1.556371675981523E-2</c:v>
                </c:pt>
                <c:pt idx="1536">
                  <c:v>1.6494164291510811E-2</c:v>
                </c:pt>
                <c:pt idx="1537">
                  <c:v>1.6404030052528058E-2</c:v>
                </c:pt>
                <c:pt idx="1538">
                  <c:v>1.624185632802809E-2</c:v>
                </c:pt>
                <c:pt idx="1539">
                  <c:v>1.6164972757807504E-2</c:v>
                </c:pt>
                <c:pt idx="1540">
                  <c:v>1.6343355621928183E-2</c:v>
                </c:pt>
                <c:pt idx="1541">
                  <c:v>1.6039027224136065E-2</c:v>
                </c:pt>
                <c:pt idx="1542">
                  <c:v>1.5574354948311869E-2</c:v>
                </c:pt>
                <c:pt idx="1543">
                  <c:v>1.3507500794430027E-2</c:v>
                </c:pt>
                <c:pt idx="1544">
                  <c:v>1.3773948778255846E-2</c:v>
                </c:pt>
                <c:pt idx="1545">
                  <c:v>1.3772132021641821E-2</c:v>
                </c:pt>
                <c:pt idx="1546">
                  <c:v>1.4011576853283315E-2</c:v>
                </c:pt>
                <c:pt idx="1547">
                  <c:v>1.4228821385470897E-2</c:v>
                </c:pt>
                <c:pt idx="1548">
                  <c:v>1.3147777318057129E-2</c:v>
                </c:pt>
                <c:pt idx="1549">
                  <c:v>1.3442144148134307E-2</c:v>
                </c:pt>
                <c:pt idx="1550">
                  <c:v>1.2834009010896725E-2</c:v>
                </c:pt>
                <c:pt idx="1551">
                  <c:v>1.3182313692837084E-2</c:v>
                </c:pt>
                <c:pt idx="1552">
                  <c:v>1.2955244666566307E-2</c:v>
                </c:pt>
                <c:pt idx="1553">
                  <c:v>1.2991715781164214E-2</c:v>
                </c:pt>
                <c:pt idx="1554">
                  <c:v>1.4545795126393308E-2</c:v>
                </c:pt>
                <c:pt idx="1555">
                  <c:v>1.3804371560637211E-2</c:v>
                </c:pt>
                <c:pt idx="1556">
                  <c:v>1.5633042497339898E-2</c:v>
                </c:pt>
                <c:pt idx="1557">
                  <c:v>1.583068923474993E-2</c:v>
                </c:pt>
                <c:pt idx="1558">
                  <c:v>1.6343419321576673E-2</c:v>
                </c:pt>
                <c:pt idx="1559">
                  <c:v>1.5715869636428948E-2</c:v>
                </c:pt>
                <c:pt idx="1560">
                  <c:v>1.5692456859347465E-2</c:v>
                </c:pt>
                <c:pt idx="1561">
                  <c:v>1.5671065775316233E-2</c:v>
                </c:pt>
                <c:pt idx="1562">
                  <c:v>1.5565614483849992E-2</c:v>
                </c:pt>
                <c:pt idx="1563">
                  <c:v>1.4830464760368253E-2</c:v>
                </c:pt>
                <c:pt idx="1564">
                  <c:v>1.4703817708492177E-2</c:v>
                </c:pt>
                <c:pt idx="1565">
                  <c:v>1.4811050757822613E-2</c:v>
                </c:pt>
                <c:pt idx="1566">
                  <c:v>1.4801927800707545E-2</c:v>
                </c:pt>
                <c:pt idx="1567">
                  <c:v>1.6899381243485608E-2</c:v>
                </c:pt>
                <c:pt idx="1568">
                  <c:v>1.6970011494087611E-2</c:v>
                </c:pt>
                <c:pt idx="1569">
                  <c:v>1.6926771466017364E-2</c:v>
                </c:pt>
                <c:pt idx="1570">
                  <c:v>1.6044210103620456E-2</c:v>
                </c:pt>
                <c:pt idx="1571">
                  <c:v>1.6058402264284437E-2</c:v>
                </c:pt>
                <c:pt idx="1572">
                  <c:v>1.610544233203413E-2</c:v>
                </c:pt>
                <c:pt idx="1573">
                  <c:v>1.4609389539383146E-2</c:v>
                </c:pt>
                <c:pt idx="1574">
                  <c:v>1.5393973115337314E-2</c:v>
                </c:pt>
                <c:pt idx="1575">
                  <c:v>1.2684131794817765E-2</c:v>
                </c:pt>
                <c:pt idx="1576">
                  <c:v>1.3891970366293437E-2</c:v>
                </c:pt>
                <c:pt idx="1577">
                  <c:v>1.4301265813465769E-2</c:v>
                </c:pt>
                <c:pt idx="1578">
                  <c:v>1.4264459614989495E-2</c:v>
                </c:pt>
                <c:pt idx="1579">
                  <c:v>1.4159988196102185E-2</c:v>
                </c:pt>
                <c:pt idx="1580">
                  <c:v>1.4304489587784401E-2</c:v>
                </c:pt>
                <c:pt idx="1581">
                  <c:v>1.4303735764749005E-2</c:v>
                </c:pt>
                <c:pt idx="1582">
                  <c:v>1.3874903313421474E-2</c:v>
                </c:pt>
                <c:pt idx="1583">
                  <c:v>1.3878947051307884E-2</c:v>
                </c:pt>
                <c:pt idx="1584">
                  <c:v>1.3754938062460503E-2</c:v>
                </c:pt>
                <c:pt idx="1585">
                  <c:v>1.4212489034304852E-2</c:v>
                </c:pt>
                <c:pt idx="1586">
                  <c:v>1.3501733210191408E-2</c:v>
                </c:pt>
                <c:pt idx="1587">
                  <c:v>1.309583206142039E-2</c:v>
                </c:pt>
                <c:pt idx="1588">
                  <c:v>1.3602907401263303E-2</c:v>
                </c:pt>
                <c:pt idx="1589">
                  <c:v>1.5221852036842655E-2</c:v>
                </c:pt>
                <c:pt idx="1590">
                  <c:v>1.7994231873567489E-2</c:v>
                </c:pt>
                <c:pt idx="1591">
                  <c:v>1.8234249152436335E-2</c:v>
                </c:pt>
                <c:pt idx="1592">
                  <c:v>1.9868354503810103E-2</c:v>
                </c:pt>
                <c:pt idx="1593">
                  <c:v>1.9295594552492388E-2</c:v>
                </c:pt>
                <c:pt idx="1594">
                  <c:v>1.9441013006248072E-2</c:v>
                </c:pt>
                <c:pt idx="1595">
                  <c:v>1.9546546907727409E-2</c:v>
                </c:pt>
                <c:pt idx="1596">
                  <c:v>1.946900059637173E-2</c:v>
                </c:pt>
                <c:pt idx="1597">
                  <c:v>1.9484320308548832E-2</c:v>
                </c:pt>
                <c:pt idx="1598">
                  <c:v>1.9772688696308209E-2</c:v>
                </c:pt>
                <c:pt idx="1599">
                  <c:v>1.9554506653030847E-2</c:v>
                </c:pt>
                <c:pt idx="1600">
                  <c:v>2.0502279902390712E-2</c:v>
                </c:pt>
                <c:pt idx="1601">
                  <c:v>2.0540903375595273E-2</c:v>
                </c:pt>
                <c:pt idx="1602">
                  <c:v>2.2100571285933675E-2</c:v>
                </c:pt>
                <c:pt idx="1603">
                  <c:v>2.2205596846134896E-2</c:v>
                </c:pt>
                <c:pt idx="1604">
                  <c:v>2.1859722699791508E-2</c:v>
                </c:pt>
                <c:pt idx="1605">
                  <c:v>2.1403946969633339E-2</c:v>
                </c:pt>
                <c:pt idx="1606">
                  <c:v>2.1295281715753105E-2</c:v>
                </c:pt>
                <c:pt idx="1607">
                  <c:v>2.102311047556342E-2</c:v>
                </c:pt>
                <c:pt idx="1608">
                  <c:v>1.9579589506521847E-2</c:v>
                </c:pt>
                <c:pt idx="1609">
                  <c:v>2.0623393988772904E-2</c:v>
                </c:pt>
                <c:pt idx="1610">
                  <c:v>2.1440121241307904E-2</c:v>
                </c:pt>
                <c:pt idx="1611">
                  <c:v>2.0265701234465926E-2</c:v>
                </c:pt>
                <c:pt idx="1612">
                  <c:v>1.9763846250008602E-2</c:v>
                </c:pt>
                <c:pt idx="1613">
                  <c:v>1.9610132860532595E-2</c:v>
                </c:pt>
                <c:pt idx="1614">
                  <c:v>1.926223474743468E-2</c:v>
                </c:pt>
                <c:pt idx="1615">
                  <c:v>2.0451792095266742E-2</c:v>
                </c:pt>
                <c:pt idx="1616">
                  <c:v>2.0345351588559216E-2</c:v>
                </c:pt>
                <c:pt idx="1617">
                  <c:v>2.0259887002354385E-2</c:v>
                </c:pt>
                <c:pt idx="1618">
                  <c:v>2.0182175620777079E-2</c:v>
                </c:pt>
                <c:pt idx="1619">
                  <c:v>1.9012973507032065E-2</c:v>
                </c:pt>
                <c:pt idx="1620">
                  <c:v>1.9474905075089591E-2</c:v>
                </c:pt>
                <c:pt idx="1621">
                  <c:v>1.8857560393039565E-2</c:v>
                </c:pt>
                <c:pt idx="1622">
                  <c:v>1.8848854870461264E-2</c:v>
                </c:pt>
                <c:pt idx="1623">
                  <c:v>1.8823636112505863E-2</c:v>
                </c:pt>
                <c:pt idx="1624">
                  <c:v>1.8805775012413491E-2</c:v>
                </c:pt>
                <c:pt idx="1625">
                  <c:v>1.8894198395588237E-2</c:v>
                </c:pt>
                <c:pt idx="1626">
                  <c:v>1.8845822502743956E-2</c:v>
                </c:pt>
                <c:pt idx="1627">
                  <c:v>1.8909158747916054E-2</c:v>
                </c:pt>
                <c:pt idx="1628">
                  <c:v>1.3217800924690121E-2</c:v>
                </c:pt>
                <c:pt idx="1629">
                  <c:v>1.2107825249273852E-2</c:v>
                </c:pt>
                <c:pt idx="1630">
                  <c:v>1.2261216266689389E-2</c:v>
                </c:pt>
                <c:pt idx="1631">
                  <c:v>1.2109090287500748E-2</c:v>
                </c:pt>
                <c:pt idx="1632">
                  <c:v>1.1979164957924057E-2</c:v>
                </c:pt>
                <c:pt idx="1633">
                  <c:v>1.208239398357497E-2</c:v>
                </c:pt>
                <c:pt idx="1634">
                  <c:v>1.133051850709752E-2</c:v>
                </c:pt>
                <c:pt idx="1635">
                  <c:v>1.1075232652136857E-2</c:v>
                </c:pt>
                <c:pt idx="1636">
                  <c:v>1.1568305588750896E-2</c:v>
                </c:pt>
                <c:pt idx="1637">
                  <c:v>1.2106371732999372E-2</c:v>
                </c:pt>
                <c:pt idx="1638">
                  <c:v>1.1286101661803029E-2</c:v>
                </c:pt>
                <c:pt idx="1639">
                  <c:v>1.46203982434916E-2</c:v>
                </c:pt>
                <c:pt idx="1640">
                  <c:v>1.3496333795246276E-2</c:v>
                </c:pt>
                <c:pt idx="1641">
                  <c:v>1.335934531708538E-2</c:v>
                </c:pt>
                <c:pt idx="1642">
                  <c:v>1.3923560026680357E-2</c:v>
                </c:pt>
                <c:pt idx="1643">
                  <c:v>1.4030048550436127E-2</c:v>
                </c:pt>
                <c:pt idx="1644">
                  <c:v>1.3433960235156601E-2</c:v>
                </c:pt>
                <c:pt idx="1645">
                  <c:v>1.406479043371568E-2</c:v>
                </c:pt>
                <c:pt idx="1646">
                  <c:v>1.4054572241990221E-2</c:v>
                </c:pt>
                <c:pt idx="1647">
                  <c:v>1.3758861990405309E-2</c:v>
                </c:pt>
                <c:pt idx="1648">
                  <c:v>1.2932946653785603E-2</c:v>
                </c:pt>
                <c:pt idx="1649">
                  <c:v>1.5245896544644293E-2</c:v>
                </c:pt>
                <c:pt idx="1650">
                  <c:v>1.6000915633243833E-2</c:v>
                </c:pt>
                <c:pt idx="1651">
                  <c:v>1.5820305464265778E-2</c:v>
                </c:pt>
                <c:pt idx="1652">
                  <c:v>1.5809254307720295E-2</c:v>
                </c:pt>
                <c:pt idx="1653">
                  <c:v>1.5790805325004716E-2</c:v>
                </c:pt>
                <c:pt idx="1654">
                  <c:v>1.5760850968583439E-2</c:v>
                </c:pt>
                <c:pt idx="1655">
                  <c:v>1.5700018849868748E-2</c:v>
                </c:pt>
                <c:pt idx="1656">
                  <c:v>1.7370507346984792E-2</c:v>
                </c:pt>
                <c:pt idx="1657">
                  <c:v>1.73481184865611E-2</c:v>
                </c:pt>
                <c:pt idx="1658">
                  <c:v>1.8905914392545499E-2</c:v>
                </c:pt>
                <c:pt idx="1659">
                  <c:v>2.0567044601316323E-2</c:v>
                </c:pt>
                <c:pt idx="1660">
                  <c:v>2.0771983284323885E-2</c:v>
                </c:pt>
                <c:pt idx="1661">
                  <c:v>2.1121073849089688E-2</c:v>
                </c:pt>
                <c:pt idx="1662">
                  <c:v>2.1394879448328318E-2</c:v>
                </c:pt>
                <c:pt idx="1663">
                  <c:v>2.2634929388508106E-2</c:v>
                </c:pt>
                <c:pt idx="1664">
                  <c:v>2.4601759924846832E-2</c:v>
                </c:pt>
                <c:pt idx="1665">
                  <c:v>2.4596123233659232E-2</c:v>
                </c:pt>
                <c:pt idx="1666">
                  <c:v>2.4533150583960266E-2</c:v>
                </c:pt>
                <c:pt idx="1667">
                  <c:v>2.4929309476239035E-2</c:v>
                </c:pt>
                <c:pt idx="1668">
                  <c:v>2.4034256544576919E-2</c:v>
                </c:pt>
                <c:pt idx="1669">
                  <c:v>2.3084052926974203E-2</c:v>
                </c:pt>
                <c:pt idx="1670">
                  <c:v>2.3050825931541969E-2</c:v>
                </c:pt>
                <c:pt idx="1671">
                  <c:v>2.2973386667115927E-2</c:v>
                </c:pt>
                <c:pt idx="1672">
                  <c:v>2.2864979962836054E-2</c:v>
                </c:pt>
                <c:pt idx="1673">
                  <c:v>2.3443601114192206E-2</c:v>
                </c:pt>
                <c:pt idx="1674">
                  <c:v>2.5503692745839183E-2</c:v>
                </c:pt>
                <c:pt idx="1675">
                  <c:v>2.4729429942406903E-2</c:v>
                </c:pt>
                <c:pt idx="1676">
                  <c:v>2.4733200202342511E-2</c:v>
                </c:pt>
                <c:pt idx="1677">
                  <c:v>2.1551698250129658E-2</c:v>
                </c:pt>
                <c:pt idx="1678">
                  <c:v>2.0490814453762909E-2</c:v>
                </c:pt>
                <c:pt idx="1679">
                  <c:v>2.0374011540054044E-2</c:v>
                </c:pt>
                <c:pt idx="1680">
                  <c:v>2.0530236316723224E-2</c:v>
                </c:pt>
                <c:pt idx="1681">
                  <c:v>2.0550087836821718E-2</c:v>
                </c:pt>
                <c:pt idx="1682">
                  <c:v>2.016902564379271E-2</c:v>
                </c:pt>
                <c:pt idx="1683">
                  <c:v>1.7724379479859696E-2</c:v>
                </c:pt>
                <c:pt idx="1684">
                  <c:v>1.862522472882374E-2</c:v>
                </c:pt>
                <c:pt idx="1685">
                  <c:v>1.847593439604225E-2</c:v>
                </c:pt>
                <c:pt idx="1686">
                  <c:v>1.8092004896998998E-2</c:v>
                </c:pt>
                <c:pt idx="1687">
                  <c:v>1.8065048814618442E-2</c:v>
                </c:pt>
                <c:pt idx="1688">
                  <c:v>1.8225071476838085E-2</c:v>
                </c:pt>
                <c:pt idx="1689">
                  <c:v>1.7989235057061247E-2</c:v>
                </c:pt>
                <c:pt idx="1690">
                  <c:v>1.7909339291897915E-2</c:v>
                </c:pt>
                <c:pt idx="1691">
                  <c:v>1.7871856617058521E-2</c:v>
                </c:pt>
                <c:pt idx="1692">
                  <c:v>1.7594919553340516E-2</c:v>
                </c:pt>
                <c:pt idx="1693">
                  <c:v>1.4256232500184532E-2</c:v>
                </c:pt>
                <c:pt idx="1694">
                  <c:v>1.6074152919126061E-2</c:v>
                </c:pt>
                <c:pt idx="1695">
                  <c:v>1.6308193774632242E-2</c:v>
                </c:pt>
                <c:pt idx="1696">
                  <c:v>1.5424814052265675E-2</c:v>
                </c:pt>
                <c:pt idx="1697">
                  <c:v>1.5617859552477579E-2</c:v>
                </c:pt>
                <c:pt idx="1698">
                  <c:v>1.5420776143259598E-2</c:v>
                </c:pt>
                <c:pt idx="1699">
                  <c:v>1.5444673193907969E-2</c:v>
                </c:pt>
                <c:pt idx="1700">
                  <c:v>1.6721641432675603E-2</c:v>
                </c:pt>
                <c:pt idx="1701">
                  <c:v>1.6195210801796391E-2</c:v>
                </c:pt>
                <c:pt idx="1702">
                  <c:v>1.6085840349286836E-2</c:v>
                </c:pt>
                <c:pt idx="1703">
                  <c:v>1.5270717034748924E-2</c:v>
                </c:pt>
                <c:pt idx="1704">
                  <c:v>1.6416756154063818E-2</c:v>
                </c:pt>
                <c:pt idx="1705">
                  <c:v>1.6584355560897327E-2</c:v>
                </c:pt>
                <c:pt idx="1706">
                  <c:v>1.7855378778350386E-2</c:v>
                </c:pt>
                <c:pt idx="1707">
                  <c:v>1.8416957550332968E-2</c:v>
                </c:pt>
                <c:pt idx="1708">
                  <c:v>1.8325198532235177E-2</c:v>
                </c:pt>
                <c:pt idx="1709">
                  <c:v>1.8194160719866691E-2</c:v>
                </c:pt>
                <c:pt idx="1710">
                  <c:v>1.8240918471868203E-2</c:v>
                </c:pt>
                <c:pt idx="1711">
                  <c:v>1.8149014085336479E-2</c:v>
                </c:pt>
                <c:pt idx="1712">
                  <c:v>1.8243022127717549E-2</c:v>
                </c:pt>
                <c:pt idx="1713">
                  <c:v>1.6222616243553679E-2</c:v>
                </c:pt>
                <c:pt idx="1714">
                  <c:v>1.5860925285653183E-2</c:v>
                </c:pt>
                <c:pt idx="1715">
                  <c:v>1.5697026494115543E-2</c:v>
                </c:pt>
                <c:pt idx="1716">
                  <c:v>1.4650599300446073E-2</c:v>
                </c:pt>
                <c:pt idx="1717">
                  <c:v>1.4638261991958883E-2</c:v>
                </c:pt>
                <c:pt idx="1718">
                  <c:v>1.5898010251394486E-2</c:v>
                </c:pt>
                <c:pt idx="1719">
                  <c:v>1.5465848791242895E-2</c:v>
                </c:pt>
                <c:pt idx="1720">
                  <c:v>1.5434136228312271E-2</c:v>
                </c:pt>
                <c:pt idx="1721">
                  <c:v>1.5567208591020305E-2</c:v>
                </c:pt>
                <c:pt idx="1722">
                  <c:v>1.5566890110942713E-2</c:v>
                </c:pt>
                <c:pt idx="1723">
                  <c:v>1.6697424839404472E-2</c:v>
                </c:pt>
                <c:pt idx="1724">
                  <c:v>1.7827223909980091E-2</c:v>
                </c:pt>
                <c:pt idx="1725">
                  <c:v>1.6778767888938222E-2</c:v>
                </c:pt>
                <c:pt idx="1726">
                  <c:v>1.594280600228137E-2</c:v>
                </c:pt>
                <c:pt idx="1727">
                  <c:v>1.5886951334148164E-2</c:v>
                </c:pt>
                <c:pt idx="1728">
                  <c:v>1.5869970516513975E-2</c:v>
                </c:pt>
                <c:pt idx="1729">
                  <c:v>1.5990882395414945E-2</c:v>
                </c:pt>
                <c:pt idx="1730">
                  <c:v>1.6978133586445465E-2</c:v>
                </c:pt>
                <c:pt idx="1731">
                  <c:v>1.7063921258233809E-2</c:v>
                </c:pt>
                <c:pt idx="1732">
                  <c:v>1.7150611593565589E-2</c:v>
                </c:pt>
                <c:pt idx="1733">
                  <c:v>1.9302431361483539E-2</c:v>
                </c:pt>
                <c:pt idx="1734">
                  <c:v>1.9411667910500991E-2</c:v>
                </c:pt>
                <c:pt idx="1735">
                  <c:v>2.1066716655272575E-2</c:v>
                </c:pt>
                <c:pt idx="1736">
                  <c:v>2.0661507472757145E-2</c:v>
                </c:pt>
                <c:pt idx="1737">
                  <c:v>1.9983976455075429E-2</c:v>
                </c:pt>
                <c:pt idx="1738">
                  <c:v>1.9757798606192929E-2</c:v>
                </c:pt>
                <c:pt idx="1739">
                  <c:v>1.984445698919288E-2</c:v>
                </c:pt>
                <c:pt idx="1740">
                  <c:v>1.9841374883469692E-2</c:v>
                </c:pt>
                <c:pt idx="1741">
                  <c:v>1.978102706833872E-2</c:v>
                </c:pt>
                <c:pt idx="1742">
                  <c:v>1.8432074607775219E-2</c:v>
                </c:pt>
                <c:pt idx="1743">
                  <c:v>1.65998549375398E-2</c:v>
                </c:pt>
                <c:pt idx="1744">
                  <c:v>1.6395740717319095E-2</c:v>
                </c:pt>
                <c:pt idx="1745">
                  <c:v>1.6621804337546776E-2</c:v>
                </c:pt>
                <c:pt idx="1746">
                  <c:v>1.6686720644617407E-2</c:v>
                </c:pt>
                <c:pt idx="1747">
                  <c:v>1.8621223965567993E-2</c:v>
                </c:pt>
                <c:pt idx="1748">
                  <c:v>1.8594930551729144E-2</c:v>
                </c:pt>
                <c:pt idx="1749">
                  <c:v>1.7891547431288724E-2</c:v>
                </c:pt>
                <c:pt idx="1750">
                  <c:v>1.7742818769445275E-2</c:v>
                </c:pt>
                <c:pt idx="1751">
                  <c:v>1.7594110564065738E-2</c:v>
                </c:pt>
                <c:pt idx="1752">
                  <c:v>1.5430467726281283E-2</c:v>
                </c:pt>
                <c:pt idx="1753">
                  <c:v>1.5776800497807528E-2</c:v>
                </c:pt>
                <c:pt idx="1754">
                  <c:v>1.2711223260398936E-2</c:v>
                </c:pt>
                <c:pt idx="1755">
                  <c:v>1.2956395656637932E-2</c:v>
                </c:pt>
                <c:pt idx="1756">
                  <c:v>1.3139492989248876E-2</c:v>
                </c:pt>
                <c:pt idx="1757">
                  <c:v>1.2928366790947554E-2</c:v>
                </c:pt>
                <c:pt idx="1758">
                  <c:v>1.2531434535433955E-2</c:v>
                </c:pt>
                <c:pt idx="1759">
                  <c:v>1.2285201936414901E-2</c:v>
                </c:pt>
                <c:pt idx="1760">
                  <c:v>1.2280115032096573E-2</c:v>
                </c:pt>
                <c:pt idx="1761">
                  <c:v>1.2100536080282944E-2</c:v>
                </c:pt>
                <c:pt idx="1762">
                  <c:v>1.201277269668387E-2</c:v>
                </c:pt>
                <c:pt idx="1763">
                  <c:v>1.1765285417765515E-2</c:v>
                </c:pt>
                <c:pt idx="1764">
                  <c:v>1.228777385872379E-2</c:v>
                </c:pt>
                <c:pt idx="1765">
                  <c:v>1.1807270249318465E-2</c:v>
                </c:pt>
                <c:pt idx="1766">
                  <c:v>9.4599624331088029E-3</c:v>
                </c:pt>
                <c:pt idx="1767">
                  <c:v>9.1583391406145475E-3</c:v>
                </c:pt>
                <c:pt idx="1768">
                  <c:v>8.503776862688113E-3</c:v>
                </c:pt>
                <c:pt idx="1769">
                  <c:v>1.4265613880716673E-2</c:v>
                </c:pt>
                <c:pt idx="1770">
                  <c:v>1.3875692180160083E-2</c:v>
                </c:pt>
                <c:pt idx="1771">
                  <c:v>1.3510200039020826E-2</c:v>
                </c:pt>
                <c:pt idx="1772">
                  <c:v>1.3816932504539352E-2</c:v>
                </c:pt>
                <c:pt idx="1773">
                  <c:v>1.3859297029452421E-2</c:v>
                </c:pt>
                <c:pt idx="1774">
                  <c:v>1.4389610415841803E-2</c:v>
                </c:pt>
                <c:pt idx="1775">
                  <c:v>1.4106950879809781E-2</c:v>
                </c:pt>
                <c:pt idx="1776">
                  <c:v>1.4152192967810442E-2</c:v>
                </c:pt>
                <c:pt idx="1777">
                  <c:v>1.5130451902970228E-2</c:v>
                </c:pt>
                <c:pt idx="1778">
                  <c:v>1.5117140570136287E-2</c:v>
                </c:pt>
                <c:pt idx="1779">
                  <c:v>1.5114793357092936E-2</c:v>
                </c:pt>
                <c:pt idx="1780">
                  <c:v>1.5086380029596584E-2</c:v>
                </c:pt>
                <c:pt idx="1781">
                  <c:v>1.5081810537612497E-2</c:v>
                </c:pt>
                <c:pt idx="1782">
                  <c:v>1.6180387050640472E-2</c:v>
                </c:pt>
                <c:pt idx="1783">
                  <c:v>1.5706188829684577E-2</c:v>
                </c:pt>
                <c:pt idx="1784">
                  <c:v>1.6071910221080003E-2</c:v>
                </c:pt>
                <c:pt idx="1785">
                  <c:v>1.7256455503682606E-2</c:v>
                </c:pt>
                <c:pt idx="1786">
                  <c:v>1.7570540189491633E-2</c:v>
                </c:pt>
                <c:pt idx="1787">
                  <c:v>1.7420068946714079E-2</c:v>
                </c:pt>
                <c:pt idx="1788">
                  <c:v>1.4446236997256891E-2</c:v>
                </c:pt>
                <c:pt idx="1789">
                  <c:v>1.4526953924343104E-2</c:v>
                </c:pt>
                <c:pt idx="1790">
                  <c:v>1.4782854388193226E-2</c:v>
                </c:pt>
                <c:pt idx="1791">
                  <c:v>1.495555919983314E-2</c:v>
                </c:pt>
                <c:pt idx="1792">
                  <c:v>1.5662250406770648E-2</c:v>
                </c:pt>
                <c:pt idx="1793">
                  <c:v>1.5709249960919668E-2</c:v>
                </c:pt>
                <c:pt idx="1794">
                  <c:v>1.5538281790056223E-2</c:v>
                </c:pt>
                <c:pt idx="1795">
                  <c:v>1.5546533394096246E-2</c:v>
                </c:pt>
                <c:pt idx="1796">
                  <c:v>1.4115003430538484E-2</c:v>
                </c:pt>
                <c:pt idx="1797">
                  <c:v>1.40170284597987E-2</c:v>
                </c:pt>
                <c:pt idx="1798">
                  <c:v>1.4545961678170995E-2</c:v>
                </c:pt>
                <c:pt idx="1799">
                  <c:v>1.4650499589358988E-2</c:v>
                </c:pt>
                <c:pt idx="1800">
                  <c:v>1.4869473716625945E-2</c:v>
                </c:pt>
                <c:pt idx="1801">
                  <c:v>1.250250875993162E-2</c:v>
                </c:pt>
                <c:pt idx="1802">
                  <c:v>1.2662143606599761E-2</c:v>
                </c:pt>
                <c:pt idx="1803">
                  <c:v>1.2618559714010521E-2</c:v>
                </c:pt>
                <c:pt idx="1804">
                  <c:v>1.1968040340051321E-2</c:v>
                </c:pt>
                <c:pt idx="1805">
                  <c:v>1.2107592936938659E-2</c:v>
                </c:pt>
                <c:pt idx="1806">
                  <c:v>1.225648616787592E-2</c:v>
                </c:pt>
                <c:pt idx="1807">
                  <c:v>1.0270361275775942E-2</c:v>
                </c:pt>
                <c:pt idx="1808">
                  <c:v>1.093102055694687E-2</c:v>
                </c:pt>
                <c:pt idx="1809">
                  <c:v>1.3137534737167103E-2</c:v>
                </c:pt>
                <c:pt idx="1810">
                  <c:v>1.2694921962266492E-2</c:v>
                </c:pt>
                <c:pt idx="1811">
                  <c:v>1.2094088952303034E-2</c:v>
                </c:pt>
                <c:pt idx="1812">
                  <c:v>1.1405960981279068E-2</c:v>
                </c:pt>
                <c:pt idx="1813">
                  <c:v>1.1597510252049149E-2</c:v>
                </c:pt>
                <c:pt idx="1814">
                  <c:v>1.1809992795031241E-2</c:v>
                </c:pt>
                <c:pt idx="1815">
                  <c:v>1.1789196734074919E-2</c:v>
                </c:pt>
                <c:pt idx="1816">
                  <c:v>1.181533866265968E-2</c:v>
                </c:pt>
                <c:pt idx="1817">
                  <c:v>1.0426804921629937E-2</c:v>
                </c:pt>
                <c:pt idx="1818">
                  <c:v>1.0828595722724632E-2</c:v>
                </c:pt>
                <c:pt idx="1819">
                  <c:v>1.0769275058092581E-2</c:v>
                </c:pt>
                <c:pt idx="1820">
                  <c:v>1.1119395820203186E-2</c:v>
                </c:pt>
                <c:pt idx="1821">
                  <c:v>1.1439477092505604E-2</c:v>
                </c:pt>
                <c:pt idx="1822">
                  <c:v>1.1469479320414488E-2</c:v>
                </c:pt>
                <c:pt idx="1823">
                  <c:v>1.205898931022527E-2</c:v>
                </c:pt>
                <c:pt idx="1824">
                  <c:v>1.2034495338798501E-2</c:v>
                </c:pt>
                <c:pt idx="1825">
                  <c:v>1.1974727862309522E-2</c:v>
                </c:pt>
                <c:pt idx="1826">
                  <c:v>1.1962997970185529E-2</c:v>
                </c:pt>
                <c:pt idx="1827">
                  <c:v>1.1031983957042362E-2</c:v>
                </c:pt>
                <c:pt idx="1828">
                  <c:v>9.1291530876367825E-3</c:v>
                </c:pt>
                <c:pt idx="1829">
                  <c:v>9.2952230891851142E-3</c:v>
                </c:pt>
                <c:pt idx="1830">
                  <c:v>9.2451574881595271E-3</c:v>
                </c:pt>
                <c:pt idx="1831">
                  <c:v>9.3903950683407438E-3</c:v>
                </c:pt>
                <c:pt idx="1832">
                  <c:v>1.0629072415816647E-2</c:v>
                </c:pt>
                <c:pt idx="1833">
                  <c:v>1.054874308353583E-2</c:v>
                </c:pt>
                <c:pt idx="1834">
                  <c:v>1.0696956699180275E-2</c:v>
                </c:pt>
                <c:pt idx="1835">
                  <c:v>1.1368738244628505E-2</c:v>
                </c:pt>
                <c:pt idx="1836">
                  <c:v>1.1981254578576623E-2</c:v>
                </c:pt>
                <c:pt idx="1837">
                  <c:v>1.1486852654685142E-2</c:v>
                </c:pt>
                <c:pt idx="1838">
                  <c:v>1.1656628953993924E-2</c:v>
                </c:pt>
                <c:pt idx="1839">
                  <c:v>1.1796943726872171E-2</c:v>
                </c:pt>
                <c:pt idx="1840">
                  <c:v>1.1615704662824151E-2</c:v>
                </c:pt>
                <c:pt idx="1841">
                  <c:v>1.1429948438424911E-2</c:v>
                </c:pt>
                <c:pt idx="1842">
                  <c:v>1.2133277776098125E-2</c:v>
                </c:pt>
                <c:pt idx="1843">
                  <c:v>1.2016657930598444E-2</c:v>
                </c:pt>
                <c:pt idx="1844">
                  <c:v>1.1261082913498031E-2</c:v>
                </c:pt>
                <c:pt idx="1845">
                  <c:v>1.1435015292897196E-2</c:v>
                </c:pt>
                <c:pt idx="1846">
                  <c:v>1.2144524283653261E-2</c:v>
                </c:pt>
                <c:pt idx="1847">
                  <c:v>1.2201299671777037E-2</c:v>
                </c:pt>
                <c:pt idx="1848">
                  <c:v>1.1746570522743997E-2</c:v>
                </c:pt>
                <c:pt idx="1849">
                  <c:v>1.1622955934039905E-2</c:v>
                </c:pt>
                <c:pt idx="1850">
                  <c:v>1.1704796969839965E-2</c:v>
                </c:pt>
                <c:pt idx="1851">
                  <c:v>1.184060420602538E-2</c:v>
                </c:pt>
                <c:pt idx="1852">
                  <c:v>1.1472672418699988E-2</c:v>
                </c:pt>
                <c:pt idx="1853">
                  <c:v>1.1125920884263847E-2</c:v>
                </c:pt>
                <c:pt idx="1854">
                  <c:v>9.6992783813470377E-3</c:v>
                </c:pt>
                <c:pt idx="1855">
                  <c:v>9.599509296071158E-3</c:v>
                </c:pt>
                <c:pt idx="1856">
                  <c:v>9.4199749741402123E-3</c:v>
                </c:pt>
                <c:pt idx="1857">
                  <c:v>9.4277317063968299E-3</c:v>
                </c:pt>
                <c:pt idx="1858">
                  <c:v>9.2709234336554973E-3</c:v>
                </c:pt>
                <c:pt idx="1859">
                  <c:v>9.2220545369259242E-3</c:v>
                </c:pt>
                <c:pt idx="1860">
                  <c:v>9.764719301878888E-3</c:v>
                </c:pt>
                <c:pt idx="1861">
                  <c:v>1.0531180848455869E-2</c:v>
                </c:pt>
                <c:pt idx="1862">
                  <c:v>1.112661980401021E-2</c:v>
                </c:pt>
                <c:pt idx="1863">
                  <c:v>1.1187100157847078E-2</c:v>
                </c:pt>
                <c:pt idx="1864">
                  <c:v>1.1463839431023592E-2</c:v>
                </c:pt>
                <c:pt idx="1865">
                  <c:v>1.081330580841691E-2</c:v>
                </c:pt>
                <c:pt idx="1866">
                  <c:v>1.1567940772122533E-2</c:v>
                </c:pt>
                <c:pt idx="1867">
                  <c:v>1.4698458285801991E-2</c:v>
                </c:pt>
                <c:pt idx="1868">
                  <c:v>1.5008943955172752E-2</c:v>
                </c:pt>
                <c:pt idx="1869">
                  <c:v>1.5005560506615157E-2</c:v>
                </c:pt>
                <c:pt idx="1870">
                  <c:v>1.4664172658344483E-2</c:v>
                </c:pt>
                <c:pt idx="1871">
                  <c:v>1.491448411143474E-2</c:v>
                </c:pt>
                <c:pt idx="1872">
                  <c:v>1.4853086228768173E-2</c:v>
                </c:pt>
                <c:pt idx="1873">
                  <c:v>1.489280852100084E-2</c:v>
                </c:pt>
                <c:pt idx="1874">
                  <c:v>1.5131174566497284E-2</c:v>
                </c:pt>
                <c:pt idx="1875">
                  <c:v>1.5374636907647571E-2</c:v>
                </c:pt>
                <c:pt idx="1876">
                  <c:v>1.5612219550987837E-2</c:v>
                </c:pt>
                <c:pt idx="1877">
                  <c:v>1.56354713843295E-2</c:v>
                </c:pt>
                <c:pt idx="1878">
                  <c:v>1.5580699786240474E-2</c:v>
                </c:pt>
                <c:pt idx="1879">
                  <c:v>1.5517044326066614E-2</c:v>
                </c:pt>
                <c:pt idx="1880">
                  <c:v>1.4639657921003874E-2</c:v>
                </c:pt>
                <c:pt idx="1881">
                  <c:v>1.4179259732034471E-2</c:v>
                </c:pt>
                <c:pt idx="1882">
                  <c:v>1.4085227782940369E-2</c:v>
                </c:pt>
                <c:pt idx="1883">
                  <c:v>1.3780314651200564E-2</c:v>
                </c:pt>
                <c:pt idx="1884">
                  <c:v>1.3505063883327846E-2</c:v>
                </c:pt>
                <c:pt idx="1885">
                  <c:v>1.2886186782203832E-2</c:v>
                </c:pt>
                <c:pt idx="1886">
                  <c:v>8.0687775575333572E-3</c:v>
                </c:pt>
                <c:pt idx="1887">
                  <c:v>6.9392617198008669E-3</c:v>
                </c:pt>
                <c:pt idx="1888">
                  <c:v>8.3013108836266971E-3</c:v>
                </c:pt>
                <c:pt idx="1889">
                  <c:v>8.4996539646976371E-3</c:v>
                </c:pt>
                <c:pt idx="1890">
                  <c:v>8.4252094865744677E-3</c:v>
                </c:pt>
                <c:pt idx="1891">
                  <c:v>8.4224178965958789E-3</c:v>
                </c:pt>
                <c:pt idx="1892">
                  <c:v>8.8566927835244096E-3</c:v>
                </c:pt>
                <c:pt idx="1893">
                  <c:v>8.6653879103920448E-3</c:v>
                </c:pt>
                <c:pt idx="1894">
                  <c:v>8.4230203481962234E-3</c:v>
                </c:pt>
                <c:pt idx="1895">
                  <c:v>8.1154383995262636E-3</c:v>
                </c:pt>
                <c:pt idx="1896">
                  <c:v>8.0352455079763727E-3</c:v>
                </c:pt>
                <c:pt idx="1897">
                  <c:v>7.8721644362065649E-3</c:v>
                </c:pt>
                <c:pt idx="1898">
                  <c:v>8.0463138785612301E-3</c:v>
                </c:pt>
                <c:pt idx="1899">
                  <c:v>9.4265995865744755E-3</c:v>
                </c:pt>
                <c:pt idx="1900">
                  <c:v>9.6171853732266617E-3</c:v>
                </c:pt>
                <c:pt idx="1901">
                  <c:v>1.0003277732577106E-2</c:v>
                </c:pt>
                <c:pt idx="1902">
                  <c:v>1.0192157113287864E-2</c:v>
                </c:pt>
                <c:pt idx="1903">
                  <c:v>1.1305364330032569E-2</c:v>
                </c:pt>
                <c:pt idx="1904">
                  <c:v>1.0935813749981232E-2</c:v>
                </c:pt>
                <c:pt idx="1905">
                  <c:v>1.0959749722111323E-2</c:v>
                </c:pt>
                <c:pt idx="1906">
                  <c:v>1.0675914826021269E-2</c:v>
                </c:pt>
                <c:pt idx="1907">
                  <c:v>9.2302765385130613E-3</c:v>
                </c:pt>
                <c:pt idx="1908">
                  <c:v>9.2205808308715321E-3</c:v>
                </c:pt>
                <c:pt idx="1909">
                  <c:v>9.2436013835941917E-3</c:v>
                </c:pt>
                <c:pt idx="1910">
                  <c:v>9.3426837218005786E-3</c:v>
                </c:pt>
                <c:pt idx="1911">
                  <c:v>8.9334249953392179E-3</c:v>
                </c:pt>
                <c:pt idx="1912">
                  <c:v>8.9320407122105532E-3</c:v>
                </c:pt>
                <c:pt idx="1913">
                  <c:v>9.1127426036899713E-3</c:v>
                </c:pt>
                <c:pt idx="1914">
                  <c:v>1.0425616682226158E-2</c:v>
                </c:pt>
                <c:pt idx="1915">
                  <c:v>1.0566124124886956E-2</c:v>
                </c:pt>
                <c:pt idx="1916">
                  <c:v>1.0537754029976025E-2</c:v>
                </c:pt>
                <c:pt idx="1917">
                  <c:v>1.0489987761503382E-2</c:v>
                </c:pt>
                <c:pt idx="1918">
                  <c:v>9.6972057272951603E-3</c:v>
                </c:pt>
                <c:pt idx="1919">
                  <c:v>9.9822988273111334E-3</c:v>
                </c:pt>
                <c:pt idx="1920">
                  <c:v>9.6585125415358086E-3</c:v>
                </c:pt>
                <c:pt idx="1921">
                  <c:v>9.5537689868329754E-3</c:v>
                </c:pt>
                <c:pt idx="1922">
                  <c:v>9.3313037080207297E-3</c:v>
                </c:pt>
                <c:pt idx="1923">
                  <c:v>1.3576705880472635E-2</c:v>
                </c:pt>
                <c:pt idx="1924">
                  <c:v>1.3446895111596724E-2</c:v>
                </c:pt>
                <c:pt idx="1925">
                  <c:v>1.3512036581127471E-2</c:v>
                </c:pt>
                <c:pt idx="1926">
                  <c:v>1.3584194466652585E-2</c:v>
                </c:pt>
                <c:pt idx="1927">
                  <c:v>1.3795631124121464E-2</c:v>
                </c:pt>
                <c:pt idx="1928">
                  <c:v>1.7191689749315481E-2</c:v>
                </c:pt>
                <c:pt idx="1929">
                  <c:v>1.7114131987591492E-2</c:v>
                </c:pt>
                <c:pt idx="1930">
                  <c:v>1.6869630840407299E-2</c:v>
                </c:pt>
                <c:pt idx="1931">
                  <c:v>1.6887071658682432E-2</c:v>
                </c:pt>
                <c:pt idx="1932">
                  <c:v>1.686474379731108E-2</c:v>
                </c:pt>
                <c:pt idx="1933">
                  <c:v>1.6409527617634204E-2</c:v>
                </c:pt>
                <c:pt idx="1934">
                  <c:v>1.6596574418075279E-2</c:v>
                </c:pt>
                <c:pt idx="1935">
                  <c:v>1.6798178119467651E-2</c:v>
                </c:pt>
                <c:pt idx="1936">
                  <c:v>1.6977167490563223E-2</c:v>
                </c:pt>
                <c:pt idx="1937">
                  <c:v>1.6804731274926942E-2</c:v>
                </c:pt>
                <c:pt idx="1938">
                  <c:v>1.6788087216940764E-2</c:v>
                </c:pt>
                <c:pt idx="1939">
                  <c:v>1.6889864375287191E-2</c:v>
                </c:pt>
                <c:pt idx="1940">
                  <c:v>1.6767095721585013E-2</c:v>
                </c:pt>
                <c:pt idx="1941">
                  <c:v>1.6275314610268033E-2</c:v>
                </c:pt>
                <c:pt idx="1942">
                  <c:v>1.257316842043597E-2</c:v>
                </c:pt>
                <c:pt idx="1943">
                  <c:v>1.2550852868422733E-2</c:v>
                </c:pt>
                <c:pt idx="1944">
                  <c:v>1.2233277077166682E-2</c:v>
                </c:pt>
                <c:pt idx="1945">
                  <c:v>1.2598549196207939E-2</c:v>
                </c:pt>
                <c:pt idx="1946">
                  <c:v>1.2867809715493918E-2</c:v>
                </c:pt>
                <c:pt idx="1947">
                  <c:v>8.5603583620551104E-3</c:v>
                </c:pt>
                <c:pt idx="1948">
                  <c:v>8.5624198712285562E-3</c:v>
                </c:pt>
                <c:pt idx="1949">
                  <c:v>8.7945792583247577E-3</c:v>
                </c:pt>
                <c:pt idx="1950">
                  <c:v>9.0421051239427275E-3</c:v>
                </c:pt>
                <c:pt idx="1951">
                  <c:v>9.1017231789605087E-3</c:v>
                </c:pt>
                <c:pt idx="1952">
                  <c:v>8.5349251497193763E-3</c:v>
                </c:pt>
                <c:pt idx="1953">
                  <c:v>8.0400696763721011E-3</c:v>
                </c:pt>
                <c:pt idx="1954">
                  <c:v>7.6884206057968177E-3</c:v>
                </c:pt>
                <c:pt idx="1955">
                  <c:v>7.4009616029826961E-3</c:v>
                </c:pt>
                <c:pt idx="1956">
                  <c:v>8.2727807128453075E-3</c:v>
                </c:pt>
                <c:pt idx="1957">
                  <c:v>7.8541069272833053E-3</c:v>
                </c:pt>
                <c:pt idx="1958">
                  <c:v>7.689414204983017E-3</c:v>
                </c:pt>
                <c:pt idx="1959">
                  <c:v>7.6818269347551232E-3</c:v>
                </c:pt>
                <c:pt idx="1960">
                  <c:v>7.711887271569449E-3</c:v>
                </c:pt>
                <c:pt idx="1961">
                  <c:v>7.8307985222875829E-3</c:v>
                </c:pt>
                <c:pt idx="1962">
                  <c:v>7.8951731621268294E-3</c:v>
                </c:pt>
                <c:pt idx="1963">
                  <c:v>8.0123123779360025E-3</c:v>
                </c:pt>
                <c:pt idx="1964">
                  <c:v>6.813420715072677E-3</c:v>
                </c:pt>
                <c:pt idx="1965">
                  <c:v>6.7153063367676432E-3</c:v>
                </c:pt>
                <c:pt idx="1966">
                  <c:v>7.9053907630500745E-3</c:v>
                </c:pt>
                <c:pt idx="1967">
                  <c:v>7.9321713285169064E-3</c:v>
                </c:pt>
                <c:pt idx="1968">
                  <c:v>7.7283288388544161E-3</c:v>
                </c:pt>
                <c:pt idx="1969">
                  <c:v>7.8926729691324114E-3</c:v>
                </c:pt>
                <c:pt idx="1970">
                  <c:v>8.0612823195442326E-3</c:v>
                </c:pt>
                <c:pt idx="1971">
                  <c:v>8.0687532924543295E-3</c:v>
                </c:pt>
                <c:pt idx="1972">
                  <c:v>1.0108898286370982E-2</c:v>
                </c:pt>
                <c:pt idx="1973">
                  <c:v>1.031737214776713E-2</c:v>
                </c:pt>
                <c:pt idx="1974">
                  <c:v>1.0119078974316839E-2</c:v>
                </c:pt>
                <c:pt idx="1975">
                  <c:v>8.944381498399363E-3</c:v>
                </c:pt>
                <c:pt idx="1976">
                  <c:v>9.108389573041208E-3</c:v>
                </c:pt>
                <c:pt idx="1977">
                  <c:v>9.0692066123918714E-3</c:v>
                </c:pt>
                <c:pt idx="1978">
                  <c:v>9.7844512657789193E-3</c:v>
                </c:pt>
                <c:pt idx="1979">
                  <c:v>9.8912868318237132E-3</c:v>
                </c:pt>
                <c:pt idx="1980">
                  <c:v>9.4986617764081394E-3</c:v>
                </c:pt>
                <c:pt idx="1981">
                  <c:v>9.1743803992528142E-3</c:v>
                </c:pt>
                <c:pt idx="1982">
                  <c:v>9.217450599146566E-3</c:v>
                </c:pt>
                <c:pt idx="1983">
                  <c:v>9.0701654191778242E-3</c:v>
                </c:pt>
                <c:pt idx="1984">
                  <c:v>8.6808247508694467E-3</c:v>
                </c:pt>
                <c:pt idx="1985">
                  <c:v>9.0937722433068365E-3</c:v>
                </c:pt>
                <c:pt idx="1986">
                  <c:v>9.901977787118002E-3</c:v>
                </c:pt>
                <c:pt idx="1987">
                  <c:v>1.0535895616128253E-2</c:v>
                </c:pt>
                <c:pt idx="1988">
                  <c:v>1.0504408820787344E-2</c:v>
                </c:pt>
                <c:pt idx="1989">
                  <c:v>1.0470575197636422E-2</c:v>
                </c:pt>
                <c:pt idx="1990">
                  <c:v>1.0378405859968539E-2</c:v>
                </c:pt>
                <c:pt idx="1991">
                  <c:v>9.4064717250878487E-3</c:v>
                </c:pt>
                <c:pt idx="1992">
                  <c:v>9.1784542787744956E-3</c:v>
                </c:pt>
                <c:pt idx="1993">
                  <c:v>9.1815871220985359E-3</c:v>
                </c:pt>
                <c:pt idx="1994">
                  <c:v>9.1889680192855493E-3</c:v>
                </c:pt>
                <c:pt idx="1995">
                  <c:v>8.8617446290514459E-3</c:v>
                </c:pt>
                <c:pt idx="1996">
                  <c:v>8.8865266100130579E-3</c:v>
                </c:pt>
                <c:pt idx="1997">
                  <c:v>8.3084237910643153E-3</c:v>
                </c:pt>
                <c:pt idx="1998">
                  <c:v>8.5072592310082851E-3</c:v>
                </c:pt>
                <c:pt idx="1999">
                  <c:v>8.5953889540363228E-3</c:v>
                </c:pt>
                <c:pt idx="2000">
                  <c:v>1.5552290340151799E-2</c:v>
                </c:pt>
                <c:pt idx="2001">
                  <c:v>1.5492741664656865E-2</c:v>
                </c:pt>
                <c:pt idx="2002">
                  <c:v>1.5496820229694104E-2</c:v>
                </c:pt>
                <c:pt idx="2003">
                  <c:v>1.5503891789452049E-2</c:v>
                </c:pt>
                <c:pt idx="2004">
                  <c:v>1.4707104669648582E-2</c:v>
                </c:pt>
                <c:pt idx="2005">
                  <c:v>1.3713882431145045E-2</c:v>
                </c:pt>
                <c:pt idx="2006">
                  <c:v>1.3812613165145291E-2</c:v>
                </c:pt>
                <c:pt idx="2007">
                  <c:v>1.4152576925684161E-2</c:v>
                </c:pt>
                <c:pt idx="2008">
                  <c:v>1.41378504393421E-2</c:v>
                </c:pt>
                <c:pt idx="2009">
                  <c:v>1.3894345384835447E-2</c:v>
                </c:pt>
                <c:pt idx="2010">
                  <c:v>1.3858558910576878E-2</c:v>
                </c:pt>
                <c:pt idx="2011">
                  <c:v>1.4020369379216312E-2</c:v>
                </c:pt>
                <c:pt idx="2012">
                  <c:v>1.4381738391934186E-2</c:v>
                </c:pt>
                <c:pt idx="2013">
                  <c:v>1.4411433044548444E-2</c:v>
                </c:pt>
                <c:pt idx="2014">
                  <c:v>1.4514148916790908E-2</c:v>
                </c:pt>
                <c:pt idx="2015">
                  <c:v>1.4284494078023171E-2</c:v>
                </c:pt>
                <c:pt idx="2016">
                  <c:v>1.4208966608091032E-2</c:v>
                </c:pt>
                <c:pt idx="2017">
                  <c:v>1.4757684398093794E-2</c:v>
                </c:pt>
                <c:pt idx="2018">
                  <c:v>1.6200263542251285E-2</c:v>
                </c:pt>
                <c:pt idx="2019">
                  <c:v>1.5098019531845209E-2</c:v>
                </c:pt>
                <c:pt idx="2020">
                  <c:v>1.5040430117221783E-2</c:v>
                </c:pt>
                <c:pt idx="2021">
                  <c:v>1.5548795229955406E-2</c:v>
                </c:pt>
                <c:pt idx="2022">
                  <c:v>1.6262768733299699E-2</c:v>
                </c:pt>
                <c:pt idx="2023">
                  <c:v>1.6249774797416922E-2</c:v>
                </c:pt>
                <c:pt idx="2024">
                  <c:v>1.6813163889990063E-2</c:v>
                </c:pt>
                <c:pt idx="2025">
                  <c:v>1.6566262031357065E-2</c:v>
                </c:pt>
                <c:pt idx="2026">
                  <c:v>1.6539075293156957E-2</c:v>
                </c:pt>
                <c:pt idx="2027">
                  <c:v>1.6478621563053322E-2</c:v>
                </c:pt>
                <c:pt idx="2028">
                  <c:v>1.6922096712605673E-2</c:v>
                </c:pt>
                <c:pt idx="2029">
                  <c:v>1.8223125922619255E-2</c:v>
                </c:pt>
                <c:pt idx="2030">
                  <c:v>1.8094884230588654E-2</c:v>
                </c:pt>
                <c:pt idx="2031">
                  <c:v>1.7984784554317956E-2</c:v>
                </c:pt>
                <c:pt idx="2032">
                  <c:v>1.8145110230777174E-2</c:v>
                </c:pt>
                <c:pt idx="2033">
                  <c:v>1.7976263170914459E-2</c:v>
                </c:pt>
                <c:pt idx="2034">
                  <c:v>1.7982879370010217E-2</c:v>
                </c:pt>
                <c:pt idx="2035">
                  <c:v>1.7980850822229669E-2</c:v>
                </c:pt>
                <c:pt idx="2036">
                  <c:v>2.0714677955519126E-2</c:v>
                </c:pt>
                <c:pt idx="2037">
                  <c:v>1.9417724864270937E-2</c:v>
                </c:pt>
                <c:pt idx="2038">
                  <c:v>1.6315668287191474E-2</c:v>
                </c:pt>
                <c:pt idx="2039">
                  <c:v>1.6410171119594412E-2</c:v>
                </c:pt>
                <c:pt idx="2040">
                  <c:v>1.6117440406980686E-2</c:v>
                </c:pt>
                <c:pt idx="2041">
                  <c:v>1.5560934259281329E-2</c:v>
                </c:pt>
                <c:pt idx="2042">
                  <c:v>1.580819859359105E-2</c:v>
                </c:pt>
                <c:pt idx="2043">
                  <c:v>1.5423745227538761E-2</c:v>
                </c:pt>
                <c:pt idx="2044">
                  <c:v>1.5411316473823622E-2</c:v>
                </c:pt>
                <c:pt idx="2045">
                  <c:v>1.5386047093158292E-2</c:v>
                </c:pt>
                <c:pt idx="2046">
                  <c:v>1.5427635225338132E-2</c:v>
                </c:pt>
                <c:pt idx="2047">
                  <c:v>1.508392838247509E-2</c:v>
                </c:pt>
                <c:pt idx="2048">
                  <c:v>1.4264290338797938E-2</c:v>
                </c:pt>
                <c:pt idx="2049">
                  <c:v>1.4473671602861303E-2</c:v>
                </c:pt>
                <c:pt idx="2050">
                  <c:v>1.5375427380171697E-2</c:v>
                </c:pt>
                <c:pt idx="2051">
                  <c:v>1.5541367928274451E-2</c:v>
                </c:pt>
                <c:pt idx="2052">
                  <c:v>1.555087913517551E-2</c:v>
                </c:pt>
                <c:pt idx="2053">
                  <c:v>1.5692402486146798E-2</c:v>
                </c:pt>
                <c:pt idx="2054">
                  <c:v>1.5670391108238656E-2</c:v>
                </c:pt>
                <c:pt idx="2055">
                  <c:v>1.1035325592496405E-2</c:v>
                </c:pt>
                <c:pt idx="2056">
                  <c:v>1.1480580173002268E-2</c:v>
                </c:pt>
                <c:pt idx="2057">
                  <c:v>1.1527311553947239E-2</c:v>
                </c:pt>
                <c:pt idx="2058">
                  <c:v>1.1613358739306441E-2</c:v>
                </c:pt>
                <c:pt idx="2059">
                  <c:v>1.1660899130977627E-2</c:v>
                </c:pt>
                <c:pt idx="2060">
                  <c:v>1.1788716452107842E-2</c:v>
                </c:pt>
                <c:pt idx="2061">
                  <c:v>1.2023125569931731E-2</c:v>
                </c:pt>
                <c:pt idx="2062">
                  <c:v>1.2027242211931424E-2</c:v>
                </c:pt>
                <c:pt idx="2063">
                  <c:v>1.2059905902611199E-2</c:v>
                </c:pt>
                <c:pt idx="2064">
                  <c:v>1.241947133333603E-2</c:v>
                </c:pt>
                <c:pt idx="2065">
                  <c:v>1.2410725459580807E-2</c:v>
                </c:pt>
                <c:pt idx="2066">
                  <c:v>1.2456734195784032E-2</c:v>
                </c:pt>
                <c:pt idx="2067">
                  <c:v>1.1354539805275317E-2</c:v>
                </c:pt>
                <c:pt idx="2068">
                  <c:v>1.1259835276081161E-2</c:v>
                </c:pt>
                <c:pt idx="2069">
                  <c:v>9.116289989639521E-3</c:v>
                </c:pt>
                <c:pt idx="2070">
                  <c:v>9.4789757333718933E-3</c:v>
                </c:pt>
                <c:pt idx="2071">
                  <c:v>9.6862658273846255E-3</c:v>
                </c:pt>
                <c:pt idx="2072">
                  <c:v>9.7271800485952166E-3</c:v>
                </c:pt>
                <c:pt idx="2073">
                  <c:v>9.5010766623766507E-3</c:v>
                </c:pt>
                <c:pt idx="2074">
                  <c:v>9.5168833172114466E-3</c:v>
                </c:pt>
                <c:pt idx="2075">
                  <c:v>9.3659379834120562E-3</c:v>
                </c:pt>
                <c:pt idx="2076">
                  <c:v>1.0433036341425393E-2</c:v>
                </c:pt>
                <c:pt idx="2077">
                  <c:v>1.0022071685015527E-2</c:v>
                </c:pt>
                <c:pt idx="2078">
                  <c:v>1.4283650351111534E-2</c:v>
                </c:pt>
                <c:pt idx="2079">
                  <c:v>1.4243744136179267E-2</c:v>
                </c:pt>
                <c:pt idx="2080">
                  <c:v>1.4123385821826864E-2</c:v>
                </c:pt>
                <c:pt idx="2081">
                  <c:v>1.474486819402092E-2</c:v>
                </c:pt>
                <c:pt idx="2082">
                  <c:v>1.4730109094996665E-2</c:v>
                </c:pt>
                <c:pt idx="2083">
                  <c:v>1.4764152147077384E-2</c:v>
                </c:pt>
                <c:pt idx="2084">
                  <c:v>1.4652314423468567E-2</c:v>
                </c:pt>
                <c:pt idx="2085">
                  <c:v>1.4663827804646716E-2</c:v>
                </c:pt>
                <c:pt idx="2086">
                  <c:v>1.485894774210242E-2</c:v>
                </c:pt>
                <c:pt idx="2087">
                  <c:v>1.5033061448559502E-2</c:v>
                </c:pt>
                <c:pt idx="2088">
                  <c:v>1.5008419986975084E-2</c:v>
                </c:pt>
                <c:pt idx="2089">
                  <c:v>1.4899957616868775E-2</c:v>
                </c:pt>
                <c:pt idx="2090">
                  <c:v>1.4788758222062333E-2</c:v>
                </c:pt>
                <c:pt idx="2091">
                  <c:v>1.7183572824745679E-2</c:v>
                </c:pt>
                <c:pt idx="2092">
                  <c:v>1.7175654243627162E-2</c:v>
                </c:pt>
                <c:pt idx="2093">
                  <c:v>1.6970422340451336E-2</c:v>
                </c:pt>
                <c:pt idx="2094">
                  <c:v>1.7186925196909481E-2</c:v>
                </c:pt>
                <c:pt idx="2095">
                  <c:v>1.6287659032142025E-2</c:v>
                </c:pt>
                <c:pt idx="2096">
                  <c:v>1.6287580127042265E-2</c:v>
                </c:pt>
                <c:pt idx="2097">
                  <c:v>1.3284785497932957E-2</c:v>
                </c:pt>
                <c:pt idx="2098">
                  <c:v>1.3391996036785906E-2</c:v>
                </c:pt>
                <c:pt idx="2099">
                  <c:v>1.3141618301466162E-2</c:v>
                </c:pt>
                <c:pt idx="2100">
                  <c:v>1.1424936011806821E-2</c:v>
                </c:pt>
                <c:pt idx="2101">
                  <c:v>1.1465331619923877E-2</c:v>
                </c:pt>
                <c:pt idx="2102">
                  <c:v>1.165115962270555E-2</c:v>
                </c:pt>
                <c:pt idx="2103">
                  <c:v>1.1776755571972096E-2</c:v>
                </c:pt>
                <c:pt idx="2104">
                  <c:v>1.1736241715445784E-2</c:v>
                </c:pt>
                <c:pt idx="2105">
                  <c:v>1.1542079690494169E-2</c:v>
                </c:pt>
                <c:pt idx="2106">
                  <c:v>1.1401715427382124E-2</c:v>
                </c:pt>
                <c:pt idx="2107">
                  <c:v>1.1522819381696438E-2</c:v>
                </c:pt>
                <c:pt idx="2108">
                  <c:v>1.1251667175243035E-2</c:v>
                </c:pt>
                <c:pt idx="2109">
                  <c:v>1.1169008619563176E-2</c:v>
                </c:pt>
                <c:pt idx="2110">
                  <c:v>7.0340901030720012E-3</c:v>
                </c:pt>
                <c:pt idx="2111">
                  <c:v>7.2767041979095387E-3</c:v>
                </c:pt>
                <c:pt idx="2112">
                  <c:v>7.2242295378248441E-3</c:v>
                </c:pt>
                <c:pt idx="2113">
                  <c:v>7.3437047524626932E-3</c:v>
                </c:pt>
                <c:pt idx="2114">
                  <c:v>7.4355856425783818E-3</c:v>
                </c:pt>
                <c:pt idx="2115">
                  <c:v>7.2769373844911948E-3</c:v>
                </c:pt>
                <c:pt idx="2116">
                  <c:v>7.3516566337916301E-3</c:v>
                </c:pt>
                <c:pt idx="2117">
                  <c:v>7.8477941304383823E-3</c:v>
                </c:pt>
                <c:pt idx="2118">
                  <c:v>9.4304691969673386E-3</c:v>
                </c:pt>
                <c:pt idx="2119">
                  <c:v>9.4299806487568635E-3</c:v>
                </c:pt>
                <c:pt idx="2120">
                  <c:v>9.4402988357737382E-3</c:v>
                </c:pt>
                <c:pt idx="2121">
                  <c:v>9.505252297818078E-3</c:v>
                </c:pt>
                <c:pt idx="2122">
                  <c:v>1.1168979207721473E-2</c:v>
                </c:pt>
                <c:pt idx="2123">
                  <c:v>1.2809053759072934E-2</c:v>
                </c:pt>
                <c:pt idx="2124">
                  <c:v>1.4799154825577403E-2</c:v>
                </c:pt>
                <c:pt idx="2125">
                  <c:v>1.5462783528893199E-2</c:v>
                </c:pt>
                <c:pt idx="2126">
                  <c:v>1.5470621891717816E-2</c:v>
                </c:pt>
                <c:pt idx="2127">
                  <c:v>1.5481393581574507E-2</c:v>
                </c:pt>
                <c:pt idx="2128">
                  <c:v>1.5580698958882231E-2</c:v>
                </c:pt>
                <c:pt idx="2129">
                  <c:v>1.5243482490579656E-2</c:v>
                </c:pt>
                <c:pt idx="2130">
                  <c:v>1.5046388892571601E-2</c:v>
                </c:pt>
                <c:pt idx="2131">
                  <c:v>1.5057890059289033E-2</c:v>
                </c:pt>
                <c:pt idx="2132">
                  <c:v>1.5023418059120009E-2</c:v>
                </c:pt>
                <c:pt idx="2133">
                  <c:v>1.4982274809529817E-2</c:v>
                </c:pt>
                <c:pt idx="2134">
                  <c:v>1.5058498307409924E-2</c:v>
                </c:pt>
                <c:pt idx="2135">
                  <c:v>1.5022276556957639E-2</c:v>
                </c:pt>
                <c:pt idx="2136">
                  <c:v>1.5194972671292524E-2</c:v>
                </c:pt>
                <c:pt idx="2137">
                  <c:v>1.3749741383327888E-2</c:v>
                </c:pt>
                <c:pt idx="2138">
                  <c:v>1.3548079487985148E-2</c:v>
                </c:pt>
                <c:pt idx="2139">
                  <c:v>1.3600382062846949E-2</c:v>
                </c:pt>
                <c:pt idx="2140">
                  <c:v>1.286940959412335E-2</c:v>
                </c:pt>
                <c:pt idx="2141">
                  <c:v>1.2317714834581817E-2</c:v>
                </c:pt>
                <c:pt idx="2142">
                  <c:v>1.1441528450452085E-2</c:v>
                </c:pt>
                <c:pt idx="2143">
                  <c:v>9.6472992409066868E-3</c:v>
                </c:pt>
                <c:pt idx="2144">
                  <c:v>8.0459864118615828E-3</c:v>
                </c:pt>
                <c:pt idx="2145">
                  <c:v>1.1650322382638356E-2</c:v>
                </c:pt>
                <c:pt idx="2146">
                  <c:v>1.1543015048932237E-2</c:v>
                </c:pt>
                <c:pt idx="2147">
                  <c:v>1.2010413375699837E-2</c:v>
                </c:pt>
                <c:pt idx="2148">
                  <c:v>1.2016011143128794E-2</c:v>
                </c:pt>
                <c:pt idx="2149">
                  <c:v>1.2269359469818681E-2</c:v>
                </c:pt>
                <c:pt idx="2150">
                  <c:v>1.2149097717859597E-2</c:v>
                </c:pt>
                <c:pt idx="2151">
                  <c:v>1.2224885998364179E-2</c:v>
                </c:pt>
                <c:pt idx="2152">
                  <c:v>1.2253940074944424E-2</c:v>
                </c:pt>
                <c:pt idx="2153">
                  <c:v>1.2783096513080761E-2</c:v>
                </c:pt>
                <c:pt idx="2154">
                  <c:v>1.2874879280401088E-2</c:v>
                </c:pt>
                <c:pt idx="2155">
                  <c:v>1.2584581392434282E-2</c:v>
                </c:pt>
                <c:pt idx="2156">
                  <c:v>1.2577612317705272E-2</c:v>
                </c:pt>
                <c:pt idx="2157">
                  <c:v>1.2282655598925513E-2</c:v>
                </c:pt>
                <c:pt idx="2158">
                  <c:v>1.3855590753094981E-2</c:v>
                </c:pt>
                <c:pt idx="2159">
                  <c:v>1.6077650240341992E-2</c:v>
                </c:pt>
                <c:pt idx="2160">
                  <c:v>1.6092599937573466E-2</c:v>
                </c:pt>
                <c:pt idx="2161">
                  <c:v>1.6346035534931889E-2</c:v>
                </c:pt>
                <c:pt idx="2162">
                  <c:v>1.6827094203384348E-2</c:v>
                </c:pt>
                <c:pt idx="2163">
                  <c:v>1.7162327814151893E-2</c:v>
                </c:pt>
                <c:pt idx="2164">
                  <c:v>1.4310714886304537E-2</c:v>
                </c:pt>
                <c:pt idx="2165">
                  <c:v>1.4738932477675821E-2</c:v>
                </c:pt>
                <c:pt idx="2166">
                  <c:v>1.5379605721143495E-2</c:v>
                </c:pt>
                <c:pt idx="2167">
                  <c:v>1.5468436533490322E-2</c:v>
                </c:pt>
                <c:pt idx="2168">
                  <c:v>1.5512075532699785E-2</c:v>
                </c:pt>
                <c:pt idx="2169">
                  <c:v>1.5498666434381511E-2</c:v>
                </c:pt>
                <c:pt idx="2170">
                  <c:v>1.5524662143665621E-2</c:v>
                </c:pt>
                <c:pt idx="2171">
                  <c:v>1.5708015655267693E-2</c:v>
                </c:pt>
                <c:pt idx="2172">
                  <c:v>1.517356737153092E-2</c:v>
                </c:pt>
                <c:pt idx="2173">
                  <c:v>1.5130119115180463E-2</c:v>
                </c:pt>
                <c:pt idx="2174">
                  <c:v>1.5502538518283121E-2</c:v>
                </c:pt>
                <c:pt idx="2175">
                  <c:v>1.5523640585621831E-2</c:v>
                </c:pt>
                <c:pt idx="2176">
                  <c:v>1.5476183389995537E-2</c:v>
                </c:pt>
                <c:pt idx="2177">
                  <c:v>1.4045083980665913E-2</c:v>
                </c:pt>
                <c:pt idx="2178">
                  <c:v>1.0881941772598717E-2</c:v>
                </c:pt>
                <c:pt idx="2179">
                  <c:v>1.1430925408964576E-2</c:v>
                </c:pt>
                <c:pt idx="2180">
                  <c:v>1.1210175219053816E-2</c:v>
                </c:pt>
                <c:pt idx="2181">
                  <c:v>1.0233372208346714E-2</c:v>
                </c:pt>
                <c:pt idx="2182">
                  <c:v>1.0238416666186323E-2</c:v>
                </c:pt>
                <c:pt idx="2183">
                  <c:v>1.0639226691911157E-2</c:v>
                </c:pt>
                <c:pt idx="2184">
                  <c:v>1.0407135305049704E-2</c:v>
                </c:pt>
                <c:pt idx="2185">
                  <c:v>9.6087826057413353E-3</c:v>
                </c:pt>
                <c:pt idx="2186">
                  <c:v>9.5038096328361483E-3</c:v>
                </c:pt>
                <c:pt idx="2187">
                  <c:v>1.2025164589447135E-2</c:v>
                </c:pt>
                <c:pt idx="2188">
                  <c:v>1.2017669912501264E-2</c:v>
                </c:pt>
                <c:pt idx="2189">
                  <c:v>1.210005958776671E-2</c:v>
                </c:pt>
                <c:pt idx="2190">
                  <c:v>1.1954754228934729E-2</c:v>
                </c:pt>
                <c:pt idx="2191">
                  <c:v>1.1582413012889795E-2</c:v>
                </c:pt>
                <c:pt idx="2192">
                  <c:v>1.1681110802276018E-2</c:v>
                </c:pt>
                <c:pt idx="2193">
                  <c:v>1.1085422412686261E-2</c:v>
                </c:pt>
                <c:pt idx="2194">
                  <c:v>1.1046293744313504E-2</c:v>
                </c:pt>
                <c:pt idx="2195">
                  <c:v>1.0986086549450286E-2</c:v>
                </c:pt>
                <c:pt idx="2196">
                  <c:v>1.1586635106233324E-2</c:v>
                </c:pt>
                <c:pt idx="2197">
                  <c:v>1.1623559988292129E-2</c:v>
                </c:pt>
                <c:pt idx="2198">
                  <c:v>1.1561685760855398E-2</c:v>
                </c:pt>
                <c:pt idx="2199">
                  <c:v>1.1577143487244611E-2</c:v>
                </c:pt>
                <c:pt idx="2200">
                  <c:v>1.1432308946272379E-2</c:v>
                </c:pt>
                <c:pt idx="2201">
                  <c:v>1.1689481757122441E-2</c:v>
                </c:pt>
                <c:pt idx="2202">
                  <c:v>1.1043658437774759E-2</c:v>
                </c:pt>
                <c:pt idx="2203">
                  <c:v>1.1403160919851668E-2</c:v>
                </c:pt>
                <c:pt idx="2204">
                  <c:v>1.0152886635242123E-2</c:v>
                </c:pt>
                <c:pt idx="2205">
                  <c:v>1.0428269896294765E-2</c:v>
                </c:pt>
                <c:pt idx="2206">
                  <c:v>8.2160067528324922E-3</c:v>
                </c:pt>
                <c:pt idx="2207">
                  <c:v>8.9870898969750378E-3</c:v>
                </c:pt>
                <c:pt idx="2208">
                  <c:v>9.24495574801165E-3</c:v>
                </c:pt>
                <c:pt idx="2209">
                  <c:v>9.3214838051827349E-3</c:v>
                </c:pt>
                <c:pt idx="2210">
                  <c:v>1.089747650876321E-2</c:v>
                </c:pt>
                <c:pt idx="2211">
                  <c:v>1.082709858338717E-2</c:v>
                </c:pt>
                <c:pt idx="2212">
                  <c:v>1.0815178192780819E-2</c:v>
                </c:pt>
                <c:pt idx="2213">
                  <c:v>1.0814596005025063E-2</c:v>
                </c:pt>
                <c:pt idx="2214">
                  <c:v>1.4507684677371754E-2</c:v>
                </c:pt>
                <c:pt idx="2215">
                  <c:v>1.4070710938663513E-2</c:v>
                </c:pt>
                <c:pt idx="2216">
                  <c:v>1.4020330407446838E-2</c:v>
                </c:pt>
                <c:pt idx="2217">
                  <c:v>1.3879249938980112E-2</c:v>
                </c:pt>
                <c:pt idx="2218">
                  <c:v>1.6698028937314754E-2</c:v>
                </c:pt>
                <c:pt idx="2219">
                  <c:v>1.6726502146249791E-2</c:v>
                </c:pt>
                <c:pt idx="2220">
                  <c:v>1.6585682733572915E-2</c:v>
                </c:pt>
                <c:pt idx="2221">
                  <c:v>1.6816094603830441E-2</c:v>
                </c:pt>
                <c:pt idx="2222">
                  <c:v>1.6544868230864651E-2</c:v>
                </c:pt>
                <c:pt idx="2223">
                  <c:v>1.6566991223366009E-2</c:v>
                </c:pt>
                <c:pt idx="2224">
                  <c:v>1.7185214125769815E-2</c:v>
                </c:pt>
                <c:pt idx="2225">
                  <c:v>1.7183991041803216E-2</c:v>
                </c:pt>
                <c:pt idx="2226">
                  <c:v>1.8436665414866969E-2</c:v>
                </c:pt>
                <c:pt idx="2227">
                  <c:v>1.8177347997651951E-2</c:v>
                </c:pt>
                <c:pt idx="2228">
                  <c:v>1.8086381572992683E-2</c:v>
                </c:pt>
                <c:pt idx="2229">
                  <c:v>1.7465281636669466E-2</c:v>
                </c:pt>
                <c:pt idx="2230">
                  <c:v>1.8442548780091626E-2</c:v>
                </c:pt>
                <c:pt idx="2231">
                  <c:v>1.8561456757744232E-2</c:v>
                </c:pt>
                <c:pt idx="2232">
                  <c:v>1.8568073941180846E-2</c:v>
                </c:pt>
                <c:pt idx="2233">
                  <c:v>1.5158364864925479E-2</c:v>
                </c:pt>
                <c:pt idx="2234">
                  <c:v>1.5501188662182834E-2</c:v>
                </c:pt>
                <c:pt idx="2235">
                  <c:v>1.5511881741060661E-2</c:v>
                </c:pt>
                <c:pt idx="2236">
                  <c:v>1.5482824642917756E-2</c:v>
                </c:pt>
                <c:pt idx="2237">
                  <c:v>1.3233299244663236E-2</c:v>
                </c:pt>
                <c:pt idx="2238">
                  <c:v>1.2924457872734369E-2</c:v>
                </c:pt>
                <c:pt idx="2239">
                  <c:v>1.2930636329541965E-2</c:v>
                </c:pt>
                <c:pt idx="2240">
                  <c:v>1.2783252680435002E-2</c:v>
                </c:pt>
                <c:pt idx="2241">
                  <c:v>1.3014970462763032E-2</c:v>
                </c:pt>
                <c:pt idx="2242">
                  <c:v>1.3064163476883059E-2</c:v>
                </c:pt>
                <c:pt idx="2243">
                  <c:v>1.1406637048547668E-2</c:v>
                </c:pt>
                <c:pt idx="2244">
                  <c:v>1.2026190030511504E-2</c:v>
                </c:pt>
                <c:pt idx="2245">
                  <c:v>1.170435072314702E-2</c:v>
                </c:pt>
                <c:pt idx="2246">
                  <c:v>1.1506928403581612E-2</c:v>
                </c:pt>
                <c:pt idx="2247">
                  <c:v>1.1223225404030576E-2</c:v>
                </c:pt>
                <c:pt idx="2248">
                  <c:v>1.1203620222211708E-2</c:v>
                </c:pt>
                <c:pt idx="2249">
                  <c:v>9.7067634714104681E-3</c:v>
                </c:pt>
                <c:pt idx="2250">
                  <c:v>9.4683837407112809E-3</c:v>
                </c:pt>
                <c:pt idx="2251">
                  <c:v>9.9753545783234226E-3</c:v>
                </c:pt>
                <c:pt idx="2252">
                  <c:v>9.908584379771079E-3</c:v>
                </c:pt>
                <c:pt idx="2253">
                  <c:v>9.4140192093551175E-3</c:v>
                </c:pt>
                <c:pt idx="2254">
                  <c:v>9.8518462878575807E-3</c:v>
                </c:pt>
                <c:pt idx="2255">
                  <c:v>9.8144108665619081E-3</c:v>
                </c:pt>
                <c:pt idx="2256">
                  <c:v>9.609104367689322E-3</c:v>
                </c:pt>
                <c:pt idx="2257">
                  <c:v>9.6485239695643411E-3</c:v>
                </c:pt>
                <c:pt idx="2258">
                  <c:v>9.5412278497783321E-3</c:v>
                </c:pt>
                <c:pt idx="2259">
                  <c:v>1.2667738256440492E-2</c:v>
                </c:pt>
                <c:pt idx="2260">
                  <c:v>1.3263931440489282E-2</c:v>
                </c:pt>
                <c:pt idx="2261">
                  <c:v>1.4004169493556342E-2</c:v>
                </c:pt>
                <c:pt idx="2262">
                  <c:v>1.4219163747887318E-2</c:v>
                </c:pt>
                <c:pt idx="2263">
                  <c:v>1.3984026999359913E-2</c:v>
                </c:pt>
                <c:pt idx="2264">
                  <c:v>1.4119768377611197E-2</c:v>
                </c:pt>
                <c:pt idx="2265">
                  <c:v>1.417028303700486E-2</c:v>
                </c:pt>
                <c:pt idx="2266">
                  <c:v>1.4291380918016712E-2</c:v>
                </c:pt>
                <c:pt idx="2267">
                  <c:v>1.5311733057122376E-2</c:v>
                </c:pt>
                <c:pt idx="2268">
                  <c:v>1.6060282839339395E-2</c:v>
                </c:pt>
                <c:pt idx="2269">
                  <c:v>1.6065648169747659E-2</c:v>
                </c:pt>
                <c:pt idx="2270">
                  <c:v>1.763180341308827E-2</c:v>
                </c:pt>
                <c:pt idx="2271">
                  <c:v>1.7648395058512043E-2</c:v>
                </c:pt>
                <c:pt idx="2272">
                  <c:v>1.8443054791383789E-2</c:v>
                </c:pt>
                <c:pt idx="2273">
                  <c:v>1.8367545538013483E-2</c:v>
                </c:pt>
                <c:pt idx="2274">
                  <c:v>1.8434221048444676E-2</c:v>
                </c:pt>
                <c:pt idx="2275">
                  <c:v>1.8666429413469333E-2</c:v>
                </c:pt>
                <c:pt idx="2276">
                  <c:v>1.8982751045256544E-2</c:v>
                </c:pt>
                <c:pt idx="2277">
                  <c:v>1.8825100292228933E-2</c:v>
                </c:pt>
                <c:pt idx="2278">
                  <c:v>1.6848689150225336E-2</c:v>
                </c:pt>
                <c:pt idx="2279">
                  <c:v>1.6333577112903893E-2</c:v>
                </c:pt>
                <c:pt idx="2280">
                  <c:v>1.5910031122983011E-2</c:v>
                </c:pt>
                <c:pt idx="2281">
                  <c:v>1.574505670986627E-2</c:v>
                </c:pt>
                <c:pt idx="2282">
                  <c:v>1.5850495638709779E-2</c:v>
                </c:pt>
                <c:pt idx="2283">
                  <c:v>1.4605450939481315E-2</c:v>
                </c:pt>
                <c:pt idx="2284">
                  <c:v>1.4595442871596294E-2</c:v>
                </c:pt>
                <c:pt idx="2285">
                  <c:v>1.4578759717940142E-2</c:v>
                </c:pt>
                <c:pt idx="2286">
                  <c:v>1.3885989058078465E-2</c:v>
                </c:pt>
                <c:pt idx="2287">
                  <c:v>1.2939401807001736E-2</c:v>
                </c:pt>
                <c:pt idx="2288">
                  <c:v>1.2776448772298866E-2</c:v>
                </c:pt>
                <c:pt idx="2289">
                  <c:v>1.1845845185367054E-2</c:v>
                </c:pt>
                <c:pt idx="2290">
                  <c:v>1.1964937931785852E-2</c:v>
                </c:pt>
                <c:pt idx="2291">
                  <c:v>1.4168702651126627E-2</c:v>
                </c:pt>
                <c:pt idx="2292">
                  <c:v>1.4623258055033523E-2</c:v>
                </c:pt>
                <c:pt idx="2293">
                  <c:v>1.4361569387616553E-2</c:v>
                </c:pt>
                <c:pt idx="2294">
                  <c:v>1.6001381751603629E-2</c:v>
                </c:pt>
                <c:pt idx="2295">
                  <c:v>1.541111518959325E-2</c:v>
                </c:pt>
                <c:pt idx="2296">
                  <c:v>1.5360966440973088E-2</c:v>
                </c:pt>
                <c:pt idx="2297">
                  <c:v>1.5300856972020301E-2</c:v>
                </c:pt>
                <c:pt idx="2298">
                  <c:v>1.5246523479429711E-2</c:v>
                </c:pt>
                <c:pt idx="2299">
                  <c:v>1.5915771325735996E-2</c:v>
                </c:pt>
                <c:pt idx="2300">
                  <c:v>1.5940011562397268E-2</c:v>
                </c:pt>
                <c:pt idx="2301">
                  <c:v>1.6394437268189996E-2</c:v>
                </c:pt>
                <c:pt idx="2302">
                  <c:v>1.7065260164806161E-2</c:v>
                </c:pt>
                <c:pt idx="2303">
                  <c:v>1.7150790723292925E-2</c:v>
                </c:pt>
                <c:pt idx="2304">
                  <c:v>1.7748629741636303E-2</c:v>
                </c:pt>
                <c:pt idx="2305">
                  <c:v>1.7713600706172082E-2</c:v>
                </c:pt>
                <c:pt idx="2306">
                  <c:v>1.7846355598551106E-2</c:v>
                </c:pt>
              </c:numCache>
            </c:numRef>
          </c:val>
          <c:smooth val="0"/>
          <c:extLst>
            <c:ext xmlns:c16="http://schemas.microsoft.com/office/drawing/2014/chart" uri="{C3380CC4-5D6E-409C-BE32-E72D297353CC}">
              <c16:uniqueId val="{00000000-4FEA-7A49-B5A2-C47ED4EC95C2}"/>
            </c:ext>
          </c:extLst>
        </c:ser>
        <c:ser>
          <c:idx val="1"/>
          <c:order val="1"/>
          <c:tx>
            <c:strRef>
              <c:f>FX!$FI$2</c:f>
              <c:strCache>
                <c:ptCount val="1"/>
                <c:pt idx="0">
                  <c:v>NIFTY Bank</c:v>
                </c:pt>
              </c:strCache>
            </c:strRef>
          </c:tx>
          <c:spPr>
            <a:ln w="12700" cap="rnd">
              <a:solidFill>
                <a:srgbClr val="0096FF"/>
              </a:solidFill>
              <a:round/>
            </a:ln>
            <a:effectLst/>
          </c:spPr>
          <c:marker>
            <c:symbol val="none"/>
          </c:marker>
          <c:cat>
            <c:numRef>
              <c:f>FX!$FG$3:$FG$2309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FX!$FI$3:$FI$2309</c:f>
              <c:numCache>
                <c:formatCode>0.00%</c:formatCode>
                <c:ptCount val="2307"/>
                <c:pt idx="0">
                  <c:v>1.9175986857925931E-2</c:v>
                </c:pt>
                <c:pt idx="1">
                  <c:v>1.8992111721158649E-2</c:v>
                </c:pt>
                <c:pt idx="2">
                  <c:v>1.9855748647981196E-2</c:v>
                </c:pt>
                <c:pt idx="3">
                  <c:v>1.8430186381119488E-2</c:v>
                </c:pt>
                <c:pt idx="4">
                  <c:v>1.8490352035897353E-2</c:v>
                </c:pt>
                <c:pt idx="5">
                  <c:v>1.7680014763337408E-2</c:v>
                </c:pt>
                <c:pt idx="6">
                  <c:v>1.8777913793662525E-2</c:v>
                </c:pt>
                <c:pt idx="7">
                  <c:v>1.9255100965122635E-2</c:v>
                </c:pt>
                <c:pt idx="8">
                  <c:v>1.9426271902084936E-2</c:v>
                </c:pt>
                <c:pt idx="9">
                  <c:v>1.9347125352583965E-2</c:v>
                </c:pt>
                <c:pt idx="10">
                  <c:v>1.7016436289883995E-2</c:v>
                </c:pt>
                <c:pt idx="11">
                  <c:v>1.7053089756032133E-2</c:v>
                </c:pt>
                <c:pt idx="12">
                  <c:v>1.6932579875074145E-2</c:v>
                </c:pt>
                <c:pt idx="13">
                  <c:v>1.5525758338934471E-2</c:v>
                </c:pt>
                <c:pt idx="14">
                  <c:v>1.5470995015864982E-2</c:v>
                </c:pt>
                <c:pt idx="15">
                  <c:v>1.5088589654527246E-2</c:v>
                </c:pt>
                <c:pt idx="16">
                  <c:v>1.3424045441836827E-2</c:v>
                </c:pt>
                <c:pt idx="17">
                  <c:v>1.5903102526710098E-2</c:v>
                </c:pt>
                <c:pt idx="18">
                  <c:v>1.7946487763679131E-2</c:v>
                </c:pt>
                <c:pt idx="19">
                  <c:v>1.6095981691407028E-2</c:v>
                </c:pt>
                <c:pt idx="20">
                  <c:v>1.6536670726193574E-2</c:v>
                </c:pt>
                <c:pt idx="21">
                  <c:v>1.5690929399791706E-2</c:v>
                </c:pt>
                <c:pt idx="22">
                  <c:v>1.7791836249444259E-2</c:v>
                </c:pt>
                <c:pt idx="23">
                  <c:v>1.7715222405959838E-2</c:v>
                </c:pt>
                <c:pt idx="24">
                  <c:v>1.7510327373564605E-2</c:v>
                </c:pt>
                <c:pt idx="25">
                  <c:v>1.6335106754541032E-2</c:v>
                </c:pt>
                <c:pt idx="26">
                  <c:v>1.634707295442963E-2</c:v>
                </c:pt>
                <c:pt idx="27">
                  <c:v>1.6054627787731486E-2</c:v>
                </c:pt>
                <c:pt idx="28">
                  <c:v>1.6390451238851671E-2</c:v>
                </c:pt>
                <c:pt idx="29">
                  <c:v>1.6302114987572402E-2</c:v>
                </c:pt>
                <c:pt idx="30">
                  <c:v>1.6538694510942909E-2</c:v>
                </c:pt>
                <c:pt idx="31">
                  <c:v>1.6693239248494363E-2</c:v>
                </c:pt>
                <c:pt idx="32">
                  <c:v>1.6659633953505854E-2</c:v>
                </c:pt>
                <c:pt idx="33">
                  <c:v>1.6676678743604657E-2</c:v>
                </c:pt>
                <c:pt idx="34">
                  <c:v>1.666932163537432E-2</c:v>
                </c:pt>
                <c:pt idx="35">
                  <c:v>1.7977608996280613E-2</c:v>
                </c:pt>
                <c:pt idx="36">
                  <c:v>1.9478595047938668E-2</c:v>
                </c:pt>
                <c:pt idx="37">
                  <c:v>1.7825203620963577E-2</c:v>
                </c:pt>
                <c:pt idx="38">
                  <c:v>1.7450559250648496E-2</c:v>
                </c:pt>
                <c:pt idx="39">
                  <c:v>1.7216274390873244E-2</c:v>
                </c:pt>
                <c:pt idx="40">
                  <c:v>1.8521810677270153E-2</c:v>
                </c:pt>
                <c:pt idx="41">
                  <c:v>1.6556680244020159E-2</c:v>
                </c:pt>
                <c:pt idx="42">
                  <c:v>1.654020566398965E-2</c:v>
                </c:pt>
                <c:pt idx="43">
                  <c:v>1.6555174857822888E-2</c:v>
                </c:pt>
                <c:pt idx="44">
                  <c:v>1.67371505100899E-2</c:v>
                </c:pt>
                <c:pt idx="45">
                  <c:v>1.6489967820319695E-2</c:v>
                </c:pt>
                <c:pt idx="46">
                  <c:v>1.6508506201668497E-2</c:v>
                </c:pt>
                <c:pt idx="47">
                  <c:v>1.629678863027886E-2</c:v>
                </c:pt>
                <c:pt idx="48">
                  <c:v>1.6216148592258128E-2</c:v>
                </c:pt>
                <c:pt idx="49">
                  <c:v>1.6346068108153814E-2</c:v>
                </c:pt>
                <c:pt idx="50">
                  <c:v>1.6505532917844779E-2</c:v>
                </c:pt>
                <c:pt idx="51">
                  <c:v>1.8309967712411349E-2</c:v>
                </c:pt>
                <c:pt idx="52">
                  <c:v>1.8344188417672137E-2</c:v>
                </c:pt>
                <c:pt idx="53">
                  <c:v>1.8348865987052928E-2</c:v>
                </c:pt>
                <c:pt idx="54">
                  <c:v>1.8264474281497252E-2</c:v>
                </c:pt>
                <c:pt idx="55">
                  <c:v>1.5696373826112654E-2</c:v>
                </c:pt>
                <c:pt idx="56">
                  <c:v>1.6585194251607181E-2</c:v>
                </c:pt>
                <c:pt idx="57">
                  <c:v>1.7828640298181851E-2</c:v>
                </c:pt>
                <c:pt idx="58">
                  <c:v>1.9539266594021693E-2</c:v>
                </c:pt>
                <c:pt idx="59">
                  <c:v>1.959470255958707E-2</c:v>
                </c:pt>
                <c:pt idx="60">
                  <c:v>1.9724027494874827E-2</c:v>
                </c:pt>
                <c:pt idx="61">
                  <c:v>1.9868636569169033E-2</c:v>
                </c:pt>
                <c:pt idx="62">
                  <c:v>2.0194483950848576E-2</c:v>
                </c:pt>
                <c:pt idx="63">
                  <c:v>1.9931210094774835E-2</c:v>
                </c:pt>
                <c:pt idx="64">
                  <c:v>1.9643962080497818E-2</c:v>
                </c:pt>
                <c:pt idx="65">
                  <c:v>1.9582540641078953E-2</c:v>
                </c:pt>
                <c:pt idx="66">
                  <c:v>1.9481804964335568E-2</c:v>
                </c:pt>
                <c:pt idx="67">
                  <c:v>1.948497070392799E-2</c:v>
                </c:pt>
                <c:pt idx="68">
                  <c:v>1.9090729963120348E-2</c:v>
                </c:pt>
                <c:pt idx="69">
                  <c:v>1.8731871400320892E-2</c:v>
                </c:pt>
                <c:pt idx="70">
                  <c:v>1.7361903449954443E-2</c:v>
                </c:pt>
                <c:pt idx="71">
                  <c:v>1.7754899478488864E-2</c:v>
                </c:pt>
                <c:pt idx="72">
                  <c:v>1.7743590599158702E-2</c:v>
                </c:pt>
                <c:pt idx="73">
                  <c:v>1.8534011751664234E-2</c:v>
                </c:pt>
                <c:pt idx="74">
                  <c:v>1.7672974040396788E-2</c:v>
                </c:pt>
                <c:pt idx="75">
                  <c:v>1.7023025310288466E-2</c:v>
                </c:pt>
                <c:pt idx="76">
                  <c:v>1.5832447260169219E-2</c:v>
                </c:pt>
                <c:pt idx="77">
                  <c:v>1.3590841620420721E-2</c:v>
                </c:pt>
                <c:pt idx="78">
                  <c:v>1.2024729310743436E-2</c:v>
                </c:pt>
                <c:pt idx="79">
                  <c:v>1.2367239391262332E-2</c:v>
                </c:pt>
                <c:pt idx="80">
                  <c:v>1.3109942374349532E-2</c:v>
                </c:pt>
                <c:pt idx="81">
                  <c:v>1.2912371524473722E-2</c:v>
                </c:pt>
                <c:pt idx="82">
                  <c:v>1.2913671040274622E-2</c:v>
                </c:pt>
                <c:pt idx="83">
                  <c:v>1.2937008826274948E-2</c:v>
                </c:pt>
                <c:pt idx="84">
                  <c:v>1.2927123732213735E-2</c:v>
                </c:pt>
                <c:pt idx="85">
                  <c:v>1.3416890174270652E-2</c:v>
                </c:pt>
                <c:pt idx="86">
                  <c:v>1.3612178600167805E-2</c:v>
                </c:pt>
                <c:pt idx="87">
                  <c:v>1.5412106738843769E-2</c:v>
                </c:pt>
                <c:pt idx="88">
                  <c:v>1.5245079924548686E-2</c:v>
                </c:pt>
                <c:pt idx="89">
                  <c:v>1.5219469351553577E-2</c:v>
                </c:pt>
                <c:pt idx="90">
                  <c:v>1.4789760610735326E-2</c:v>
                </c:pt>
                <c:pt idx="91">
                  <c:v>1.4842476353586093E-2</c:v>
                </c:pt>
                <c:pt idx="92">
                  <c:v>1.2195751450793078E-2</c:v>
                </c:pt>
                <c:pt idx="93">
                  <c:v>1.1655703196896846E-2</c:v>
                </c:pt>
                <c:pt idx="94">
                  <c:v>1.2066780262244061E-2</c:v>
                </c:pt>
                <c:pt idx="95">
                  <c:v>1.1913362461517696E-2</c:v>
                </c:pt>
                <c:pt idx="96">
                  <c:v>1.1498351326211497E-2</c:v>
                </c:pt>
                <c:pt idx="97">
                  <c:v>1.1492161658579461E-2</c:v>
                </c:pt>
                <c:pt idx="98">
                  <c:v>1.1292270054121287E-2</c:v>
                </c:pt>
                <c:pt idx="99">
                  <c:v>1.1036966331098779E-2</c:v>
                </c:pt>
                <c:pt idx="100">
                  <c:v>1.0916041780129684E-2</c:v>
                </c:pt>
                <c:pt idx="101">
                  <c:v>1.0969041359164575E-2</c:v>
                </c:pt>
                <c:pt idx="102">
                  <c:v>1.0980144268591714E-2</c:v>
                </c:pt>
                <c:pt idx="103">
                  <c:v>1.1212804038844391E-2</c:v>
                </c:pt>
                <c:pt idx="104">
                  <c:v>1.1016303414647313E-2</c:v>
                </c:pt>
                <c:pt idx="105">
                  <c:v>1.1382290103581031E-2</c:v>
                </c:pt>
                <c:pt idx="106">
                  <c:v>9.5326061287494459E-3</c:v>
                </c:pt>
                <c:pt idx="107">
                  <c:v>9.6417456173553476E-3</c:v>
                </c:pt>
                <c:pt idx="108">
                  <c:v>1.0633932015327053E-2</c:v>
                </c:pt>
                <c:pt idx="109">
                  <c:v>1.1124339339818623E-2</c:v>
                </c:pt>
                <c:pt idx="110">
                  <c:v>1.1286129908075556E-2</c:v>
                </c:pt>
                <c:pt idx="111">
                  <c:v>1.1497774221003388E-2</c:v>
                </c:pt>
                <c:pt idx="112">
                  <c:v>1.2842054028970666E-2</c:v>
                </c:pt>
                <c:pt idx="113">
                  <c:v>1.2123014833001626E-2</c:v>
                </c:pt>
                <c:pt idx="114">
                  <c:v>1.2178307602311323E-2</c:v>
                </c:pt>
                <c:pt idx="115">
                  <c:v>1.2074881292548073E-2</c:v>
                </c:pt>
                <c:pt idx="116">
                  <c:v>1.2614649647880239E-2</c:v>
                </c:pt>
                <c:pt idx="117">
                  <c:v>1.2862147655105176E-2</c:v>
                </c:pt>
                <c:pt idx="118">
                  <c:v>1.185284510118423E-2</c:v>
                </c:pt>
                <c:pt idx="119">
                  <c:v>1.1845906301553121E-2</c:v>
                </c:pt>
                <c:pt idx="120">
                  <c:v>1.1535907786755967E-2</c:v>
                </c:pt>
                <c:pt idx="121">
                  <c:v>1.1548539735708675E-2</c:v>
                </c:pt>
                <c:pt idx="122">
                  <c:v>1.1447882700143231E-2</c:v>
                </c:pt>
                <c:pt idx="123">
                  <c:v>1.2298295238607137E-2</c:v>
                </c:pt>
                <c:pt idx="124">
                  <c:v>1.4367160240896215E-2</c:v>
                </c:pt>
                <c:pt idx="125">
                  <c:v>1.451732021996519E-2</c:v>
                </c:pt>
                <c:pt idx="126">
                  <c:v>1.612603708217231E-2</c:v>
                </c:pt>
                <c:pt idx="127">
                  <c:v>1.5696627466975373E-2</c:v>
                </c:pt>
                <c:pt idx="128">
                  <c:v>1.5145164708479717E-2</c:v>
                </c:pt>
                <c:pt idx="129">
                  <c:v>1.5752219744032684E-2</c:v>
                </c:pt>
                <c:pt idx="130">
                  <c:v>1.6086258303644678E-2</c:v>
                </c:pt>
                <c:pt idx="131">
                  <c:v>2.325357568162181E-2</c:v>
                </c:pt>
                <c:pt idx="132">
                  <c:v>2.3902424359375375E-2</c:v>
                </c:pt>
                <c:pt idx="133">
                  <c:v>2.3799206447834634E-2</c:v>
                </c:pt>
                <c:pt idx="134">
                  <c:v>2.4373568827876946E-2</c:v>
                </c:pt>
                <c:pt idx="135">
                  <c:v>2.388845553546181E-2</c:v>
                </c:pt>
                <c:pt idx="136">
                  <c:v>2.3557172909356574E-2</c:v>
                </c:pt>
                <c:pt idx="137">
                  <c:v>2.4285474354073716E-2</c:v>
                </c:pt>
                <c:pt idx="138">
                  <c:v>2.4242748215535966E-2</c:v>
                </c:pt>
                <c:pt idx="139">
                  <c:v>2.4791988721686736E-2</c:v>
                </c:pt>
                <c:pt idx="140">
                  <c:v>2.5179924431349473E-2</c:v>
                </c:pt>
                <c:pt idx="141">
                  <c:v>2.5180994689908386E-2</c:v>
                </c:pt>
                <c:pt idx="142">
                  <c:v>2.6957667209332133E-2</c:v>
                </c:pt>
                <c:pt idx="143">
                  <c:v>2.6687911037887497E-2</c:v>
                </c:pt>
                <c:pt idx="144">
                  <c:v>2.657601540578932E-2</c:v>
                </c:pt>
                <c:pt idx="145">
                  <c:v>2.5502345591245174E-2</c:v>
                </c:pt>
                <c:pt idx="146">
                  <c:v>2.6066172146450683E-2</c:v>
                </c:pt>
                <c:pt idx="147">
                  <c:v>2.6120793535462754E-2</c:v>
                </c:pt>
                <c:pt idx="148">
                  <c:v>2.7396980314078462E-2</c:v>
                </c:pt>
                <c:pt idx="149">
                  <c:v>2.7171020479201342E-2</c:v>
                </c:pt>
                <c:pt idx="150">
                  <c:v>2.0880726519321036E-2</c:v>
                </c:pt>
                <c:pt idx="151">
                  <c:v>2.0488507506818899E-2</c:v>
                </c:pt>
                <c:pt idx="152">
                  <c:v>2.0565307867491382E-2</c:v>
                </c:pt>
                <c:pt idx="153">
                  <c:v>2.019457061271215E-2</c:v>
                </c:pt>
                <c:pt idx="154">
                  <c:v>2.0202590458631146E-2</c:v>
                </c:pt>
                <c:pt idx="155">
                  <c:v>2.0121971527270022E-2</c:v>
                </c:pt>
                <c:pt idx="156">
                  <c:v>1.9103360964039681E-2</c:v>
                </c:pt>
                <c:pt idx="157">
                  <c:v>1.8516672721443396E-2</c:v>
                </c:pt>
                <c:pt idx="158">
                  <c:v>1.8441505982836691E-2</c:v>
                </c:pt>
                <c:pt idx="159">
                  <c:v>1.6789592361148024E-2</c:v>
                </c:pt>
                <c:pt idx="160">
                  <c:v>1.5567519519322441E-2</c:v>
                </c:pt>
                <c:pt idx="161">
                  <c:v>1.4536426862595965E-2</c:v>
                </c:pt>
                <c:pt idx="162">
                  <c:v>1.4027686731698486E-2</c:v>
                </c:pt>
                <c:pt idx="163">
                  <c:v>1.3934748670012681E-2</c:v>
                </c:pt>
                <c:pt idx="164">
                  <c:v>1.3992587517827721E-2</c:v>
                </c:pt>
                <c:pt idx="165">
                  <c:v>1.3686926046574779E-2</c:v>
                </c:pt>
                <c:pt idx="166">
                  <c:v>1.3758413811637364E-2</c:v>
                </c:pt>
                <c:pt idx="167">
                  <c:v>1.1887679571384625E-2</c:v>
                </c:pt>
                <c:pt idx="168">
                  <c:v>1.1832497580130122E-2</c:v>
                </c:pt>
                <c:pt idx="169">
                  <c:v>9.593347382018615E-3</c:v>
                </c:pt>
                <c:pt idx="170">
                  <c:v>1.1517028407491426E-2</c:v>
                </c:pt>
                <c:pt idx="171">
                  <c:v>1.1534190746643951E-2</c:v>
                </c:pt>
                <c:pt idx="172">
                  <c:v>1.1472076426830633E-2</c:v>
                </c:pt>
                <c:pt idx="173">
                  <c:v>1.1536263325872827E-2</c:v>
                </c:pt>
                <c:pt idx="174">
                  <c:v>1.1532634229950484E-2</c:v>
                </c:pt>
                <c:pt idx="175">
                  <c:v>9.3893726060097268E-3</c:v>
                </c:pt>
                <c:pt idx="176">
                  <c:v>9.8234327499449863E-3</c:v>
                </c:pt>
                <c:pt idx="177">
                  <c:v>9.848806055118493E-3</c:v>
                </c:pt>
                <c:pt idx="178">
                  <c:v>9.5601717768484841E-3</c:v>
                </c:pt>
                <c:pt idx="179">
                  <c:v>9.6688727859242773E-3</c:v>
                </c:pt>
                <c:pt idx="180">
                  <c:v>9.6908827030148213E-3</c:v>
                </c:pt>
                <c:pt idx="181">
                  <c:v>1.1504866055885455E-2</c:v>
                </c:pt>
                <c:pt idx="182">
                  <c:v>1.1748146185954971E-2</c:v>
                </c:pt>
                <c:pt idx="183">
                  <c:v>1.2129305486011054E-2</c:v>
                </c:pt>
                <c:pt idx="184">
                  <c:v>1.2131457046777577E-2</c:v>
                </c:pt>
                <c:pt idx="185">
                  <c:v>1.2129780508221749E-2</c:v>
                </c:pt>
                <c:pt idx="186">
                  <c:v>1.2007780735264179E-2</c:v>
                </c:pt>
                <c:pt idx="187">
                  <c:v>1.1750300104279346E-2</c:v>
                </c:pt>
                <c:pt idx="188">
                  <c:v>1.2880591763192773E-2</c:v>
                </c:pt>
                <c:pt idx="189">
                  <c:v>1.1586906159640016E-2</c:v>
                </c:pt>
                <c:pt idx="190">
                  <c:v>1.1628928953099485E-2</c:v>
                </c:pt>
                <c:pt idx="191">
                  <c:v>1.1558268090340721E-2</c:v>
                </c:pt>
                <c:pt idx="192">
                  <c:v>1.1864953006301998E-2</c:v>
                </c:pt>
                <c:pt idx="193">
                  <c:v>1.2018141151084131E-2</c:v>
                </c:pt>
                <c:pt idx="194">
                  <c:v>1.2131793044753125E-2</c:v>
                </c:pt>
                <c:pt idx="195">
                  <c:v>1.1829585201289784E-2</c:v>
                </c:pt>
                <c:pt idx="196">
                  <c:v>1.1801951305823894E-2</c:v>
                </c:pt>
                <c:pt idx="197">
                  <c:v>1.2430504687853582E-2</c:v>
                </c:pt>
                <c:pt idx="198">
                  <c:v>1.2293322531377087E-2</c:v>
                </c:pt>
                <c:pt idx="199">
                  <c:v>1.2323248321907697E-2</c:v>
                </c:pt>
                <c:pt idx="200">
                  <c:v>1.1359745002881267E-2</c:v>
                </c:pt>
                <c:pt idx="201">
                  <c:v>1.0903606891002206E-2</c:v>
                </c:pt>
                <c:pt idx="202">
                  <c:v>1.0223653239713875E-2</c:v>
                </c:pt>
                <c:pt idx="203">
                  <c:v>1.0953835130221662E-2</c:v>
                </c:pt>
                <c:pt idx="204">
                  <c:v>1.0962445674293976E-2</c:v>
                </c:pt>
                <c:pt idx="205">
                  <c:v>1.116496185531923E-2</c:v>
                </c:pt>
                <c:pt idx="206">
                  <c:v>1.1178845430144692E-2</c:v>
                </c:pt>
                <c:pt idx="207">
                  <c:v>1.0308346776658685E-2</c:v>
                </c:pt>
                <c:pt idx="208">
                  <c:v>1.0347908145997361E-2</c:v>
                </c:pt>
                <c:pt idx="209">
                  <c:v>1.0050170791554664E-2</c:v>
                </c:pt>
                <c:pt idx="210">
                  <c:v>1.0015655138037836E-2</c:v>
                </c:pt>
                <c:pt idx="211">
                  <c:v>1.1507469871020588E-2</c:v>
                </c:pt>
                <c:pt idx="212">
                  <c:v>1.1424031145740692E-2</c:v>
                </c:pt>
                <c:pt idx="213">
                  <c:v>1.1337523996681797E-2</c:v>
                </c:pt>
                <c:pt idx="214">
                  <c:v>1.2506994020858484E-2</c:v>
                </c:pt>
                <c:pt idx="215">
                  <c:v>1.2676645815817671E-2</c:v>
                </c:pt>
                <c:pt idx="216">
                  <c:v>1.1865079073936521E-2</c:v>
                </c:pt>
                <c:pt idx="217">
                  <c:v>1.2569190222876329E-2</c:v>
                </c:pt>
                <c:pt idx="218">
                  <c:v>1.2808673205631669E-2</c:v>
                </c:pt>
                <c:pt idx="219">
                  <c:v>1.2919807067655678E-2</c:v>
                </c:pt>
                <c:pt idx="220">
                  <c:v>1.3743655643024046E-2</c:v>
                </c:pt>
                <c:pt idx="221">
                  <c:v>1.3827269769641578E-2</c:v>
                </c:pt>
                <c:pt idx="222">
                  <c:v>1.3757528520174721E-2</c:v>
                </c:pt>
                <c:pt idx="223">
                  <c:v>1.4629782757372343E-2</c:v>
                </c:pt>
                <c:pt idx="224">
                  <c:v>1.4658097338550172E-2</c:v>
                </c:pt>
                <c:pt idx="225">
                  <c:v>1.7078164750357956E-2</c:v>
                </c:pt>
                <c:pt idx="226">
                  <c:v>1.6801618652650903E-2</c:v>
                </c:pt>
                <c:pt idx="227">
                  <c:v>1.6848624788237138E-2</c:v>
                </c:pt>
                <c:pt idx="228">
                  <c:v>1.7290595052622888E-2</c:v>
                </c:pt>
                <c:pt idx="229">
                  <c:v>1.7049104314528933E-2</c:v>
                </c:pt>
                <c:pt idx="230">
                  <c:v>1.6525138848259364E-2</c:v>
                </c:pt>
                <c:pt idx="231">
                  <c:v>1.6851265339433232E-2</c:v>
                </c:pt>
                <c:pt idx="232">
                  <c:v>1.7171863896572659E-2</c:v>
                </c:pt>
                <c:pt idx="233">
                  <c:v>1.7698685784192973E-2</c:v>
                </c:pt>
                <c:pt idx="234">
                  <c:v>1.7538211583155223E-2</c:v>
                </c:pt>
                <c:pt idx="235">
                  <c:v>1.7717325290754194E-2</c:v>
                </c:pt>
                <c:pt idx="236">
                  <c:v>1.7564777379814669E-2</c:v>
                </c:pt>
                <c:pt idx="237">
                  <c:v>1.9004124159303235E-2</c:v>
                </c:pt>
                <c:pt idx="238">
                  <c:v>1.8758969499590612E-2</c:v>
                </c:pt>
                <c:pt idx="239">
                  <c:v>1.9976799054111757E-2</c:v>
                </c:pt>
                <c:pt idx="240">
                  <c:v>2.0157756456932671E-2</c:v>
                </c:pt>
                <c:pt idx="241">
                  <c:v>1.9678737534729325E-2</c:v>
                </c:pt>
                <c:pt idx="242">
                  <c:v>1.9378762956873949E-2</c:v>
                </c:pt>
                <c:pt idx="243">
                  <c:v>1.9207200318042131E-2</c:v>
                </c:pt>
                <c:pt idx="244">
                  <c:v>1.8154571595452407E-2</c:v>
                </c:pt>
                <c:pt idx="245">
                  <c:v>1.8212350386061112E-2</c:v>
                </c:pt>
                <c:pt idx="246">
                  <c:v>1.8364987535741183E-2</c:v>
                </c:pt>
                <c:pt idx="247">
                  <c:v>1.8516520117880068E-2</c:v>
                </c:pt>
                <c:pt idx="248">
                  <c:v>1.9063011867100084E-2</c:v>
                </c:pt>
                <c:pt idx="249">
                  <c:v>2.1466010423785636E-2</c:v>
                </c:pt>
                <c:pt idx="250">
                  <c:v>2.4573710290880714E-2</c:v>
                </c:pt>
                <c:pt idx="251">
                  <c:v>2.4617968819596651E-2</c:v>
                </c:pt>
                <c:pt idx="252">
                  <c:v>2.4111412559592281E-2</c:v>
                </c:pt>
                <c:pt idx="253">
                  <c:v>2.4008425303312139E-2</c:v>
                </c:pt>
                <c:pt idx="254">
                  <c:v>2.3628758298074991E-2</c:v>
                </c:pt>
                <c:pt idx="255">
                  <c:v>2.3274597266341904E-2</c:v>
                </c:pt>
                <c:pt idx="256">
                  <c:v>2.0795884342026328E-2</c:v>
                </c:pt>
                <c:pt idx="257">
                  <c:v>2.049620165061649E-2</c:v>
                </c:pt>
                <c:pt idx="258">
                  <c:v>1.9360216085250584E-2</c:v>
                </c:pt>
                <c:pt idx="259">
                  <c:v>1.8582518745491265E-2</c:v>
                </c:pt>
                <c:pt idx="260">
                  <c:v>1.8499411595554557E-2</c:v>
                </c:pt>
                <c:pt idx="261">
                  <c:v>1.8592125296391329E-2</c:v>
                </c:pt>
                <c:pt idx="262">
                  <c:v>1.8647226203745541E-2</c:v>
                </c:pt>
                <c:pt idx="263">
                  <c:v>1.7106536606499124E-2</c:v>
                </c:pt>
                <c:pt idx="264">
                  <c:v>1.6500482384207496E-2</c:v>
                </c:pt>
                <c:pt idx="265">
                  <c:v>1.5232929784427833E-2</c:v>
                </c:pt>
                <c:pt idx="266">
                  <c:v>1.5342926637460652E-2</c:v>
                </c:pt>
                <c:pt idx="267">
                  <c:v>1.5432196747650369E-2</c:v>
                </c:pt>
                <c:pt idx="268">
                  <c:v>1.7350089375328084E-2</c:v>
                </c:pt>
                <c:pt idx="269">
                  <c:v>1.2900642794325866E-2</c:v>
                </c:pt>
                <c:pt idx="270">
                  <c:v>1.2757469708252284E-2</c:v>
                </c:pt>
                <c:pt idx="271">
                  <c:v>1.3180292869199986E-2</c:v>
                </c:pt>
                <c:pt idx="272">
                  <c:v>1.4401381197337304E-2</c:v>
                </c:pt>
                <c:pt idx="273">
                  <c:v>1.4598185157167435E-2</c:v>
                </c:pt>
                <c:pt idx="274">
                  <c:v>1.4726311642774577E-2</c:v>
                </c:pt>
                <c:pt idx="275">
                  <c:v>1.4840527933918624E-2</c:v>
                </c:pt>
                <c:pt idx="276">
                  <c:v>1.4920895000320912E-2</c:v>
                </c:pt>
                <c:pt idx="277">
                  <c:v>1.520485780887588E-2</c:v>
                </c:pt>
                <c:pt idx="278">
                  <c:v>1.5209002936393299E-2</c:v>
                </c:pt>
                <c:pt idx="279">
                  <c:v>1.5356639337655935E-2</c:v>
                </c:pt>
                <c:pt idx="280">
                  <c:v>1.507510831570648E-2</c:v>
                </c:pt>
                <c:pt idx="281">
                  <c:v>1.53571826443411E-2</c:v>
                </c:pt>
                <c:pt idx="282">
                  <c:v>1.5201004374977628E-2</c:v>
                </c:pt>
                <c:pt idx="283">
                  <c:v>1.4341757863116016E-2</c:v>
                </c:pt>
                <c:pt idx="284">
                  <c:v>1.5505575230016479E-2</c:v>
                </c:pt>
                <c:pt idx="285">
                  <c:v>1.5505452072089173E-2</c:v>
                </c:pt>
                <c:pt idx="286">
                  <c:v>1.5521628593403289E-2</c:v>
                </c:pt>
                <c:pt idx="287">
                  <c:v>1.2132482595632372E-2</c:v>
                </c:pt>
                <c:pt idx="288">
                  <c:v>1.272093138902082E-2</c:v>
                </c:pt>
                <c:pt idx="289">
                  <c:v>1.2742004568503827E-2</c:v>
                </c:pt>
                <c:pt idx="290">
                  <c:v>1.2306618632967574E-2</c:v>
                </c:pt>
                <c:pt idx="291">
                  <c:v>1.0721593488097049E-2</c:v>
                </c:pt>
                <c:pt idx="292">
                  <c:v>1.1164267073713706E-2</c:v>
                </c:pt>
                <c:pt idx="293">
                  <c:v>1.0810705009360712E-2</c:v>
                </c:pt>
                <c:pt idx="294">
                  <c:v>1.029775446160807E-2</c:v>
                </c:pt>
                <c:pt idx="295">
                  <c:v>9.628568761361549E-3</c:v>
                </c:pt>
                <c:pt idx="296">
                  <c:v>1.3047831055182828E-2</c:v>
                </c:pt>
                <c:pt idx="297">
                  <c:v>1.4124450325782054E-2</c:v>
                </c:pt>
                <c:pt idx="298">
                  <c:v>1.3928696132060927E-2</c:v>
                </c:pt>
                <c:pt idx="299">
                  <c:v>1.3696772804941726E-2</c:v>
                </c:pt>
                <c:pt idx="300">
                  <c:v>1.327144693256826E-2</c:v>
                </c:pt>
                <c:pt idx="301">
                  <c:v>1.3835630602743218E-2</c:v>
                </c:pt>
                <c:pt idx="302">
                  <c:v>1.3897554794240999E-2</c:v>
                </c:pt>
                <c:pt idx="303">
                  <c:v>1.2811418064227399E-2</c:v>
                </c:pt>
                <c:pt idx="304">
                  <c:v>1.2812250617294539E-2</c:v>
                </c:pt>
                <c:pt idx="305">
                  <c:v>1.3220435489543089E-2</c:v>
                </c:pt>
                <c:pt idx="306">
                  <c:v>1.3085059761974374E-2</c:v>
                </c:pt>
                <c:pt idx="307">
                  <c:v>1.2431285532859281E-2</c:v>
                </c:pt>
                <c:pt idx="308">
                  <c:v>1.2604833461843197E-2</c:v>
                </c:pt>
                <c:pt idx="309">
                  <c:v>1.34698881352871E-2</c:v>
                </c:pt>
                <c:pt idx="310">
                  <c:v>1.3357064260116486E-2</c:v>
                </c:pt>
                <c:pt idx="311">
                  <c:v>1.2893711677842456E-2</c:v>
                </c:pt>
                <c:pt idx="312">
                  <c:v>1.3330234958630059E-2</c:v>
                </c:pt>
                <c:pt idx="313">
                  <c:v>1.3215591351528127E-2</c:v>
                </c:pt>
                <c:pt idx="314">
                  <c:v>1.321575006478304E-2</c:v>
                </c:pt>
                <c:pt idx="315">
                  <c:v>1.0794799862348603E-2</c:v>
                </c:pt>
                <c:pt idx="316">
                  <c:v>9.41973772602352E-3</c:v>
                </c:pt>
                <c:pt idx="317">
                  <c:v>9.893625620796518E-3</c:v>
                </c:pt>
                <c:pt idx="318">
                  <c:v>1.2924794412203545E-2</c:v>
                </c:pt>
                <c:pt idx="319">
                  <c:v>1.3007782097408617E-2</c:v>
                </c:pt>
                <c:pt idx="320">
                  <c:v>1.2661024339161638E-2</c:v>
                </c:pt>
                <c:pt idx="321">
                  <c:v>1.2646652689012588E-2</c:v>
                </c:pt>
                <c:pt idx="322">
                  <c:v>1.3078828570167022E-2</c:v>
                </c:pt>
                <c:pt idx="323">
                  <c:v>1.3108311950539011E-2</c:v>
                </c:pt>
                <c:pt idx="324">
                  <c:v>1.2533607597961743E-2</c:v>
                </c:pt>
                <c:pt idx="325">
                  <c:v>1.2573345982684019E-2</c:v>
                </c:pt>
                <c:pt idx="326">
                  <c:v>1.2591715255319621E-2</c:v>
                </c:pt>
                <c:pt idx="327">
                  <c:v>1.2538876320400483E-2</c:v>
                </c:pt>
                <c:pt idx="328">
                  <c:v>1.3084713305319309E-2</c:v>
                </c:pt>
                <c:pt idx="329">
                  <c:v>1.3250148174713153E-2</c:v>
                </c:pt>
                <c:pt idx="330">
                  <c:v>1.3450899108410777E-2</c:v>
                </c:pt>
                <c:pt idx="331">
                  <c:v>1.2771025210780471E-2</c:v>
                </c:pt>
                <c:pt idx="332">
                  <c:v>1.2909814980020773E-2</c:v>
                </c:pt>
                <c:pt idx="333">
                  <c:v>1.289351779741126E-2</c:v>
                </c:pt>
                <c:pt idx="334">
                  <c:v>1.2652598839903134E-2</c:v>
                </c:pt>
                <c:pt idx="335">
                  <c:v>1.3297319854892272E-2</c:v>
                </c:pt>
                <c:pt idx="336">
                  <c:v>1.3106707001398198E-2</c:v>
                </c:pt>
                <c:pt idx="337">
                  <c:v>9.7364385016788183E-3</c:v>
                </c:pt>
                <c:pt idx="338">
                  <c:v>9.8175837526846537E-3</c:v>
                </c:pt>
                <c:pt idx="339">
                  <c:v>9.8056101347054822E-3</c:v>
                </c:pt>
                <c:pt idx="340">
                  <c:v>1.0068314402288081E-2</c:v>
                </c:pt>
                <c:pt idx="341">
                  <c:v>9.9665021741442705E-3</c:v>
                </c:pt>
                <c:pt idx="342">
                  <c:v>1.0014480998995833E-2</c:v>
                </c:pt>
                <c:pt idx="343">
                  <c:v>1.0276966514998822E-2</c:v>
                </c:pt>
                <c:pt idx="344">
                  <c:v>1.0197363984344234E-2</c:v>
                </c:pt>
                <c:pt idx="345">
                  <c:v>1.1094212754759731E-2</c:v>
                </c:pt>
                <c:pt idx="346">
                  <c:v>1.099715476004391E-2</c:v>
                </c:pt>
                <c:pt idx="347">
                  <c:v>9.6618990053908282E-3</c:v>
                </c:pt>
                <c:pt idx="348">
                  <c:v>9.8337610361838093E-3</c:v>
                </c:pt>
                <c:pt idx="349">
                  <c:v>8.9308408222719595E-3</c:v>
                </c:pt>
                <c:pt idx="350">
                  <c:v>9.8206075379960837E-3</c:v>
                </c:pt>
                <c:pt idx="351">
                  <c:v>9.7599540116324237E-3</c:v>
                </c:pt>
                <c:pt idx="352">
                  <c:v>9.7535109938898228E-3</c:v>
                </c:pt>
                <c:pt idx="353">
                  <c:v>1.0529034780326855E-2</c:v>
                </c:pt>
                <c:pt idx="354">
                  <c:v>9.8389943920711778E-3</c:v>
                </c:pt>
                <c:pt idx="355">
                  <c:v>9.5501327856737338E-3</c:v>
                </c:pt>
                <c:pt idx="356">
                  <c:v>9.2901312458261946E-3</c:v>
                </c:pt>
                <c:pt idx="357">
                  <c:v>9.1248538211226929E-3</c:v>
                </c:pt>
                <c:pt idx="358">
                  <c:v>9.0542389114941172E-3</c:v>
                </c:pt>
                <c:pt idx="359">
                  <c:v>9.7410121931551415E-3</c:v>
                </c:pt>
                <c:pt idx="360">
                  <c:v>9.9563786171986343E-3</c:v>
                </c:pt>
                <c:pt idx="361">
                  <c:v>9.9065351549545086E-3</c:v>
                </c:pt>
                <c:pt idx="362">
                  <c:v>9.5571045014674269E-3</c:v>
                </c:pt>
                <c:pt idx="363">
                  <c:v>1.1430892261453184E-2</c:v>
                </c:pt>
                <c:pt idx="364">
                  <c:v>1.0800660930960618E-2</c:v>
                </c:pt>
                <c:pt idx="365">
                  <c:v>1.0851700582638013E-2</c:v>
                </c:pt>
                <c:pt idx="366">
                  <c:v>1.1192021489459464E-2</c:v>
                </c:pt>
                <c:pt idx="367">
                  <c:v>1.2888221820623465E-2</c:v>
                </c:pt>
                <c:pt idx="368">
                  <c:v>1.2832921998254143E-2</c:v>
                </c:pt>
                <c:pt idx="369">
                  <c:v>1.2461439417761611E-2</c:v>
                </c:pt>
                <c:pt idx="370">
                  <c:v>1.2458122598349433E-2</c:v>
                </c:pt>
                <c:pt idx="371">
                  <c:v>1.2457988895167822E-2</c:v>
                </c:pt>
                <c:pt idx="372">
                  <c:v>1.1970856257055585E-2</c:v>
                </c:pt>
                <c:pt idx="373">
                  <c:v>1.2416571323757421E-2</c:v>
                </c:pt>
                <c:pt idx="374">
                  <c:v>1.2469004411685447E-2</c:v>
                </c:pt>
                <c:pt idx="375">
                  <c:v>1.3143766622426698E-2</c:v>
                </c:pt>
                <c:pt idx="376">
                  <c:v>1.3069728131923898E-2</c:v>
                </c:pt>
                <c:pt idx="377">
                  <c:v>1.3117730857106975E-2</c:v>
                </c:pt>
                <c:pt idx="378">
                  <c:v>1.3922241678216828E-2</c:v>
                </c:pt>
                <c:pt idx="379">
                  <c:v>1.3478226542989389E-2</c:v>
                </c:pt>
                <c:pt idx="380">
                  <c:v>1.4143524369347425E-2</c:v>
                </c:pt>
                <c:pt idx="381">
                  <c:v>1.4089592703577543E-2</c:v>
                </c:pt>
                <c:pt idx="382">
                  <c:v>1.1810852070438549E-2</c:v>
                </c:pt>
                <c:pt idx="383">
                  <c:v>1.183991224571449E-2</c:v>
                </c:pt>
                <c:pt idx="384">
                  <c:v>1.1831428147270414E-2</c:v>
                </c:pt>
                <c:pt idx="385">
                  <c:v>1.1713987915961578E-2</c:v>
                </c:pt>
                <c:pt idx="386">
                  <c:v>1.1170604093916688E-2</c:v>
                </c:pt>
                <c:pt idx="387">
                  <c:v>1.1119547211804215E-2</c:v>
                </c:pt>
                <c:pt idx="388">
                  <c:v>1.118616857522127E-2</c:v>
                </c:pt>
                <c:pt idx="389">
                  <c:v>1.2530475572288202E-2</c:v>
                </c:pt>
                <c:pt idx="390">
                  <c:v>1.2522920665933603E-2</c:v>
                </c:pt>
                <c:pt idx="391">
                  <c:v>1.3231665128695979E-2</c:v>
                </c:pt>
                <c:pt idx="392">
                  <c:v>1.2694333511500221E-2</c:v>
                </c:pt>
                <c:pt idx="393">
                  <c:v>1.3093119134230544E-2</c:v>
                </c:pt>
                <c:pt idx="394">
                  <c:v>1.2557114404698613E-2</c:v>
                </c:pt>
                <c:pt idx="395">
                  <c:v>1.2573844910623444E-2</c:v>
                </c:pt>
                <c:pt idx="396">
                  <c:v>1.245285496931264E-2</c:v>
                </c:pt>
                <c:pt idx="397">
                  <c:v>1.0914287242616602E-2</c:v>
                </c:pt>
                <c:pt idx="398">
                  <c:v>1.1358545943556874E-2</c:v>
                </c:pt>
                <c:pt idx="399">
                  <c:v>1.0501285337347486E-2</c:v>
                </c:pt>
                <c:pt idx="400">
                  <c:v>1.0496940352241954E-2</c:v>
                </c:pt>
                <c:pt idx="401">
                  <c:v>1.1118957372179536E-2</c:v>
                </c:pt>
                <c:pt idx="402">
                  <c:v>1.1115507751936007E-2</c:v>
                </c:pt>
                <c:pt idx="403">
                  <c:v>1.4375970281397882E-2</c:v>
                </c:pt>
                <c:pt idx="404">
                  <c:v>1.6368558035152633E-2</c:v>
                </c:pt>
                <c:pt idx="405">
                  <c:v>1.7296446576155623E-2</c:v>
                </c:pt>
                <c:pt idx="406">
                  <c:v>1.744848242165227E-2</c:v>
                </c:pt>
                <c:pt idx="407">
                  <c:v>1.7430026735261374E-2</c:v>
                </c:pt>
                <c:pt idx="408">
                  <c:v>1.6541639028911093E-2</c:v>
                </c:pt>
                <c:pt idx="409">
                  <c:v>1.7664184681345094E-2</c:v>
                </c:pt>
                <c:pt idx="410">
                  <c:v>1.7035230049162131E-2</c:v>
                </c:pt>
                <c:pt idx="411">
                  <c:v>1.698373712224923E-2</c:v>
                </c:pt>
                <c:pt idx="412">
                  <c:v>1.6767241945176974E-2</c:v>
                </c:pt>
                <c:pt idx="413">
                  <c:v>1.691863403427098E-2</c:v>
                </c:pt>
                <c:pt idx="414">
                  <c:v>1.6833530375099368E-2</c:v>
                </c:pt>
                <c:pt idx="415">
                  <c:v>1.8101360820190756E-2</c:v>
                </c:pt>
                <c:pt idx="416">
                  <c:v>1.8124762990591917E-2</c:v>
                </c:pt>
                <c:pt idx="417">
                  <c:v>1.8033585980842086E-2</c:v>
                </c:pt>
                <c:pt idx="418">
                  <c:v>1.8374953236157371E-2</c:v>
                </c:pt>
                <c:pt idx="419">
                  <c:v>1.8400162646399182E-2</c:v>
                </c:pt>
                <c:pt idx="420">
                  <c:v>1.7892249475778919E-2</c:v>
                </c:pt>
                <c:pt idx="421">
                  <c:v>1.8687568800106146E-2</c:v>
                </c:pt>
                <c:pt idx="422">
                  <c:v>1.5744531557559227E-2</c:v>
                </c:pt>
                <c:pt idx="423">
                  <c:v>1.4647396363476279E-2</c:v>
                </c:pt>
                <c:pt idx="424">
                  <c:v>1.3027139093958254E-2</c:v>
                </c:pt>
                <c:pt idx="425">
                  <c:v>1.2951346619522212E-2</c:v>
                </c:pt>
                <c:pt idx="426">
                  <c:v>1.2953591552447338E-2</c:v>
                </c:pt>
                <c:pt idx="427">
                  <c:v>1.28403643664302E-2</c:v>
                </c:pt>
                <c:pt idx="428">
                  <c:v>1.0935859168245457E-2</c:v>
                </c:pt>
                <c:pt idx="429">
                  <c:v>1.1138374817595281E-2</c:v>
                </c:pt>
                <c:pt idx="430">
                  <c:v>1.1369961279719469E-2</c:v>
                </c:pt>
                <c:pt idx="431">
                  <c:v>1.1371646525645221E-2</c:v>
                </c:pt>
                <c:pt idx="432">
                  <c:v>1.1255720682092168E-2</c:v>
                </c:pt>
                <c:pt idx="433">
                  <c:v>1.1681027864168945E-2</c:v>
                </c:pt>
                <c:pt idx="434">
                  <c:v>1.009448571255484E-2</c:v>
                </c:pt>
                <c:pt idx="435">
                  <c:v>1.0325362598889542E-2</c:v>
                </c:pt>
                <c:pt idx="436">
                  <c:v>1.0406274821736469E-2</c:v>
                </c:pt>
                <c:pt idx="437">
                  <c:v>1.032927642998099E-2</c:v>
                </c:pt>
                <c:pt idx="438">
                  <c:v>1.0393559202535218E-2</c:v>
                </c:pt>
                <c:pt idx="439">
                  <c:v>1.1230859527443286E-2</c:v>
                </c:pt>
                <c:pt idx="440">
                  <c:v>1.0098345414867198E-2</c:v>
                </c:pt>
                <c:pt idx="441">
                  <c:v>9.9170137740566822E-3</c:v>
                </c:pt>
                <c:pt idx="442">
                  <c:v>9.5063704177601599E-3</c:v>
                </c:pt>
                <c:pt idx="443">
                  <c:v>1.0566121433374499E-2</c:v>
                </c:pt>
                <c:pt idx="444">
                  <c:v>1.0400099786434386E-2</c:v>
                </c:pt>
                <c:pt idx="445">
                  <c:v>1.0576684071320123E-2</c:v>
                </c:pt>
                <c:pt idx="446">
                  <c:v>1.0473293946997917E-2</c:v>
                </c:pt>
                <c:pt idx="447">
                  <c:v>1.0475861539499884E-2</c:v>
                </c:pt>
                <c:pt idx="448">
                  <c:v>1.0114355378788846E-2</c:v>
                </c:pt>
                <c:pt idx="449">
                  <c:v>1.0515276906869927E-2</c:v>
                </c:pt>
                <c:pt idx="450">
                  <c:v>1.0491773539983686E-2</c:v>
                </c:pt>
                <c:pt idx="451">
                  <c:v>9.8689783524814386E-3</c:v>
                </c:pt>
                <c:pt idx="452">
                  <c:v>1.0704343364652862E-2</c:v>
                </c:pt>
                <c:pt idx="453">
                  <c:v>1.0578903153985639E-2</c:v>
                </c:pt>
                <c:pt idx="454">
                  <c:v>1.0701504231635716E-2</c:v>
                </c:pt>
                <c:pt idx="455">
                  <c:v>1.1954871380934508E-2</c:v>
                </c:pt>
                <c:pt idx="456">
                  <c:v>1.1241042904829053E-2</c:v>
                </c:pt>
                <c:pt idx="457">
                  <c:v>1.0721712682120157E-2</c:v>
                </c:pt>
                <c:pt idx="458">
                  <c:v>1.04278635931513E-2</c:v>
                </c:pt>
                <c:pt idx="459">
                  <c:v>1.0743429988122461E-2</c:v>
                </c:pt>
                <c:pt idx="460">
                  <c:v>1.066554884570437E-2</c:v>
                </c:pt>
                <c:pt idx="461">
                  <c:v>1.0746353534209333E-2</c:v>
                </c:pt>
                <c:pt idx="462">
                  <c:v>1.0137240498642607E-2</c:v>
                </c:pt>
                <c:pt idx="463">
                  <c:v>1.0166517840669345E-2</c:v>
                </c:pt>
                <c:pt idx="464">
                  <c:v>1.0127023201225565E-2</c:v>
                </c:pt>
                <c:pt idx="465">
                  <c:v>1.0292132473175782E-2</c:v>
                </c:pt>
                <c:pt idx="466">
                  <c:v>1.02678865171861E-2</c:v>
                </c:pt>
                <c:pt idx="467">
                  <c:v>1.024859002800713E-2</c:v>
                </c:pt>
                <c:pt idx="468">
                  <c:v>8.9534709415714873E-3</c:v>
                </c:pt>
                <c:pt idx="469">
                  <c:v>8.9397798680266385E-3</c:v>
                </c:pt>
                <c:pt idx="470">
                  <c:v>8.9821215145337151E-3</c:v>
                </c:pt>
                <c:pt idx="471">
                  <c:v>8.4705893957564733E-3</c:v>
                </c:pt>
                <c:pt idx="472">
                  <c:v>8.3460751375901473E-3</c:v>
                </c:pt>
                <c:pt idx="473">
                  <c:v>8.2786018717866169E-3</c:v>
                </c:pt>
                <c:pt idx="474">
                  <c:v>5.9510266938749921E-3</c:v>
                </c:pt>
                <c:pt idx="475">
                  <c:v>6.1489003468784553E-3</c:v>
                </c:pt>
                <c:pt idx="476">
                  <c:v>6.0324017957576505E-3</c:v>
                </c:pt>
                <c:pt idx="477">
                  <c:v>5.5593805613616647E-3</c:v>
                </c:pt>
                <c:pt idx="478">
                  <c:v>5.3774665563867553E-3</c:v>
                </c:pt>
                <c:pt idx="479">
                  <c:v>5.2619556079135446E-3</c:v>
                </c:pt>
                <c:pt idx="480">
                  <c:v>6.4295495857022581E-3</c:v>
                </c:pt>
                <c:pt idx="481">
                  <c:v>7.6267527273032407E-3</c:v>
                </c:pt>
                <c:pt idx="482">
                  <c:v>7.6338654025422618E-3</c:v>
                </c:pt>
                <c:pt idx="483">
                  <c:v>8.2270709094769325E-3</c:v>
                </c:pt>
                <c:pt idx="484">
                  <c:v>8.9858164700283589E-3</c:v>
                </c:pt>
                <c:pt idx="485">
                  <c:v>9.0255495765004211E-3</c:v>
                </c:pt>
                <c:pt idx="486">
                  <c:v>8.8336448853503294E-3</c:v>
                </c:pt>
                <c:pt idx="487">
                  <c:v>8.7957973620678993E-3</c:v>
                </c:pt>
                <c:pt idx="488">
                  <c:v>8.7625197633704431E-3</c:v>
                </c:pt>
                <c:pt idx="489">
                  <c:v>8.9195160965772329E-3</c:v>
                </c:pt>
                <c:pt idx="490">
                  <c:v>8.6358592158824535E-3</c:v>
                </c:pt>
                <c:pt idx="491">
                  <c:v>8.9298228327852353E-3</c:v>
                </c:pt>
                <c:pt idx="492">
                  <c:v>8.8289992378715251E-3</c:v>
                </c:pt>
                <c:pt idx="493">
                  <c:v>8.653292177609408E-3</c:v>
                </c:pt>
                <c:pt idx="494">
                  <c:v>9.065706952419969E-3</c:v>
                </c:pt>
                <c:pt idx="495">
                  <c:v>9.2605974329165314E-3</c:v>
                </c:pt>
                <c:pt idx="496">
                  <c:v>9.2558648126351579E-3</c:v>
                </c:pt>
                <c:pt idx="497">
                  <c:v>9.2244958789947911E-3</c:v>
                </c:pt>
                <c:pt idx="498">
                  <c:v>9.4330647937883767E-3</c:v>
                </c:pt>
                <c:pt idx="499">
                  <c:v>9.0071103295596457E-3</c:v>
                </c:pt>
                <c:pt idx="500">
                  <c:v>8.0543549223420514E-3</c:v>
                </c:pt>
                <c:pt idx="501">
                  <c:v>7.9910534429467502E-3</c:v>
                </c:pt>
                <c:pt idx="502">
                  <c:v>9.5882054003611841E-3</c:v>
                </c:pt>
                <c:pt idx="503">
                  <c:v>8.8325508249650058E-3</c:v>
                </c:pt>
                <c:pt idx="504">
                  <c:v>8.8459577675226008E-3</c:v>
                </c:pt>
                <c:pt idx="505">
                  <c:v>8.7964986644460431E-3</c:v>
                </c:pt>
                <c:pt idx="506">
                  <c:v>8.8557703984649232E-3</c:v>
                </c:pt>
                <c:pt idx="507">
                  <c:v>8.8515685030412846E-3</c:v>
                </c:pt>
                <c:pt idx="508">
                  <c:v>9.3142142222719954E-3</c:v>
                </c:pt>
                <c:pt idx="509">
                  <c:v>9.4290619322999099E-3</c:v>
                </c:pt>
                <c:pt idx="510">
                  <c:v>9.2139918475683397E-3</c:v>
                </c:pt>
                <c:pt idx="511">
                  <c:v>9.5098301384230026E-3</c:v>
                </c:pt>
                <c:pt idx="512">
                  <c:v>9.4963582376432834E-3</c:v>
                </c:pt>
                <c:pt idx="513">
                  <c:v>9.2276036415300557E-3</c:v>
                </c:pt>
                <c:pt idx="514">
                  <c:v>9.0906471415976992E-3</c:v>
                </c:pt>
                <c:pt idx="515">
                  <c:v>9.1007833346569266E-3</c:v>
                </c:pt>
                <c:pt idx="516">
                  <c:v>9.080706376907121E-3</c:v>
                </c:pt>
                <c:pt idx="517">
                  <c:v>9.8928927730457718E-3</c:v>
                </c:pt>
                <c:pt idx="518">
                  <c:v>9.9107151172823389E-3</c:v>
                </c:pt>
                <c:pt idx="519">
                  <c:v>9.9967342965359939E-3</c:v>
                </c:pt>
                <c:pt idx="520">
                  <c:v>1.0080686959010755E-2</c:v>
                </c:pt>
                <c:pt idx="521">
                  <c:v>1.1086322021669232E-2</c:v>
                </c:pt>
                <c:pt idx="522">
                  <c:v>1.0839125518214573E-2</c:v>
                </c:pt>
                <c:pt idx="523">
                  <c:v>1.107194000195412E-2</c:v>
                </c:pt>
                <c:pt idx="524">
                  <c:v>1.1084628105745021E-2</c:v>
                </c:pt>
                <c:pt idx="525">
                  <c:v>1.111325437089775E-2</c:v>
                </c:pt>
                <c:pt idx="526">
                  <c:v>1.1182050778536096E-2</c:v>
                </c:pt>
                <c:pt idx="527">
                  <c:v>1.0562132349250051E-2</c:v>
                </c:pt>
                <c:pt idx="528">
                  <c:v>1.0406902924827346E-2</c:v>
                </c:pt>
                <c:pt idx="529">
                  <c:v>1.0312219750420442E-2</c:v>
                </c:pt>
                <c:pt idx="530">
                  <c:v>1.0124929652556004E-2</c:v>
                </c:pt>
                <c:pt idx="531">
                  <c:v>1.0087618305296118E-2</c:v>
                </c:pt>
                <c:pt idx="532">
                  <c:v>1.0073033431561271E-2</c:v>
                </c:pt>
                <c:pt idx="533">
                  <c:v>1.0335408485985881E-2</c:v>
                </c:pt>
                <c:pt idx="534">
                  <c:v>1.0304463367582329E-2</c:v>
                </c:pt>
                <c:pt idx="535">
                  <c:v>1.031402917530699E-2</c:v>
                </c:pt>
                <c:pt idx="536">
                  <c:v>9.6367556000014065E-3</c:v>
                </c:pt>
                <c:pt idx="537">
                  <c:v>9.4908064877420456E-3</c:v>
                </c:pt>
                <c:pt idx="538">
                  <c:v>9.6145185711255209E-3</c:v>
                </c:pt>
                <c:pt idx="539">
                  <c:v>9.610306646513387E-3</c:v>
                </c:pt>
                <c:pt idx="540">
                  <c:v>5.8492369664981921E-3</c:v>
                </c:pt>
                <c:pt idx="541">
                  <c:v>5.742914789086521E-3</c:v>
                </c:pt>
                <c:pt idx="542">
                  <c:v>7.4721776348315597E-3</c:v>
                </c:pt>
                <c:pt idx="543">
                  <c:v>7.3910738115575856E-3</c:v>
                </c:pt>
                <c:pt idx="544">
                  <c:v>7.2264524831991798E-3</c:v>
                </c:pt>
                <c:pt idx="545">
                  <c:v>7.2585248048555977E-3</c:v>
                </c:pt>
                <c:pt idx="546">
                  <c:v>7.2330333747052051E-3</c:v>
                </c:pt>
                <c:pt idx="547">
                  <c:v>7.1348608513524363E-3</c:v>
                </c:pt>
                <c:pt idx="548">
                  <c:v>7.5666701859030596E-3</c:v>
                </c:pt>
                <c:pt idx="549">
                  <c:v>7.4667982504267334E-3</c:v>
                </c:pt>
                <c:pt idx="550">
                  <c:v>8.0532527367482981E-3</c:v>
                </c:pt>
                <c:pt idx="551">
                  <c:v>7.8525563447297431E-3</c:v>
                </c:pt>
                <c:pt idx="552">
                  <c:v>8.095217624625041E-3</c:v>
                </c:pt>
                <c:pt idx="553">
                  <c:v>8.0800653296104145E-3</c:v>
                </c:pt>
                <c:pt idx="554">
                  <c:v>8.1104774449538806E-3</c:v>
                </c:pt>
                <c:pt idx="555">
                  <c:v>7.9939670463135635E-3</c:v>
                </c:pt>
                <c:pt idx="556">
                  <c:v>8.0461967386050246E-3</c:v>
                </c:pt>
                <c:pt idx="557">
                  <c:v>7.523265352504656E-3</c:v>
                </c:pt>
                <c:pt idx="558">
                  <c:v>7.4702798717233695E-3</c:v>
                </c:pt>
                <c:pt idx="559">
                  <c:v>7.4697446182882352E-3</c:v>
                </c:pt>
                <c:pt idx="560">
                  <c:v>7.51732529942588E-3</c:v>
                </c:pt>
                <c:pt idx="561">
                  <c:v>5.0222579672387444E-3</c:v>
                </c:pt>
                <c:pt idx="562">
                  <c:v>5.6066418064428473E-3</c:v>
                </c:pt>
                <c:pt idx="563">
                  <c:v>5.9229620921656062E-3</c:v>
                </c:pt>
                <c:pt idx="564">
                  <c:v>5.8936063051453855E-3</c:v>
                </c:pt>
                <c:pt idx="565">
                  <c:v>5.9406711245080816E-3</c:v>
                </c:pt>
                <c:pt idx="566">
                  <c:v>5.9534434573722539E-3</c:v>
                </c:pt>
                <c:pt idx="567">
                  <c:v>6.4816319771625504E-3</c:v>
                </c:pt>
                <c:pt idx="568">
                  <c:v>6.4253502626297702E-3</c:v>
                </c:pt>
                <c:pt idx="569">
                  <c:v>6.0641925411045149E-3</c:v>
                </c:pt>
                <c:pt idx="570">
                  <c:v>6.9126732847981202E-3</c:v>
                </c:pt>
                <c:pt idx="571">
                  <c:v>6.9070031768609253E-3</c:v>
                </c:pt>
                <c:pt idx="572">
                  <c:v>7.3623975898697474E-3</c:v>
                </c:pt>
                <c:pt idx="573">
                  <c:v>7.9780007139190045E-3</c:v>
                </c:pt>
                <c:pt idx="574">
                  <c:v>8.1640723578567422E-3</c:v>
                </c:pt>
                <c:pt idx="575">
                  <c:v>8.3726371893884516E-3</c:v>
                </c:pt>
                <c:pt idx="576">
                  <c:v>8.6184553111250915E-3</c:v>
                </c:pt>
                <c:pt idx="577">
                  <c:v>8.647882950428655E-3</c:v>
                </c:pt>
                <c:pt idx="578">
                  <c:v>8.6173456484894134E-3</c:v>
                </c:pt>
                <c:pt idx="579">
                  <c:v>8.4916439912043895E-3</c:v>
                </c:pt>
                <c:pt idx="580">
                  <c:v>9.0688587687045262E-3</c:v>
                </c:pt>
                <c:pt idx="581">
                  <c:v>8.4604624096898118E-3</c:v>
                </c:pt>
                <c:pt idx="582">
                  <c:v>8.4389166895731914E-3</c:v>
                </c:pt>
                <c:pt idx="583">
                  <c:v>7.7538314079450901E-3</c:v>
                </c:pt>
                <c:pt idx="584">
                  <c:v>7.8969646398722778E-3</c:v>
                </c:pt>
                <c:pt idx="585">
                  <c:v>8.0422105907359299E-3</c:v>
                </c:pt>
                <c:pt idx="586">
                  <c:v>7.902562429291304E-3</c:v>
                </c:pt>
                <c:pt idx="587">
                  <c:v>7.7770538250379979E-3</c:v>
                </c:pt>
                <c:pt idx="588">
                  <c:v>7.8713092971910426E-3</c:v>
                </c:pt>
                <c:pt idx="589">
                  <c:v>7.9468579046257561E-3</c:v>
                </c:pt>
                <c:pt idx="590">
                  <c:v>7.6465430087962853E-3</c:v>
                </c:pt>
                <c:pt idx="591">
                  <c:v>7.2353605390445075E-3</c:v>
                </c:pt>
                <c:pt idx="592">
                  <c:v>6.3453596939837247E-3</c:v>
                </c:pt>
                <c:pt idx="593">
                  <c:v>6.2904924164479898E-3</c:v>
                </c:pt>
                <c:pt idx="594">
                  <c:v>6.2115125294567308E-3</c:v>
                </c:pt>
                <c:pt idx="595">
                  <c:v>5.8399796291721071E-3</c:v>
                </c:pt>
                <c:pt idx="596">
                  <c:v>5.9310826155789999E-3</c:v>
                </c:pt>
                <c:pt idx="597">
                  <c:v>6.282844924435046E-3</c:v>
                </c:pt>
                <c:pt idx="598">
                  <c:v>8.57455870512994E-3</c:v>
                </c:pt>
                <c:pt idx="599">
                  <c:v>8.0112075326729051E-3</c:v>
                </c:pt>
                <c:pt idx="600">
                  <c:v>7.8918546756501576E-3</c:v>
                </c:pt>
                <c:pt idx="601">
                  <c:v>9.0987226651836131E-3</c:v>
                </c:pt>
                <c:pt idx="602">
                  <c:v>9.3600381339863457E-3</c:v>
                </c:pt>
                <c:pt idx="603">
                  <c:v>9.5018978868934897E-3</c:v>
                </c:pt>
                <c:pt idx="604">
                  <c:v>9.3848843235314339E-3</c:v>
                </c:pt>
                <c:pt idx="605">
                  <c:v>9.4589457607947413E-3</c:v>
                </c:pt>
                <c:pt idx="606">
                  <c:v>9.4512912146227923E-3</c:v>
                </c:pt>
                <c:pt idx="607">
                  <c:v>9.4302542755475578E-3</c:v>
                </c:pt>
                <c:pt idx="608">
                  <c:v>8.9114781737489133E-3</c:v>
                </c:pt>
                <c:pt idx="609">
                  <c:v>8.903823089971688E-3</c:v>
                </c:pt>
                <c:pt idx="610">
                  <c:v>9.0441593268563106E-3</c:v>
                </c:pt>
                <c:pt idx="611">
                  <c:v>1.1640060048377428E-2</c:v>
                </c:pt>
                <c:pt idx="612">
                  <c:v>1.1672246162728109E-2</c:v>
                </c:pt>
                <c:pt idx="613">
                  <c:v>1.1467377711851235E-2</c:v>
                </c:pt>
                <c:pt idx="614">
                  <c:v>1.1916351028722311E-2</c:v>
                </c:pt>
                <c:pt idx="615">
                  <c:v>1.2123700504896711E-2</c:v>
                </c:pt>
                <c:pt idx="616">
                  <c:v>1.2100067162850631E-2</c:v>
                </c:pt>
                <c:pt idx="617">
                  <c:v>1.0999478396007498E-2</c:v>
                </c:pt>
                <c:pt idx="618">
                  <c:v>1.289946659355652E-2</c:v>
                </c:pt>
                <c:pt idx="619">
                  <c:v>1.2769539443986531E-2</c:v>
                </c:pt>
                <c:pt idx="620">
                  <c:v>1.1962462335871664E-2</c:v>
                </c:pt>
                <c:pt idx="621">
                  <c:v>1.1992276808486673E-2</c:v>
                </c:pt>
                <c:pt idx="622">
                  <c:v>1.28083085898048E-2</c:v>
                </c:pt>
                <c:pt idx="623">
                  <c:v>1.2815670498841027E-2</c:v>
                </c:pt>
                <c:pt idx="624">
                  <c:v>1.3001376232391634E-2</c:v>
                </c:pt>
                <c:pt idx="625">
                  <c:v>1.3450085636229035E-2</c:v>
                </c:pt>
                <c:pt idx="626">
                  <c:v>1.3697253721352391E-2</c:v>
                </c:pt>
                <c:pt idx="627">
                  <c:v>1.3734742891399707E-2</c:v>
                </c:pt>
                <c:pt idx="628">
                  <c:v>1.3761919934452041E-2</c:v>
                </c:pt>
                <c:pt idx="629">
                  <c:v>1.3863789936802361E-2</c:v>
                </c:pt>
                <c:pt idx="630">
                  <c:v>1.2308017193238728E-2</c:v>
                </c:pt>
                <c:pt idx="631">
                  <c:v>1.2297450209785432E-2</c:v>
                </c:pt>
                <c:pt idx="632">
                  <c:v>1.2404914443399889E-2</c:v>
                </c:pt>
                <c:pt idx="633">
                  <c:v>1.223821929863389E-2</c:v>
                </c:pt>
                <c:pt idx="634">
                  <c:v>1.1705497849060404E-2</c:v>
                </c:pt>
                <c:pt idx="635">
                  <c:v>1.1740504050007613E-2</c:v>
                </c:pt>
                <c:pt idx="636">
                  <c:v>1.1715407310278423E-2</c:v>
                </c:pt>
                <c:pt idx="637">
                  <c:v>9.7893328146851678E-3</c:v>
                </c:pt>
                <c:pt idx="638">
                  <c:v>9.7618563461790275E-3</c:v>
                </c:pt>
                <c:pt idx="639">
                  <c:v>9.2118177053158133E-3</c:v>
                </c:pt>
                <c:pt idx="640">
                  <c:v>9.099905963560799E-3</c:v>
                </c:pt>
                <c:pt idx="641">
                  <c:v>7.6235282643753143E-3</c:v>
                </c:pt>
                <c:pt idx="642">
                  <c:v>8.5443877261714533E-3</c:v>
                </c:pt>
                <c:pt idx="643">
                  <c:v>8.5485618689010584E-3</c:v>
                </c:pt>
                <c:pt idx="644">
                  <c:v>8.1507092201844322E-3</c:v>
                </c:pt>
                <c:pt idx="645">
                  <c:v>7.9029739233212101E-3</c:v>
                </c:pt>
                <c:pt idx="646">
                  <c:v>8.2329930889197146E-3</c:v>
                </c:pt>
                <c:pt idx="647">
                  <c:v>8.2542449914842428E-3</c:v>
                </c:pt>
                <c:pt idx="648">
                  <c:v>8.2281284984207781E-3</c:v>
                </c:pt>
                <c:pt idx="649">
                  <c:v>8.3978040878860301E-3</c:v>
                </c:pt>
                <c:pt idx="650">
                  <c:v>8.47592719065925E-3</c:v>
                </c:pt>
                <c:pt idx="651">
                  <c:v>8.4316268272081971E-3</c:v>
                </c:pt>
                <c:pt idx="652">
                  <c:v>7.9622817316365932E-3</c:v>
                </c:pt>
                <c:pt idx="653">
                  <c:v>8.0601933576675382E-3</c:v>
                </c:pt>
                <c:pt idx="654">
                  <c:v>8.1122956205725086E-3</c:v>
                </c:pt>
                <c:pt idx="655">
                  <c:v>8.1096135502318027E-3</c:v>
                </c:pt>
                <c:pt idx="656">
                  <c:v>8.1188905344120495E-3</c:v>
                </c:pt>
                <c:pt idx="657">
                  <c:v>8.1711918082415357E-3</c:v>
                </c:pt>
                <c:pt idx="658">
                  <c:v>8.0899572472605714E-3</c:v>
                </c:pt>
                <c:pt idx="659">
                  <c:v>8.3049939864812371E-3</c:v>
                </c:pt>
                <c:pt idx="660">
                  <c:v>8.2994202903303605E-3</c:v>
                </c:pt>
                <c:pt idx="661">
                  <c:v>7.1646389577260201E-3</c:v>
                </c:pt>
                <c:pt idx="662">
                  <c:v>7.3532452237864742E-3</c:v>
                </c:pt>
                <c:pt idx="663">
                  <c:v>7.324597691975113E-3</c:v>
                </c:pt>
                <c:pt idx="664">
                  <c:v>7.3258822457589823E-3</c:v>
                </c:pt>
                <c:pt idx="665">
                  <c:v>6.7108723501914484E-3</c:v>
                </c:pt>
                <c:pt idx="666">
                  <c:v>6.6699029029454243E-3</c:v>
                </c:pt>
                <c:pt idx="667">
                  <c:v>6.2674289017261046E-3</c:v>
                </c:pt>
                <c:pt idx="668">
                  <c:v>5.8533481298981751E-3</c:v>
                </c:pt>
                <c:pt idx="669">
                  <c:v>6.2076767345769319E-3</c:v>
                </c:pt>
                <c:pt idx="670">
                  <c:v>5.9410883742229362E-3</c:v>
                </c:pt>
                <c:pt idx="671">
                  <c:v>5.3291606281169641E-3</c:v>
                </c:pt>
                <c:pt idx="672">
                  <c:v>5.8409295082579122E-3</c:v>
                </c:pt>
                <c:pt idx="673">
                  <c:v>6.1179376808542111E-3</c:v>
                </c:pt>
                <c:pt idx="674">
                  <c:v>6.2539290184621546E-3</c:v>
                </c:pt>
                <c:pt idx="675">
                  <c:v>6.6023978923508021E-3</c:v>
                </c:pt>
                <c:pt idx="676">
                  <c:v>7.3134833561962339E-3</c:v>
                </c:pt>
                <c:pt idx="677">
                  <c:v>7.2996069849939919E-3</c:v>
                </c:pt>
                <c:pt idx="678">
                  <c:v>7.227112332203748E-3</c:v>
                </c:pt>
                <c:pt idx="679">
                  <c:v>7.1571785579756381E-3</c:v>
                </c:pt>
                <c:pt idx="680">
                  <c:v>7.1480082178192956E-3</c:v>
                </c:pt>
                <c:pt idx="681">
                  <c:v>6.4926724961273819E-3</c:v>
                </c:pt>
                <c:pt idx="682">
                  <c:v>7.4856880627881756E-3</c:v>
                </c:pt>
                <c:pt idx="683">
                  <c:v>7.4801508894620375E-3</c:v>
                </c:pt>
                <c:pt idx="684">
                  <c:v>7.6873959674316379E-3</c:v>
                </c:pt>
                <c:pt idx="685">
                  <c:v>1.3934839544715007E-2</c:v>
                </c:pt>
                <c:pt idx="686">
                  <c:v>1.4345847331804331E-2</c:v>
                </c:pt>
                <c:pt idx="687">
                  <c:v>1.4362181302534086E-2</c:v>
                </c:pt>
                <c:pt idx="688">
                  <c:v>1.4380775874091105E-2</c:v>
                </c:pt>
                <c:pt idx="689">
                  <c:v>1.5158756012405791E-2</c:v>
                </c:pt>
                <c:pt idx="690">
                  <c:v>1.5293279839716564E-2</c:v>
                </c:pt>
                <c:pt idx="691">
                  <c:v>1.514757676848754E-2</c:v>
                </c:pt>
                <c:pt idx="692">
                  <c:v>1.5203481581877497E-2</c:v>
                </c:pt>
                <c:pt idx="693">
                  <c:v>1.5139760485583674E-2</c:v>
                </c:pt>
                <c:pt idx="694">
                  <c:v>1.4772708243029514E-2</c:v>
                </c:pt>
                <c:pt idx="695">
                  <c:v>1.4344822686153174E-2</c:v>
                </c:pt>
                <c:pt idx="696">
                  <c:v>1.4247531278508205E-2</c:v>
                </c:pt>
                <c:pt idx="697">
                  <c:v>1.4461096607554949E-2</c:v>
                </c:pt>
                <c:pt idx="698">
                  <c:v>1.5297465389808544E-2</c:v>
                </c:pt>
                <c:pt idx="699">
                  <c:v>1.5347945750952798E-2</c:v>
                </c:pt>
                <c:pt idx="700">
                  <c:v>1.5420365464118698E-2</c:v>
                </c:pt>
                <c:pt idx="701">
                  <c:v>1.5393406522458616E-2</c:v>
                </c:pt>
                <c:pt idx="702">
                  <c:v>1.5220879148693032E-2</c:v>
                </c:pt>
                <c:pt idx="703">
                  <c:v>1.5320641147153034E-2</c:v>
                </c:pt>
                <c:pt idx="704">
                  <c:v>1.1846690193700054E-2</c:v>
                </c:pt>
                <c:pt idx="705">
                  <c:v>1.2402527868958296E-2</c:v>
                </c:pt>
                <c:pt idx="706">
                  <c:v>1.2493830544592124E-2</c:v>
                </c:pt>
                <c:pt idx="707">
                  <c:v>1.332674103763304E-2</c:v>
                </c:pt>
                <c:pt idx="708">
                  <c:v>1.2690343676271209E-2</c:v>
                </c:pt>
                <c:pt idx="709">
                  <c:v>1.2332767801371089E-2</c:v>
                </c:pt>
                <c:pt idx="710">
                  <c:v>1.2318174912805036E-2</c:v>
                </c:pt>
                <c:pt idx="711">
                  <c:v>1.2332527392867457E-2</c:v>
                </c:pt>
                <c:pt idx="712">
                  <c:v>1.2240288474789864E-2</c:v>
                </c:pt>
                <c:pt idx="713">
                  <c:v>1.2332372853942807E-2</c:v>
                </c:pt>
                <c:pt idx="714">
                  <c:v>1.1849285090724405E-2</c:v>
                </c:pt>
                <c:pt idx="715">
                  <c:v>1.25905636415631E-2</c:v>
                </c:pt>
                <c:pt idx="716">
                  <c:v>1.369908187695198E-2</c:v>
                </c:pt>
                <c:pt idx="717">
                  <c:v>1.3152981869463913E-2</c:v>
                </c:pt>
                <c:pt idx="718">
                  <c:v>1.2982421934777741E-2</c:v>
                </c:pt>
                <c:pt idx="719">
                  <c:v>1.2948300322139573E-2</c:v>
                </c:pt>
                <c:pt idx="720">
                  <c:v>1.3218006782450659E-2</c:v>
                </c:pt>
                <c:pt idx="721">
                  <c:v>1.459613714136594E-2</c:v>
                </c:pt>
                <c:pt idx="722">
                  <c:v>1.4242615579072544E-2</c:v>
                </c:pt>
                <c:pt idx="723">
                  <c:v>1.3990637444439905E-2</c:v>
                </c:pt>
                <c:pt idx="724">
                  <c:v>1.367670677346061E-2</c:v>
                </c:pt>
                <c:pt idx="725">
                  <c:v>1.3411537097325303E-2</c:v>
                </c:pt>
                <c:pt idx="726">
                  <c:v>1.2665255336011096E-2</c:v>
                </c:pt>
                <c:pt idx="727">
                  <c:v>1.2657021877861224E-2</c:v>
                </c:pt>
                <c:pt idx="728">
                  <c:v>1.289111953875584E-2</c:v>
                </c:pt>
                <c:pt idx="729">
                  <c:v>1.2597695919006337E-2</c:v>
                </c:pt>
                <c:pt idx="730">
                  <c:v>1.2503370332104267E-2</c:v>
                </c:pt>
                <c:pt idx="731">
                  <c:v>1.2432271420235048E-2</c:v>
                </c:pt>
                <c:pt idx="732">
                  <c:v>1.2415718864889048E-2</c:v>
                </c:pt>
                <c:pt idx="733">
                  <c:v>1.2863286327887202E-2</c:v>
                </c:pt>
                <c:pt idx="734">
                  <c:v>1.1882971131403139E-2</c:v>
                </c:pt>
                <c:pt idx="735">
                  <c:v>1.0687802094087415E-2</c:v>
                </c:pt>
                <c:pt idx="736">
                  <c:v>1.0546691881546427E-2</c:v>
                </c:pt>
                <c:pt idx="737">
                  <c:v>1.0178064610611713E-2</c:v>
                </c:pt>
                <c:pt idx="738">
                  <c:v>9.9464684766632974E-3</c:v>
                </c:pt>
                <c:pt idx="739">
                  <c:v>9.1185307961879226E-3</c:v>
                </c:pt>
                <c:pt idx="740">
                  <c:v>7.1096130184843545E-3</c:v>
                </c:pt>
                <c:pt idx="741">
                  <c:v>7.3168076817071983E-3</c:v>
                </c:pt>
                <c:pt idx="742">
                  <c:v>7.0119331690660343E-3</c:v>
                </c:pt>
                <c:pt idx="743">
                  <c:v>6.9877554197850947E-3</c:v>
                </c:pt>
                <c:pt idx="744">
                  <c:v>7.5797320957125209E-3</c:v>
                </c:pt>
                <c:pt idx="745">
                  <c:v>7.613810649421386E-3</c:v>
                </c:pt>
                <c:pt idx="746">
                  <c:v>8.4526821468958752E-3</c:v>
                </c:pt>
                <c:pt idx="747">
                  <c:v>8.1128078021830974E-3</c:v>
                </c:pt>
                <c:pt idx="748">
                  <c:v>8.5356663292508322E-3</c:v>
                </c:pt>
                <c:pt idx="749">
                  <c:v>8.3041408853088642E-3</c:v>
                </c:pt>
                <c:pt idx="750">
                  <c:v>8.2937645274813523E-3</c:v>
                </c:pt>
                <c:pt idx="751">
                  <c:v>8.434183819744992E-3</c:v>
                </c:pt>
                <c:pt idx="752">
                  <c:v>8.0336110410990456E-3</c:v>
                </c:pt>
                <c:pt idx="753">
                  <c:v>8.3288620332816563E-3</c:v>
                </c:pt>
                <c:pt idx="754">
                  <c:v>8.0511668063291339E-3</c:v>
                </c:pt>
                <c:pt idx="755">
                  <c:v>8.2114718485594863E-3</c:v>
                </c:pt>
                <c:pt idx="756">
                  <c:v>8.2715455851690104E-3</c:v>
                </c:pt>
                <c:pt idx="757">
                  <c:v>1.0165705556616601E-2</c:v>
                </c:pt>
                <c:pt idx="758">
                  <c:v>1.0309181106383097E-2</c:v>
                </c:pt>
                <c:pt idx="759">
                  <c:v>1.0952208652590034E-2</c:v>
                </c:pt>
                <c:pt idx="760">
                  <c:v>1.0764361939577506E-2</c:v>
                </c:pt>
                <c:pt idx="761">
                  <c:v>1.0840583611440368E-2</c:v>
                </c:pt>
                <c:pt idx="762">
                  <c:v>1.0898634864222295E-2</c:v>
                </c:pt>
                <c:pt idx="763">
                  <c:v>1.0767796207727746E-2</c:v>
                </c:pt>
                <c:pt idx="764">
                  <c:v>1.077479887922618E-2</c:v>
                </c:pt>
                <c:pt idx="765">
                  <c:v>1.0118589972983628E-2</c:v>
                </c:pt>
                <c:pt idx="766">
                  <c:v>1.0096104579773803E-2</c:v>
                </c:pt>
                <c:pt idx="767">
                  <c:v>9.7340596607191267E-3</c:v>
                </c:pt>
                <c:pt idx="768">
                  <c:v>9.8947694845840373E-3</c:v>
                </c:pt>
                <c:pt idx="769">
                  <c:v>9.91036780329747E-3</c:v>
                </c:pt>
                <c:pt idx="770">
                  <c:v>9.9481824231449998E-3</c:v>
                </c:pt>
                <c:pt idx="771">
                  <c:v>1.0045149938498312E-2</c:v>
                </c:pt>
                <c:pt idx="772">
                  <c:v>9.7849428513400588E-3</c:v>
                </c:pt>
                <c:pt idx="773">
                  <c:v>1.0066296823427969E-2</c:v>
                </c:pt>
                <c:pt idx="774">
                  <c:v>1.0295397158083738E-2</c:v>
                </c:pt>
                <c:pt idx="775">
                  <c:v>1.0222216491007059E-2</c:v>
                </c:pt>
                <c:pt idx="776">
                  <c:v>8.3449163613628988E-3</c:v>
                </c:pt>
                <c:pt idx="777">
                  <c:v>8.4946209325517715E-3</c:v>
                </c:pt>
                <c:pt idx="778">
                  <c:v>8.1694627309670288E-3</c:v>
                </c:pt>
                <c:pt idx="779">
                  <c:v>8.2414082833671964E-3</c:v>
                </c:pt>
                <c:pt idx="780">
                  <c:v>8.0304795562047247E-3</c:v>
                </c:pt>
                <c:pt idx="781">
                  <c:v>8.1981115213642323E-3</c:v>
                </c:pt>
                <c:pt idx="782">
                  <c:v>7.9576149607732422E-3</c:v>
                </c:pt>
                <c:pt idx="783">
                  <c:v>7.9115218723903868E-3</c:v>
                </c:pt>
                <c:pt idx="784">
                  <c:v>8.4819909637124848E-3</c:v>
                </c:pt>
                <c:pt idx="785">
                  <c:v>8.5271016640743966E-3</c:v>
                </c:pt>
                <c:pt idx="786">
                  <c:v>8.5158532692356462E-3</c:v>
                </c:pt>
                <c:pt idx="787">
                  <c:v>8.5636581968290045E-3</c:v>
                </c:pt>
                <c:pt idx="788">
                  <c:v>8.5555440201918621E-3</c:v>
                </c:pt>
                <c:pt idx="789">
                  <c:v>8.8716705453783188E-3</c:v>
                </c:pt>
                <c:pt idx="790">
                  <c:v>9.248336845881111E-3</c:v>
                </c:pt>
                <c:pt idx="791">
                  <c:v>9.4395221861457834E-3</c:v>
                </c:pt>
                <c:pt idx="792">
                  <c:v>8.7506015960324528E-3</c:v>
                </c:pt>
                <c:pt idx="793">
                  <c:v>8.392968378617768E-3</c:v>
                </c:pt>
                <c:pt idx="794">
                  <c:v>8.546200317121732E-3</c:v>
                </c:pt>
                <c:pt idx="795">
                  <c:v>8.1882829516888925E-3</c:v>
                </c:pt>
                <c:pt idx="796">
                  <c:v>7.8557049700717901E-3</c:v>
                </c:pt>
                <c:pt idx="797">
                  <c:v>8.4019595715716343E-3</c:v>
                </c:pt>
                <c:pt idx="798">
                  <c:v>8.3003019892929075E-3</c:v>
                </c:pt>
                <c:pt idx="799">
                  <c:v>8.26723788426037E-3</c:v>
                </c:pt>
                <c:pt idx="800">
                  <c:v>8.1967728758052631E-3</c:v>
                </c:pt>
                <c:pt idx="801">
                  <c:v>8.4363277388142827E-3</c:v>
                </c:pt>
                <c:pt idx="802">
                  <c:v>8.5498630830783216E-3</c:v>
                </c:pt>
                <c:pt idx="803">
                  <c:v>8.1979055838149635E-3</c:v>
                </c:pt>
                <c:pt idx="804">
                  <c:v>8.3580781399748335E-3</c:v>
                </c:pt>
                <c:pt idx="805">
                  <c:v>8.3274102574793715E-3</c:v>
                </c:pt>
                <c:pt idx="806">
                  <c:v>8.2334213237682027E-3</c:v>
                </c:pt>
                <c:pt idx="807">
                  <c:v>8.3903088162228315E-3</c:v>
                </c:pt>
                <c:pt idx="808">
                  <c:v>8.350558929772052E-3</c:v>
                </c:pt>
                <c:pt idx="809">
                  <c:v>8.9939446459046477E-3</c:v>
                </c:pt>
                <c:pt idx="810">
                  <c:v>8.8584664516117399E-3</c:v>
                </c:pt>
                <c:pt idx="811">
                  <c:v>9.7171440836866258E-3</c:v>
                </c:pt>
                <c:pt idx="812">
                  <c:v>9.97177244878583E-3</c:v>
                </c:pt>
                <c:pt idx="813">
                  <c:v>1.0182774625391822E-2</c:v>
                </c:pt>
                <c:pt idx="814">
                  <c:v>1.0003269765375255E-2</c:v>
                </c:pt>
                <c:pt idx="815">
                  <c:v>1.0586680017739977E-2</c:v>
                </c:pt>
                <c:pt idx="816">
                  <c:v>1.0170455894591033E-2</c:v>
                </c:pt>
                <c:pt idx="817">
                  <c:v>1.0190477533452978E-2</c:v>
                </c:pt>
                <c:pt idx="818">
                  <c:v>1.0363120765160168E-2</c:v>
                </c:pt>
                <c:pt idx="819">
                  <c:v>1.0501868953007198E-2</c:v>
                </c:pt>
                <c:pt idx="820">
                  <c:v>1.2024628159102171E-2</c:v>
                </c:pt>
                <c:pt idx="821">
                  <c:v>1.2039259664546749E-2</c:v>
                </c:pt>
                <c:pt idx="822">
                  <c:v>1.1896097963091937E-2</c:v>
                </c:pt>
                <c:pt idx="823">
                  <c:v>1.2132035147336389E-2</c:v>
                </c:pt>
                <c:pt idx="824">
                  <c:v>1.2225982294524677E-2</c:v>
                </c:pt>
                <c:pt idx="825">
                  <c:v>1.1777208551660496E-2</c:v>
                </c:pt>
                <c:pt idx="826">
                  <c:v>1.3443819745767423E-2</c:v>
                </c:pt>
                <c:pt idx="827">
                  <c:v>1.3996958927029551E-2</c:v>
                </c:pt>
                <c:pt idx="828">
                  <c:v>1.3690219615514837E-2</c:v>
                </c:pt>
                <c:pt idx="829">
                  <c:v>1.3378092912343716E-2</c:v>
                </c:pt>
                <c:pt idx="830">
                  <c:v>1.3242661371297499E-2</c:v>
                </c:pt>
                <c:pt idx="831">
                  <c:v>1.4323737940782125E-2</c:v>
                </c:pt>
                <c:pt idx="832">
                  <c:v>1.4388955176291294E-2</c:v>
                </c:pt>
                <c:pt idx="833">
                  <c:v>1.4477261401686212E-2</c:v>
                </c:pt>
                <c:pt idx="834">
                  <c:v>1.4404368474669112E-2</c:v>
                </c:pt>
                <c:pt idx="835">
                  <c:v>1.4744374121721275E-2</c:v>
                </c:pt>
                <c:pt idx="836">
                  <c:v>1.4358012954662925E-2</c:v>
                </c:pt>
                <c:pt idx="837">
                  <c:v>1.4588802596671703E-2</c:v>
                </c:pt>
                <c:pt idx="838">
                  <c:v>1.4588807566485612E-2</c:v>
                </c:pt>
                <c:pt idx="839">
                  <c:v>1.3850796167012012E-2</c:v>
                </c:pt>
                <c:pt idx="840">
                  <c:v>1.6457031210820657E-2</c:v>
                </c:pt>
                <c:pt idx="841">
                  <c:v>1.6923637590273981E-2</c:v>
                </c:pt>
                <c:pt idx="842">
                  <c:v>1.8940001566324468E-2</c:v>
                </c:pt>
                <c:pt idx="843">
                  <c:v>1.8871683538929179E-2</c:v>
                </c:pt>
                <c:pt idx="844">
                  <c:v>1.9088806790613474E-2</c:v>
                </c:pt>
                <c:pt idx="845">
                  <c:v>1.7837322553922508E-2</c:v>
                </c:pt>
                <c:pt idx="846">
                  <c:v>1.737767564198104E-2</c:v>
                </c:pt>
                <c:pt idx="847">
                  <c:v>1.7351878321018491E-2</c:v>
                </c:pt>
                <c:pt idx="848">
                  <c:v>1.7589519099972941E-2</c:v>
                </c:pt>
                <c:pt idx="849">
                  <c:v>1.7446077591619334E-2</c:v>
                </c:pt>
                <c:pt idx="850">
                  <c:v>1.5936197678747727E-2</c:v>
                </c:pt>
                <c:pt idx="851">
                  <c:v>1.6485272977039216E-2</c:v>
                </c:pt>
                <c:pt idx="852">
                  <c:v>1.6528308061908675E-2</c:v>
                </c:pt>
                <c:pt idx="853">
                  <c:v>1.6604951819765866E-2</c:v>
                </c:pt>
                <c:pt idx="854">
                  <c:v>1.6681559687245728E-2</c:v>
                </c:pt>
                <c:pt idx="855">
                  <c:v>1.7428643332403803E-2</c:v>
                </c:pt>
                <c:pt idx="856">
                  <c:v>1.675612910406071E-2</c:v>
                </c:pt>
                <c:pt idx="857">
                  <c:v>1.6591896169290386E-2</c:v>
                </c:pt>
                <c:pt idx="858">
                  <c:v>1.6362933729547141E-2</c:v>
                </c:pt>
                <c:pt idx="859">
                  <c:v>1.5187065284226885E-2</c:v>
                </c:pt>
                <c:pt idx="860">
                  <c:v>1.4026689527689729E-2</c:v>
                </c:pt>
                <c:pt idx="861">
                  <c:v>1.2347684410666783E-2</c:v>
                </c:pt>
                <c:pt idx="862">
                  <c:v>1.2344619282788185E-2</c:v>
                </c:pt>
                <c:pt idx="863">
                  <c:v>1.2335082709047212E-2</c:v>
                </c:pt>
                <c:pt idx="864">
                  <c:v>1.1703361411041681E-2</c:v>
                </c:pt>
                <c:pt idx="865">
                  <c:v>1.1711279776148126E-2</c:v>
                </c:pt>
                <c:pt idx="866">
                  <c:v>1.118849036873424E-2</c:v>
                </c:pt>
                <c:pt idx="867">
                  <c:v>1.1446029737844329E-2</c:v>
                </c:pt>
                <c:pt idx="868">
                  <c:v>1.2167464979216102E-2</c:v>
                </c:pt>
                <c:pt idx="869">
                  <c:v>1.079813488359673E-2</c:v>
                </c:pt>
                <c:pt idx="870">
                  <c:v>1.0679931456544231E-2</c:v>
                </c:pt>
                <c:pt idx="871">
                  <c:v>1.0876515693561869E-2</c:v>
                </c:pt>
                <c:pt idx="872">
                  <c:v>1.1252021701834229E-2</c:v>
                </c:pt>
                <c:pt idx="873">
                  <c:v>1.2823701349145039E-2</c:v>
                </c:pt>
                <c:pt idx="874">
                  <c:v>1.2395241215792266E-2</c:v>
                </c:pt>
                <c:pt idx="875">
                  <c:v>1.5130585233393026E-2</c:v>
                </c:pt>
                <c:pt idx="876">
                  <c:v>1.5472525155020787E-2</c:v>
                </c:pt>
                <c:pt idx="877">
                  <c:v>1.5671133108760098E-2</c:v>
                </c:pt>
                <c:pt idx="878">
                  <c:v>1.5345711268224677E-2</c:v>
                </c:pt>
                <c:pt idx="879">
                  <c:v>1.5200305913317615E-2</c:v>
                </c:pt>
                <c:pt idx="880">
                  <c:v>1.5188187366293513E-2</c:v>
                </c:pt>
                <c:pt idx="881">
                  <c:v>1.5646783746742519E-2</c:v>
                </c:pt>
                <c:pt idx="882">
                  <c:v>1.616344498722342E-2</c:v>
                </c:pt>
                <c:pt idx="883">
                  <c:v>1.6275132195173708E-2</c:v>
                </c:pt>
                <c:pt idx="884">
                  <c:v>1.6385778018267752E-2</c:v>
                </c:pt>
                <c:pt idx="885">
                  <c:v>1.6581817637242841E-2</c:v>
                </c:pt>
                <c:pt idx="886">
                  <c:v>1.6475207505253747E-2</c:v>
                </c:pt>
                <c:pt idx="887">
                  <c:v>1.5073575548776962E-2</c:v>
                </c:pt>
                <c:pt idx="888">
                  <c:v>1.5186841353661395E-2</c:v>
                </c:pt>
                <c:pt idx="889">
                  <c:v>1.5134838503215025E-2</c:v>
                </c:pt>
                <c:pt idx="890">
                  <c:v>1.557768392534422E-2</c:v>
                </c:pt>
                <c:pt idx="891">
                  <c:v>1.5853032355276929E-2</c:v>
                </c:pt>
                <c:pt idx="892">
                  <c:v>1.4866440907602812E-2</c:v>
                </c:pt>
                <c:pt idx="893">
                  <c:v>1.4193399018908023E-2</c:v>
                </c:pt>
                <c:pt idx="894">
                  <c:v>1.1004037989844897E-2</c:v>
                </c:pt>
                <c:pt idx="895">
                  <c:v>1.0897316743988026E-2</c:v>
                </c:pt>
                <c:pt idx="896">
                  <c:v>1.0636392557656697E-2</c:v>
                </c:pt>
                <c:pt idx="897">
                  <c:v>1.1107741558199973E-2</c:v>
                </c:pt>
                <c:pt idx="898">
                  <c:v>1.1004296774103155E-2</c:v>
                </c:pt>
                <c:pt idx="899">
                  <c:v>1.0654483019529964E-2</c:v>
                </c:pt>
                <c:pt idx="900">
                  <c:v>9.5582773471300907E-3</c:v>
                </c:pt>
                <c:pt idx="901">
                  <c:v>8.9135143910453081E-3</c:v>
                </c:pt>
                <c:pt idx="902">
                  <c:v>8.8029349261347159E-3</c:v>
                </c:pt>
                <c:pt idx="903">
                  <c:v>8.5498581482648019E-3</c:v>
                </c:pt>
                <c:pt idx="904">
                  <c:v>8.4157716468206932E-3</c:v>
                </c:pt>
                <c:pt idx="905">
                  <c:v>7.6921892528224334E-3</c:v>
                </c:pt>
                <c:pt idx="906">
                  <c:v>7.6955214362039647E-3</c:v>
                </c:pt>
                <c:pt idx="907">
                  <c:v>8.215295566133464E-3</c:v>
                </c:pt>
                <c:pt idx="908">
                  <c:v>8.2147874594911286E-3</c:v>
                </c:pt>
                <c:pt idx="909">
                  <c:v>7.4789066131754171E-3</c:v>
                </c:pt>
                <c:pt idx="910">
                  <c:v>8.1066713159504717E-3</c:v>
                </c:pt>
                <c:pt idx="911">
                  <c:v>7.9099024507583628E-3</c:v>
                </c:pt>
                <c:pt idx="912">
                  <c:v>7.9204100536307293E-3</c:v>
                </c:pt>
                <c:pt idx="913">
                  <c:v>7.9264084666064629E-3</c:v>
                </c:pt>
                <c:pt idx="914">
                  <c:v>8.0353136854462315E-3</c:v>
                </c:pt>
                <c:pt idx="915">
                  <c:v>8.0415830438095477E-3</c:v>
                </c:pt>
                <c:pt idx="916">
                  <c:v>7.5394021044872311E-3</c:v>
                </c:pt>
                <c:pt idx="917">
                  <c:v>7.5061177080945393E-3</c:v>
                </c:pt>
                <c:pt idx="918">
                  <c:v>7.5651922895158246E-3</c:v>
                </c:pt>
                <c:pt idx="919">
                  <c:v>7.5722791385067515E-3</c:v>
                </c:pt>
                <c:pt idx="920">
                  <c:v>7.5787877363254043E-3</c:v>
                </c:pt>
                <c:pt idx="921">
                  <c:v>7.8647144937830718E-3</c:v>
                </c:pt>
                <c:pt idx="922">
                  <c:v>7.8668543325437091E-3</c:v>
                </c:pt>
                <c:pt idx="923">
                  <c:v>7.808998775649399E-3</c:v>
                </c:pt>
                <c:pt idx="924">
                  <c:v>8.3046148651751313E-3</c:v>
                </c:pt>
                <c:pt idx="925">
                  <c:v>8.3390600461591222E-3</c:v>
                </c:pt>
                <c:pt idx="926">
                  <c:v>7.4707647873598973E-3</c:v>
                </c:pt>
                <c:pt idx="927">
                  <c:v>7.9996116589132662E-3</c:v>
                </c:pt>
                <c:pt idx="928">
                  <c:v>8.1394782495661285E-3</c:v>
                </c:pt>
                <c:pt idx="929">
                  <c:v>6.6950311250891202E-3</c:v>
                </c:pt>
                <c:pt idx="930">
                  <c:v>7.1245527513864697E-3</c:v>
                </c:pt>
                <c:pt idx="931">
                  <c:v>8.6258894612931038E-3</c:v>
                </c:pt>
                <c:pt idx="932">
                  <c:v>8.6684413456963108E-3</c:v>
                </c:pt>
                <c:pt idx="933">
                  <c:v>8.9713081727818295E-3</c:v>
                </c:pt>
                <c:pt idx="934">
                  <c:v>8.9962429052723759E-3</c:v>
                </c:pt>
                <c:pt idx="935">
                  <c:v>9.1535682049864054E-3</c:v>
                </c:pt>
                <c:pt idx="936">
                  <c:v>1.0160590260800035E-2</c:v>
                </c:pt>
                <c:pt idx="937">
                  <c:v>1.0321810423382965E-2</c:v>
                </c:pt>
                <c:pt idx="938">
                  <c:v>1.104881557103031E-2</c:v>
                </c:pt>
                <c:pt idx="939">
                  <c:v>1.1113653632950818E-2</c:v>
                </c:pt>
                <c:pt idx="940">
                  <c:v>1.0270773843393947E-2</c:v>
                </c:pt>
                <c:pt idx="941">
                  <c:v>1.0063372706941963E-2</c:v>
                </c:pt>
                <c:pt idx="942">
                  <c:v>1.0416214404179273E-2</c:v>
                </c:pt>
                <c:pt idx="943">
                  <c:v>1.1555141780241236E-2</c:v>
                </c:pt>
                <c:pt idx="944">
                  <c:v>1.2144655386070116E-2</c:v>
                </c:pt>
                <c:pt idx="945">
                  <c:v>1.1642553928232883E-2</c:v>
                </c:pt>
                <c:pt idx="946">
                  <c:v>1.1607050439644356E-2</c:v>
                </c:pt>
                <c:pt idx="947">
                  <c:v>1.1218705928204653E-2</c:v>
                </c:pt>
                <c:pt idx="948">
                  <c:v>1.0939912308273892E-2</c:v>
                </c:pt>
                <c:pt idx="949">
                  <c:v>1.0962170127438926E-2</c:v>
                </c:pt>
                <c:pt idx="950">
                  <c:v>1.1204587350189074E-2</c:v>
                </c:pt>
                <c:pt idx="951">
                  <c:v>1.1261240126600788E-2</c:v>
                </c:pt>
                <c:pt idx="952">
                  <c:v>1.1836879769528122E-2</c:v>
                </c:pt>
                <c:pt idx="953">
                  <c:v>1.1800641068622249E-2</c:v>
                </c:pt>
                <c:pt idx="954">
                  <c:v>1.1925298657059534E-2</c:v>
                </c:pt>
                <c:pt idx="955">
                  <c:v>1.1106824605996385E-2</c:v>
                </c:pt>
                <c:pt idx="956">
                  <c:v>1.0715430272240719E-2</c:v>
                </c:pt>
                <c:pt idx="957">
                  <c:v>9.7223246940225799E-3</c:v>
                </c:pt>
                <c:pt idx="958">
                  <c:v>9.2996760211053152E-3</c:v>
                </c:pt>
                <c:pt idx="959">
                  <c:v>1.0546633048929901E-2</c:v>
                </c:pt>
                <c:pt idx="960">
                  <c:v>1.0638827805415293E-2</c:v>
                </c:pt>
                <c:pt idx="961">
                  <c:v>1.0921815376737245E-2</c:v>
                </c:pt>
                <c:pt idx="962">
                  <c:v>1.0642126875146448E-2</c:v>
                </c:pt>
                <c:pt idx="963">
                  <c:v>9.6304149177245182E-3</c:v>
                </c:pt>
                <c:pt idx="964">
                  <c:v>9.5928950486773319E-3</c:v>
                </c:pt>
                <c:pt idx="965">
                  <c:v>9.1135996694218773E-3</c:v>
                </c:pt>
                <c:pt idx="966">
                  <c:v>9.116791536947149E-3</c:v>
                </c:pt>
                <c:pt idx="967">
                  <c:v>1.0536669046444087E-2</c:v>
                </c:pt>
                <c:pt idx="968">
                  <c:v>1.0527115233941054E-2</c:v>
                </c:pt>
                <c:pt idx="969">
                  <c:v>1.0472385014676533E-2</c:v>
                </c:pt>
                <c:pt idx="970">
                  <c:v>1.1021107660023255E-2</c:v>
                </c:pt>
                <c:pt idx="971">
                  <c:v>1.0891284800866652E-2</c:v>
                </c:pt>
                <c:pt idx="972">
                  <c:v>1.0658982096250902E-2</c:v>
                </c:pt>
                <c:pt idx="973">
                  <c:v>2.1089700090618491E-2</c:v>
                </c:pt>
                <c:pt idx="974">
                  <c:v>2.1525886368620541E-2</c:v>
                </c:pt>
                <c:pt idx="975">
                  <c:v>2.1522176528754683E-2</c:v>
                </c:pt>
                <c:pt idx="976">
                  <c:v>2.1429912890635242E-2</c:v>
                </c:pt>
                <c:pt idx="977">
                  <c:v>2.2227949730755467E-2</c:v>
                </c:pt>
                <c:pt idx="978">
                  <c:v>2.1594700196401809E-2</c:v>
                </c:pt>
                <c:pt idx="979">
                  <c:v>2.147966196588335E-2</c:v>
                </c:pt>
                <c:pt idx="980">
                  <c:v>2.1768343972016154E-2</c:v>
                </c:pt>
                <c:pt idx="981">
                  <c:v>2.1568945417007691E-2</c:v>
                </c:pt>
                <c:pt idx="982">
                  <c:v>2.1559978124623857E-2</c:v>
                </c:pt>
                <c:pt idx="983">
                  <c:v>2.1648527598846105E-2</c:v>
                </c:pt>
                <c:pt idx="984">
                  <c:v>2.1663763883778837E-2</c:v>
                </c:pt>
                <c:pt idx="985">
                  <c:v>2.2538018608136607E-2</c:v>
                </c:pt>
                <c:pt idx="986">
                  <c:v>2.1585046351248725E-2</c:v>
                </c:pt>
                <c:pt idx="987">
                  <c:v>2.1478388180126873E-2</c:v>
                </c:pt>
                <c:pt idx="988">
                  <c:v>2.1495182737927932E-2</c:v>
                </c:pt>
                <c:pt idx="989">
                  <c:v>2.1090273314919878E-2</c:v>
                </c:pt>
                <c:pt idx="990">
                  <c:v>2.1107594241932877E-2</c:v>
                </c:pt>
                <c:pt idx="991">
                  <c:v>2.1572837971940068E-2</c:v>
                </c:pt>
                <c:pt idx="992">
                  <c:v>1.2858510829231503E-2</c:v>
                </c:pt>
                <c:pt idx="993">
                  <c:v>1.2260622671738292E-2</c:v>
                </c:pt>
                <c:pt idx="994">
                  <c:v>1.2170557334227464E-2</c:v>
                </c:pt>
                <c:pt idx="995">
                  <c:v>1.2654133010489238E-2</c:v>
                </c:pt>
                <c:pt idx="996">
                  <c:v>1.0934416003178429E-2</c:v>
                </c:pt>
                <c:pt idx="997">
                  <c:v>1.0673707523627594E-2</c:v>
                </c:pt>
                <c:pt idx="998">
                  <c:v>1.0998449724962405E-2</c:v>
                </c:pt>
                <c:pt idx="999">
                  <c:v>1.0598580085840468E-2</c:v>
                </c:pt>
                <c:pt idx="1000">
                  <c:v>1.0394979466616583E-2</c:v>
                </c:pt>
                <c:pt idx="1001">
                  <c:v>1.0458282170238057E-2</c:v>
                </c:pt>
                <c:pt idx="1002">
                  <c:v>9.9526691099151316E-3</c:v>
                </c:pt>
                <c:pt idx="1003">
                  <c:v>1.0020649897394403E-2</c:v>
                </c:pt>
                <c:pt idx="1004">
                  <c:v>8.2424042623250628E-3</c:v>
                </c:pt>
                <c:pt idx="1005">
                  <c:v>8.1318960352486768E-3</c:v>
                </c:pt>
                <c:pt idx="1006">
                  <c:v>1.0092048464860236E-2</c:v>
                </c:pt>
                <c:pt idx="1007">
                  <c:v>9.9017926291446873E-3</c:v>
                </c:pt>
                <c:pt idx="1008">
                  <c:v>9.6796582957013426E-3</c:v>
                </c:pt>
                <c:pt idx="1009">
                  <c:v>9.886351632744662E-3</c:v>
                </c:pt>
                <c:pt idx="1010">
                  <c:v>9.3846505109584453E-3</c:v>
                </c:pt>
                <c:pt idx="1011">
                  <c:v>8.7104882303448948E-3</c:v>
                </c:pt>
                <c:pt idx="1012">
                  <c:v>8.7298134357921414E-3</c:v>
                </c:pt>
                <c:pt idx="1013">
                  <c:v>8.7280095862698002E-3</c:v>
                </c:pt>
                <c:pt idx="1014">
                  <c:v>8.4675180761833342E-3</c:v>
                </c:pt>
                <c:pt idx="1015">
                  <c:v>9.6998055082838184E-3</c:v>
                </c:pt>
                <c:pt idx="1016">
                  <c:v>1.0656149245168027E-2</c:v>
                </c:pt>
                <c:pt idx="1017">
                  <c:v>1.0186320540986419E-2</c:v>
                </c:pt>
                <c:pt idx="1018">
                  <c:v>1.012761679790398E-2</c:v>
                </c:pt>
                <c:pt idx="1019">
                  <c:v>1.0503962234528907E-2</c:v>
                </c:pt>
                <c:pt idx="1020">
                  <c:v>1.0224997328950353E-2</c:v>
                </c:pt>
                <c:pt idx="1021">
                  <c:v>1.056071390653676E-2</c:v>
                </c:pt>
                <c:pt idx="1022">
                  <c:v>1.0426561402270535E-2</c:v>
                </c:pt>
                <c:pt idx="1023">
                  <c:v>1.0900451631827438E-2</c:v>
                </c:pt>
                <c:pt idx="1024">
                  <c:v>1.0868739555842284E-2</c:v>
                </c:pt>
                <c:pt idx="1025">
                  <c:v>1.1760265042910141E-2</c:v>
                </c:pt>
                <c:pt idx="1026">
                  <c:v>1.2201669098012761E-2</c:v>
                </c:pt>
                <c:pt idx="1027">
                  <c:v>1.2216762771418957E-2</c:v>
                </c:pt>
                <c:pt idx="1028">
                  <c:v>1.2854870155221876E-2</c:v>
                </c:pt>
                <c:pt idx="1029">
                  <c:v>1.3860918121416446E-2</c:v>
                </c:pt>
                <c:pt idx="1030">
                  <c:v>1.5406635411306801E-2</c:v>
                </c:pt>
                <c:pt idx="1031">
                  <c:v>1.5838290654747348E-2</c:v>
                </c:pt>
                <c:pt idx="1032">
                  <c:v>1.5919346519371404E-2</c:v>
                </c:pt>
                <c:pt idx="1033">
                  <c:v>1.590619038876713E-2</c:v>
                </c:pt>
                <c:pt idx="1034">
                  <c:v>1.5546538917144383E-2</c:v>
                </c:pt>
                <c:pt idx="1035">
                  <c:v>1.4898655349260534E-2</c:v>
                </c:pt>
                <c:pt idx="1036">
                  <c:v>1.5758706107858404E-2</c:v>
                </c:pt>
                <c:pt idx="1037">
                  <c:v>1.5622444087489654E-2</c:v>
                </c:pt>
                <c:pt idx="1038">
                  <c:v>1.7420326016611469E-2</c:v>
                </c:pt>
                <c:pt idx="1039">
                  <c:v>1.7759905647777078E-2</c:v>
                </c:pt>
                <c:pt idx="1040">
                  <c:v>1.7622848982910368E-2</c:v>
                </c:pt>
                <c:pt idx="1041">
                  <c:v>1.7728689153575471E-2</c:v>
                </c:pt>
                <c:pt idx="1042">
                  <c:v>1.8167602297818709E-2</c:v>
                </c:pt>
                <c:pt idx="1043">
                  <c:v>1.8361023528070612E-2</c:v>
                </c:pt>
                <c:pt idx="1044">
                  <c:v>1.7383401813527259E-2</c:v>
                </c:pt>
                <c:pt idx="1045">
                  <c:v>1.7497741301729118E-2</c:v>
                </c:pt>
                <c:pt idx="1046">
                  <c:v>1.7342631745336661E-2</c:v>
                </c:pt>
                <c:pt idx="1047">
                  <c:v>1.6964840606004498E-2</c:v>
                </c:pt>
                <c:pt idx="1048">
                  <c:v>1.6925444287677012E-2</c:v>
                </c:pt>
                <c:pt idx="1049">
                  <c:v>1.53869589846105E-2</c:v>
                </c:pt>
                <c:pt idx="1050">
                  <c:v>1.6519099676431882E-2</c:v>
                </c:pt>
                <c:pt idx="1051">
                  <c:v>1.6639699646811765E-2</c:v>
                </c:pt>
                <c:pt idx="1052">
                  <c:v>1.6829157299531657E-2</c:v>
                </c:pt>
                <c:pt idx="1053">
                  <c:v>2.6216056281880309E-2</c:v>
                </c:pt>
                <c:pt idx="1054">
                  <c:v>2.8648455010026511E-2</c:v>
                </c:pt>
                <c:pt idx="1055">
                  <c:v>2.7881678059764936E-2</c:v>
                </c:pt>
                <c:pt idx="1056">
                  <c:v>2.860588411642781E-2</c:v>
                </c:pt>
                <c:pt idx="1057">
                  <c:v>2.8110686843001251E-2</c:v>
                </c:pt>
                <c:pt idx="1058">
                  <c:v>2.8129539663399174E-2</c:v>
                </c:pt>
                <c:pt idx="1059">
                  <c:v>2.9734920709798728E-2</c:v>
                </c:pt>
                <c:pt idx="1060">
                  <c:v>2.9716423564200532E-2</c:v>
                </c:pt>
                <c:pt idx="1061">
                  <c:v>2.9347322331209957E-2</c:v>
                </c:pt>
                <c:pt idx="1062">
                  <c:v>2.9330397034001074E-2</c:v>
                </c:pt>
                <c:pt idx="1063">
                  <c:v>3.0146225513774147E-2</c:v>
                </c:pt>
                <c:pt idx="1064">
                  <c:v>3.0832934463850176E-2</c:v>
                </c:pt>
                <c:pt idx="1065">
                  <c:v>3.0786190891630462E-2</c:v>
                </c:pt>
                <c:pt idx="1066">
                  <c:v>3.0775165780297552E-2</c:v>
                </c:pt>
                <c:pt idx="1067">
                  <c:v>3.0647284126574116E-2</c:v>
                </c:pt>
                <c:pt idx="1068">
                  <c:v>3.03604825381588E-2</c:v>
                </c:pt>
                <c:pt idx="1069">
                  <c:v>2.9552090476732688E-2</c:v>
                </c:pt>
                <c:pt idx="1070">
                  <c:v>2.9543743933312053E-2</c:v>
                </c:pt>
                <c:pt idx="1071">
                  <c:v>2.9337907769743678E-2</c:v>
                </c:pt>
                <c:pt idx="1072">
                  <c:v>2.1902355026679487E-2</c:v>
                </c:pt>
                <c:pt idx="1073">
                  <c:v>1.7751079594249746E-2</c:v>
                </c:pt>
                <c:pt idx="1074">
                  <c:v>1.7990553710918331E-2</c:v>
                </c:pt>
                <c:pt idx="1075">
                  <c:v>1.7441318661161765E-2</c:v>
                </c:pt>
                <c:pt idx="1076">
                  <c:v>1.7119600568888612E-2</c:v>
                </c:pt>
                <c:pt idx="1077">
                  <c:v>1.7247526031387069E-2</c:v>
                </c:pt>
                <c:pt idx="1078">
                  <c:v>1.4195245699368791E-2</c:v>
                </c:pt>
                <c:pt idx="1079">
                  <c:v>1.373530772917857E-2</c:v>
                </c:pt>
                <c:pt idx="1080">
                  <c:v>1.2484382539840157E-2</c:v>
                </c:pt>
                <c:pt idx="1081">
                  <c:v>1.2503669070155703E-2</c:v>
                </c:pt>
                <c:pt idx="1082">
                  <c:v>1.0295868068266103E-2</c:v>
                </c:pt>
                <c:pt idx="1083">
                  <c:v>7.4890197161277894E-3</c:v>
                </c:pt>
                <c:pt idx="1084">
                  <c:v>9.4613332626923164E-3</c:v>
                </c:pt>
                <c:pt idx="1085">
                  <c:v>9.6851851557396267E-3</c:v>
                </c:pt>
                <c:pt idx="1086">
                  <c:v>9.6879502877541147E-3</c:v>
                </c:pt>
                <c:pt idx="1087">
                  <c:v>9.5381348245064321E-3</c:v>
                </c:pt>
                <c:pt idx="1088">
                  <c:v>9.0379513490768219E-3</c:v>
                </c:pt>
                <c:pt idx="1089">
                  <c:v>9.4077645624522158E-3</c:v>
                </c:pt>
                <c:pt idx="1090">
                  <c:v>9.5979993242732275E-3</c:v>
                </c:pt>
                <c:pt idx="1091">
                  <c:v>9.5985941379049776E-3</c:v>
                </c:pt>
                <c:pt idx="1092">
                  <c:v>8.8944055812172663E-3</c:v>
                </c:pt>
                <c:pt idx="1093">
                  <c:v>8.6339536188486995E-3</c:v>
                </c:pt>
                <c:pt idx="1094">
                  <c:v>8.6964829315406885E-3</c:v>
                </c:pt>
                <c:pt idx="1095">
                  <c:v>8.9729121492253035E-3</c:v>
                </c:pt>
                <c:pt idx="1096">
                  <c:v>8.9859699204257702E-3</c:v>
                </c:pt>
                <c:pt idx="1097">
                  <c:v>9.1458988592420468E-3</c:v>
                </c:pt>
                <c:pt idx="1098">
                  <c:v>9.7272457861127537E-3</c:v>
                </c:pt>
                <c:pt idx="1099">
                  <c:v>9.4733942221071239E-3</c:v>
                </c:pt>
                <c:pt idx="1100">
                  <c:v>9.4772510107267709E-3</c:v>
                </c:pt>
                <c:pt idx="1101">
                  <c:v>9.4924603374499789E-3</c:v>
                </c:pt>
                <c:pt idx="1102">
                  <c:v>9.8364447805630133E-3</c:v>
                </c:pt>
                <c:pt idx="1103">
                  <c:v>8.5815505765768664E-3</c:v>
                </c:pt>
                <c:pt idx="1104">
                  <c:v>8.3852491747523367E-3</c:v>
                </c:pt>
                <c:pt idx="1105">
                  <c:v>8.3769921214325305E-3</c:v>
                </c:pt>
                <c:pt idx="1106">
                  <c:v>8.3222007999644108E-3</c:v>
                </c:pt>
                <c:pt idx="1107">
                  <c:v>8.3338338959220229E-3</c:v>
                </c:pt>
                <c:pt idx="1108">
                  <c:v>7.9492638022789341E-3</c:v>
                </c:pt>
                <c:pt idx="1109">
                  <c:v>7.1728458296031914E-3</c:v>
                </c:pt>
                <c:pt idx="1110">
                  <c:v>7.1371329914897723E-3</c:v>
                </c:pt>
                <c:pt idx="1111">
                  <c:v>7.3854173239745243E-3</c:v>
                </c:pt>
                <c:pt idx="1112">
                  <c:v>7.8273809018551115E-3</c:v>
                </c:pt>
                <c:pt idx="1113">
                  <c:v>7.7535287793768113E-3</c:v>
                </c:pt>
                <c:pt idx="1114">
                  <c:v>7.6809507101527489E-3</c:v>
                </c:pt>
                <c:pt idx="1115">
                  <c:v>7.5124664651681069E-3</c:v>
                </c:pt>
                <c:pt idx="1116">
                  <c:v>7.6152179054997451E-3</c:v>
                </c:pt>
                <c:pt idx="1117">
                  <c:v>7.9384938598728201E-3</c:v>
                </c:pt>
                <c:pt idx="1118">
                  <c:v>1.0850986071047574E-2</c:v>
                </c:pt>
                <c:pt idx="1119">
                  <c:v>1.1106856877731611E-2</c:v>
                </c:pt>
                <c:pt idx="1120">
                  <c:v>1.1104819719858479E-2</c:v>
                </c:pt>
                <c:pt idx="1121">
                  <c:v>1.2900366439903119E-2</c:v>
                </c:pt>
                <c:pt idx="1122">
                  <c:v>1.2661541139608242E-2</c:v>
                </c:pt>
                <c:pt idx="1123">
                  <c:v>1.2709388894770057E-2</c:v>
                </c:pt>
                <c:pt idx="1124">
                  <c:v>1.2721507890420935E-2</c:v>
                </c:pt>
                <c:pt idx="1125">
                  <c:v>1.2811201104868667E-2</c:v>
                </c:pt>
                <c:pt idx="1126">
                  <c:v>1.2813033108531732E-2</c:v>
                </c:pt>
                <c:pt idx="1127">
                  <c:v>1.2965474196470221E-2</c:v>
                </c:pt>
                <c:pt idx="1128">
                  <c:v>1.3415488023314236E-2</c:v>
                </c:pt>
                <c:pt idx="1129">
                  <c:v>1.3451937496147039E-2</c:v>
                </c:pt>
                <c:pt idx="1130">
                  <c:v>1.3396233391958135E-2</c:v>
                </c:pt>
                <c:pt idx="1131">
                  <c:v>1.3148835723835753E-2</c:v>
                </c:pt>
                <c:pt idx="1132">
                  <c:v>1.3338995217304379E-2</c:v>
                </c:pt>
                <c:pt idx="1133">
                  <c:v>1.3659234754336266E-2</c:v>
                </c:pt>
                <c:pt idx="1134">
                  <c:v>1.3659866466434648E-2</c:v>
                </c:pt>
                <c:pt idx="1135">
                  <c:v>1.3448998008979706E-2</c:v>
                </c:pt>
                <c:pt idx="1136">
                  <c:v>1.3208915865736033E-2</c:v>
                </c:pt>
                <c:pt idx="1137">
                  <c:v>1.1249933652648588E-2</c:v>
                </c:pt>
                <c:pt idx="1138">
                  <c:v>1.323461634015138E-2</c:v>
                </c:pt>
                <c:pt idx="1139">
                  <c:v>1.3358462014043429E-2</c:v>
                </c:pt>
                <c:pt idx="1140">
                  <c:v>1.2960514309889662E-2</c:v>
                </c:pt>
                <c:pt idx="1141">
                  <c:v>1.3101404191124726E-2</c:v>
                </c:pt>
                <c:pt idx="1142">
                  <c:v>1.3234211864025678E-2</c:v>
                </c:pt>
                <c:pt idx="1143">
                  <c:v>1.3309678820889266E-2</c:v>
                </c:pt>
                <c:pt idx="1144">
                  <c:v>1.3467903277456266E-2</c:v>
                </c:pt>
                <c:pt idx="1145">
                  <c:v>1.3554808276485397E-2</c:v>
                </c:pt>
                <c:pt idx="1146">
                  <c:v>1.3599782316586803E-2</c:v>
                </c:pt>
                <c:pt idx="1147">
                  <c:v>1.3349061186612917E-2</c:v>
                </c:pt>
                <c:pt idx="1148">
                  <c:v>1.3323115057189337E-2</c:v>
                </c:pt>
                <c:pt idx="1149">
                  <c:v>1.322153265386489E-2</c:v>
                </c:pt>
                <c:pt idx="1150">
                  <c:v>1.3209632287294312E-2</c:v>
                </c:pt>
                <c:pt idx="1151">
                  <c:v>1.3072045218207052E-2</c:v>
                </c:pt>
                <c:pt idx="1152">
                  <c:v>1.3369825118606541E-2</c:v>
                </c:pt>
                <c:pt idx="1153">
                  <c:v>1.3369039273885641E-2</c:v>
                </c:pt>
                <c:pt idx="1154">
                  <c:v>1.3275668078920951E-2</c:v>
                </c:pt>
                <c:pt idx="1155">
                  <c:v>1.3050842187931165E-2</c:v>
                </c:pt>
                <c:pt idx="1156">
                  <c:v>1.6010117850514198E-2</c:v>
                </c:pt>
                <c:pt idx="1157">
                  <c:v>1.4461346763414304E-2</c:v>
                </c:pt>
                <c:pt idx="1158">
                  <c:v>1.437086107593089E-2</c:v>
                </c:pt>
                <c:pt idx="1159">
                  <c:v>1.2682226703148319E-2</c:v>
                </c:pt>
                <c:pt idx="1160">
                  <c:v>2.2937132097323731E-2</c:v>
                </c:pt>
                <c:pt idx="1161">
                  <c:v>2.2654096509429546E-2</c:v>
                </c:pt>
                <c:pt idx="1162">
                  <c:v>3.0483202480339994E-2</c:v>
                </c:pt>
                <c:pt idx="1163">
                  <c:v>3.3718059041793674E-2</c:v>
                </c:pt>
                <c:pt idx="1164">
                  <c:v>3.7139055172425404E-2</c:v>
                </c:pt>
                <c:pt idx="1165">
                  <c:v>3.7384983495109929E-2</c:v>
                </c:pt>
                <c:pt idx="1166">
                  <c:v>3.9299549429744098E-2</c:v>
                </c:pt>
                <c:pt idx="1167">
                  <c:v>3.9180304991123363E-2</c:v>
                </c:pt>
                <c:pt idx="1168">
                  <c:v>3.9783285210033048E-2</c:v>
                </c:pt>
                <c:pt idx="1169">
                  <c:v>5.225949718214324E-2</c:v>
                </c:pt>
                <c:pt idx="1170">
                  <c:v>5.2527264100862982E-2</c:v>
                </c:pt>
                <c:pt idx="1171">
                  <c:v>6.871627414029452E-2</c:v>
                </c:pt>
                <c:pt idx="1172">
                  <c:v>6.9375418130653635E-2</c:v>
                </c:pt>
                <c:pt idx="1173">
                  <c:v>6.991270328074442E-2</c:v>
                </c:pt>
                <c:pt idx="1174">
                  <c:v>7.045669515295068E-2</c:v>
                </c:pt>
                <c:pt idx="1175">
                  <c:v>7.0569912286120792E-2</c:v>
                </c:pt>
                <c:pt idx="1176">
                  <c:v>7.089695304613991E-2</c:v>
                </c:pt>
                <c:pt idx="1177">
                  <c:v>7.6895419817891331E-2</c:v>
                </c:pt>
                <c:pt idx="1178">
                  <c:v>7.8027421793786855E-2</c:v>
                </c:pt>
                <c:pt idx="1179">
                  <c:v>7.6095590696099155E-2</c:v>
                </c:pt>
                <c:pt idx="1180">
                  <c:v>7.5988670465198818E-2</c:v>
                </c:pt>
                <c:pt idx="1181">
                  <c:v>7.5470075344391874E-2</c:v>
                </c:pt>
                <c:pt idx="1182">
                  <c:v>7.4154793061876279E-2</c:v>
                </c:pt>
                <c:pt idx="1183">
                  <c:v>7.277776003405477E-2</c:v>
                </c:pt>
                <c:pt idx="1184">
                  <c:v>7.2563598526085099E-2</c:v>
                </c:pt>
                <c:pt idx="1185">
                  <c:v>7.0710119023477569E-2</c:v>
                </c:pt>
                <c:pt idx="1186">
                  <c:v>7.1393406626633682E-2</c:v>
                </c:pt>
                <c:pt idx="1187">
                  <c:v>7.1627253026015705E-2</c:v>
                </c:pt>
                <c:pt idx="1188">
                  <c:v>5.6873547730791771E-2</c:v>
                </c:pt>
                <c:pt idx="1189">
                  <c:v>6.3740667881059476E-2</c:v>
                </c:pt>
                <c:pt idx="1190">
                  <c:v>5.2127662924323394E-2</c:v>
                </c:pt>
                <c:pt idx="1191">
                  <c:v>5.1847815253938764E-2</c:v>
                </c:pt>
                <c:pt idx="1192">
                  <c:v>4.9788157013245585E-2</c:v>
                </c:pt>
                <c:pt idx="1193">
                  <c:v>4.963449229939082E-2</c:v>
                </c:pt>
                <c:pt idx="1194">
                  <c:v>4.9228183694132129E-2</c:v>
                </c:pt>
                <c:pt idx="1195">
                  <c:v>4.7593522261963152E-2</c:v>
                </c:pt>
                <c:pt idx="1196">
                  <c:v>4.1364902294523505E-2</c:v>
                </c:pt>
                <c:pt idx="1197">
                  <c:v>4.3505465319033119E-2</c:v>
                </c:pt>
                <c:pt idx="1198">
                  <c:v>4.3362128532419858E-2</c:v>
                </c:pt>
                <c:pt idx="1199">
                  <c:v>4.3696988811552824E-2</c:v>
                </c:pt>
                <c:pt idx="1200">
                  <c:v>4.0117485030246036E-2</c:v>
                </c:pt>
                <c:pt idx="1201">
                  <c:v>4.0355433340345262E-2</c:v>
                </c:pt>
                <c:pt idx="1202">
                  <c:v>4.3876729481852082E-2</c:v>
                </c:pt>
                <c:pt idx="1203">
                  <c:v>4.4109183458845007E-2</c:v>
                </c:pt>
                <c:pt idx="1204">
                  <c:v>4.4145488350968327E-2</c:v>
                </c:pt>
                <c:pt idx="1205">
                  <c:v>4.4782581024272482E-2</c:v>
                </c:pt>
                <c:pt idx="1206">
                  <c:v>4.4597725622757968E-2</c:v>
                </c:pt>
                <c:pt idx="1207">
                  <c:v>4.4546067836910674E-2</c:v>
                </c:pt>
                <c:pt idx="1208">
                  <c:v>3.6605343380656623E-2</c:v>
                </c:pt>
                <c:pt idx="1209">
                  <c:v>3.6575543494234489E-2</c:v>
                </c:pt>
                <c:pt idx="1210">
                  <c:v>3.6958708770980314E-2</c:v>
                </c:pt>
                <c:pt idx="1211">
                  <c:v>3.6440459111504654E-2</c:v>
                </c:pt>
                <c:pt idx="1212">
                  <c:v>3.7373918268133771E-2</c:v>
                </c:pt>
                <c:pt idx="1213">
                  <c:v>3.6003426533714723E-2</c:v>
                </c:pt>
                <c:pt idx="1214">
                  <c:v>3.6449288552233693E-2</c:v>
                </c:pt>
                <c:pt idx="1215">
                  <c:v>3.6509194315927251E-2</c:v>
                </c:pt>
                <c:pt idx="1216">
                  <c:v>3.1817403950351632E-2</c:v>
                </c:pt>
                <c:pt idx="1217">
                  <c:v>3.2475587741744347E-2</c:v>
                </c:pt>
                <c:pt idx="1218">
                  <c:v>3.2432388842423589E-2</c:v>
                </c:pt>
                <c:pt idx="1219">
                  <c:v>3.2212124296726805E-2</c:v>
                </c:pt>
                <c:pt idx="1220">
                  <c:v>3.1098996794025249E-2</c:v>
                </c:pt>
                <c:pt idx="1221">
                  <c:v>2.7515296194868914E-2</c:v>
                </c:pt>
                <c:pt idx="1222">
                  <c:v>2.7255445912053054E-2</c:v>
                </c:pt>
                <c:pt idx="1223">
                  <c:v>2.7252589449703615E-2</c:v>
                </c:pt>
                <c:pt idx="1224">
                  <c:v>2.3583237249612046E-2</c:v>
                </c:pt>
                <c:pt idx="1225">
                  <c:v>2.3019463973857891E-2</c:v>
                </c:pt>
                <c:pt idx="1226">
                  <c:v>2.2568147511535543E-2</c:v>
                </c:pt>
                <c:pt idx="1227">
                  <c:v>2.1511203781364667E-2</c:v>
                </c:pt>
                <c:pt idx="1228">
                  <c:v>2.1560078132846348E-2</c:v>
                </c:pt>
                <c:pt idx="1229">
                  <c:v>2.1093747187151096E-2</c:v>
                </c:pt>
                <c:pt idx="1230">
                  <c:v>2.1561900348995959E-2</c:v>
                </c:pt>
                <c:pt idx="1231">
                  <c:v>1.9896110318913949E-2</c:v>
                </c:pt>
                <c:pt idx="1232">
                  <c:v>1.9991507979938948E-2</c:v>
                </c:pt>
                <c:pt idx="1233">
                  <c:v>1.8702288781197635E-2</c:v>
                </c:pt>
                <c:pt idx="1234">
                  <c:v>1.8771145169042085E-2</c:v>
                </c:pt>
                <c:pt idx="1235">
                  <c:v>1.962622579490976E-2</c:v>
                </c:pt>
                <c:pt idx="1236">
                  <c:v>1.8248041342893352E-2</c:v>
                </c:pt>
                <c:pt idx="1237">
                  <c:v>1.8275043099465899E-2</c:v>
                </c:pt>
                <c:pt idx="1238">
                  <c:v>1.8577388776050804E-2</c:v>
                </c:pt>
                <c:pt idx="1239">
                  <c:v>1.7816577598065316E-2</c:v>
                </c:pt>
                <c:pt idx="1240">
                  <c:v>1.5833951885483036E-2</c:v>
                </c:pt>
                <c:pt idx="1241">
                  <c:v>1.6799550009772925E-2</c:v>
                </c:pt>
                <c:pt idx="1242">
                  <c:v>1.8896058145190457E-2</c:v>
                </c:pt>
                <c:pt idx="1243">
                  <c:v>1.8758549092408917E-2</c:v>
                </c:pt>
                <c:pt idx="1244">
                  <c:v>1.8779931750717949E-2</c:v>
                </c:pt>
                <c:pt idx="1245">
                  <c:v>1.8424259411748498E-2</c:v>
                </c:pt>
                <c:pt idx="1246">
                  <c:v>1.8424946636132322E-2</c:v>
                </c:pt>
                <c:pt idx="1247">
                  <c:v>1.9565716627041395E-2</c:v>
                </c:pt>
                <c:pt idx="1248">
                  <c:v>1.9695800487228368E-2</c:v>
                </c:pt>
                <c:pt idx="1249">
                  <c:v>1.8446212459195813E-2</c:v>
                </c:pt>
                <c:pt idx="1250">
                  <c:v>1.8564622405021616E-2</c:v>
                </c:pt>
                <c:pt idx="1251">
                  <c:v>1.8191860948228732E-2</c:v>
                </c:pt>
                <c:pt idx="1252">
                  <c:v>1.7412176704213873E-2</c:v>
                </c:pt>
                <c:pt idx="1253">
                  <c:v>1.7558645236568735E-2</c:v>
                </c:pt>
                <c:pt idx="1254">
                  <c:v>1.6562018746630981E-2</c:v>
                </c:pt>
                <c:pt idx="1255">
                  <c:v>1.6071810471622299E-2</c:v>
                </c:pt>
                <c:pt idx="1256">
                  <c:v>1.635147926976736E-2</c:v>
                </c:pt>
                <c:pt idx="1257">
                  <c:v>1.523969096303229E-2</c:v>
                </c:pt>
                <c:pt idx="1258">
                  <c:v>1.6163904102639768E-2</c:v>
                </c:pt>
                <c:pt idx="1259">
                  <c:v>1.610855138695182E-2</c:v>
                </c:pt>
                <c:pt idx="1260">
                  <c:v>1.590132058161868E-2</c:v>
                </c:pt>
                <c:pt idx="1261">
                  <c:v>1.4178896506459676E-2</c:v>
                </c:pt>
                <c:pt idx="1262">
                  <c:v>1.4987753630937852E-2</c:v>
                </c:pt>
                <c:pt idx="1263">
                  <c:v>1.5371970305534178E-2</c:v>
                </c:pt>
                <c:pt idx="1264">
                  <c:v>1.4510060735613003E-2</c:v>
                </c:pt>
                <c:pt idx="1265">
                  <c:v>1.4500618402478512E-2</c:v>
                </c:pt>
                <c:pt idx="1266">
                  <c:v>1.5949365779950035E-2</c:v>
                </c:pt>
                <c:pt idx="1267">
                  <c:v>1.8668875877138728E-2</c:v>
                </c:pt>
                <c:pt idx="1268">
                  <c:v>1.8710560957214961E-2</c:v>
                </c:pt>
                <c:pt idx="1269">
                  <c:v>1.8780290001707042E-2</c:v>
                </c:pt>
                <c:pt idx="1270">
                  <c:v>1.9681454276993887E-2</c:v>
                </c:pt>
                <c:pt idx="1271">
                  <c:v>2.0653887238594897E-2</c:v>
                </c:pt>
                <c:pt idx="1272">
                  <c:v>2.0513647159759171E-2</c:v>
                </c:pt>
                <c:pt idx="1273">
                  <c:v>2.0717798320745939E-2</c:v>
                </c:pt>
                <c:pt idx="1274">
                  <c:v>2.1575399632958164E-2</c:v>
                </c:pt>
                <c:pt idx="1275">
                  <c:v>2.0948195488887177E-2</c:v>
                </c:pt>
                <c:pt idx="1276">
                  <c:v>2.0957804715806563E-2</c:v>
                </c:pt>
                <c:pt idx="1277">
                  <c:v>2.0843281964518453E-2</c:v>
                </c:pt>
                <c:pt idx="1278">
                  <c:v>2.1100497736565197E-2</c:v>
                </c:pt>
                <c:pt idx="1279">
                  <c:v>2.0668415420783268E-2</c:v>
                </c:pt>
                <c:pt idx="1280">
                  <c:v>2.0624918035816949E-2</c:v>
                </c:pt>
                <c:pt idx="1281">
                  <c:v>1.9895552530329132E-2</c:v>
                </c:pt>
                <c:pt idx="1282">
                  <c:v>2.0514462193497528E-2</c:v>
                </c:pt>
                <c:pt idx="1283">
                  <c:v>2.0170945155147321E-2</c:v>
                </c:pt>
                <c:pt idx="1284">
                  <c:v>1.9965545159062403E-2</c:v>
                </c:pt>
                <c:pt idx="1285">
                  <c:v>1.5762065720081601E-2</c:v>
                </c:pt>
                <c:pt idx="1286">
                  <c:v>1.6844334127848259E-2</c:v>
                </c:pt>
                <c:pt idx="1287">
                  <c:v>1.8855112705720926E-2</c:v>
                </c:pt>
                <c:pt idx="1288">
                  <c:v>1.8946032354816556E-2</c:v>
                </c:pt>
                <c:pt idx="1289">
                  <c:v>1.8779237119086599E-2</c:v>
                </c:pt>
                <c:pt idx="1290">
                  <c:v>2.1249048090672813E-2</c:v>
                </c:pt>
                <c:pt idx="1291">
                  <c:v>2.13417203989529E-2</c:v>
                </c:pt>
                <c:pt idx="1292">
                  <c:v>2.176285168064606E-2</c:v>
                </c:pt>
                <c:pt idx="1293">
                  <c:v>2.0931742803274266E-2</c:v>
                </c:pt>
                <c:pt idx="1294">
                  <c:v>2.0863394431326458E-2</c:v>
                </c:pt>
                <c:pt idx="1295">
                  <c:v>2.1775317421965808E-2</c:v>
                </c:pt>
                <c:pt idx="1296">
                  <c:v>2.1403998824847496E-2</c:v>
                </c:pt>
                <c:pt idx="1297">
                  <c:v>2.148316592612546E-2</c:v>
                </c:pt>
                <c:pt idx="1298">
                  <c:v>2.1666526119534547E-2</c:v>
                </c:pt>
                <c:pt idx="1299">
                  <c:v>2.2878565998298954E-2</c:v>
                </c:pt>
                <c:pt idx="1300">
                  <c:v>2.3031765853122031E-2</c:v>
                </c:pt>
                <c:pt idx="1301">
                  <c:v>2.2260879681754948E-2</c:v>
                </c:pt>
                <c:pt idx="1302">
                  <c:v>2.1760561434331017E-2</c:v>
                </c:pt>
                <c:pt idx="1303">
                  <c:v>2.1717543394997478E-2</c:v>
                </c:pt>
                <c:pt idx="1304">
                  <c:v>1.8797713490915802E-2</c:v>
                </c:pt>
                <c:pt idx="1305">
                  <c:v>1.9308808032143604E-2</c:v>
                </c:pt>
                <c:pt idx="1306">
                  <c:v>1.8872458369512835E-2</c:v>
                </c:pt>
                <c:pt idx="1307">
                  <c:v>1.9351526372131563E-2</c:v>
                </c:pt>
                <c:pt idx="1308">
                  <c:v>1.9654100851980195E-2</c:v>
                </c:pt>
                <c:pt idx="1309">
                  <c:v>1.7748151743335525E-2</c:v>
                </c:pt>
                <c:pt idx="1310">
                  <c:v>1.9301044583199513E-2</c:v>
                </c:pt>
                <c:pt idx="1311">
                  <c:v>1.9973540528770168E-2</c:v>
                </c:pt>
                <c:pt idx="1312">
                  <c:v>2.0040148185999716E-2</c:v>
                </c:pt>
                <c:pt idx="1313">
                  <c:v>2.0613462208031369E-2</c:v>
                </c:pt>
                <c:pt idx="1314">
                  <c:v>2.0187652617583686E-2</c:v>
                </c:pt>
                <c:pt idx="1315">
                  <c:v>2.0673431090421555E-2</c:v>
                </c:pt>
                <c:pt idx="1316">
                  <c:v>2.1029026601991071E-2</c:v>
                </c:pt>
                <c:pt idx="1317">
                  <c:v>2.0996192176574009E-2</c:v>
                </c:pt>
                <c:pt idx="1318">
                  <c:v>2.0117533380082573E-2</c:v>
                </c:pt>
                <c:pt idx="1319">
                  <c:v>2.0065331338760671E-2</c:v>
                </c:pt>
                <c:pt idx="1320">
                  <c:v>1.9406639849846457E-2</c:v>
                </c:pt>
                <c:pt idx="1321">
                  <c:v>2.1102285152384916E-2</c:v>
                </c:pt>
                <c:pt idx="1322">
                  <c:v>2.2727478448151383E-2</c:v>
                </c:pt>
                <c:pt idx="1323">
                  <c:v>2.2666387445571267E-2</c:v>
                </c:pt>
                <c:pt idx="1324">
                  <c:v>2.2027531396971296E-2</c:v>
                </c:pt>
                <c:pt idx="1325">
                  <c:v>2.1948226925980086E-2</c:v>
                </c:pt>
                <c:pt idx="1326">
                  <c:v>2.1667037766117312E-2</c:v>
                </c:pt>
                <c:pt idx="1327">
                  <c:v>2.1199400246625311E-2</c:v>
                </c:pt>
                <c:pt idx="1328">
                  <c:v>2.0825244440541426E-2</c:v>
                </c:pt>
                <c:pt idx="1329">
                  <c:v>1.993577592163763E-2</c:v>
                </c:pt>
                <c:pt idx="1330">
                  <c:v>1.9957917596394145E-2</c:v>
                </c:pt>
                <c:pt idx="1331">
                  <c:v>1.9968377490651668E-2</c:v>
                </c:pt>
                <c:pt idx="1332">
                  <c:v>1.9507322238128098E-2</c:v>
                </c:pt>
                <c:pt idx="1333">
                  <c:v>1.9267616688401452E-2</c:v>
                </c:pt>
                <c:pt idx="1334">
                  <c:v>1.8679006742277373E-2</c:v>
                </c:pt>
                <c:pt idx="1335">
                  <c:v>1.7554002815629011E-2</c:v>
                </c:pt>
                <c:pt idx="1336">
                  <c:v>1.7529334781501836E-2</c:v>
                </c:pt>
                <c:pt idx="1337">
                  <c:v>1.6362990080123076E-2</c:v>
                </c:pt>
                <c:pt idx="1338">
                  <c:v>1.6427206888670682E-2</c:v>
                </c:pt>
                <c:pt idx="1339">
                  <c:v>1.6428788295156659E-2</c:v>
                </c:pt>
                <c:pt idx="1340">
                  <c:v>1.3451087343523243E-2</c:v>
                </c:pt>
                <c:pt idx="1341">
                  <c:v>1.5654941155267131E-2</c:v>
                </c:pt>
                <c:pt idx="1342">
                  <c:v>1.5419217090367272E-2</c:v>
                </c:pt>
                <c:pt idx="1343">
                  <c:v>1.5414005232100941E-2</c:v>
                </c:pt>
                <c:pt idx="1344">
                  <c:v>1.4696125325761967E-2</c:v>
                </c:pt>
                <c:pt idx="1345">
                  <c:v>1.4239315601314731E-2</c:v>
                </c:pt>
                <c:pt idx="1346">
                  <c:v>1.4324498495449353E-2</c:v>
                </c:pt>
                <c:pt idx="1347">
                  <c:v>1.4350198575059299E-2</c:v>
                </c:pt>
                <c:pt idx="1348">
                  <c:v>1.4158324904834207E-2</c:v>
                </c:pt>
                <c:pt idx="1349">
                  <c:v>1.3645005452309809E-2</c:v>
                </c:pt>
                <c:pt idx="1350">
                  <c:v>1.3244878283045786E-2</c:v>
                </c:pt>
                <c:pt idx="1351">
                  <c:v>1.3540197498461783E-2</c:v>
                </c:pt>
                <c:pt idx="1352">
                  <c:v>1.3538920638132551E-2</c:v>
                </c:pt>
                <c:pt idx="1353">
                  <c:v>1.3120246599136002E-2</c:v>
                </c:pt>
                <c:pt idx="1354">
                  <c:v>1.2898354148323465E-2</c:v>
                </c:pt>
                <c:pt idx="1355">
                  <c:v>1.2999063723828141E-2</c:v>
                </c:pt>
                <c:pt idx="1356">
                  <c:v>1.3157350789876688E-2</c:v>
                </c:pt>
                <c:pt idx="1357">
                  <c:v>1.3222601034188198E-2</c:v>
                </c:pt>
                <c:pt idx="1358">
                  <c:v>1.3249796951498872E-2</c:v>
                </c:pt>
                <c:pt idx="1359">
                  <c:v>1.3314503984396554E-2</c:v>
                </c:pt>
                <c:pt idx="1360">
                  <c:v>8.5860539926626098E-3</c:v>
                </c:pt>
                <c:pt idx="1361">
                  <c:v>9.0349095460342498E-3</c:v>
                </c:pt>
                <c:pt idx="1362">
                  <c:v>8.9731526577599193E-3</c:v>
                </c:pt>
                <c:pt idx="1363">
                  <c:v>8.9914795110091188E-3</c:v>
                </c:pt>
                <c:pt idx="1364">
                  <c:v>1.177439101451952E-2</c:v>
                </c:pt>
                <c:pt idx="1365">
                  <c:v>1.1343183030390034E-2</c:v>
                </c:pt>
                <c:pt idx="1366">
                  <c:v>1.3072164312147961E-2</c:v>
                </c:pt>
                <c:pt idx="1367">
                  <c:v>1.3071968440752349E-2</c:v>
                </c:pt>
                <c:pt idx="1368">
                  <c:v>1.3246007989685006E-2</c:v>
                </c:pt>
                <c:pt idx="1369">
                  <c:v>2.2967511411959508E-2</c:v>
                </c:pt>
                <c:pt idx="1370">
                  <c:v>2.5407060890055972E-2</c:v>
                </c:pt>
                <c:pt idx="1371">
                  <c:v>2.5538223992772998E-2</c:v>
                </c:pt>
                <c:pt idx="1372">
                  <c:v>2.5545724639884734E-2</c:v>
                </c:pt>
                <c:pt idx="1373">
                  <c:v>2.5527644205324902E-2</c:v>
                </c:pt>
                <c:pt idx="1374">
                  <c:v>2.5422729799339405E-2</c:v>
                </c:pt>
                <c:pt idx="1375">
                  <c:v>2.5592381350447026E-2</c:v>
                </c:pt>
                <c:pt idx="1376">
                  <c:v>2.5605088622318636E-2</c:v>
                </c:pt>
                <c:pt idx="1377">
                  <c:v>2.5568006682196595E-2</c:v>
                </c:pt>
                <c:pt idx="1378">
                  <c:v>2.6081217272743748E-2</c:v>
                </c:pt>
                <c:pt idx="1379">
                  <c:v>2.5745814732370795E-2</c:v>
                </c:pt>
                <c:pt idx="1380">
                  <c:v>2.5887726453618864E-2</c:v>
                </c:pt>
                <c:pt idx="1381">
                  <c:v>2.610358837635653E-2</c:v>
                </c:pt>
                <c:pt idx="1382">
                  <c:v>2.6613952444996425E-2</c:v>
                </c:pt>
                <c:pt idx="1383">
                  <c:v>2.5313052102301982E-2</c:v>
                </c:pt>
                <c:pt idx="1384">
                  <c:v>2.5425866210802187E-2</c:v>
                </c:pt>
                <c:pt idx="1385">
                  <c:v>2.4977859274382824E-2</c:v>
                </c:pt>
                <c:pt idx="1386">
                  <c:v>2.909143823620846E-2</c:v>
                </c:pt>
                <c:pt idx="1387">
                  <c:v>2.9099203205110915E-2</c:v>
                </c:pt>
                <c:pt idx="1388">
                  <c:v>2.2961616047887264E-2</c:v>
                </c:pt>
                <c:pt idx="1389">
                  <c:v>2.0952671410630491E-2</c:v>
                </c:pt>
                <c:pt idx="1390">
                  <c:v>2.0844416431911116E-2</c:v>
                </c:pt>
                <c:pt idx="1391">
                  <c:v>2.1128322506057333E-2</c:v>
                </c:pt>
                <c:pt idx="1392">
                  <c:v>2.0989215313011119E-2</c:v>
                </c:pt>
                <c:pt idx="1393">
                  <c:v>2.1306137987819853E-2</c:v>
                </c:pt>
                <c:pt idx="1394">
                  <c:v>2.1261347097800122E-2</c:v>
                </c:pt>
                <c:pt idx="1395">
                  <c:v>2.135527438910139E-2</c:v>
                </c:pt>
                <c:pt idx="1396">
                  <c:v>2.1314672496716786E-2</c:v>
                </c:pt>
                <c:pt idx="1397">
                  <c:v>1.9664041485780992E-2</c:v>
                </c:pt>
                <c:pt idx="1398">
                  <c:v>1.9944690616897267E-2</c:v>
                </c:pt>
                <c:pt idx="1399">
                  <c:v>1.9942883696299357E-2</c:v>
                </c:pt>
                <c:pt idx="1400">
                  <c:v>2.008227293653421E-2</c:v>
                </c:pt>
                <c:pt idx="1401">
                  <c:v>2.0301083227869263E-2</c:v>
                </c:pt>
                <c:pt idx="1402">
                  <c:v>2.1277832127079222E-2</c:v>
                </c:pt>
                <c:pt idx="1403">
                  <c:v>2.130780684670823E-2</c:v>
                </c:pt>
                <c:pt idx="1404">
                  <c:v>1.9120563160740709E-2</c:v>
                </c:pt>
                <c:pt idx="1405">
                  <c:v>1.488804466387479E-2</c:v>
                </c:pt>
                <c:pt idx="1406">
                  <c:v>1.538446725201874E-2</c:v>
                </c:pt>
                <c:pt idx="1407">
                  <c:v>1.5995387026101475E-2</c:v>
                </c:pt>
                <c:pt idx="1408">
                  <c:v>1.5422630530412103E-2</c:v>
                </c:pt>
                <c:pt idx="1409">
                  <c:v>1.5379763305872285E-2</c:v>
                </c:pt>
                <c:pt idx="1410">
                  <c:v>1.5137977948552978E-2</c:v>
                </c:pt>
                <c:pt idx="1411">
                  <c:v>1.5375779616631235E-2</c:v>
                </c:pt>
                <c:pt idx="1412">
                  <c:v>1.7669004118249319E-2</c:v>
                </c:pt>
                <c:pt idx="1413">
                  <c:v>2.0612819283182982E-2</c:v>
                </c:pt>
                <c:pt idx="1414">
                  <c:v>2.0768114317848245E-2</c:v>
                </c:pt>
                <c:pt idx="1415">
                  <c:v>2.1353099008214305E-2</c:v>
                </c:pt>
                <c:pt idx="1416">
                  <c:v>2.1406933268783408E-2</c:v>
                </c:pt>
                <c:pt idx="1417">
                  <c:v>2.2036131340890799E-2</c:v>
                </c:pt>
                <c:pt idx="1418">
                  <c:v>2.2032653496089693E-2</c:v>
                </c:pt>
                <c:pt idx="1419">
                  <c:v>2.7898326315779078E-2</c:v>
                </c:pt>
                <c:pt idx="1420">
                  <c:v>2.7540236692306291E-2</c:v>
                </c:pt>
                <c:pt idx="1421">
                  <c:v>2.7332967249208598E-2</c:v>
                </c:pt>
                <c:pt idx="1422">
                  <c:v>2.7396522573812188E-2</c:v>
                </c:pt>
                <c:pt idx="1423">
                  <c:v>2.7408323624158112E-2</c:v>
                </c:pt>
                <c:pt idx="1424">
                  <c:v>2.7326251518319994E-2</c:v>
                </c:pt>
                <c:pt idx="1425">
                  <c:v>2.6875884266732517E-2</c:v>
                </c:pt>
                <c:pt idx="1426">
                  <c:v>2.6726512389937142E-2</c:v>
                </c:pt>
                <c:pt idx="1427">
                  <c:v>2.559029199503942E-2</c:v>
                </c:pt>
                <c:pt idx="1428">
                  <c:v>2.5753408564126747E-2</c:v>
                </c:pt>
                <c:pt idx="1429">
                  <c:v>2.5785017029099234E-2</c:v>
                </c:pt>
                <c:pt idx="1430">
                  <c:v>2.7128762293286802E-2</c:v>
                </c:pt>
                <c:pt idx="1431">
                  <c:v>2.3933142125101222E-2</c:v>
                </c:pt>
                <c:pt idx="1432">
                  <c:v>2.2798323887392138E-2</c:v>
                </c:pt>
                <c:pt idx="1433">
                  <c:v>2.3121248514334173E-2</c:v>
                </c:pt>
                <c:pt idx="1434">
                  <c:v>2.3179786511716472E-2</c:v>
                </c:pt>
                <c:pt idx="1435">
                  <c:v>2.3116293912342038E-2</c:v>
                </c:pt>
                <c:pt idx="1436">
                  <c:v>2.3183486328937089E-2</c:v>
                </c:pt>
                <c:pt idx="1437">
                  <c:v>2.3147392388801695E-2</c:v>
                </c:pt>
                <c:pt idx="1438">
                  <c:v>1.7378688455056468E-2</c:v>
                </c:pt>
                <c:pt idx="1439">
                  <c:v>1.746332361042343E-2</c:v>
                </c:pt>
                <c:pt idx="1440">
                  <c:v>1.5944936638424195E-2</c:v>
                </c:pt>
                <c:pt idx="1441">
                  <c:v>1.5621449629074495E-2</c:v>
                </c:pt>
                <c:pt idx="1442">
                  <c:v>1.5546952369570646E-2</c:v>
                </c:pt>
                <c:pt idx="1443">
                  <c:v>1.585776329247033E-2</c:v>
                </c:pt>
                <c:pt idx="1444">
                  <c:v>1.5869947498535202E-2</c:v>
                </c:pt>
                <c:pt idx="1445">
                  <c:v>1.6142847903408718E-2</c:v>
                </c:pt>
                <c:pt idx="1446">
                  <c:v>1.5911352452022652E-2</c:v>
                </c:pt>
                <c:pt idx="1447">
                  <c:v>1.5484484458776123E-2</c:v>
                </c:pt>
                <c:pt idx="1448">
                  <c:v>1.5393237775837895E-2</c:v>
                </c:pt>
                <c:pt idx="1449">
                  <c:v>1.2509154331933021E-2</c:v>
                </c:pt>
                <c:pt idx="1450">
                  <c:v>1.2272168757360378E-2</c:v>
                </c:pt>
                <c:pt idx="1451">
                  <c:v>1.2826982698463663E-2</c:v>
                </c:pt>
                <c:pt idx="1452">
                  <c:v>1.2567461311929653E-2</c:v>
                </c:pt>
                <c:pt idx="1453">
                  <c:v>8.7861373066606772E-3</c:v>
                </c:pt>
                <c:pt idx="1454">
                  <c:v>8.3200099881136167E-3</c:v>
                </c:pt>
                <c:pt idx="1455">
                  <c:v>8.3776277610941082E-3</c:v>
                </c:pt>
                <c:pt idx="1456">
                  <c:v>8.7059459814556473E-3</c:v>
                </c:pt>
                <c:pt idx="1457">
                  <c:v>8.9993803420001916E-3</c:v>
                </c:pt>
                <c:pt idx="1458">
                  <c:v>8.5537396582313595E-3</c:v>
                </c:pt>
                <c:pt idx="1459">
                  <c:v>8.7586787163631795E-3</c:v>
                </c:pt>
                <c:pt idx="1460">
                  <c:v>8.8739050441708905E-3</c:v>
                </c:pt>
                <c:pt idx="1461">
                  <c:v>8.4909816859228306E-3</c:v>
                </c:pt>
                <c:pt idx="1462">
                  <c:v>8.4442044914243546E-3</c:v>
                </c:pt>
                <c:pt idx="1463">
                  <c:v>8.7451667864643177E-3</c:v>
                </c:pt>
                <c:pt idx="1464">
                  <c:v>8.9163104689773346E-3</c:v>
                </c:pt>
                <c:pt idx="1465">
                  <c:v>8.9155172668972833E-3</c:v>
                </c:pt>
                <c:pt idx="1466">
                  <c:v>9.3994723337171328E-3</c:v>
                </c:pt>
                <c:pt idx="1467">
                  <c:v>9.3854329732912089E-3</c:v>
                </c:pt>
                <c:pt idx="1468">
                  <c:v>9.3286456715371644E-3</c:v>
                </c:pt>
                <c:pt idx="1469">
                  <c:v>9.6790675225294463E-3</c:v>
                </c:pt>
                <c:pt idx="1470">
                  <c:v>8.8379527464044674E-3</c:v>
                </c:pt>
                <c:pt idx="1471">
                  <c:v>8.7317252644468508E-3</c:v>
                </c:pt>
                <c:pt idx="1472">
                  <c:v>8.7122040837590217E-3</c:v>
                </c:pt>
                <c:pt idx="1473">
                  <c:v>1.0043884148891428E-2</c:v>
                </c:pt>
                <c:pt idx="1474">
                  <c:v>1.08959404366748E-2</c:v>
                </c:pt>
                <c:pt idx="1475">
                  <c:v>1.1205938838372211E-2</c:v>
                </c:pt>
                <c:pt idx="1476">
                  <c:v>1.0754092867260957E-2</c:v>
                </c:pt>
                <c:pt idx="1477">
                  <c:v>1.076606819603094E-2</c:v>
                </c:pt>
                <c:pt idx="1478">
                  <c:v>1.0557324584127571E-2</c:v>
                </c:pt>
                <c:pt idx="1479">
                  <c:v>1.0530817312769005E-2</c:v>
                </c:pt>
                <c:pt idx="1480">
                  <c:v>1.0626471355557344E-2</c:v>
                </c:pt>
                <c:pt idx="1481">
                  <c:v>1.0595626348843668E-2</c:v>
                </c:pt>
                <c:pt idx="1482">
                  <c:v>1.089612131839054E-2</c:v>
                </c:pt>
                <c:pt idx="1483">
                  <c:v>1.2103357547124351E-2</c:v>
                </c:pt>
                <c:pt idx="1484">
                  <c:v>1.2233064149598986E-2</c:v>
                </c:pt>
                <c:pt idx="1485">
                  <c:v>1.1770071765325903E-2</c:v>
                </c:pt>
                <c:pt idx="1486">
                  <c:v>1.1709859462839624E-2</c:v>
                </c:pt>
                <c:pt idx="1487">
                  <c:v>1.169286735111765E-2</c:v>
                </c:pt>
                <c:pt idx="1488">
                  <c:v>1.1469821665017728E-2</c:v>
                </c:pt>
                <c:pt idx="1489">
                  <c:v>1.1526402298387707E-2</c:v>
                </c:pt>
                <c:pt idx="1490">
                  <c:v>1.149161629001871E-2</c:v>
                </c:pt>
                <c:pt idx="1491">
                  <c:v>1.1409810957540283E-2</c:v>
                </c:pt>
                <c:pt idx="1492">
                  <c:v>1.029275063894141E-2</c:v>
                </c:pt>
                <c:pt idx="1493">
                  <c:v>9.2777231423965996E-3</c:v>
                </c:pt>
                <c:pt idx="1494">
                  <c:v>9.7031436033350772E-3</c:v>
                </c:pt>
                <c:pt idx="1495">
                  <c:v>9.5153118926709478E-3</c:v>
                </c:pt>
                <c:pt idx="1496">
                  <c:v>1.0361311233918893E-2</c:v>
                </c:pt>
                <c:pt idx="1497">
                  <c:v>1.0423029120656725E-2</c:v>
                </c:pt>
                <c:pt idx="1498">
                  <c:v>1.2377733548133164E-2</c:v>
                </c:pt>
                <c:pt idx="1499">
                  <c:v>1.2583606764581135E-2</c:v>
                </c:pt>
                <c:pt idx="1500">
                  <c:v>1.2545597070764468E-2</c:v>
                </c:pt>
                <c:pt idx="1501">
                  <c:v>1.2293807776480535E-2</c:v>
                </c:pt>
                <c:pt idx="1502">
                  <c:v>1.1182006336936039E-2</c:v>
                </c:pt>
                <c:pt idx="1503">
                  <c:v>1.1220399105429364E-2</c:v>
                </c:pt>
                <c:pt idx="1504">
                  <c:v>1.1219885557340267E-2</c:v>
                </c:pt>
                <c:pt idx="1505">
                  <c:v>1.1228336960731156E-2</c:v>
                </c:pt>
                <c:pt idx="1506">
                  <c:v>1.132421664959847E-2</c:v>
                </c:pt>
                <c:pt idx="1507">
                  <c:v>1.1177614648945381E-2</c:v>
                </c:pt>
                <c:pt idx="1508">
                  <c:v>1.1182127203147745E-2</c:v>
                </c:pt>
                <c:pt idx="1509">
                  <c:v>1.240991544177442E-2</c:v>
                </c:pt>
                <c:pt idx="1510">
                  <c:v>1.2353094256202518E-2</c:v>
                </c:pt>
                <c:pt idx="1511">
                  <c:v>1.4032101358675693E-2</c:v>
                </c:pt>
                <c:pt idx="1512">
                  <c:v>1.4593374879641142E-2</c:v>
                </c:pt>
                <c:pt idx="1513">
                  <c:v>1.377906843705178E-2</c:v>
                </c:pt>
                <c:pt idx="1514">
                  <c:v>1.3823935357660454E-2</c:v>
                </c:pt>
                <c:pt idx="1515">
                  <c:v>1.3683863556618433E-2</c:v>
                </c:pt>
                <c:pt idx="1516">
                  <c:v>1.390141355444224E-2</c:v>
                </c:pt>
                <c:pt idx="1517">
                  <c:v>1.2254811261722539E-2</c:v>
                </c:pt>
                <c:pt idx="1518">
                  <c:v>1.1941373974864073E-2</c:v>
                </c:pt>
                <c:pt idx="1519">
                  <c:v>1.204749416458447E-2</c:v>
                </c:pt>
                <c:pt idx="1520">
                  <c:v>1.2036632689289535E-2</c:v>
                </c:pt>
                <c:pt idx="1521">
                  <c:v>1.210807275940946E-2</c:v>
                </c:pt>
                <c:pt idx="1522">
                  <c:v>1.1966529392932978E-2</c:v>
                </c:pt>
                <c:pt idx="1523">
                  <c:v>1.1960118854361372E-2</c:v>
                </c:pt>
                <c:pt idx="1524">
                  <c:v>1.2299728532188855E-2</c:v>
                </c:pt>
                <c:pt idx="1525">
                  <c:v>1.2177035513289747E-2</c:v>
                </c:pt>
                <c:pt idx="1526">
                  <c:v>1.2155278312367198E-2</c:v>
                </c:pt>
                <c:pt idx="1527">
                  <c:v>1.2869147112329272E-2</c:v>
                </c:pt>
                <c:pt idx="1528">
                  <c:v>1.1701472451083271E-2</c:v>
                </c:pt>
                <c:pt idx="1529">
                  <c:v>1.1752104473965973E-2</c:v>
                </c:pt>
                <c:pt idx="1530">
                  <c:v>9.5742314129028221E-3</c:v>
                </c:pt>
                <c:pt idx="1531">
                  <c:v>8.8741430704144877E-3</c:v>
                </c:pt>
                <c:pt idx="1532">
                  <c:v>8.9383849505622389E-3</c:v>
                </c:pt>
                <c:pt idx="1533">
                  <c:v>9.5090347342556645E-3</c:v>
                </c:pt>
                <c:pt idx="1534">
                  <c:v>1.3263353557274869E-2</c:v>
                </c:pt>
                <c:pt idx="1535">
                  <c:v>1.3219390704965998E-2</c:v>
                </c:pt>
                <c:pt idx="1536">
                  <c:v>1.324555131085477E-2</c:v>
                </c:pt>
                <c:pt idx="1537">
                  <c:v>1.3117168163893736E-2</c:v>
                </c:pt>
                <c:pt idx="1538">
                  <c:v>1.3414424155024729E-2</c:v>
                </c:pt>
                <c:pt idx="1539">
                  <c:v>1.3413305737891571E-2</c:v>
                </c:pt>
                <c:pt idx="1540">
                  <c:v>1.3206936894388274E-2</c:v>
                </c:pt>
                <c:pt idx="1541">
                  <c:v>1.3217037775344671E-2</c:v>
                </c:pt>
                <c:pt idx="1542">
                  <c:v>1.3636130302611463E-2</c:v>
                </c:pt>
                <c:pt idx="1543">
                  <c:v>1.3961814442992932E-2</c:v>
                </c:pt>
                <c:pt idx="1544">
                  <c:v>1.3988059294762645E-2</c:v>
                </c:pt>
                <c:pt idx="1545">
                  <c:v>1.4558123188845197E-2</c:v>
                </c:pt>
                <c:pt idx="1546">
                  <c:v>1.3714818654876353E-2</c:v>
                </c:pt>
                <c:pt idx="1547">
                  <c:v>1.4597993177749558E-2</c:v>
                </c:pt>
                <c:pt idx="1548">
                  <c:v>1.4640011045905054E-2</c:v>
                </c:pt>
                <c:pt idx="1549">
                  <c:v>1.4706402357456348E-2</c:v>
                </c:pt>
                <c:pt idx="1550">
                  <c:v>1.3960995344291861E-2</c:v>
                </c:pt>
                <c:pt idx="1551">
                  <c:v>1.5572903759686275E-2</c:v>
                </c:pt>
                <c:pt idx="1552">
                  <c:v>1.4502355729870955E-2</c:v>
                </c:pt>
                <c:pt idx="1553">
                  <c:v>1.2403953650408131E-2</c:v>
                </c:pt>
                <c:pt idx="1554">
                  <c:v>1.4064736265048592E-2</c:v>
                </c:pt>
                <c:pt idx="1555">
                  <c:v>1.3374897757610539E-2</c:v>
                </c:pt>
                <c:pt idx="1556">
                  <c:v>1.3334703369867182E-2</c:v>
                </c:pt>
                <c:pt idx="1557">
                  <c:v>1.4941043514784541E-2</c:v>
                </c:pt>
                <c:pt idx="1558">
                  <c:v>1.5583163068853384E-2</c:v>
                </c:pt>
                <c:pt idx="1559">
                  <c:v>1.5511638522179341E-2</c:v>
                </c:pt>
                <c:pt idx="1560">
                  <c:v>1.5473231234976383E-2</c:v>
                </c:pt>
                <c:pt idx="1561">
                  <c:v>1.5358843648774779E-2</c:v>
                </c:pt>
                <c:pt idx="1562">
                  <c:v>1.5077389762885583E-2</c:v>
                </c:pt>
                <c:pt idx="1563">
                  <c:v>1.496062042339825E-2</c:v>
                </c:pt>
                <c:pt idx="1564">
                  <c:v>1.4747699531390343E-2</c:v>
                </c:pt>
                <c:pt idx="1565">
                  <c:v>1.5465756515197141E-2</c:v>
                </c:pt>
                <c:pt idx="1566">
                  <c:v>1.5909765177172779E-2</c:v>
                </c:pt>
                <c:pt idx="1567">
                  <c:v>1.7046302070796479E-2</c:v>
                </c:pt>
                <c:pt idx="1568">
                  <c:v>1.6882539233997837E-2</c:v>
                </c:pt>
                <c:pt idx="1569">
                  <c:v>1.7038800369349009E-2</c:v>
                </c:pt>
                <c:pt idx="1570">
                  <c:v>1.5258626831099359E-2</c:v>
                </c:pt>
                <c:pt idx="1571">
                  <c:v>1.5129458686033713E-2</c:v>
                </c:pt>
                <c:pt idx="1572">
                  <c:v>1.5061402231010112E-2</c:v>
                </c:pt>
                <c:pt idx="1573">
                  <c:v>1.4168188761906808E-2</c:v>
                </c:pt>
                <c:pt idx="1574">
                  <c:v>1.7552220534266281E-2</c:v>
                </c:pt>
                <c:pt idx="1575">
                  <c:v>1.7071406392979802E-2</c:v>
                </c:pt>
                <c:pt idx="1576">
                  <c:v>1.710642371584364E-2</c:v>
                </c:pt>
                <c:pt idx="1577">
                  <c:v>1.6815472979712465E-2</c:v>
                </c:pt>
                <c:pt idx="1578">
                  <c:v>1.6810895336319947E-2</c:v>
                </c:pt>
                <c:pt idx="1579">
                  <c:v>1.7166074621930025E-2</c:v>
                </c:pt>
                <c:pt idx="1580">
                  <c:v>1.7068414134974313E-2</c:v>
                </c:pt>
                <c:pt idx="1581">
                  <c:v>1.7001238032578032E-2</c:v>
                </c:pt>
                <c:pt idx="1582">
                  <c:v>1.7081902276169958E-2</c:v>
                </c:pt>
                <c:pt idx="1583">
                  <c:v>1.6837874678596178E-2</c:v>
                </c:pt>
                <c:pt idx="1584">
                  <c:v>1.5508818032966745E-2</c:v>
                </c:pt>
                <c:pt idx="1585">
                  <c:v>1.3092081441430169E-2</c:v>
                </c:pt>
                <c:pt idx="1586">
                  <c:v>1.2859432810455325E-2</c:v>
                </c:pt>
                <c:pt idx="1587">
                  <c:v>1.2745743823405167E-2</c:v>
                </c:pt>
                <c:pt idx="1588">
                  <c:v>1.3193779731981806E-2</c:v>
                </c:pt>
                <c:pt idx="1589">
                  <c:v>1.4108142132326116E-2</c:v>
                </c:pt>
                <c:pt idx="1590">
                  <c:v>1.447500701420382E-2</c:v>
                </c:pt>
                <c:pt idx="1591">
                  <c:v>1.4609180359962771E-2</c:v>
                </c:pt>
                <c:pt idx="1592">
                  <c:v>1.4515247816926482E-2</c:v>
                </c:pt>
                <c:pt idx="1593">
                  <c:v>1.1553239004550466E-2</c:v>
                </c:pt>
                <c:pt idx="1594">
                  <c:v>1.1972891531047516E-2</c:v>
                </c:pt>
                <c:pt idx="1595">
                  <c:v>1.1098393020944182E-2</c:v>
                </c:pt>
                <c:pt idx="1596">
                  <c:v>1.1068635944357402E-2</c:v>
                </c:pt>
                <c:pt idx="1597">
                  <c:v>1.190220964807177E-2</c:v>
                </c:pt>
                <c:pt idx="1598">
                  <c:v>1.1579844770076482E-2</c:v>
                </c:pt>
                <c:pt idx="1599">
                  <c:v>1.1688446196518432E-2</c:v>
                </c:pt>
                <c:pt idx="1600">
                  <c:v>1.2290858515909903E-2</c:v>
                </c:pt>
                <c:pt idx="1601">
                  <c:v>1.5774445352373424E-2</c:v>
                </c:pt>
                <c:pt idx="1602">
                  <c:v>1.7779101508627753E-2</c:v>
                </c:pt>
                <c:pt idx="1603">
                  <c:v>1.7779972155647465E-2</c:v>
                </c:pt>
                <c:pt idx="1604">
                  <c:v>1.7924598111045048E-2</c:v>
                </c:pt>
                <c:pt idx="1605">
                  <c:v>1.7909012690988445E-2</c:v>
                </c:pt>
                <c:pt idx="1606">
                  <c:v>1.7919272445929283E-2</c:v>
                </c:pt>
                <c:pt idx="1607">
                  <c:v>1.787238669266129E-2</c:v>
                </c:pt>
                <c:pt idx="1608">
                  <c:v>1.7415968305686435E-2</c:v>
                </c:pt>
                <c:pt idx="1609">
                  <c:v>2.2531839484812816E-2</c:v>
                </c:pt>
                <c:pt idx="1610">
                  <c:v>2.4116116162599347E-2</c:v>
                </c:pt>
                <c:pt idx="1611">
                  <c:v>2.5137947551460666E-2</c:v>
                </c:pt>
                <c:pt idx="1612">
                  <c:v>2.4513101451319672E-2</c:v>
                </c:pt>
                <c:pt idx="1613">
                  <c:v>2.4086215784316162E-2</c:v>
                </c:pt>
                <c:pt idx="1614">
                  <c:v>2.6389032124969486E-2</c:v>
                </c:pt>
                <c:pt idx="1615">
                  <c:v>2.6730578344795891E-2</c:v>
                </c:pt>
                <c:pt idx="1616">
                  <c:v>2.7441757592545295E-2</c:v>
                </c:pt>
                <c:pt idx="1617">
                  <c:v>2.833940520823677E-2</c:v>
                </c:pt>
                <c:pt idx="1618">
                  <c:v>2.8123182489623259E-2</c:v>
                </c:pt>
                <c:pt idx="1619">
                  <c:v>2.8636446155137937E-2</c:v>
                </c:pt>
                <c:pt idx="1620">
                  <c:v>2.702617672334345E-2</c:v>
                </c:pt>
                <c:pt idx="1621">
                  <c:v>2.6374150890185879E-2</c:v>
                </c:pt>
                <c:pt idx="1622">
                  <c:v>2.7168199009629235E-2</c:v>
                </c:pt>
                <c:pt idx="1623">
                  <c:v>2.7127398382442755E-2</c:v>
                </c:pt>
                <c:pt idx="1624">
                  <c:v>2.7085707404850157E-2</c:v>
                </c:pt>
                <c:pt idx="1625">
                  <c:v>2.7315761761271186E-2</c:v>
                </c:pt>
                <c:pt idx="1626">
                  <c:v>2.7303350070470547E-2</c:v>
                </c:pt>
                <c:pt idx="1627">
                  <c:v>2.7366239547225352E-2</c:v>
                </c:pt>
                <c:pt idx="1628">
                  <c:v>2.2840314229655084E-2</c:v>
                </c:pt>
                <c:pt idx="1629">
                  <c:v>2.1760518139182061E-2</c:v>
                </c:pt>
                <c:pt idx="1630">
                  <c:v>2.0106566885647686E-2</c:v>
                </c:pt>
                <c:pt idx="1631">
                  <c:v>2.0305612235461432E-2</c:v>
                </c:pt>
                <c:pt idx="1632">
                  <c:v>2.1072975251321312E-2</c:v>
                </c:pt>
                <c:pt idx="1633">
                  <c:v>1.6824594436849374E-2</c:v>
                </c:pt>
                <c:pt idx="1634">
                  <c:v>1.7076655314545955E-2</c:v>
                </c:pt>
                <c:pt idx="1635">
                  <c:v>1.6800419764783581E-2</c:v>
                </c:pt>
                <c:pt idx="1636">
                  <c:v>1.6088104866632161E-2</c:v>
                </c:pt>
                <c:pt idx="1637">
                  <c:v>1.6021106384681429E-2</c:v>
                </c:pt>
                <c:pt idx="1638">
                  <c:v>1.5902571693223851E-2</c:v>
                </c:pt>
                <c:pt idx="1639">
                  <c:v>1.6772139268678491E-2</c:v>
                </c:pt>
                <c:pt idx="1640">
                  <c:v>1.6081261847190643E-2</c:v>
                </c:pt>
                <c:pt idx="1641">
                  <c:v>1.5946708995409686E-2</c:v>
                </c:pt>
                <c:pt idx="1642">
                  <c:v>1.5860186221561282E-2</c:v>
                </c:pt>
                <c:pt idx="1643">
                  <c:v>1.6071356237866666E-2</c:v>
                </c:pt>
                <c:pt idx="1644">
                  <c:v>1.5644417016052507E-2</c:v>
                </c:pt>
                <c:pt idx="1645">
                  <c:v>1.5822549722021954E-2</c:v>
                </c:pt>
                <c:pt idx="1646">
                  <c:v>1.5849582863611048E-2</c:v>
                </c:pt>
                <c:pt idx="1647">
                  <c:v>1.5763332555304342E-2</c:v>
                </c:pt>
                <c:pt idx="1648">
                  <c:v>1.6305800319542905E-2</c:v>
                </c:pt>
                <c:pt idx="1649">
                  <c:v>1.6359963045825644E-2</c:v>
                </c:pt>
                <c:pt idx="1650">
                  <c:v>1.630426724337913E-2</c:v>
                </c:pt>
                <c:pt idx="1651">
                  <c:v>1.231868379147775E-2</c:v>
                </c:pt>
                <c:pt idx="1652">
                  <c:v>1.2058503848699843E-2</c:v>
                </c:pt>
                <c:pt idx="1653">
                  <c:v>1.4129005426477406E-2</c:v>
                </c:pt>
                <c:pt idx="1654">
                  <c:v>1.3803070372160352E-2</c:v>
                </c:pt>
                <c:pt idx="1655">
                  <c:v>1.4716182657925786E-2</c:v>
                </c:pt>
                <c:pt idx="1656">
                  <c:v>1.5606149622619268E-2</c:v>
                </c:pt>
                <c:pt idx="1657">
                  <c:v>1.5601931770682479E-2</c:v>
                </c:pt>
                <c:pt idx="1658">
                  <c:v>1.5917514544742474E-2</c:v>
                </c:pt>
                <c:pt idx="1659">
                  <c:v>1.7745237909506866E-2</c:v>
                </c:pt>
                <c:pt idx="1660">
                  <c:v>1.723604123775432E-2</c:v>
                </c:pt>
                <c:pt idx="1661">
                  <c:v>1.7295705839337958E-2</c:v>
                </c:pt>
                <c:pt idx="1662">
                  <c:v>1.7841658614858268E-2</c:v>
                </c:pt>
                <c:pt idx="1663">
                  <c:v>1.810487945532821E-2</c:v>
                </c:pt>
                <c:pt idx="1664">
                  <c:v>1.794472233965571E-2</c:v>
                </c:pt>
                <c:pt idx="1665">
                  <c:v>1.8003227281423104E-2</c:v>
                </c:pt>
                <c:pt idx="1666">
                  <c:v>1.8053185187642321E-2</c:v>
                </c:pt>
                <c:pt idx="1667">
                  <c:v>1.708516962085482E-2</c:v>
                </c:pt>
                <c:pt idx="1668">
                  <c:v>1.7185259316783337E-2</c:v>
                </c:pt>
                <c:pt idx="1669">
                  <c:v>1.6009640934790171E-2</c:v>
                </c:pt>
                <c:pt idx="1670">
                  <c:v>1.5956934781127252E-2</c:v>
                </c:pt>
                <c:pt idx="1671">
                  <c:v>1.5881027586493235E-2</c:v>
                </c:pt>
                <c:pt idx="1672">
                  <c:v>1.3000714520827942E-2</c:v>
                </c:pt>
                <c:pt idx="1673">
                  <c:v>1.355968327923307E-2</c:v>
                </c:pt>
                <c:pt idx="1674">
                  <c:v>1.5610348252648168E-2</c:v>
                </c:pt>
                <c:pt idx="1675">
                  <c:v>1.5005568536073547E-2</c:v>
                </c:pt>
                <c:pt idx="1676">
                  <c:v>1.500589208130826E-2</c:v>
                </c:pt>
                <c:pt idx="1677">
                  <c:v>1.4610199442313657E-2</c:v>
                </c:pt>
                <c:pt idx="1678">
                  <c:v>1.2672217193081503E-2</c:v>
                </c:pt>
                <c:pt idx="1679">
                  <c:v>1.2649666312788159E-2</c:v>
                </c:pt>
                <c:pt idx="1680">
                  <c:v>1.3276767021942698E-2</c:v>
                </c:pt>
                <c:pt idx="1681">
                  <c:v>1.2258372283040005E-2</c:v>
                </c:pt>
                <c:pt idx="1682">
                  <c:v>1.1821936229450904E-2</c:v>
                </c:pt>
                <c:pt idx="1683">
                  <c:v>1.2336206146628734E-2</c:v>
                </c:pt>
                <c:pt idx="1684">
                  <c:v>1.2442826719480309E-2</c:v>
                </c:pt>
                <c:pt idx="1685">
                  <c:v>1.2387771442026928E-2</c:v>
                </c:pt>
                <c:pt idx="1686">
                  <c:v>1.2586061710547386E-2</c:v>
                </c:pt>
                <c:pt idx="1687">
                  <c:v>1.2680665128101429E-2</c:v>
                </c:pt>
                <c:pt idx="1688">
                  <c:v>1.270820456150926E-2</c:v>
                </c:pt>
                <c:pt idx="1689">
                  <c:v>1.3099036007613812E-2</c:v>
                </c:pt>
                <c:pt idx="1690">
                  <c:v>1.3098756201259743E-2</c:v>
                </c:pt>
                <c:pt idx="1691">
                  <c:v>1.345248959043285E-2</c:v>
                </c:pt>
                <c:pt idx="1692">
                  <c:v>1.3902562501163108E-2</c:v>
                </c:pt>
                <c:pt idx="1693">
                  <c:v>1.1027406970047351E-2</c:v>
                </c:pt>
                <c:pt idx="1694">
                  <c:v>1.1080702365627118E-2</c:v>
                </c:pt>
                <c:pt idx="1695">
                  <c:v>1.1582423913609335E-2</c:v>
                </c:pt>
                <c:pt idx="1696">
                  <c:v>1.044743860000192E-2</c:v>
                </c:pt>
                <c:pt idx="1697">
                  <c:v>1.0695378570088353E-2</c:v>
                </c:pt>
                <c:pt idx="1698">
                  <c:v>1.0662467885884364E-2</c:v>
                </c:pt>
                <c:pt idx="1699">
                  <c:v>1.1970841183049655E-2</c:v>
                </c:pt>
                <c:pt idx="1700">
                  <c:v>1.1451494659298197E-2</c:v>
                </c:pt>
                <c:pt idx="1701">
                  <c:v>1.1420402706525399E-2</c:v>
                </c:pt>
                <c:pt idx="1702">
                  <c:v>1.1511616236319555E-2</c:v>
                </c:pt>
                <c:pt idx="1703">
                  <c:v>1.1520096397259951E-2</c:v>
                </c:pt>
                <c:pt idx="1704">
                  <c:v>1.1389103091586647E-2</c:v>
                </c:pt>
                <c:pt idx="1705">
                  <c:v>1.0613932387218828E-2</c:v>
                </c:pt>
                <c:pt idx="1706">
                  <c:v>1.1049815045601369E-2</c:v>
                </c:pt>
                <c:pt idx="1707">
                  <c:v>1.1013927092846392E-2</c:v>
                </c:pt>
                <c:pt idx="1708">
                  <c:v>1.1095572651174635E-2</c:v>
                </c:pt>
                <c:pt idx="1709">
                  <c:v>1.090156157462196E-2</c:v>
                </c:pt>
                <c:pt idx="1710">
                  <c:v>1.1075683282067234E-2</c:v>
                </c:pt>
                <c:pt idx="1711">
                  <c:v>1.1356707144147249E-2</c:v>
                </c:pt>
                <c:pt idx="1712">
                  <c:v>1.1435423760454507E-2</c:v>
                </c:pt>
                <c:pt idx="1713">
                  <c:v>1.1407061728390852E-2</c:v>
                </c:pt>
                <c:pt idx="1714">
                  <c:v>1.0719389063971992E-2</c:v>
                </c:pt>
                <c:pt idx="1715">
                  <c:v>1.055134860808434E-2</c:v>
                </c:pt>
                <c:pt idx="1716">
                  <c:v>1.0019330221757747E-2</c:v>
                </c:pt>
                <c:pt idx="1717">
                  <c:v>9.9303305865051546E-3</c:v>
                </c:pt>
                <c:pt idx="1718">
                  <c:v>1.2577639432690708E-2</c:v>
                </c:pt>
                <c:pt idx="1719">
                  <c:v>1.2647329628139262E-2</c:v>
                </c:pt>
                <c:pt idx="1720">
                  <c:v>1.2714096193043273E-2</c:v>
                </c:pt>
                <c:pt idx="1721">
                  <c:v>1.2500623493863489E-2</c:v>
                </c:pt>
                <c:pt idx="1722">
                  <c:v>1.250040808200365E-2</c:v>
                </c:pt>
                <c:pt idx="1723">
                  <c:v>1.3412012026401946E-2</c:v>
                </c:pt>
                <c:pt idx="1724">
                  <c:v>1.5619648394188754E-2</c:v>
                </c:pt>
                <c:pt idx="1725">
                  <c:v>1.5289468384918375E-2</c:v>
                </c:pt>
                <c:pt idx="1726">
                  <c:v>1.5293793653053897E-2</c:v>
                </c:pt>
                <c:pt idx="1727">
                  <c:v>1.5138683040768926E-2</c:v>
                </c:pt>
                <c:pt idx="1728">
                  <c:v>1.5273833909313569E-2</c:v>
                </c:pt>
                <c:pt idx="1729">
                  <c:v>1.5956619398005131E-2</c:v>
                </c:pt>
                <c:pt idx="1730">
                  <c:v>1.539349116251716E-2</c:v>
                </c:pt>
                <c:pt idx="1731">
                  <c:v>1.5321286885274812E-2</c:v>
                </c:pt>
                <c:pt idx="1732">
                  <c:v>1.5559012828745422E-2</c:v>
                </c:pt>
                <c:pt idx="1733">
                  <c:v>1.5562809094165801E-2</c:v>
                </c:pt>
                <c:pt idx="1734">
                  <c:v>1.5357513681010551E-2</c:v>
                </c:pt>
                <c:pt idx="1735">
                  <c:v>1.5800377795963605E-2</c:v>
                </c:pt>
                <c:pt idx="1736">
                  <c:v>1.5728660132973835E-2</c:v>
                </c:pt>
                <c:pt idx="1737">
                  <c:v>1.3174983207498277E-2</c:v>
                </c:pt>
                <c:pt idx="1738">
                  <c:v>1.3462091215016753E-2</c:v>
                </c:pt>
                <c:pt idx="1739">
                  <c:v>1.4701757754655284E-2</c:v>
                </c:pt>
                <c:pt idx="1740">
                  <c:v>1.6275774943477716E-2</c:v>
                </c:pt>
                <c:pt idx="1741">
                  <c:v>1.7819827067870758E-2</c:v>
                </c:pt>
                <c:pt idx="1742">
                  <c:v>1.7237388833999875E-2</c:v>
                </c:pt>
                <c:pt idx="1743">
                  <c:v>1.5185291900973929E-2</c:v>
                </c:pt>
                <c:pt idx="1744">
                  <c:v>1.5181976568349461E-2</c:v>
                </c:pt>
                <c:pt idx="1745">
                  <c:v>1.7053628106185062E-2</c:v>
                </c:pt>
                <c:pt idx="1746">
                  <c:v>1.7166242218783379E-2</c:v>
                </c:pt>
                <c:pt idx="1747">
                  <c:v>1.8929493952347859E-2</c:v>
                </c:pt>
                <c:pt idx="1748">
                  <c:v>1.8067400491811558E-2</c:v>
                </c:pt>
                <c:pt idx="1749">
                  <c:v>1.8063079411952652E-2</c:v>
                </c:pt>
                <c:pt idx="1750">
                  <c:v>1.7994068767094386E-2</c:v>
                </c:pt>
                <c:pt idx="1751">
                  <c:v>1.7489469554628038E-2</c:v>
                </c:pt>
                <c:pt idx="1752">
                  <c:v>1.7442549788148812E-2</c:v>
                </c:pt>
                <c:pt idx="1753">
                  <c:v>1.8234676157291019E-2</c:v>
                </c:pt>
                <c:pt idx="1754">
                  <c:v>1.8617259236098756E-2</c:v>
                </c:pt>
                <c:pt idx="1755">
                  <c:v>1.8849750328911466E-2</c:v>
                </c:pt>
                <c:pt idx="1756">
                  <c:v>1.8463577061656678E-2</c:v>
                </c:pt>
                <c:pt idx="1757">
                  <c:v>1.8678196552888996E-2</c:v>
                </c:pt>
                <c:pt idx="1758">
                  <c:v>1.8808528984162562E-2</c:v>
                </c:pt>
                <c:pt idx="1759">
                  <c:v>1.776779442022644E-2</c:v>
                </c:pt>
                <c:pt idx="1760">
                  <c:v>1.598266376113567E-2</c:v>
                </c:pt>
                <c:pt idx="1761">
                  <c:v>1.595177964775802E-2</c:v>
                </c:pt>
                <c:pt idx="1762">
                  <c:v>1.4762898777687624E-2</c:v>
                </c:pt>
                <c:pt idx="1763">
                  <c:v>1.4977744953460189E-2</c:v>
                </c:pt>
                <c:pt idx="1764">
                  <c:v>1.3608330921086124E-2</c:v>
                </c:pt>
                <c:pt idx="1765">
                  <c:v>1.2659386181815023E-2</c:v>
                </c:pt>
                <c:pt idx="1766">
                  <c:v>1.0960803678458654E-2</c:v>
                </c:pt>
                <c:pt idx="1767">
                  <c:v>1.11149310917082E-2</c:v>
                </c:pt>
                <c:pt idx="1768">
                  <c:v>1.0881493987125826E-2</c:v>
                </c:pt>
                <c:pt idx="1769">
                  <c:v>1.1969653107764121E-2</c:v>
                </c:pt>
                <c:pt idx="1770">
                  <c:v>1.2372752823105739E-2</c:v>
                </c:pt>
                <c:pt idx="1771">
                  <c:v>1.1509338922281205E-2</c:v>
                </c:pt>
                <c:pt idx="1772">
                  <c:v>1.1402283092497651E-2</c:v>
                </c:pt>
                <c:pt idx="1773">
                  <c:v>1.116335245612487E-2</c:v>
                </c:pt>
                <c:pt idx="1774">
                  <c:v>1.1071716362693435E-2</c:v>
                </c:pt>
                <c:pt idx="1775">
                  <c:v>1.1042505913635857E-2</c:v>
                </c:pt>
                <c:pt idx="1776">
                  <c:v>9.9561323791501101E-3</c:v>
                </c:pt>
                <c:pt idx="1777">
                  <c:v>9.1321776118641618E-3</c:v>
                </c:pt>
                <c:pt idx="1778">
                  <c:v>8.9375370020905887E-3</c:v>
                </c:pt>
                <c:pt idx="1779">
                  <c:v>8.8247714834675979E-3</c:v>
                </c:pt>
                <c:pt idx="1780">
                  <c:v>8.7191414627561629E-3</c:v>
                </c:pt>
                <c:pt idx="1781">
                  <c:v>8.7205915588474004E-3</c:v>
                </c:pt>
                <c:pt idx="1782">
                  <c:v>8.3000360990565843E-3</c:v>
                </c:pt>
                <c:pt idx="1783">
                  <c:v>8.4803872914775615E-3</c:v>
                </c:pt>
                <c:pt idx="1784">
                  <c:v>8.5102256693352155E-3</c:v>
                </c:pt>
                <c:pt idx="1785">
                  <c:v>8.8261784468130957E-3</c:v>
                </c:pt>
                <c:pt idx="1786">
                  <c:v>8.6074113035788467E-3</c:v>
                </c:pt>
                <c:pt idx="1787">
                  <c:v>8.8932463068685207E-3</c:v>
                </c:pt>
                <c:pt idx="1788">
                  <c:v>6.6500549973352507E-3</c:v>
                </c:pt>
                <c:pt idx="1789">
                  <c:v>6.3426156454895743E-3</c:v>
                </c:pt>
                <c:pt idx="1790">
                  <c:v>6.0650985981857463E-3</c:v>
                </c:pt>
                <c:pt idx="1791">
                  <c:v>5.9253638539894854E-3</c:v>
                </c:pt>
                <c:pt idx="1792">
                  <c:v>6.6682072625106033E-3</c:v>
                </c:pt>
                <c:pt idx="1793">
                  <c:v>7.1070535790881684E-3</c:v>
                </c:pt>
                <c:pt idx="1794">
                  <c:v>7.2357029272169995E-3</c:v>
                </c:pt>
                <c:pt idx="1795">
                  <c:v>7.1661730613068689E-3</c:v>
                </c:pt>
                <c:pt idx="1796">
                  <c:v>7.888748044239809E-3</c:v>
                </c:pt>
                <c:pt idx="1797">
                  <c:v>7.9067845227542167E-3</c:v>
                </c:pt>
                <c:pt idx="1798">
                  <c:v>8.9437946269329046E-3</c:v>
                </c:pt>
                <c:pt idx="1799">
                  <c:v>1.0668982587871991E-2</c:v>
                </c:pt>
                <c:pt idx="1800">
                  <c:v>1.0663426801848655E-2</c:v>
                </c:pt>
                <c:pt idx="1801">
                  <c:v>1.0513869171710793E-2</c:v>
                </c:pt>
                <c:pt idx="1802">
                  <c:v>1.0816983249414429E-2</c:v>
                </c:pt>
                <c:pt idx="1803">
                  <c:v>1.0880019497792518E-2</c:v>
                </c:pt>
                <c:pt idx="1804">
                  <c:v>1.0582132624534935E-2</c:v>
                </c:pt>
                <c:pt idx="1805">
                  <c:v>1.0638070005756563E-2</c:v>
                </c:pt>
                <c:pt idx="1806">
                  <c:v>1.0403814594719112E-2</c:v>
                </c:pt>
                <c:pt idx="1807">
                  <c:v>1.042896320197508E-2</c:v>
                </c:pt>
                <c:pt idx="1808">
                  <c:v>1.0566541526217462E-2</c:v>
                </c:pt>
                <c:pt idx="1809">
                  <c:v>1.0990361853555505E-2</c:v>
                </c:pt>
                <c:pt idx="1810">
                  <c:v>1.1117543613312795E-2</c:v>
                </c:pt>
                <c:pt idx="1811">
                  <c:v>1.1267744462766663E-2</c:v>
                </c:pt>
                <c:pt idx="1812">
                  <c:v>1.1058789088387963E-2</c:v>
                </c:pt>
                <c:pt idx="1813">
                  <c:v>1.1228216331808153E-2</c:v>
                </c:pt>
                <c:pt idx="1814">
                  <c:v>1.1257998605087274E-2</c:v>
                </c:pt>
                <c:pt idx="1815">
                  <c:v>1.0558621987448669E-2</c:v>
                </c:pt>
                <c:pt idx="1816">
                  <c:v>1.0618733742780764E-2</c:v>
                </c:pt>
                <c:pt idx="1817">
                  <c:v>9.3777690177745936E-3</c:v>
                </c:pt>
                <c:pt idx="1818">
                  <c:v>8.3086760982677456E-3</c:v>
                </c:pt>
                <c:pt idx="1819">
                  <c:v>8.4088749192197127E-3</c:v>
                </c:pt>
                <c:pt idx="1820">
                  <c:v>1.0366312065976288E-2</c:v>
                </c:pt>
                <c:pt idx="1821">
                  <c:v>1.206152624615168E-2</c:v>
                </c:pt>
                <c:pt idx="1822">
                  <c:v>1.2044234939310708E-2</c:v>
                </c:pt>
                <c:pt idx="1823">
                  <c:v>1.2064103913741121E-2</c:v>
                </c:pt>
                <c:pt idx="1824">
                  <c:v>1.1891467522342419E-2</c:v>
                </c:pt>
                <c:pt idx="1825">
                  <c:v>1.1736943543957341E-2</c:v>
                </c:pt>
                <c:pt idx="1826">
                  <c:v>1.2493022016101927E-2</c:v>
                </c:pt>
                <c:pt idx="1827">
                  <c:v>1.2395097119368939E-2</c:v>
                </c:pt>
                <c:pt idx="1828">
                  <c:v>1.1963147512575201E-2</c:v>
                </c:pt>
                <c:pt idx="1829">
                  <c:v>1.1729448925279353E-2</c:v>
                </c:pt>
                <c:pt idx="1830">
                  <c:v>1.1363839797264233E-2</c:v>
                </c:pt>
                <c:pt idx="1831">
                  <c:v>1.1356204406562324E-2</c:v>
                </c:pt>
                <c:pt idx="1832">
                  <c:v>1.1103736883478394E-2</c:v>
                </c:pt>
                <c:pt idx="1833">
                  <c:v>1.1353364193828087E-2</c:v>
                </c:pt>
                <c:pt idx="1834">
                  <c:v>1.1355672827575755E-2</c:v>
                </c:pt>
                <c:pt idx="1835">
                  <c:v>1.1195140252295729E-2</c:v>
                </c:pt>
                <c:pt idx="1836">
                  <c:v>1.153192946064965E-2</c:v>
                </c:pt>
                <c:pt idx="1837">
                  <c:v>1.1068291558445397E-2</c:v>
                </c:pt>
                <c:pt idx="1838">
                  <c:v>1.1079775943409731E-2</c:v>
                </c:pt>
                <c:pt idx="1839">
                  <c:v>1.0304992026228072E-2</c:v>
                </c:pt>
                <c:pt idx="1840">
                  <c:v>7.8954349080126805E-3</c:v>
                </c:pt>
                <c:pt idx="1841">
                  <c:v>7.8947348798821728E-3</c:v>
                </c:pt>
                <c:pt idx="1842">
                  <c:v>8.0217249059022621E-3</c:v>
                </c:pt>
                <c:pt idx="1843">
                  <c:v>7.9989456411837159E-3</c:v>
                </c:pt>
                <c:pt idx="1844">
                  <c:v>8.0572962397212084E-3</c:v>
                </c:pt>
                <c:pt idx="1845">
                  <c:v>9.1595500773720973E-3</c:v>
                </c:pt>
                <c:pt idx="1846">
                  <c:v>9.2852512551640717E-3</c:v>
                </c:pt>
                <c:pt idx="1847">
                  <c:v>9.2858367975930736E-3</c:v>
                </c:pt>
                <c:pt idx="1848">
                  <c:v>9.3884123379102315E-3</c:v>
                </c:pt>
                <c:pt idx="1849">
                  <c:v>1.0445832365036203E-2</c:v>
                </c:pt>
                <c:pt idx="1850">
                  <c:v>1.1451712228984367E-2</c:v>
                </c:pt>
                <c:pt idx="1851">
                  <c:v>1.1487574647531326E-2</c:v>
                </c:pt>
                <c:pt idx="1852">
                  <c:v>1.1329853681060029E-2</c:v>
                </c:pt>
                <c:pt idx="1853">
                  <c:v>1.132306405627128E-2</c:v>
                </c:pt>
                <c:pt idx="1854">
                  <c:v>1.1594081059741558E-2</c:v>
                </c:pt>
                <c:pt idx="1855">
                  <c:v>1.1692390874010861E-2</c:v>
                </c:pt>
                <c:pt idx="1856">
                  <c:v>1.1516902354452295E-2</c:v>
                </c:pt>
                <c:pt idx="1857">
                  <c:v>1.1529458985802736E-2</c:v>
                </c:pt>
                <c:pt idx="1858">
                  <c:v>1.0895527937332884E-2</c:v>
                </c:pt>
                <c:pt idx="1859">
                  <c:v>1.0954722092533578E-2</c:v>
                </c:pt>
                <c:pt idx="1860">
                  <c:v>1.1056466287721745E-2</c:v>
                </c:pt>
                <c:pt idx="1861">
                  <c:v>1.2054845308115621E-2</c:v>
                </c:pt>
                <c:pt idx="1862">
                  <c:v>1.213048125066642E-2</c:v>
                </c:pt>
                <c:pt idx="1863">
                  <c:v>1.2112547375146223E-2</c:v>
                </c:pt>
                <c:pt idx="1864">
                  <c:v>1.094252252760141E-2</c:v>
                </c:pt>
                <c:pt idx="1865">
                  <c:v>1.0810021848157866E-2</c:v>
                </c:pt>
                <c:pt idx="1866">
                  <c:v>1.1338647531140507E-2</c:v>
                </c:pt>
                <c:pt idx="1867">
                  <c:v>1.1232230056687144E-2</c:v>
                </c:pt>
                <c:pt idx="1868">
                  <c:v>1.0084062474231969E-2</c:v>
                </c:pt>
                <c:pt idx="1869">
                  <c:v>8.3060885575325181E-3</c:v>
                </c:pt>
                <c:pt idx="1870">
                  <c:v>7.9107437150947209E-3</c:v>
                </c:pt>
                <c:pt idx="1871">
                  <c:v>7.402326473139092E-3</c:v>
                </c:pt>
                <c:pt idx="1872">
                  <c:v>7.3169946975786054E-3</c:v>
                </c:pt>
                <c:pt idx="1873">
                  <c:v>7.2908345774019513E-3</c:v>
                </c:pt>
                <c:pt idx="1874">
                  <c:v>7.1459149550756633E-3</c:v>
                </c:pt>
                <c:pt idx="1875">
                  <c:v>7.1323193278615129E-3</c:v>
                </c:pt>
                <c:pt idx="1876">
                  <c:v>6.8837122650189488E-3</c:v>
                </c:pt>
                <c:pt idx="1877">
                  <c:v>6.310021477053035E-3</c:v>
                </c:pt>
                <c:pt idx="1878">
                  <c:v>9.216458764891005E-3</c:v>
                </c:pt>
                <c:pt idx="1879">
                  <c:v>9.4850457966113941E-3</c:v>
                </c:pt>
                <c:pt idx="1880">
                  <c:v>8.5812095074147866E-3</c:v>
                </c:pt>
                <c:pt idx="1881">
                  <c:v>8.5380960755130787E-3</c:v>
                </c:pt>
                <c:pt idx="1882">
                  <c:v>8.505785645187551E-3</c:v>
                </c:pt>
                <c:pt idx="1883">
                  <c:v>8.3306114574196091E-3</c:v>
                </c:pt>
                <c:pt idx="1884">
                  <c:v>8.4688759541564455E-3</c:v>
                </c:pt>
                <c:pt idx="1885">
                  <c:v>8.1426604217828026E-3</c:v>
                </c:pt>
                <c:pt idx="1886">
                  <c:v>8.1526860062329162E-3</c:v>
                </c:pt>
                <c:pt idx="1887">
                  <c:v>8.0702144884329842E-3</c:v>
                </c:pt>
                <c:pt idx="1888">
                  <c:v>8.1502237502733381E-3</c:v>
                </c:pt>
                <c:pt idx="1889">
                  <c:v>8.0573545172723093E-3</c:v>
                </c:pt>
                <c:pt idx="1890">
                  <c:v>7.6921170613692006E-3</c:v>
                </c:pt>
                <c:pt idx="1891">
                  <c:v>7.6808412951726579E-3</c:v>
                </c:pt>
                <c:pt idx="1892">
                  <c:v>7.8453120869557986E-3</c:v>
                </c:pt>
                <c:pt idx="1893">
                  <c:v>7.8219548201584419E-3</c:v>
                </c:pt>
                <c:pt idx="1894">
                  <c:v>7.8022637564225767E-3</c:v>
                </c:pt>
                <c:pt idx="1895">
                  <c:v>7.9498121508601253E-3</c:v>
                </c:pt>
                <c:pt idx="1896">
                  <c:v>7.814137634510377E-3</c:v>
                </c:pt>
                <c:pt idx="1897">
                  <c:v>5.5263821476950982E-3</c:v>
                </c:pt>
                <c:pt idx="1898">
                  <c:v>4.5267446175770365E-3</c:v>
                </c:pt>
                <c:pt idx="1899">
                  <c:v>4.4827687737358218E-3</c:v>
                </c:pt>
                <c:pt idx="1900">
                  <c:v>4.5069227841093669E-3</c:v>
                </c:pt>
                <c:pt idx="1901">
                  <c:v>4.6335899953617527E-3</c:v>
                </c:pt>
                <c:pt idx="1902">
                  <c:v>4.4813912435721628E-3</c:v>
                </c:pt>
                <c:pt idx="1903">
                  <c:v>4.5212674244103383E-3</c:v>
                </c:pt>
                <c:pt idx="1904">
                  <c:v>4.2998339426559935E-3</c:v>
                </c:pt>
                <c:pt idx="1905">
                  <c:v>5.0316751305647537E-3</c:v>
                </c:pt>
                <c:pt idx="1906">
                  <c:v>6.1446031952816487E-3</c:v>
                </c:pt>
                <c:pt idx="1907">
                  <c:v>6.3288417576126263E-3</c:v>
                </c:pt>
                <c:pt idx="1908">
                  <c:v>6.3209527308731479E-3</c:v>
                </c:pt>
                <c:pt idx="1909">
                  <c:v>6.1872490707219827E-3</c:v>
                </c:pt>
                <c:pt idx="1910">
                  <c:v>6.194485933152769E-3</c:v>
                </c:pt>
                <c:pt idx="1911">
                  <c:v>5.999991574649699E-3</c:v>
                </c:pt>
                <c:pt idx="1912">
                  <c:v>5.790208899854328E-3</c:v>
                </c:pt>
                <c:pt idx="1913">
                  <c:v>6.3343044869375188E-3</c:v>
                </c:pt>
                <c:pt idx="1914">
                  <c:v>8.0971887240211815E-3</c:v>
                </c:pt>
                <c:pt idx="1915">
                  <c:v>7.9369164182278139E-3</c:v>
                </c:pt>
                <c:pt idx="1916">
                  <c:v>8.0999108942263389E-3</c:v>
                </c:pt>
                <c:pt idx="1917">
                  <c:v>8.0999784575926798E-3</c:v>
                </c:pt>
                <c:pt idx="1918">
                  <c:v>8.6612916767915341E-3</c:v>
                </c:pt>
                <c:pt idx="1919">
                  <c:v>8.6414301362313338E-3</c:v>
                </c:pt>
                <c:pt idx="1920">
                  <c:v>8.4466801989285523E-3</c:v>
                </c:pt>
                <c:pt idx="1921">
                  <c:v>8.463075371976516E-3</c:v>
                </c:pt>
                <c:pt idx="1922">
                  <c:v>8.4331333804820909E-3</c:v>
                </c:pt>
                <c:pt idx="1923">
                  <c:v>8.4404735355425482E-3</c:v>
                </c:pt>
                <c:pt idx="1924">
                  <c:v>8.3545072797211375E-3</c:v>
                </c:pt>
                <c:pt idx="1925">
                  <c:v>7.762207539272134E-3</c:v>
                </c:pt>
                <c:pt idx="1926">
                  <c:v>7.5078528157072888E-3</c:v>
                </c:pt>
                <c:pt idx="1927">
                  <c:v>7.8110822931702004E-3</c:v>
                </c:pt>
                <c:pt idx="1928">
                  <c:v>7.8965272348804436E-3</c:v>
                </c:pt>
                <c:pt idx="1929">
                  <c:v>7.9316710646571472E-3</c:v>
                </c:pt>
                <c:pt idx="1930">
                  <c:v>7.8074076562938584E-3</c:v>
                </c:pt>
                <c:pt idx="1931">
                  <c:v>7.800064238960183E-3</c:v>
                </c:pt>
                <c:pt idx="1932">
                  <c:v>7.9328593456208015E-3</c:v>
                </c:pt>
                <c:pt idx="1933">
                  <c:v>6.2517421799035784E-3</c:v>
                </c:pt>
                <c:pt idx="1934">
                  <c:v>6.2765881431446451E-3</c:v>
                </c:pt>
                <c:pt idx="1935">
                  <c:v>6.1305507850028746E-3</c:v>
                </c:pt>
                <c:pt idx="1936">
                  <c:v>7.20991036942041E-3</c:v>
                </c:pt>
                <c:pt idx="1937">
                  <c:v>7.3109826142264828E-3</c:v>
                </c:pt>
                <c:pt idx="1938">
                  <c:v>7.5208001480221642E-3</c:v>
                </c:pt>
                <c:pt idx="1939">
                  <c:v>7.5179668685372058E-3</c:v>
                </c:pt>
                <c:pt idx="1940">
                  <c:v>7.5277527905204056E-3</c:v>
                </c:pt>
                <c:pt idx="1941">
                  <c:v>7.5187303427449084E-3</c:v>
                </c:pt>
                <c:pt idx="1942">
                  <c:v>7.6528694425788595E-3</c:v>
                </c:pt>
                <c:pt idx="1943">
                  <c:v>6.9387741793106011E-3</c:v>
                </c:pt>
                <c:pt idx="1944">
                  <c:v>7.2290635871839499E-3</c:v>
                </c:pt>
                <c:pt idx="1945">
                  <c:v>7.0198974204592497E-3</c:v>
                </c:pt>
                <c:pt idx="1946">
                  <c:v>6.230490517341555E-3</c:v>
                </c:pt>
                <c:pt idx="1947">
                  <c:v>6.2809266476277752E-3</c:v>
                </c:pt>
                <c:pt idx="1948">
                  <c:v>7.2646132963758402E-3</c:v>
                </c:pt>
                <c:pt idx="1949">
                  <c:v>7.437937487278311E-3</c:v>
                </c:pt>
                <c:pt idx="1950">
                  <c:v>7.4403464272095312E-3</c:v>
                </c:pt>
                <c:pt idx="1951">
                  <c:v>7.5689225785585609E-3</c:v>
                </c:pt>
                <c:pt idx="1952">
                  <c:v>7.4339788953319925E-3</c:v>
                </c:pt>
                <c:pt idx="1953">
                  <c:v>7.4341633242055441E-3</c:v>
                </c:pt>
                <c:pt idx="1954">
                  <c:v>7.45468851819347E-3</c:v>
                </c:pt>
                <c:pt idx="1955">
                  <c:v>7.1589224171940179E-3</c:v>
                </c:pt>
                <c:pt idx="1956">
                  <c:v>6.5650650096789808E-3</c:v>
                </c:pt>
                <c:pt idx="1957">
                  <c:v>6.4058139747861951E-3</c:v>
                </c:pt>
                <c:pt idx="1958">
                  <c:v>6.4717946789535109E-3</c:v>
                </c:pt>
                <c:pt idx="1959">
                  <c:v>6.8545994713693128E-3</c:v>
                </c:pt>
                <c:pt idx="1960">
                  <c:v>7.0122132166208885E-3</c:v>
                </c:pt>
                <c:pt idx="1961">
                  <c:v>7.2837713938216234E-3</c:v>
                </c:pt>
                <c:pt idx="1962">
                  <c:v>7.0705597577608798E-3</c:v>
                </c:pt>
                <c:pt idx="1963">
                  <c:v>6.5777490110734841E-3</c:v>
                </c:pt>
                <c:pt idx="1964">
                  <c:v>6.5415144080273888E-3</c:v>
                </c:pt>
                <c:pt idx="1965">
                  <c:v>6.5488448620795638E-3</c:v>
                </c:pt>
                <c:pt idx="1966">
                  <c:v>8.4588256829971516E-3</c:v>
                </c:pt>
                <c:pt idx="1967">
                  <c:v>8.8530275928083678E-3</c:v>
                </c:pt>
                <c:pt idx="1968">
                  <c:v>8.7932633166797284E-3</c:v>
                </c:pt>
                <c:pt idx="1969">
                  <c:v>8.629850095533775E-3</c:v>
                </c:pt>
                <c:pt idx="1970">
                  <c:v>8.5770504732163941E-3</c:v>
                </c:pt>
                <c:pt idx="1971">
                  <c:v>8.5774723310951574E-3</c:v>
                </c:pt>
                <c:pt idx="1972">
                  <c:v>9.0496235040427638E-3</c:v>
                </c:pt>
                <c:pt idx="1973">
                  <c:v>9.1162565182480535E-3</c:v>
                </c:pt>
                <c:pt idx="1974">
                  <c:v>8.8106981767440071E-3</c:v>
                </c:pt>
                <c:pt idx="1975">
                  <c:v>9.066326397424964E-3</c:v>
                </c:pt>
                <c:pt idx="1976">
                  <c:v>9.4131008700377803E-3</c:v>
                </c:pt>
                <c:pt idx="1977">
                  <c:v>9.4014739964411766E-3</c:v>
                </c:pt>
                <c:pt idx="1978">
                  <c:v>9.1487977151222047E-3</c:v>
                </c:pt>
                <c:pt idx="1979">
                  <c:v>9.1506240539712107E-3</c:v>
                </c:pt>
                <c:pt idx="1980">
                  <c:v>8.5374240421388289E-3</c:v>
                </c:pt>
                <c:pt idx="1981">
                  <c:v>8.6458216607078475E-3</c:v>
                </c:pt>
                <c:pt idx="1982">
                  <c:v>8.5627967613071919E-3</c:v>
                </c:pt>
                <c:pt idx="1983">
                  <c:v>8.5019989329411134E-3</c:v>
                </c:pt>
                <c:pt idx="1984">
                  <c:v>8.3749463716098586E-3</c:v>
                </c:pt>
                <c:pt idx="1985">
                  <c:v>7.6039559746626127E-3</c:v>
                </c:pt>
                <c:pt idx="1986">
                  <c:v>8.2141870304014587E-3</c:v>
                </c:pt>
                <c:pt idx="1987">
                  <c:v>8.8140756872340676E-3</c:v>
                </c:pt>
                <c:pt idx="1988">
                  <c:v>8.9698642228277902E-3</c:v>
                </c:pt>
                <c:pt idx="1989">
                  <c:v>8.9653468441036992E-3</c:v>
                </c:pt>
                <c:pt idx="1990">
                  <c:v>8.9635391918108567E-3</c:v>
                </c:pt>
                <c:pt idx="1991">
                  <c:v>8.7256284071207026E-3</c:v>
                </c:pt>
                <c:pt idx="1992">
                  <c:v>8.7765622852003476E-3</c:v>
                </c:pt>
                <c:pt idx="1993">
                  <c:v>8.9422367074894135E-3</c:v>
                </c:pt>
                <c:pt idx="1994">
                  <c:v>8.6370001107297957E-3</c:v>
                </c:pt>
                <c:pt idx="1995">
                  <c:v>8.2393889246371275E-3</c:v>
                </c:pt>
                <c:pt idx="1996">
                  <c:v>8.1718154988692261E-3</c:v>
                </c:pt>
                <c:pt idx="1997">
                  <c:v>8.1664046894766636E-3</c:v>
                </c:pt>
                <c:pt idx="1998">
                  <c:v>8.0665627140854568E-3</c:v>
                </c:pt>
                <c:pt idx="1999">
                  <c:v>8.0721036442934473E-3</c:v>
                </c:pt>
                <c:pt idx="2000">
                  <c:v>8.1941686041475791E-3</c:v>
                </c:pt>
                <c:pt idx="2001">
                  <c:v>8.3294112708617498E-3</c:v>
                </c:pt>
                <c:pt idx="2002">
                  <c:v>8.3002844422015252E-3</c:v>
                </c:pt>
                <c:pt idx="2003">
                  <c:v>8.3184281837826272E-3</c:v>
                </c:pt>
                <c:pt idx="2004">
                  <c:v>7.8591349880864254E-3</c:v>
                </c:pt>
                <c:pt idx="2005">
                  <c:v>5.9217637280281543E-3</c:v>
                </c:pt>
                <c:pt idx="2006">
                  <c:v>5.515830232474866E-3</c:v>
                </c:pt>
                <c:pt idx="2007">
                  <c:v>6.4705245108903995E-3</c:v>
                </c:pt>
                <c:pt idx="2008">
                  <c:v>6.3684176997577096E-3</c:v>
                </c:pt>
                <c:pt idx="2009">
                  <c:v>6.3363862108983269E-3</c:v>
                </c:pt>
                <c:pt idx="2010">
                  <c:v>1.0000611513019163E-2</c:v>
                </c:pt>
                <c:pt idx="2011">
                  <c:v>1.0140781765930435E-2</c:v>
                </c:pt>
                <c:pt idx="2012">
                  <c:v>1.0253198147017063E-2</c:v>
                </c:pt>
                <c:pt idx="2013">
                  <c:v>1.0283179681880809E-2</c:v>
                </c:pt>
                <c:pt idx="2014">
                  <c:v>1.0263060853806971E-2</c:v>
                </c:pt>
                <c:pt idx="2015">
                  <c:v>1.0254541540505608E-2</c:v>
                </c:pt>
                <c:pt idx="2016">
                  <c:v>1.044060541586739E-2</c:v>
                </c:pt>
                <c:pt idx="2017">
                  <c:v>1.0483174838111127E-2</c:v>
                </c:pt>
                <c:pt idx="2018">
                  <c:v>1.0653806860937667E-2</c:v>
                </c:pt>
                <c:pt idx="2019">
                  <c:v>1.0732986500870255E-2</c:v>
                </c:pt>
                <c:pt idx="2020">
                  <c:v>1.0040420928505522E-2</c:v>
                </c:pt>
                <c:pt idx="2021">
                  <c:v>1.0079687970168526E-2</c:v>
                </c:pt>
                <c:pt idx="2022">
                  <c:v>1.0543775388635981E-2</c:v>
                </c:pt>
                <c:pt idx="2023">
                  <c:v>1.0275794286697034E-2</c:v>
                </c:pt>
                <c:pt idx="2024">
                  <c:v>1.0301516158266919E-2</c:v>
                </c:pt>
                <c:pt idx="2025">
                  <c:v>1.0301221198416973E-2</c:v>
                </c:pt>
                <c:pt idx="2026">
                  <c:v>1.0168530983328176E-2</c:v>
                </c:pt>
                <c:pt idx="2027">
                  <c:v>1.0132913427836595E-2</c:v>
                </c:pt>
                <c:pt idx="2028">
                  <c:v>1.0651921679137966E-2</c:v>
                </c:pt>
                <c:pt idx="2029">
                  <c:v>7.0820725249997685E-3</c:v>
                </c:pt>
                <c:pt idx="2030">
                  <c:v>6.9870464097636625E-3</c:v>
                </c:pt>
                <c:pt idx="2031">
                  <c:v>6.8966321199212073E-3</c:v>
                </c:pt>
                <c:pt idx="2032">
                  <c:v>7.7120401037667572E-3</c:v>
                </c:pt>
                <c:pt idx="2033">
                  <c:v>7.5694837700784421E-3</c:v>
                </c:pt>
                <c:pt idx="2034">
                  <c:v>7.5824039836466734E-3</c:v>
                </c:pt>
                <c:pt idx="2035">
                  <c:v>7.5442652819889787E-3</c:v>
                </c:pt>
                <c:pt idx="2036">
                  <c:v>7.6084190179787634E-3</c:v>
                </c:pt>
                <c:pt idx="2037">
                  <c:v>7.1839848688271509E-3</c:v>
                </c:pt>
                <c:pt idx="2038">
                  <c:v>1.2289957317984847E-2</c:v>
                </c:pt>
                <c:pt idx="2039">
                  <c:v>1.2346618154245818E-2</c:v>
                </c:pt>
                <c:pt idx="2040">
                  <c:v>1.2556593578573966E-2</c:v>
                </c:pt>
                <c:pt idx="2041">
                  <c:v>1.3339666170790283E-2</c:v>
                </c:pt>
                <c:pt idx="2042">
                  <c:v>1.3173990431031461E-2</c:v>
                </c:pt>
                <c:pt idx="2043">
                  <c:v>1.2839975126469918E-2</c:v>
                </c:pt>
                <c:pt idx="2044">
                  <c:v>1.3236774384987635E-2</c:v>
                </c:pt>
                <c:pt idx="2045">
                  <c:v>1.3241010354771789E-2</c:v>
                </c:pt>
                <c:pt idx="2046">
                  <c:v>1.3831397331979399E-2</c:v>
                </c:pt>
                <c:pt idx="2047">
                  <c:v>1.3797236724891712E-2</c:v>
                </c:pt>
                <c:pt idx="2048">
                  <c:v>1.3803831186136185E-2</c:v>
                </c:pt>
                <c:pt idx="2049">
                  <c:v>1.3507489185850511E-2</c:v>
                </c:pt>
                <c:pt idx="2050">
                  <c:v>1.348758095112663E-2</c:v>
                </c:pt>
                <c:pt idx="2051">
                  <c:v>1.3297485409916709E-2</c:v>
                </c:pt>
                <c:pt idx="2052">
                  <c:v>1.3775817302864394E-2</c:v>
                </c:pt>
                <c:pt idx="2053">
                  <c:v>1.4223061969101489E-2</c:v>
                </c:pt>
                <c:pt idx="2054">
                  <c:v>1.4527318520158974E-2</c:v>
                </c:pt>
                <c:pt idx="2055">
                  <c:v>1.4905478695238042E-2</c:v>
                </c:pt>
                <c:pt idx="2056">
                  <c:v>1.4875696922571456E-2</c:v>
                </c:pt>
                <c:pt idx="2057">
                  <c:v>1.0968119883912927E-2</c:v>
                </c:pt>
                <c:pt idx="2058">
                  <c:v>1.0817937599006401E-2</c:v>
                </c:pt>
                <c:pt idx="2059">
                  <c:v>1.07154493330673E-2</c:v>
                </c:pt>
                <c:pt idx="2060">
                  <c:v>9.4820412781923789E-3</c:v>
                </c:pt>
                <c:pt idx="2061">
                  <c:v>9.5022751254515737E-3</c:v>
                </c:pt>
                <c:pt idx="2062">
                  <c:v>9.4375704473440847E-3</c:v>
                </c:pt>
                <c:pt idx="2063">
                  <c:v>9.1696290270208338E-3</c:v>
                </c:pt>
                <c:pt idx="2064">
                  <c:v>9.2781323664374339E-3</c:v>
                </c:pt>
                <c:pt idx="2065">
                  <c:v>8.7497885991591785E-3</c:v>
                </c:pt>
                <c:pt idx="2066">
                  <c:v>9.2668149274598051E-3</c:v>
                </c:pt>
                <c:pt idx="2067">
                  <c:v>9.2671917738300549E-3</c:v>
                </c:pt>
                <c:pt idx="2068">
                  <c:v>1.0819635641366572E-2</c:v>
                </c:pt>
                <c:pt idx="2069">
                  <c:v>1.0754281695014594E-2</c:v>
                </c:pt>
                <c:pt idx="2070">
                  <c:v>1.07466555944155E-2</c:v>
                </c:pt>
                <c:pt idx="2071">
                  <c:v>9.7050386947381967E-3</c:v>
                </c:pt>
                <c:pt idx="2072">
                  <c:v>9.4364797127331583E-3</c:v>
                </c:pt>
                <c:pt idx="2073">
                  <c:v>8.7591229396751426E-3</c:v>
                </c:pt>
                <c:pt idx="2074">
                  <c:v>8.4385235092457808E-3</c:v>
                </c:pt>
                <c:pt idx="2075">
                  <c:v>8.6383002027535481E-3</c:v>
                </c:pt>
                <c:pt idx="2076">
                  <c:v>8.5708415071452573E-3</c:v>
                </c:pt>
                <c:pt idx="2077">
                  <c:v>8.627976936204847E-3</c:v>
                </c:pt>
                <c:pt idx="2078">
                  <c:v>8.6844102473664173E-3</c:v>
                </c:pt>
                <c:pt idx="2079">
                  <c:v>8.1278828633542174E-3</c:v>
                </c:pt>
                <c:pt idx="2080">
                  <c:v>8.3680088250896335E-3</c:v>
                </c:pt>
                <c:pt idx="2081">
                  <c:v>8.4061375219995349E-3</c:v>
                </c:pt>
                <c:pt idx="2082">
                  <c:v>8.4750462020801061E-3</c:v>
                </c:pt>
                <c:pt idx="2083">
                  <c:v>8.5348650673827565E-3</c:v>
                </c:pt>
                <c:pt idx="2084">
                  <c:v>8.7961444799223038E-3</c:v>
                </c:pt>
                <c:pt idx="2085">
                  <c:v>8.076095565570228E-3</c:v>
                </c:pt>
                <c:pt idx="2086">
                  <c:v>8.0653490519874554E-3</c:v>
                </c:pt>
                <c:pt idx="2087">
                  <c:v>6.9764602585338249E-3</c:v>
                </c:pt>
                <c:pt idx="2088">
                  <c:v>7.0071053956018642E-3</c:v>
                </c:pt>
                <c:pt idx="2089">
                  <c:v>7.1548932392986155E-3</c:v>
                </c:pt>
                <c:pt idx="2090">
                  <c:v>7.4456464514103763E-3</c:v>
                </c:pt>
                <c:pt idx="2091">
                  <c:v>9.2421916310929039E-3</c:v>
                </c:pt>
                <c:pt idx="2092">
                  <c:v>9.2203222347266179E-3</c:v>
                </c:pt>
                <c:pt idx="2093">
                  <c:v>9.5805335763017724E-3</c:v>
                </c:pt>
                <c:pt idx="2094">
                  <c:v>9.5707142785585696E-3</c:v>
                </c:pt>
                <c:pt idx="2095">
                  <c:v>9.5099382624078133E-3</c:v>
                </c:pt>
                <c:pt idx="2096">
                  <c:v>9.465294984198732E-3</c:v>
                </c:pt>
                <c:pt idx="2097">
                  <c:v>9.3625514498135391E-3</c:v>
                </c:pt>
                <c:pt idx="2098">
                  <c:v>9.4444115422304947E-3</c:v>
                </c:pt>
                <c:pt idx="2099">
                  <c:v>1.0669449899939095E-2</c:v>
                </c:pt>
                <c:pt idx="2100">
                  <c:v>1.0652822194969009E-2</c:v>
                </c:pt>
                <c:pt idx="2101">
                  <c:v>1.0811054177652372E-2</c:v>
                </c:pt>
                <c:pt idx="2102">
                  <c:v>1.0797111159698279E-2</c:v>
                </c:pt>
                <c:pt idx="2103">
                  <c:v>1.113150149490332E-2</c:v>
                </c:pt>
                <c:pt idx="2104">
                  <c:v>1.1225415779745907E-2</c:v>
                </c:pt>
                <c:pt idx="2105">
                  <c:v>1.1523677167765034E-2</c:v>
                </c:pt>
                <c:pt idx="2106">
                  <c:v>1.0613223456451836E-2</c:v>
                </c:pt>
                <c:pt idx="2107">
                  <c:v>1.067736322427373E-2</c:v>
                </c:pt>
                <c:pt idx="2108">
                  <c:v>1.0511602678889325E-2</c:v>
                </c:pt>
                <c:pt idx="2109">
                  <c:v>1.0287595106807062E-2</c:v>
                </c:pt>
                <c:pt idx="2110">
                  <c:v>8.8333903884466325E-3</c:v>
                </c:pt>
                <c:pt idx="2111">
                  <c:v>8.5379156950719272E-3</c:v>
                </c:pt>
                <c:pt idx="2112">
                  <c:v>8.2265809745977903E-3</c:v>
                </c:pt>
                <c:pt idx="2113">
                  <c:v>8.0497504850040313E-3</c:v>
                </c:pt>
                <c:pt idx="2114">
                  <c:v>1.0057488958806562E-2</c:v>
                </c:pt>
                <c:pt idx="2115">
                  <c:v>1.0078755983004046E-2</c:v>
                </c:pt>
                <c:pt idx="2116">
                  <c:v>1.0082277351491205E-2</c:v>
                </c:pt>
                <c:pt idx="2117">
                  <c:v>1.0629809230798206E-2</c:v>
                </c:pt>
                <c:pt idx="2118">
                  <c:v>8.9741663668514351E-3</c:v>
                </c:pt>
                <c:pt idx="2119">
                  <c:v>9.1368091458190262E-3</c:v>
                </c:pt>
                <c:pt idx="2120">
                  <c:v>1.3471107139245807E-2</c:v>
                </c:pt>
                <c:pt idx="2121">
                  <c:v>2.4051390342337223E-2</c:v>
                </c:pt>
                <c:pt idx="2122">
                  <c:v>2.6319623183435323E-2</c:v>
                </c:pt>
                <c:pt idx="2123">
                  <c:v>2.6272367374097154E-2</c:v>
                </c:pt>
                <c:pt idx="2124">
                  <c:v>2.6164429165883973E-2</c:v>
                </c:pt>
                <c:pt idx="2125">
                  <c:v>2.6163269841888385E-2</c:v>
                </c:pt>
                <c:pt idx="2126">
                  <c:v>2.6166327828675548E-2</c:v>
                </c:pt>
                <c:pt idx="2127">
                  <c:v>2.6166682380372022E-2</c:v>
                </c:pt>
                <c:pt idx="2128">
                  <c:v>2.6139785945248916E-2</c:v>
                </c:pt>
                <c:pt idx="2129">
                  <c:v>2.6231726812417467E-2</c:v>
                </c:pt>
                <c:pt idx="2130">
                  <c:v>2.6487192379650373E-2</c:v>
                </c:pt>
                <c:pt idx="2131">
                  <c:v>2.6479833371207243E-2</c:v>
                </c:pt>
                <c:pt idx="2132">
                  <c:v>2.64650832309609E-2</c:v>
                </c:pt>
                <c:pt idx="2133">
                  <c:v>2.5925036697705257E-2</c:v>
                </c:pt>
                <c:pt idx="2134">
                  <c:v>2.6162626877867409E-2</c:v>
                </c:pt>
                <c:pt idx="2135">
                  <c:v>2.6108918473001702E-2</c:v>
                </c:pt>
                <c:pt idx="2136">
                  <c:v>2.5734994525475785E-2</c:v>
                </c:pt>
                <c:pt idx="2137">
                  <c:v>2.5909571363538494E-2</c:v>
                </c:pt>
                <c:pt idx="2138">
                  <c:v>2.5896404588998837E-2</c:v>
                </c:pt>
                <c:pt idx="2139">
                  <c:v>2.4118073977315631E-2</c:v>
                </c:pt>
                <c:pt idx="2140">
                  <c:v>1.2060502927498409E-2</c:v>
                </c:pt>
                <c:pt idx="2141">
                  <c:v>7.7443821955231924E-3</c:v>
                </c:pt>
                <c:pt idx="2142">
                  <c:v>7.8841152496106383E-3</c:v>
                </c:pt>
                <c:pt idx="2143">
                  <c:v>8.0319430994359401E-3</c:v>
                </c:pt>
                <c:pt idx="2144">
                  <c:v>7.9859660762464039E-3</c:v>
                </c:pt>
                <c:pt idx="2145">
                  <c:v>7.9187574160939841E-3</c:v>
                </c:pt>
                <c:pt idx="2146">
                  <c:v>7.9738307189564876E-3</c:v>
                </c:pt>
                <c:pt idx="2147">
                  <c:v>7.9341015150994742E-3</c:v>
                </c:pt>
                <c:pt idx="2148">
                  <c:v>7.8434709315945862E-3</c:v>
                </c:pt>
                <c:pt idx="2149">
                  <c:v>6.6529191700008235E-3</c:v>
                </c:pt>
                <c:pt idx="2150">
                  <c:v>6.8800270027706079E-3</c:v>
                </c:pt>
                <c:pt idx="2151">
                  <c:v>7.1793851899250079E-3</c:v>
                </c:pt>
                <c:pt idx="2152">
                  <c:v>7.3863680838508194E-3</c:v>
                </c:pt>
                <c:pt idx="2153">
                  <c:v>6.1193951143637074E-3</c:v>
                </c:pt>
                <c:pt idx="2154">
                  <c:v>6.0540526149879944E-3</c:v>
                </c:pt>
                <c:pt idx="2155">
                  <c:v>6.1016283303587347E-3</c:v>
                </c:pt>
                <c:pt idx="2156">
                  <c:v>5.8796108615015363E-3</c:v>
                </c:pt>
                <c:pt idx="2157">
                  <c:v>5.7111636178830815E-3</c:v>
                </c:pt>
                <c:pt idx="2158">
                  <c:v>5.0845647933437993E-3</c:v>
                </c:pt>
                <c:pt idx="2159">
                  <c:v>7.4093005439669901E-3</c:v>
                </c:pt>
                <c:pt idx="2160">
                  <c:v>7.3855225044523395E-3</c:v>
                </c:pt>
                <c:pt idx="2161">
                  <c:v>7.7484207844043087E-3</c:v>
                </c:pt>
                <c:pt idx="2162">
                  <c:v>7.7049245247904768E-3</c:v>
                </c:pt>
                <c:pt idx="2163">
                  <c:v>7.9705816748597193E-3</c:v>
                </c:pt>
                <c:pt idx="2164">
                  <c:v>7.9255576140688216E-3</c:v>
                </c:pt>
                <c:pt idx="2165">
                  <c:v>8.5707742860828481E-3</c:v>
                </c:pt>
                <c:pt idx="2166">
                  <c:v>9.4805885045412715E-3</c:v>
                </c:pt>
                <c:pt idx="2167">
                  <c:v>9.4194289401324724E-3</c:v>
                </c:pt>
                <c:pt idx="2168">
                  <c:v>9.8340114740115107E-3</c:v>
                </c:pt>
                <c:pt idx="2169">
                  <c:v>9.6619721495364366E-3</c:v>
                </c:pt>
                <c:pt idx="2170">
                  <c:v>9.5662153661297579E-3</c:v>
                </c:pt>
                <c:pt idx="2171">
                  <c:v>9.3708044572710317E-3</c:v>
                </c:pt>
                <c:pt idx="2172">
                  <c:v>9.2494932457390655E-3</c:v>
                </c:pt>
                <c:pt idx="2173">
                  <c:v>9.2427543654245367E-3</c:v>
                </c:pt>
                <c:pt idx="2174">
                  <c:v>9.2481230170950082E-3</c:v>
                </c:pt>
                <c:pt idx="2175">
                  <c:v>9.2496969184850206E-3</c:v>
                </c:pt>
                <c:pt idx="2176">
                  <c:v>9.3075536706143658E-3</c:v>
                </c:pt>
                <c:pt idx="2177">
                  <c:v>9.2652221940819346E-3</c:v>
                </c:pt>
                <c:pt idx="2178">
                  <c:v>6.8794589719757887E-3</c:v>
                </c:pt>
                <c:pt idx="2179">
                  <c:v>6.749471591726848E-3</c:v>
                </c:pt>
                <c:pt idx="2180">
                  <c:v>6.6302612583191214E-3</c:v>
                </c:pt>
                <c:pt idx="2181">
                  <c:v>7.8398373025868537E-3</c:v>
                </c:pt>
                <c:pt idx="2182">
                  <c:v>8.0331259311633204E-3</c:v>
                </c:pt>
                <c:pt idx="2183">
                  <c:v>8.0456659729384247E-3</c:v>
                </c:pt>
                <c:pt idx="2184">
                  <c:v>7.0471211820642143E-3</c:v>
                </c:pt>
                <c:pt idx="2185">
                  <c:v>7.4026258075906787E-3</c:v>
                </c:pt>
                <c:pt idx="2186">
                  <c:v>7.3995305094410324E-3</c:v>
                </c:pt>
                <c:pt idx="2187">
                  <c:v>7.4284234994492875E-3</c:v>
                </c:pt>
                <c:pt idx="2188">
                  <c:v>7.404651264687508E-3</c:v>
                </c:pt>
                <c:pt idx="2189">
                  <c:v>7.980327575785668E-3</c:v>
                </c:pt>
                <c:pt idx="2190">
                  <c:v>7.9593298642933099E-3</c:v>
                </c:pt>
                <c:pt idx="2191">
                  <c:v>8.1314599056695313E-3</c:v>
                </c:pt>
                <c:pt idx="2192">
                  <c:v>8.1233959551073581E-3</c:v>
                </c:pt>
                <c:pt idx="2193">
                  <c:v>7.9912777605028427E-3</c:v>
                </c:pt>
                <c:pt idx="2194">
                  <c:v>8.5212659459636981E-3</c:v>
                </c:pt>
                <c:pt idx="2195">
                  <c:v>9.8352649230177749E-3</c:v>
                </c:pt>
                <c:pt idx="2196">
                  <c:v>1.1225966916926278E-2</c:v>
                </c:pt>
                <c:pt idx="2197">
                  <c:v>1.1337710104090678E-2</c:v>
                </c:pt>
                <c:pt idx="2198">
                  <c:v>1.2096381450527062E-2</c:v>
                </c:pt>
                <c:pt idx="2199">
                  <c:v>1.2401439730353118E-2</c:v>
                </c:pt>
                <c:pt idx="2200">
                  <c:v>1.1747568144527154E-2</c:v>
                </c:pt>
                <c:pt idx="2201">
                  <c:v>1.1730640452171303E-2</c:v>
                </c:pt>
                <c:pt idx="2202">
                  <c:v>1.1875430735333517E-2</c:v>
                </c:pt>
                <c:pt idx="2203">
                  <c:v>1.2158454715643427E-2</c:v>
                </c:pt>
                <c:pt idx="2204">
                  <c:v>1.1378867434744781E-2</c:v>
                </c:pt>
                <c:pt idx="2205">
                  <c:v>1.1293167176203971E-2</c:v>
                </c:pt>
                <c:pt idx="2206">
                  <c:v>1.1124923827248664E-2</c:v>
                </c:pt>
                <c:pt idx="2207">
                  <c:v>1.158207902128452E-2</c:v>
                </c:pt>
                <c:pt idx="2208">
                  <c:v>1.0832730021537023E-2</c:v>
                </c:pt>
                <c:pt idx="2209">
                  <c:v>1.0965176989194846E-2</c:v>
                </c:pt>
                <c:pt idx="2210">
                  <c:v>1.0980826101021739E-2</c:v>
                </c:pt>
                <c:pt idx="2211">
                  <c:v>1.1065132222816042E-2</c:v>
                </c:pt>
                <c:pt idx="2212">
                  <c:v>1.1270417023735926E-2</c:v>
                </c:pt>
                <c:pt idx="2213">
                  <c:v>1.1556997552587796E-2</c:v>
                </c:pt>
                <c:pt idx="2214">
                  <c:v>1.0987880299107116E-2</c:v>
                </c:pt>
                <c:pt idx="2215">
                  <c:v>9.8689136155325919E-3</c:v>
                </c:pt>
                <c:pt idx="2216">
                  <c:v>9.9427607581991876E-3</c:v>
                </c:pt>
                <c:pt idx="2217">
                  <c:v>9.787200907157791E-3</c:v>
                </c:pt>
                <c:pt idx="2218">
                  <c:v>9.519399633194545E-3</c:v>
                </c:pt>
                <c:pt idx="2219">
                  <c:v>9.8018831320207615E-3</c:v>
                </c:pt>
                <c:pt idx="2220">
                  <c:v>9.675088149448308E-3</c:v>
                </c:pt>
                <c:pt idx="2221">
                  <c:v>9.5780212777437125E-3</c:v>
                </c:pt>
                <c:pt idx="2222">
                  <c:v>9.6679560974990402E-3</c:v>
                </c:pt>
                <c:pt idx="2223">
                  <c:v>1.0514433984797726E-2</c:v>
                </c:pt>
                <c:pt idx="2224">
                  <c:v>1.0598580044075951E-2</c:v>
                </c:pt>
                <c:pt idx="2225">
                  <c:v>1.0429592751030123E-2</c:v>
                </c:pt>
                <c:pt idx="2226">
                  <c:v>1.0380414830004377E-2</c:v>
                </c:pt>
                <c:pt idx="2227">
                  <c:v>1.1826741236862398E-2</c:v>
                </c:pt>
                <c:pt idx="2228">
                  <c:v>1.1353556377408832E-2</c:v>
                </c:pt>
                <c:pt idx="2229">
                  <c:v>1.1351975044824297E-2</c:v>
                </c:pt>
                <c:pt idx="2230">
                  <c:v>1.1446569709416344E-2</c:v>
                </c:pt>
                <c:pt idx="2231">
                  <c:v>1.0881935587280631E-2</c:v>
                </c:pt>
                <c:pt idx="2232">
                  <c:v>1.0974172888541292E-2</c:v>
                </c:pt>
                <c:pt idx="2233">
                  <c:v>1.1176663326310005E-2</c:v>
                </c:pt>
                <c:pt idx="2234">
                  <c:v>1.120817082489169E-2</c:v>
                </c:pt>
                <c:pt idx="2235">
                  <c:v>1.0921887907929464E-2</c:v>
                </c:pt>
                <c:pt idx="2236">
                  <c:v>1.0140225151724675E-2</c:v>
                </c:pt>
                <c:pt idx="2237">
                  <c:v>1.0142105741649775E-2</c:v>
                </c:pt>
                <c:pt idx="2238">
                  <c:v>9.9116187039916745E-3</c:v>
                </c:pt>
                <c:pt idx="2239">
                  <c:v>9.7826242131734305E-3</c:v>
                </c:pt>
                <c:pt idx="2240">
                  <c:v>9.8203967643767168E-3</c:v>
                </c:pt>
                <c:pt idx="2241">
                  <c:v>9.0870911196304551E-3</c:v>
                </c:pt>
                <c:pt idx="2242">
                  <c:v>8.589644271494808E-3</c:v>
                </c:pt>
                <c:pt idx="2243">
                  <c:v>9.30136374223961E-3</c:v>
                </c:pt>
                <c:pt idx="2244">
                  <c:v>9.8301556963865892E-3</c:v>
                </c:pt>
                <c:pt idx="2245">
                  <c:v>9.9634182339364569E-3</c:v>
                </c:pt>
                <c:pt idx="2246">
                  <c:v>8.5899501213226037E-3</c:v>
                </c:pt>
                <c:pt idx="2247">
                  <c:v>8.5868012540487471E-3</c:v>
                </c:pt>
                <c:pt idx="2248">
                  <c:v>8.581097477128723E-3</c:v>
                </c:pt>
                <c:pt idx="2249">
                  <c:v>8.5016868338205921E-3</c:v>
                </c:pt>
                <c:pt idx="2250">
                  <c:v>8.5904389051466613E-3</c:v>
                </c:pt>
                <c:pt idx="2251">
                  <c:v>8.0262155300057664E-3</c:v>
                </c:pt>
                <c:pt idx="2252">
                  <c:v>7.5600675328102241E-3</c:v>
                </c:pt>
                <c:pt idx="2253">
                  <c:v>7.3884791801483093E-3</c:v>
                </c:pt>
                <c:pt idx="2254">
                  <c:v>7.6561281249980743E-3</c:v>
                </c:pt>
                <c:pt idx="2255">
                  <c:v>8.751874149410737E-3</c:v>
                </c:pt>
                <c:pt idx="2256">
                  <c:v>9.0212947393557355E-3</c:v>
                </c:pt>
                <c:pt idx="2257">
                  <c:v>9.0877215533052853E-3</c:v>
                </c:pt>
                <c:pt idx="2258">
                  <c:v>9.1037020422129137E-3</c:v>
                </c:pt>
                <c:pt idx="2259">
                  <c:v>9.0248498047603848E-3</c:v>
                </c:pt>
                <c:pt idx="2260">
                  <c:v>9.5168010584483712E-3</c:v>
                </c:pt>
                <c:pt idx="2261">
                  <c:v>1.0285810956152113E-2</c:v>
                </c:pt>
                <c:pt idx="2262">
                  <c:v>1.0183707887111419E-2</c:v>
                </c:pt>
                <c:pt idx="2263">
                  <c:v>1.0573634759326754E-2</c:v>
                </c:pt>
                <c:pt idx="2264">
                  <c:v>1.0581124453659505E-2</c:v>
                </c:pt>
                <c:pt idx="2265">
                  <c:v>1.1060805001831197E-2</c:v>
                </c:pt>
                <c:pt idx="2266">
                  <c:v>1.1394525371861015E-2</c:v>
                </c:pt>
                <c:pt idx="2267">
                  <c:v>1.1471396290237594E-2</c:v>
                </c:pt>
                <c:pt idx="2268">
                  <c:v>1.1384965560019692E-2</c:v>
                </c:pt>
                <c:pt idx="2269">
                  <c:v>1.1358006342337254E-2</c:v>
                </c:pt>
                <c:pt idx="2270">
                  <c:v>1.1392523532144462E-2</c:v>
                </c:pt>
                <c:pt idx="2271">
                  <c:v>1.2094060636360166E-2</c:v>
                </c:pt>
                <c:pt idx="2272">
                  <c:v>1.2202329220844689E-2</c:v>
                </c:pt>
                <c:pt idx="2273">
                  <c:v>1.2081731327976214E-2</c:v>
                </c:pt>
                <c:pt idx="2274">
                  <c:v>1.120550167632022E-2</c:v>
                </c:pt>
                <c:pt idx="2275">
                  <c:v>1.1050510377741376E-2</c:v>
                </c:pt>
                <c:pt idx="2276">
                  <c:v>1.1068291198054874E-2</c:v>
                </c:pt>
                <c:pt idx="2277">
                  <c:v>1.097891331786954E-2</c:v>
                </c:pt>
                <c:pt idx="2278">
                  <c:v>1.0293952098082744E-2</c:v>
                </c:pt>
                <c:pt idx="2279">
                  <c:v>9.012269238461889E-3</c:v>
                </c:pt>
                <c:pt idx="2280">
                  <c:v>8.8521921874224925E-3</c:v>
                </c:pt>
                <c:pt idx="2281">
                  <c:v>8.8578786692395835E-3</c:v>
                </c:pt>
                <c:pt idx="2282">
                  <c:v>8.518842599843205E-3</c:v>
                </c:pt>
                <c:pt idx="2283">
                  <c:v>7.7161077448615906E-3</c:v>
                </c:pt>
                <c:pt idx="2284">
                  <c:v>6.6922965960514733E-3</c:v>
                </c:pt>
                <c:pt idx="2285">
                  <c:v>5.7781773972231864E-3</c:v>
                </c:pt>
                <c:pt idx="2286">
                  <c:v>6.1649729910145338E-3</c:v>
                </c:pt>
                <c:pt idx="2287">
                  <c:v>6.16601579236962E-3</c:v>
                </c:pt>
                <c:pt idx="2288">
                  <c:v>6.3467392711794961E-3</c:v>
                </c:pt>
                <c:pt idx="2289">
                  <c:v>6.3123737079761105E-3</c:v>
                </c:pt>
                <c:pt idx="2290">
                  <c:v>5.2806221250329298E-3</c:v>
                </c:pt>
                <c:pt idx="2291">
                  <c:v>5.4736649840300003E-3</c:v>
                </c:pt>
                <c:pt idx="2292">
                  <c:v>5.4032748407252971E-3</c:v>
                </c:pt>
                <c:pt idx="2293">
                  <c:v>5.2504289741027626E-3</c:v>
                </c:pt>
                <c:pt idx="2294">
                  <c:v>5.7570678673002544E-3</c:v>
                </c:pt>
                <c:pt idx="2295">
                  <c:v>5.4451420934122658E-3</c:v>
                </c:pt>
                <c:pt idx="2296">
                  <c:v>5.3555212248031442E-3</c:v>
                </c:pt>
                <c:pt idx="2297">
                  <c:v>5.5234091672673206E-3</c:v>
                </c:pt>
                <c:pt idx="2298">
                  <c:v>5.7111457731741028E-3</c:v>
                </c:pt>
                <c:pt idx="2299">
                  <c:v>5.7550782932203016E-3</c:v>
                </c:pt>
                <c:pt idx="2300">
                  <c:v>5.7591291214980165E-3</c:v>
                </c:pt>
                <c:pt idx="2301">
                  <c:v>1.1363211836819938E-2</c:v>
                </c:pt>
                <c:pt idx="2302">
                  <c:v>1.1440758186314666E-2</c:v>
                </c:pt>
                <c:pt idx="2303">
                  <c:v>1.1672413590034745E-2</c:v>
                </c:pt>
                <c:pt idx="2304">
                  <c:v>1.2846895482645422E-2</c:v>
                </c:pt>
                <c:pt idx="2305">
                  <c:v>1.310859498823721E-2</c:v>
                </c:pt>
                <c:pt idx="2306">
                  <c:v>1.3137464967573377E-2</c:v>
                </c:pt>
              </c:numCache>
            </c:numRef>
          </c:val>
          <c:smooth val="0"/>
          <c:extLst>
            <c:ext xmlns:c16="http://schemas.microsoft.com/office/drawing/2014/chart" uri="{C3380CC4-5D6E-409C-BE32-E72D297353CC}">
              <c16:uniqueId val="{00000001-4FEA-7A49-B5A2-C47ED4EC95C2}"/>
            </c:ext>
          </c:extLst>
        </c:ser>
        <c:ser>
          <c:idx val="2"/>
          <c:order val="2"/>
          <c:tx>
            <c:strRef>
              <c:f>FX!$FJ$2</c:f>
              <c:strCache>
                <c:ptCount val="1"/>
                <c:pt idx="0">
                  <c:v>NIFTY Pharma</c:v>
                </c:pt>
              </c:strCache>
            </c:strRef>
          </c:tx>
          <c:spPr>
            <a:ln w="12700" cap="rnd">
              <a:solidFill>
                <a:schemeClr val="dk1">
                  <a:tint val="75000"/>
                </a:schemeClr>
              </a:solidFill>
              <a:round/>
            </a:ln>
            <a:effectLst/>
          </c:spPr>
          <c:marker>
            <c:symbol val="none"/>
          </c:marker>
          <c:cat>
            <c:numRef>
              <c:f>FX!$FG$3:$FG$2309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FX!$FJ$3:$FJ$2309</c:f>
              <c:numCache>
                <c:formatCode>0.00%</c:formatCode>
                <c:ptCount val="2307"/>
                <c:pt idx="0">
                  <c:v>1.2354805339753036E-2</c:v>
                </c:pt>
                <c:pt idx="1">
                  <c:v>1.2690680743549849E-2</c:v>
                </c:pt>
                <c:pt idx="2">
                  <c:v>1.2844364409135348E-2</c:v>
                </c:pt>
                <c:pt idx="3">
                  <c:v>1.0615487550690568E-2</c:v>
                </c:pt>
                <c:pt idx="4">
                  <c:v>1.1182807443616556E-2</c:v>
                </c:pt>
                <c:pt idx="5">
                  <c:v>1.1569488429565922E-2</c:v>
                </c:pt>
                <c:pt idx="6">
                  <c:v>1.0408717642919769E-2</c:v>
                </c:pt>
                <c:pt idx="7">
                  <c:v>1.0319608172774884E-2</c:v>
                </c:pt>
                <c:pt idx="8">
                  <c:v>1.116166756471438E-2</c:v>
                </c:pt>
                <c:pt idx="9">
                  <c:v>1.0755483618575735E-2</c:v>
                </c:pt>
                <c:pt idx="10">
                  <c:v>1.0648651310579835E-2</c:v>
                </c:pt>
                <c:pt idx="11">
                  <c:v>1.0427723290592448E-2</c:v>
                </c:pt>
                <c:pt idx="12">
                  <c:v>1.010650240254112E-2</c:v>
                </c:pt>
                <c:pt idx="13">
                  <c:v>1.0105918714549593E-2</c:v>
                </c:pt>
                <c:pt idx="14">
                  <c:v>9.4891354575302247E-3</c:v>
                </c:pt>
                <c:pt idx="15">
                  <c:v>9.3778847496502893E-3</c:v>
                </c:pt>
                <c:pt idx="16">
                  <c:v>9.553307749168613E-3</c:v>
                </c:pt>
                <c:pt idx="17">
                  <c:v>1.0240391467386704E-2</c:v>
                </c:pt>
                <c:pt idx="18">
                  <c:v>1.0932265600674713E-2</c:v>
                </c:pt>
                <c:pt idx="19">
                  <c:v>1.2706695289241711E-2</c:v>
                </c:pt>
                <c:pt idx="20">
                  <c:v>1.2706328613980016E-2</c:v>
                </c:pt>
                <c:pt idx="21">
                  <c:v>1.2955501763411703E-2</c:v>
                </c:pt>
                <c:pt idx="22">
                  <c:v>1.2994760584546312E-2</c:v>
                </c:pt>
                <c:pt idx="23">
                  <c:v>1.2606233542439263E-2</c:v>
                </c:pt>
                <c:pt idx="24">
                  <c:v>1.2217572886581984E-2</c:v>
                </c:pt>
                <c:pt idx="25">
                  <c:v>1.1938819014435793E-2</c:v>
                </c:pt>
                <c:pt idx="26">
                  <c:v>1.2898644229486498E-2</c:v>
                </c:pt>
                <c:pt idx="27">
                  <c:v>1.2447843345916414E-2</c:v>
                </c:pt>
                <c:pt idx="28">
                  <c:v>1.3059606243157561E-2</c:v>
                </c:pt>
                <c:pt idx="29">
                  <c:v>1.3039384289639478E-2</c:v>
                </c:pt>
                <c:pt idx="30">
                  <c:v>1.3044824270539955E-2</c:v>
                </c:pt>
                <c:pt idx="31">
                  <c:v>1.3778523118973115E-2</c:v>
                </c:pt>
                <c:pt idx="32">
                  <c:v>1.3493997388835593E-2</c:v>
                </c:pt>
                <c:pt idx="33">
                  <c:v>1.3909557848631007E-2</c:v>
                </c:pt>
                <c:pt idx="34">
                  <c:v>1.3578685300808578E-2</c:v>
                </c:pt>
                <c:pt idx="35">
                  <c:v>1.4869787888626239E-2</c:v>
                </c:pt>
                <c:pt idx="36">
                  <c:v>1.6384286817253971E-2</c:v>
                </c:pt>
                <c:pt idx="37">
                  <c:v>2.0284627092674756E-2</c:v>
                </c:pt>
                <c:pt idx="38">
                  <c:v>1.9748557771626263E-2</c:v>
                </c:pt>
                <c:pt idx="39">
                  <c:v>1.9689457485538225E-2</c:v>
                </c:pt>
                <c:pt idx="40">
                  <c:v>2.0229410925323439E-2</c:v>
                </c:pt>
                <c:pt idx="41">
                  <c:v>2.0262789355678774E-2</c:v>
                </c:pt>
                <c:pt idx="42">
                  <c:v>2.0213306539400736E-2</c:v>
                </c:pt>
                <c:pt idx="43">
                  <c:v>2.0526620888745406E-2</c:v>
                </c:pt>
                <c:pt idx="44">
                  <c:v>2.1935312242968366E-2</c:v>
                </c:pt>
                <c:pt idx="45">
                  <c:v>2.1676812647740896E-2</c:v>
                </c:pt>
                <c:pt idx="46">
                  <c:v>2.3885607320052852E-2</c:v>
                </c:pt>
                <c:pt idx="47">
                  <c:v>2.357128095866802E-2</c:v>
                </c:pt>
                <c:pt idx="48">
                  <c:v>2.3835806095612692E-2</c:v>
                </c:pt>
                <c:pt idx="49">
                  <c:v>2.3739191693036125E-2</c:v>
                </c:pt>
                <c:pt idx="50">
                  <c:v>2.4281786917186861E-2</c:v>
                </c:pt>
                <c:pt idx="51">
                  <c:v>2.4464434536178133E-2</c:v>
                </c:pt>
                <c:pt idx="52">
                  <c:v>2.3965664597970605E-2</c:v>
                </c:pt>
                <c:pt idx="53">
                  <c:v>2.3908821485084344E-2</c:v>
                </c:pt>
                <c:pt idx="54">
                  <c:v>2.3434838891123126E-2</c:v>
                </c:pt>
                <c:pt idx="55">
                  <c:v>2.1565304199066507E-2</c:v>
                </c:pt>
                <c:pt idx="56">
                  <c:v>1.5736335361547012E-2</c:v>
                </c:pt>
                <c:pt idx="57">
                  <c:v>1.7091716626980828E-2</c:v>
                </c:pt>
                <c:pt idx="58">
                  <c:v>1.6904322204587961E-2</c:v>
                </c:pt>
                <c:pt idx="59">
                  <c:v>1.6771240230881817E-2</c:v>
                </c:pt>
                <c:pt idx="60">
                  <c:v>1.693529179885438E-2</c:v>
                </c:pt>
                <c:pt idx="61">
                  <c:v>1.7262429044694015E-2</c:v>
                </c:pt>
                <c:pt idx="62">
                  <c:v>1.7723201206345105E-2</c:v>
                </c:pt>
                <c:pt idx="63">
                  <c:v>1.628935961625546E-2</c:v>
                </c:pt>
                <c:pt idx="64">
                  <c:v>1.6240667407902348E-2</c:v>
                </c:pt>
                <c:pt idx="65">
                  <c:v>1.2982733207376917E-2</c:v>
                </c:pt>
                <c:pt idx="66">
                  <c:v>1.2937655875992068E-2</c:v>
                </c:pt>
                <c:pt idx="67">
                  <c:v>1.2344340998356457E-2</c:v>
                </c:pt>
                <c:pt idx="68">
                  <c:v>1.2284122115545372E-2</c:v>
                </c:pt>
                <c:pt idx="69">
                  <c:v>1.0247420813894648E-2</c:v>
                </c:pt>
                <c:pt idx="70">
                  <c:v>1.0742896334283117E-2</c:v>
                </c:pt>
                <c:pt idx="71">
                  <c:v>1.1402342863592516E-2</c:v>
                </c:pt>
                <c:pt idx="72">
                  <c:v>1.3751166000507688E-2</c:v>
                </c:pt>
                <c:pt idx="73">
                  <c:v>1.4370851869072377E-2</c:v>
                </c:pt>
                <c:pt idx="74">
                  <c:v>1.4146186121129873E-2</c:v>
                </c:pt>
                <c:pt idx="75">
                  <c:v>1.3856943566982263E-2</c:v>
                </c:pt>
                <c:pt idx="76">
                  <c:v>1.3155638046526497E-2</c:v>
                </c:pt>
                <c:pt idx="77">
                  <c:v>1.3305885405240827E-2</c:v>
                </c:pt>
                <c:pt idx="78">
                  <c:v>1.3558142251632828E-2</c:v>
                </c:pt>
                <c:pt idx="79">
                  <c:v>1.3790439179249206E-2</c:v>
                </c:pt>
                <c:pt idx="80">
                  <c:v>1.3709937328837707E-2</c:v>
                </c:pt>
                <c:pt idx="81">
                  <c:v>1.2836408149323394E-2</c:v>
                </c:pt>
                <c:pt idx="82">
                  <c:v>1.3278808308180368E-2</c:v>
                </c:pt>
                <c:pt idx="83">
                  <c:v>1.3301156292800358E-2</c:v>
                </c:pt>
                <c:pt idx="84">
                  <c:v>1.4216277845551165E-2</c:v>
                </c:pt>
                <c:pt idx="85">
                  <c:v>1.4574435123316952E-2</c:v>
                </c:pt>
                <c:pt idx="86">
                  <c:v>1.4573730979968259E-2</c:v>
                </c:pt>
                <c:pt idx="87">
                  <c:v>1.4870859492200973E-2</c:v>
                </c:pt>
                <c:pt idx="88">
                  <c:v>1.4864667580067948E-2</c:v>
                </c:pt>
                <c:pt idx="89">
                  <c:v>1.4679046453124083E-2</c:v>
                </c:pt>
                <c:pt idx="90">
                  <c:v>1.3923396816869132E-2</c:v>
                </c:pt>
                <c:pt idx="91">
                  <c:v>1.1904377956370372E-2</c:v>
                </c:pt>
                <c:pt idx="92">
                  <c:v>1.1770107797987159E-2</c:v>
                </c:pt>
                <c:pt idx="93">
                  <c:v>1.266787196623854E-2</c:v>
                </c:pt>
                <c:pt idx="94">
                  <c:v>1.201899994473832E-2</c:v>
                </c:pt>
                <c:pt idx="95">
                  <c:v>1.196470343636058E-2</c:v>
                </c:pt>
                <c:pt idx="96">
                  <c:v>1.1256131330402163E-2</c:v>
                </c:pt>
                <c:pt idx="97">
                  <c:v>1.0655974690057926E-2</c:v>
                </c:pt>
                <c:pt idx="98">
                  <c:v>1.0607122462301579E-2</c:v>
                </c:pt>
                <c:pt idx="99">
                  <c:v>1.024212708818353E-2</c:v>
                </c:pt>
                <c:pt idx="100">
                  <c:v>1.0190956910277094E-2</c:v>
                </c:pt>
                <c:pt idx="101">
                  <c:v>1.0299581866501395E-2</c:v>
                </c:pt>
                <c:pt idx="102">
                  <c:v>1.032838397664214E-2</c:v>
                </c:pt>
                <c:pt idx="103">
                  <c:v>9.87780373561911E-3</c:v>
                </c:pt>
                <c:pt idx="104">
                  <c:v>9.5526868042599931E-3</c:v>
                </c:pt>
                <c:pt idx="105">
                  <c:v>9.4629193523571437E-3</c:v>
                </c:pt>
                <c:pt idx="106">
                  <c:v>9.3818436464298913E-3</c:v>
                </c:pt>
                <c:pt idx="107">
                  <c:v>9.3487044422678606E-3</c:v>
                </c:pt>
                <c:pt idx="108">
                  <c:v>1.9915892646392989E-2</c:v>
                </c:pt>
                <c:pt idx="109">
                  <c:v>2.0064491579677608E-2</c:v>
                </c:pt>
                <c:pt idx="110">
                  <c:v>2.0264693221604572E-2</c:v>
                </c:pt>
                <c:pt idx="111">
                  <c:v>1.9919355383407368E-2</c:v>
                </c:pt>
                <c:pt idx="112">
                  <c:v>1.9374088159064065E-2</c:v>
                </c:pt>
                <c:pt idx="113">
                  <c:v>1.9456885703372027E-2</c:v>
                </c:pt>
                <c:pt idx="114">
                  <c:v>1.9547913442319566E-2</c:v>
                </c:pt>
                <c:pt idx="115">
                  <c:v>1.9554185336149461E-2</c:v>
                </c:pt>
                <c:pt idx="116">
                  <c:v>1.9963951513698164E-2</c:v>
                </c:pt>
                <c:pt idx="117">
                  <c:v>1.9930018218254696E-2</c:v>
                </c:pt>
                <c:pt idx="118">
                  <c:v>1.9774769311248639E-2</c:v>
                </c:pt>
                <c:pt idx="119">
                  <c:v>2.0254537048368954E-2</c:v>
                </c:pt>
                <c:pt idx="120">
                  <c:v>2.0181729006702624E-2</c:v>
                </c:pt>
                <c:pt idx="121">
                  <c:v>2.004339596795187E-2</c:v>
                </c:pt>
                <c:pt idx="122">
                  <c:v>1.9977756719471627E-2</c:v>
                </c:pt>
                <c:pt idx="123">
                  <c:v>1.9792343570355461E-2</c:v>
                </c:pt>
                <c:pt idx="124">
                  <c:v>1.9612445048959367E-2</c:v>
                </c:pt>
                <c:pt idx="125">
                  <c:v>1.9712097108875563E-2</c:v>
                </c:pt>
                <c:pt idx="126">
                  <c:v>2.0041457577474994E-2</c:v>
                </c:pt>
                <c:pt idx="127">
                  <c:v>1.1178627812865603E-2</c:v>
                </c:pt>
                <c:pt idx="128">
                  <c:v>1.2224805125910961E-2</c:v>
                </c:pt>
                <c:pt idx="129">
                  <c:v>1.185597846352034E-2</c:v>
                </c:pt>
                <c:pt idx="130">
                  <c:v>1.1947150612785402E-2</c:v>
                </c:pt>
                <c:pt idx="131">
                  <c:v>2.0407331506626089E-2</c:v>
                </c:pt>
                <c:pt idx="132">
                  <c:v>2.0206939187406264E-2</c:v>
                </c:pt>
                <c:pt idx="133">
                  <c:v>2.019357783700788E-2</c:v>
                </c:pt>
                <c:pt idx="134">
                  <c:v>2.131788060669176E-2</c:v>
                </c:pt>
                <c:pt idx="135">
                  <c:v>2.0758310782642425E-2</c:v>
                </c:pt>
                <c:pt idx="136">
                  <c:v>2.1104945514347325E-2</c:v>
                </c:pt>
                <c:pt idx="137">
                  <c:v>2.1445123078771781E-2</c:v>
                </c:pt>
                <c:pt idx="138">
                  <c:v>2.116697321520921E-2</c:v>
                </c:pt>
                <c:pt idx="139">
                  <c:v>2.0989202816952057E-2</c:v>
                </c:pt>
                <c:pt idx="140">
                  <c:v>2.1711106009558331E-2</c:v>
                </c:pt>
                <c:pt idx="141">
                  <c:v>2.2177468161158991E-2</c:v>
                </c:pt>
                <c:pt idx="142">
                  <c:v>2.2234259474245368E-2</c:v>
                </c:pt>
                <c:pt idx="143">
                  <c:v>2.2345637116391523E-2</c:v>
                </c:pt>
                <c:pt idx="144">
                  <c:v>2.2171574068777837E-2</c:v>
                </c:pt>
                <c:pt idx="145">
                  <c:v>2.1865159348570983E-2</c:v>
                </c:pt>
                <c:pt idx="146">
                  <c:v>2.2099337848874544E-2</c:v>
                </c:pt>
                <c:pt idx="147">
                  <c:v>2.1223344066110622E-2</c:v>
                </c:pt>
                <c:pt idx="148">
                  <c:v>2.1641851096428778E-2</c:v>
                </c:pt>
                <c:pt idx="149">
                  <c:v>2.1607948567016571E-2</c:v>
                </c:pt>
                <c:pt idx="150">
                  <c:v>1.415699646377864E-2</c:v>
                </c:pt>
                <c:pt idx="151">
                  <c:v>1.4093188169034491E-2</c:v>
                </c:pt>
                <c:pt idx="152">
                  <c:v>1.4136383178087724E-2</c:v>
                </c:pt>
                <c:pt idx="153">
                  <c:v>1.2441603425197319E-2</c:v>
                </c:pt>
                <c:pt idx="154">
                  <c:v>1.3687121014744718E-2</c:v>
                </c:pt>
                <c:pt idx="155">
                  <c:v>1.3875169631331872E-2</c:v>
                </c:pt>
                <c:pt idx="156">
                  <c:v>1.3628811503632753E-2</c:v>
                </c:pt>
                <c:pt idx="157">
                  <c:v>1.3273861839744206E-2</c:v>
                </c:pt>
                <c:pt idx="158">
                  <c:v>1.3425179984933651E-2</c:v>
                </c:pt>
                <c:pt idx="159">
                  <c:v>1.1661519782018454E-2</c:v>
                </c:pt>
                <c:pt idx="160">
                  <c:v>1.0552682439858813E-2</c:v>
                </c:pt>
                <c:pt idx="161">
                  <c:v>1.0724675924452622E-2</c:v>
                </c:pt>
                <c:pt idx="162">
                  <c:v>1.072018699851039E-2</c:v>
                </c:pt>
                <c:pt idx="163">
                  <c:v>1.0298513915928715E-2</c:v>
                </c:pt>
                <c:pt idx="164">
                  <c:v>1.035210429336866E-2</c:v>
                </c:pt>
                <c:pt idx="165">
                  <c:v>1.0666879124617284E-2</c:v>
                </c:pt>
                <c:pt idx="166">
                  <c:v>1.0954218482040977E-2</c:v>
                </c:pt>
                <c:pt idx="167">
                  <c:v>1.1221114121044143E-2</c:v>
                </c:pt>
                <c:pt idx="168">
                  <c:v>1.1223739124417256E-2</c:v>
                </c:pt>
                <c:pt idx="169">
                  <c:v>1.1210280734593356E-2</c:v>
                </c:pt>
                <c:pt idx="170">
                  <c:v>1.1420376746654632E-2</c:v>
                </c:pt>
                <c:pt idx="171">
                  <c:v>1.1658037186925421E-2</c:v>
                </c:pt>
                <c:pt idx="172">
                  <c:v>1.1193547954234639E-2</c:v>
                </c:pt>
                <c:pt idx="173">
                  <c:v>1.0596805858084627E-2</c:v>
                </c:pt>
                <c:pt idx="174">
                  <c:v>9.5192417803944152E-3</c:v>
                </c:pt>
                <c:pt idx="175">
                  <c:v>9.3201299156662337E-3</c:v>
                </c:pt>
                <c:pt idx="176">
                  <c:v>1.0450774143421363E-2</c:v>
                </c:pt>
                <c:pt idx="177">
                  <c:v>1.2590397914214067E-2</c:v>
                </c:pt>
                <c:pt idx="178">
                  <c:v>1.3071421833105923E-2</c:v>
                </c:pt>
                <c:pt idx="179">
                  <c:v>1.4192148951424295E-2</c:v>
                </c:pt>
                <c:pt idx="180">
                  <c:v>1.4267172908088994E-2</c:v>
                </c:pt>
                <c:pt idx="181">
                  <c:v>1.5603514504982631E-2</c:v>
                </c:pt>
                <c:pt idx="182">
                  <c:v>1.5367129113959349E-2</c:v>
                </c:pt>
                <c:pt idx="183">
                  <c:v>1.5286524046206075E-2</c:v>
                </c:pt>
                <c:pt idx="184">
                  <c:v>1.4158833720849442E-2</c:v>
                </c:pt>
                <c:pt idx="185">
                  <c:v>1.4247354538509343E-2</c:v>
                </c:pt>
                <c:pt idx="186">
                  <c:v>1.4133833247286577E-2</c:v>
                </c:pt>
                <c:pt idx="187">
                  <c:v>1.3734267194445831E-2</c:v>
                </c:pt>
                <c:pt idx="188">
                  <c:v>1.3802795170461631E-2</c:v>
                </c:pt>
                <c:pt idx="189">
                  <c:v>1.3976672132727772E-2</c:v>
                </c:pt>
                <c:pt idx="190">
                  <c:v>1.4442497586200529E-2</c:v>
                </c:pt>
                <c:pt idx="191">
                  <c:v>1.4068520113241839E-2</c:v>
                </c:pt>
                <c:pt idx="192">
                  <c:v>1.4202782117850603E-2</c:v>
                </c:pt>
                <c:pt idx="193">
                  <c:v>1.4805941142887144E-2</c:v>
                </c:pt>
                <c:pt idx="194">
                  <c:v>1.4906408363275787E-2</c:v>
                </c:pt>
                <c:pt idx="195">
                  <c:v>1.4651815944927302E-2</c:v>
                </c:pt>
                <c:pt idx="196">
                  <c:v>1.307275500017673E-2</c:v>
                </c:pt>
                <c:pt idx="197">
                  <c:v>1.1877013275982317E-2</c:v>
                </c:pt>
                <c:pt idx="198">
                  <c:v>9.8875123769233426E-3</c:v>
                </c:pt>
                <c:pt idx="199">
                  <c:v>9.9856810136140506E-3</c:v>
                </c:pt>
                <c:pt idx="200">
                  <c:v>8.8636222966175619E-3</c:v>
                </c:pt>
                <c:pt idx="201">
                  <c:v>9.3663703216787589E-3</c:v>
                </c:pt>
                <c:pt idx="202">
                  <c:v>9.4251571956460445E-3</c:v>
                </c:pt>
                <c:pt idx="203">
                  <c:v>9.5686856053759789E-3</c:v>
                </c:pt>
                <c:pt idx="204">
                  <c:v>9.622531817277959E-3</c:v>
                </c:pt>
                <c:pt idx="205">
                  <c:v>1.0498857328883887E-2</c:v>
                </c:pt>
                <c:pt idx="206">
                  <c:v>1.0321659668932901E-2</c:v>
                </c:pt>
                <c:pt idx="207">
                  <c:v>1.0905228042712439E-2</c:v>
                </c:pt>
                <c:pt idx="208">
                  <c:v>1.0987027411249062E-2</c:v>
                </c:pt>
                <c:pt idx="209">
                  <c:v>1.0880326729856888E-2</c:v>
                </c:pt>
                <c:pt idx="210">
                  <c:v>1.0268940868554821E-2</c:v>
                </c:pt>
                <c:pt idx="211">
                  <c:v>1.1712940790757319E-2</c:v>
                </c:pt>
                <c:pt idx="212">
                  <c:v>1.1314617675243104E-2</c:v>
                </c:pt>
                <c:pt idx="213">
                  <c:v>1.0881934412183651E-2</c:v>
                </c:pt>
                <c:pt idx="214">
                  <c:v>1.1104781929930882E-2</c:v>
                </c:pt>
                <c:pt idx="215">
                  <c:v>1.1195392591541243E-2</c:v>
                </c:pt>
                <c:pt idx="216">
                  <c:v>1.1977859569728258E-2</c:v>
                </c:pt>
                <c:pt idx="217">
                  <c:v>1.1895169267390683E-2</c:v>
                </c:pt>
                <c:pt idx="218">
                  <c:v>1.1817660897736218E-2</c:v>
                </c:pt>
                <c:pt idx="219">
                  <c:v>1.1522458427729769E-2</c:v>
                </c:pt>
                <c:pt idx="220">
                  <c:v>1.1224566613394446E-2</c:v>
                </c:pt>
                <c:pt idx="221">
                  <c:v>1.1525689543145238E-2</c:v>
                </c:pt>
                <c:pt idx="222">
                  <c:v>1.1847767236694213E-2</c:v>
                </c:pt>
                <c:pt idx="223">
                  <c:v>1.2041242560288006E-2</c:v>
                </c:pt>
                <c:pt idx="224">
                  <c:v>1.1588279655502331E-2</c:v>
                </c:pt>
                <c:pt idx="225">
                  <c:v>1.4050747995791766E-2</c:v>
                </c:pt>
                <c:pt idx="226">
                  <c:v>1.3932902306689447E-2</c:v>
                </c:pt>
                <c:pt idx="227">
                  <c:v>1.4149191117477776E-2</c:v>
                </c:pt>
                <c:pt idx="228">
                  <c:v>1.6199398244624252E-2</c:v>
                </c:pt>
                <c:pt idx="229">
                  <c:v>1.6205936390392112E-2</c:v>
                </c:pt>
                <c:pt idx="230">
                  <c:v>1.6747406077816232E-2</c:v>
                </c:pt>
                <c:pt idx="231">
                  <c:v>1.6891921265133881E-2</c:v>
                </c:pt>
                <c:pt idx="232">
                  <c:v>1.6857314631662176E-2</c:v>
                </c:pt>
                <c:pt idx="233">
                  <c:v>1.9022987419582603E-2</c:v>
                </c:pt>
                <c:pt idx="234">
                  <c:v>1.931647655682265E-2</c:v>
                </c:pt>
                <c:pt idx="235">
                  <c:v>1.885964291903983E-2</c:v>
                </c:pt>
                <c:pt idx="236">
                  <c:v>1.9116218984293373E-2</c:v>
                </c:pt>
                <c:pt idx="237">
                  <c:v>1.9874342342044063E-2</c:v>
                </c:pt>
                <c:pt idx="238">
                  <c:v>1.9914467582622091E-2</c:v>
                </c:pt>
                <c:pt idx="239">
                  <c:v>1.9863079114499721E-2</c:v>
                </c:pt>
                <c:pt idx="240">
                  <c:v>2.018287642909513E-2</c:v>
                </c:pt>
                <c:pt idx="241">
                  <c:v>2.0403471536388652E-2</c:v>
                </c:pt>
                <c:pt idx="242">
                  <c:v>2.0549821210416926E-2</c:v>
                </c:pt>
                <c:pt idx="243">
                  <c:v>1.9812897019354247E-2</c:v>
                </c:pt>
                <c:pt idx="244">
                  <c:v>1.9044128776174816E-2</c:v>
                </c:pt>
                <c:pt idx="245">
                  <c:v>1.9161097029257737E-2</c:v>
                </c:pt>
                <c:pt idx="246">
                  <c:v>1.9107941627193498E-2</c:v>
                </c:pt>
                <c:pt idx="247">
                  <c:v>1.7448920449773447E-2</c:v>
                </c:pt>
                <c:pt idx="248">
                  <c:v>1.7462368199060364E-2</c:v>
                </c:pt>
                <c:pt idx="249">
                  <c:v>1.6908760578790465E-2</c:v>
                </c:pt>
                <c:pt idx="250">
                  <c:v>1.6723286859590226E-2</c:v>
                </c:pt>
                <c:pt idx="251">
                  <c:v>1.7559322191317828E-2</c:v>
                </c:pt>
                <c:pt idx="252">
                  <c:v>1.4763350336716113E-2</c:v>
                </c:pt>
                <c:pt idx="253">
                  <c:v>1.4258816440770303E-2</c:v>
                </c:pt>
                <c:pt idx="254">
                  <c:v>1.4351856881107086E-2</c:v>
                </c:pt>
                <c:pt idx="255">
                  <c:v>1.3920491820876943E-2</c:v>
                </c:pt>
                <c:pt idx="256">
                  <c:v>1.2353969057814797E-2</c:v>
                </c:pt>
                <c:pt idx="257">
                  <c:v>1.5257766937222073E-2</c:v>
                </c:pt>
                <c:pt idx="258">
                  <c:v>1.514297716768092E-2</c:v>
                </c:pt>
                <c:pt idx="259">
                  <c:v>1.4229266410347972E-2</c:v>
                </c:pt>
                <c:pt idx="260">
                  <c:v>1.4064581853692592E-2</c:v>
                </c:pt>
                <c:pt idx="261">
                  <c:v>1.3899841091430169E-2</c:v>
                </c:pt>
                <c:pt idx="262">
                  <c:v>1.3594363838603522E-2</c:v>
                </c:pt>
                <c:pt idx="263">
                  <c:v>1.3309025020174361E-2</c:v>
                </c:pt>
                <c:pt idx="264">
                  <c:v>1.3364399908484368E-2</c:v>
                </c:pt>
                <c:pt idx="265">
                  <c:v>1.346602584635874E-2</c:v>
                </c:pt>
                <c:pt idx="266">
                  <c:v>1.3507115518990347E-2</c:v>
                </c:pt>
                <c:pt idx="267">
                  <c:v>1.3551564855317172E-2</c:v>
                </c:pt>
                <c:pt idx="268">
                  <c:v>1.318039239102113E-2</c:v>
                </c:pt>
                <c:pt idx="269">
                  <c:v>1.3293901744636828E-2</c:v>
                </c:pt>
                <c:pt idx="270">
                  <c:v>1.1866519705131053E-2</c:v>
                </c:pt>
                <c:pt idx="271">
                  <c:v>1.1746154461678227E-2</c:v>
                </c:pt>
                <c:pt idx="272">
                  <c:v>1.2557590402198331E-2</c:v>
                </c:pt>
                <c:pt idx="273">
                  <c:v>1.2446802003819726E-2</c:v>
                </c:pt>
                <c:pt idx="274">
                  <c:v>1.2363213509588985E-2</c:v>
                </c:pt>
                <c:pt idx="275">
                  <c:v>1.2647929128794588E-2</c:v>
                </c:pt>
                <c:pt idx="276">
                  <c:v>9.7774707778924327E-3</c:v>
                </c:pt>
                <c:pt idx="277">
                  <c:v>9.8593694522535903E-3</c:v>
                </c:pt>
                <c:pt idx="278">
                  <c:v>9.9255775050190193E-3</c:v>
                </c:pt>
                <c:pt idx="279">
                  <c:v>9.7025861046418985E-3</c:v>
                </c:pt>
                <c:pt idx="280">
                  <c:v>9.4375417970595371E-3</c:v>
                </c:pt>
                <c:pt idx="281">
                  <c:v>9.4276367334299952E-3</c:v>
                </c:pt>
                <c:pt idx="282">
                  <c:v>9.3639237211476847E-3</c:v>
                </c:pt>
                <c:pt idx="283">
                  <c:v>8.5816214273313277E-3</c:v>
                </c:pt>
                <c:pt idx="284">
                  <c:v>8.551273401083706E-3</c:v>
                </c:pt>
                <c:pt idx="285">
                  <c:v>8.4211102696661998E-3</c:v>
                </c:pt>
                <c:pt idx="286">
                  <c:v>8.5387123361013572E-3</c:v>
                </c:pt>
                <c:pt idx="287">
                  <c:v>8.1674832446170399E-3</c:v>
                </c:pt>
                <c:pt idx="288">
                  <c:v>8.5391015778222262E-3</c:v>
                </c:pt>
                <c:pt idx="289">
                  <c:v>8.5511350329489592E-3</c:v>
                </c:pt>
                <c:pt idx="290">
                  <c:v>8.6197458205395823E-3</c:v>
                </c:pt>
                <c:pt idx="291">
                  <c:v>7.5998814538459315E-3</c:v>
                </c:pt>
                <c:pt idx="292">
                  <c:v>7.6610124034367805E-3</c:v>
                </c:pt>
                <c:pt idx="293">
                  <c:v>8.6001956175841693E-3</c:v>
                </c:pt>
                <c:pt idx="294">
                  <c:v>8.2993390319467866E-3</c:v>
                </c:pt>
                <c:pt idx="295">
                  <c:v>8.3708862990654557E-3</c:v>
                </c:pt>
                <c:pt idx="296">
                  <c:v>8.7692718725006519E-3</c:v>
                </c:pt>
                <c:pt idx="297">
                  <c:v>8.4118164109612866E-3</c:v>
                </c:pt>
                <c:pt idx="298">
                  <c:v>1.1757174859591782E-2</c:v>
                </c:pt>
                <c:pt idx="299">
                  <c:v>1.1564987278074848E-2</c:v>
                </c:pt>
                <c:pt idx="300">
                  <c:v>1.2259173584229628E-2</c:v>
                </c:pt>
                <c:pt idx="301">
                  <c:v>1.2196642531351587E-2</c:v>
                </c:pt>
                <c:pt idx="302">
                  <c:v>1.2003902954873618E-2</c:v>
                </c:pt>
                <c:pt idx="303">
                  <c:v>1.1883767380357669E-2</c:v>
                </c:pt>
                <c:pt idx="304">
                  <c:v>1.1867165473195966E-2</c:v>
                </c:pt>
                <c:pt idx="305">
                  <c:v>1.2067896638877118E-2</c:v>
                </c:pt>
                <c:pt idx="306">
                  <c:v>1.1798037765731578E-2</c:v>
                </c:pt>
                <c:pt idx="307">
                  <c:v>1.1585480919359081E-2</c:v>
                </c:pt>
                <c:pt idx="308">
                  <c:v>1.1508171391551027E-2</c:v>
                </c:pt>
                <c:pt idx="309">
                  <c:v>1.1364568715746235E-2</c:v>
                </c:pt>
                <c:pt idx="310">
                  <c:v>1.1531980302922228E-2</c:v>
                </c:pt>
                <c:pt idx="311">
                  <c:v>1.1499911410432342E-2</c:v>
                </c:pt>
                <c:pt idx="312">
                  <c:v>1.0828818283586093E-2</c:v>
                </c:pt>
                <c:pt idx="313">
                  <c:v>1.0839382048732684E-2</c:v>
                </c:pt>
                <c:pt idx="314">
                  <c:v>1.0316968589054315E-2</c:v>
                </c:pt>
                <c:pt idx="315">
                  <c:v>1.0123549440655558E-2</c:v>
                </c:pt>
                <c:pt idx="316">
                  <c:v>1.0235621414855824E-2</c:v>
                </c:pt>
                <c:pt idx="317">
                  <c:v>6.8677447804546647E-3</c:v>
                </c:pt>
                <c:pt idx="318">
                  <c:v>7.3529658325555665E-3</c:v>
                </c:pt>
                <c:pt idx="319">
                  <c:v>8.3603644540796943E-3</c:v>
                </c:pt>
                <c:pt idx="320">
                  <c:v>8.4285724370722574E-3</c:v>
                </c:pt>
                <c:pt idx="321">
                  <c:v>8.5123668184508804E-3</c:v>
                </c:pt>
                <c:pt idx="322">
                  <c:v>8.3467552759454774E-3</c:v>
                </c:pt>
                <c:pt idx="323">
                  <c:v>8.4016568633051899E-3</c:v>
                </c:pt>
                <c:pt idx="324">
                  <c:v>8.3564303592642622E-3</c:v>
                </c:pt>
                <c:pt idx="325">
                  <c:v>8.3332451838620241E-3</c:v>
                </c:pt>
                <c:pt idx="326">
                  <c:v>8.5478654253404781E-3</c:v>
                </c:pt>
                <c:pt idx="327">
                  <c:v>8.3922331521666289E-3</c:v>
                </c:pt>
                <c:pt idx="328">
                  <c:v>9.1183916486147886E-3</c:v>
                </c:pt>
                <c:pt idx="329">
                  <c:v>9.7236091622540256E-3</c:v>
                </c:pt>
                <c:pt idx="330">
                  <c:v>9.7361062006432932E-3</c:v>
                </c:pt>
                <c:pt idx="331">
                  <c:v>9.5971171962821126E-3</c:v>
                </c:pt>
                <c:pt idx="332">
                  <c:v>9.4219205074628012E-3</c:v>
                </c:pt>
                <c:pt idx="333">
                  <c:v>9.3631566716800771E-3</c:v>
                </c:pt>
                <c:pt idx="334">
                  <c:v>9.8714703647620073E-3</c:v>
                </c:pt>
                <c:pt idx="335">
                  <c:v>1.0457019016775957E-2</c:v>
                </c:pt>
                <c:pt idx="336">
                  <c:v>1.0362722039400146E-2</c:v>
                </c:pt>
                <c:pt idx="337">
                  <c:v>1.0708854627617503E-2</c:v>
                </c:pt>
                <c:pt idx="338">
                  <c:v>1.0307922571483876E-2</c:v>
                </c:pt>
                <c:pt idx="339">
                  <c:v>1.0307669597504357E-2</c:v>
                </c:pt>
                <c:pt idx="340">
                  <c:v>1.0321771840011852E-2</c:v>
                </c:pt>
                <c:pt idx="341">
                  <c:v>1.0284459288081164E-2</c:v>
                </c:pt>
                <c:pt idx="342">
                  <c:v>1.0482709044722493E-2</c:v>
                </c:pt>
                <c:pt idx="343">
                  <c:v>1.0517680758388855E-2</c:v>
                </c:pt>
                <c:pt idx="344">
                  <c:v>1.0504817604970636E-2</c:v>
                </c:pt>
                <c:pt idx="345">
                  <c:v>1.0313380428886857E-2</c:v>
                </c:pt>
                <c:pt idx="346">
                  <c:v>1.0291289706065014E-2</c:v>
                </c:pt>
                <c:pt idx="347">
                  <c:v>9.6143305755993745E-3</c:v>
                </c:pt>
                <c:pt idx="348">
                  <c:v>1.011390911405729E-2</c:v>
                </c:pt>
                <c:pt idx="349">
                  <c:v>1.0111948369413969E-2</c:v>
                </c:pt>
                <c:pt idx="350">
                  <c:v>1.0095944415844455E-2</c:v>
                </c:pt>
                <c:pt idx="351">
                  <c:v>1.0041688256356303E-2</c:v>
                </c:pt>
                <c:pt idx="352">
                  <c:v>1.0025282882215136E-2</c:v>
                </c:pt>
                <c:pt idx="353">
                  <c:v>8.4514687917219885E-3</c:v>
                </c:pt>
                <c:pt idx="354">
                  <c:v>8.2626740727572961E-3</c:v>
                </c:pt>
                <c:pt idx="355">
                  <c:v>9.0592065176241104E-3</c:v>
                </c:pt>
                <c:pt idx="356">
                  <c:v>8.5195882983179691E-3</c:v>
                </c:pt>
                <c:pt idx="357">
                  <c:v>8.4729190836246547E-3</c:v>
                </c:pt>
                <c:pt idx="358">
                  <c:v>8.3054142597469051E-3</c:v>
                </c:pt>
                <c:pt idx="359">
                  <c:v>9.0440189405140373E-3</c:v>
                </c:pt>
                <c:pt idx="360">
                  <c:v>9.0183961559428504E-3</c:v>
                </c:pt>
                <c:pt idx="361">
                  <c:v>8.7365961703646956E-3</c:v>
                </c:pt>
                <c:pt idx="362">
                  <c:v>9.0052351773393727E-3</c:v>
                </c:pt>
                <c:pt idx="363">
                  <c:v>9.2341664127211856E-3</c:v>
                </c:pt>
                <c:pt idx="364">
                  <c:v>9.0292118523413421E-3</c:v>
                </c:pt>
                <c:pt idx="365">
                  <c:v>1.0646759433582627E-2</c:v>
                </c:pt>
                <c:pt idx="366">
                  <c:v>1.0625472560919943E-2</c:v>
                </c:pt>
                <c:pt idx="367">
                  <c:v>1.114404260189786E-2</c:v>
                </c:pt>
                <c:pt idx="368">
                  <c:v>1.1138986266264115E-2</c:v>
                </c:pt>
                <c:pt idx="369">
                  <c:v>1.1171264190542146E-2</c:v>
                </c:pt>
                <c:pt idx="370">
                  <c:v>1.1161617351413028E-2</c:v>
                </c:pt>
                <c:pt idx="371">
                  <c:v>1.1102709304792019E-2</c:v>
                </c:pt>
                <c:pt idx="372">
                  <c:v>1.1055862063422645E-2</c:v>
                </c:pt>
                <c:pt idx="373">
                  <c:v>1.1300846474838823E-2</c:v>
                </c:pt>
                <c:pt idx="374">
                  <c:v>1.0349685873023153E-2</c:v>
                </c:pt>
                <c:pt idx="375">
                  <c:v>1.0549845717955962E-2</c:v>
                </c:pt>
                <c:pt idx="376">
                  <c:v>1.0503488215611312E-2</c:v>
                </c:pt>
                <c:pt idx="377">
                  <c:v>1.043322164511694E-2</c:v>
                </c:pt>
                <c:pt idx="378">
                  <c:v>1.2371352928063574E-2</c:v>
                </c:pt>
                <c:pt idx="379">
                  <c:v>1.2337083877126155E-2</c:v>
                </c:pt>
                <c:pt idx="380">
                  <c:v>1.2935223085595565E-2</c:v>
                </c:pt>
                <c:pt idx="381">
                  <c:v>1.2784202127662795E-2</c:v>
                </c:pt>
                <c:pt idx="382">
                  <c:v>1.2695913596165169E-2</c:v>
                </c:pt>
                <c:pt idx="383">
                  <c:v>1.2908124204788034E-2</c:v>
                </c:pt>
                <c:pt idx="384">
                  <c:v>1.1336022296565438E-2</c:v>
                </c:pt>
                <c:pt idx="385">
                  <c:v>1.1257244749575934E-2</c:v>
                </c:pt>
                <c:pt idx="386">
                  <c:v>1.0980814264440723E-2</c:v>
                </c:pt>
                <c:pt idx="387">
                  <c:v>1.1030086264291545E-2</c:v>
                </c:pt>
                <c:pt idx="388">
                  <c:v>1.1012807879788035E-2</c:v>
                </c:pt>
                <c:pt idx="389">
                  <c:v>1.1843247811292855E-2</c:v>
                </c:pt>
                <c:pt idx="390">
                  <c:v>1.1885029706019181E-2</c:v>
                </c:pt>
                <c:pt idx="391">
                  <c:v>1.1917235572846185E-2</c:v>
                </c:pt>
                <c:pt idx="392">
                  <c:v>1.1783875942533113E-2</c:v>
                </c:pt>
                <c:pt idx="393">
                  <c:v>1.1942701086987403E-2</c:v>
                </c:pt>
                <c:pt idx="394">
                  <c:v>1.19122657255349E-2</c:v>
                </c:pt>
                <c:pt idx="395">
                  <c:v>1.1675120265762888E-2</c:v>
                </c:pt>
                <c:pt idx="396">
                  <c:v>1.1776219864897589E-2</c:v>
                </c:pt>
                <c:pt idx="397">
                  <c:v>9.4450623005221113E-3</c:v>
                </c:pt>
                <c:pt idx="398">
                  <c:v>1.1011875722921213E-2</c:v>
                </c:pt>
                <c:pt idx="399">
                  <c:v>1.0276825570319777E-2</c:v>
                </c:pt>
                <c:pt idx="400">
                  <c:v>1.4371212652054923E-2</c:v>
                </c:pt>
                <c:pt idx="401">
                  <c:v>1.5472102990299516E-2</c:v>
                </c:pt>
                <c:pt idx="402">
                  <c:v>1.5548295693809382E-2</c:v>
                </c:pt>
                <c:pt idx="403">
                  <c:v>1.7902105956967725E-2</c:v>
                </c:pt>
                <c:pt idx="404">
                  <c:v>1.8123190720047005E-2</c:v>
                </c:pt>
                <c:pt idx="405">
                  <c:v>1.8410344884292152E-2</c:v>
                </c:pt>
                <c:pt idx="406">
                  <c:v>1.8642016234978187E-2</c:v>
                </c:pt>
                <c:pt idx="407">
                  <c:v>1.8672398108368484E-2</c:v>
                </c:pt>
                <c:pt idx="408">
                  <c:v>1.8350506815486094E-2</c:v>
                </c:pt>
                <c:pt idx="409">
                  <c:v>1.8289579434076029E-2</c:v>
                </c:pt>
                <c:pt idx="410">
                  <c:v>1.8445818311652012E-2</c:v>
                </c:pt>
                <c:pt idx="411">
                  <c:v>1.9004341287415544E-2</c:v>
                </c:pt>
                <c:pt idx="412">
                  <c:v>1.9382995060694175E-2</c:v>
                </c:pt>
                <c:pt idx="413">
                  <c:v>1.9292169432155996E-2</c:v>
                </c:pt>
                <c:pt idx="414">
                  <c:v>1.9220052954968196E-2</c:v>
                </c:pt>
                <c:pt idx="415">
                  <c:v>1.9172987716571981E-2</c:v>
                </c:pt>
                <c:pt idx="416">
                  <c:v>1.9305701608859204E-2</c:v>
                </c:pt>
                <c:pt idx="417">
                  <c:v>1.8659475037806291E-2</c:v>
                </c:pt>
                <c:pt idx="418">
                  <c:v>1.8625371817790171E-2</c:v>
                </c:pt>
                <c:pt idx="419">
                  <c:v>1.4970010797849678E-2</c:v>
                </c:pt>
                <c:pt idx="420">
                  <c:v>1.4954497887714826E-2</c:v>
                </c:pt>
                <c:pt idx="421">
                  <c:v>1.5284754704485056E-2</c:v>
                </c:pt>
                <c:pt idx="422">
                  <c:v>1.2973190317589213E-2</c:v>
                </c:pt>
                <c:pt idx="423">
                  <c:v>1.2404897148869278E-2</c:v>
                </c:pt>
                <c:pt idx="424">
                  <c:v>1.1064333540224153E-2</c:v>
                </c:pt>
                <c:pt idx="425">
                  <c:v>1.0329315746474162E-2</c:v>
                </c:pt>
                <c:pt idx="426">
                  <c:v>1.1697702541713796E-2</c:v>
                </c:pt>
                <c:pt idx="427">
                  <c:v>1.1360123808314996E-2</c:v>
                </c:pt>
                <c:pt idx="428">
                  <c:v>1.1122376117782272E-2</c:v>
                </c:pt>
                <c:pt idx="429">
                  <c:v>1.1988458484053386E-2</c:v>
                </c:pt>
                <c:pt idx="430">
                  <c:v>1.1252698684841448E-2</c:v>
                </c:pt>
                <c:pt idx="431">
                  <c:v>1.0509882935993541E-2</c:v>
                </c:pt>
                <c:pt idx="432">
                  <c:v>1.1645520881736522E-2</c:v>
                </c:pt>
                <c:pt idx="433">
                  <c:v>1.2984269590309204E-2</c:v>
                </c:pt>
                <c:pt idx="434">
                  <c:v>1.2936237863541382E-2</c:v>
                </c:pt>
                <c:pt idx="435">
                  <c:v>1.2693532195750652E-2</c:v>
                </c:pt>
                <c:pt idx="436">
                  <c:v>1.3490062591607132E-2</c:v>
                </c:pt>
                <c:pt idx="437">
                  <c:v>1.3421541440276826E-2</c:v>
                </c:pt>
                <c:pt idx="438">
                  <c:v>1.3362273508692761E-2</c:v>
                </c:pt>
                <c:pt idx="439">
                  <c:v>1.3945104427777254E-2</c:v>
                </c:pt>
                <c:pt idx="440">
                  <c:v>1.3002434738408702E-2</c:v>
                </c:pt>
                <c:pt idx="441">
                  <c:v>1.3584778510297059E-2</c:v>
                </c:pt>
                <c:pt idx="442">
                  <c:v>1.3753957035492786E-2</c:v>
                </c:pt>
                <c:pt idx="443">
                  <c:v>1.3785166038125454E-2</c:v>
                </c:pt>
                <c:pt idx="444">
                  <c:v>1.3700622293921844E-2</c:v>
                </c:pt>
                <c:pt idx="445">
                  <c:v>1.2841617234238946E-2</c:v>
                </c:pt>
                <c:pt idx="446">
                  <c:v>1.2889864103129062E-2</c:v>
                </c:pt>
                <c:pt idx="447">
                  <c:v>1.2843995985909854E-2</c:v>
                </c:pt>
                <c:pt idx="448">
                  <c:v>1.2124085155463529E-2</c:v>
                </c:pt>
                <c:pt idx="449">
                  <c:v>1.1831262561597722E-2</c:v>
                </c:pt>
                <c:pt idx="450">
                  <c:v>1.1865756919876578E-2</c:v>
                </c:pt>
                <c:pt idx="451">
                  <c:v>1.0206624982652214E-2</c:v>
                </c:pt>
                <c:pt idx="452">
                  <c:v>9.3082335133194104E-3</c:v>
                </c:pt>
                <c:pt idx="453">
                  <c:v>9.3127650733848769E-3</c:v>
                </c:pt>
                <c:pt idx="454">
                  <c:v>9.391127177317906E-3</c:v>
                </c:pt>
                <c:pt idx="455">
                  <c:v>9.5065186562274823E-3</c:v>
                </c:pt>
                <c:pt idx="456">
                  <c:v>1.0960106766938269E-2</c:v>
                </c:pt>
                <c:pt idx="457">
                  <c:v>1.1394702585169876E-2</c:v>
                </c:pt>
                <c:pt idx="458">
                  <c:v>1.1119620659559796E-2</c:v>
                </c:pt>
                <c:pt idx="459">
                  <c:v>1.159415866977165E-2</c:v>
                </c:pt>
                <c:pt idx="460">
                  <c:v>1.0439792899710438E-2</c:v>
                </c:pt>
                <c:pt idx="461">
                  <c:v>1.0400500564165121E-2</c:v>
                </c:pt>
                <c:pt idx="462">
                  <c:v>1.0586658094646834E-2</c:v>
                </c:pt>
                <c:pt idx="463">
                  <c:v>1.0622350419436518E-2</c:v>
                </c:pt>
                <c:pt idx="464">
                  <c:v>1.0768330316839655E-2</c:v>
                </c:pt>
                <c:pt idx="465">
                  <c:v>1.1506198271275936E-2</c:v>
                </c:pt>
                <c:pt idx="466">
                  <c:v>1.3019745464106417E-2</c:v>
                </c:pt>
                <c:pt idx="467">
                  <c:v>1.3444319992543268E-2</c:v>
                </c:pt>
                <c:pt idx="468">
                  <c:v>1.3225656099292459E-2</c:v>
                </c:pt>
                <c:pt idx="469">
                  <c:v>1.3001640796643631E-2</c:v>
                </c:pt>
                <c:pt idx="470">
                  <c:v>1.2959176358989815E-2</c:v>
                </c:pt>
                <c:pt idx="471">
                  <c:v>1.294056803158276E-2</c:v>
                </c:pt>
                <c:pt idx="472">
                  <c:v>1.294394923731353E-2</c:v>
                </c:pt>
                <c:pt idx="473">
                  <c:v>1.2981160982667496E-2</c:v>
                </c:pt>
                <c:pt idx="474">
                  <c:v>1.2296194834218141E-2</c:v>
                </c:pt>
                <c:pt idx="475">
                  <c:v>1.1196799999800926E-2</c:v>
                </c:pt>
                <c:pt idx="476">
                  <c:v>1.0706845378414456E-2</c:v>
                </c:pt>
                <c:pt idx="477">
                  <c:v>9.9097486890069187E-3</c:v>
                </c:pt>
                <c:pt idx="478">
                  <c:v>9.7541807869504123E-3</c:v>
                </c:pt>
                <c:pt idx="479">
                  <c:v>9.7593452631537323E-3</c:v>
                </c:pt>
                <c:pt idx="480">
                  <c:v>1.0529655411079903E-2</c:v>
                </c:pt>
                <c:pt idx="481">
                  <c:v>1.1132777561345238E-2</c:v>
                </c:pt>
                <c:pt idx="482">
                  <c:v>1.109271893589025E-2</c:v>
                </c:pt>
                <c:pt idx="483">
                  <c:v>1.2185337291833959E-2</c:v>
                </c:pt>
                <c:pt idx="484">
                  <c:v>1.125230301261052E-2</c:v>
                </c:pt>
                <c:pt idx="485">
                  <c:v>9.8375077092330999E-3</c:v>
                </c:pt>
                <c:pt idx="486">
                  <c:v>8.9491209622930314E-3</c:v>
                </c:pt>
                <c:pt idx="487">
                  <c:v>9.0587608990970805E-3</c:v>
                </c:pt>
                <c:pt idx="488">
                  <c:v>9.1230464626959815E-3</c:v>
                </c:pt>
                <c:pt idx="489">
                  <c:v>9.1505006351214786E-3</c:v>
                </c:pt>
                <c:pt idx="490">
                  <c:v>9.1474166676046766E-3</c:v>
                </c:pt>
                <c:pt idx="491">
                  <c:v>9.1509078440474862E-3</c:v>
                </c:pt>
                <c:pt idx="492">
                  <c:v>9.2720985235429203E-3</c:v>
                </c:pt>
                <c:pt idx="493">
                  <c:v>9.3553090065033127E-3</c:v>
                </c:pt>
                <c:pt idx="494">
                  <c:v>1.0258974142309002E-2</c:v>
                </c:pt>
                <c:pt idx="495">
                  <c:v>1.0557367011467858E-2</c:v>
                </c:pt>
                <c:pt idx="496">
                  <c:v>1.0713932508981569E-2</c:v>
                </c:pt>
                <c:pt idx="497">
                  <c:v>1.0778510132231477E-2</c:v>
                </c:pt>
                <c:pt idx="498">
                  <c:v>1.1957286741725318E-2</c:v>
                </c:pt>
                <c:pt idx="499">
                  <c:v>1.1341004178958268E-2</c:v>
                </c:pt>
                <c:pt idx="500">
                  <c:v>1.0269221603407975E-2</c:v>
                </c:pt>
                <c:pt idx="501">
                  <c:v>1.0165426425637574E-2</c:v>
                </c:pt>
                <c:pt idx="502">
                  <c:v>9.2626282422585433E-3</c:v>
                </c:pt>
                <c:pt idx="503">
                  <c:v>9.2614459200284823E-3</c:v>
                </c:pt>
                <c:pt idx="504">
                  <c:v>9.3964098492106529E-3</c:v>
                </c:pt>
                <c:pt idx="505">
                  <c:v>9.4014883923523428E-3</c:v>
                </c:pt>
                <c:pt idx="506">
                  <c:v>9.4970036368938159E-3</c:v>
                </c:pt>
                <c:pt idx="507">
                  <c:v>9.3801548880616224E-3</c:v>
                </c:pt>
                <c:pt idx="508">
                  <c:v>9.3406648513999109E-3</c:v>
                </c:pt>
                <c:pt idx="509">
                  <c:v>9.388607656934422E-3</c:v>
                </c:pt>
                <c:pt idx="510">
                  <c:v>9.7559014828622632E-3</c:v>
                </c:pt>
                <c:pt idx="511">
                  <c:v>9.4657467139443296E-3</c:v>
                </c:pt>
                <c:pt idx="512">
                  <c:v>1.0619861280365468E-2</c:v>
                </c:pt>
                <c:pt idx="513">
                  <c:v>9.86494865723005E-3</c:v>
                </c:pt>
                <c:pt idx="514">
                  <c:v>1.0218317583978953E-2</c:v>
                </c:pt>
                <c:pt idx="515">
                  <c:v>1.0003101252778694E-2</c:v>
                </c:pt>
                <c:pt idx="516">
                  <c:v>9.3525728157199048E-3</c:v>
                </c:pt>
                <c:pt idx="517">
                  <c:v>8.4836176931191651E-3</c:v>
                </c:pt>
                <c:pt idx="518">
                  <c:v>9.9107237513174334E-3</c:v>
                </c:pt>
                <c:pt idx="519">
                  <c:v>1.2414159156936959E-2</c:v>
                </c:pt>
                <c:pt idx="520">
                  <c:v>1.309895554651164E-2</c:v>
                </c:pt>
                <c:pt idx="521">
                  <c:v>1.3292573382852614E-2</c:v>
                </c:pt>
                <c:pt idx="522">
                  <c:v>1.3430589051701358E-2</c:v>
                </c:pt>
                <c:pt idx="523">
                  <c:v>1.4753010713005365E-2</c:v>
                </c:pt>
                <c:pt idx="524">
                  <c:v>1.6583643720649379E-2</c:v>
                </c:pt>
                <c:pt idx="525">
                  <c:v>1.6789645296929653E-2</c:v>
                </c:pt>
                <c:pt idx="526">
                  <c:v>1.7173580994280496E-2</c:v>
                </c:pt>
                <c:pt idx="527">
                  <c:v>1.7903106229758079E-2</c:v>
                </c:pt>
                <c:pt idx="528">
                  <c:v>1.7904899851707408E-2</c:v>
                </c:pt>
                <c:pt idx="529">
                  <c:v>1.759117446580892E-2</c:v>
                </c:pt>
                <c:pt idx="530">
                  <c:v>1.799032320338002E-2</c:v>
                </c:pt>
                <c:pt idx="531">
                  <c:v>1.8165183592247381E-2</c:v>
                </c:pt>
                <c:pt idx="532">
                  <c:v>1.8239255718923673E-2</c:v>
                </c:pt>
                <c:pt idx="533">
                  <c:v>1.7824678641613075E-2</c:v>
                </c:pt>
                <c:pt idx="534">
                  <c:v>1.7815815969859702E-2</c:v>
                </c:pt>
                <c:pt idx="535">
                  <c:v>1.7833407308230062E-2</c:v>
                </c:pt>
                <c:pt idx="536">
                  <c:v>1.8097403171144003E-2</c:v>
                </c:pt>
                <c:pt idx="537">
                  <c:v>1.8011373600335577E-2</c:v>
                </c:pt>
                <c:pt idx="538">
                  <c:v>1.6237982650531637E-2</c:v>
                </c:pt>
                <c:pt idx="539">
                  <c:v>1.5378554092644442E-2</c:v>
                </c:pt>
                <c:pt idx="540">
                  <c:v>1.4541810271198162E-2</c:v>
                </c:pt>
                <c:pt idx="541">
                  <c:v>1.3885170897921632E-2</c:v>
                </c:pt>
                <c:pt idx="542">
                  <c:v>1.0868968508174787E-2</c:v>
                </c:pt>
                <c:pt idx="543">
                  <c:v>9.5420830433694502E-3</c:v>
                </c:pt>
                <c:pt idx="544">
                  <c:v>9.6850621637369436E-3</c:v>
                </c:pt>
                <c:pt idx="545">
                  <c:v>9.9462125004946625E-3</c:v>
                </c:pt>
                <c:pt idx="546">
                  <c:v>9.3012104423675912E-3</c:v>
                </c:pt>
                <c:pt idx="547">
                  <c:v>9.6798930745492784E-3</c:v>
                </c:pt>
                <c:pt idx="548">
                  <c:v>9.6154313671054682E-3</c:v>
                </c:pt>
                <c:pt idx="549">
                  <c:v>9.7166310598153244E-3</c:v>
                </c:pt>
                <c:pt idx="550">
                  <c:v>9.5024856449240358E-3</c:v>
                </c:pt>
                <c:pt idx="551">
                  <c:v>9.7546243719412399E-3</c:v>
                </c:pt>
                <c:pt idx="552">
                  <c:v>9.8156742790625213E-3</c:v>
                </c:pt>
                <c:pt idx="553">
                  <c:v>9.9125919276046755E-3</c:v>
                </c:pt>
                <c:pt idx="554">
                  <c:v>9.9270149361204898E-3</c:v>
                </c:pt>
                <c:pt idx="555">
                  <c:v>9.6204721404132259E-3</c:v>
                </c:pt>
                <c:pt idx="556">
                  <c:v>8.7875482923016369E-3</c:v>
                </c:pt>
                <c:pt idx="557">
                  <c:v>9.379680398404899E-3</c:v>
                </c:pt>
                <c:pt idx="558">
                  <c:v>9.607888823194995E-3</c:v>
                </c:pt>
                <c:pt idx="559">
                  <c:v>9.8625141073412879E-3</c:v>
                </c:pt>
                <c:pt idx="560">
                  <c:v>9.9777060357699923E-3</c:v>
                </c:pt>
                <c:pt idx="561">
                  <c:v>1.0086008006010783E-2</c:v>
                </c:pt>
                <c:pt idx="562">
                  <c:v>1.0585842831650424E-2</c:v>
                </c:pt>
                <c:pt idx="563">
                  <c:v>1.1839771706650955E-2</c:v>
                </c:pt>
                <c:pt idx="564">
                  <c:v>1.2312592813835366E-2</c:v>
                </c:pt>
                <c:pt idx="565">
                  <c:v>1.2355212715240937E-2</c:v>
                </c:pt>
                <c:pt idx="566">
                  <c:v>1.2216689144421719E-2</c:v>
                </c:pt>
                <c:pt idx="567">
                  <c:v>1.2142172637661435E-2</c:v>
                </c:pt>
                <c:pt idx="568">
                  <c:v>1.1809721816558065E-2</c:v>
                </c:pt>
                <c:pt idx="569">
                  <c:v>1.0630330692886051E-2</c:v>
                </c:pt>
                <c:pt idx="570">
                  <c:v>1.0745364568873629E-2</c:v>
                </c:pt>
                <c:pt idx="571">
                  <c:v>1.3238513317329384E-2</c:v>
                </c:pt>
                <c:pt idx="572">
                  <c:v>1.4079329416569841E-2</c:v>
                </c:pt>
                <c:pt idx="573">
                  <c:v>1.3803110238792759E-2</c:v>
                </c:pt>
                <c:pt idx="574">
                  <c:v>1.6187067436558556E-2</c:v>
                </c:pt>
                <c:pt idx="575">
                  <c:v>1.5190362007144076E-2</c:v>
                </c:pt>
                <c:pt idx="576">
                  <c:v>1.5167906134823038E-2</c:v>
                </c:pt>
                <c:pt idx="577">
                  <c:v>1.5295976599633594E-2</c:v>
                </c:pt>
                <c:pt idx="578">
                  <c:v>1.5416227463102533E-2</c:v>
                </c:pt>
                <c:pt idx="579">
                  <c:v>1.5810517370605393E-2</c:v>
                </c:pt>
                <c:pt idx="580">
                  <c:v>1.5583246844653051E-2</c:v>
                </c:pt>
                <c:pt idx="581">
                  <c:v>1.9797561522982999E-2</c:v>
                </c:pt>
                <c:pt idx="582">
                  <c:v>1.940861371546997E-2</c:v>
                </c:pt>
                <c:pt idx="583">
                  <c:v>1.9071772414300629E-2</c:v>
                </c:pt>
                <c:pt idx="584">
                  <c:v>2.0054186493775085E-2</c:v>
                </c:pt>
                <c:pt idx="585">
                  <c:v>2.0030249445608946E-2</c:v>
                </c:pt>
                <c:pt idx="586">
                  <c:v>2.0031748228385653E-2</c:v>
                </c:pt>
                <c:pt idx="587">
                  <c:v>2.0004926210948921E-2</c:v>
                </c:pt>
                <c:pt idx="588">
                  <c:v>2.0082367128079464E-2</c:v>
                </c:pt>
                <c:pt idx="589">
                  <c:v>1.9972856801568364E-2</c:v>
                </c:pt>
                <c:pt idx="590">
                  <c:v>1.8369968825688164E-2</c:v>
                </c:pt>
                <c:pt idx="591">
                  <c:v>1.6759835247251574E-2</c:v>
                </c:pt>
                <c:pt idx="592">
                  <c:v>1.734926315570394E-2</c:v>
                </c:pt>
                <c:pt idx="593">
                  <c:v>1.6396081458862118E-2</c:v>
                </c:pt>
                <c:pt idx="594">
                  <c:v>1.6366202196060515E-2</c:v>
                </c:pt>
                <c:pt idx="595">
                  <c:v>1.636679521282558E-2</c:v>
                </c:pt>
                <c:pt idx="596">
                  <c:v>1.5744887549413188E-2</c:v>
                </c:pt>
                <c:pt idx="597">
                  <c:v>1.6095837107525206E-2</c:v>
                </c:pt>
                <c:pt idx="598">
                  <c:v>1.7495026467306791E-2</c:v>
                </c:pt>
                <c:pt idx="599">
                  <c:v>1.8120248429862325E-2</c:v>
                </c:pt>
                <c:pt idx="600">
                  <c:v>1.508384528753938E-2</c:v>
                </c:pt>
                <c:pt idx="601">
                  <c:v>1.6904368854689274E-2</c:v>
                </c:pt>
                <c:pt idx="602">
                  <c:v>1.6928892263372023E-2</c:v>
                </c:pt>
                <c:pt idx="603">
                  <c:v>1.6199393972479523E-2</c:v>
                </c:pt>
                <c:pt idx="604">
                  <c:v>1.620583291585288E-2</c:v>
                </c:pt>
                <c:pt idx="605">
                  <c:v>1.6868576533128201E-2</c:v>
                </c:pt>
                <c:pt idx="606">
                  <c:v>1.6719056940103814E-2</c:v>
                </c:pt>
                <c:pt idx="607">
                  <c:v>1.6542341480174964E-2</c:v>
                </c:pt>
                <c:pt idx="608">
                  <c:v>1.6454034059869321E-2</c:v>
                </c:pt>
                <c:pt idx="609">
                  <c:v>1.5885481521437476E-2</c:v>
                </c:pt>
                <c:pt idx="610">
                  <c:v>1.5743256777583346E-2</c:v>
                </c:pt>
                <c:pt idx="611">
                  <c:v>1.5125665087958979E-2</c:v>
                </c:pt>
                <c:pt idx="612">
                  <c:v>1.5599531388845048E-2</c:v>
                </c:pt>
                <c:pt idx="613">
                  <c:v>1.5599847109737459E-2</c:v>
                </c:pt>
                <c:pt idx="614">
                  <c:v>1.5906923914430656E-2</c:v>
                </c:pt>
                <c:pt idx="615">
                  <c:v>1.5934467894545619E-2</c:v>
                </c:pt>
                <c:pt idx="616">
                  <c:v>1.4264424621974124E-2</c:v>
                </c:pt>
                <c:pt idx="617">
                  <c:v>1.3187597803503415E-2</c:v>
                </c:pt>
                <c:pt idx="618">
                  <c:v>1.3361403814552086E-2</c:v>
                </c:pt>
                <c:pt idx="619">
                  <c:v>1.3594916618697071E-2</c:v>
                </c:pt>
                <c:pt idx="620">
                  <c:v>1.1270821749582407E-2</c:v>
                </c:pt>
                <c:pt idx="621">
                  <c:v>1.1452300700839585E-2</c:v>
                </c:pt>
                <c:pt idx="622">
                  <c:v>1.2868950850902238E-2</c:v>
                </c:pt>
                <c:pt idx="623">
                  <c:v>1.3349337284059262E-2</c:v>
                </c:pt>
                <c:pt idx="624">
                  <c:v>1.2818613579953283E-2</c:v>
                </c:pt>
                <c:pt idx="625">
                  <c:v>1.6811165675284928E-2</c:v>
                </c:pt>
                <c:pt idx="626">
                  <c:v>1.6723900534458071E-2</c:v>
                </c:pt>
                <c:pt idx="627">
                  <c:v>1.6736853877774759E-2</c:v>
                </c:pt>
                <c:pt idx="628">
                  <c:v>1.7073960087320789E-2</c:v>
                </c:pt>
                <c:pt idx="629">
                  <c:v>1.7235492432074739E-2</c:v>
                </c:pt>
                <c:pt idx="630">
                  <c:v>1.6718963420732629E-2</c:v>
                </c:pt>
                <c:pt idx="631">
                  <c:v>1.6315197841297507E-2</c:v>
                </c:pt>
                <c:pt idx="632">
                  <c:v>1.6467502870380211E-2</c:v>
                </c:pt>
                <c:pt idx="633">
                  <c:v>1.6846652577062859E-2</c:v>
                </c:pt>
                <c:pt idx="634">
                  <c:v>1.6859871917187422E-2</c:v>
                </c:pt>
                <c:pt idx="635">
                  <c:v>1.7781706236768002E-2</c:v>
                </c:pt>
                <c:pt idx="636">
                  <c:v>1.7772975502164372E-2</c:v>
                </c:pt>
                <c:pt idx="637">
                  <c:v>1.7268573707716672E-2</c:v>
                </c:pt>
                <c:pt idx="638">
                  <c:v>1.7037838788120471E-2</c:v>
                </c:pt>
                <c:pt idx="639">
                  <c:v>1.6420045423663623E-2</c:v>
                </c:pt>
                <c:pt idx="640">
                  <c:v>1.6044360561091091E-2</c:v>
                </c:pt>
                <c:pt idx="641">
                  <c:v>1.4036678200825143E-2</c:v>
                </c:pt>
                <c:pt idx="642">
                  <c:v>1.4102583713892431E-2</c:v>
                </c:pt>
                <c:pt idx="643">
                  <c:v>1.4428567213322627E-2</c:v>
                </c:pt>
                <c:pt idx="644">
                  <c:v>1.0713841788753923E-2</c:v>
                </c:pt>
                <c:pt idx="645">
                  <c:v>1.0715261633538401E-2</c:v>
                </c:pt>
                <c:pt idx="646">
                  <c:v>1.0991041039479867E-2</c:v>
                </c:pt>
                <c:pt idx="647">
                  <c:v>1.0582499841619549E-2</c:v>
                </c:pt>
                <c:pt idx="648">
                  <c:v>1.0904457765661169E-2</c:v>
                </c:pt>
                <c:pt idx="649">
                  <c:v>1.0852262983997612E-2</c:v>
                </c:pt>
                <c:pt idx="650">
                  <c:v>1.0415256646926038E-2</c:v>
                </c:pt>
                <c:pt idx="651">
                  <c:v>1.0536150006604132E-2</c:v>
                </c:pt>
                <c:pt idx="652">
                  <c:v>9.9970700716016901E-3</c:v>
                </c:pt>
                <c:pt idx="653">
                  <c:v>1.038100265169919E-2</c:v>
                </c:pt>
                <c:pt idx="654">
                  <c:v>9.1729875847726371E-3</c:v>
                </c:pt>
                <c:pt idx="655">
                  <c:v>9.1414075705836661E-3</c:v>
                </c:pt>
                <c:pt idx="656">
                  <c:v>9.1611145043667581E-3</c:v>
                </c:pt>
                <c:pt idx="657">
                  <c:v>9.0093435856180622E-3</c:v>
                </c:pt>
                <c:pt idx="658">
                  <c:v>9.2419242625176624E-3</c:v>
                </c:pt>
                <c:pt idx="659">
                  <c:v>1.0431219631226252E-2</c:v>
                </c:pt>
                <c:pt idx="660">
                  <c:v>1.0580793660257992E-2</c:v>
                </c:pt>
                <c:pt idx="661">
                  <c:v>1.009088191778991E-2</c:v>
                </c:pt>
                <c:pt idx="662">
                  <c:v>8.9795388783197178E-3</c:v>
                </c:pt>
                <c:pt idx="663">
                  <c:v>8.9380834632824275E-3</c:v>
                </c:pt>
                <c:pt idx="664">
                  <c:v>8.9664705546575289E-3</c:v>
                </c:pt>
                <c:pt idx="665">
                  <c:v>8.3307026331762846E-3</c:v>
                </c:pt>
                <c:pt idx="666">
                  <c:v>8.2933775059279586E-3</c:v>
                </c:pt>
                <c:pt idx="667">
                  <c:v>8.1592328561725675E-3</c:v>
                </c:pt>
                <c:pt idx="668">
                  <c:v>8.7409049151401363E-3</c:v>
                </c:pt>
                <c:pt idx="669">
                  <c:v>8.3124260820412015E-3</c:v>
                </c:pt>
                <c:pt idx="670">
                  <c:v>8.204932719807264E-3</c:v>
                </c:pt>
                <c:pt idx="671">
                  <c:v>8.2507000703143374E-3</c:v>
                </c:pt>
                <c:pt idx="672">
                  <c:v>8.3483197363685407E-3</c:v>
                </c:pt>
                <c:pt idx="673">
                  <c:v>8.5980415978649076E-3</c:v>
                </c:pt>
                <c:pt idx="674">
                  <c:v>8.7144958538314249E-3</c:v>
                </c:pt>
                <c:pt idx="675">
                  <c:v>9.1780145368780125E-3</c:v>
                </c:pt>
                <c:pt idx="676">
                  <c:v>9.1804679957502473E-3</c:v>
                </c:pt>
                <c:pt idx="677">
                  <c:v>9.0254226559238846E-3</c:v>
                </c:pt>
                <c:pt idx="678">
                  <c:v>8.1007573701228248E-3</c:v>
                </c:pt>
                <c:pt idx="679">
                  <c:v>8.0655474750492475E-3</c:v>
                </c:pt>
                <c:pt idx="680">
                  <c:v>8.2113908946022784E-3</c:v>
                </c:pt>
                <c:pt idx="681">
                  <c:v>8.7142405328400827E-3</c:v>
                </c:pt>
                <c:pt idx="682">
                  <c:v>8.9886965129831135E-3</c:v>
                </c:pt>
                <c:pt idx="683">
                  <c:v>9.8572209320564111E-3</c:v>
                </c:pt>
                <c:pt idx="684">
                  <c:v>1.0435893219816555E-2</c:v>
                </c:pt>
                <c:pt idx="685">
                  <c:v>1.0574855502962529E-2</c:v>
                </c:pt>
                <c:pt idx="686">
                  <c:v>1.0651188116054474E-2</c:v>
                </c:pt>
                <c:pt idx="687">
                  <c:v>1.1201893124939534E-2</c:v>
                </c:pt>
                <c:pt idx="688">
                  <c:v>1.4643685185571395E-2</c:v>
                </c:pt>
                <c:pt idx="689">
                  <c:v>1.458473215774546E-2</c:v>
                </c:pt>
                <c:pt idx="690">
                  <c:v>1.5115693237187892E-2</c:v>
                </c:pt>
                <c:pt idx="691">
                  <c:v>1.5093886648670368E-2</c:v>
                </c:pt>
                <c:pt idx="692">
                  <c:v>1.5052007996907995E-2</c:v>
                </c:pt>
                <c:pt idx="693">
                  <c:v>1.4795016908804443E-2</c:v>
                </c:pt>
                <c:pt idx="694">
                  <c:v>1.5048331995822695E-2</c:v>
                </c:pt>
                <c:pt idx="695">
                  <c:v>1.5044441593209071E-2</c:v>
                </c:pt>
                <c:pt idx="696">
                  <c:v>1.5798748615366343E-2</c:v>
                </c:pt>
                <c:pt idx="697">
                  <c:v>1.7262764841489451E-2</c:v>
                </c:pt>
                <c:pt idx="698">
                  <c:v>1.7021632440158422E-2</c:v>
                </c:pt>
                <c:pt idx="699">
                  <c:v>1.702022665845334E-2</c:v>
                </c:pt>
                <c:pt idx="700">
                  <c:v>1.7001740405623692E-2</c:v>
                </c:pt>
                <c:pt idx="701">
                  <c:v>1.6973659230608923E-2</c:v>
                </c:pt>
                <c:pt idx="702">
                  <c:v>1.6681814252210221E-2</c:v>
                </c:pt>
                <c:pt idx="703">
                  <c:v>1.6150069539131524E-2</c:v>
                </c:pt>
                <c:pt idx="704">
                  <c:v>1.6095662730347352E-2</c:v>
                </c:pt>
                <c:pt idx="705">
                  <c:v>1.5170397230788713E-2</c:v>
                </c:pt>
                <c:pt idx="706">
                  <c:v>1.5019693877359679E-2</c:v>
                </c:pt>
                <c:pt idx="707">
                  <c:v>1.3537050203381418E-2</c:v>
                </c:pt>
                <c:pt idx="708">
                  <c:v>1.351376592140157E-2</c:v>
                </c:pt>
                <c:pt idx="709">
                  <c:v>1.2835481606523459E-2</c:v>
                </c:pt>
                <c:pt idx="710">
                  <c:v>1.2985657352232904E-2</c:v>
                </c:pt>
                <c:pt idx="711">
                  <c:v>1.2965751223628398E-2</c:v>
                </c:pt>
                <c:pt idx="712">
                  <c:v>1.3168160298790253E-2</c:v>
                </c:pt>
                <c:pt idx="713">
                  <c:v>1.2847393511987173E-2</c:v>
                </c:pt>
                <c:pt idx="714">
                  <c:v>1.2755358239257464E-2</c:v>
                </c:pt>
                <c:pt idx="715">
                  <c:v>1.2169510805156302E-2</c:v>
                </c:pt>
                <c:pt idx="716">
                  <c:v>9.8722809224402793E-3</c:v>
                </c:pt>
                <c:pt idx="717">
                  <c:v>1.0315111349662596E-2</c:v>
                </c:pt>
                <c:pt idx="718">
                  <c:v>1.0602916422491514E-2</c:v>
                </c:pt>
                <c:pt idx="719">
                  <c:v>1.4044133975544949E-2</c:v>
                </c:pt>
                <c:pt idx="720">
                  <c:v>1.4165750183508543E-2</c:v>
                </c:pt>
                <c:pt idx="721">
                  <c:v>1.4383903349354998E-2</c:v>
                </c:pt>
                <c:pt idx="722">
                  <c:v>1.4599528678153574E-2</c:v>
                </c:pt>
                <c:pt idx="723">
                  <c:v>1.4161830574853707E-2</c:v>
                </c:pt>
                <c:pt idx="724">
                  <c:v>1.4473223880666476E-2</c:v>
                </c:pt>
                <c:pt idx="725">
                  <c:v>1.4298383414725759E-2</c:v>
                </c:pt>
                <c:pt idx="726">
                  <c:v>1.3391580010216033E-2</c:v>
                </c:pt>
                <c:pt idx="727">
                  <c:v>1.3496023082972422E-2</c:v>
                </c:pt>
                <c:pt idx="728">
                  <c:v>1.3541217810572296E-2</c:v>
                </c:pt>
                <c:pt idx="729">
                  <c:v>1.3147412304024665E-2</c:v>
                </c:pt>
                <c:pt idx="730">
                  <c:v>1.3095657895483621E-2</c:v>
                </c:pt>
                <c:pt idx="731">
                  <c:v>1.3288568138217218E-2</c:v>
                </c:pt>
                <c:pt idx="732">
                  <c:v>1.315709346843999E-2</c:v>
                </c:pt>
                <c:pt idx="733">
                  <c:v>1.361533170820663E-2</c:v>
                </c:pt>
                <c:pt idx="734">
                  <c:v>1.2799272970132225E-2</c:v>
                </c:pt>
                <c:pt idx="735">
                  <c:v>1.2793136504827111E-2</c:v>
                </c:pt>
                <c:pt idx="736">
                  <c:v>1.2767754304312795E-2</c:v>
                </c:pt>
                <c:pt idx="737">
                  <c:v>1.2408522084965883E-2</c:v>
                </c:pt>
                <c:pt idx="738">
                  <c:v>9.1622920595919588E-3</c:v>
                </c:pt>
                <c:pt idx="739">
                  <c:v>9.8736037628423291E-3</c:v>
                </c:pt>
                <c:pt idx="740">
                  <c:v>9.8568897554317473E-3</c:v>
                </c:pt>
                <c:pt idx="741">
                  <c:v>9.1174051598434391E-3</c:v>
                </c:pt>
                <c:pt idx="742">
                  <c:v>9.3129265155237322E-3</c:v>
                </c:pt>
                <c:pt idx="743">
                  <c:v>9.7528814887796206E-3</c:v>
                </c:pt>
                <c:pt idx="744">
                  <c:v>9.5818038583181126E-3</c:v>
                </c:pt>
                <c:pt idx="745">
                  <c:v>8.9172088372672462E-3</c:v>
                </c:pt>
                <c:pt idx="746">
                  <c:v>8.8967806625098889E-3</c:v>
                </c:pt>
                <c:pt idx="747">
                  <c:v>9.0133111914660318E-3</c:v>
                </c:pt>
                <c:pt idx="748">
                  <c:v>1.0185053813630702E-2</c:v>
                </c:pt>
                <c:pt idx="749">
                  <c:v>1.1597955629330232E-2</c:v>
                </c:pt>
                <c:pt idx="750">
                  <c:v>1.2235825403320893E-2</c:v>
                </c:pt>
                <c:pt idx="751">
                  <c:v>1.2086709770603197E-2</c:v>
                </c:pt>
                <c:pt idx="752">
                  <c:v>1.2896973621319103E-2</c:v>
                </c:pt>
                <c:pt idx="753">
                  <c:v>1.3560653438144808E-2</c:v>
                </c:pt>
                <c:pt idx="754">
                  <c:v>1.4703919886868753E-2</c:v>
                </c:pt>
                <c:pt idx="755">
                  <c:v>1.4407710929148705E-2</c:v>
                </c:pt>
                <c:pt idx="756">
                  <c:v>1.4385491921002618E-2</c:v>
                </c:pt>
                <c:pt idx="757">
                  <c:v>1.4353233391162587E-2</c:v>
                </c:pt>
                <c:pt idx="758">
                  <c:v>1.4063313221527372E-2</c:v>
                </c:pt>
                <c:pt idx="759">
                  <c:v>1.4030771936016964E-2</c:v>
                </c:pt>
                <c:pt idx="760">
                  <c:v>1.4181952053001467E-2</c:v>
                </c:pt>
                <c:pt idx="761">
                  <c:v>1.4831592471198449E-2</c:v>
                </c:pt>
                <c:pt idx="762">
                  <c:v>1.4369471053675777E-2</c:v>
                </c:pt>
                <c:pt idx="763">
                  <c:v>1.6447946274374358E-2</c:v>
                </c:pt>
                <c:pt idx="764">
                  <c:v>1.6308243118186062E-2</c:v>
                </c:pt>
                <c:pt idx="765">
                  <c:v>1.6987632854462812E-2</c:v>
                </c:pt>
                <c:pt idx="766">
                  <c:v>1.6998951312615321E-2</c:v>
                </c:pt>
                <c:pt idx="767">
                  <c:v>1.564689925554761E-2</c:v>
                </c:pt>
                <c:pt idx="768">
                  <c:v>1.3280003673390755E-2</c:v>
                </c:pt>
                <c:pt idx="769">
                  <c:v>1.3205445793855467E-2</c:v>
                </c:pt>
                <c:pt idx="770">
                  <c:v>1.3201808210215826E-2</c:v>
                </c:pt>
                <c:pt idx="771">
                  <c:v>1.3097534835982031E-2</c:v>
                </c:pt>
                <c:pt idx="772">
                  <c:v>1.3663341678868155E-2</c:v>
                </c:pt>
                <c:pt idx="773">
                  <c:v>1.3647704445442355E-2</c:v>
                </c:pt>
                <c:pt idx="774">
                  <c:v>1.4177627303506395E-2</c:v>
                </c:pt>
                <c:pt idx="775">
                  <c:v>1.4030393847695404E-2</c:v>
                </c:pt>
                <c:pt idx="776">
                  <c:v>1.3743138647368458E-2</c:v>
                </c:pt>
                <c:pt idx="777">
                  <c:v>1.478785055644021E-2</c:v>
                </c:pt>
                <c:pt idx="778">
                  <c:v>1.4784117952752215E-2</c:v>
                </c:pt>
                <c:pt idx="779">
                  <c:v>1.4385110498442969E-2</c:v>
                </c:pt>
                <c:pt idx="780">
                  <c:v>1.455839730985416E-2</c:v>
                </c:pt>
                <c:pt idx="781">
                  <c:v>1.4553115812013549E-2</c:v>
                </c:pt>
                <c:pt idx="782">
                  <c:v>1.3395669820722355E-2</c:v>
                </c:pt>
                <c:pt idx="783">
                  <c:v>1.3709911018526253E-2</c:v>
                </c:pt>
                <c:pt idx="784">
                  <c:v>1.3113875360011285E-2</c:v>
                </c:pt>
                <c:pt idx="785">
                  <c:v>1.3157741780810604E-2</c:v>
                </c:pt>
                <c:pt idx="786">
                  <c:v>1.2624504502537161E-2</c:v>
                </c:pt>
                <c:pt idx="787">
                  <c:v>1.1902779118483532E-2</c:v>
                </c:pt>
                <c:pt idx="788">
                  <c:v>1.194853235504195E-2</c:v>
                </c:pt>
                <c:pt idx="789">
                  <c:v>1.5382414758418094E-2</c:v>
                </c:pt>
                <c:pt idx="790">
                  <c:v>1.6192185780164989E-2</c:v>
                </c:pt>
                <c:pt idx="791">
                  <c:v>1.6105804181495247E-2</c:v>
                </c:pt>
                <c:pt idx="792">
                  <c:v>1.5255500978328321E-2</c:v>
                </c:pt>
                <c:pt idx="793">
                  <c:v>1.5786636644475403E-2</c:v>
                </c:pt>
                <c:pt idx="794">
                  <c:v>1.5927024119012922E-2</c:v>
                </c:pt>
                <c:pt idx="795">
                  <c:v>1.6067854206940926E-2</c:v>
                </c:pt>
                <c:pt idx="796">
                  <c:v>1.5585202169471622E-2</c:v>
                </c:pt>
                <c:pt idx="797">
                  <c:v>1.54948080952114E-2</c:v>
                </c:pt>
                <c:pt idx="798">
                  <c:v>1.552037196457853E-2</c:v>
                </c:pt>
                <c:pt idx="799">
                  <c:v>1.4869728200233467E-2</c:v>
                </c:pt>
                <c:pt idx="800">
                  <c:v>1.4912235896224896E-2</c:v>
                </c:pt>
                <c:pt idx="801">
                  <c:v>1.4903457717442467E-2</c:v>
                </c:pt>
                <c:pt idx="802">
                  <c:v>1.5101713383351117E-2</c:v>
                </c:pt>
                <c:pt idx="803">
                  <c:v>1.4706228473223764E-2</c:v>
                </c:pt>
                <c:pt idx="804">
                  <c:v>1.4786402281919991E-2</c:v>
                </c:pt>
                <c:pt idx="805">
                  <c:v>1.478803287147352E-2</c:v>
                </c:pt>
                <c:pt idx="806">
                  <c:v>1.4812213989475832E-2</c:v>
                </c:pt>
                <c:pt idx="807">
                  <c:v>1.4820963360101275E-2</c:v>
                </c:pt>
                <c:pt idx="808">
                  <c:v>1.1219441505901399E-2</c:v>
                </c:pt>
                <c:pt idx="809">
                  <c:v>1.0323645887658141E-2</c:v>
                </c:pt>
                <c:pt idx="810">
                  <c:v>1.2327249148898661E-2</c:v>
                </c:pt>
                <c:pt idx="811">
                  <c:v>1.1146592800285387E-2</c:v>
                </c:pt>
                <c:pt idx="812">
                  <c:v>1.0846731242097023E-2</c:v>
                </c:pt>
                <c:pt idx="813">
                  <c:v>1.1301929565993624E-2</c:v>
                </c:pt>
                <c:pt idx="814">
                  <c:v>1.1656435766731404E-2</c:v>
                </c:pt>
                <c:pt idx="815">
                  <c:v>1.1418370458707756E-2</c:v>
                </c:pt>
                <c:pt idx="816">
                  <c:v>1.1558353472763046E-2</c:v>
                </c:pt>
                <c:pt idx="817">
                  <c:v>1.2076205565367303E-2</c:v>
                </c:pt>
                <c:pt idx="818">
                  <c:v>1.3664466643494638E-2</c:v>
                </c:pt>
                <c:pt idx="819">
                  <c:v>1.3760726352767365E-2</c:v>
                </c:pt>
                <c:pt idx="820">
                  <c:v>1.4442698460830556E-2</c:v>
                </c:pt>
                <c:pt idx="821">
                  <c:v>1.496108462616481E-2</c:v>
                </c:pt>
                <c:pt idx="822">
                  <c:v>1.4982775792711225E-2</c:v>
                </c:pt>
                <c:pt idx="823">
                  <c:v>1.6615069898044534E-2</c:v>
                </c:pt>
                <c:pt idx="824">
                  <c:v>1.68836443329155E-2</c:v>
                </c:pt>
                <c:pt idx="825">
                  <c:v>1.6806859252582275E-2</c:v>
                </c:pt>
                <c:pt idx="826">
                  <c:v>1.8529222378633536E-2</c:v>
                </c:pt>
                <c:pt idx="827">
                  <c:v>1.906849231250065E-2</c:v>
                </c:pt>
                <c:pt idx="828">
                  <c:v>1.9052776589127917E-2</c:v>
                </c:pt>
                <c:pt idx="829">
                  <c:v>1.79802447836474E-2</c:v>
                </c:pt>
                <c:pt idx="830">
                  <c:v>1.8160294240711437E-2</c:v>
                </c:pt>
                <c:pt idx="831">
                  <c:v>2.0100312807351559E-2</c:v>
                </c:pt>
                <c:pt idx="832">
                  <c:v>2.0420109003489346E-2</c:v>
                </c:pt>
                <c:pt idx="833">
                  <c:v>2.0074606716363769E-2</c:v>
                </c:pt>
                <c:pt idx="834">
                  <c:v>2.0990975386194974E-2</c:v>
                </c:pt>
                <c:pt idx="835">
                  <c:v>2.1019804442512269E-2</c:v>
                </c:pt>
                <c:pt idx="836">
                  <c:v>2.1044114075401878E-2</c:v>
                </c:pt>
                <c:pt idx="837">
                  <c:v>2.1223328557376117E-2</c:v>
                </c:pt>
                <c:pt idx="838">
                  <c:v>2.127282541823905E-2</c:v>
                </c:pt>
                <c:pt idx="839">
                  <c:v>2.1395824686548191E-2</c:v>
                </c:pt>
                <c:pt idx="840">
                  <c:v>2.0661210894604137E-2</c:v>
                </c:pt>
                <c:pt idx="841">
                  <c:v>2.1262260152529154E-2</c:v>
                </c:pt>
                <c:pt idx="842">
                  <c:v>2.1039371043494737E-2</c:v>
                </c:pt>
                <c:pt idx="843">
                  <c:v>2.1984579432475827E-2</c:v>
                </c:pt>
                <c:pt idx="844">
                  <c:v>2.2042498725706169E-2</c:v>
                </c:pt>
                <c:pt idx="845">
                  <c:v>1.9611492958438247E-2</c:v>
                </c:pt>
                <c:pt idx="846">
                  <c:v>1.9191555750119882E-2</c:v>
                </c:pt>
                <c:pt idx="847">
                  <c:v>2.0381471083375773E-2</c:v>
                </c:pt>
                <c:pt idx="848">
                  <c:v>2.0509460464498634E-2</c:v>
                </c:pt>
                <c:pt idx="849">
                  <c:v>2.0775405823862926E-2</c:v>
                </c:pt>
                <c:pt idx="850">
                  <c:v>1.9499627474970478E-2</c:v>
                </c:pt>
                <c:pt idx="851">
                  <c:v>2.2608085160146205E-2</c:v>
                </c:pt>
                <c:pt idx="852">
                  <c:v>2.2511406663758646E-2</c:v>
                </c:pt>
                <c:pt idx="853">
                  <c:v>2.2241003090818407E-2</c:v>
                </c:pt>
                <c:pt idx="854">
                  <c:v>2.2350828814409938E-2</c:v>
                </c:pt>
                <c:pt idx="855">
                  <c:v>2.2263748434093074E-2</c:v>
                </c:pt>
                <c:pt idx="856">
                  <c:v>2.0140892551073382E-2</c:v>
                </c:pt>
                <c:pt idx="857">
                  <c:v>1.9933073001858613E-2</c:v>
                </c:pt>
                <c:pt idx="858">
                  <c:v>2.0322224187455162E-2</c:v>
                </c:pt>
                <c:pt idx="859">
                  <c:v>2.029221548110792E-2</c:v>
                </c:pt>
                <c:pt idx="860">
                  <c:v>1.8919152333680436E-2</c:v>
                </c:pt>
                <c:pt idx="861">
                  <c:v>1.9086173798830475E-2</c:v>
                </c:pt>
                <c:pt idx="862">
                  <c:v>1.8180250988345349E-2</c:v>
                </c:pt>
                <c:pt idx="863">
                  <c:v>1.8426552443100201E-2</c:v>
                </c:pt>
                <c:pt idx="864">
                  <c:v>1.835504349917793E-2</c:v>
                </c:pt>
                <c:pt idx="865">
                  <c:v>1.8527991521111203E-2</c:v>
                </c:pt>
                <c:pt idx="866">
                  <c:v>1.6946676193245885E-2</c:v>
                </c:pt>
                <c:pt idx="867">
                  <c:v>1.84288166748157E-2</c:v>
                </c:pt>
                <c:pt idx="868">
                  <c:v>1.8205521130476441E-2</c:v>
                </c:pt>
                <c:pt idx="869">
                  <c:v>1.8788758002477132E-2</c:v>
                </c:pt>
                <c:pt idx="870">
                  <c:v>1.6371270308709787E-2</c:v>
                </c:pt>
                <c:pt idx="871">
                  <c:v>1.6290610063365834E-2</c:v>
                </c:pt>
                <c:pt idx="872">
                  <c:v>1.6868981049921856E-2</c:v>
                </c:pt>
                <c:pt idx="873">
                  <c:v>1.7417382003290093E-2</c:v>
                </c:pt>
                <c:pt idx="874">
                  <c:v>1.753812815813208E-2</c:v>
                </c:pt>
                <c:pt idx="875">
                  <c:v>1.7654496785232621E-2</c:v>
                </c:pt>
                <c:pt idx="876">
                  <c:v>1.7646993942885766E-2</c:v>
                </c:pt>
                <c:pt idx="877">
                  <c:v>1.7006006136609568E-2</c:v>
                </c:pt>
                <c:pt idx="878">
                  <c:v>1.703264207845152E-2</c:v>
                </c:pt>
                <c:pt idx="879">
                  <c:v>1.7110530733498216E-2</c:v>
                </c:pt>
                <c:pt idx="880">
                  <c:v>1.7286230235113928E-2</c:v>
                </c:pt>
                <c:pt idx="881">
                  <c:v>1.7622051560899278E-2</c:v>
                </c:pt>
                <c:pt idx="882">
                  <c:v>1.7275626116112251E-2</c:v>
                </c:pt>
                <c:pt idx="883">
                  <c:v>1.7094058589461194E-2</c:v>
                </c:pt>
                <c:pt idx="884">
                  <c:v>1.6963736238594634E-2</c:v>
                </c:pt>
                <c:pt idx="885">
                  <c:v>1.6354601561267845E-2</c:v>
                </c:pt>
                <c:pt idx="886">
                  <c:v>1.6021702873522822E-2</c:v>
                </c:pt>
                <c:pt idx="887">
                  <c:v>1.5371525599619133E-2</c:v>
                </c:pt>
                <c:pt idx="888">
                  <c:v>1.412147271947313E-2</c:v>
                </c:pt>
                <c:pt idx="889">
                  <c:v>1.2558584670973963E-2</c:v>
                </c:pt>
                <c:pt idx="890">
                  <c:v>1.3622468429885572E-2</c:v>
                </c:pt>
                <c:pt idx="891">
                  <c:v>1.258960994232001E-2</c:v>
                </c:pt>
                <c:pt idx="892">
                  <c:v>1.1161842620270082E-2</c:v>
                </c:pt>
                <c:pt idx="893">
                  <c:v>1.1189623671265784E-2</c:v>
                </c:pt>
                <c:pt idx="894">
                  <c:v>1.0750442907746526E-2</c:v>
                </c:pt>
                <c:pt idx="895">
                  <c:v>1.0732377483704978E-2</c:v>
                </c:pt>
                <c:pt idx="896">
                  <c:v>1.0683275974618343E-2</c:v>
                </c:pt>
                <c:pt idx="897">
                  <c:v>1.016314048725578E-2</c:v>
                </c:pt>
                <c:pt idx="898">
                  <c:v>1.0158910543484279E-2</c:v>
                </c:pt>
                <c:pt idx="899">
                  <c:v>9.6896500439884233E-3</c:v>
                </c:pt>
                <c:pt idx="900">
                  <c:v>9.9699814888296462E-3</c:v>
                </c:pt>
                <c:pt idx="901">
                  <c:v>1.136905931007853E-2</c:v>
                </c:pt>
                <c:pt idx="902">
                  <c:v>1.1414048510632591E-2</c:v>
                </c:pt>
                <c:pt idx="903">
                  <c:v>1.1910432666255822E-2</c:v>
                </c:pt>
                <c:pt idx="904">
                  <c:v>1.1914705582834341E-2</c:v>
                </c:pt>
                <c:pt idx="905">
                  <c:v>1.0875053425172634E-2</c:v>
                </c:pt>
                <c:pt idx="906">
                  <c:v>1.0776734663370103E-2</c:v>
                </c:pt>
                <c:pt idx="907">
                  <c:v>1.2214391628143112E-2</c:v>
                </c:pt>
                <c:pt idx="908">
                  <c:v>1.2586947011072496E-2</c:v>
                </c:pt>
                <c:pt idx="909">
                  <c:v>1.1408278647499378E-2</c:v>
                </c:pt>
                <c:pt idx="910">
                  <c:v>1.131399073972124E-2</c:v>
                </c:pt>
                <c:pt idx="911">
                  <c:v>1.1881951401395342E-2</c:v>
                </c:pt>
                <c:pt idx="912">
                  <c:v>1.3078748918075488E-2</c:v>
                </c:pt>
                <c:pt idx="913">
                  <c:v>1.3080873421020208E-2</c:v>
                </c:pt>
                <c:pt idx="914">
                  <c:v>1.3572121510976604E-2</c:v>
                </c:pt>
                <c:pt idx="915">
                  <c:v>1.4243976914697126E-2</c:v>
                </c:pt>
                <c:pt idx="916">
                  <c:v>1.430414055901523E-2</c:v>
                </c:pt>
                <c:pt idx="917">
                  <c:v>1.4598569798296924E-2</c:v>
                </c:pt>
                <c:pt idx="918">
                  <c:v>1.4849816849360774E-2</c:v>
                </c:pt>
                <c:pt idx="919">
                  <c:v>1.4392712653464717E-2</c:v>
                </c:pt>
                <c:pt idx="920">
                  <c:v>1.3134456401419465E-2</c:v>
                </c:pt>
                <c:pt idx="921">
                  <c:v>1.5583865041180077E-2</c:v>
                </c:pt>
                <c:pt idx="922">
                  <c:v>1.5216726132887553E-2</c:v>
                </c:pt>
                <c:pt idx="923">
                  <c:v>1.5015780855504745E-2</c:v>
                </c:pt>
                <c:pt idx="924">
                  <c:v>1.5127878334309532E-2</c:v>
                </c:pt>
                <c:pt idx="925">
                  <c:v>1.5425810332320881E-2</c:v>
                </c:pt>
                <c:pt idx="926">
                  <c:v>1.427209006850119E-2</c:v>
                </c:pt>
                <c:pt idx="927">
                  <c:v>1.4140161022519956E-2</c:v>
                </c:pt>
                <c:pt idx="928">
                  <c:v>1.408527979108481E-2</c:v>
                </c:pt>
                <c:pt idx="929">
                  <c:v>1.379382683754493E-2</c:v>
                </c:pt>
                <c:pt idx="930">
                  <c:v>1.3672711478893592E-2</c:v>
                </c:pt>
                <c:pt idx="931">
                  <c:v>1.2458696400517362E-2</c:v>
                </c:pt>
                <c:pt idx="932">
                  <c:v>1.2671781450592617E-2</c:v>
                </c:pt>
                <c:pt idx="933">
                  <c:v>1.2452481538786557E-2</c:v>
                </c:pt>
                <c:pt idx="934">
                  <c:v>1.1869573798490586E-2</c:v>
                </c:pt>
                <c:pt idx="935">
                  <c:v>1.2328854710112828E-2</c:v>
                </c:pt>
                <c:pt idx="936">
                  <c:v>1.2151414259395749E-2</c:v>
                </c:pt>
                <c:pt idx="937">
                  <c:v>1.2459615588828877E-2</c:v>
                </c:pt>
                <c:pt idx="938">
                  <c:v>1.253310050137906E-2</c:v>
                </c:pt>
                <c:pt idx="939">
                  <c:v>1.2561117421844251E-2</c:v>
                </c:pt>
                <c:pt idx="940">
                  <c:v>8.3324080513379108E-3</c:v>
                </c:pt>
                <c:pt idx="941">
                  <c:v>7.880500218755488E-3</c:v>
                </c:pt>
                <c:pt idx="942">
                  <c:v>7.9878868383150749E-3</c:v>
                </c:pt>
                <c:pt idx="943">
                  <c:v>8.5752401984744743E-3</c:v>
                </c:pt>
                <c:pt idx="944">
                  <c:v>8.5079271076251139E-3</c:v>
                </c:pt>
                <c:pt idx="945">
                  <c:v>9.2612002375163077E-3</c:v>
                </c:pt>
                <c:pt idx="946">
                  <c:v>9.2233714624976749E-3</c:v>
                </c:pt>
                <c:pt idx="947">
                  <c:v>9.4507928311541277E-3</c:v>
                </c:pt>
                <c:pt idx="948">
                  <c:v>9.4557053432883977E-3</c:v>
                </c:pt>
                <c:pt idx="949">
                  <c:v>9.8380080041413458E-3</c:v>
                </c:pt>
                <c:pt idx="950">
                  <c:v>9.5975210287309581E-3</c:v>
                </c:pt>
                <c:pt idx="951">
                  <c:v>9.3347407091228726E-3</c:v>
                </c:pt>
                <c:pt idx="952">
                  <c:v>9.4854131042775569E-3</c:v>
                </c:pt>
                <c:pt idx="953">
                  <c:v>9.5531819352971982E-3</c:v>
                </c:pt>
                <c:pt idx="954">
                  <c:v>9.2757751586420422E-3</c:v>
                </c:pt>
                <c:pt idx="955">
                  <c:v>8.4478705083779731E-3</c:v>
                </c:pt>
                <c:pt idx="956">
                  <c:v>7.9556334604457268E-3</c:v>
                </c:pt>
                <c:pt idx="957">
                  <c:v>7.7882181073545432E-3</c:v>
                </c:pt>
                <c:pt idx="958">
                  <c:v>7.6491535959390886E-3</c:v>
                </c:pt>
                <c:pt idx="959">
                  <c:v>8.651513330448864E-3</c:v>
                </c:pt>
                <c:pt idx="960">
                  <c:v>9.0468465132885166E-3</c:v>
                </c:pt>
                <c:pt idx="961">
                  <c:v>9.0595199111761834E-3</c:v>
                </c:pt>
                <c:pt idx="962">
                  <c:v>8.8552928156047893E-3</c:v>
                </c:pt>
                <c:pt idx="963">
                  <c:v>8.5618497593650776E-3</c:v>
                </c:pt>
                <c:pt idx="964">
                  <c:v>8.1228721312768641E-3</c:v>
                </c:pt>
                <c:pt idx="965">
                  <c:v>8.3003472714964169E-3</c:v>
                </c:pt>
                <c:pt idx="966">
                  <c:v>7.840973194078206E-3</c:v>
                </c:pt>
                <c:pt idx="967">
                  <c:v>9.3363397678511741E-3</c:v>
                </c:pt>
                <c:pt idx="968">
                  <c:v>9.1651439630457479E-3</c:v>
                </c:pt>
                <c:pt idx="969">
                  <c:v>9.0575369650079882E-3</c:v>
                </c:pt>
                <c:pt idx="970">
                  <c:v>1.3862586933105428E-2</c:v>
                </c:pt>
                <c:pt idx="971">
                  <c:v>1.4430205937117685E-2</c:v>
                </c:pt>
                <c:pt idx="972">
                  <c:v>1.4124853326347884E-2</c:v>
                </c:pt>
                <c:pt idx="973">
                  <c:v>1.3501857182173583E-2</c:v>
                </c:pt>
                <c:pt idx="974">
                  <c:v>1.3451169576972351E-2</c:v>
                </c:pt>
                <c:pt idx="975">
                  <c:v>1.3499862845509674E-2</c:v>
                </c:pt>
                <c:pt idx="976">
                  <c:v>1.3556436030309399E-2</c:v>
                </c:pt>
                <c:pt idx="977">
                  <c:v>1.4196632429612948E-2</c:v>
                </c:pt>
                <c:pt idx="978">
                  <c:v>1.3900422639700464E-2</c:v>
                </c:pt>
                <c:pt idx="979">
                  <c:v>1.3421856041311762E-2</c:v>
                </c:pt>
                <c:pt idx="980">
                  <c:v>1.3200138110169466E-2</c:v>
                </c:pt>
                <c:pt idx="981">
                  <c:v>1.3246517618409424E-2</c:v>
                </c:pt>
                <c:pt idx="982">
                  <c:v>1.3218914622913984E-2</c:v>
                </c:pt>
                <c:pt idx="983">
                  <c:v>1.4027322932347625E-2</c:v>
                </c:pt>
                <c:pt idx="984">
                  <c:v>1.4068044649541096E-2</c:v>
                </c:pt>
                <c:pt idx="985">
                  <c:v>1.4407243761795889E-2</c:v>
                </c:pt>
                <c:pt idx="986">
                  <c:v>1.3807698809435671E-2</c:v>
                </c:pt>
                <c:pt idx="987">
                  <c:v>1.4008559297007332E-2</c:v>
                </c:pt>
                <c:pt idx="988">
                  <c:v>1.4041381298860742E-2</c:v>
                </c:pt>
                <c:pt idx="989">
                  <c:v>9.1179349776018999E-3</c:v>
                </c:pt>
                <c:pt idx="990">
                  <c:v>8.4094971203111483E-3</c:v>
                </c:pt>
                <c:pt idx="991">
                  <c:v>8.4656652077774834E-3</c:v>
                </c:pt>
                <c:pt idx="992">
                  <c:v>9.0320780958415368E-3</c:v>
                </c:pt>
                <c:pt idx="993">
                  <c:v>9.0598586990627717E-3</c:v>
                </c:pt>
                <c:pt idx="994">
                  <c:v>9.2439084320361121E-3</c:v>
                </c:pt>
                <c:pt idx="995">
                  <c:v>1.2493084228993912E-2</c:v>
                </c:pt>
                <c:pt idx="996">
                  <c:v>1.2071778689064968E-2</c:v>
                </c:pt>
                <c:pt idx="997">
                  <c:v>1.2301808922538933E-2</c:v>
                </c:pt>
                <c:pt idx="998">
                  <c:v>1.3229997919195545E-2</c:v>
                </c:pt>
                <c:pt idx="999">
                  <c:v>1.3206525675508337E-2</c:v>
                </c:pt>
                <c:pt idx="1000">
                  <c:v>1.3222689252736477E-2</c:v>
                </c:pt>
                <c:pt idx="1001">
                  <c:v>1.3673709494629482E-2</c:v>
                </c:pt>
                <c:pt idx="1002">
                  <c:v>1.3232151494711989E-2</c:v>
                </c:pt>
                <c:pt idx="1003">
                  <c:v>1.3108445385362051E-2</c:v>
                </c:pt>
                <c:pt idx="1004">
                  <c:v>1.2503575619541902E-2</c:v>
                </c:pt>
                <c:pt idx="1005">
                  <c:v>1.2674988014381378E-2</c:v>
                </c:pt>
                <c:pt idx="1006">
                  <c:v>1.283066433606758E-2</c:v>
                </c:pt>
                <c:pt idx="1007">
                  <c:v>1.4428214807638088E-2</c:v>
                </c:pt>
                <c:pt idx="1008">
                  <c:v>1.4355069560017086E-2</c:v>
                </c:pt>
                <c:pt idx="1009">
                  <c:v>1.4753139173681627E-2</c:v>
                </c:pt>
                <c:pt idx="1010">
                  <c:v>1.4486727928088153E-2</c:v>
                </c:pt>
                <c:pt idx="1011">
                  <c:v>1.3916104805893687E-2</c:v>
                </c:pt>
                <c:pt idx="1012">
                  <c:v>1.39578497764913E-2</c:v>
                </c:pt>
                <c:pt idx="1013">
                  <c:v>1.3477108281317736E-2</c:v>
                </c:pt>
                <c:pt idx="1014">
                  <c:v>1.2276677404621692E-2</c:v>
                </c:pt>
                <c:pt idx="1015">
                  <c:v>1.2880407251881363E-2</c:v>
                </c:pt>
                <c:pt idx="1016">
                  <c:v>1.2791984845480428E-2</c:v>
                </c:pt>
                <c:pt idx="1017">
                  <c:v>1.2836015545192739E-2</c:v>
                </c:pt>
                <c:pt idx="1018">
                  <c:v>1.3882424718382049E-2</c:v>
                </c:pt>
                <c:pt idx="1019">
                  <c:v>1.4037756995813921E-2</c:v>
                </c:pt>
                <c:pt idx="1020">
                  <c:v>1.4111491397485364E-2</c:v>
                </c:pt>
                <c:pt idx="1021">
                  <c:v>1.4521438828364545E-2</c:v>
                </c:pt>
                <c:pt idx="1022">
                  <c:v>1.4849070452072051E-2</c:v>
                </c:pt>
                <c:pt idx="1023">
                  <c:v>1.5258678843974981E-2</c:v>
                </c:pt>
                <c:pt idx="1024">
                  <c:v>1.4948201132729639E-2</c:v>
                </c:pt>
                <c:pt idx="1025">
                  <c:v>1.5426407616360431E-2</c:v>
                </c:pt>
                <c:pt idx="1026">
                  <c:v>1.3907609624456073E-2</c:v>
                </c:pt>
                <c:pt idx="1027">
                  <c:v>1.3954332460874255E-2</c:v>
                </c:pt>
                <c:pt idx="1028">
                  <c:v>1.3782876908928663E-2</c:v>
                </c:pt>
                <c:pt idx="1029">
                  <c:v>1.3764854093856983E-2</c:v>
                </c:pt>
                <c:pt idx="1030">
                  <c:v>1.3832226545089924E-2</c:v>
                </c:pt>
                <c:pt idx="1031">
                  <c:v>1.3148138628717988E-2</c:v>
                </c:pt>
                <c:pt idx="1032">
                  <c:v>1.3190794635267023E-2</c:v>
                </c:pt>
                <c:pt idx="1033">
                  <c:v>1.3348914527661532E-2</c:v>
                </c:pt>
                <c:pt idx="1034">
                  <c:v>1.2730543751867317E-2</c:v>
                </c:pt>
                <c:pt idx="1035">
                  <c:v>1.271422080778337E-2</c:v>
                </c:pt>
                <c:pt idx="1036">
                  <c:v>1.2279635339475525E-2</c:v>
                </c:pt>
                <c:pt idx="1037">
                  <c:v>1.1424839129580198E-2</c:v>
                </c:pt>
                <c:pt idx="1038">
                  <c:v>1.0989386580286734E-2</c:v>
                </c:pt>
                <c:pt idx="1039">
                  <c:v>1.0847562151964932E-2</c:v>
                </c:pt>
                <c:pt idx="1040">
                  <c:v>1.0338785102104384E-2</c:v>
                </c:pt>
                <c:pt idx="1041">
                  <c:v>1.4333662354924745E-2</c:v>
                </c:pt>
                <c:pt idx="1042">
                  <c:v>1.4408879126744628E-2</c:v>
                </c:pt>
                <c:pt idx="1043">
                  <c:v>1.4940569905554361E-2</c:v>
                </c:pt>
                <c:pt idx="1044">
                  <c:v>1.4065850522387187E-2</c:v>
                </c:pt>
                <c:pt idx="1045">
                  <c:v>1.4029639493800278E-2</c:v>
                </c:pt>
                <c:pt idx="1046">
                  <c:v>1.4009866495599226E-2</c:v>
                </c:pt>
                <c:pt idx="1047">
                  <c:v>1.3828467646839029E-2</c:v>
                </c:pt>
                <c:pt idx="1048">
                  <c:v>1.3855523258932662E-2</c:v>
                </c:pt>
                <c:pt idx="1049">
                  <c:v>1.3074752659283208E-2</c:v>
                </c:pt>
                <c:pt idx="1050">
                  <c:v>1.3726813127156385E-2</c:v>
                </c:pt>
                <c:pt idx="1051">
                  <c:v>1.3491340547797711E-2</c:v>
                </c:pt>
                <c:pt idx="1052">
                  <c:v>1.3849162553881845E-2</c:v>
                </c:pt>
                <c:pt idx="1053">
                  <c:v>1.501804141200196E-2</c:v>
                </c:pt>
                <c:pt idx="1054">
                  <c:v>1.5401513436215293E-2</c:v>
                </c:pt>
                <c:pt idx="1055">
                  <c:v>1.5378182515095594E-2</c:v>
                </c:pt>
                <c:pt idx="1056">
                  <c:v>1.562046876004362E-2</c:v>
                </c:pt>
                <c:pt idx="1057">
                  <c:v>1.5780232797134988E-2</c:v>
                </c:pt>
                <c:pt idx="1058">
                  <c:v>1.6483740717232517E-2</c:v>
                </c:pt>
                <c:pt idx="1059">
                  <c:v>1.7872612628299454E-2</c:v>
                </c:pt>
                <c:pt idx="1060">
                  <c:v>1.4449101875672297E-2</c:v>
                </c:pt>
                <c:pt idx="1061">
                  <c:v>1.4046474780968484E-2</c:v>
                </c:pt>
                <c:pt idx="1062">
                  <c:v>1.5018766295722004E-2</c:v>
                </c:pt>
                <c:pt idx="1063">
                  <c:v>1.5376885975159134E-2</c:v>
                </c:pt>
                <c:pt idx="1064">
                  <c:v>1.5317104346802024E-2</c:v>
                </c:pt>
                <c:pt idx="1065">
                  <c:v>1.5510762436452889E-2</c:v>
                </c:pt>
                <c:pt idx="1066">
                  <c:v>1.5721495895511087E-2</c:v>
                </c:pt>
                <c:pt idx="1067">
                  <c:v>1.5842930227710824E-2</c:v>
                </c:pt>
                <c:pt idx="1068">
                  <c:v>1.5979075898619591E-2</c:v>
                </c:pt>
                <c:pt idx="1069">
                  <c:v>1.568977989554398E-2</c:v>
                </c:pt>
                <c:pt idx="1070">
                  <c:v>1.59755010743689E-2</c:v>
                </c:pt>
                <c:pt idx="1071">
                  <c:v>1.6684466284548616E-2</c:v>
                </c:pt>
                <c:pt idx="1072">
                  <c:v>1.5410344308462703E-2</c:v>
                </c:pt>
                <c:pt idx="1073">
                  <c:v>1.5043899738948719E-2</c:v>
                </c:pt>
                <c:pt idx="1074">
                  <c:v>1.5077460500478661E-2</c:v>
                </c:pt>
                <c:pt idx="1075">
                  <c:v>1.4688497890434842E-2</c:v>
                </c:pt>
                <c:pt idx="1076">
                  <c:v>1.4490536989993703E-2</c:v>
                </c:pt>
                <c:pt idx="1077">
                  <c:v>1.407721566119351E-2</c:v>
                </c:pt>
                <c:pt idx="1078">
                  <c:v>1.1661677896187521E-2</c:v>
                </c:pt>
                <c:pt idx="1079">
                  <c:v>1.2078548642824448E-2</c:v>
                </c:pt>
                <c:pt idx="1080">
                  <c:v>1.190251324829272E-2</c:v>
                </c:pt>
                <c:pt idx="1081">
                  <c:v>7.3732312695881227E-3</c:v>
                </c:pt>
                <c:pt idx="1082">
                  <c:v>1.0219227194706523E-2</c:v>
                </c:pt>
                <c:pt idx="1083">
                  <c:v>1.0321492661875958E-2</c:v>
                </c:pt>
                <c:pt idx="1084">
                  <c:v>1.327587114710739E-2</c:v>
                </c:pt>
                <c:pt idx="1085">
                  <c:v>1.3904114356424184E-2</c:v>
                </c:pt>
                <c:pt idx="1086">
                  <c:v>1.4100965709886478E-2</c:v>
                </c:pt>
                <c:pt idx="1087">
                  <c:v>1.4091704037371198E-2</c:v>
                </c:pt>
                <c:pt idx="1088">
                  <c:v>1.5200530912867874E-2</c:v>
                </c:pt>
                <c:pt idx="1089">
                  <c:v>1.5053425408283876E-2</c:v>
                </c:pt>
                <c:pt idx="1090">
                  <c:v>1.4910124678168315E-2</c:v>
                </c:pt>
                <c:pt idx="1091">
                  <c:v>1.4969607896778585E-2</c:v>
                </c:pt>
                <c:pt idx="1092">
                  <c:v>1.5019286839976633E-2</c:v>
                </c:pt>
                <c:pt idx="1093">
                  <c:v>1.4994515634677349E-2</c:v>
                </c:pt>
                <c:pt idx="1094">
                  <c:v>1.5277979980516176E-2</c:v>
                </c:pt>
                <c:pt idx="1095">
                  <c:v>1.5641617909856281E-2</c:v>
                </c:pt>
                <c:pt idx="1096">
                  <c:v>1.5414413991264976E-2</c:v>
                </c:pt>
                <c:pt idx="1097">
                  <c:v>1.5471436505556315E-2</c:v>
                </c:pt>
                <c:pt idx="1098">
                  <c:v>1.5574075721833286E-2</c:v>
                </c:pt>
                <c:pt idx="1099">
                  <c:v>1.5561562780451203E-2</c:v>
                </c:pt>
                <c:pt idx="1100">
                  <c:v>1.5545764673684818E-2</c:v>
                </c:pt>
                <c:pt idx="1101">
                  <c:v>1.424927053553348E-2</c:v>
                </c:pt>
                <c:pt idx="1102">
                  <c:v>1.4373378882231112E-2</c:v>
                </c:pt>
                <c:pt idx="1103">
                  <c:v>1.1575411912565493E-2</c:v>
                </c:pt>
                <c:pt idx="1104">
                  <c:v>1.0933316427553626E-2</c:v>
                </c:pt>
                <c:pt idx="1105">
                  <c:v>1.0758358670437701E-2</c:v>
                </c:pt>
                <c:pt idx="1106">
                  <c:v>1.0924305960313994E-2</c:v>
                </c:pt>
                <c:pt idx="1107">
                  <c:v>9.0075962779150049E-3</c:v>
                </c:pt>
                <c:pt idx="1108">
                  <c:v>9.0633470931003966E-3</c:v>
                </c:pt>
                <c:pt idx="1109">
                  <c:v>7.6065535916410949E-3</c:v>
                </c:pt>
                <c:pt idx="1110">
                  <c:v>7.6162175822875192E-3</c:v>
                </c:pt>
                <c:pt idx="1111">
                  <c:v>7.4017326770621367E-3</c:v>
                </c:pt>
                <c:pt idx="1112">
                  <c:v>7.7527170521117681E-3</c:v>
                </c:pt>
                <c:pt idx="1113">
                  <c:v>7.4477406765665194E-3</c:v>
                </c:pt>
                <c:pt idx="1114">
                  <c:v>6.9880671474483501E-3</c:v>
                </c:pt>
                <c:pt idx="1115">
                  <c:v>6.6882017234615801E-3</c:v>
                </c:pt>
                <c:pt idx="1116">
                  <c:v>6.4877151044901698E-3</c:v>
                </c:pt>
                <c:pt idx="1117">
                  <c:v>5.5842713915864707E-3</c:v>
                </c:pt>
                <c:pt idx="1118">
                  <c:v>7.4280284681316113E-3</c:v>
                </c:pt>
                <c:pt idx="1119">
                  <c:v>7.8450080444445753E-3</c:v>
                </c:pt>
                <c:pt idx="1120">
                  <c:v>8.0113737340516793E-3</c:v>
                </c:pt>
                <c:pt idx="1121">
                  <c:v>8.1519236164784049E-3</c:v>
                </c:pt>
                <c:pt idx="1122">
                  <c:v>8.3579333113888519E-3</c:v>
                </c:pt>
                <c:pt idx="1123">
                  <c:v>8.3955443876318377E-3</c:v>
                </c:pt>
                <c:pt idx="1124">
                  <c:v>8.3550683410139794E-3</c:v>
                </c:pt>
                <c:pt idx="1125">
                  <c:v>8.1805857374531617E-3</c:v>
                </c:pt>
                <c:pt idx="1126">
                  <c:v>8.1785005475356505E-3</c:v>
                </c:pt>
                <c:pt idx="1127">
                  <c:v>8.7114810469675896E-3</c:v>
                </c:pt>
                <c:pt idx="1128">
                  <c:v>9.0722917543742104E-3</c:v>
                </c:pt>
                <c:pt idx="1129">
                  <c:v>9.0907707477567296E-3</c:v>
                </c:pt>
                <c:pt idx="1130">
                  <c:v>8.6613023462026751E-3</c:v>
                </c:pt>
                <c:pt idx="1131">
                  <c:v>8.4922835993689588E-3</c:v>
                </c:pt>
                <c:pt idx="1132">
                  <c:v>8.5025280263964671E-3</c:v>
                </c:pt>
                <c:pt idx="1133">
                  <c:v>8.6993892138049287E-3</c:v>
                </c:pt>
                <c:pt idx="1134">
                  <c:v>8.6948137348039443E-3</c:v>
                </c:pt>
                <c:pt idx="1135">
                  <c:v>8.6929698971191863E-3</c:v>
                </c:pt>
                <c:pt idx="1136">
                  <c:v>1.0716137767543E-2</c:v>
                </c:pt>
                <c:pt idx="1137">
                  <c:v>9.9108442085936704E-3</c:v>
                </c:pt>
                <c:pt idx="1138">
                  <c:v>1.0360118819299522E-2</c:v>
                </c:pt>
                <c:pt idx="1139">
                  <c:v>1.0293818302477654E-2</c:v>
                </c:pt>
                <c:pt idx="1140">
                  <c:v>1.1525912735108279E-2</c:v>
                </c:pt>
                <c:pt idx="1141">
                  <c:v>1.1421589602139308E-2</c:v>
                </c:pt>
                <c:pt idx="1142">
                  <c:v>1.1686349463775326E-2</c:v>
                </c:pt>
                <c:pt idx="1143">
                  <c:v>1.1688533781374091E-2</c:v>
                </c:pt>
                <c:pt idx="1144">
                  <c:v>1.1754659664957742E-2</c:v>
                </c:pt>
                <c:pt idx="1145">
                  <c:v>1.1877839284711787E-2</c:v>
                </c:pt>
                <c:pt idx="1146">
                  <c:v>1.1384225058777215E-2</c:v>
                </c:pt>
                <c:pt idx="1147">
                  <c:v>1.1184228170529853E-2</c:v>
                </c:pt>
                <c:pt idx="1148">
                  <c:v>1.1730675051687707E-2</c:v>
                </c:pt>
                <c:pt idx="1149">
                  <c:v>1.1722236954483913E-2</c:v>
                </c:pt>
                <c:pt idx="1150">
                  <c:v>1.2768885388124811E-2</c:v>
                </c:pt>
                <c:pt idx="1151">
                  <c:v>1.2814076931888845E-2</c:v>
                </c:pt>
                <c:pt idx="1152">
                  <c:v>1.4565702568963725E-2</c:v>
                </c:pt>
                <c:pt idx="1153">
                  <c:v>1.5218336190549509E-2</c:v>
                </c:pt>
                <c:pt idx="1154">
                  <c:v>1.5266664252655701E-2</c:v>
                </c:pt>
                <c:pt idx="1155">
                  <c:v>1.4600363218441438E-2</c:v>
                </c:pt>
                <c:pt idx="1156">
                  <c:v>1.7720892599826663E-2</c:v>
                </c:pt>
                <c:pt idx="1157">
                  <c:v>1.7522030006837871E-2</c:v>
                </c:pt>
                <c:pt idx="1158">
                  <c:v>2.0382367530300489E-2</c:v>
                </c:pt>
                <c:pt idx="1159">
                  <c:v>2.0166571263935649E-2</c:v>
                </c:pt>
                <c:pt idx="1160">
                  <c:v>2.3820362128822589E-2</c:v>
                </c:pt>
                <c:pt idx="1161">
                  <c:v>2.3586259496218329E-2</c:v>
                </c:pt>
                <c:pt idx="1162">
                  <c:v>3.0905057363952899E-2</c:v>
                </c:pt>
                <c:pt idx="1163">
                  <c:v>3.3508986241683338E-2</c:v>
                </c:pt>
                <c:pt idx="1164">
                  <c:v>3.4533432169564636E-2</c:v>
                </c:pt>
                <c:pt idx="1165">
                  <c:v>3.4547946024205169E-2</c:v>
                </c:pt>
                <c:pt idx="1166">
                  <c:v>3.5113188825028438E-2</c:v>
                </c:pt>
                <c:pt idx="1167">
                  <c:v>3.5140588631676246E-2</c:v>
                </c:pt>
                <c:pt idx="1168">
                  <c:v>3.7477077324493062E-2</c:v>
                </c:pt>
                <c:pt idx="1169">
                  <c:v>4.0227331219384245E-2</c:v>
                </c:pt>
                <c:pt idx="1170">
                  <c:v>4.1211510169946418E-2</c:v>
                </c:pt>
                <c:pt idx="1171">
                  <c:v>4.2595907502737194E-2</c:v>
                </c:pt>
                <c:pt idx="1172">
                  <c:v>4.2793225509990561E-2</c:v>
                </c:pt>
                <c:pt idx="1173">
                  <c:v>4.2922728025429631E-2</c:v>
                </c:pt>
                <c:pt idx="1174">
                  <c:v>4.4226208757054179E-2</c:v>
                </c:pt>
                <c:pt idx="1175">
                  <c:v>4.3310687202726877E-2</c:v>
                </c:pt>
                <c:pt idx="1176">
                  <c:v>4.4622555976154471E-2</c:v>
                </c:pt>
                <c:pt idx="1177">
                  <c:v>4.9954887616481182E-2</c:v>
                </c:pt>
                <c:pt idx="1178">
                  <c:v>5.2578623203313954E-2</c:v>
                </c:pt>
                <c:pt idx="1179">
                  <c:v>5.0821621770631382E-2</c:v>
                </c:pt>
                <c:pt idx="1180">
                  <c:v>5.0521563202348789E-2</c:v>
                </c:pt>
                <c:pt idx="1181">
                  <c:v>4.4138598297988656E-2</c:v>
                </c:pt>
                <c:pt idx="1182">
                  <c:v>4.3467264748642112E-2</c:v>
                </c:pt>
                <c:pt idx="1183">
                  <c:v>4.134368191678018E-2</c:v>
                </c:pt>
                <c:pt idx="1184">
                  <c:v>4.1493834864077851E-2</c:v>
                </c:pt>
                <c:pt idx="1185">
                  <c:v>3.9260683250214111E-2</c:v>
                </c:pt>
                <c:pt idx="1186">
                  <c:v>3.8974268085849015E-2</c:v>
                </c:pt>
                <c:pt idx="1187">
                  <c:v>3.8483725472384711E-2</c:v>
                </c:pt>
                <c:pt idx="1188">
                  <c:v>3.008542257569263E-2</c:v>
                </c:pt>
                <c:pt idx="1189">
                  <c:v>3.1584887478781798E-2</c:v>
                </c:pt>
                <c:pt idx="1190">
                  <c:v>3.1615558866747606E-2</c:v>
                </c:pt>
                <c:pt idx="1191">
                  <c:v>3.1627346505867272E-2</c:v>
                </c:pt>
                <c:pt idx="1192">
                  <c:v>3.2003972218353841E-2</c:v>
                </c:pt>
                <c:pt idx="1193">
                  <c:v>3.1903248723786713E-2</c:v>
                </c:pt>
                <c:pt idx="1194">
                  <c:v>3.1162122044061793E-2</c:v>
                </c:pt>
                <c:pt idx="1195">
                  <c:v>3.0565095996449788E-2</c:v>
                </c:pt>
                <c:pt idx="1196">
                  <c:v>2.1528984663686274E-2</c:v>
                </c:pt>
                <c:pt idx="1197">
                  <c:v>1.3945223370445826E-2</c:v>
                </c:pt>
                <c:pt idx="1198">
                  <c:v>1.2347480140523686E-2</c:v>
                </c:pt>
                <c:pt idx="1199">
                  <c:v>1.5236984188294502E-2</c:v>
                </c:pt>
                <c:pt idx="1200">
                  <c:v>1.5215264300945252E-2</c:v>
                </c:pt>
                <c:pt idx="1201">
                  <c:v>1.5220766661832873E-2</c:v>
                </c:pt>
                <c:pt idx="1202">
                  <c:v>1.4645140465279861E-2</c:v>
                </c:pt>
                <c:pt idx="1203">
                  <c:v>1.4629805660827937E-2</c:v>
                </c:pt>
                <c:pt idx="1204">
                  <c:v>1.5864860862356108E-2</c:v>
                </c:pt>
                <c:pt idx="1205">
                  <c:v>1.5458518311285509E-2</c:v>
                </c:pt>
                <c:pt idx="1206">
                  <c:v>1.5420628836138685E-2</c:v>
                </c:pt>
                <c:pt idx="1207">
                  <c:v>1.5839450991224014E-2</c:v>
                </c:pt>
                <c:pt idx="1208">
                  <c:v>1.4620657527514862E-2</c:v>
                </c:pt>
                <c:pt idx="1209">
                  <c:v>1.5309443426315111E-2</c:v>
                </c:pt>
                <c:pt idx="1210">
                  <c:v>1.5129527709758922E-2</c:v>
                </c:pt>
                <c:pt idx="1211">
                  <c:v>1.4884444145896156E-2</c:v>
                </c:pt>
                <c:pt idx="1212">
                  <c:v>1.619863817365385E-2</c:v>
                </c:pt>
                <c:pt idx="1213">
                  <c:v>1.604790623001022E-2</c:v>
                </c:pt>
                <c:pt idx="1214">
                  <c:v>1.6088352035267112E-2</c:v>
                </c:pt>
                <c:pt idx="1215">
                  <c:v>1.5808575355253651E-2</c:v>
                </c:pt>
                <c:pt idx="1216">
                  <c:v>1.5678858871989349E-2</c:v>
                </c:pt>
                <c:pt idx="1217">
                  <c:v>1.5703526126167124E-2</c:v>
                </c:pt>
                <c:pt idx="1218">
                  <c:v>1.3037424446614695E-2</c:v>
                </c:pt>
                <c:pt idx="1219">
                  <c:v>1.373939736670482E-2</c:v>
                </c:pt>
                <c:pt idx="1220">
                  <c:v>1.3908349408102075E-2</c:v>
                </c:pt>
                <c:pt idx="1221">
                  <c:v>1.4291129724899935E-2</c:v>
                </c:pt>
                <c:pt idx="1222">
                  <c:v>1.4296439479456609E-2</c:v>
                </c:pt>
                <c:pt idx="1223">
                  <c:v>1.2442105767479679E-2</c:v>
                </c:pt>
                <c:pt idx="1224">
                  <c:v>1.2401449684461104E-2</c:v>
                </c:pt>
                <c:pt idx="1225">
                  <c:v>1.2862499730485198E-2</c:v>
                </c:pt>
                <c:pt idx="1226">
                  <c:v>1.2309477426608895E-2</c:v>
                </c:pt>
                <c:pt idx="1227">
                  <c:v>1.2452416223512484E-2</c:v>
                </c:pt>
                <c:pt idx="1228">
                  <c:v>1.1874069265063991E-2</c:v>
                </c:pt>
                <c:pt idx="1229">
                  <c:v>1.0916061958940142E-2</c:v>
                </c:pt>
                <c:pt idx="1230">
                  <c:v>1.0999965776092489E-2</c:v>
                </c:pt>
                <c:pt idx="1231">
                  <c:v>9.3225974601826838E-3</c:v>
                </c:pt>
                <c:pt idx="1232">
                  <c:v>9.3496688418714981E-3</c:v>
                </c:pt>
                <c:pt idx="1233">
                  <c:v>9.3802362005685185E-3</c:v>
                </c:pt>
                <c:pt idx="1234">
                  <c:v>9.3760877234655565E-3</c:v>
                </c:pt>
                <c:pt idx="1235">
                  <c:v>1.0938388453232648E-2</c:v>
                </c:pt>
                <c:pt idx="1236">
                  <c:v>1.1061731904013437E-2</c:v>
                </c:pt>
                <c:pt idx="1237">
                  <c:v>1.1775098776648897E-2</c:v>
                </c:pt>
                <c:pt idx="1238">
                  <c:v>1.1259160103184208E-2</c:v>
                </c:pt>
                <c:pt idx="1239">
                  <c:v>1.0820734021678309E-2</c:v>
                </c:pt>
                <c:pt idx="1240">
                  <c:v>1.0319318397514741E-2</c:v>
                </c:pt>
                <c:pt idx="1241">
                  <c:v>1.0475972483332218E-2</c:v>
                </c:pt>
                <c:pt idx="1242">
                  <c:v>1.1121049913071888E-2</c:v>
                </c:pt>
                <c:pt idx="1243">
                  <c:v>1.1214890212049961E-2</c:v>
                </c:pt>
                <c:pt idx="1244">
                  <c:v>1.2553022220618515E-2</c:v>
                </c:pt>
                <c:pt idx="1245">
                  <c:v>1.3519696441677791E-2</c:v>
                </c:pt>
                <c:pt idx="1246">
                  <c:v>1.5322340438290666E-2</c:v>
                </c:pt>
                <c:pt idx="1247">
                  <c:v>1.5506802537889436E-2</c:v>
                </c:pt>
                <c:pt idx="1248">
                  <c:v>1.532911293036437E-2</c:v>
                </c:pt>
                <c:pt idx="1249">
                  <c:v>1.5490083727859658E-2</c:v>
                </c:pt>
                <c:pt idx="1250">
                  <c:v>1.5541971210969771E-2</c:v>
                </c:pt>
                <c:pt idx="1251">
                  <c:v>1.5904283572164692E-2</c:v>
                </c:pt>
                <c:pt idx="1252">
                  <c:v>1.9315477651169938E-2</c:v>
                </c:pt>
                <c:pt idx="1253">
                  <c:v>2.0021135443508715E-2</c:v>
                </c:pt>
                <c:pt idx="1254">
                  <c:v>2.0244433772913337E-2</c:v>
                </c:pt>
                <c:pt idx="1255">
                  <c:v>2.0542863872638255E-2</c:v>
                </c:pt>
                <c:pt idx="1256">
                  <c:v>2.0095630108059905E-2</c:v>
                </c:pt>
                <c:pt idx="1257">
                  <c:v>1.9788943377367883E-2</c:v>
                </c:pt>
                <c:pt idx="1258">
                  <c:v>1.9854810678646133E-2</c:v>
                </c:pt>
                <c:pt idx="1259">
                  <c:v>1.9912396114311427E-2</c:v>
                </c:pt>
                <c:pt idx="1260">
                  <c:v>1.967848303201478E-2</c:v>
                </c:pt>
                <c:pt idx="1261">
                  <c:v>1.8929954963207481E-2</c:v>
                </c:pt>
                <c:pt idx="1262">
                  <c:v>1.9089021465755317E-2</c:v>
                </c:pt>
                <c:pt idx="1263">
                  <c:v>1.8280320822182918E-2</c:v>
                </c:pt>
                <c:pt idx="1264">
                  <c:v>1.7321604703285282E-2</c:v>
                </c:pt>
                <c:pt idx="1265">
                  <c:v>1.5505720122967163E-2</c:v>
                </c:pt>
                <c:pt idx="1266">
                  <c:v>1.571794436369044E-2</c:v>
                </c:pt>
                <c:pt idx="1267">
                  <c:v>1.9629647858315231E-2</c:v>
                </c:pt>
                <c:pt idx="1268">
                  <c:v>2.1120094888740004E-2</c:v>
                </c:pt>
                <c:pt idx="1269">
                  <c:v>2.0953621176822781E-2</c:v>
                </c:pt>
                <c:pt idx="1270">
                  <c:v>2.0849061417922182E-2</c:v>
                </c:pt>
                <c:pt idx="1271">
                  <c:v>1.7084994039881011E-2</c:v>
                </c:pt>
                <c:pt idx="1272">
                  <c:v>1.6838504845133925E-2</c:v>
                </c:pt>
                <c:pt idx="1273">
                  <c:v>1.6905104241847869E-2</c:v>
                </c:pt>
                <c:pt idx="1274">
                  <c:v>1.718784109938799E-2</c:v>
                </c:pt>
                <c:pt idx="1275">
                  <c:v>1.6844692234583965E-2</c:v>
                </c:pt>
                <c:pt idx="1276">
                  <c:v>1.6810646568403451E-2</c:v>
                </c:pt>
                <c:pt idx="1277">
                  <c:v>1.6860612314628341E-2</c:v>
                </c:pt>
                <c:pt idx="1278">
                  <c:v>1.7413922422667885E-2</c:v>
                </c:pt>
                <c:pt idx="1279">
                  <c:v>1.7743246139508527E-2</c:v>
                </c:pt>
                <c:pt idx="1280">
                  <c:v>1.769032624667366E-2</c:v>
                </c:pt>
                <c:pt idx="1281">
                  <c:v>2.1550286456014204E-2</c:v>
                </c:pt>
                <c:pt idx="1282">
                  <c:v>2.4114020264657775E-2</c:v>
                </c:pt>
                <c:pt idx="1283">
                  <c:v>2.4104170373690562E-2</c:v>
                </c:pt>
                <c:pt idx="1284">
                  <c:v>2.4488309051903117E-2</c:v>
                </c:pt>
                <c:pt idx="1285">
                  <c:v>2.5463936900104796E-2</c:v>
                </c:pt>
                <c:pt idx="1286">
                  <c:v>2.3288447288833461E-2</c:v>
                </c:pt>
                <c:pt idx="1287">
                  <c:v>2.2394896773977154E-2</c:v>
                </c:pt>
                <c:pt idx="1288">
                  <c:v>2.2585535515496958E-2</c:v>
                </c:pt>
                <c:pt idx="1289">
                  <c:v>2.2600979514264371E-2</c:v>
                </c:pt>
                <c:pt idx="1290">
                  <c:v>2.2084464100236494E-2</c:v>
                </c:pt>
                <c:pt idx="1291">
                  <c:v>2.2361142218346505E-2</c:v>
                </c:pt>
                <c:pt idx="1292">
                  <c:v>2.1878930657965832E-2</c:v>
                </c:pt>
                <c:pt idx="1293">
                  <c:v>2.1873529324598587E-2</c:v>
                </c:pt>
                <c:pt idx="1294">
                  <c:v>2.2470197835232662E-2</c:v>
                </c:pt>
                <c:pt idx="1295">
                  <c:v>2.2774001001763362E-2</c:v>
                </c:pt>
                <c:pt idx="1296">
                  <c:v>2.2683658268718942E-2</c:v>
                </c:pt>
                <c:pt idx="1297">
                  <c:v>2.3075860997716264E-2</c:v>
                </c:pt>
                <c:pt idx="1298">
                  <c:v>2.2935805504965403E-2</c:v>
                </c:pt>
                <c:pt idx="1299">
                  <c:v>2.3250107716216894E-2</c:v>
                </c:pt>
                <c:pt idx="1300">
                  <c:v>1.9342797366291853E-2</c:v>
                </c:pt>
                <c:pt idx="1301">
                  <c:v>1.7143913288910299E-2</c:v>
                </c:pt>
                <c:pt idx="1302">
                  <c:v>1.7135711374354188E-2</c:v>
                </c:pt>
                <c:pt idx="1303">
                  <c:v>1.6895917877322007E-2</c:v>
                </c:pt>
                <c:pt idx="1304">
                  <c:v>1.4856385496416992E-2</c:v>
                </c:pt>
                <c:pt idx="1305">
                  <c:v>1.412411365471394E-2</c:v>
                </c:pt>
                <c:pt idx="1306">
                  <c:v>1.3824114568273345E-2</c:v>
                </c:pt>
                <c:pt idx="1307">
                  <c:v>1.4082825804079869E-2</c:v>
                </c:pt>
                <c:pt idx="1308">
                  <c:v>1.412674583867797E-2</c:v>
                </c:pt>
                <c:pt idx="1309">
                  <c:v>1.3845019271174897E-2</c:v>
                </c:pt>
                <c:pt idx="1310">
                  <c:v>1.2904031773302019E-2</c:v>
                </c:pt>
                <c:pt idx="1311">
                  <c:v>1.3781354399790641E-2</c:v>
                </c:pt>
                <c:pt idx="1312">
                  <c:v>1.4493784405652155E-2</c:v>
                </c:pt>
                <c:pt idx="1313">
                  <c:v>1.3466539322770305E-2</c:v>
                </c:pt>
                <c:pt idx="1314">
                  <c:v>1.3271715643756765E-2</c:v>
                </c:pt>
                <c:pt idx="1315">
                  <c:v>1.3141421758238955E-2</c:v>
                </c:pt>
                <c:pt idx="1316">
                  <c:v>1.6219175647464321E-2</c:v>
                </c:pt>
                <c:pt idx="1317">
                  <c:v>1.851402881108943E-2</c:v>
                </c:pt>
                <c:pt idx="1318">
                  <c:v>1.8189006880753374E-2</c:v>
                </c:pt>
                <c:pt idx="1319">
                  <c:v>1.7983944743848224E-2</c:v>
                </c:pt>
                <c:pt idx="1320">
                  <c:v>1.7561790453385052E-2</c:v>
                </c:pt>
                <c:pt idx="1321">
                  <c:v>1.755513754154293E-2</c:v>
                </c:pt>
                <c:pt idx="1322">
                  <c:v>1.7317662883535066E-2</c:v>
                </c:pt>
                <c:pt idx="1323">
                  <c:v>1.7314484085196029E-2</c:v>
                </c:pt>
                <c:pt idx="1324">
                  <c:v>1.7327749000903881E-2</c:v>
                </c:pt>
                <c:pt idx="1325">
                  <c:v>1.7288243855072053E-2</c:v>
                </c:pt>
                <c:pt idx="1326">
                  <c:v>1.7561988719560148E-2</c:v>
                </c:pt>
                <c:pt idx="1327">
                  <c:v>1.7502035892560986E-2</c:v>
                </c:pt>
                <c:pt idx="1328">
                  <c:v>1.7499839398412192E-2</c:v>
                </c:pt>
                <c:pt idx="1329">
                  <c:v>1.7803539781144954E-2</c:v>
                </c:pt>
                <c:pt idx="1330">
                  <c:v>1.7578009810410949E-2</c:v>
                </c:pt>
                <c:pt idx="1331">
                  <c:v>1.7756636213158431E-2</c:v>
                </c:pt>
                <c:pt idx="1332">
                  <c:v>1.7824431648989454E-2</c:v>
                </c:pt>
                <c:pt idx="1333">
                  <c:v>1.8108182703120299E-2</c:v>
                </c:pt>
                <c:pt idx="1334">
                  <c:v>1.8103360613629403E-2</c:v>
                </c:pt>
                <c:pt idx="1335">
                  <c:v>1.3418133524242426E-2</c:v>
                </c:pt>
                <c:pt idx="1336">
                  <c:v>1.1609783594916649E-2</c:v>
                </c:pt>
                <c:pt idx="1337">
                  <c:v>1.1604420434791611E-2</c:v>
                </c:pt>
                <c:pt idx="1338">
                  <c:v>1.1596681582175306E-2</c:v>
                </c:pt>
                <c:pt idx="1339">
                  <c:v>1.1507561377001176E-2</c:v>
                </c:pt>
                <c:pt idx="1340">
                  <c:v>1.1395504343969376E-2</c:v>
                </c:pt>
                <c:pt idx="1341">
                  <c:v>1.5374113629409089E-2</c:v>
                </c:pt>
                <c:pt idx="1342">
                  <c:v>1.5686018120116569E-2</c:v>
                </c:pt>
                <c:pt idx="1343">
                  <c:v>1.5622496406887001E-2</c:v>
                </c:pt>
                <c:pt idx="1344">
                  <c:v>1.5551474342961341E-2</c:v>
                </c:pt>
                <c:pt idx="1345">
                  <c:v>1.4432809893837868E-2</c:v>
                </c:pt>
                <c:pt idx="1346">
                  <c:v>1.4379310134449281E-2</c:v>
                </c:pt>
                <c:pt idx="1347">
                  <c:v>1.4447845500726357E-2</c:v>
                </c:pt>
                <c:pt idx="1348">
                  <c:v>1.3687081613428173E-2</c:v>
                </c:pt>
                <c:pt idx="1349">
                  <c:v>1.369692313807775E-2</c:v>
                </c:pt>
                <c:pt idx="1350">
                  <c:v>1.3826970233242102E-2</c:v>
                </c:pt>
                <c:pt idx="1351">
                  <c:v>1.3532442251221306E-2</c:v>
                </c:pt>
                <c:pt idx="1352">
                  <c:v>1.3173830543462588E-2</c:v>
                </c:pt>
                <c:pt idx="1353">
                  <c:v>1.328286044545572E-2</c:v>
                </c:pt>
                <c:pt idx="1354">
                  <c:v>1.34447861862766E-2</c:v>
                </c:pt>
                <c:pt idx="1355">
                  <c:v>1.3324307311738752E-2</c:v>
                </c:pt>
                <c:pt idx="1356">
                  <c:v>1.3771803618203116E-2</c:v>
                </c:pt>
                <c:pt idx="1357">
                  <c:v>1.3911013207258916E-2</c:v>
                </c:pt>
                <c:pt idx="1358">
                  <c:v>1.3967983275656012E-2</c:v>
                </c:pt>
                <c:pt idx="1359">
                  <c:v>1.4385493493948043E-2</c:v>
                </c:pt>
                <c:pt idx="1360">
                  <c:v>1.263530839072724E-2</c:v>
                </c:pt>
                <c:pt idx="1361">
                  <c:v>1.2353080711590523E-2</c:v>
                </c:pt>
                <c:pt idx="1362">
                  <c:v>1.1789121239616169E-2</c:v>
                </c:pt>
                <c:pt idx="1363">
                  <c:v>1.1841677481614495E-2</c:v>
                </c:pt>
                <c:pt idx="1364">
                  <c:v>1.219783256366043E-2</c:v>
                </c:pt>
                <c:pt idx="1365">
                  <c:v>1.2969451216228299E-2</c:v>
                </c:pt>
                <c:pt idx="1366">
                  <c:v>1.3704128123725784E-2</c:v>
                </c:pt>
                <c:pt idx="1367">
                  <c:v>1.3783685778572488E-2</c:v>
                </c:pt>
                <c:pt idx="1368">
                  <c:v>1.4048497601531785E-2</c:v>
                </c:pt>
                <c:pt idx="1369">
                  <c:v>1.2659454756785069E-2</c:v>
                </c:pt>
                <c:pt idx="1370">
                  <c:v>1.7923929784526976E-2</c:v>
                </c:pt>
                <c:pt idx="1371">
                  <c:v>1.7941549340927503E-2</c:v>
                </c:pt>
                <c:pt idx="1372">
                  <c:v>1.8390707268567921E-2</c:v>
                </c:pt>
                <c:pt idx="1373">
                  <c:v>1.8111784766841558E-2</c:v>
                </c:pt>
                <c:pt idx="1374">
                  <c:v>1.814438638371655E-2</c:v>
                </c:pt>
                <c:pt idx="1375">
                  <c:v>1.8116720509688954E-2</c:v>
                </c:pt>
                <c:pt idx="1376">
                  <c:v>1.8085144618459226E-2</c:v>
                </c:pt>
                <c:pt idx="1377">
                  <c:v>1.8111622067841449E-2</c:v>
                </c:pt>
                <c:pt idx="1378">
                  <c:v>1.7812211571215642E-2</c:v>
                </c:pt>
                <c:pt idx="1379">
                  <c:v>1.6615083576547712E-2</c:v>
                </c:pt>
                <c:pt idx="1380">
                  <c:v>1.6850885352823468E-2</c:v>
                </c:pt>
                <c:pt idx="1381">
                  <c:v>1.6851768263041154E-2</c:v>
                </c:pt>
                <c:pt idx="1382">
                  <c:v>1.6904109891597661E-2</c:v>
                </c:pt>
                <c:pt idx="1383">
                  <c:v>1.7281547386936696E-2</c:v>
                </c:pt>
                <c:pt idx="1384">
                  <c:v>1.6585148505878392E-2</c:v>
                </c:pt>
                <c:pt idx="1385">
                  <c:v>1.6120706856415243E-2</c:v>
                </c:pt>
                <c:pt idx="1386">
                  <c:v>1.6478752931728465E-2</c:v>
                </c:pt>
                <c:pt idx="1387">
                  <c:v>1.6295397894289847E-2</c:v>
                </c:pt>
                <c:pt idx="1388">
                  <c:v>1.6502336710397948E-2</c:v>
                </c:pt>
                <c:pt idx="1389">
                  <c:v>1.1704946881642446E-2</c:v>
                </c:pt>
                <c:pt idx="1390">
                  <c:v>1.1699379618969736E-2</c:v>
                </c:pt>
                <c:pt idx="1391">
                  <c:v>1.1124894538493836E-2</c:v>
                </c:pt>
                <c:pt idx="1392">
                  <c:v>1.1090709247820619E-2</c:v>
                </c:pt>
                <c:pt idx="1393">
                  <c:v>1.099317717970312E-2</c:v>
                </c:pt>
                <c:pt idx="1394">
                  <c:v>1.1654947064121842E-2</c:v>
                </c:pt>
                <c:pt idx="1395">
                  <c:v>1.1615365591973445E-2</c:v>
                </c:pt>
                <c:pt idx="1396">
                  <c:v>1.170522638494944E-2</c:v>
                </c:pt>
                <c:pt idx="1397">
                  <c:v>1.176783577636401E-2</c:v>
                </c:pt>
                <c:pt idx="1398">
                  <c:v>1.2203109812853398E-2</c:v>
                </c:pt>
                <c:pt idx="1399">
                  <c:v>1.1767436955880027E-2</c:v>
                </c:pt>
                <c:pt idx="1400">
                  <c:v>1.2745795978969616E-2</c:v>
                </c:pt>
                <c:pt idx="1401">
                  <c:v>1.2591873041817929E-2</c:v>
                </c:pt>
                <c:pt idx="1402">
                  <c:v>1.1746282417456967E-2</c:v>
                </c:pt>
                <c:pt idx="1403">
                  <c:v>1.1856875790192019E-2</c:v>
                </c:pt>
                <c:pt idx="1404">
                  <c:v>1.2045352681968966E-2</c:v>
                </c:pt>
                <c:pt idx="1405">
                  <c:v>1.1919209762799867E-2</c:v>
                </c:pt>
                <c:pt idx="1406">
                  <c:v>1.1724042467656664E-2</c:v>
                </c:pt>
                <c:pt idx="1407">
                  <c:v>1.1515267248687828E-2</c:v>
                </c:pt>
                <c:pt idx="1408">
                  <c:v>1.1059410759484677E-2</c:v>
                </c:pt>
                <c:pt idx="1409">
                  <c:v>1.193663013926813E-2</c:v>
                </c:pt>
                <c:pt idx="1410">
                  <c:v>1.1698844702651865E-2</c:v>
                </c:pt>
                <c:pt idx="1411">
                  <c:v>1.2793046544133319E-2</c:v>
                </c:pt>
                <c:pt idx="1412">
                  <c:v>1.2497368211984919E-2</c:v>
                </c:pt>
                <c:pt idx="1413">
                  <c:v>1.202719444762417E-2</c:v>
                </c:pt>
                <c:pt idx="1414">
                  <c:v>1.3249904475195957E-2</c:v>
                </c:pt>
                <c:pt idx="1415">
                  <c:v>1.2722139068487733E-2</c:v>
                </c:pt>
                <c:pt idx="1416">
                  <c:v>1.2975469788817692E-2</c:v>
                </c:pt>
                <c:pt idx="1417">
                  <c:v>1.1887155657103136E-2</c:v>
                </c:pt>
                <c:pt idx="1418">
                  <c:v>1.1583184618718649E-2</c:v>
                </c:pt>
                <c:pt idx="1419">
                  <c:v>1.1209721278913447E-2</c:v>
                </c:pt>
                <c:pt idx="1420">
                  <c:v>1.1236920049342892E-2</c:v>
                </c:pt>
                <c:pt idx="1421">
                  <c:v>1.1189263455860608E-2</c:v>
                </c:pt>
                <c:pt idx="1422">
                  <c:v>1.0794200270824209E-2</c:v>
                </c:pt>
                <c:pt idx="1423">
                  <c:v>1.1482537289697638E-2</c:v>
                </c:pt>
                <c:pt idx="1424">
                  <c:v>1.1292084351295525E-2</c:v>
                </c:pt>
                <c:pt idx="1425">
                  <c:v>1.1205284823990188E-2</c:v>
                </c:pt>
                <c:pt idx="1426">
                  <c:v>1.2775293801651377E-2</c:v>
                </c:pt>
                <c:pt idx="1427">
                  <c:v>1.2890580656831406E-2</c:v>
                </c:pt>
                <c:pt idx="1428">
                  <c:v>1.2627586733417471E-2</c:v>
                </c:pt>
                <c:pt idx="1429">
                  <c:v>1.2816654440728013E-2</c:v>
                </c:pt>
                <c:pt idx="1430">
                  <c:v>1.216008679351185E-2</c:v>
                </c:pt>
                <c:pt idx="1431">
                  <c:v>1.2087118567945875E-2</c:v>
                </c:pt>
                <c:pt idx="1432">
                  <c:v>1.2103945007967831E-2</c:v>
                </c:pt>
                <c:pt idx="1433">
                  <c:v>1.1077556470604145E-2</c:v>
                </c:pt>
                <c:pt idx="1434">
                  <c:v>1.0965505137817902E-2</c:v>
                </c:pt>
                <c:pt idx="1435">
                  <c:v>1.0655488451671271E-2</c:v>
                </c:pt>
                <c:pt idx="1436">
                  <c:v>1.0374991372487131E-2</c:v>
                </c:pt>
                <c:pt idx="1437">
                  <c:v>1.0186057900751102E-2</c:v>
                </c:pt>
                <c:pt idx="1438">
                  <c:v>1.1012470872333409E-2</c:v>
                </c:pt>
                <c:pt idx="1439">
                  <c:v>1.1019071083611337E-2</c:v>
                </c:pt>
                <c:pt idx="1440">
                  <c:v>1.0794116247457368E-2</c:v>
                </c:pt>
                <c:pt idx="1441">
                  <c:v>1.0794661159764954E-2</c:v>
                </c:pt>
                <c:pt idx="1442">
                  <c:v>9.6922154931267969E-3</c:v>
                </c:pt>
                <c:pt idx="1443">
                  <c:v>9.6550291518108892E-3</c:v>
                </c:pt>
                <c:pt idx="1444">
                  <c:v>9.658824238993606E-3</c:v>
                </c:pt>
                <c:pt idx="1445">
                  <c:v>6.4315033137156445E-3</c:v>
                </c:pt>
                <c:pt idx="1446">
                  <c:v>6.4104336152305576E-3</c:v>
                </c:pt>
                <c:pt idx="1447">
                  <c:v>6.7497701979299567E-3</c:v>
                </c:pt>
                <c:pt idx="1448">
                  <c:v>6.0590785522692831E-3</c:v>
                </c:pt>
                <c:pt idx="1449">
                  <c:v>6.6629788235798623E-3</c:v>
                </c:pt>
                <c:pt idx="1450">
                  <c:v>7.0832736517227098E-3</c:v>
                </c:pt>
                <c:pt idx="1451">
                  <c:v>7.3076648076572659E-3</c:v>
                </c:pt>
                <c:pt idx="1452">
                  <c:v>7.5414597117008262E-3</c:v>
                </c:pt>
                <c:pt idx="1453">
                  <c:v>7.5596359733786176E-3</c:v>
                </c:pt>
                <c:pt idx="1454">
                  <c:v>7.4697290880220268E-3</c:v>
                </c:pt>
                <c:pt idx="1455">
                  <c:v>7.5474968766419013E-3</c:v>
                </c:pt>
                <c:pt idx="1456">
                  <c:v>7.4851280438041528E-3</c:v>
                </c:pt>
                <c:pt idx="1457">
                  <c:v>7.1912056976786284E-3</c:v>
                </c:pt>
                <c:pt idx="1458">
                  <c:v>7.5069272528841399E-3</c:v>
                </c:pt>
                <c:pt idx="1459">
                  <c:v>7.6225299004156156E-3</c:v>
                </c:pt>
                <c:pt idx="1460">
                  <c:v>7.6552845906366134E-3</c:v>
                </c:pt>
                <c:pt idx="1461">
                  <c:v>7.9118345977590432E-3</c:v>
                </c:pt>
                <c:pt idx="1462">
                  <c:v>8.0195493524722414E-3</c:v>
                </c:pt>
                <c:pt idx="1463">
                  <c:v>8.0211687713251413E-3</c:v>
                </c:pt>
                <c:pt idx="1464">
                  <c:v>8.0058598526987542E-3</c:v>
                </c:pt>
                <c:pt idx="1465">
                  <c:v>7.8415664013341373E-3</c:v>
                </c:pt>
                <c:pt idx="1466">
                  <c:v>7.7503027086919434E-3</c:v>
                </c:pt>
                <c:pt idx="1467">
                  <c:v>8.0009736050876985E-3</c:v>
                </c:pt>
                <c:pt idx="1468">
                  <c:v>7.7797110184614389E-3</c:v>
                </c:pt>
                <c:pt idx="1469">
                  <c:v>7.6530922751713469E-3</c:v>
                </c:pt>
                <c:pt idx="1470">
                  <c:v>6.8170871614173095E-3</c:v>
                </c:pt>
                <c:pt idx="1471">
                  <c:v>6.4100099632927897E-3</c:v>
                </c:pt>
                <c:pt idx="1472">
                  <c:v>6.7068658221070537E-3</c:v>
                </c:pt>
                <c:pt idx="1473">
                  <c:v>6.7155645615137212E-3</c:v>
                </c:pt>
                <c:pt idx="1474">
                  <c:v>7.2464896976717494E-3</c:v>
                </c:pt>
                <c:pt idx="1475">
                  <c:v>7.6939245746952892E-3</c:v>
                </c:pt>
                <c:pt idx="1476">
                  <c:v>7.5653600795763439E-3</c:v>
                </c:pt>
                <c:pt idx="1477">
                  <c:v>7.1382981678128343E-3</c:v>
                </c:pt>
                <c:pt idx="1478">
                  <c:v>1.2283829555030787E-2</c:v>
                </c:pt>
                <c:pt idx="1479">
                  <c:v>1.2293627570270096E-2</c:v>
                </c:pt>
                <c:pt idx="1480">
                  <c:v>1.2056545554305664E-2</c:v>
                </c:pt>
                <c:pt idx="1481">
                  <c:v>1.5084272780942057E-2</c:v>
                </c:pt>
                <c:pt idx="1482">
                  <c:v>1.5399434935342593E-2</c:v>
                </c:pt>
                <c:pt idx="1483">
                  <c:v>1.528680340984501E-2</c:v>
                </c:pt>
                <c:pt idx="1484">
                  <c:v>1.5289039652356609E-2</c:v>
                </c:pt>
                <c:pt idx="1485">
                  <c:v>1.5002151203072422E-2</c:v>
                </c:pt>
                <c:pt idx="1486">
                  <c:v>1.4938595335921439E-2</c:v>
                </c:pt>
                <c:pt idx="1487">
                  <c:v>1.4975774939540146E-2</c:v>
                </c:pt>
                <c:pt idx="1488">
                  <c:v>1.5341737780647645E-2</c:v>
                </c:pt>
                <c:pt idx="1489">
                  <c:v>1.5452651506805469E-2</c:v>
                </c:pt>
                <c:pt idx="1490">
                  <c:v>1.5495949436733273E-2</c:v>
                </c:pt>
                <c:pt idx="1491">
                  <c:v>1.5274503547575013E-2</c:v>
                </c:pt>
                <c:pt idx="1492">
                  <c:v>1.5365963328989034E-2</c:v>
                </c:pt>
                <c:pt idx="1493">
                  <c:v>1.5104025795564484E-2</c:v>
                </c:pt>
                <c:pt idx="1494">
                  <c:v>1.5820343957974915E-2</c:v>
                </c:pt>
                <c:pt idx="1495">
                  <c:v>1.5827678827991892E-2</c:v>
                </c:pt>
                <c:pt idx="1496">
                  <c:v>1.6292918391905931E-2</c:v>
                </c:pt>
                <c:pt idx="1497">
                  <c:v>1.311593589820915E-2</c:v>
                </c:pt>
                <c:pt idx="1498">
                  <c:v>1.5966478972862297E-2</c:v>
                </c:pt>
                <c:pt idx="1499">
                  <c:v>1.620353700444099E-2</c:v>
                </c:pt>
                <c:pt idx="1500">
                  <c:v>1.3879971029411246E-2</c:v>
                </c:pt>
                <c:pt idx="1501">
                  <c:v>1.3558324546090773E-2</c:v>
                </c:pt>
                <c:pt idx="1502">
                  <c:v>1.3549838364871902E-2</c:v>
                </c:pt>
                <c:pt idx="1503">
                  <c:v>1.3787683966101898E-2</c:v>
                </c:pt>
                <c:pt idx="1504">
                  <c:v>1.3883411018427204E-2</c:v>
                </c:pt>
                <c:pt idx="1505">
                  <c:v>1.3887646706326253E-2</c:v>
                </c:pt>
                <c:pt idx="1506">
                  <c:v>1.3875520595846893E-2</c:v>
                </c:pt>
                <c:pt idx="1507">
                  <c:v>1.3383121991119845E-2</c:v>
                </c:pt>
                <c:pt idx="1508">
                  <c:v>1.3170414690698327E-2</c:v>
                </c:pt>
                <c:pt idx="1509">
                  <c:v>1.303122679121943E-2</c:v>
                </c:pt>
                <c:pt idx="1510">
                  <c:v>1.3217773395318801E-2</c:v>
                </c:pt>
                <c:pt idx="1511">
                  <c:v>1.3307043928858248E-2</c:v>
                </c:pt>
                <c:pt idx="1512">
                  <c:v>1.3321549357124702E-2</c:v>
                </c:pt>
                <c:pt idx="1513">
                  <c:v>1.1527953572314916E-2</c:v>
                </c:pt>
                <c:pt idx="1514">
                  <c:v>1.1826499815953705E-2</c:v>
                </c:pt>
                <c:pt idx="1515">
                  <c:v>1.1444623183893646E-2</c:v>
                </c:pt>
                <c:pt idx="1516">
                  <c:v>1.1529277748935408E-2</c:v>
                </c:pt>
                <c:pt idx="1517">
                  <c:v>7.2197107616981211E-3</c:v>
                </c:pt>
                <c:pt idx="1518">
                  <c:v>6.6826386622770963E-3</c:v>
                </c:pt>
                <c:pt idx="1519">
                  <c:v>7.2799498525948315E-3</c:v>
                </c:pt>
                <c:pt idx="1520">
                  <c:v>7.5675160605072527E-3</c:v>
                </c:pt>
                <c:pt idx="1521">
                  <c:v>8.8335551938678088E-3</c:v>
                </c:pt>
                <c:pt idx="1522">
                  <c:v>8.5811710714176655E-3</c:v>
                </c:pt>
                <c:pt idx="1523">
                  <c:v>8.4793834894621497E-3</c:v>
                </c:pt>
                <c:pt idx="1524">
                  <c:v>8.6285978918977605E-3</c:v>
                </c:pt>
                <c:pt idx="1525">
                  <c:v>8.6357563200376297E-3</c:v>
                </c:pt>
                <c:pt idx="1526">
                  <c:v>8.6105921362365483E-3</c:v>
                </c:pt>
                <c:pt idx="1527">
                  <c:v>8.635972492001983E-3</c:v>
                </c:pt>
                <c:pt idx="1528">
                  <c:v>8.8281855745637201E-3</c:v>
                </c:pt>
                <c:pt idx="1529">
                  <c:v>9.1396282317169637E-3</c:v>
                </c:pt>
                <c:pt idx="1530">
                  <c:v>9.34005526974745E-3</c:v>
                </c:pt>
                <c:pt idx="1531">
                  <c:v>9.3104144390183628E-3</c:v>
                </c:pt>
                <c:pt idx="1532">
                  <c:v>9.8350167788051595E-3</c:v>
                </c:pt>
                <c:pt idx="1533">
                  <c:v>9.7015868228356918E-3</c:v>
                </c:pt>
                <c:pt idx="1534">
                  <c:v>9.8684148798813629E-3</c:v>
                </c:pt>
                <c:pt idx="1535">
                  <c:v>9.6257060585675635E-3</c:v>
                </c:pt>
                <c:pt idx="1536">
                  <c:v>9.9938257997260697E-3</c:v>
                </c:pt>
                <c:pt idx="1537">
                  <c:v>9.6845142907218094E-3</c:v>
                </c:pt>
                <c:pt idx="1538">
                  <c:v>8.6303732274561826E-3</c:v>
                </c:pt>
                <c:pt idx="1539">
                  <c:v>8.7117252705859998E-3</c:v>
                </c:pt>
                <c:pt idx="1540">
                  <c:v>7.6615356643780462E-3</c:v>
                </c:pt>
                <c:pt idx="1541">
                  <c:v>7.6948275306304168E-3</c:v>
                </c:pt>
                <c:pt idx="1542">
                  <c:v>7.6574296300794004E-3</c:v>
                </c:pt>
                <c:pt idx="1543">
                  <c:v>8.2257573620669096E-3</c:v>
                </c:pt>
                <c:pt idx="1544">
                  <c:v>8.3839589945651112E-3</c:v>
                </c:pt>
                <c:pt idx="1545">
                  <c:v>8.4723789272877457E-3</c:v>
                </c:pt>
                <c:pt idx="1546">
                  <c:v>8.2614893434973784E-3</c:v>
                </c:pt>
                <c:pt idx="1547">
                  <c:v>9.0384259095813053E-3</c:v>
                </c:pt>
                <c:pt idx="1548">
                  <c:v>9.8973519357161751E-3</c:v>
                </c:pt>
                <c:pt idx="1549">
                  <c:v>9.7314011376807841E-3</c:v>
                </c:pt>
                <c:pt idx="1550">
                  <c:v>1.0194567026791338E-2</c:v>
                </c:pt>
                <c:pt idx="1551">
                  <c:v>1.0497041404685829E-2</c:v>
                </c:pt>
                <c:pt idx="1552">
                  <c:v>1.1406385719122843E-2</c:v>
                </c:pt>
                <c:pt idx="1553">
                  <c:v>1.1223158270196678E-2</c:v>
                </c:pt>
                <c:pt idx="1554">
                  <c:v>1.1117330545987082E-2</c:v>
                </c:pt>
                <c:pt idx="1555">
                  <c:v>1.0847651378572794E-2</c:v>
                </c:pt>
                <c:pt idx="1556">
                  <c:v>1.1818925125448547E-2</c:v>
                </c:pt>
                <c:pt idx="1557">
                  <c:v>1.1887271436580004E-2</c:v>
                </c:pt>
                <c:pt idx="1558">
                  <c:v>1.2375799721298045E-2</c:v>
                </c:pt>
                <c:pt idx="1559">
                  <c:v>1.2394028737169148E-2</c:v>
                </c:pt>
                <c:pt idx="1560">
                  <c:v>1.2276798327160455E-2</c:v>
                </c:pt>
                <c:pt idx="1561">
                  <c:v>1.2276841017499387E-2</c:v>
                </c:pt>
                <c:pt idx="1562">
                  <c:v>1.1950802189899997E-2</c:v>
                </c:pt>
                <c:pt idx="1563">
                  <c:v>1.1889813729308951E-2</c:v>
                </c:pt>
                <c:pt idx="1564">
                  <c:v>1.2046557866046616E-2</c:v>
                </c:pt>
                <c:pt idx="1565">
                  <c:v>1.2167731676222525E-2</c:v>
                </c:pt>
                <c:pt idx="1566">
                  <c:v>1.1341803883238345E-2</c:v>
                </c:pt>
                <c:pt idx="1567">
                  <c:v>1.3211426314981841E-2</c:v>
                </c:pt>
                <c:pt idx="1568">
                  <c:v>1.3201391657220177E-2</c:v>
                </c:pt>
                <c:pt idx="1569">
                  <c:v>1.3464799412438324E-2</c:v>
                </c:pt>
                <c:pt idx="1570">
                  <c:v>1.3022871406054482E-2</c:v>
                </c:pt>
                <c:pt idx="1571">
                  <c:v>1.2753484832923902E-2</c:v>
                </c:pt>
                <c:pt idx="1572">
                  <c:v>1.2773082687202741E-2</c:v>
                </c:pt>
                <c:pt idx="1573">
                  <c:v>1.2659809538532825E-2</c:v>
                </c:pt>
                <c:pt idx="1574">
                  <c:v>1.2608973249236355E-2</c:v>
                </c:pt>
                <c:pt idx="1575">
                  <c:v>1.1542875409007374E-2</c:v>
                </c:pt>
                <c:pt idx="1576">
                  <c:v>1.16109593685991E-2</c:v>
                </c:pt>
                <c:pt idx="1577">
                  <c:v>1.1541218308768472E-2</c:v>
                </c:pt>
                <c:pt idx="1578">
                  <c:v>1.1582700562315125E-2</c:v>
                </c:pt>
                <c:pt idx="1579">
                  <c:v>1.1504202297509114E-2</c:v>
                </c:pt>
                <c:pt idx="1580">
                  <c:v>1.146871945467727E-2</c:v>
                </c:pt>
                <c:pt idx="1581">
                  <c:v>1.1454419655868672E-2</c:v>
                </c:pt>
                <c:pt idx="1582">
                  <c:v>1.1758258614611404E-2</c:v>
                </c:pt>
                <c:pt idx="1583">
                  <c:v>1.1425209400914602E-2</c:v>
                </c:pt>
                <c:pt idx="1584">
                  <c:v>1.117773858906013E-2</c:v>
                </c:pt>
                <c:pt idx="1585">
                  <c:v>1.202708785329535E-2</c:v>
                </c:pt>
                <c:pt idx="1586">
                  <c:v>9.711436482040087E-3</c:v>
                </c:pt>
                <c:pt idx="1587">
                  <c:v>1.0228677321579097E-2</c:v>
                </c:pt>
                <c:pt idx="1588">
                  <c:v>1.0371000675753951E-2</c:v>
                </c:pt>
                <c:pt idx="1589">
                  <c:v>1.0837641096359889E-2</c:v>
                </c:pt>
                <c:pt idx="1590">
                  <c:v>1.0392024898917315E-2</c:v>
                </c:pt>
                <c:pt idx="1591">
                  <c:v>1.1011051336908852E-2</c:v>
                </c:pt>
                <c:pt idx="1592">
                  <c:v>1.1625451965630026E-2</c:v>
                </c:pt>
                <c:pt idx="1593">
                  <c:v>1.3317851450675332E-2</c:v>
                </c:pt>
                <c:pt idx="1594">
                  <c:v>1.3352649091010631E-2</c:v>
                </c:pt>
                <c:pt idx="1595">
                  <c:v>1.3353379708051243E-2</c:v>
                </c:pt>
                <c:pt idx="1596">
                  <c:v>1.3318035588400553E-2</c:v>
                </c:pt>
                <c:pt idx="1597">
                  <c:v>1.344926794196742E-2</c:v>
                </c:pt>
                <c:pt idx="1598">
                  <c:v>1.3600214770215776E-2</c:v>
                </c:pt>
                <c:pt idx="1599">
                  <c:v>1.3581746787879939E-2</c:v>
                </c:pt>
                <c:pt idx="1600">
                  <c:v>1.3836194698837265E-2</c:v>
                </c:pt>
                <c:pt idx="1601">
                  <c:v>1.3750718159947408E-2</c:v>
                </c:pt>
                <c:pt idx="1602">
                  <c:v>1.3911353509859892E-2</c:v>
                </c:pt>
                <c:pt idx="1603">
                  <c:v>1.4354067207174631E-2</c:v>
                </c:pt>
                <c:pt idx="1604">
                  <c:v>1.4042740623280219E-2</c:v>
                </c:pt>
                <c:pt idx="1605">
                  <c:v>1.4079054144208765E-2</c:v>
                </c:pt>
                <c:pt idx="1606">
                  <c:v>1.4078372966525197E-2</c:v>
                </c:pt>
                <c:pt idx="1607">
                  <c:v>1.3565524958935092E-2</c:v>
                </c:pt>
                <c:pt idx="1608">
                  <c:v>1.292942634113395E-2</c:v>
                </c:pt>
                <c:pt idx="1609">
                  <c:v>1.5997148952114005E-2</c:v>
                </c:pt>
                <c:pt idx="1610">
                  <c:v>1.7410919156310024E-2</c:v>
                </c:pt>
                <c:pt idx="1611">
                  <c:v>1.7657825624651544E-2</c:v>
                </c:pt>
                <c:pt idx="1612">
                  <c:v>1.5988031768398529E-2</c:v>
                </c:pt>
                <c:pt idx="1613">
                  <c:v>1.5737690077393764E-2</c:v>
                </c:pt>
                <c:pt idx="1614">
                  <c:v>1.5873096790077843E-2</c:v>
                </c:pt>
                <c:pt idx="1615">
                  <c:v>1.7280653074710148E-2</c:v>
                </c:pt>
                <c:pt idx="1616">
                  <c:v>1.7894602526577739E-2</c:v>
                </c:pt>
                <c:pt idx="1617">
                  <c:v>1.8025821473428509E-2</c:v>
                </c:pt>
                <c:pt idx="1618">
                  <c:v>1.87710169381488E-2</c:v>
                </c:pt>
                <c:pt idx="1619">
                  <c:v>1.8600170141754097E-2</c:v>
                </c:pt>
                <c:pt idx="1620">
                  <c:v>1.793496432873878E-2</c:v>
                </c:pt>
                <c:pt idx="1621">
                  <c:v>1.7925878105811296E-2</c:v>
                </c:pt>
                <c:pt idx="1622">
                  <c:v>1.8221917168657707E-2</c:v>
                </c:pt>
                <c:pt idx="1623">
                  <c:v>1.8252490473127839E-2</c:v>
                </c:pt>
                <c:pt idx="1624">
                  <c:v>1.8243096210713117E-2</c:v>
                </c:pt>
                <c:pt idx="1625">
                  <c:v>1.8005559768278178E-2</c:v>
                </c:pt>
                <c:pt idx="1626">
                  <c:v>1.8034463514831178E-2</c:v>
                </c:pt>
                <c:pt idx="1627">
                  <c:v>1.8068784569681452E-2</c:v>
                </c:pt>
                <c:pt idx="1628">
                  <c:v>1.4622060817504624E-2</c:v>
                </c:pt>
                <c:pt idx="1629">
                  <c:v>1.3101531585364782E-2</c:v>
                </c:pt>
                <c:pt idx="1630">
                  <c:v>1.2230816363433497E-2</c:v>
                </c:pt>
                <c:pt idx="1631">
                  <c:v>1.2149779453251878E-2</c:v>
                </c:pt>
                <c:pt idx="1632">
                  <c:v>1.2023634811371116E-2</c:v>
                </c:pt>
                <c:pt idx="1633">
                  <c:v>1.1120724760461503E-2</c:v>
                </c:pt>
                <c:pt idx="1634">
                  <c:v>1.021044555889896E-2</c:v>
                </c:pt>
                <c:pt idx="1635">
                  <c:v>9.770225987262281E-3</c:v>
                </c:pt>
                <c:pt idx="1636">
                  <c:v>9.7050579688290495E-3</c:v>
                </c:pt>
                <c:pt idx="1637">
                  <c:v>9.1134972758932283E-3</c:v>
                </c:pt>
                <c:pt idx="1638">
                  <c:v>8.943359863232421E-3</c:v>
                </c:pt>
                <c:pt idx="1639">
                  <c:v>9.106739653497186E-3</c:v>
                </c:pt>
                <c:pt idx="1640">
                  <c:v>9.2453804650975014E-3</c:v>
                </c:pt>
                <c:pt idx="1641">
                  <c:v>9.5343306849908233E-3</c:v>
                </c:pt>
                <c:pt idx="1642">
                  <c:v>1.1008695268022579E-2</c:v>
                </c:pt>
                <c:pt idx="1643">
                  <c:v>1.137029600897547E-2</c:v>
                </c:pt>
                <c:pt idx="1644">
                  <c:v>1.1196188957368422E-2</c:v>
                </c:pt>
                <c:pt idx="1645">
                  <c:v>1.1403470611323819E-2</c:v>
                </c:pt>
                <c:pt idx="1646">
                  <c:v>1.1377611651274617E-2</c:v>
                </c:pt>
                <c:pt idx="1647">
                  <c:v>1.0337801197854494E-2</c:v>
                </c:pt>
                <c:pt idx="1648">
                  <c:v>1.1825055219096752E-2</c:v>
                </c:pt>
                <c:pt idx="1649">
                  <c:v>1.1606735359771267E-2</c:v>
                </c:pt>
                <c:pt idx="1650">
                  <c:v>1.2500288215802608E-2</c:v>
                </c:pt>
                <c:pt idx="1651">
                  <c:v>1.254362255406689E-2</c:v>
                </c:pt>
                <c:pt idx="1652">
                  <c:v>1.2489722147407073E-2</c:v>
                </c:pt>
                <c:pt idx="1653">
                  <c:v>1.2515200232676731E-2</c:v>
                </c:pt>
                <c:pt idx="1654">
                  <c:v>1.3778718342339345E-2</c:v>
                </c:pt>
                <c:pt idx="1655">
                  <c:v>1.3790093376095531E-2</c:v>
                </c:pt>
                <c:pt idx="1656">
                  <c:v>1.4073643192041373E-2</c:v>
                </c:pt>
                <c:pt idx="1657">
                  <c:v>1.4536932025962311E-2</c:v>
                </c:pt>
                <c:pt idx="1658">
                  <c:v>1.5182062711388427E-2</c:v>
                </c:pt>
                <c:pt idx="1659">
                  <c:v>1.6309988201044314E-2</c:v>
                </c:pt>
                <c:pt idx="1660">
                  <c:v>1.6134923468282859E-2</c:v>
                </c:pt>
                <c:pt idx="1661">
                  <c:v>1.5391055892368641E-2</c:v>
                </c:pt>
                <c:pt idx="1662">
                  <c:v>1.4867643388324778E-2</c:v>
                </c:pt>
                <c:pt idx="1663">
                  <c:v>1.5123657100092428E-2</c:v>
                </c:pt>
                <c:pt idx="1664">
                  <c:v>1.4832929317084381E-2</c:v>
                </c:pt>
                <c:pt idx="1665">
                  <c:v>1.478395575876835E-2</c:v>
                </c:pt>
                <c:pt idx="1666">
                  <c:v>1.484005229243523E-2</c:v>
                </c:pt>
                <c:pt idx="1667">
                  <c:v>1.3966412375177225E-2</c:v>
                </c:pt>
                <c:pt idx="1668">
                  <c:v>1.3988165353105403E-2</c:v>
                </c:pt>
                <c:pt idx="1669">
                  <c:v>1.31687002549135E-2</c:v>
                </c:pt>
                <c:pt idx="1670">
                  <c:v>1.2171149115464602E-2</c:v>
                </c:pt>
                <c:pt idx="1671">
                  <c:v>1.2216220377088381E-2</c:v>
                </c:pt>
                <c:pt idx="1672">
                  <c:v>1.2076490859093174E-2</c:v>
                </c:pt>
                <c:pt idx="1673">
                  <c:v>1.114828847751404E-2</c:v>
                </c:pt>
                <c:pt idx="1674">
                  <c:v>1.2143002909941645E-2</c:v>
                </c:pt>
                <c:pt idx="1675">
                  <c:v>1.2032880138792876E-2</c:v>
                </c:pt>
                <c:pt idx="1676">
                  <c:v>1.16155362213746E-2</c:v>
                </c:pt>
                <c:pt idx="1677">
                  <c:v>1.0996994192137233E-2</c:v>
                </c:pt>
                <c:pt idx="1678">
                  <c:v>9.7692584276436005E-3</c:v>
                </c:pt>
                <c:pt idx="1679">
                  <c:v>9.57693369418618E-3</c:v>
                </c:pt>
                <c:pt idx="1680">
                  <c:v>1.1023864698820824E-2</c:v>
                </c:pt>
                <c:pt idx="1681">
                  <c:v>1.1376915831058629E-2</c:v>
                </c:pt>
                <c:pt idx="1682">
                  <c:v>1.1832943304277305E-2</c:v>
                </c:pt>
                <c:pt idx="1683">
                  <c:v>1.1899388969202828E-2</c:v>
                </c:pt>
                <c:pt idx="1684">
                  <c:v>1.1969383387074678E-2</c:v>
                </c:pt>
                <c:pt idx="1685">
                  <c:v>1.1792656413911131E-2</c:v>
                </c:pt>
                <c:pt idx="1686">
                  <c:v>1.1712738238725569E-2</c:v>
                </c:pt>
                <c:pt idx="1687">
                  <c:v>1.1673526111651771E-2</c:v>
                </c:pt>
                <c:pt idx="1688">
                  <c:v>1.1830550760495079E-2</c:v>
                </c:pt>
                <c:pt idx="1689">
                  <c:v>1.1603017028359416E-2</c:v>
                </c:pt>
                <c:pt idx="1690">
                  <c:v>1.1576176425441159E-2</c:v>
                </c:pt>
                <c:pt idx="1691">
                  <c:v>1.1281819087945524E-2</c:v>
                </c:pt>
                <c:pt idx="1692">
                  <c:v>1.1494144551639397E-2</c:v>
                </c:pt>
                <c:pt idx="1693">
                  <c:v>1.0283888795931291E-2</c:v>
                </c:pt>
                <c:pt idx="1694">
                  <c:v>1.0373032925480226E-2</c:v>
                </c:pt>
                <c:pt idx="1695">
                  <c:v>1.0746926031885188E-2</c:v>
                </c:pt>
                <c:pt idx="1696">
                  <c:v>1.0463384096906617E-2</c:v>
                </c:pt>
                <c:pt idx="1697">
                  <c:v>8.8521212897128432E-3</c:v>
                </c:pt>
                <c:pt idx="1698">
                  <c:v>8.8596694115574727E-3</c:v>
                </c:pt>
                <c:pt idx="1699">
                  <c:v>7.7843289400493874E-3</c:v>
                </c:pt>
                <c:pt idx="1700">
                  <c:v>6.748972161981736E-3</c:v>
                </c:pt>
                <c:pt idx="1701">
                  <c:v>6.1476191975124777E-3</c:v>
                </c:pt>
                <c:pt idx="1702">
                  <c:v>6.1577095446297631E-3</c:v>
                </c:pt>
                <c:pt idx="1703">
                  <c:v>6.5317742009830208E-3</c:v>
                </c:pt>
                <c:pt idx="1704">
                  <c:v>6.9031826616215482E-3</c:v>
                </c:pt>
                <c:pt idx="1705">
                  <c:v>8.5080415808820014E-3</c:v>
                </c:pt>
                <c:pt idx="1706">
                  <c:v>8.4324080299296549E-3</c:v>
                </c:pt>
                <c:pt idx="1707">
                  <c:v>8.7869023654141738E-3</c:v>
                </c:pt>
                <c:pt idx="1708">
                  <c:v>8.6864385211662173E-3</c:v>
                </c:pt>
                <c:pt idx="1709">
                  <c:v>8.787368314911382E-3</c:v>
                </c:pt>
                <c:pt idx="1710">
                  <c:v>9.2799131548897407E-3</c:v>
                </c:pt>
                <c:pt idx="1711">
                  <c:v>9.6212362728886492E-3</c:v>
                </c:pt>
                <c:pt idx="1712">
                  <c:v>9.6211191373481754E-3</c:v>
                </c:pt>
                <c:pt idx="1713">
                  <c:v>9.7030611933554278E-3</c:v>
                </c:pt>
                <c:pt idx="1714">
                  <c:v>9.1418008968916446E-3</c:v>
                </c:pt>
                <c:pt idx="1715">
                  <c:v>9.0608400227966297E-3</c:v>
                </c:pt>
                <c:pt idx="1716">
                  <c:v>9.0682245410861704E-3</c:v>
                </c:pt>
                <c:pt idx="1717">
                  <c:v>9.1671926146237905E-3</c:v>
                </c:pt>
                <c:pt idx="1718">
                  <c:v>1.2420961314181514E-2</c:v>
                </c:pt>
                <c:pt idx="1719">
                  <c:v>1.2534396155252288E-2</c:v>
                </c:pt>
                <c:pt idx="1720">
                  <c:v>1.2491572620775908E-2</c:v>
                </c:pt>
                <c:pt idx="1721">
                  <c:v>1.2540018106194125E-2</c:v>
                </c:pt>
                <c:pt idx="1722">
                  <c:v>1.2338517461100602E-2</c:v>
                </c:pt>
                <c:pt idx="1723">
                  <c:v>1.2099838621060286E-2</c:v>
                </c:pt>
                <c:pt idx="1724">
                  <c:v>1.1659745385478022E-2</c:v>
                </c:pt>
                <c:pt idx="1725">
                  <c:v>1.1750628614156013E-2</c:v>
                </c:pt>
                <c:pt idx="1726">
                  <c:v>1.1437545833962235E-2</c:v>
                </c:pt>
                <c:pt idx="1727">
                  <c:v>1.1492180424028917E-2</c:v>
                </c:pt>
                <c:pt idx="1728">
                  <c:v>1.1516326431060101E-2</c:v>
                </c:pt>
                <c:pt idx="1729">
                  <c:v>1.1309423064702411E-2</c:v>
                </c:pt>
                <c:pt idx="1730">
                  <c:v>1.0706453014604336E-2</c:v>
                </c:pt>
                <c:pt idx="1731">
                  <c:v>1.0697366347724654E-2</c:v>
                </c:pt>
                <c:pt idx="1732">
                  <c:v>1.0944027617866578E-2</c:v>
                </c:pt>
                <c:pt idx="1733">
                  <c:v>1.121668538488383E-2</c:v>
                </c:pt>
                <c:pt idx="1734">
                  <c:v>1.1395841344986201E-2</c:v>
                </c:pt>
                <c:pt idx="1735">
                  <c:v>1.1790970350914136E-2</c:v>
                </c:pt>
                <c:pt idx="1736">
                  <c:v>1.1674356813698496E-2</c:v>
                </c:pt>
                <c:pt idx="1737">
                  <c:v>1.118931817089743E-2</c:v>
                </c:pt>
                <c:pt idx="1738">
                  <c:v>1.1777923457938908E-2</c:v>
                </c:pt>
                <c:pt idx="1739">
                  <c:v>1.1866768790654647E-2</c:v>
                </c:pt>
                <c:pt idx="1740">
                  <c:v>1.1830691337688472E-2</c:v>
                </c:pt>
                <c:pt idx="1741">
                  <c:v>1.2544564964511987E-2</c:v>
                </c:pt>
                <c:pt idx="1742">
                  <c:v>1.2897524663626777E-2</c:v>
                </c:pt>
                <c:pt idx="1743">
                  <c:v>1.2208368731968325E-2</c:v>
                </c:pt>
                <c:pt idx="1744">
                  <c:v>1.258378040664746E-2</c:v>
                </c:pt>
                <c:pt idx="1745">
                  <c:v>1.2672919529069449E-2</c:v>
                </c:pt>
                <c:pt idx="1746">
                  <c:v>1.278232648013654E-2</c:v>
                </c:pt>
                <c:pt idx="1747">
                  <c:v>1.2942667072676751E-2</c:v>
                </c:pt>
                <c:pt idx="1748">
                  <c:v>1.3068746236796693E-2</c:v>
                </c:pt>
                <c:pt idx="1749">
                  <c:v>1.3417371267662435E-2</c:v>
                </c:pt>
                <c:pt idx="1750">
                  <c:v>1.3541723141621127E-2</c:v>
                </c:pt>
                <c:pt idx="1751">
                  <c:v>1.3562224265008898E-2</c:v>
                </c:pt>
                <c:pt idx="1752">
                  <c:v>1.3353038821121217E-2</c:v>
                </c:pt>
                <c:pt idx="1753">
                  <c:v>1.3136580087084843E-2</c:v>
                </c:pt>
                <c:pt idx="1754">
                  <c:v>1.250322122237449E-2</c:v>
                </c:pt>
                <c:pt idx="1755">
                  <c:v>1.250822132304372E-2</c:v>
                </c:pt>
                <c:pt idx="1756">
                  <c:v>1.0251623582873721E-2</c:v>
                </c:pt>
                <c:pt idx="1757">
                  <c:v>9.5333063055063495E-3</c:v>
                </c:pt>
                <c:pt idx="1758">
                  <c:v>9.4486669432311907E-3</c:v>
                </c:pt>
                <c:pt idx="1759">
                  <c:v>9.5246314374151046E-3</c:v>
                </c:pt>
                <c:pt idx="1760">
                  <c:v>8.3297764967203338E-3</c:v>
                </c:pt>
                <c:pt idx="1761">
                  <c:v>8.407731267275436E-3</c:v>
                </c:pt>
                <c:pt idx="1762">
                  <c:v>8.4396191293320214E-3</c:v>
                </c:pt>
                <c:pt idx="1763">
                  <c:v>9.200444494850548E-3</c:v>
                </c:pt>
                <c:pt idx="1764">
                  <c:v>8.9486020772290096E-3</c:v>
                </c:pt>
                <c:pt idx="1765">
                  <c:v>8.9102228850069937E-3</c:v>
                </c:pt>
                <c:pt idx="1766">
                  <c:v>8.7745182037080333E-3</c:v>
                </c:pt>
                <c:pt idx="1767">
                  <c:v>8.6563301936230068E-3</c:v>
                </c:pt>
                <c:pt idx="1768">
                  <c:v>8.5177655062758147E-3</c:v>
                </c:pt>
                <c:pt idx="1769">
                  <c:v>9.0567583500068237E-3</c:v>
                </c:pt>
                <c:pt idx="1770">
                  <c:v>8.6612913208171799E-3</c:v>
                </c:pt>
                <c:pt idx="1771">
                  <c:v>8.7145251414959268E-3</c:v>
                </c:pt>
                <c:pt idx="1772">
                  <c:v>8.8323597353367044E-3</c:v>
                </c:pt>
                <c:pt idx="1773">
                  <c:v>9.0065068031077514E-3</c:v>
                </c:pt>
                <c:pt idx="1774">
                  <c:v>9.0515247340602119E-3</c:v>
                </c:pt>
                <c:pt idx="1775">
                  <c:v>9.0928677742902145E-3</c:v>
                </c:pt>
                <c:pt idx="1776">
                  <c:v>9.0482541083681117E-3</c:v>
                </c:pt>
                <c:pt idx="1777">
                  <c:v>8.9874924376152389E-3</c:v>
                </c:pt>
                <c:pt idx="1778">
                  <c:v>8.9851442343226676E-3</c:v>
                </c:pt>
                <c:pt idx="1779">
                  <c:v>8.9309885967770002E-3</c:v>
                </c:pt>
                <c:pt idx="1780">
                  <c:v>8.5503900166919843E-3</c:v>
                </c:pt>
                <c:pt idx="1781">
                  <c:v>8.6484393229130894E-3</c:v>
                </c:pt>
                <c:pt idx="1782">
                  <c:v>7.0383791479147742E-3</c:v>
                </c:pt>
                <c:pt idx="1783">
                  <c:v>7.0561425478569695E-3</c:v>
                </c:pt>
                <c:pt idx="1784">
                  <c:v>7.134817527129334E-3</c:v>
                </c:pt>
                <c:pt idx="1785">
                  <c:v>7.6254706203016456E-3</c:v>
                </c:pt>
                <c:pt idx="1786">
                  <c:v>7.8739794155774732E-3</c:v>
                </c:pt>
                <c:pt idx="1787">
                  <c:v>7.7267392590297541E-3</c:v>
                </c:pt>
                <c:pt idx="1788">
                  <c:v>6.6555182477859602E-3</c:v>
                </c:pt>
                <c:pt idx="1789">
                  <c:v>6.6420220349726949E-3</c:v>
                </c:pt>
                <c:pt idx="1790">
                  <c:v>6.7052851580929806E-3</c:v>
                </c:pt>
                <c:pt idx="1791">
                  <c:v>6.9829321552833147E-3</c:v>
                </c:pt>
                <c:pt idx="1792">
                  <c:v>6.8670162059765276E-3</c:v>
                </c:pt>
                <c:pt idx="1793">
                  <c:v>7.8651131225225303E-3</c:v>
                </c:pt>
                <c:pt idx="1794">
                  <c:v>7.856235283947216E-3</c:v>
                </c:pt>
                <c:pt idx="1795">
                  <c:v>7.8186028358789347E-3</c:v>
                </c:pt>
                <c:pt idx="1796">
                  <c:v>9.8059019706537142E-3</c:v>
                </c:pt>
                <c:pt idx="1797">
                  <c:v>9.6721496158874206E-3</c:v>
                </c:pt>
                <c:pt idx="1798">
                  <c:v>9.8928292354818811E-3</c:v>
                </c:pt>
                <c:pt idx="1799">
                  <c:v>9.7469316724885131E-3</c:v>
                </c:pt>
                <c:pt idx="1800">
                  <c:v>9.5948921863726593E-3</c:v>
                </c:pt>
                <c:pt idx="1801">
                  <c:v>9.4921792906861417E-3</c:v>
                </c:pt>
                <c:pt idx="1802">
                  <c:v>9.5341339594375331E-3</c:v>
                </c:pt>
                <c:pt idx="1803">
                  <c:v>9.4660611277449427E-3</c:v>
                </c:pt>
                <c:pt idx="1804">
                  <c:v>8.9185280740483874E-3</c:v>
                </c:pt>
                <c:pt idx="1805">
                  <c:v>9.0072421738082026E-3</c:v>
                </c:pt>
                <c:pt idx="1806">
                  <c:v>8.8692677156686529E-3</c:v>
                </c:pt>
                <c:pt idx="1807">
                  <c:v>9.3416922735719329E-3</c:v>
                </c:pt>
                <c:pt idx="1808">
                  <c:v>9.3573596924807663E-3</c:v>
                </c:pt>
                <c:pt idx="1809">
                  <c:v>9.7977089455740882E-3</c:v>
                </c:pt>
                <c:pt idx="1810">
                  <c:v>9.5639092640738242E-3</c:v>
                </c:pt>
                <c:pt idx="1811">
                  <c:v>9.5000036115863995E-3</c:v>
                </c:pt>
                <c:pt idx="1812">
                  <c:v>8.4502326078321598E-3</c:v>
                </c:pt>
                <c:pt idx="1813">
                  <c:v>8.4551731092091659E-3</c:v>
                </c:pt>
                <c:pt idx="1814">
                  <c:v>8.3823422602756718E-3</c:v>
                </c:pt>
                <c:pt idx="1815">
                  <c:v>6.3494211654684168E-3</c:v>
                </c:pt>
                <c:pt idx="1816">
                  <c:v>6.6630856337533189E-3</c:v>
                </c:pt>
                <c:pt idx="1817">
                  <c:v>6.1258696046480928E-3</c:v>
                </c:pt>
                <c:pt idx="1818">
                  <c:v>5.7312904751204733E-3</c:v>
                </c:pt>
                <c:pt idx="1819">
                  <c:v>6.6795663099089853E-3</c:v>
                </c:pt>
                <c:pt idx="1820">
                  <c:v>7.194412810505234E-3</c:v>
                </c:pt>
                <c:pt idx="1821">
                  <c:v>7.3435023209573675E-3</c:v>
                </c:pt>
                <c:pt idx="1822">
                  <c:v>7.3531177070743471E-3</c:v>
                </c:pt>
                <c:pt idx="1823">
                  <c:v>7.7498143314324369E-3</c:v>
                </c:pt>
                <c:pt idx="1824">
                  <c:v>7.4888963092586682E-3</c:v>
                </c:pt>
                <c:pt idx="1825">
                  <c:v>7.5477840952691885E-3</c:v>
                </c:pt>
                <c:pt idx="1826">
                  <c:v>7.3099717880150726E-3</c:v>
                </c:pt>
                <c:pt idx="1827">
                  <c:v>7.2140453649377281E-3</c:v>
                </c:pt>
                <c:pt idx="1828">
                  <c:v>6.3367213316316891E-3</c:v>
                </c:pt>
                <c:pt idx="1829">
                  <c:v>7.3385533945686914E-3</c:v>
                </c:pt>
                <c:pt idx="1830">
                  <c:v>7.3379934467556881E-3</c:v>
                </c:pt>
                <c:pt idx="1831">
                  <c:v>7.4082676502359342E-3</c:v>
                </c:pt>
                <c:pt idx="1832">
                  <c:v>7.3555525768734609E-3</c:v>
                </c:pt>
                <c:pt idx="1833">
                  <c:v>7.3461733595096912E-3</c:v>
                </c:pt>
                <c:pt idx="1834">
                  <c:v>7.3210747557565358E-3</c:v>
                </c:pt>
                <c:pt idx="1835">
                  <c:v>7.2678769835222536E-3</c:v>
                </c:pt>
                <c:pt idx="1836">
                  <c:v>7.6637144236727378E-3</c:v>
                </c:pt>
                <c:pt idx="1837">
                  <c:v>7.609681211207882E-3</c:v>
                </c:pt>
                <c:pt idx="1838">
                  <c:v>7.2176750556022804E-3</c:v>
                </c:pt>
                <c:pt idx="1839">
                  <c:v>6.8562980188026507E-3</c:v>
                </c:pt>
                <c:pt idx="1840">
                  <c:v>6.5073732508289005E-3</c:v>
                </c:pt>
                <c:pt idx="1841">
                  <c:v>6.6347474318439025E-3</c:v>
                </c:pt>
                <c:pt idx="1842">
                  <c:v>6.5661951892099172E-3</c:v>
                </c:pt>
                <c:pt idx="1843">
                  <c:v>6.7839448887073734E-3</c:v>
                </c:pt>
                <c:pt idx="1844">
                  <c:v>6.8929355432589615E-3</c:v>
                </c:pt>
                <c:pt idx="1845">
                  <c:v>6.63489369776365E-3</c:v>
                </c:pt>
                <c:pt idx="1846">
                  <c:v>7.0458365066455465E-3</c:v>
                </c:pt>
                <c:pt idx="1847">
                  <c:v>7.2645234299039494E-3</c:v>
                </c:pt>
                <c:pt idx="1848">
                  <c:v>6.2350915202434342E-3</c:v>
                </c:pt>
                <c:pt idx="1849">
                  <c:v>6.2276601999395895E-3</c:v>
                </c:pt>
                <c:pt idx="1850">
                  <c:v>6.1790829326533042E-3</c:v>
                </c:pt>
                <c:pt idx="1851">
                  <c:v>6.1540087235969028E-3</c:v>
                </c:pt>
                <c:pt idx="1852">
                  <c:v>6.2260838041958812E-3</c:v>
                </c:pt>
                <c:pt idx="1853">
                  <c:v>6.6060889624552782E-3</c:v>
                </c:pt>
                <c:pt idx="1854">
                  <c:v>6.1883931459291823E-3</c:v>
                </c:pt>
                <c:pt idx="1855">
                  <c:v>5.6099101228472082E-3</c:v>
                </c:pt>
                <c:pt idx="1856">
                  <c:v>6.1111842611385261E-3</c:v>
                </c:pt>
                <c:pt idx="1857">
                  <c:v>6.5017809177497256E-3</c:v>
                </c:pt>
                <c:pt idx="1858">
                  <c:v>6.4967178059827258E-3</c:v>
                </c:pt>
                <c:pt idx="1859">
                  <c:v>6.9714205099702707E-3</c:v>
                </c:pt>
                <c:pt idx="1860">
                  <c:v>7.0074816673847554E-3</c:v>
                </c:pt>
                <c:pt idx="1861">
                  <c:v>6.9439101314959194E-3</c:v>
                </c:pt>
                <c:pt idx="1862">
                  <c:v>6.7871933989837171E-3</c:v>
                </c:pt>
                <c:pt idx="1863">
                  <c:v>7.224951162168999E-3</c:v>
                </c:pt>
                <c:pt idx="1864">
                  <c:v>7.2801571151513257E-3</c:v>
                </c:pt>
                <c:pt idx="1865">
                  <c:v>8.5294705356941582E-3</c:v>
                </c:pt>
                <c:pt idx="1866">
                  <c:v>8.3388562255626852E-3</c:v>
                </c:pt>
                <c:pt idx="1867">
                  <c:v>8.3318519605446468E-3</c:v>
                </c:pt>
                <c:pt idx="1868">
                  <c:v>8.2194368031068676E-3</c:v>
                </c:pt>
                <c:pt idx="1869">
                  <c:v>8.6768689467417483E-3</c:v>
                </c:pt>
                <c:pt idx="1870">
                  <c:v>8.3899833127728373E-3</c:v>
                </c:pt>
                <c:pt idx="1871">
                  <c:v>8.7010565835659321E-3</c:v>
                </c:pt>
                <c:pt idx="1872">
                  <c:v>8.676099209961376E-3</c:v>
                </c:pt>
                <c:pt idx="1873">
                  <c:v>8.4966517289086843E-3</c:v>
                </c:pt>
                <c:pt idx="1874">
                  <c:v>8.2865284833652502E-3</c:v>
                </c:pt>
                <c:pt idx="1875">
                  <c:v>8.1746367911661438E-3</c:v>
                </c:pt>
                <c:pt idx="1876">
                  <c:v>8.2149410210119594E-3</c:v>
                </c:pt>
                <c:pt idx="1877">
                  <c:v>8.0478864997935717E-3</c:v>
                </c:pt>
                <c:pt idx="1878">
                  <c:v>8.0960980095266758E-3</c:v>
                </c:pt>
                <c:pt idx="1879">
                  <c:v>8.0963327229883995E-3</c:v>
                </c:pt>
                <c:pt idx="1880">
                  <c:v>7.9480772350713109E-3</c:v>
                </c:pt>
                <c:pt idx="1881">
                  <c:v>8.4238517914316299E-3</c:v>
                </c:pt>
                <c:pt idx="1882">
                  <c:v>8.1813841053751286E-3</c:v>
                </c:pt>
                <c:pt idx="1883">
                  <c:v>8.1711535183187373E-3</c:v>
                </c:pt>
                <c:pt idx="1884">
                  <c:v>6.2534803994538394E-3</c:v>
                </c:pt>
                <c:pt idx="1885">
                  <c:v>6.2162435285870324E-3</c:v>
                </c:pt>
                <c:pt idx="1886">
                  <c:v>6.4718917406688193E-3</c:v>
                </c:pt>
                <c:pt idx="1887">
                  <c:v>6.8579925994339567E-3</c:v>
                </c:pt>
                <c:pt idx="1888">
                  <c:v>6.9357266850836779E-3</c:v>
                </c:pt>
                <c:pt idx="1889">
                  <c:v>6.9778733425145349E-3</c:v>
                </c:pt>
                <c:pt idx="1890">
                  <c:v>7.4403716480771782E-3</c:v>
                </c:pt>
                <c:pt idx="1891">
                  <c:v>7.4239917959832511E-3</c:v>
                </c:pt>
                <c:pt idx="1892">
                  <c:v>7.968750851107138E-3</c:v>
                </c:pt>
                <c:pt idx="1893">
                  <c:v>7.7418194165585945E-3</c:v>
                </c:pt>
                <c:pt idx="1894">
                  <c:v>7.6012159830827642E-3</c:v>
                </c:pt>
                <c:pt idx="1895">
                  <c:v>7.7694921582597953E-3</c:v>
                </c:pt>
                <c:pt idx="1896">
                  <c:v>8.2792321404893312E-3</c:v>
                </c:pt>
                <c:pt idx="1897">
                  <c:v>8.4334476445936078E-3</c:v>
                </c:pt>
                <c:pt idx="1898">
                  <c:v>8.4031480945342112E-3</c:v>
                </c:pt>
                <c:pt idx="1899">
                  <c:v>8.4712646928120326E-3</c:v>
                </c:pt>
                <c:pt idx="1900">
                  <c:v>7.8156960809050557E-3</c:v>
                </c:pt>
                <c:pt idx="1901">
                  <c:v>8.0971151899352101E-3</c:v>
                </c:pt>
                <c:pt idx="1902">
                  <c:v>8.1662777926624526E-3</c:v>
                </c:pt>
                <c:pt idx="1903">
                  <c:v>8.4963621594562489E-3</c:v>
                </c:pt>
                <c:pt idx="1904">
                  <c:v>8.3098522055879663E-3</c:v>
                </c:pt>
                <c:pt idx="1905">
                  <c:v>7.8120314780001808E-3</c:v>
                </c:pt>
                <c:pt idx="1906">
                  <c:v>6.8520324426622091E-3</c:v>
                </c:pt>
                <c:pt idx="1907">
                  <c:v>6.8416548003182335E-3</c:v>
                </c:pt>
                <c:pt idx="1908">
                  <c:v>7.1805260353969029E-3</c:v>
                </c:pt>
                <c:pt idx="1909">
                  <c:v>7.0169801553867745E-3</c:v>
                </c:pt>
                <c:pt idx="1910">
                  <c:v>7.2119464618913987E-3</c:v>
                </c:pt>
                <c:pt idx="1911">
                  <c:v>6.9420464326355137E-3</c:v>
                </c:pt>
                <c:pt idx="1912">
                  <c:v>7.5890387423025972E-3</c:v>
                </c:pt>
                <c:pt idx="1913">
                  <c:v>7.4813648567989546E-3</c:v>
                </c:pt>
                <c:pt idx="1914">
                  <c:v>7.814106702579782E-3</c:v>
                </c:pt>
                <c:pt idx="1915">
                  <c:v>7.5012864779127079E-3</c:v>
                </c:pt>
                <c:pt idx="1916">
                  <c:v>7.4161043125278532E-3</c:v>
                </c:pt>
                <c:pt idx="1917">
                  <c:v>7.3496792182290152E-3</c:v>
                </c:pt>
                <c:pt idx="1918">
                  <c:v>7.9892229181153778E-3</c:v>
                </c:pt>
                <c:pt idx="1919">
                  <c:v>8.030732117516981E-3</c:v>
                </c:pt>
                <c:pt idx="1920">
                  <c:v>7.7031393746980533E-3</c:v>
                </c:pt>
                <c:pt idx="1921">
                  <c:v>7.4606405911431294E-3</c:v>
                </c:pt>
                <c:pt idx="1922">
                  <c:v>7.3391650714957858E-3</c:v>
                </c:pt>
                <c:pt idx="1923">
                  <c:v>7.2798885667371346E-3</c:v>
                </c:pt>
                <c:pt idx="1924">
                  <c:v>6.7718097272838756E-3</c:v>
                </c:pt>
                <c:pt idx="1925">
                  <c:v>6.6673290195865586E-3</c:v>
                </c:pt>
                <c:pt idx="1926">
                  <c:v>6.6729223920107836E-3</c:v>
                </c:pt>
                <c:pt idx="1927">
                  <c:v>6.9519971145298358E-3</c:v>
                </c:pt>
                <c:pt idx="1928">
                  <c:v>7.034624083746231E-3</c:v>
                </c:pt>
                <c:pt idx="1929">
                  <c:v>6.7672909594470032E-3</c:v>
                </c:pt>
                <c:pt idx="1930">
                  <c:v>6.6741299421493473E-3</c:v>
                </c:pt>
                <c:pt idx="1931">
                  <c:v>6.0603897515600419E-3</c:v>
                </c:pt>
                <c:pt idx="1932">
                  <c:v>8.5390723008645988E-3</c:v>
                </c:pt>
                <c:pt idx="1933">
                  <c:v>8.386532345670902E-3</c:v>
                </c:pt>
                <c:pt idx="1934">
                  <c:v>8.4123827036709422E-3</c:v>
                </c:pt>
                <c:pt idx="1935">
                  <c:v>8.4760666671163023E-3</c:v>
                </c:pt>
                <c:pt idx="1936">
                  <c:v>8.8684515631683846E-3</c:v>
                </c:pt>
                <c:pt idx="1937">
                  <c:v>8.2392792301138346E-3</c:v>
                </c:pt>
                <c:pt idx="1938">
                  <c:v>8.1608417769632163E-3</c:v>
                </c:pt>
                <c:pt idx="1939">
                  <c:v>8.3189446569310824E-3</c:v>
                </c:pt>
                <c:pt idx="1940">
                  <c:v>8.3096364831978034E-3</c:v>
                </c:pt>
                <c:pt idx="1941">
                  <c:v>8.0901205058952919E-3</c:v>
                </c:pt>
                <c:pt idx="1942">
                  <c:v>8.6838595732598098E-3</c:v>
                </c:pt>
                <c:pt idx="1943">
                  <c:v>9.7154084522690538E-3</c:v>
                </c:pt>
                <c:pt idx="1944">
                  <c:v>9.8166060897418982E-3</c:v>
                </c:pt>
                <c:pt idx="1945">
                  <c:v>1.0048843932502221E-2</c:v>
                </c:pt>
                <c:pt idx="1946">
                  <c:v>9.6414542933651662E-3</c:v>
                </c:pt>
                <c:pt idx="1947">
                  <c:v>9.6404310600157715E-3</c:v>
                </c:pt>
                <c:pt idx="1948">
                  <c:v>9.6423874821298678E-3</c:v>
                </c:pt>
                <c:pt idx="1949">
                  <c:v>9.6725030818134751E-3</c:v>
                </c:pt>
                <c:pt idx="1950">
                  <c:v>1.0225338614907455E-2</c:v>
                </c:pt>
                <c:pt idx="1951">
                  <c:v>7.7803555636591776E-3</c:v>
                </c:pt>
                <c:pt idx="1952">
                  <c:v>7.8233613167408931E-3</c:v>
                </c:pt>
                <c:pt idx="1953">
                  <c:v>7.819917709312332E-3</c:v>
                </c:pt>
                <c:pt idx="1954">
                  <c:v>7.8233823025215428E-3</c:v>
                </c:pt>
                <c:pt idx="1955">
                  <c:v>7.7566157297394344E-3</c:v>
                </c:pt>
                <c:pt idx="1956">
                  <c:v>7.5410344725725855E-3</c:v>
                </c:pt>
                <c:pt idx="1957">
                  <c:v>7.4926133810646533E-3</c:v>
                </c:pt>
                <c:pt idx="1958">
                  <c:v>6.6249677584125609E-3</c:v>
                </c:pt>
                <c:pt idx="1959">
                  <c:v>6.487526451683677E-3</c:v>
                </c:pt>
                <c:pt idx="1960">
                  <c:v>6.1642184853691467E-3</c:v>
                </c:pt>
                <c:pt idx="1961">
                  <c:v>6.3143393861787959E-3</c:v>
                </c:pt>
                <c:pt idx="1962">
                  <c:v>5.4965231079318463E-3</c:v>
                </c:pt>
                <c:pt idx="1963">
                  <c:v>5.7313416156730274E-3</c:v>
                </c:pt>
                <c:pt idx="1964">
                  <c:v>5.5763582676144254E-3</c:v>
                </c:pt>
                <c:pt idx="1965">
                  <c:v>5.6245334806970396E-3</c:v>
                </c:pt>
                <c:pt idx="1966">
                  <c:v>6.1700107509114581E-3</c:v>
                </c:pt>
                <c:pt idx="1967">
                  <c:v>6.5155473500773274E-3</c:v>
                </c:pt>
                <c:pt idx="1968">
                  <c:v>7.1718476613103019E-3</c:v>
                </c:pt>
                <c:pt idx="1969">
                  <c:v>6.7060496774891615E-3</c:v>
                </c:pt>
                <c:pt idx="1970">
                  <c:v>6.3083254350150336E-3</c:v>
                </c:pt>
                <c:pt idx="1971">
                  <c:v>6.9534721409537934E-3</c:v>
                </c:pt>
                <c:pt idx="1972">
                  <c:v>7.1048681733469135E-3</c:v>
                </c:pt>
                <c:pt idx="1973">
                  <c:v>7.1248882267357988E-3</c:v>
                </c:pt>
                <c:pt idx="1974">
                  <c:v>7.2354703751668741E-3</c:v>
                </c:pt>
                <c:pt idx="1975">
                  <c:v>7.2156915744389675E-3</c:v>
                </c:pt>
                <c:pt idx="1976">
                  <c:v>6.9678329716714327E-3</c:v>
                </c:pt>
                <c:pt idx="1977">
                  <c:v>6.8403435441326882E-3</c:v>
                </c:pt>
                <c:pt idx="1978">
                  <c:v>6.7957706684531735E-3</c:v>
                </c:pt>
                <c:pt idx="1979">
                  <c:v>6.7834144403278816E-3</c:v>
                </c:pt>
                <c:pt idx="1980">
                  <c:v>6.6152711642186238E-3</c:v>
                </c:pt>
                <c:pt idx="1981">
                  <c:v>6.6749693471188868E-3</c:v>
                </c:pt>
                <c:pt idx="1982">
                  <c:v>6.6533629104972031E-3</c:v>
                </c:pt>
                <c:pt idx="1983">
                  <c:v>6.6579810957351857E-3</c:v>
                </c:pt>
                <c:pt idx="1984">
                  <c:v>6.7982429539490668E-3</c:v>
                </c:pt>
                <c:pt idx="1985">
                  <c:v>6.9751100613495553E-3</c:v>
                </c:pt>
                <c:pt idx="1986">
                  <c:v>7.8302910119764212E-3</c:v>
                </c:pt>
                <c:pt idx="1987">
                  <c:v>7.5963283296081032E-3</c:v>
                </c:pt>
                <c:pt idx="1988">
                  <c:v>7.5790083618395322E-3</c:v>
                </c:pt>
                <c:pt idx="1989">
                  <c:v>7.6463579691548392E-3</c:v>
                </c:pt>
                <c:pt idx="1990">
                  <c:v>7.0539749836029501E-3</c:v>
                </c:pt>
                <c:pt idx="1991">
                  <c:v>7.1973646916066803E-3</c:v>
                </c:pt>
                <c:pt idx="1992">
                  <c:v>7.2351205408593185E-3</c:v>
                </c:pt>
                <c:pt idx="1993">
                  <c:v>7.7183206728578656E-3</c:v>
                </c:pt>
                <c:pt idx="1994">
                  <c:v>8.2484025038357563E-3</c:v>
                </c:pt>
                <c:pt idx="1995">
                  <c:v>8.8574903357680548E-3</c:v>
                </c:pt>
                <c:pt idx="1996">
                  <c:v>8.8255993631725215E-3</c:v>
                </c:pt>
                <c:pt idx="1997">
                  <c:v>8.8258684025035051E-3</c:v>
                </c:pt>
                <c:pt idx="1998">
                  <c:v>8.8322821126760979E-3</c:v>
                </c:pt>
                <c:pt idx="1999">
                  <c:v>8.8046497881090514E-3</c:v>
                </c:pt>
                <c:pt idx="2000">
                  <c:v>9.0821167248014995E-3</c:v>
                </c:pt>
                <c:pt idx="2001">
                  <c:v>9.1536469600290524E-3</c:v>
                </c:pt>
                <c:pt idx="2002">
                  <c:v>9.0714903767071479E-3</c:v>
                </c:pt>
                <c:pt idx="2003">
                  <c:v>8.7854109401318808E-3</c:v>
                </c:pt>
                <c:pt idx="2004">
                  <c:v>7.9755656196521946E-3</c:v>
                </c:pt>
                <c:pt idx="2005">
                  <c:v>7.5447300996248825E-3</c:v>
                </c:pt>
                <c:pt idx="2006">
                  <c:v>7.5302833799598765E-3</c:v>
                </c:pt>
                <c:pt idx="2007">
                  <c:v>7.5421121502161877E-3</c:v>
                </c:pt>
                <c:pt idx="2008">
                  <c:v>7.5018689861249353E-3</c:v>
                </c:pt>
                <c:pt idx="2009">
                  <c:v>7.5546788101297727E-3</c:v>
                </c:pt>
                <c:pt idx="2010">
                  <c:v>7.6892466510038431E-3</c:v>
                </c:pt>
                <c:pt idx="2011">
                  <c:v>7.7800899763311787E-3</c:v>
                </c:pt>
                <c:pt idx="2012">
                  <c:v>7.6664711518074071E-3</c:v>
                </c:pt>
                <c:pt idx="2013">
                  <c:v>7.4165299724494229E-3</c:v>
                </c:pt>
                <c:pt idx="2014">
                  <c:v>7.3239377919974346E-3</c:v>
                </c:pt>
                <c:pt idx="2015">
                  <c:v>7.6600782601828144E-3</c:v>
                </c:pt>
                <c:pt idx="2016">
                  <c:v>7.8008437680126492E-3</c:v>
                </c:pt>
                <c:pt idx="2017">
                  <c:v>8.0979319581309574E-3</c:v>
                </c:pt>
                <c:pt idx="2018">
                  <c:v>7.9776930540508741E-3</c:v>
                </c:pt>
                <c:pt idx="2019">
                  <c:v>7.7010720495969765E-3</c:v>
                </c:pt>
                <c:pt idx="2020">
                  <c:v>7.8182024379661597E-3</c:v>
                </c:pt>
                <c:pt idx="2021">
                  <c:v>7.7939107018021809E-3</c:v>
                </c:pt>
                <c:pt idx="2022">
                  <c:v>8.5757494546049792E-3</c:v>
                </c:pt>
                <c:pt idx="2023">
                  <c:v>8.5531586796876273E-3</c:v>
                </c:pt>
                <c:pt idx="2024">
                  <c:v>9.3990418832808204E-3</c:v>
                </c:pt>
                <c:pt idx="2025">
                  <c:v>9.6438807453040499E-3</c:v>
                </c:pt>
                <c:pt idx="2026">
                  <c:v>9.6718186845674587E-3</c:v>
                </c:pt>
                <c:pt idx="2027">
                  <c:v>9.1941049936871237E-3</c:v>
                </c:pt>
                <c:pt idx="2028">
                  <c:v>1.0468422568113733E-2</c:v>
                </c:pt>
                <c:pt idx="2029">
                  <c:v>1.0422626210002889E-2</c:v>
                </c:pt>
                <c:pt idx="2030">
                  <c:v>1.0378203663740608E-2</c:v>
                </c:pt>
                <c:pt idx="2031">
                  <c:v>1.0324254074501679E-2</c:v>
                </c:pt>
                <c:pt idx="2032">
                  <c:v>1.0635588392021375E-2</c:v>
                </c:pt>
                <c:pt idx="2033">
                  <c:v>1.0333985465853082E-2</c:v>
                </c:pt>
                <c:pt idx="2034">
                  <c:v>9.9400404072350016E-3</c:v>
                </c:pt>
                <c:pt idx="2035">
                  <c:v>9.7251669887169039E-3</c:v>
                </c:pt>
                <c:pt idx="2036">
                  <c:v>9.7385764843442475E-3</c:v>
                </c:pt>
                <c:pt idx="2037">
                  <c:v>9.8035048854139932E-3</c:v>
                </c:pt>
                <c:pt idx="2038">
                  <c:v>1.0420027585412441E-2</c:v>
                </c:pt>
                <c:pt idx="2039">
                  <c:v>1.0379295211900348E-2</c:v>
                </c:pt>
                <c:pt idx="2040">
                  <c:v>1.056594086716792E-2</c:v>
                </c:pt>
                <c:pt idx="2041">
                  <c:v>9.9832204559629819E-3</c:v>
                </c:pt>
                <c:pt idx="2042">
                  <c:v>1.0188344986909747E-2</c:v>
                </c:pt>
                <c:pt idx="2043">
                  <c:v>9.6107550120541393E-3</c:v>
                </c:pt>
                <c:pt idx="2044">
                  <c:v>9.3510796854526703E-3</c:v>
                </c:pt>
                <c:pt idx="2045">
                  <c:v>9.6343385952464989E-3</c:v>
                </c:pt>
                <c:pt idx="2046">
                  <c:v>1.1230737737763596E-2</c:v>
                </c:pt>
                <c:pt idx="2047">
                  <c:v>1.0177277762000052E-2</c:v>
                </c:pt>
                <c:pt idx="2048">
                  <c:v>1.0256973140977649E-2</c:v>
                </c:pt>
                <c:pt idx="2049">
                  <c:v>1.0709974744427322E-2</c:v>
                </c:pt>
                <c:pt idx="2050">
                  <c:v>1.078141318825936E-2</c:v>
                </c:pt>
                <c:pt idx="2051">
                  <c:v>1.0416012770147949E-2</c:v>
                </c:pt>
                <c:pt idx="2052">
                  <c:v>1.0475074321171026E-2</c:v>
                </c:pt>
                <c:pt idx="2053">
                  <c:v>1.0477940471678771E-2</c:v>
                </c:pt>
                <c:pt idx="2054">
                  <c:v>1.0464616614757295E-2</c:v>
                </c:pt>
                <c:pt idx="2055">
                  <c:v>1.0354464718854815E-2</c:v>
                </c:pt>
                <c:pt idx="2056">
                  <c:v>1.0777148071109601E-2</c:v>
                </c:pt>
                <c:pt idx="2057">
                  <c:v>1.0189187442339234E-2</c:v>
                </c:pt>
                <c:pt idx="2058">
                  <c:v>1.0453181219047054E-2</c:v>
                </c:pt>
                <c:pt idx="2059">
                  <c:v>1.019488839994331E-2</c:v>
                </c:pt>
                <c:pt idx="2060">
                  <c:v>9.9139321925578276E-3</c:v>
                </c:pt>
                <c:pt idx="2061">
                  <c:v>9.8007824124048005E-3</c:v>
                </c:pt>
                <c:pt idx="2062">
                  <c:v>8.9964421529754365E-3</c:v>
                </c:pt>
                <c:pt idx="2063">
                  <c:v>8.9960421870489103E-3</c:v>
                </c:pt>
                <c:pt idx="2064">
                  <c:v>8.7536388718024057E-3</c:v>
                </c:pt>
                <c:pt idx="2065">
                  <c:v>6.8145442124397174E-3</c:v>
                </c:pt>
                <c:pt idx="2066">
                  <c:v>6.9969652819809585E-3</c:v>
                </c:pt>
                <c:pt idx="2067">
                  <c:v>6.862857189469925E-3</c:v>
                </c:pt>
                <c:pt idx="2068">
                  <c:v>6.36903528454974E-3</c:v>
                </c:pt>
                <c:pt idx="2069">
                  <c:v>6.0490614459390588E-3</c:v>
                </c:pt>
                <c:pt idx="2070">
                  <c:v>5.9897869512219541E-3</c:v>
                </c:pt>
                <c:pt idx="2071">
                  <c:v>6.0361386235370622E-3</c:v>
                </c:pt>
                <c:pt idx="2072">
                  <c:v>6.0214457980201476E-3</c:v>
                </c:pt>
                <c:pt idx="2073">
                  <c:v>6.0155563619508868E-3</c:v>
                </c:pt>
                <c:pt idx="2074">
                  <c:v>6.9082782452315082E-3</c:v>
                </c:pt>
                <c:pt idx="2075">
                  <c:v>7.9201490177540097E-3</c:v>
                </c:pt>
                <c:pt idx="2076">
                  <c:v>8.5556605511375172E-3</c:v>
                </c:pt>
                <c:pt idx="2077">
                  <c:v>8.0782126849574705E-3</c:v>
                </c:pt>
                <c:pt idx="2078">
                  <c:v>8.6388434668456335E-3</c:v>
                </c:pt>
                <c:pt idx="2079">
                  <c:v>8.6603774619826209E-3</c:v>
                </c:pt>
                <c:pt idx="2080">
                  <c:v>9.1899192905351562E-3</c:v>
                </c:pt>
                <c:pt idx="2081">
                  <c:v>9.4776106539353304E-3</c:v>
                </c:pt>
                <c:pt idx="2082">
                  <c:v>9.3925667129742055E-3</c:v>
                </c:pt>
                <c:pt idx="2083">
                  <c:v>9.7672943584309422E-3</c:v>
                </c:pt>
                <c:pt idx="2084">
                  <c:v>1.0027880270176185E-2</c:v>
                </c:pt>
                <c:pt idx="2085">
                  <c:v>9.8976218796347579E-3</c:v>
                </c:pt>
                <c:pt idx="2086">
                  <c:v>9.8961916372230108E-3</c:v>
                </c:pt>
                <c:pt idx="2087">
                  <c:v>9.8132098886928414E-3</c:v>
                </c:pt>
                <c:pt idx="2088">
                  <c:v>9.7916581927824584E-3</c:v>
                </c:pt>
                <c:pt idx="2089">
                  <c:v>9.7805026113343373E-3</c:v>
                </c:pt>
                <c:pt idx="2090">
                  <c:v>1.0584306552727026E-2</c:v>
                </c:pt>
                <c:pt idx="2091">
                  <c:v>1.0550812142678986E-2</c:v>
                </c:pt>
                <c:pt idx="2092">
                  <c:v>1.0651746516396844E-2</c:v>
                </c:pt>
                <c:pt idx="2093">
                  <c:v>1.0365404308210924E-2</c:v>
                </c:pt>
                <c:pt idx="2094">
                  <c:v>1.015292046184566E-2</c:v>
                </c:pt>
                <c:pt idx="2095">
                  <c:v>9.6926271569781723E-3</c:v>
                </c:pt>
                <c:pt idx="2096">
                  <c:v>9.6901329978167656E-3</c:v>
                </c:pt>
                <c:pt idx="2097">
                  <c:v>9.4077474711664749E-3</c:v>
                </c:pt>
                <c:pt idx="2098">
                  <c:v>9.3909189523584853E-3</c:v>
                </c:pt>
                <c:pt idx="2099">
                  <c:v>9.0991079630272347E-3</c:v>
                </c:pt>
                <c:pt idx="2100">
                  <c:v>8.8808268088099596E-3</c:v>
                </c:pt>
                <c:pt idx="2101">
                  <c:v>8.8576445050935673E-3</c:v>
                </c:pt>
                <c:pt idx="2102">
                  <c:v>8.4964436804265027E-3</c:v>
                </c:pt>
                <c:pt idx="2103">
                  <c:v>9.1850325745194521E-3</c:v>
                </c:pt>
                <c:pt idx="2104">
                  <c:v>9.188657445486078E-3</c:v>
                </c:pt>
                <c:pt idx="2105">
                  <c:v>1.0353167651229593E-2</c:v>
                </c:pt>
                <c:pt idx="2106">
                  <c:v>1.0667795310942448E-2</c:v>
                </c:pt>
                <c:pt idx="2107">
                  <c:v>1.1509537433394669E-2</c:v>
                </c:pt>
                <c:pt idx="2108">
                  <c:v>1.1535743615360965E-2</c:v>
                </c:pt>
                <c:pt idx="2109">
                  <c:v>1.0652676837563404E-2</c:v>
                </c:pt>
                <c:pt idx="2110">
                  <c:v>1.060681986279966E-2</c:v>
                </c:pt>
                <c:pt idx="2111">
                  <c:v>1.0325301101450867E-2</c:v>
                </c:pt>
                <c:pt idx="2112">
                  <c:v>1.0478584151637179E-2</c:v>
                </c:pt>
                <c:pt idx="2113">
                  <c:v>1.0159315663687359E-2</c:v>
                </c:pt>
                <c:pt idx="2114">
                  <c:v>1.0144359475751756E-2</c:v>
                </c:pt>
                <c:pt idx="2115">
                  <c:v>1.0067724506722126E-2</c:v>
                </c:pt>
                <c:pt idx="2116">
                  <c:v>9.5960665770432555E-3</c:v>
                </c:pt>
                <c:pt idx="2117">
                  <c:v>9.5238372195879644E-3</c:v>
                </c:pt>
                <c:pt idx="2118">
                  <c:v>1.0545730389415212E-2</c:v>
                </c:pt>
                <c:pt idx="2119">
                  <c:v>1.0673240849644446E-2</c:v>
                </c:pt>
                <c:pt idx="2120">
                  <c:v>1.0791785789102976E-2</c:v>
                </c:pt>
                <c:pt idx="2121">
                  <c:v>1.1558636211485229E-2</c:v>
                </c:pt>
                <c:pt idx="2122">
                  <c:v>1.3931643568031858E-2</c:v>
                </c:pt>
                <c:pt idx="2123">
                  <c:v>1.39731402242705E-2</c:v>
                </c:pt>
                <c:pt idx="2124">
                  <c:v>1.3338279206360312E-2</c:v>
                </c:pt>
                <c:pt idx="2125">
                  <c:v>1.3334733695271132E-2</c:v>
                </c:pt>
                <c:pt idx="2126">
                  <c:v>1.2990700527951324E-2</c:v>
                </c:pt>
                <c:pt idx="2127">
                  <c:v>1.2903872234833172E-2</c:v>
                </c:pt>
                <c:pt idx="2128">
                  <c:v>1.2917167089007236E-2</c:v>
                </c:pt>
                <c:pt idx="2129">
                  <c:v>1.2903731633768597E-2</c:v>
                </c:pt>
                <c:pt idx="2130">
                  <c:v>1.3161157378755535E-2</c:v>
                </c:pt>
                <c:pt idx="2131">
                  <c:v>1.2967522042000282E-2</c:v>
                </c:pt>
                <c:pt idx="2132">
                  <c:v>1.2879450698252925E-2</c:v>
                </c:pt>
                <c:pt idx="2133">
                  <c:v>1.2677961277396833E-2</c:v>
                </c:pt>
                <c:pt idx="2134">
                  <c:v>1.2674721453910595E-2</c:v>
                </c:pt>
                <c:pt idx="2135">
                  <c:v>1.2644386252270316E-2</c:v>
                </c:pt>
                <c:pt idx="2136">
                  <c:v>1.2631035025551516E-2</c:v>
                </c:pt>
                <c:pt idx="2137">
                  <c:v>1.1910400498875231E-2</c:v>
                </c:pt>
                <c:pt idx="2138">
                  <c:v>1.1670359746151861E-2</c:v>
                </c:pt>
                <c:pt idx="2139">
                  <c:v>1.1703124401348582E-2</c:v>
                </c:pt>
                <c:pt idx="2140">
                  <c:v>1.0706958352392555E-2</c:v>
                </c:pt>
                <c:pt idx="2141">
                  <c:v>7.4052110070945074E-3</c:v>
                </c:pt>
                <c:pt idx="2142">
                  <c:v>7.3196761770943381E-3</c:v>
                </c:pt>
                <c:pt idx="2143">
                  <c:v>6.3973671934293465E-3</c:v>
                </c:pt>
                <c:pt idx="2144">
                  <c:v>6.5223731279884668E-3</c:v>
                </c:pt>
                <c:pt idx="2145">
                  <c:v>6.60509258064305E-3</c:v>
                </c:pt>
                <c:pt idx="2146">
                  <c:v>6.7910909006562454E-3</c:v>
                </c:pt>
                <c:pt idx="2147">
                  <c:v>6.8008095352741025E-3</c:v>
                </c:pt>
                <c:pt idx="2148">
                  <c:v>8.0635046392699729E-3</c:v>
                </c:pt>
                <c:pt idx="2149">
                  <c:v>7.8647888434207665E-3</c:v>
                </c:pt>
                <c:pt idx="2150">
                  <c:v>7.6363769599046777E-3</c:v>
                </c:pt>
                <c:pt idx="2151">
                  <c:v>7.5961434572655714E-3</c:v>
                </c:pt>
                <c:pt idx="2152">
                  <c:v>7.6698826468136801E-3</c:v>
                </c:pt>
                <c:pt idx="2153">
                  <c:v>8.82308085097421E-3</c:v>
                </c:pt>
                <c:pt idx="2154">
                  <c:v>8.7241389075754169E-3</c:v>
                </c:pt>
                <c:pt idx="2155">
                  <c:v>9.0094871469731403E-3</c:v>
                </c:pt>
                <c:pt idx="2156">
                  <c:v>8.9827412108679089E-3</c:v>
                </c:pt>
                <c:pt idx="2157">
                  <c:v>9.0077258775356998E-3</c:v>
                </c:pt>
                <c:pt idx="2158">
                  <c:v>8.9794918847769228E-3</c:v>
                </c:pt>
                <c:pt idx="2159">
                  <c:v>9.8559029948814512E-3</c:v>
                </c:pt>
                <c:pt idx="2160">
                  <c:v>9.6303986997622673E-3</c:v>
                </c:pt>
                <c:pt idx="2161">
                  <c:v>1.0500899498464175E-2</c:v>
                </c:pt>
                <c:pt idx="2162">
                  <c:v>1.0500103581255343E-2</c:v>
                </c:pt>
                <c:pt idx="2163">
                  <c:v>1.0267028578482294E-2</c:v>
                </c:pt>
                <c:pt idx="2164">
                  <c:v>1.0169612213719844E-2</c:v>
                </c:pt>
                <c:pt idx="2165">
                  <c:v>1.0385070202616043E-2</c:v>
                </c:pt>
                <c:pt idx="2166">
                  <c:v>1.0352802919686989E-2</c:v>
                </c:pt>
                <c:pt idx="2167">
                  <c:v>9.205066790805452E-3</c:v>
                </c:pt>
                <c:pt idx="2168">
                  <c:v>9.1338015783777662E-3</c:v>
                </c:pt>
                <c:pt idx="2169">
                  <c:v>9.1594552547401113E-3</c:v>
                </c:pt>
                <c:pt idx="2170">
                  <c:v>9.2427330982755539E-3</c:v>
                </c:pt>
                <c:pt idx="2171">
                  <c:v>9.1787780531086029E-3</c:v>
                </c:pt>
                <c:pt idx="2172">
                  <c:v>7.8046560096403034E-3</c:v>
                </c:pt>
                <c:pt idx="2173">
                  <c:v>7.867363653351285E-3</c:v>
                </c:pt>
                <c:pt idx="2174">
                  <c:v>7.8241115936289168E-3</c:v>
                </c:pt>
                <c:pt idx="2175">
                  <c:v>7.7675883143420842E-3</c:v>
                </c:pt>
                <c:pt idx="2176">
                  <c:v>8.2650905518103432E-3</c:v>
                </c:pt>
                <c:pt idx="2177">
                  <c:v>8.7847047038080613E-3</c:v>
                </c:pt>
                <c:pt idx="2178">
                  <c:v>7.6241392837781419E-3</c:v>
                </c:pt>
                <c:pt idx="2179">
                  <c:v>7.5676830380860963E-3</c:v>
                </c:pt>
                <c:pt idx="2180">
                  <c:v>6.3187624786422937E-3</c:v>
                </c:pt>
                <c:pt idx="2181">
                  <c:v>6.5080282966712231E-3</c:v>
                </c:pt>
                <c:pt idx="2182">
                  <c:v>6.5269198242403565E-3</c:v>
                </c:pt>
                <c:pt idx="2183">
                  <c:v>6.76677670091759E-3</c:v>
                </c:pt>
                <c:pt idx="2184">
                  <c:v>6.3237326830236093E-3</c:v>
                </c:pt>
                <c:pt idx="2185">
                  <c:v>6.5689446315478654E-3</c:v>
                </c:pt>
                <c:pt idx="2186">
                  <c:v>6.6272640052954593E-3</c:v>
                </c:pt>
                <c:pt idx="2187">
                  <c:v>7.6828518839481309E-3</c:v>
                </c:pt>
                <c:pt idx="2188">
                  <c:v>7.5738241479176563E-3</c:v>
                </c:pt>
                <c:pt idx="2189">
                  <c:v>7.5859117257315034E-3</c:v>
                </c:pt>
                <c:pt idx="2190">
                  <c:v>7.6331489255351539E-3</c:v>
                </c:pt>
                <c:pt idx="2191">
                  <c:v>7.6349847268898973E-3</c:v>
                </c:pt>
                <c:pt idx="2192">
                  <c:v>7.5569913146174006E-3</c:v>
                </c:pt>
                <c:pt idx="2193">
                  <c:v>7.2107168941982222E-3</c:v>
                </c:pt>
                <c:pt idx="2194">
                  <c:v>7.5445938252912438E-3</c:v>
                </c:pt>
                <c:pt idx="2195">
                  <c:v>7.3466277980995765E-3</c:v>
                </c:pt>
                <c:pt idx="2196">
                  <c:v>7.1309832803892184E-3</c:v>
                </c:pt>
                <c:pt idx="2197">
                  <c:v>7.1971008365556959E-3</c:v>
                </c:pt>
                <c:pt idx="2198">
                  <c:v>7.0857950283175876E-3</c:v>
                </c:pt>
                <c:pt idx="2199">
                  <c:v>7.8894944057903947E-3</c:v>
                </c:pt>
                <c:pt idx="2200">
                  <c:v>8.9972112494668063E-3</c:v>
                </c:pt>
                <c:pt idx="2201">
                  <c:v>1.029294657331839E-2</c:v>
                </c:pt>
                <c:pt idx="2202">
                  <c:v>1.0316463898092773E-2</c:v>
                </c:pt>
                <c:pt idx="2203">
                  <c:v>1.0332816384210911E-2</c:v>
                </c:pt>
                <c:pt idx="2204">
                  <c:v>1.0158901184065811E-2</c:v>
                </c:pt>
                <c:pt idx="2205">
                  <c:v>1.0185321015955149E-2</c:v>
                </c:pt>
                <c:pt idx="2206">
                  <c:v>9.7276622474219455E-3</c:v>
                </c:pt>
                <c:pt idx="2207">
                  <c:v>9.7456970968699038E-3</c:v>
                </c:pt>
                <c:pt idx="2208">
                  <c:v>9.9932806361646438E-3</c:v>
                </c:pt>
                <c:pt idx="2209">
                  <c:v>1.0304529817446999E-2</c:v>
                </c:pt>
                <c:pt idx="2210">
                  <c:v>1.082186416634183E-2</c:v>
                </c:pt>
                <c:pt idx="2211">
                  <c:v>1.0845942125211321E-2</c:v>
                </c:pt>
                <c:pt idx="2212">
                  <c:v>1.0855266502842123E-2</c:v>
                </c:pt>
                <c:pt idx="2213">
                  <c:v>1.0897610246209043E-2</c:v>
                </c:pt>
                <c:pt idx="2214">
                  <c:v>1.069507022453043E-2</c:v>
                </c:pt>
                <c:pt idx="2215">
                  <c:v>1.0663745843479688E-2</c:v>
                </c:pt>
                <c:pt idx="2216">
                  <c:v>1.0761017719172913E-2</c:v>
                </c:pt>
                <c:pt idx="2217">
                  <c:v>1.0723085103552557E-2</c:v>
                </c:pt>
                <c:pt idx="2218">
                  <c:v>1.0394773439928076E-2</c:v>
                </c:pt>
                <c:pt idx="2219">
                  <c:v>9.7918399317000297E-3</c:v>
                </c:pt>
                <c:pt idx="2220">
                  <c:v>8.8871214374829904E-3</c:v>
                </c:pt>
                <c:pt idx="2221">
                  <c:v>8.4528701388376665E-3</c:v>
                </c:pt>
                <c:pt idx="2222">
                  <c:v>8.366400832190932E-3</c:v>
                </c:pt>
                <c:pt idx="2223">
                  <c:v>8.9932151533730718E-3</c:v>
                </c:pt>
                <c:pt idx="2224">
                  <c:v>9.0636440753269348E-3</c:v>
                </c:pt>
                <c:pt idx="2225">
                  <c:v>9.4717614064571617E-3</c:v>
                </c:pt>
                <c:pt idx="2226">
                  <c:v>9.8201193682509094E-3</c:v>
                </c:pt>
                <c:pt idx="2227">
                  <c:v>1.0322710601746748E-2</c:v>
                </c:pt>
                <c:pt idx="2228">
                  <c:v>1.0179154314575157E-2</c:v>
                </c:pt>
                <c:pt idx="2229">
                  <c:v>9.7656851909690146E-3</c:v>
                </c:pt>
                <c:pt idx="2230">
                  <c:v>9.6683511926868061E-3</c:v>
                </c:pt>
                <c:pt idx="2231">
                  <c:v>1.2263207367471473E-2</c:v>
                </c:pt>
                <c:pt idx="2232">
                  <c:v>1.1847668800991225E-2</c:v>
                </c:pt>
                <c:pt idx="2233">
                  <c:v>1.1806842351096771E-2</c:v>
                </c:pt>
                <c:pt idx="2234">
                  <c:v>1.1777651822971294E-2</c:v>
                </c:pt>
                <c:pt idx="2235">
                  <c:v>1.1669353765410867E-2</c:v>
                </c:pt>
                <c:pt idx="2236">
                  <c:v>1.1734012980909965E-2</c:v>
                </c:pt>
                <c:pt idx="2237">
                  <c:v>1.1416727663267501E-2</c:v>
                </c:pt>
                <c:pt idx="2238">
                  <c:v>1.0675230569880683E-2</c:v>
                </c:pt>
                <c:pt idx="2239">
                  <c:v>1.0690398452568349E-2</c:v>
                </c:pt>
                <c:pt idx="2240">
                  <c:v>1.0530911284427793E-2</c:v>
                </c:pt>
                <c:pt idx="2241">
                  <c:v>1.040400490117884E-2</c:v>
                </c:pt>
                <c:pt idx="2242">
                  <c:v>9.7276715289826236E-3</c:v>
                </c:pt>
                <c:pt idx="2243">
                  <c:v>9.6901137078197769E-3</c:v>
                </c:pt>
                <c:pt idx="2244">
                  <c:v>1.0104756568059337E-2</c:v>
                </c:pt>
                <c:pt idx="2245">
                  <c:v>1.0205157897110283E-2</c:v>
                </c:pt>
                <c:pt idx="2246">
                  <c:v>9.844289746919057E-3</c:v>
                </c:pt>
                <c:pt idx="2247">
                  <c:v>9.5329973470249588E-3</c:v>
                </c:pt>
                <c:pt idx="2248">
                  <c:v>9.3475530972649719E-3</c:v>
                </c:pt>
                <c:pt idx="2249">
                  <c:v>9.5544330400646124E-3</c:v>
                </c:pt>
                <c:pt idx="2250">
                  <c:v>7.049971924796926E-3</c:v>
                </c:pt>
                <c:pt idx="2251">
                  <c:v>7.1550603217932583E-3</c:v>
                </c:pt>
                <c:pt idx="2252">
                  <c:v>7.1155197846154775E-3</c:v>
                </c:pt>
                <c:pt idx="2253">
                  <c:v>7.270725664976805E-3</c:v>
                </c:pt>
                <c:pt idx="2254">
                  <c:v>7.9308468617971684E-3</c:v>
                </c:pt>
                <c:pt idx="2255">
                  <c:v>8.0865350566946392E-3</c:v>
                </c:pt>
                <c:pt idx="2256">
                  <c:v>8.1911662670547131E-3</c:v>
                </c:pt>
                <c:pt idx="2257">
                  <c:v>8.6772670322001026E-3</c:v>
                </c:pt>
                <c:pt idx="2258">
                  <c:v>8.774237222412171E-3</c:v>
                </c:pt>
                <c:pt idx="2259">
                  <c:v>1.0201160941330422E-2</c:v>
                </c:pt>
                <c:pt idx="2260">
                  <c:v>1.1896059622845076E-2</c:v>
                </c:pt>
                <c:pt idx="2261">
                  <c:v>1.2170316639750449E-2</c:v>
                </c:pt>
                <c:pt idx="2262">
                  <c:v>1.2018361536687349E-2</c:v>
                </c:pt>
                <c:pt idx="2263">
                  <c:v>1.1269481446063706E-2</c:v>
                </c:pt>
                <c:pt idx="2264">
                  <c:v>1.1324638299669867E-2</c:v>
                </c:pt>
                <c:pt idx="2265">
                  <c:v>1.1390314611852121E-2</c:v>
                </c:pt>
                <c:pt idx="2266">
                  <c:v>1.1655514175232744E-2</c:v>
                </c:pt>
                <c:pt idx="2267">
                  <c:v>1.1635303134351587E-2</c:v>
                </c:pt>
                <c:pt idx="2268">
                  <c:v>1.1809294374167265E-2</c:v>
                </c:pt>
                <c:pt idx="2269">
                  <c:v>1.2003832068030421E-2</c:v>
                </c:pt>
                <c:pt idx="2270">
                  <c:v>1.2871323648675837E-2</c:v>
                </c:pt>
                <c:pt idx="2271">
                  <c:v>1.3419345346888262E-2</c:v>
                </c:pt>
                <c:pt idx="2272">
                  <c:v>1.4530071167045888E-2</c:v>
                </c:pt>
                <c:pt idx="2273">
                  <c:v>1.5013616761314501E-2</c:v>
                </c:pt>
                <c:pt idx="2274">
                  <c:v>1.5017479178612998E-2</c:v>
                </c:pt>
                <c:pt idx="2275">
                  <c:v>1.4720908907375539E-2</c:v>
                </c:pt>
                <c:pt idx="2276">
                  <c:v>1.5204203262258882E-2</c:v>
                </c:pt>
                <c:pt idx="2277">
                  <c:v>1.5317036306334044E-2</c:v>
                </c:pt>
                <c:pt idx="2278">
                  <c:v>1.466105477004561E-2</c:v>
                </c:pt>
                <c:pt idx="2279">
                  <c:v>1.331590606368791E-2</c:v>
                </c:pt>
                <c:pt idx="2280">
                  <c:v>1.4689504666192642E-2</c:v>
                </c:pt>
                <c:pt idx="2281">
                  <c:v>1.4590701062798949E-2</c:v>
                </c:pt>
                <c:pt idx="2282">
                  <c:v>1.4999180475865646E-2</c:v>
                </c:pt>
                <c:pt idx="2283">
                  <c:v>1.6143366295133219E-2</c:v>
                </c:pt>
                <c:pt idx="2284">
                  <c:v>1.6440007379415939E-2</c:v>
                </c:pt>
                <c:pt idx="2285">
                  <c:v>1.628671035819516E-2</c:v>
                </c:pt>
                <c:pt idx="2286">
                  <c:v>1.6177980863183852E-2</c:v>
                </c:pt>
                <c:pt idx="2287">
                  <c:v>1.5609564970586376E-2</c:v>
                </c:pt>
                <c:pt idx="2288">
                  <c:v>1.5582166650022638E-2</c:v>
                </c:pt>
                <c:pt idx="2289">
                  <c:v>1.4450850008888145E-2</c:v>
                </c:pt>
                <c:pt idx="2290">
                  <c:v>1.3576478347642702E-2</c:v>
                </c:pt>
                <c:pt idx="2291">
                  <c:v>1.3867319085977478E-2</c:v>
                </c:pt>
                <c:pt idx="2292">
                  <c:v>1.3479608586883639E-2</c:v>
                </c:pt>
                <c:pt idx="2293">
                  <c:v>1.3437403817442392E-2</c:v>
                </c:pt>
                <c:pt idx="2294">
                  <c:v>1.445910652103544E-2</c:v>
                </c:pt>
                <c:pt idx="2295">
                  <c:v>1.4568763351021778E-2</c:v>
                </c:pt>
                <c:pt idx="2296">
                  <c:v>1.4439655963194393E-2</c:v>
                </c:pt>
                <c:pt idx="2297">
                  <c:v>1.4396698589065969E-2</c:v>
                </c:pt>
                <c:pt idx="2298">
                  <c:v>1.4358485999802021E-2</c:v>
                </c:pt>
                <c:pt idx="2299">
                  <c:v>1.2938025335221847E-2</c:v>
                </c:pt>
                <c:pt idx="2300">
                  <c:v>1.2936151363274582E-2</c:v>
                </c:pt>
                <c:pt idx="2301">
                  <c:v>1.6443083749129402E-2</c:v>
                </c:pt>
                <c:pt idx="2302">
                  <c:v>1.5117249689211229E-2</c:v>
                </c:pt>
                <c:pt idx="2303">
                  <c:v>1.5188852398233544E-2</c:v>
                </c:pt>
                <c:pt idx="2304">
                  <c:v>1.5205387826873112E-2</c:v>
                </c:pt>
                <c:pt idx="2305">
                  <c:v>1.5885863750318422E-2</c:v>
                </c:pt>
                <c:pt idx="2306">
                  <c:v>1.5925391849190649E-2</c:v>
                </c:pt>
              </c:numCache>
            </c:numRef>
          </c:val>
          <c:smooth val="0"/>
          <c:extLst>
            <c:ext xmlns:c16="http://schemas.microsoft.com/office/drawing/2014/chart" uri="{C3380CC4-5D6E-409C-BE32-E72D297353CC}">
              <c16:uniqueId val="{00000002-4FEA-7A49-B5A2-C47ED4EC95C2}"/>
            </c:ext>
          </c:extLst>
        </c:ser>
        <c:ser>
          <c:idx val="3"/>
          <c:order val="3"/>
          <c:tx>
            <c:strRef>
              <c:f>FX!$FK$2</c:f>
              <c:strCache>
                <c:ptCount val="1"/>
                <c:pt idx="0">
                  <c:v>NIFTY FMCG</c:v>
                </c:pt>
              </c:strCache>
            </c:strRef>
          </c:tx>
          <c:spPr>
            <a:ln w="12700" cap="rnd">
              <a:solidFill>
                <a:schemeClr val="dk1">
                  <a:tint val="98500"/>
                </a:schemeClr>
              </a:solidFill>
              <a:round/>
            </a:ln>
            <a:effectLst/>
          </c:spPr>
          <c:marker>
            <c:symbol val="none"/>
          </c:marker>
          <c:cat>
            <c:numRef>
              <c:f>FX!$FG$3:$FG$2309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FX!$FK$3:$FK$2309</c:f>
              <c:numCache>
                <c:formatCode>0.00%</c:formatCode>
                <c:ptCount val="2307"/>
                <c:pt idx="0">
                  <c:v>1.1230565342157989E-2</c:v>
                </c:pt>
                <c:pt idx="1">
                  <c:v>1.2281815685957905E-2</c:v>
                </c:pt>
                <c:pt idx="2">
                  <c:v>1.2466494427919412E-2</c:v>
                </c:pt>
                <c:pt idx="3">
                  <c:v>1.163542392035961E-2</c:v>
                </c:pt>
                <c:pt idx="4">
                  <c:v>1.1548151162763783E-2</c:v>
                </c:pt>
                <c:pt idx="5">
                  <c:v>1.0215451871426898E-2</c:v>
                </c:pt>
                <c:pt idx="6">
                  <c:v>1.1395938158366309E-2</c:v>
                </c:pt>
                <c:pt idx="7">
                  <c:v>1.1004829555326275E-2</c:v>
                </c:pt>
                <c:pt idx="8">
                  <c:v>1.0978998693782594E-2</c:v>
                </c:pt>
                <c:pt idx="9">
                  <c:v>1.3430013733460163E-2</c:v>
                </c:pt>
                <c:pt idx="10">
                  <c:v>1.2850786778481831E-2</c:v>
                </c:pt>
                <c:pt idx="11">
                  <c:v>1.3112954555089018E-2</c:v>
                </c:pt>
                <c:pt idx="12">
                  <c:v>1.2715525335071323E-2</c:v>
                </c:pt>
                <c:pt idx="13">
                  <c:v>1.3075381708910545E-2</c:v>
                </c:pt>
                <c:pt idx="14">
                  <c:v>1.3265679651521207E-2</c:v>
                </c:pt>
                <c:pt idx="15">
                  <c:v>1.3263723975336875E-2</c:v>
                </c:pt>
                <c:pt idx="16">
                  <c:v>1.3344851132563522E-2</c:v>
                </c:pt>
                <c:pt idx="17">
                  <c:v>1.3344272235292441E-2</c:v>
                </c:pt>
                <c:pt idx="18">
                  <c:v>1.6789272385304067E-2</c:v>
                </c:pt>
                <c:pt idx="19">
                  <c:v>1.7351884067523159E-2</c:v>
                </c:pt>
                <c:pt idx="20">
                  <c:v>1.692730321997743E-2</c:v>
                </c:pt>
                <c:pt idx="21">
                  <c:v>1.6743203938971388E-2</c:v>
                </c:pt>
                <c:pt idx="22">
                  <c:v>1.697778715324998E-2</c:v>
                </c:pt>
                <c:pt idx="23">
                  <c:v>1.7008098636604203E-2</c:v>
                </c:pt>
                <c:pt idx="24">
                  <c:v>1.6729921376553984E-2</c:v>
                </c:pt>
                <c:pt idx="25">
                  <c:v>1.6767282272826627E-2</c:v>
                </c:pt>
                <c:pt idx="26">
                  <c:v>1.7429187276343541E-2</c:v>
                </c:pt>
                <c:pt idx="27">
                  <c:v>1.7657815901681338E-2</c:v>
                </c:pt>
                <c:pt idx="28">
                  <c:v>1.5603427714831914E-2</c:v>
                </c:pt>
                <c:pt idx="29">
                  <c:v>1.5200515753645311E-2</c:v>
                </c:pt>
                <c:pt idx="30">
                  <c:v>1.5153055897241297E-2</c:v>
                </c:pt>
                <c:pt idx="31">
                  <c:v>1.5457891068144707E-2</c:v>
                </c:pt>
                <c:pt idx="32">
                  <c:v>1.5539295554689412E-2</c:v>
                </c:pt>
                <c:pt idx="33">
                  <c:v>1.4932200931885731E-2</c:v>
                </c:pt>
                <c:pt idx="34">
                  <c:v>1.46800413160834E-2</c:v>
                </c:pt>
                <c:pt idx="35">
                  <c:v>1.4956517815052682E-2</c:v>
                </c:pt>
                <c:pt idx="36">
                  <c:v>1.6334643340395645E-2</c:v>
                </c:pt>
                <c:pt idx="37">
                  <c:v>1.5644407865328086E-2</c:v>
                </c:pt>
                <c:pt idx="38">
                  <c:v>1.4892139016688594E-2</c:v>
                </c:pt>
                <c:pt idx="39">
                  <c:v>1.5313678855914602E-2</c:v>
                </c:pt>
                <c:pt idx="40">
                  <c:v>1.5250381272163837E-2</c:v>
                </c:pt>
                <c:pt idx="41">
                  <c:v>1.4926632466822054E-2</c:v>
                </c:pt>
                <c:pt idx="42">
                  <c:v>1.4976598062990811E-2</c:v>
                </c:pt>
                <c:pt idx="43">
                  <c:v>1.5132949980826541E-2</c:v>
                </c:pt>
                <c:pt idx="44">
                  <c:v>1.4560655000478972E-2</c:v>
                </c:pt>
                <c:pt idx="45">
                  <c:v>1.557811223078007E-2</c:v>
                </c:pt>
                <c:pt idx="46">
                  <c:v>1.5751917369791719E-2</c:v>
                </c:pt>
                <c:pt idx="47">
                  <c:v>1.5381767259646819E-2</c:v>
                </c:pt>
                <c:pt idx="48">
                  <c:v>1.5374403439224308E-2</c:v>
                </c:pt>
                <c:pt idx="49">
                  <c:v>1.5364144720511109E-2</c:v>
                </c:pt>
                <c:pt idx="50">
                  <c:v>1.5262878638162161E-2</c:v>
                </c:pt>
                <c:pt idx="51">
                  <c:v>1.5276280635834281E-2</c:v>
                </c:pt>
                <c:pt idx="52">
                  <c:v>1.5588271192128782E-2</c:v>
                </c:pt>
                <c:pt idx="53">
                  <c:v>1.5997703951569891E-2</c:v>
                </c:pt>
                <c:pt idx="54">
                  <c:v>1.5494792343663482E-2</c:v>
                </c:pt>
                <c:pt idx="55">
                  <c:v>1.4339404096027188E-2</c:v>
                </c:pt>
                <c:pt idx="56">
                  <c:v>1.2439716926067268E-2</c:v>
                </c:pt>
                <c:pt idx="57">
                  <c:v>1.2341243261461382E-2</c:v>
                </c:pt>
                <c:pt idx="58">
                  <c:v>1.166964483060012E-2</c:v>
                </c:pt>
                <c:pt idx="59">
                  <c:v>1.21416009985547E-2</c:v>
                </c:pt>
                <c:pt idx="60">
                  <c:v>1.2321002045114592E-2</c:v>
                </c:pt>
                <c:pt idx="61">
                  <c:v>1.2367177968647577E-2</c:v>
                </c:pt>
                <c:pt idx="62">
                  <c:v>1.3137014953418017E-2</c:v>
                </c:pt>
                <c:pt idx="63">
                  <c:v>1.311689219997905E-2</c:v>
                </c:pt>
                <c:pt idx="64">
                  <c:v>1.11662758809525E-2</c:v>
                </c:pt>
                <c:pt idx="65">
                  <c:v>1.0606129230507891E-2</c:v>
                </c:pt>
                <c:pt idx="66">
                  <c:v>1.0599735779893184E-2</c:v>
                </c:pt>
                <c:pt idx="67">
                  <c:v>1.1365953916410453E-2</c:v>
                </c:pt>
                <c:pt idx="68">
                  <c:v>1.1433656916744256E-2</c:v>
                </c:pt>
                <c:pt idx="69">
                  <c:v>1.0635637336956695E-2</c:v>
                </c:pt>
                <c:pt idx="70">
                  <c:v>1.0663792594394999E-2</c:v>
                </c:pt>
                <c:pt idx="71">
                  <c:v>1.0744073934335227E-2</c:v>
                </c:pt>
                <c:pt idx="72">
                  <c:v>1.0436862878781671E-2</c:v>
                </c:pt>
                <c:pt idx="73">
                  <c:v>1.3745621294000929E-2</c:v>
                </c:pt>
                <c:pt idx="74">
                  <c:v>1.5384664823461552E-2</c:v>
                </c:pt>
                <c:pt idx="75">
                  <c:v>1.5058463449525963E-2</c:v>
                </c:pt>
                <c:pt idx="76">
                  <c:v>1.5528560345389788E-2</c:v>
                </c:pt>
                <c:pt idx="77">
                  <c:v>1.5393859970445088E-2</c:v>
                </c:pt>
                <c:pt idx="78">
                  <c:v>1.5087774442049721E-2</c:v>
                </c:pt>
                <c:pt idx="79">
                  <c:v>1.4980848722863149E-2</c:v>
                </c:pt>
                <c:pt idx="80">
                  <c:v>1.4682081026292901E-2</c:v>
                </c:pt>
                <c:pt idx="81">
                  <c:v>1.4005139926562334E-2</c:v>
                </c:pt>
                <c:pt idx="82">
                  <c:v>1.41223763094721E-2</c:v>
                </c:pt>
                <c:pt idx="83">
                  <c:v>1.4146962865699724E-2</c:v>
                </c:pt>
                <c:pt idx="84">
                  <c:v>1.483610401827117E-2</c:v>
                </c:pt>
                <c:pt idx="85">
                  <c:v>1.4753867448280125E-2</c:v>
                </c:pt>
                <c:pt idx="86">
                  <c:v>1.4241506757030925E-2</c:v>
                </c:pt>
                <c:pt idx="87">
                  <c:v>1.4984518560336333E-2</c:v>
                </c:pt>
                <c:pt idx="88">
                  <c:v>1.4963880002606206E-2</c:v>
                </c:pt>
                <c:pt idx="89">
                  <c:v>1.4982872676134627E-2</c:v>
                </c:pt>
                <c:pt idx="90">
                  <c:v>1.4576398681620074E-2</c:v>
                </c:pt>
                <c:pt idx="91">
                  <c:v>1.398232789594628E-2</c:v>
                </c:pt>
                <c:pt idx="92">
                  <c:v>1.1138667698585151E-2</c:v>
                </c:pt>
                <c:pt idx="93">
                  <c:v>9.7898968152560426E-3</c:v>
                </c:pt>
                <c:pt idx="94">
                  <c:v>9.4615850203630392E-3</c:v>
                </c:pt>
                <c:pt idx="95">
                  <c:v>9.0670757587710225E-3</c:v>
                </c:pt>
                <c:pt idx="96">
                  <c:v>8.3044641826383239E-3</c:v>
                </c:pt>
                <c:pt idx="97">
                  <c:v>8.1777953098336499E-3</c:v>
                </c:pt>
                <c:pt idx="98">
                  <c:v>8.1716464942974271E-3</c:v>
                </c:pt>
                <c:pt idx="99">
                  <c:v>8.5639002337739353E-3</c:v>
                </c:pt>
                <c:pt idx="100">
                  <c:v>8.7789856760310953E-3</c:v>
                </c:pt>
                <c:pt idx="101">
                  <c:v>9.0110775414627541E-3</c:v>
                </c:pt>
                <c:pt idx="102">
                  <c:v>9.1446592475120641E-3</c:v>
                </c:pt>
                <c:pt idx="103">
                  <c:v>8.6472250888043473E-3</c:v>
                </c:pt>
                <c:pt idx="104">
                  <c:v>8.6574027274768026E-3</c:v>
                </c:pt>
                <c:pt idx="105">
                  <c:v>8.7093299617048599E-3</c:v>
                </c:pt>
                <c:pt idx="106">
                  <c:v>7.6461812378148062E-3</c:v>
                </c:pt>
                <c:pt idx="107">
                  <c:v>7.7908188700826385E-3</c:v>
                </c:pt>
                <c:pt idx="108">
                  <c:v>9.189810794904444E-3</c:v>
                </c:pt>
                <c:pt idx="109">
                  <c:v>9.3699422510713799E-3</c:v>
                </c:pt>
                <c:pt idx="110">
                  <c:v>9.4226542406165865E-3</c:v>
                </c:pt>
                <c:pt idx="111">
                  <c:v>9.4117859319259537E-3</c:v>
                </c:pt>
                <c:pt idx="112">
                  <c:v>8.1646101191207698E-3</c:v>
                </c:pt>
                <c:pt idx="113">
                  <c:v>8.1623037511478983E-3</c:v>
                </c:pt>
                <c:pt idx="114">
                  <c:v>8.25258085370611E-3</c:v>
                </c:pt>
                <c:pt idx="115">
                  <c:v>1.0313165263556953E-2</c:v>
                </c:pt>
                <c:pt idx="116">
                  <c:v>1.1034121631500219E-2</c:v>
                </c:pt>
                <c:pt idx="117">
                  <c:v>1.1040686395163075E-2</c:v>
                </c:pt>
                <c:pt idx="118">
                  <c:v>1.0505633280159524E-2</c:v>
                </c:pt>
                <c:pt idx="119">
                  <c:v>1.0555659936722674E-2</c:v>
                </c:pt>
                <c:pt idx="120">
                  <c:v>1.0662743107475593E-2</c:v>
                </c:pt>
                <c:pt idx="121">
                  <c:v>1.0515381303724662E-2</c:v>
                </c:pt>
                <c:pt idx="122">
                  <c:v>1.0614721797671103E-2</c:v>
                </c:pt>
                <c:pt idx="123">
                  <c:v>1.103252832083374E-2</c:v>
                </c:pt>
                <c:pt idx="124">
                  <c:v>1.2426304569257727E-2</c:v>
                </c:pt>
                <c:pt idx="125">
                  <c:v>1.2298944664632534E-2</c:v>
                </c:pt>
                <c:pt idx="126">
                  <c:v>1.2299228667017945E-2</c:v>
                </c:pt>
                <c:pt idx="127">
                  <c:v>1.1526535922939613E-2</c:v>
                </c:pt>
                <c:pt idx="128">
                  <c:v>1.1218569498263081E-2</c:v>
                </c:pt>
                <c:pt idx="129">
                  <c:v>1.1833656622218339E-2</c:v>
                </c:pt>
                <c:pt idx="130">
                  <c:v>1.1903543471452439E-2</c:v>
                </c:pt>
                <c:pt idx="131">
                  <c:v>1.7425505560915263E-2</c:v>
                </c:pt>
                <c:pt idx="132">
                  <c:v>1.7477444496386201E-2</c:v>
                </c:pt>
                <c:pt idx="133">
                  <c:v>1.7454636024533648E-2</c:v>
                </c:pt>
                <c:pt idx="134">
                  <c:v>1.7081990315098518E-2</c:v>
                </c:pt>
                <c:pt idx="135">
                  <c:v>1.6392918065244597E-2</c:v>
                </c:pt>
                <c:pt idx="136">
                  <c:v>1.6302254877016538E-2</c:v>
                </c:pt>
                <c:pt idx="137">
                  <c:v>1.6554762541047992E-2</c:v>
                </c:pt>
                <c:pt idx="138">
                  <c:v>1.6326440366436875E-2</c:v>
                </c:pt>
                <c:pt idx="139">
                  <c:v>1.6382118503180623E-2</c:v>
                </c:pt>
                <c:pt idx="140">
                  <c:v>1.6526826022014433E-2</c:v>
                </c:pt>
                <c:pt idx="141">
                  <c:v>1.6713528350511962E-2</c:v>
                </c:pt>
                <c:pt idx="142">
                  <c:v>1.6712422938724443E-2</c:v>
                </c:pt>
                <c:pt idx="143">
                  <c:v>1.6400121234836799E-2</c:v>
                </c:pt>
                <c:pt idx="144">
                  <c:v>1.6400129994152111E-2</c:v>
                </c:pt>
                <c:pt idx="145">
                  <c:v>1.6613935757631485E-2</c:v>
                </c:pt>
                <c:pt idx="146">
                  <c:v>1.6713983466988328E-2</c:v>
                </c:pt>
                <c:pt idx="147">
                  <c:v>1.6960601216080094E-2</c:v>
                </c:pt>
                <c:pt idx="148">
                  <c:v>1.6383354775682885E-2</c:v>
                </c:pt>
                <c:pt idx="149">
                  <c:v>1.6375875866042257E-2</c:v>
                </c:pt>
                <c:pt idx="150">
                  <c:v>1.0322208821659511E-2</c:v>
                </c:pt>
                <c:pt idx="151">
                  <c:v>1.0272425488259514E-2</c:v>
                </c:pt>
                <c:pt idx="152">
                  <c:v>1.0424869504487929E-2</c:v>
                </c:pt>
                <c:pt idx="153">
                  <c:v>8.8450260299221418E-3</c:v>
                </c:pt>
                <c:pt idx="154">
                  <c:v>1.1677756559482024E-2</c:v>
                </c:pt>
                <c:pt idx="155">
                  <c:v>1.1632944452818594E-2</c:v>
                </c:pt>
                <c:pt idx="156">
                  <c:v>1.345487535292488E-2</c:v>
                </c:pt>
                <c:pt idx="157">
                  <c:v>1.3446173692821015E-2</c:v>
                </c:pt>
                <c:pt idx="158">
                  <c:v>1.3885572720222495E-2</c:v>
                </c:pt>
                <c:pt idx="159">
                  <c:v>1.3348163495484996E-2</c:v>
                </c:pt>
                <c:pt idx="160">
                  <c:v>1.2825604174455824E-2</c:v>
                </c:pt>
                <c:pt idx="161">
                  <c:v>1.2303055680575927E-2</c:v>
                </c:pt>
                <c:pt idx="162">
                  <c:v>1.2292768614454158E-2</c:v>
                </c:pt>
                <c:pt idx="163">
                  <c:v>1.2221660385322434E-2</c:v>
                </c:pt>
                <c:pt idx="164">
                  <c:v>1.2330424866704697E-2</c:v>
                </c:pt>
                <c:pt idx="165">
                  <c:v>1.2456284847560417E-2</c:v>
                </c:pt>
                <c:pt idx="166">
                  <c:v>1.2549667670085779E-2</c:v>
                </c:pt>
                <c:pt idx="167">
                  <c:v>1.2600023897585522E-2</c:v>
                </c:pt>
                <c:pt idx="168">
                  <c:v>1.2793557210072432E-2</c:v>
                </c:pt>
                <c:pt idx="169">
                  <c:v>1.25108832262341E-2</c:v>
                </c:pt>
                <c:pt idx="170">
                  <c:v>1.2490134376064777E-2</c:v>
                </c:pt>
                <c:pt idx="171">
                  <c:v>1.3109244853513854E-2</c:v>
                </c:pt>
                <c:pt idx="172">
                  <c:v>1.4860712006015169E-2</c:v>
                </c:pt>
                <c:pt idx="173">
                  <c:v>1.3085253682250267E-2</c:v>
                </c:pt>
                <c:pt idx="174">
                  <c:v>1.3049440496246446E-2</c:v>
                </c:pt>
                <c:pt idx="175">
                  <c:v>9.9113471479705187E-3</c:v>
                </c:pt>
                <c:pt idx="176">
                  <c:v>9.8051557703903499E-3</c:v>
                </c:pt>
                <c:pt idx="177">
                  <c:v>9.4770469919576855E-3</c:v>
                </c:pt>
                <c:pt idx="178">
                  <c:v>9.2374392105571499E-3</c:v>
                </c:pt>
                <c:pt idx="179">
                  <c:v>9.5521549286445469E-3</c:v>
                </c:pt>
                <c:pt idx="180">
                  <c:v>9.5566961652666059E-3</c:v>
                </c:pt>
                <c:pt idx="181">
                  <c:v>1.0549614844295537E-2</c:v>
                </c:pt>
                <c:pt idx="182">
                  <c:v>1.0253456580829204E-2</c:v>
                </c:pt>
                <c:pt idx="183">
                  <c:v>1.0616217308212101E-2</c:v>
                </c:pt>
                <c:pt idx="184">
                  <c:v>1.0382445988761761E-2</c:v>
                </c:pt>
                <c:pt idx="185">
                  <c:v>1.1011772302668294E-2</c:v>
                </c:pt>
                <c:pt idx="186">
                  <c:v>1.1007598973774431E-2</c:v>
                </c:pt>
                <c:pt idx="187">
                  <c:v>1.0443770728885603E-2</c:v>
                </c:pt>
                <c:pt idx="188">
                  <c:v>1.0473296246985698E-2</c:v>
                </c:pt>
                <c:pt idx="189">
                  <c:v>1.0562866012470111E-2</c:v>
                </c:pt>
                <c:pt idx="190">
                  <c:v>1.0310717206394319E-2</c:v>
                </c:pt>
                <c:pt idx="191">
                  <c:v>9.216515034490216E-3</c:v>
                </c:pt>
                <c:pt idx="192">
                  <c:v>9.710577452005183E-3</c:v>
                </c:pt>
                <c:pt idx="193">
                  <c:v>1.1043142206914039E-2</c:v>
                </c:pt>
                <c:pt idx="194">
                  <c:v>1.100844325779343E-2</c:v>
                </c:pt>
                <c:pt idx="195">
                  <c:v>1.1003970762866527E-2</c:v>
                </c:pt>
                <c:pt idx="196">
                  <c:v>1.1294772830169261E-2</c:v>
                </c:pt>
                <c:pt idx="197">
                  <c:v>1.1214578700285102E-2</c:v>
                </c:pt>
                <c:pt idx="198">
                  <c:v>1.0893980304183419E-2</c:v>
                </c:pt>
                <c:pt idx="199">
                  <c:v>1.1317412899812335E-2</c:v>
                </c:pt>
                <c:pt idx="200">
                  <c:v>1.0310909917152404E-2</c:v>
                </c:pt>
                <c:pt idx="201">
                  <c:v>1.0707819311610044E-2</c:v>
                </c:pt>
                <c:pt idx="202">
                  <c:v>1.023924336725624E-2</c:v>
                </c:pt>
                <c:pt idx="203">
                  <c:v>1.107436047221879E-2</c:v>
                </c:pt>
                <c:pt idx="204">
                  <c:v>1.0617820314028002E-2</c:v>
                </c:pt>
                <c:pt idx="205">
                  <c:v>1.0706820908935362E-2</c:v>
                </c:pt>
                <c:pt idx="206">
                  <c:v>1.0479643570129355E-2</c:v>
                </c:pt>
                <c:pt idx="207">
                  <c:v>1.0456811701732863E-2</c:v>
                </c:pt>
                <c:pt idx="208">
                  <c:v>1.0390077213226347E-2</c:v>
                </c:pt>
                <c:pt idx="209">
                  <c:v>1.0533459572721291E-2</c:v>
                </c:pt>
                <c:pt idx="210">
                  <c:v>9.7560956180722871E-3</c:v>
                </c:pt>
                <c:pt idx="211">
                  <c:v>9.3095089952379487E-3</c:v>
                </c:pt>
                <c:pt idx="212">
                  <c:v>7.1960395230209568E-3</c:v>
                </c:pt>
                <c:pt idx="213">
                  <c:v>8.731570308127861E-3</c:v>
                </c:pt>
                <c:pt idx="214">
                  <c:v>1.0456851354588915E-2</c:v>
                </c:pt>
                <c:pt idx="215">
                  <c:v>1.0471180315668033E-2</c:v>
                </c:pt>
                <c:pt idx="216">
                  <c:v>1.0488518677093137E-2</c:v>
                </c:pt>
                <c:pt idx="217">
                  <c:v>1.0482931803004192E-2</c:v>
                </c:pt>
                <c:pt idx="218">
                  <c:v>1.0139972435470584E-2</c:v>
                </c:pt>
                <c:pt idx="219">
                  <c:v>1.0112229765496942E-2</c:v>
                </c:pt>
                <c:pt idx="220">
                  <c:v>1.0819492205559162E-2</c:v>
                </c:pt>
                <c:pt idx="221">
                  <c:v>1.0827443781042851E-2</c:v>
                </c:pt>
                <c:pt idx="222">
                  <c:v>9.644592331368395E-3</c:v>
                </c:pt>
                <c:pt idx="223">
                  <c:v>1.0290945050747399E-2</c:v>
                </c:pt>
                <c:pt idx="224">
                  <c:v>1.0368110023189329E-2</c:v>
                </c:pt>
                <c:pt idx="225">
                  <c:v>1.0720490915941058E-2</c:v>
                </c:pt>
                <c:pt idx="226">
                  <c:v>1.0734131942757722E-2</c:v>
                </c:pt>
                <c:pt idx="227">
                  <c:v>1.1684835387684136E-2</c:v>
                </c:pt>
                <c:pt idx="228">
                  <c:v>1.2253681221869334E-2</c:v>
                </c:pt>
                <c:pt idx="229">
                  <c:v>1.2703199682299294E-2</c:v>
                </c:pt>
                <c:pt idx="230">
                  <c:v>1.2705311943912761E-2</c:v>
                </c:pt>
                <c:pt idx="231">
                  <c:v>1.2708075892694431E-2</c:v>
                </c:pt>
                <c:pt idx="232">
                  <c:v>1.2322387730381933E-2</c:v>
                </c:pt>
                <c:pt idx="233">
                  <c:v>1.14303613832212E-2</c:v>
                </c:pt>
                <c:pt idx="234">
                  <c:v>1.1866656169718173E-2</c:v>
                </c:pt>
                <c:pt idx="235">
                  <c:v>1.2228097446669653E-2</c:v>
                </c:pt>
                <c:pt idx="236">
                  <c:v>1.2285673435914628E-2</c:v>
                </c:pt>
                <c:pt idx="237">
                  <c:v>1.3917765049315432E-2</c:v>
                </c:pt>
                <c:pt idx="238">
                  <c:v>1.3937106308571531E-2</c:v>
                </c:pt>
                <c:pt idx="239">
                  <c:v>1.352538531596364E-2</c:v>
                </c:pt>
                <c:pt idx="240">
                  <c:v>1.4081492973522682E-2</c:v>
                </c:pt>
                <c:pt idx="241">
                  <c:v>1.4223215382032892E-2</c:v>
                </c:pt>
                <c:pt idx="242">
                  <c:v>1.406640252147187E-2</c:v>
                </c:pt>
                <c:pt idx="243">
                  <c:v>1.3589426020767644E-2</c:v>
                </c:pt>
                <c:pt idx="244">
                  <c:v>1.4071140086805226E-2</c:v>
                </c:pt>
                <c:pt idx="245">
                  <c:v>1.4266050373973736E-2</c:v>
                </c:pt>
                <c:pt idx="246">
                  <c:v>1.3659146289317862E-2</c:v>
                </c:pt>
                <c:pt idx="247">
                  <c:v>1.3263737482320312E-2</c:v>
                </c:pt>
                <c:pt idx="248">
                  <c:v>1.2945639814406398E-2</c:v>
                </c:pt>
                <c:pt idx="249">
                  <c:v>1.9544054776099117E-2</c:v>
                </c:pt>
                <c:pt idx="250">
                  <c:v>1.9523297225036332E-2</c:v>
                </c:pt>
                <c:pt idx="251">
                  <c:v>1.941926432665984E-2</c:v>
                </c:pt>
                <c:pt idx="252">
                  <c:v>1.9198565537639479E-2</c:v>
                </c:pt>
                <c:pt idx="253">
                  <c:v>1.8763369565134438E-2</c:v>
                </c:pt>
                <c:pt idx="254">
                  <c:v>1.8448941357273912E-2</c:v>
                </c:pt>
                <c:pt idx="255">
                  <c:v>1.8575226401242644E-2</c:v>
                </c:pt>
                <c:pt idx="256">
                  <c:v>1.6669874187481306E-2</c:v>
                </c:pt>
                <c:pt idx="257">
                  <c:v>1.7841557162931964E-2</c:v>
                </c:pt>
                <c:pt idx="258">
                  <c:v>1.7813821487767292E-2</c:v>
                </c:pt>
                <c:pt idx="259">
                  <c:v>1.7051008319667011E-2</c:v>
                </c:pt>
                <c:pt idx="260">
                  <c:v>1.7085286729142474E-2</c:v>
                </c:pt>
                <c:pt idx="261">
                  <c:v>1.7316659830196313E-2</c:v>
                </c:pt>
                <c:pt idx="262">
                  <c:v>1.8042939648379358E-2</c:v>
                </c:pt>
                <c:pt idx="263">
                  <c:v>1.7282348254230043E-2</c:v>
                </c:pt>
                <c:pt idx="264">
                  <c:v>1.6831953068384267E-2</c:v>
                </c:pt>
                <c:pt idx="265">
                  <c:v>1.675102507458422E-2</c:v>
                </c:pt>
                <c:pt idx="266">
                  <c:v>1.6780913572486657E-2</c:v>
                </c:pt>
                <c:pt idx="267">
                  <c:v>1.6940449948068616E-2</c:v>
                </c:pt>
                <c:pt idx="268">
                  <c:v>1.1558823010148819E-2</c:v>
                </c:pt>
                <c:pt idx="269">
                  <c:v>1.2015924675619688E-2</c:v>
                </c:pt>
                <c:pt idx="270">
                  <c:v>1.2024827038365377E-2</c:v>
                </c:pt>
                <c:pt idx="271">
                  <c:v>1.2239279799592041E-2</c:v>
                </c:pt>
                <c:pt idx="272">
                  <c:v>1.2861690297550642E-2</c:v>
                </c:pt>
                <c:pt idx="273">
                  <c:v>1.2791507360907613E-2</c:v>
                </c:pt>
                <c:pt idx="274">
                  <c:v>1.2530348187735438E-2</c:v>
                </c:pt>
                <c:pt idx="275">
                  <c:v>1.483262668929426E-2</c:v>
                </c:pt>
                <c:pt idx="276">
                  <c:v>1.448596259967273E-2</c:v>
                </c:pt>
                <c:pt idx="277">
                  <c:v>1.5490055637408101E-2</c:v>
                </c:pt>
                <c:pt idx="278">
                  <c:v>1.5252992064811398E-2</c:v>
                </c:pt>
                <c:pt idx="279">
                  <c:v>1.5114366674292517E-2</c:v>
                </c:pt>
                <c:pt idx="280">
                  <c:v>1.4555457954659406E-2</c:v>
                </c:pt>
                <c:pt idx="281">
                  <c:v>1.4381276357577221E-2</c:v>
                </c:pt>
                <c:pt idx="282">
                  <c:v>1.4539020074302453E-2</c:v>
                </c:pt>
                <c:pt idx="283">
                  <c:v>1.4344815135595513E-2</c:v>
                </c:pt>
                <c:pt idx="284">
                  <c:v>1.4684693075653298E-2</c:v>
                </c:pt>
                <c:pt idx="285">
                  <c:v>1.4416832110983617E-2</c:v>
                </c:pt>
                <c:pt idx="286">
                  <c:v>1.4437380953323753E-2</c:v>
                </c:pt>
                <c:pt idx="287">
                  <c:v>1.3916300890892941E-2</c:v>
                </c:pt>
                <c:pt idx="288">
                  <c:v>1.3688180635048628E-2</c:v>
                </c:pt>
                <c:pt idx="289">
                  <c:v>1.406081714394827E-2</c:v>
                </c:pt>
                <c:pt idx="290">
                  <c:v>1.3841374987068975E-2</c:v>
                </c:pt>
                <c:pt idx="291">
                  <c:v>1.3079245894487154E-2</c:v>
                </c:pt>
                <c:pt idx="292">
                  <c:v>1.3849665695753702E-2</c:v>
                </c:pt>
                <c:pt idx="293">
                  <c:v>1.3749785430844362E-2</c:v>
                </c:pt>
                <c:pt idx="294">
                  <c:v>1.2997584712365647E-2</c:v>
                </c:pt>
                <c:pt idx="295">
                  <c:v>1.1764719322936537E-2</c:v>
                </c:pt>
                <c:pt idx="296">
                  <c:v>1.1958622400524858E-2</c:v>
                </c:pt>
                <c:pt idx="297">
                  <c:v>1.2397900516385387E-2</c:v>
                </c:pt>
                <c:pt idx="298">
                  <c:v>1.2397595904847212E-2</c:v>
                </c:pt>
                <c:pt idx="299">
                  <c:v>1.206174883881478E-2</c:v>
                </c:pt>
                <c:pt idx="300">
                  <c:v>1.2254167567840658E-2</c:v>
                </c:pt>
                <c:pt idx="301">
                  <c:v>1.2518626915850515E-2</c:v>
                </c:pt>
                <c:pt idx="302">
                  <c:v>1.2514340789480636E-2</c:v>
                </c:pt>
                <c:pt idx="303">
                  <c:v>1.2252058228551591E-2</c:v>
                </c:pt>
                <c:pt idx="304">
                  <c:v>1.2237853589864739E-2</c:v>
                </c:pt>
                <c:pt idx="305">
                  <c:v>1.2548243885131809E-2</c:v>
                </c:pt>
                <c:pt idx="306">
                  <c:v>1.2552804315584533E-2</c:v>
                </c:pt>
                <c:pt idx="307">
                  <c:v>1.3224480696648357E-2</c:v>
                </c:pt>
                <c:pt idx="308">
                  <c:v>1.3181878252885913E-2</c:v>
                </c:pt>
                <c:pt idx="309">
                  <c:v>1.3334561485284177E-2</c:v>
                </c:pt>
                <c:pt idx="310">
                  <c:v>1.3294538149526752E-2</c:v>
                </c:pt>
                <c:pt idx="311">
                  <c:v>1.2094549687047358E-2</c:v>
                </c:pt>
                <c:pt idx="312">
                  <c:v>1.224899326795518E-2</c:v>
                </c:pt>
                <c:pt idx="313">
                  <c:v>1.1181502587332356E-2</c:v>
                </c:pt>
                <c:pt idx="314">
                  <c:v>1.1251560641866672E-2</c:v>
                </c:pt>
                <c:pt idx="315">
                  <c:v>9.9152957858585633E-3</c:v>
                </c:pt>
                <c:pt idx="316">
                  <c:v>9.3514911281394036E-3</c:v>
                </c:pt>
                <c:pt idx="317">
                  <c:v>9.7373510012338724E-3</c:v>
                </c:pt>
                <c:pt idx="318">
                  <c:v>1.0998163311866198E-2</c:v>
                </c:pt>
                <c:pt idx="319">
                  <c:v>1.0714845233798793E-2</c:v>
                </c:pt>
                <c:pt idx="320">
                  <c:v>1.1185701374050762E-2</c:v>
                </c:pt>
                <c:pt idx="321">
                  <c:v>1.1174904406290761E-2</c:v>
                </c:pt>
                <c:pt idx="322">
                  <c:v>1.1437773510811119E-2</c:v>
                </c:pt>
                <c:pt idx="323">
                  <c:v>1.23649279407149E-2</c:v>
                </c:pt>
                <c:pt idx="324">
                  <c:v>1.2397535088898732E-2</c:v>
                </c:pt>
                <c:pt idx="325">
                  <c:v>1.2394642092797141E-2</c:v>
                </c:pt>
                <c:pt idx="326">
                  <c:v>1.1767475236780156E-2</c:v>
                </c:pt>
                <c:pt idx="327">
                  <c:v>1.1534571727843669E-2</c:v>
                </c:pt>
                <c:pt idx="328">
                  <c:v>1.164610221140098E-2</c:v>
                </c:pt>
                <c:pt idx="329">
                  <c:v>1.1917924784147681E-2</c:v>
                </c:pt>
                <c:pt idx="330">
                  <c:v>1.1820539354103715E-2</c:v>
                </c:pt>
                <c:pt idx="331">
                  <c:v>1.1687576783215461E-2</c:v>
                </c:pt>
                <c:pt idx="332">
                  <c:v>1.1753276938398127E-2</c:v>
                </c:pt>
                <c:pt idx="333">
                  <c:v>1.1817277140236025E-2</c:v>
                </c:pt>
                <c:pt idx="334">
                  <c:v>1.1792357830770985E-2</c:v>
                </c:pt>
                <c:pt idx="335">
                  <c:v>1.1565909154121451E-2</c:v>
                </c:pt>
                <c:pt idx="336">
                  <c:v>1.1384233155219643E-2</c:v>
                </c:pt>
                <c:pt idx="337">
                  <c:v>9.8589530164693694E-3</c:v>
                </c:pt>
                <c:pt idx="338">
                  <c:v>9.8490957095315017E-3</c:v>
                </c:pt>
                <c:pt idx="339">
                  <c:v>9.8021401378999336E-3</c:v>
                </c:pt>
                <c:pt idx="340">
                  <c:v>9.86455918958715E-3</c:v>
                </c:pt>
                <c:pt idx="341">
                  <c:v>9.6297361478733957E-3</c:v>
                </c:pt>
                <c:pt idx="342">
                  <c:v>9.6783026970070751E-3</c:v>
                </c:pt>
                <c:pt idx="343">
                  <c:v>1.1154832632610235E-2</c:v>
                </c:pt>
                <c:pt idx="344">
                  <c:v>1.1163119754081992E-2</c:v>
                </c:pt>
                <c:pt idx="345">
                  <c:v>1.1058029295362311E-2</c:v>
                </c:pt>
                <c:pt idx="346">
                  <c:v>1.1031821302363675E-2</c:v>
                </c:pt>
                <c:pt idx="347">
                  <c:v>1.0915668283626117E-2</c:v>
                </c:pt>
                <c:pt idx="348">
                  <c:v>1.0837409132154474E-2</c:v>
                </c:pt>
                <c:pt idx="349">
                  <c:v>1.135557797059328E-2</c:v>
                </c:pt>
                <c:pt idx="350">
                  <c:v>1.1473440461251512E-2</c:v>
                </c:pt>
                <c:pt idx="351">
                  <c:v>1.1382452534522155E-2</c:v>
                </c:pt>
                <c:pt idx="352">
                  <c:v>1.1253279092063001E-2</c:v>
                </c:pt>
                <c:pt idx="353">
                  <c:v>1.1245149170149156E-2</c:v>
                </c:pt>
                <c:pt idx="354">
                  <c:v>1.1282185571556903E-2</c:v>
                </c:pt>
                <c:pt idx="355">
                  <c:v>1.1314565818153804E-2</c:v>
                </c:pt>
                <c:pt idx="356">
                  <c:v>1.1272377819691213E-2</c:v>
                </c:pt>
                <c:pt idx="357">
                  <c:v>1.1187510669934526E-2</c:v>
                </c:pt>
                <c:pt idx="358">
                  <c:v>1.022055649610069E-2</c:v>
                </c:pt>
                <c:pt idx="359">
                  <c:v>1.0970149667415519E-2</c:v>
                </c:pt>
                <c:pt idx="360">
                  <c:v>1.0999917383314002E-2</c:v>
                </c:pt>
                <c:pt idx="361">
                  <c:v>9.7807964000429428E-3</c:v>
                </c:pt>
                <c:pt idx="362">
                  <c:v>7.2908854253463358E-3</c:v>
                </c:pt>
                <c:pt idx="363">
                  <c:v>7.6643487813107206E-3</c:v>
                </c:pt>
                <c:pt idx="364">
                  <c:v>7.6416827749374574E-3</c:v>
                </c:pt>
                <c:pt idx="365">
                  <c:v>7.6958919088551854E-3</c:v>
                </c:pt>
                <c:pt idx="366">
                  <c:v>9.0443753096512997E-3</c:v>
                </c:pt>
                <c:pt idx="367">
                  <c:v>1.0666791147448243E-2</c:v>
                </c:pt>
                <c:pt idx="368">
                  <c:v>9.9559243454771258E-3</c:v>
                </c:pt>
                <c:pt idx="369">
                  <c:v>9.9675594672186327E-3</c:v>
                </c:pt>
                <c:pt idx="370">
                  <c:v>1.0359346238463825E-2</c:v>
                </c:pt>
                <c:pt idx="371">
                  <c:v>1.0395813938770872E-2</c:v>
                </c:pt>
                <c:pt idx="372">
                  <c:v>1.0682787545926017E-2</c:v>
                </c:pt>
                <c:pt idx="373">
                  <c:v>1.0654048483565066E-2</c:v>
                </c:pt>
                <c:pt idx="374">
                  <c:v>1.0577977122984259E-2</c:v>
                </c:pt>
                <c:pt idx="375">
                  <c:v>1.1192913868236974E-2</c:v>
                </c:pt>
                <c:pt idx="376">
                  <c:v>1.1196013357034932E-2</c:v>
                </c:pt>
                <c:pt idx="377">
                  <c:v>1.1140240683262272E-2</c:v>
                </c:pt>
                <c:pt idx="378">
                  <c:v>1.0688549277238986E-2</c:v>
                </c:pt>
                <c:pt idx="379">
                  <c:v>1.0655020225022658E-2</c:v>
                </c:pt>
                <c:pt idx="380">
                  <c:v>1.0936824891757378E-2</c:v>
                </c:pt>
                <c:pt idx="381">
                  <c:v>1.0811493929294144E-2</c:v>
                </c:pt>
                <c:pt idx="382">
                  <c:v>1.0246034987043013E-2</c:v>
                </c:pt>
                <c:pt idx="383">
                  <c:v>1.0100209959260973E-2</c:v>
                </c:pt>
                <c:pt idx="384">
                  <c:v>9.8206408767150827E-3</c:v>
                </c:pt>
                <c:pt idx="385">
                  <c:v>8.8100336000291549E-3</c:v>
                </c:pt>
                <c:pt idx="386">
                  <c:v>7.5508306296389154E-3</c:v>
                </c:pt>
                <c:pt idx="387">
                  <c:v>7.5258718663109144E-3</c:v>
                </c:pt>
                <c:pt idx="388">
                  <c:v>7.1578355767803184E-3</c:v>
                </c:pt>
                <c:pt idx="389">
                  <c:v>7.6272872478581185E-3</c:v>
                </c:pt>
                <c:pt idx="390">
                  <c:v>8.0545554338088392E-3</c:v>
                </c:pt>
                <c:pt idx="391">
                  <c:v>7.9614225516347267E-3</c:v>
                </c:pt>
                <c:pt idx="392">
                  <c:v>8.1019297958394784E-3</c:v>
                </c:pt>
                <c:pt idx="393">
                  <c:v>8.10630547022923E-3</c:v>
                </c:pt>
                <c:pt idx="394">
                  <c:v>7.4939951397579845E-3</c:v>
                </c:pt>
                <c:pt idx="395">
                  <c:v>7.6231200497825571E-3</c:v>
                </c:pt>
                <c:pt idx="396">
                  <c:v>7.6249908049022003E-3</c:v>
                </c:pt>
                <c:pt idx="397">
                  <c:v>7.0838490453409165E-3</c:v>
                </c:pt>
                <c:pt idx="398">
                  <c:v>7.2477248321920987E-3</c:v>
                </c:pt>
                <c:pt idx="399">
                  <c:v>6.860603674197609E-3</c:v>
                </c:pt>
                <c:pt idx="400">
                  <c:v>8.1909714393716172E-3</c:v>
                </c:pt>
                <c:pt idx="401">
                  <c:v>8.6402752831640488E-3</c:v>
                </c:pt>
                <c:pt idx="402">
                  <c:v>8.5632828965089523E-3</c:v>
                </c:pt>
                <c:pt idx="403">
                  <c:v>8.9631034306335827E-3</c:v>
                </c:pt>
                <c:pt idx="404">
                  <c:v>1.3294462155576224E-2</c:v>
                </c:pt>
                <c:pt idx="405">
                  <c:v>1.515947161504186E-2</c:v>
                </c:pt>
                <c:pt idx="406">
                  <c:v>1.5220701790167674E-2</c:v>
                </c:pt>
                <c:pt idx="407">
                  <c:v>1.5202527194167601E-2</c:v>
                </c:pt>
                <c:pt idx="408">
                  <c:v>1.4478853268073719E-2</c:v>
                </c:pt>
                <c:pt idx="409">
                  <c:v>1.4538517159882604E-2</c:v>
                </c:pt>
                <c:pt idx="410">
                  <c:v>1.4974614929053011E-2</c:v>
                </c:pt>
                <c:pt idx="411">
                  <c:v>1.4969647681649783E-2</c:v>
                </c:pt>
                <c:pt idx="412">
                  <c:v>1.5277802302442802E-2</c:v>
                </c:pt>
                <c:pt idx="413">
                  <c:v>1.5519763247301749E-2</c:v>
                </c:pt>
                <c:pt idx="414">
                  <c:v>1.5370443427633471E-2</c:v>
                </c:pt>
                <c:pt idx="415">
                  <c:v>1.5761486171086227E-2</c:v>
                </c:pt>
                <c:pt idx="416">
                  <c:v>1.5901337533645865E-2</c:v>
                </c:pt>
                <c:pt idx="417">
                  <c:v>1.6205278722072548E-2</c:v>
                </c:pt>
                <c:pt idx="418">
                  <c:v>1.6832719929689037E-2</c:v>
                </c:pt>
                <c:pt idx="419">
                  <c:v>1.6041064299072563E-2</c:v>
                </c:pt>
                <c:pt idx="420">
                  <c:v>1.5560953002914192E-2</c:v>
                </c:pt>
                <c:pt idx="421">
                  <c:v>1.7032578667466925E-2</c:v>
                </c:pt>
                <c:pt idx="422">
                  <c:v>1.7002544595355409E-2</c:v>
                </c:pt>
                <c:pt idx="423">
                  <c:v>1.4381057776598411E-2</c:v>
                </c:pt>
                <c:pt idx="424">
                  <c:v>1.2137831865418929E-2</c:v>
                </c:pt>
                <c:pt idx="425">
                  <c:v>1.2133558413810074E-2</c:v>
                </c:pt>
                <c:pt idx="426">
                  <c:v>1.2492770172356218E-2</c:v>
                </c:pt>
                <c:pt idx="427">
                  <c:v>1.2267606934302214E-2</c:v>
                </c:pt>
                <c:pt idx="428">
                  <c:v>1.1670169294495034E-2</c:v>
                </c:pt>
                <c:pt idx="429">
                  <c:v>1.1591751651399591E-2</c:v>
                </c:pt>
                <c:pt idx="430">
                  <c:v>1.1617071911018951E-2</c:v>
                </c:pt>
                <c:pt idx="431">
                  <c:v>1.1526594362600333E-2</c:v>
                </c:pt>
                <c:pt idx="432">
                  <c:v>1.1255465610212321E-2</c:v>
                </c:pt>
                <c:pt idx="433">
                  <c:v>1.2935997426865218E-2</c:v>
                </c:pt>
                <c:pt idx="434">
                  <c:v>1.2689937212012286E-2</c:v>
                </c:pt>
                <c:pt idx="435">
                  <c:v>1.2748085640464573E-2</c:v>
                </c:pt>
                <c:pt idx="436">
                  <c:v>1.2743258692818978E-2</c:v>
                </c:pt>
                <c:pt idx="437">
                  <c:v>1.2168861609743124E-2</c:v>
                </c:pt>
                <c:pt idx="438">
                  <c:v>1.2103997829493939E-2</c:v>
                </c:pt>
                <c:pt idx="439">
                  <c:v>1.2217388689440447E-2</c:v>
                </c:pt>
                <c:pt idx="440">
                  <c:v>1.1203960648409164E-2</c:v>
                </c:pt>
                <c:pt idx="441">
                  <c:v>1.1188288503747638E-2</c:v>
                </c:pt>
                <c:pt idx="442">
                  <c:v>1.0747393721228415E-2</c:v>
                </c:pt>
                <c:pt idx="443">
                  <c:v>1.0576997497504813E-2</c:v>
                </c:pt>
                <c:pt idx="444">
                  <c:v>1.0234674439971997E-2</c:v>
                </c:pt>
                <c:pt idx="445">
                  <c:v>9.6990486470912088E-3</c:v>
                </c:pt>
                <c:pt idx="446">
                  <c:v>9.7592933950013065E-3</c:v>
                </c:pt>
                <c:pt idx="447">
                  <c:v>9.7198973356170081E-3</c:v>
                </c:pt>
                <c:pt idx="448">
                  <c:v>9.192313510927138E-3</c:v>
                </c:pt>
                <c:pt idx="449">
                  <c:v>9.044095874183207E-3</c:v>
                </c:pt>
                <c:pt idx="450">
                  <c:v>8.6543083623772249E-3</c:v>
                </c:pt>
                <c:pt idx="451">
                  <c:v>8.6870327749658457E-3</c:v>
                </c:pt>
                <c:pt idx="452">
                  <c:v>7.3250961003619563E-3</c:v>
                </c:pt>
                <c:pt idx="453">
                  <c:v>9.1614855889488173E-3</c:v>
                </c:pt>
                <c:pt idx="454">
                  <c:v>9.1289954899564565E-3</c:v>
                </c:pt>
                <c:pt idx="455">
                  <c:v>1.1661072708084017E-2</c:v>
                </c:pt>
                <c:pt idx="456">
                  <c:v>1.1656939664513316E-2</c:v>
                </c:pt>
                <c:pt idx="457">
                  <c:v>1.1737762531067668E-2</c:v>
                </c:pt>
                <c:pt idx="458">
                  <c:v>1.181638823027845E-2</c:v>
                </c:pt>
                <c:pt idx="459">
                  <c:v>1.1483685123821214E-2</c:v>
                </c:pt>
                <c:pt idx="460">
                  <c:v>1.1615542918613686E-2</c:v>
                </c:pt>
                <c:pt idx="461">
                  <c:v>1.1599189730720954E-2</c:v>
                </c:pt>
                <c:pt idx="462">
                  <c:v>1.181281719500972E-2</c:v>
                </c:pt>
                <c:pt idx="463">
                  <c:v>1.193251321500099E-2</c:v>
                </c:pt>
                <c:pt idx="464">
                  <c:v>1.1942392175469557E-2</c:v>
                </c:pt>
                <c:pt idx="465">
                  <c:v>1.1703870912049046E-2</c:v>
                </c:pt>
                <c:pt idx="466">
                  <c:v>1.234270818818671E-2</c:v>
                </c:pt>
                <c:pt idx="467">
                  <c:v>1.2341849921709553E-2</c:v>
                </c:pt>
                <c:pt idx="468">
                  <c:v>1.2349467280572724E-2</c:v>
                </c:pt>
                <c:pt idx="469">
                  <c:v>1.2151533004424531E-2</c:v>
                </c:pt>
                <c:pt idx="470">
                  <c:v>1.2154642433456334E-2</c:v>
                </c:pt>
                <c:pt idx="471">
                  <c:v>1.1844112721167716E-2</c:v>
                </c:pt>
                <c:pt idx="472">
                  <c:v>1.0831917157680301E-2</c:v>
                </c:pt>
                <c:pt idx="473">
                  <c:v>1.0832852418630683E-2</c:v>
                </c:pt>
                <c:pt idx="474">
                  <c:v>6.6622425326581906E-3</c:v>
                </c:pt>
                <c:pt idx="475">
                  <c:v>6.2249139345396968E-3</c:v>
                </c:pt>
                <c:pt idx="476">
                  <c:v>6.2348514544164589E-3</c:v>
                </c:pt>
                <c:pt idx="477">
                  <c:v>5.1963113359963491E-3</c:v>
                </c:pt>
                <c:pt idx="478">
                  <c:v>5.1478083177570223E-3</c:v>
                </c:pt>
                <c:pt idx="479">
                  <c:v>5.0873873306405406E-3</c:v>
                </c:pt>
                <c:pt idx="480">
                  <c:v>6.2807363177317275E-3</c:v>
                </c:pt>
                <c:pt idx="481">
                  <c:v>7.611733224961721E-3</c:v>
                </c:pt>
                <c:pt idx="482">
                  <c:v>7.6339131061385849E-3</c:v>
                </c:pt>
                <c:pt idx="483">
                  <c:v>1.1541013678066271E-2</c:v>
                </c:pt>
                <c:pt idx="484">
                  <c:v>1.2768252356808946E-2</c:v>
                </c:pt>
                <c:pt idx="485">
                  <c:v>1.220291883103293E-2</c:v>
                </c:pt>
                <c:pt idx="486">
                  <c:v>1.2195034394776235E-2</c:v>
                </c:pt>
                <c:pt idx="487">
                  <c:v>1.2161668886706507E-2</c:v>
                </c:pt>
                <c:pt idx="488">
                  <c:v>1.2154003308060149E-2</c:v>
                </c:pt>
                <c:pt idx="489">
                  <c:v>1.2213851466621474E-2</c:v>
                </c:pt>
                <c:pt idx="490">
                  <c:v>1.2250132842125405E-2</c:v>
                </c:pt>
                <c:pt idx="491">
                  <c:v>1.2256737183494548E-2</c:v>
                </c:pt>
                <c:pt idx="492">
                  <c:v>1.2327032647092361E-2</c:v>
                </c:pt>
                <c:pt idx="493">
                  <c:v>1.2409554149423728E-2</c:v>
                </c:pt>
                <c:pt idx="494">
                  <c:v>1.2560354727792102E-2</c:v>
                </c:pt>
                <c:pt idx="495">
                  <c:v>1.2631333449794167E-2</c:v>
                </c:pt>
                <c:pt idx="496">
                  <c:v>1.2752271436871751E-2</c:v>
                </c:pt>
                <c:pt idx="497">
                  <c:v>1.2757824023246234E-2</c:v>
                </c:pt>
                <c:pt idx="498">
                  <c:v>1.3090245606963698E-2</c:v>
                </c:pt>
                <c:pt idx="499">
                  <c:v>1.267376221705621E-2</c:v>
                </c:pt>
                <c:pt idx="500">
                  <c:v>1.2000038960730167E-2</c:v>
                </c:pt>
                <c:pt idx="501">
                  <c:v>1.2283433123391257E-2</c:v>
                </c:pt>
                <c:pt idx="502">
                  <c:v>1.0293101126907766E-2</c:v>
                </c:pt>
                <c:pt idx="503">
                  <c:v>1.0703966957549396E-2</c:v>
                </c:pt>
                <c:pt idx="504">
                  <c:v>1.1190612613162792E-2</c:v>
                </c:pt>
                <c:pt idx="505">
                  <c:v>1.2130182244229756E-2</c:v>
                </c:pt>
                <c:pt idx="506">
                  <c:v>1.2108477113694987E-2</c:v>
                </c:pt>
                <c:pt idx="507">
                  <c:v>1.2134899958493577E-2</c:v>
                </c:pt>
                <c:pt idx="508">
                  <c:v>1.2111181893395519E-2</c:v>
                </c:pt>
                <c:pt idx="509">
                  <c:v>1.2669237073355264E-2</c:v>
                </c:pt>
                <c:pt idx="510">
                  <c:v>1.2732263888395989E-2</c:v>
                </c:pt>
                <c:pt idx="511">
                  <c:v>1.2728828170500814E-2</c:v>
                </c:pt>
                <c:pt idx="512">
                  <c:v>1.3448359714597688E-2</c:v>
                </c:pt>
                <c:pt idx="513">
                  <c:v>1.3359835042360726E-2</c:v>
                </c:pt>
                <c:pt idx="514">
                  <c:v>1.3350346231005918E-2</c:v>
                </c:pt>
                <c:pt idx="515">
                  <c:v>1.3248929946541671E-2</c:v>
                </c:pt>
                <c:pt idx="516">
                  <c:v>1.3291360078683681E-2</c:v>
                </c:pt>
                <c:pt idx="517">
                  <c:v>1.4143906773269139E-2</c:v>
                </c:pt>
                <c:pt idx="518">
                  <c:v>1.8540054706766444E-2</c:v>
                </c:pt>
                <c:pt idx="519">
                  <c:v>1.8919560595282294E-2</c:v>
                </c:pt>
                <c:pt idx="520">
                  <c:v>1.8680904815986943E-2</c:v>
                </c:pt>
                <c:pt idx="521">
                  <c:v>1.7810243891833544E-2</c:v>
                </c:pt>
                <c:pt idx="522">
                  <c:v>1.7164494733924018E-2</c:v>
                </c:pt>
                <c:pt idx="523">
                  <c:v>1.7157574606001279E-2</c:v>
                </c:pt>
                <c:pt idx="524">
                  <c:v>1.6569132715530815E-2</c:v>
                </c:pt>
                <c:pt idx="525">
                  <c:v>1.6568853984889723E-2</c:v>
                </c:pt>
                <c:pt idx="526">
                  <c:v>1.662929522620632E-2</c:v>
                </c:pt>
                <c:pt idx="527">
                  <c:v>1.6621771144926911E-2</c:v>
                </c:pt>
                <c:pt idx="528">
                  <c:v>1.5927398210178457E-2</c:v>
                </c:pt>
                <c:pt idx="529">
                  <c:v>1.634848758065658E-2</c:v>
                </c:pt>
                <c:pt idx="530">
                  <c:v>1.6274717412212168E-2</c:v>
                </c:pt>
                <c:pt idx="531">
                  <c:v>1.5832190074999947E-2</c:v>
                </c:pt>
                <c:pt idx="532">
                  <c:v>1.6052816459538297E-2</c:v>
                </c:pt>
                <c:pt idx="533">
                  <c:v>1.6120575662461983E-2</c:v>
                </c:pt>
                <c:pt idx="534">
                  <c:v>1.6024446067096524E-2</c:v>
                </c:pt>
                <c:pt idx="535">
                  <c:v>1.6081562088415945E-2</c:v>
                </c:pt>
                <c:pt idx="536">
                  <c:v>1.4973131535522868E-2</c:v>
                </c:pt>
                <c:pt idx="537">
                  <c:v>8.9720200668288817E-3</c:v>
                </c:pt>
                <c:pt idx="538">
                  <c:v>8.6032677740419221E-3</c:v>
                </c:pt>
                <c:pt idx="539">
                  <c:v>8.6807271186696133E-3</c:v>
                </c:pt>
                <c:pt idx="540">
                  <c:v>8.6055992711484026E-3</c:v>
                </c:pt>
                <c:pt idx="541">
                  <c:v>7.9082381100738803E-3</c:v>
                </c:pt>
                <c:pt idx="542">
                  <c:v>6.9246514204694973E-3</c:v>
                </c:pt>
                <c:pt idx="543">
                  <c:v>7.0623032795083069E-3</c:v>
                </c:pt>
                <c:pt idx="544">
                  <c:v>7.1921558923798709E-3</c:v>
                </c:pt>
                <c:pt idx="545">
                  <c:v>7.8071194570587289E-3</c:v>
                </c:pt>
                <c:pt idx="546">
                  <c:v>1.1542333755871159E-2</c:v>
                </c:pt>
                <c:pt idx="547">
                  <c:v>1.1821714129402926E-2</c:v>
                </c:pt>
                <c:pt idx="548">
                  <c:v>1.1176230379932204E-2</c:v>
                </c:pt>
                <c:pt idx="549">
                  <c:v>1.1250146727459448E-2</c:v>
                </c:pt>
                <c:pt idx="550">
                  <c:v>1.1235707664395699E-2</c:v>
                </c:pt>
                <c:pt idx="551">
                  <c:v>1.1063260504820024E-2</c:v>
                </c:pt>
                <c:pt idx="552">
                  <c:v>1.1716339218465103E-2</c:v>
                </c:pt>
                <c:pt idx="553">
                  <c:v>1.1788783390759642E-2</c:v>
                </c:pt>
                <c:pt idx="554">
                  <c:v>1.2441737530087395E-2</c:v>
                </c:pt>
                <c:pt idx="555">
                  <c:v>2.0349013544117677E-2</c:v>
                </c:pt>
                <c:pt idx="556">
                  <c:v>2.0627593538786366E-2</c:v>
                </c:pt>
                <c:pt idx="557">
                  <c:v>2.0523485427493528E-2</c:v>
                </c:pt>
                <c:pt idx="558">
                  <c:v>2.0520342346737445E-2</c:v>
                </c:pt>
                <c:pt idx="559">
                  <c:v>2.0548121244718637E-2</c:v>
                </c:pt>
                <c:pt idx="560">
                  <c:v>2.0556300108287535E-2</c:v>
                </c:pt>
                <c:pt idx="561">
                  <c:v>2.0601547435548886E-2</c:v>
                </c:pt>
                <c:pt idx="562">
                  <c:v>2.0485822953909202E-2</c:v>
                </c:pt>
                <c:pt idx="563">
                  <c:v>2.042772930375672E-2</c:v>
                </c:pt>
                <c:pt idx="564">
                  <c:v>2.0025329678462041E-2</c:v>
                </c:pt>
                <c:pt idx="565">
                  <c:v>1.75682996088686E-2</c:v>
                </c:pt>
                <c:pt idx="566">
                  <c:v>1.7588898020259175E-2</c:v>
                </c:pt>
                <c:pt idx="567">
                  <c:v>1.7671778624629927E-2</c:v>
                </c:pt>
                <c:pt idx="568">
                  <c:v>1.7701084959610938E-2</c:v>
                </c:pt>
                <c:pt idx="569">
                  <c:v>1.767531529942153E-2</c:v>
                </c:pt>
                <c:pt idx="570">
                  <c:v>1.7794130260484473E-2</c:v>
                </c:pt>
                <c:pt idx="571">
                  <c:v>1.6778670247761942E-2</c:v>
                </c:pt>
                <c:pt idx="572">
                  <c:v>1.6783143853234424E-2</c:v>
                </c:pt>
                <c:pt idx="573">
                  <c:v>1.6672522143305196E-2</c:v>
                </c:pt>
                <c:pt idx="574">
                  <c:v>7.6817736749546749E-3</c:v>
                </c:pt>
                <c:pt idx="575">
                  <c:v>8.6045653866424592E-3</c:v>
                </c:pt>
                <c:pt idx="576">
                  <c:v>8.4440197797256734E-3</c:v>
                </c:pt>
                <c:pt idx="577">
                  <c:v>8.7645444191294872E-3</c:v>
                </c:pt>
                <c:pt idx="578">
                  <c:v>8.6234441159434155E-3</c:v>
                </c:pt>
                <c:pt idx="579">
                  <c:v>8.6075457240670818E-3</c:v>
                </c:pt>
                <c:pt idx="580">
                  <c:v>8.4770423079997201E-3</c:v>
                </c:pt>
                <c:pt idx="581">
                  <c:v>8.8644995055750988E-3</c:v>
                </c:pt>
                <c:pt idx="582">
                  <c:v>8.8513471467282657E-3</c:v>
                </c:pt>
                <c:pt idx="583">
                  <c:v>8.5445707753552015E-3</c:v>
                </c:pt>
                <c:pt idx="584">
                  <c:v>8.5688691144132374E-3</c:v>
                </c:pt>
                <c:pt idx="585">
                  <c:v>8.3486763322943719E-3</c:v>
                </c:pt>
                <c:pt idx="586">
                  <c:v>8.2796285402896661E-3</c:v>
                </c:pt>
                <c:pt idx="587">
                  <c:v>9.3145333073351606E-3</c:v>
                </c:pt>
                <c:pt idx="588">
                  <c:v>9.4456038725889545E-3</c:v>
                </c:pt>
                <c:pt idx="589">
                  <c:v>9.1126876251913565E-3</c:v>
                </c:pt>
                <c:pt idx="590">
                  <c:v>9.3089929802002425E-3</c:v>
                </c:pt>
                <c:pt idx="591">
                  <c:v>9.5111742048907266E-3</c:v>
                </c:pt>
                <c:pt idx="592">
                  <c:v>9.0005586861837822E-3</c:v>
                </c:pt>
                <c:pt idx="593">
                  <c:v>8.9973999768598375E-3</c:v>
                </c:pt>
                <c:pt idx="594">
                  <c:v>7.5537771695657506E-3</c:v>
                </c:pt>
                <c:pt idx="595">
                  <c:v>7.5482898989682979E-3</c:v>
                </c:pt>
                <c:pt idx="596">
                  <c:v>7.1569530039991298E-3</c:v>
                </c:pt>
                <c:pt idx="597">
                  <c:v>7.5150288192363046E-3</c:v>
                </c:pt>
                <c:pt idx="598">
                  <c:v>8.424215755007132E-3</c:v>
                </c:pt>
                <c:pt idx="599">
                  <c:v>8.537591895181617E-3</c:v>
                </c:pt>
                <c:pt idx="600">
                  <c:v>8.2861113257462881E-3</c:v>
                </c:pt>
                <c:pt idx="601">
                  <c:v>8.9606619225847724E-3</c:v>
                </c:pt>
                <c:pt idx="602">
                  <c:v>9.1480996476680267E-3</c:v>
                </c:pt>
                <c:pt idx="603">
                  <c:v>8.9894603971560957E-3</c:v>
                </c:pt>
                <c:pt idx="604">
                  <c:v>9.3812270122232734E-3</c:v>
                </c:pt>
                <c:pt idx="605">
                  <c:v>1.0628820905125564E-2</c:v>
                </c:pt>
                <c:pt idx="606">
                  <c:v>9.8978615947423621E-3</c:v>
                </c:pt>
                <c:pt idx="607">
                  <c:v>9.8031356691784897E-3</c:v>
                </c:pt>
                <c:pt idx="608">
                  <c:v>9.8419944856659152E-3</c:v>
                </c:pt>
                <c:pt idx="609">
                  <c:v>9.1707410117543142E-3</c:v>
                </c:pt>
                <c:pt idx="610">
                  <c:v>8.9197079505055968E-3</c:v>
                </c:pt>
                <c:pt idx="611">
                  <c:v>9.7383275266258503E-3</c:v>
                </c:pt>
                <c:pt idx="612">
                  <c:v>9.9761521270626732E-3</c:v>
                </c:pt>
                <c:pt idx="613">
                  <c:v>9.9400128070462352E-3</c:v>
                </c:pt>
                <c:pt idx="614">
                  <c:v>9.93844430221082E-3</c:v>
                </c:pt>
                <c:pt idx="615">
                  <c:v>9.9698630818918568E-3</c:v>
                </c:pt>
                <c:pt idx="616">
                  <c:v>9.7607659614996796E-3</c:v>
                </c:pt>
                <c:pt idx="617">
                  <c:v>8.9433678506352955E-3</c:v>
                </c:pt>
                <c:pt idx="618">
                  <c:v>8.7190915207553798E-3</c:v>
                </c:pt>
                <c:pt idx="619">
                  <c:v>8.1629716299417201E-3</c:v>
                </c:pt>
                <c:pt idx="620">
                  <c:v>6.5476487744018314E-3</c:v>
                </c:pt>
                <c:pt idx="621">
                  <c:v>6.7328646139051575E-3</c:v>
                </c:pt>
                <c:pt idx="622">
                  <c:v>6.9189921211897524E-3</c:v>
                </c:pt>
                <c:pt idx="623">
                  <c:v>6.9060879427130179E-3</c:v>
                </c:pt>
                <c:pt idx="624">
                  <c:v>5.8354395565394946E-3</c:v>
                </c:pt>
                <c:pt idx="625">
                  <c:v>5.904578600304463E-3</c:v>
                </c:pt>
                <c:pt idx="626">
                  <c:v>6.0626099615151479E-3</c:v>
                </c:pt>
                <c:pt idx="627">
                  <c:v>5.9536302819102049E-3</c:v>
                </c:pt>
                <c:pt idx="628">
                  <c:v>5.9111875486030901E-3</c:v>
                </c:pt>
                <c:pt idx="629">
                  <c:v>7.1807797454845335E-3</c:v>
                </c:pt>
                <c:pt idx="630">
                  <c:v>6.3975306019618062E-3</c:v>
                </c:pt>
                <c:pt idx="631">
                  <c:v>6.3107726487093598E-3</c:v>
                </c:pt>
                <c:pt idx="632">
                  <c:v>6.9705169940122826E-3</c:v>
                </c:pt>
                <c:pt idx="633">
                  <c:v>7.8232802123916756E-3</c:v>
                </c:pt>
                <c:pt idx="634">
                  <c:v>7.7510051418391065E-3</c:v>
                </c:pt>
                <c:pt idx="635">
                  <c:v>7.749247244342802E-3</c:v>
                </c:pt>
                <c:pt idx="636">
                  <c:v>7.8886558059494231E-3</c:v>
                </c:pt>
                <c:pt idx="637">
                  <c:v>7.8872934960897874E-3</c:v>
                </c:pt>
                <c:pt idx="638">
                  <c:v>7.950158210986713E-3</c:v>
                </c:pt>
                <c:pt idx="639">
                  <c:v>7.9632563409937785E-3</c:v>
                </c:pt>
                <c:pt idx="640">
                  <c:v>7.9421241776570124E-3</c:v>
                </c:pt>
                <c:pt idx="641">
                  <c:v>7.4410229870597892E-3</c:v>
                </c:pt>
                <c:pt idx="642">
                  <c:v>7.5975993200444042E-3</c:v>
                </c:pt>
                <c:pt idx="643">
                  <c:v>7.7236054638072258E-3</c:v>
                </c:pt>
                <c:pt idx="644">
                  <c:v>7.7375266090522849E-3</c:v>
                </c:pt>
                <c:pt idx="645">
                  <c:v>7.6728078211170357E-3</c:v>
                </c:pt>
                <c:pt idx="646">
                  <c:v>7.7300967580143168E-3</c:v>
                </c:pt>
                <c:pt idx="647">
                  <c:v>7.8057406537273884E-3</c:v>
                </c:pt>
                <c:pt idx="648">
                  <c:v>8.6340316722678251E-3</c:v>
                </c:pt>
                <c:pt idx="649">
                  <c:v>8.6169057206745576E-3</c:v>
                </c:pt>
                <c:pt idx="650">
                  <c:v>8.4176392727346432E-3</c:v>
                </c:pt>
                <c:pt idx="651">
                  <c:v>8.3850390384135349E-3</c:v>
                </c:pt>
                <c:pt idx="652">
                  <c:v>7.8496106635392807E-3</c:v>
                </c:pt>
                <c:pt idx="653">
                  <c:v>7.8511813344553441E-3</c:v>
                </c:pt>
                <c:pt idx="654">
                  <c:v>7.7721646930744006E-3</c:v>
                </c:pt>
                <c:pt idx="655">
                  <c:v>7.6606419989379759E-3</c:v>
                </c:pt>
                <c:pt idx="656">
                  <c:v>7.7292291633771701E-3</c:v>
                </c:pt>
                <c:pt idx="657">
                  <c:v>7.6394277204789385E-3</c:v>
                </c:pt>
                <c:pt idx="658">
                  <c:v>7.5974227985655613E-3</c:v>
                </c:pt>
                <c:pt idx="659">
                  <c:v>7.7218876597248244E-3</c:v>
                </c:pt>
                <c:pt idx="660">
                  <c:v>7.7473175330325661E-3</c:v>
                </c:pt>
                <c:pt idx="661">
                  <c:v>7.9139948380055492E-3</c:v>
                </c:pt>
                <c:pt idx="662">
                  <c:v>7.9268944763516373E-3</c:v>
                </c:pt>
                <c:pt idx="663">
                  <c:v>7.9708255327180511E-3</c:v>
                </c:pt>
                <c:pt idx="664">
                  <c:v>7.9741849776121549E-3</c:v>
                </c:pt>
                <c:pt idx="665">
                  <c:v>7.8106859987940504E-3</c:v>
                </c:pt>
                <c:pt idx="666">
                  <c:v>7.8513336707547038E-3</c:v>
                </c:pt>
                <c:pt idx="667">
                  <c:v>6.0108891734813449E-3</c:v>
                </c:pt>
                <c:pt idx="668">
                  <c:v>5.7997806392092819E-3</c:v>
                </c:pt>
                <c:pt idx="669">
                  <c:v>5.8106958926909882E-3</c:v>
                </c:pt>
                <c:pt idx="670">
                  <c:v>5.4588508349841403E-3</c:v>
                </c:pt>
                <c:pt idx="671">
                  <c:v>5.4690221276270674E-3</c:v>
                </c:pt>
                <c:pt idx="672">
                  <c:v>5.5030073982902886E-3</c:v>
                </c:pt>
                <c:pt idx="673">
                  <c:v>6.4061901666803934E-3</c:v>
                </c:pt>
                <c:pt idx="674">
                  <c:v>6.4156493859242559E-3</c:v>
                </c:pt>
                <c:pt idx="675">
                  <c:v>6.9740656355792244E-3</c:v>
                </c:pt>
                <c:pt idx="676">
                  <c:v>7.1361337055995096E-3</c:v>
                </c:pt>
                <c:pt idx="677">
                  <c:v>7.1333211154769195E-3</c:v>
                </c:pt>
                <c:pt idx="678">
                  <c:v>7.0428786672902905E-3</c:v>
                </c:pt>
                <c:pt idx="679">
                  <c:v>7.0458049420765419E-3</c:v>
                </c:pt>
                <c:pt idx="680">
                  <c:v>6.7842787053587353E-3</c:v>
                </c:pt>
                <c:pt idx="681">
                  <c:v>6.8082517727239026E-3</c:v>
                </c:pt>
                <c:pt idx="682">
                  <c:v>6.9406815542617404E-3</c:v>
                </c:pt>
                <c:pt idx="683">
                  <c:v>7.5845476581208743E-3</c:v>
                </c:pt>
                <c:pt idx="684">
                  <c:v>7.8311416541260066E-3</c:v>
                </c:pt>
                <c:pt idx="685">
                  <c:v>8.1904098816092258E-3</c:v>
                </c:pt>
                <c:pt idx="686">
                  <c:v>9.4620693136495074E-3</c:v>
                </c:pt>
                <c:pt idx="687">
                  <c:v>9.5094964967347706E-3</c:v>
                </c:pt>
                <c:pt idx="688">
                  <c:v>9.4382051360150689E-3</c:v>
                </c:pt>
                <c:pt idx="689">
                  <c:v>9.4379393903372948E-3</c:v>
                </c:pt>
                <c:pt idx="690">
                  <c:v>9.5915787011440039E-3</c:v>
                </c:pt>
                <c:pt idx="691">
                  <c:v>9.5952557144335614E-3</c:v>
                </c:pt>
                <c:pt idx="692">
                  <c:v>9.2095657818345982E-3</c:v>
                </c:pt>
                <c:pt idx="693">
                  <c:v>9.2281531419652098E-3</c:v>
                </c:pt>
                <c:pt idx="694">
                  <c:v>8.6607208676545231E-3</c:v>
                </c:pt>
                <c:pt idx="695">
                  <c:v>8.578593632274558E-3</c:v>
                </c:pt>
                <c:pt idx="696">
                  <c:v>8.539643292453011E-3</c:v>
                </c:pt>
                <c:pt idx="697">
                  <c:v>8.8532868658226307E-3</c:v>
                </c:pt>
                <c:pt idx="698">
                  <c:v>8.6225011561543077E-3</c:v>
                </c:pt>
                <c:pt idx="699">
                  <c:v>8.6549397842993828E-3</c:v>
                </c:pt>
                <c:pt idx="700">
                  <c:v>8.8611257213426619E-3</c:v>
                </c:pt>
                <c:pt idx="701">
                  <c:v>8.8532204344385218E-3</c:v>
                </c:pt>
                <c:pt idx="702">
                  <c:v>8.6838403107301777E-3</c:v>
                </c:pt>
                <c:pt idx="703">
                  <c:v>8.2528373936090298E-3</c:v>
                </c:pt>
                <c:pt idx="704">
                  <c:v>8.3569169887775813E-3</c:v>
                </c:pt>
                <c:pt idx="705">
                  <c:v>6.848068849214386E-3</c:v>
                </c:pt>
                <c:pt idx="706">
                  <c:v>6.6974021713875516E-3</c:v>
                </c:pt>
                <c:pt idx="707">
                  <c:v>9.2847018504027164E-3</c:v>
                </c:pt>
                <c:pt idx="708">
                  <c:v>9.1846472914146604E-3</c:v>
                </c:pt>
                <c:pt idx="709">
                  <c:v>9.0925945464024101E-3</c:v>
                </c:pt>
                <c:pt idx="710">
                  <c:v>9.3892044644115474E-3</c:v>
                </c:pt>
                <c:pt idx="711">
                  <c:v>9.2382802999839697E-3</c:v>
                </c:pt>
                <c:pt idx="712">
                  <c:v>9.2662515441761673E-3</c:v>
                </c:pt>
                <c:pt idx="713">
                  <c:v>9.2284892164860056E-3</c:v>
                </c:pt>
                <c:pt idx="714">
                  <c:v>8.9110524517354555E-3</c:v>
                </c:pt>
                <c:pt idx="715">
                  <c:v>8.9560533345602062E-3</c:v>
                </c:pt>
                <c:pt idx="716">
                  <c:v>9.1363443460289601E-3</c:v>
                </c:pt>
                <c:pt idx="717">
                  <c:v>9.2914011560611912E-3</c:v>
                </c:pt>
                <c:pt idx="718">
                  <c:v>9.5423529596089917E-3</c:v>
                </c:pt>
                <c:pt idx="719">
                  <c:v>9.861304371277916E-3</c:v>
                </c:pt>
                <c:pt idx="720">
                  <c:v>9.8542469496860005E-3</c:v>
                </c:pt>
                <c:pt idx="721">
                  <c:v>9.7101223674343779E-3</c:v>
                </c:pt>
                <c:pt idx="722">
                  <c:v>9.4175320645206052E-3</c:v>
                </c:pt>
                <c:pt idx="723">
                  <c:v>9.6463074117190788E-3</c:v>
                </c:pt>
                <c:pt idx="724">
                  <c:v>9.896427277781018E-3</c:v>
                </c:pt>
                <c:pt idx="725">
                  <c:v>9.9003871382255144E-3</c:v>
                </c:pt>
                <c:pt idx="726">
                  <c:v>8.1392683385785227E-3</c:v>
                </c:pt>
                <c:pt idx="727">
                  <c:v>8.1517287254877051E-3</c:v>
                </c:pt>
                <c:pt idx="728">
                  <c:v>8.6699345540797151E-3</c:v>
                </c:pt>
                <c:pt idx="729">
                  <c:v>7.9682564685085375E-3</c:v>
                </c:pt>
                <c:pt idx="730">
                  <c:v>7.8822576492218899E-3</c:v>
                </c:pt>
                <c:pt idx="731">
                  <c:v>8.1838133800834663E-3</c:v>
                </c:pt>
                <c:pt idx="732">
                  <c:v>8.2136158265441184E-3</c:v>
                </c:pt>
                <c:pt idx="733">
                  <c:v>8.5279032893114098E-3</c:v>
                </c:pt>
                <c:pt idx="734">
                  <c:v>8.4176783451363427E-3</c:v>
                </c:pt>
                <c:pt idx="735">
                  <c:v>8.0564640324549981E-3</c:v>
                </c:pt>
                <c:pt idx="736">
                  <c:v>8.280205809172379E-3</c:v>
                </c:pt>
                <c:pt idx="737">
                  <c:v>7.606997042390695E-3</c:v>
                </c:pt>
                <c:pt idx="738">
                  <c:v>7.8227642491260005E-3</c:v>
                </c:pt>
                <c:pt idx="739">
                  <c:v>8.5633252678868534E-3</c:v>
                </c:pt>
                <c:pt idx="740">
                  <c:v>8.620742420148611E-3</c:v>
                </c:pt>
                <c:pt idx="741">
                  <c:v>8.5885327715736932E-3</c:v>
                </c:pt>
                <c:pt idx="742">
                  <c:v>8.5024444404455772E-3</c:v>
                </c:pt>
                <c:pt idx="743">
                  <c:v>8.4047653684036511E-3</c:v>
                </c:pt>
                <c:pt idx="744">
                  <c:v>8.7277104418807885E-3</c:v>
                </c:pt>
                <c:pt idx="745">
                  <c:v>8.905612811254E-3</c:v>
                </c:pt>
                <c:pt idx="746">
                  <c:v>9.2842031677734006E-3</c:v>
                </c:pt>
                <c:pt idx="747">
                  <c:v>8.8550882901291157E-3</c:v>
                </c:pt>
                <c:pt idx="748">
                  <c:v>9.0678673003588041E-3</c:v>
                </c:pt>
                <c:pt idx="749">
                  <c:v>9.1613277187085184E-3</c:v>
                </c:pt>
                <c:pt idx="750">
                  <c:v>9.0655629117929598E-3</c:v>
                </c:pt>
                <c:pt idx="751">
                  <c:v>9.2852997077073653E-3</c:v>
                </c:pt>
                <c:pt idx="752">
                  <c:v>9.1493600251082285E-3</c:v>
                </c:pt>
                <c:pt idx="753">
                  <c:v>8.9261157200075901E-3</c:v>
                </c:pt>
                <c:pt idx="754">
                  <c:v>9.0325926730234051E-3</c:v>
                </c:pt>
                <c:pt idx="755">
                  <c:v>8.5855775130895991E-3</c:v>
                </c:pt>
                <c:pt idx="756">
                  <c:v>8.5405128692890887E-3</c:v>
                </c:pt>
                <c:pt idx="757">
                  <c:v>8.4422277034945838E-3</c:v>
                </c:pt>
                <c:pt idx="758">
                  <c:v>7.8669661468335657E-3</c:v>
                </c:pt>
                <c:pt idx="759">
                  <c:v>7.6773677922659456E-3</c:v>
                </c:pt>
                <c:pt idx="760">
                  <c:v>7.7139358427364699E-3</c:v>
                </c:pt>
                <c:pt idx="761">
                  <c:v>7.8779009033826501E-3</c:v>
                </c:pt>
                <c:pt idx="762">
                  <c:v>7.8930356963094438E-3</c:v>
                </c:pt>
                <c:pt idx="763">
                  <c:v>8.166215029125061E-3</c:v>
                </c:pt>
                <c:pt idx="764">
                  <c:v>7.9551902880824685E-3</c:v>
                </c:pt>
                <c:pt idx="765">
                  <c:v>7.50523020204172E-3</c:v>
                </c:pt>
                <c:pt idx="766">
                  <c:v>7.2216661562564807E-3</c:v>
                </c:pt>
                <c:pt idx="767">
                  <c:v>6.9754390303718187E-3</c:v>
                </c:pt>
                <c:pt idx="768">
                  <c:v>6.9697339319640212E-3</c:v>
                </c:pt>
                <c:pt idx="769">
                  <c:v>6.9935769053233758E-3</c:v>
                </c:pt>
                <c:pt idx="770">
                  <c:v>6.7076102231662096E-3</c:v>
                </c:pt>
                <c:pt idx="771">
                  <c:v>6.7741350939849974E-3</c:v>
                </c:pt>
                <c:pt idx="772">
                  <c:v>6.9325862303963289E-3</c:v>
                </c:pt>
                <c:pt idx="773">
                  <c:v>7.8466020146319652E-3</c:v>
                </c:pt>
                <c:pt idx="774">
                  <c:v>8.1441830812481273E-3</c:v>
                </c:pt>
                <c:pt idx="775">
                  <c:v>8.5016959176670206E-3</c:v>
                </c:pt>
                <c:pt idx="776">
                  <c:v>8.602521716726045E-3</c:v>
                </c:pt>
                <c:pt idx="777">
                  <c:v>9.0466758094325389E-3</c:v>
                </c:pt>
                <c:pt idx="778">
                  <c:v>1.0840698769924474E-2</c:v>
                </c:pt>
                <c:pt idx="779">
                  <c:v>1.0937142829597585E-2</c:v>
                </c:pt>
                <c:pt idx="780">
                  <c:v>1.0694121713715284E-2</c:v>
                </c:pt>
                <c:pt idx="781">
                  <c:v>1.04971852732915E-2</c:v>
                </c:pt>
                <c:pt idx="782">
                  <c:v>1.0317591454565947E-2</c:v>
                </c:pt>
                <c:pt idx="783">
                  <c:v>1.0259509391663387E-2</c:v>
                </c:pt>
                <c:pt idx="784">
                  <c:v>1.0482171265567875E-2</c:v>
                </c:pt>
                <c:pt idx="785">
                  <c:v>1.0331109212576673E-2</c:v>
                </c:pt>
                <c:pt idx="786">
                  <c:v>1.0319789009804275E-2</c:v>
                </c:pt>
                <c:pt idx="787">
                  <c:v>1.0187229511503582E-2</c:v>
                </c:pt>
                <c:pt idx="788">
                  <c:v>1.0326263701312307E-2</c:v>
                </c:pt>
                <c:pt idx="789">
                  <c:v>1.0344634084830294E-2</c:v>
                </c:pt>
                <c:pt idx="790">
                  <c:v>1.0418445825168998E-2</c:v>
                </c:pt>
                <c:pt idx="791">
                  <c:v>1.0742808426551738E-2</c:v>
                </c:pt>
                <c:pt idx="792">
                  <c:v>1.0056609732200069E-2</c:v>
                </c:pt>
                <c:pt idx="793">
                  <c:v>9.7335672670874392E-3</c:v>
                </c:pt>
                <c:pt idx="794">
                  <c:v>1.1232711459588946E-2</c:v>
                </c:pt>
                <c:pt idx="795">
                  <c:v>1.0907052884316346E-2</c:v>
                </c:pt>
                <c:pt idx="796">
                  <c:v>1.0239330169223059E-2</c:v>
                </c:pt>
                <c:pt idx="797">
                  <c:v>8.7655237037482306E-3</c:v>
                </c:pt>
                <c:pt idx="798">
                  <c:v>9.8003415968608582E-3</c:v>
                </c:pt>
                <c:pt idx="799">
                  <c:v>9.788547778960998E-3</c:v>
                </c:pt>
                <c:pt idx="800">
                  <c:v>9.8364700875674255E-3</c:v>
                </c:pt>
                <c:pt idx="801">
                  <c:v>9.7547508198864066E-3</c:v>
                </c:pt>
                <c:pt idx="802">
                  <c:v>9.6400817921633436E-3</c:v>
                </c:pt>
                <c:pt idx="803">
                  <c:v>9.4516191680552655E-3</c:v>
                </c:pt>
                <c:pt idx="804">
                  <c:v>9.6272109921606876E-3</c:v>
                </c:pt>
                <c:pt idx="805">
                  <c:v>9.7623155290211053E-3</c:v>
                </c:pt>
                <c:pt idx="806">
                  <c:v>9.7681440232403136E-3</c:v>
                </c:pt>
                <c:pt idx="807">
                  <c:v>9.5047090938098332E-3</c:v>
                </c:pt>
                <c:pt idx="808">
                  <c:v>9.4031297908096344E-3</c:v>
                </c:pt>
                <c:pt idx="809">
                  <c:v>9.4799290143347884E-3</c:v>
                </c:pt>
                <c:pt idx="810">
                  <c:v>8.6552382999348833E-3</c:v>
                </c:pt>
                <c:pt idx="811">
                  <c:v>9.2930723161694408E-3</c:v>
                </c:pt>
                <c:pt idx="812">
                  <c:v>9.9689782415796346E-3</c:v>
                </c:pt>
                <c:pt idx="813">
                  <c:v>8.4292334585783085E-3</c:v>
                </c:pt>
                <c:pt idx="814">
                  <c:v>8.2989634153057251E-3</c:v>
                </c:pt>
                <c:pt idx="815">
                  <c:v>8.2872591737523423E-3</c:v>
                </c:pt>
                <c:pt idx="816">
                  <c:v>8.6695442460515814E-3</c:v>
                </c:pt>
                <c:pt idx="817">
                  <c:v>7.1732595258337979E-3</c:v>
                </c:pt>
                <c:pt idx="818">
                  <c:v>7.3705173489107467E-3</c:v>
                </c:pt>
                <c:pt idx="819">
                  <c:v>9.3547938943695005E-3</c:v>
                </c:pt>
                <c:pt idx="820">
                  <c:v>1.3095937486562228E-2</c:v>
                </c:pt>
                <c:pt idx="821">
                  <c:v>1.3079535636834876E-2</c:v>
                </c:pt>
                <c:pt idx="822">
                  <c:v>1.3140790794236022E-2</c:v>
                </c:pt>
                <c:pt idx="823">
                  <c:v>1.4253564923539148E-2</c:v>
                </c:pt>
                <c:pt idx="824">
                  <c:v>1.4794693385268481E-2</c:v>
                </c:pt>
                <c:pt idx="825">
                  <c:v>1.5542461252757711E-2</c:v>
                </c:pt>
                <c:pt idx="826">
                  <c:v>1.6298346086242806E-2</c:v>
                </c:pt>
                <c:pt idx="827">
                  <c:v>1.6983212802139463E-2</c:v>
                </c:pt>
                <c:pt idx="828">
                  <c:v>1.7418977675998291E-2</c:v>
                </c:pt>
                <c:pt idx="829">
                  <c:v>1.750108559651746E-2</c:v>
                </c:pt>
                <c:pt idx="830">
                  <c:v>1.7680498475871765E-2</c:v>
                </c:pt>
                <c:pt idx="831">
                  <c:v>1.8043719226402775E-2</c:v>
                </c:pt>
                <c:pt idx="832">
                  <c:v>1.8186064919171113E-2</c:v>
                </c:pt>
                <c:pt idx="833">
                  <c:v>1.8221411311355188E-2</c:v>
                </c:pt>
                <c:pt idx="834">
                  <c:v>1.82710765091115E-2</c:v>
                </c:pt>
                <c:pt idx="835">
                  <c:v>1.8370929105786884E-2</c:v>
                </c:pt>
                <c:pt idx="836">
                  <c:v>1.854336045051639E-2</c:v>
                </c:pt>
                <c:pt idx="837">
                  <c:v>1.9536432775815803E-2</c:v>
                </c:pt>
                <c:pt idx="838">
                  <c:v>1.9958517474723356E-2</c:v>
                </c:pt>
                <c:pt idx="839">
                  <c:v>1.8898565685298366E-2</c:v>
                </c:pt>
                <c:pt idx="840">
                  <c:v>1.9701756478392951E-2</c:v>
                </c:pt>
                <c:pt idx="841">
                  <c:v>1.9403045903512346E-2</c:v>
                </c:pt>
                <c:pt idx="842">
                  <c:v>2.1490443286858927E-2</c:v>
                </c:pt>
                <c:pt idx="843">
                  <c:v>2.1255017799230627E-2</c:v>
                </c:pt>
                <c:pt idx="844">
                  <c:v>2.0682934651180453E-2</c:v>
                </c:pt>
                <c:pt idx="845">
                  <c:v>2.0700438024697891E-2</c:v>
                </c:pt>
                <c:pt idx="846">
                  <c:v>2.0196010533986095E-2</c:v>
                </c:pt>
                <c:pt idx="847">
                  <c:v>2.0008260030149737E-2</c:v>
                </c:pt>
                <c:pt idx="848">
                  <c:v>2.0164116344595202E-2</c:v>
                </c:pt>
                <c:pt idx="849">
                  <c:v>1.9955930289289315E-2</c:v>
                </c:pt>
                <c:pt idx="850">
                  <c:v>1.893888513176388E-2</c:v>
                </c:pt>
                <c:pt idx="851">
                  <c:v>1.8830080432141523E-2</c:v>
                </c:pt>
                <c:pt idx="852">
                  <c:v>1.868474986789985E-2</c:v>
                </c:pt>
                <c:pt idx="853">
                  <c:v>1.8664711462789262E-2</c:v>
                </c:pt>
                <c:pt idx="854">
                  <c:v>1.8625909862957674E-2</c:v>
                </c:pt>
                <c:pt idx="855">
                  <c:v>1.9277551518252334E-2</c:v>
                </c:pt>
                <c:pt idx="856">
                  <c:v>1.7102792104749319E-2</c:v>
                </c:pt>
                <c:pt idx="857">
                  <c:v>1.5216974747607269E-2</c:v>
                </c:pt>
                <c:pt idx="858">
                  <c:v>1.3724745264684661E-2</c:v>
                </c:pt>
                <c:pt idx="859">
                  <c:v>1.372012272419959E-2</c:v>
                </c:pt>
                <c:pt idx="860">
                  <c:v>1.3466152904352718E-2</c:v>
                </c:pt>
                <c:pt idx="861">
                  <c:v>1.13462445615578E-2</c:v>
                </c:pt>
                <c:pt idx="862">
                  <c:v>1.1392822517358224E-2</c:v>
                </c:pt>
                <c:pt idx="863">
                  <c:v>1.1466870410444854E-2</c:v>
                </c:pt>
                <c:pt idx="864">
                  <c:v>1.1258949639814211E-2</c:v>
                </c:pt>
                <c:pt idx="865">
                  <c:v>1.1264478142511272E-2</c:v>
                </c:pt>
                <c:pt idx="866">
                  <c:v>1.0213590435947967E-2</c:v>
                </c:pt>
                <c:pt idx="867">
                  <c:v>1.0643238036206315E-2</c:v>
                </c:pt>
                <c:pt idx="868">
                  <c:v>1.1312725811497297E-2</c:v>
                </c:pt>
                <c:pt idx="869">
                  <c:v>1.0117686306158405E-2</c:v>
                </c:pt>
                <c:pt idx="870">
                  <c:v>1.0164173193435747E-2</c:v>
                </c:pt>
                <c:pt idx="871">
                  <c:v>1.0780511753932237E-2</c:v>
                </c:pt>
                <c:pt idx="872">
                  <c:v>1.1178748601157716E-2</c:v>
                </c:pt>
                <c:pt idx="873">
                  <c:v>1.2950346249521629E-2</c:v>
                </c:pt>
                <c:pt idx="874">
                  <c:v>1.228384231446426E-2</c:v>
                </c:pt>
                <c:pt idx="875">
                  <c:v>1.3453616097861229E-2</c:v>
                </c:pt>
                <c:pt idx="876">
                  <c:v>1.3753940252389891E-2</c:v>
                </c:pt>
                <c:pt idx="877">
                  <c:v>1.3966090085481263E-2</c:v>
                </c:pt>
                <c:pt idx="878">
                  <c:v>1.3653622415349164E-2</c:v>
                </c:pt>
                <c:pt idx="879">
                  <c:v>1.3540447869495284E-2</c:v>
                </c:pt>
                <c:pt idx="880">
                  <c:v>1.3239508600380574E-2</c:v>
                </c:pt>
                <c:pt idx="881">
                  <c:v>1.433498628662375E-2</c:v>
                </c:pt>
                <c:pt idx="882">
                  <c:v>1.5755308097840127E-2</c:v>
                </c:pt>
                <c:pt idx="883">
                  <c:v>1.56648223418503E-2</c:v>
                </c:pt>
                <c:pt idx="884">
                  <c:v>1.5654977368069128E-2</c:v>
                </c:pt>
                <c:pt idx="885">
                  <c:v>1.5692863724832508E-2</c:v>
                </c:pt>
                <c:pt idx="886">
                  <c:v>1.5311507388209494E-2</c:v>
                </c:pt>
                <c:pt idx="887">
                  <c:v>1.4264843729120151E-2</c:v>
                </c:pt>
                <c:pt idx="888">
                  <c:v>1.4270200201630504E-2</c:v>
                </c:pt>
                <c:pt idx="889">
                  <c:v>1.4269180025537198E-2</c:v>
                </c:pt>
                <c:pt idx="890">
                  <c:v>1.4265524912606195E-2</c:v>
                </c:pt>
                <c:pt idx="891">
                  <c:v>1.4237280808418433E-2</c:v>
                </c:pt>
                <c:pt idx="892">
                  <c:v>1.2917867267105801E-2</c:v>
                </c:pt>
                <c:pt idx="893">
                  <c:v>1.2885080768557608E-2</c:v>
                </c:pt>
                <c:pt idx="894">
                  <c:v>1.1488216939952452E-2</c:v>
                </c:pt>
                <c:pt idx="895">
                  <c:v>1.1067709877001841E-2</c:v>
                </c:pt>
                <c:pt idx="896">
                  <c:v>1.075517277530667E-2</c:v>
                </c:pt>
                <c:pt idx="897">
                  <c:v>1.0905397794009033E-2</c:v>
                </c:pt>
                <c:pt idx="898">
                  <c:v>1.0819067399508922E-2</c:v>
                </c:pt>
                <c:pt idx="899">
                  <c:v>1.1029821829509984E-2</c:v>
                </c:pt>
                <c:pt idx="900">
                  <c:v>8.7287256125389481E-3</c:v>
                </c:pt>
                <c:pt idx="901">
                  <c:v>6.8116887973583918E-3</c:v>
                </c:pt>
                <c:pt idx="902">
                  <c:v>6.5452299056731342E-3</c:v>
                </c:pt>
                <c:pt idx="903">
                  <c:v>6.552793283636258E-3</c:v>
                </c:pt>
                <c:pt idx="904">
                  <c:v>7.0339119776371417E-3</c:v>
                </c:pt>
                <c:pt idx="905">
                  <c:v>6.4514714526167187E-3</c:v>
                </c:pt>
                <c:pt idx="906">
                  <c:v>6.4522067757448003E-3</c:v>
                </c:pt>
                <c:pt idx="907">
                  <c:v>6.9210607964854771E-3</c:v>
                </c:pt>
                <c:pt idx="908">
                  <c:v>7.2494267863806548E-3</c:v>
                </c:pt>
                <c:pt idx="909">
                  <c:v>7.3293708584248858E-3</c:v>
                </c:pt>
                <c:pt idx="910">
                  <c:v>7.9896278537423589E-3</c:v>
                </c:pt>
                <c:pt idx="911">
                  <c:v>8.2902188288483669E-3</c:v>
                </c:pt>
                <c:pt idx="912">
                  <c:v>8.6556515426152274E-3</c:v>
                </c:pt>
                <c:pt idx="913">
                  <c:v>8.7188268918111794E-3</c:v>
                </c:pt>
                <c:pt idx="914">
                  <c:v>9.2790156167952068E-3</c:v>
                </c:pt>
                <c:pt idx="915">
                  <c:v>9.4325599722396847E-3</c:v>
                </c:pt>
                <c:pt idx="916">
                  <c:v>9.8074955923558478E-3</c:v>
                </c:pt>
                <c:pt idx="917">
                  <c:v>9.6057671777576518E-3</c:v>
                </c:pt>
                <c:pt idx="918">
                  <c:v>9.4547409737951327E-3</c:v>
                </c:pt>
                <c:pt idx="919">
                  <c:v>9.4980336640099871E-3</c:v>
                </c:pt>
                <c:pt idx="920">
                  <c:v>9.5194100917771977E-3</c:v>
                </c:pt>
                <c:pt idx="921">
                  <c:v>9.6717688631272874E-3</c:v>
                </c:pt>
                <c:pt idx="922">
                  <c:v>9.9216067897056701E-3</c:v>
                </c:pt>
                <c:pt idx="923">
                  <c:v>9.5232975522158998E-3</c:v>
                </c:pt>
                <c:pt idx="924">
                  <c:v>9.5625654417217758E-3</c:v>
                </c:pt>
                <c:pt idx="925">
                  <c:v>9.6556459566077522E-3</c:v>
                </c:pt>
                <c:pt idx="926">
                  <c:v>9.2634934335512273E-3</c:v>
                </c:pt>
                <c:pt idx="927">
                  <c:v>9.1935946409832537E-3</c:v>
                </c:pt>
                <c:pt idx="928">
                  <c:v>8.8063856947765157E-3</c:v>
                </c:pt>
                <c:pt idx="929">
                  <c:v>8.0592475945214445E-3</c:v>
                </c:pt>
                <c:pt idx="930">
                  <c:v>7.8698493211979137E-3</c:v>
                </c:pt>
                <c:pt idx="931">
                  <c:v>7.5714525570391633E-3</c:v>
                </c:pt>
                <c:pt idx="932">
                  <c:v>7.2669881533928568E-3</c:v>
                </c:pt>
                <c:pt idx="933">
                  <c:v>7.5384832286191318E-3</c:v>
                </c:pt>
                <c:pt idx="934">
                  <c:v>7.2575058055867657E-3</c:v>
                </c:pt>
                <c:pt idx="935">
                  <c:v>6.8801985739698384E-3</c:v>
                </c:pt>
                <c:pt idx="936">
                  <c:v>7.267551546403875E-3</c:v>
                </c:pt>
                <c:pt idx="937">
                  <c:v>7.1791242643967062E-3</c:v>
                </c:pt>
                <c:pt idx="938">
                  <c:v>7.7808909615776998E-3</c:v>
                </c:pt>
                <c:pt idx="939">
                  <c:v>8.2331359651304867E-3</c:v>
                </c:pt>
                <c:pt idx="940">
                  <c:v>7.7755509360296843E-3</c:v>
                </c:pt>
                <c:pt idx="941">
                  <c:v>7.4345919430091586E-3</c:v>
                </c:pt>
                <c:pt idx="942">
                  <c:v>7.4847450631505795E-3</c:v>
                </c:pt>
                <c:pt idx="943">
                  <c:v>8.5515802959419424E-3</c:v>
                </c:pt>
                <c:pt idx="944">
                  <c:v>8.5482867735096075E-3</c:v>
                </c:pt>
                <c:pt idx="945">
                  <c:v>8.6618139058842712E-3</c:v>
                </c:pt>
                <c:pt idx="946">
                  <c:v>8.8104279094164684E-3</c:v>
                </c:pt>
                <c:pt idx="947">
                  <c:v>8.7061116467534137E-3</c:v>
                </c:pt>
                <c:pt idx="948">
                  <c:v>8.8244402702458511E-3</c:v>
                </c:pt>
                <c:pt idx="949">
                  <c:v>8.6652270619786836E-3</c:v>
                </c:pt>
                <c:pt idx="950">
                  <c:v>8.6580703100269472E-3</c:v>
                </c:pt>
                <c:pt idx="951">
                  <c:v>9.0197704466257449E-3</c:v>
                </c:pt>
                <c:pt idx="952">
                  <c:v>8.6104022705565161E-3</c:v>
                </c:pt>
                <c:pt idx="953">
                  <c:v>8.742327385576832E-3</c:v>
                </c:pt>
                <c:pt idx="954">
                  <c:v>8.3018118878487642E-3</c:v>
                </c:pt>
                <c:pt idx="955">
                  <c:v>8.5786278246952827E-3</c:v>
                </c:pt>
                <c:pt idx="956">
                  <c:v>8.573485524521968E-3</c:v>
                </c:pt>
                <c:pt idx="957">
                  <c:v>8.1539754512440603E-3</c:v>
                </c:pt>
                <c:pt idx="958">
                  <c:v>7.3508601151223698E-3</c:v>
                </c:pt>
                <c:pt idx="959">
                  <c:v>7.3106365089420445E-3</c:v>
                </c:pt>
                <c:pt idx="960">
                  <c:v>7.1088913063292371E-3</c:v>
                </c:pt>
                <c:pt idx="961">
                  <c:v>7.1322646009031329E-3</c:v>
                </c:pt>
                <c:pt idx="962">
                  <c:v>6.6815773991806124E-3</c:v>
                </c:pt>
                <c:pt idx="963">
                  <c:v>6.6371336646361421E-3</c:v>
                </c:pt>
                <c:pt idx="964">
                  <c:v>6.6030121764451945E-3</c:v>
                </c:pt>
                <c:pt idx="965">
                  <c:v>6.1731281754543428E-3</c:v>
                </c:pt>
                <c:pt idx="966">
                  <c:v>6.9330796604243289E-3</c:v>
                </c:pt>
                <c:pt idx="967">
                  <c:v>7.1591465017732097E-3</c:v>
                </c:pt>
                <c:pt idx="968">
                  <c:v>7.0901560171023363E-3</c:v>
                </c:pt>
                <c:pt idx="969">
                  <c:v>7.1002427472469758E-3</c:v>
                </c:pt>
                <c:pt idx="970">
                  <c:v>7.5218603203755924E-3</c:v>
                </c:pt>
                <c:pt idx="971">
                  <c:v>7.5528394431380796E-3</c:v>
                </c:pt>
                <c:pt idx="972">
                  <c:v>7.3361775504801356E-3</c:v>
                </c:pt>
                <c:pt idx="973">
                  <c:v>1.5094009010316921E-2</c:v>
                </c:pt>
                <c:pt idx="974">
                  <c:v>1.4688189039757667E-2</c:v>
                </c:pt>
                <c:pt idx="975">
                  <c:v>1.4848110678587283E-2</c:v>
                </c:pt>
                <c:pt idx="976">
                  <c:v>1.5236090632418913E-2</c:v>
                </c:pt>
                <c:pt idx="977">
                  <c:v>1.5424350219901574E-2</c:v>
                </c:pt>
                <c:pt idx="978">
                  <c:v>1.534528054820755E-2</c:v>
                </c:pt>
                <c:pt idx="979">
                  <c:v>1.5331403004670193E-2</c:v>
                </c:pt>
                <c:pt idx="980">
                  <c:v>1.5358843404284533E-2</c:v>
                </c:pt>
                <c:pt idx="981">
                  <c:v>1.5237668957097491E-2</c:v>
                </c:pt>
                <c:pt idx="982">
                  <c:v>1.5279880357975274E-2</c:v>
                </c:pt>
                <c:pt idx="983">
                  <c:v>1.598561932118819E-2</c:v>
                </c:pt>
                <c:pt idx="984">
                  <c:v>1.5955333351634845E-2</c:v>
                </c:pt>
                <c:pt idx="985">
                  <c:v>1.560649852970707E-2</c:v>
                </c:pt>
                <c:pt idx="986">
                  <c:v>1.5424411417652903E-2</c:v>
                </c:pt>
                <c:pt idx="987">
                  <c:v>1.5556330067763536E-2</c:v>
                </c:pt>
                <c:pt idx="988">
                  <c:v>1.5492575746371921E-2</c:v>
                </c:pt>
                <c:pt idx="989">
                  <c:v>1.4932177534584862E-2</c:v>
                </c:pt>
                <c:pt idx="990">
                  <c:v>1.4949455789216819E-2</c:v>
                </c:pt>
                <c:pt idx="991">
                  <c:v>1.5548448349961897E-2</c:v>
                </c:pt>
                <c:pt idx="992">
                  <c:v>8.920960790461268E-3</c:v>
                </c:pt>
                <c:pt idx="993">
                  <c:v>8.9281134883067576E-3</c:v>
                </c:pt>
                <c:pt idx="994">
                  <c:v>8.7302148069294955E-3</c:v>
                </c:pt>
                <c:pt idx="995">
                  <c:v>7.9944272633776965E-3</c:v>
                </c:pt>
                <c:pt idx="996">
                  <c:v>7.758387142691634E-3</c:v>
                </c:pt>
                <c:pt idx="997">
                  <c:v>7.7721377746695968E-3</c:v>
                </c:pt>
                <c:pt idx="998">
                  <c:v>7.7710707459234113E-3</c:v>
                </c:pt>
                <c:pt idx="999">
                  <c:v>7.6807023140131716E-3</c:v>
                </c:pt>
                <c:pt idx="1000">
                  <c:v>7.8354473442694798E-3</c:v>
                </c:pt>
                <c:pt idx="1001">
                  <c:v>7.7351899194381887E-3</c:v>
                </c:pt>
                <c:pt idx="1002">
                  <c:v>6.1903084454973112E-3</c:v>
                </c:pt>
                <c:pt idx="1003">
                  <c:v>6.3286927366045893E-3</c:v>
                </c:pt>
                <c:pt idx="1004">
                  <c:v>6.2544018261791135E-3</c:v>
                </c:pt>
                <c:pt idx="1005">
                  <c:v>6.2494982677271018E-3</c:v>
                </c:pt>
                <c:pt idx="1006">
                  <c:v>6.1528536273612331E-3</c:v>
                </c:pt>
                <c:pt idx="1007">
                  <c:v>6.4868384141807504E-3</c:v>
                </c:pt>
                <c:pt idx="1008">
                  <c:v>6.4326769595003525E-3</c:v>
                </c:pt>
                <c:pt idx="1009">
                  <c:v>6.7272030321260242E-3</c:v>
                </c:pt>
                <c:pt idx="1010">
                  <c:v>5.8043530314031829E-3</c:v>
                </c:pt>
                <c:pt idx="1011">
                  <c:v>5.1973373563475797E-3</c:v>
                </c:pt>
                <c:pt idx="1012">
                  <c:v>5.6231632863500318E-3</c:v>
                </c:pt>
                <c:pt idx="1013">
                  <c:v>5.7037394853017868E-3</c:v>
                </c:pt>
                <c:pt idx="1014">
                  <c:v>5.7181315075237049E-3</c:v>
                </c:pt>
                <c:pt idx="1015">
                  <c:v>6.8939359996819001E-3</c:v>
                </c:pt>
                <c:pt idx="1016">
                  <c:v>6.8121457873699274E-3</c:v>
                </c:pt>
                <c:pt idx="1017">
                  <c:v>6.8129837802103337E-3</c:v>
                </c:pt>
                <c:pt idx="1018">
                  <c:v>6.8122317948501685E-3</c:v>
                </c:pt>
                <c:pt idx="1019">
                  <c:v>6.7116604826660967E-3</c:v>
                </c:pt>
                <c:pt idx="1020">
                  <c:v>6.7202799760744773E-3</c:v>
                </c:pt>
                <c:pt idx="1021">
                  <c:v>6.6352068712804092E-3</c:v>
                </c:pt>
                <c:pt idx="1022">
                  <c:v>6.6525189819720779E-3</c:v>
                </c:pt>
                <c:pt idx="1023">
                  <c:v>6.7392329437564718E-3</c:v>
                </c:pt>
                <c:pt idx="1024">
                  <c:v>6.6717953284559017E-3</c:v>
                </c:pt>
                <c:pt idx="1025">
                  <c:v>7.5001178857397443E-3</c:v>
                </c:pt>
                <c:pt idx="1026">
                  <c:v>7.3071760773596355E-3</c:v>
                </c:pt>
                <c:pt idx="1027">
                  <c:v>7.3224134713766815E-3</c:v>
                </c:pt>
                <c:pt idx="1028">
                  <c:v>7.8004865769607072E-3</c:v>
                </c:pt>
                <c:pt idx="1029">
                  <c:v>8.2953416548627104E-3</c:v>
                </c:pt>
                <c:pt idx="1030">
                  <c:v>1.0488316983674195E-2</c:v>
                </c:pt>
                <c:pt idx="1031">
                  <c:v>1.0245047294260238E-2</c:v>
                </c:pt>
                <c:pt idx="1032">
                  <c:v>1.0085496288032621E-2</c:v>
                </c:pt>
                <c:pt idx="1033">
                  <c:v>1.0086253065186592E-2</c:v>
                </c:pt>
                <c:pt idx="1034">
                  <c:v>9.6657089706091714E-3</c:v>
                </c:pt>
                <c:pt idx="1035">
                  <c:v>9.7427631438274306E-3</c:v>
                </c:pt>
                <c:pt idx="1036">
                  <c:v>9.7229446993588892E-3</c:v>
                </c:pt>
                <c:pt idx="1037">
                  <c:v>9.7049767539103896E-3</c:v>
                </c:pt>
                <c:pt idx="1038">
                  <c:v>9.9980412428466049E-3</c:v>
                </c:pt>
                <c:pt idx="1039">
                  <c:v>1.0630626542931936E-2</c:v>
                </c:pt>
                <c:pt idx="1040">
                  <c:v>1.0629583263361699E-2</c:v>
                </c:pt>
                <c:pt idx="1041">
                  <c:v>1.1190150268861911E-2</c:v>
                </c:pt>
                <c:pt idx="1042">
                  <c:v>1.2115233198871738E-2</c:v>
                </c:pt>
                <c:pt idx="1043">
                  <c:v>1.2158448035038145E-2</c:v>
                </c:pt>
                <c:pt idx="1044">
                  <c:v>1.1468095066028357E-2</c:v>
                </c:pt>
                <c:pt idx="1045">
                  <c:v>1.1687568897108713E-2</c:v>
                </c:pt>
                <c:pt idx="1046">
                  <c:v>1.168105611659484E-2</c:v>
                </c:pt>
                <c:pt idx="1047">
                  <c:v>1.1243760171293546E-2</c:v>
                </c:pt>
                <c:pt idx="1048">
                  <c:v>1.1019416394034833E-2</c:v>
                </c:pt>
                <c:pt idx="1049">
                  <c:v>8.7249912386637256E-3</c:v>
                </c:pt>
                <c:pt idx="1050">
                  <c:v>8.7173015130586548E-3</c:v>
                </c:pt>
                <c:pt idx="1051">
                  <c:v>9.0491686053522334E-3</c:v>
                </c:pt>
                <c:pt idx="1052">
                  <c:v>9.0688356567751854E-3</c:v>
                </c:pt>
                <c:pt idx="1053">
                  <c:v>1.3852641480530156E-2</c:v>
                </c:pt>
                <c:pt idx="1054">
                  <c:v>1.6405358178800823E-2</c:v>
                </c:pt>
                <c:pt idx="1055">
                  <c:v>1.630356108577815E-2</c:v>
                </c:pt>
                <c:pt idx="1056">
                  <c:v>1.682117797993584E-2</c:v>
                </c:pt>
                <c:pt idx="1057">
                  <c:v>1.6791222067935308E-2</c:v>
                </c:pt>
                <c:pt idx="1058">
                  <c:v>1.6715907665341125E-2</c:v>
                </c:pt>
                <c:pt idx="1059">
                  <c:v>1.6907170642996881E-2</c:v>
                </c:pt>
                <c:pt idx="1060">
                  <c:v>1.6794901285092447E-2</c:v>
                </c:pt>
                <c:pt idx="1061">
                  <c:v>1.6024139739954396E-2</c:v>
                </c:pt>
                <c:pt idx="1062">
                  <c:v>1.6154418712624779E-2</c:v>
                </c:pt>
                <c:pt idx="1063">
                  <c:v>1.6153453837719864E-2</c:v>
                </c:pt>
                <c:pt idx="1064">
                  <c:v>1.6166717401409427E-2</c:v>
                </c:pt>
                <c:pt idx="1065">
                  <c:v>1.6140199956380823E-2</c:v>
                </c:pt>
                <c:pt idx="1066">
                  <c:v>1.6098551705797746E-2</c:v>
                </c:pt>
                <c:pt idx="1067">
                  <c:v>1.6106637376272485E-2</c:v>
                </c:pt>
                <c:pt idx="1068">
                  <c:v>1.612463996017871E-2</c:v>
                </c:pt>
                <c:pt idx="1069">
                  <c:v>1.6115362052295655E-2</c:v>
                </c:pt>
                <c:pt idx="1070">
                  <c:v>1.6095592995537141E-2</c:v>
                </c:pt>
                <c:pt idx="1071">
                  <c:v>1.598461783989755E-2</c:v>
                </c:pt>
                <c:pt idx="1072">
                  <c:v>1.2486574354567631E-2</c:v>
                </c:pt>
                <c:pt idx="1073">
                  <c:v>8.0874607619542283E-3</c:v>
                </c:pt>
                <c:pt idx="1074">
                  <c:v>7.9553415866889295E-3</c:v>
                </c:pt>
                <c:pt idx="1075">
                  <c:v>6.9916136833694034E-3</c:v>
                </c:pt>
                <c:pt idx="1076">
                  <c:v>7.4403949548484559E-3</c:v>
                </c:pt>
                <c:pt idx="1077">
                  <c:v>7.4472720565147196E-3</c:v>
                </c:pt>
                <c:pt idx="1078">
                  <c:v>7.1769647022636857E-3</c:v>
                </c:pt>
                <c:pt idx="1079">
                  <c:v>7.0363119565586786E-3</c:v>
                </c:pt>
                <c:pt idx="1080">
                  <c:v>6.1924682114279737E-3</c:v>
                </c:pt>
                <c:pt idx="1081">
                  <c:v>5.8424101561322696E-3</c:v>
                </c:pt>
                <c:pt idx="1082">
                  <c:v>8.213021009571414E-3</c:v>
                </c:pt>
                <c:pt idx="1083">
                  <c:v>8.4284970572826388E-3</c:v>
                </c:pt>
                <c:pt idx="1084">
                  <c:v>9.676767819854909E-3</c:v>
                </c:pt>
                <c:pt idx="1085">
                  <c:v>9.6111282714064841E-3</c:v>
                </c:pt>
                <c:pt idx="1086">
                  <c:v>9.548020687857723E-3</c:v>
                </c:pt>
                <c:pt idx="1087">
                  <c:v>9.6781934156183781E-3</c:v>
                </c:pt>
                <c:pt idx="1088">
                  <c:v>8.9328905178334434E-3</c:v>
                </c:pt>
                <c:pt idx="1089">
                  <c:v>8.6517507712507071E-3</c:v>
                </c:pt>
                <c:pt idx="1090">
                  <c:v>8.8241856873079224E-3</c:v>
                </c:pt>
                <c:pt idx="1091">
                  <c:v>8.608766832181149E-3</c:v>
                </c:pt>
                <c:pt idx="1092">
                  <c:v>8.9024740803311433E-3</c:v>
                </c:pt>
                <c:pt idx="1093">
                  <c:v>8.8893283016044603E-3</c:v>
                </c:pt>
                <c:pt idx="1094">
                  <c:v>8.9789734542434444E-3</c:v>
                </c:pt>
                <c:pt idx="1095">
                  <c:v>8.2731034496740467E-3</c:v>
                </c:pt>
                <c:pt idx="1096">
                  <c:v>8.0907475328611447E-3</c:v>
                </c:pt>
                <c:pt idx="1097">
                  <c:v>8.1005082269738661E-3</c:v>
                </c:pt>
                <c:pt idx="1098">
                  <c:v>8.0410231332012569E-3</c:v>
                </c:pt>
                <c:pt idx="1099">
                  <c:v>8.0238525174973121E-3</c:v>
                </c:pt>
                <c:pt idx="1100">
                  <c:v>7.9061814909680179E-3</c:v>
                </c:pt>
                <c:pt idx="1101">
                  <c:v>6.7893221819697244E-3</c:v>
                </c:pt>
                <c:pt idx="1102">
                  <c:v>6.9763289782581841E-3</c:v>
                </c:pt>
                <c:pt idx="1103">
                  <c:v>5.8353235654980233E-3</c:v>
                </c:pt>
                <c:pt idx="1104">
                  <c:v>6.765459118559327E-3</c:v>
                </c:pt>
                <c:pt idx="1105">
                  <c:v>6.8626886143744147E-3</c:v>
                </c:pt>
                <c:pt idx="1106">
                  <c:v>6.7194851962122798E-3</c:v>
                </c:pt>
                <c:pt idx="1107">
                  <c:v>6.7497964916517304E-3</c:v>
                </c:pt>
                <c:pt idx="1108">
                  <c:v>6.7215112853958531E-3</c:v>
                </c:pt>
                <c:pt idx="1109">
                  <c:v>6.1139872290457429E-3</c:v>
                </c:pt>
                <c:pt idx="1110">
                  <c:v>6.1109395102973071E-3</c:v>
                </c:pt>
                <c:pt idx="1111">
                  <c:v>5.7188794991631341E-3</c:v>
                </c:pt>
                <c:pt idx="1112">
                  <c:v>5.8036156395845501E-3</c:v>
                </c:pt>
                <c:pt idx="1113">
                  <c:v>5.5440521144579586E-3</c:v>
                </c:pt>
                <c:pt idx="1114">
                  <c:v>5.3468728263968085E-3</c:v>
                </c:pt>
                <c:pt idx="1115">
                  <c:v>5.3544902213968036E-3</c:v>
                </c:pt>
                <c:pt idx="1116">
                  <c:v>5.361114055650637E-3</c:v>
                </c:pt>
                <c:pt idx="1117">
                  <c:v>5.7834893445708217E-3</c:v>
                </c:pt>
                <c:pt idx="1118">
                  <c:v>6.6936016707775442E-3</c:v>
                </c:pt>
                <c:pt idx="1119">
                  <c:v>6.8266166592453464E-3</c:v>
                </c:pt>
                <c:pt idx="1120">
                  <c:v>6.7977285584591707E-3</c:v>
                </c:pt>
                <c:pt idx="1121">
                  <c:v>7.7325735505854231E-3</c:v>
                </c:pt>
                <c:pt idx="1122">
                  <c:v>8.1328913702799852E-3</c:v>
                </c:pt>
                <c:pt idx="1123">
                  <c:v>8.0226897167252984E-3</c:v>
                </c:pt>
                <c:pt idx="1124">
                  <c:v>8.4033815928514707E-3</c:v>
                </c:pt>
                <c:pt idx="1125">
                  <c:v>8.4139673677337788E-3</c:v>
                </c:pt>
                <c:pt idx="1126">
                  <c:v>8.4135612122779209E-3</c:v>
                </c:pt>
                <c:pt idx="1127">
                  <c:v>8.3880474850480322E-3</c:v>
                </c:pt>
                <c:pt idx="1128">
                  <c:v>8.2356328240668041E-3</c:v>
                </c:pt>
                <c:pt idx="1129">
                  <c:v>8.7491324167957747E-3</c:v>
                </c:pt>
                <c:pt idx="1130">
                  <c:v>8.5732096080355646E-3</c:v>
                </c:pt>
                <c:pt idx="1131">
                  <c:v>8.5659942537293088E-3</c:v>
                </c:pt>
                <c:pt idx="1132">
                  <c:v>8.6732799336482827E-3</c:v>
                </c:pt>
                <c:pt idx="1133">
                  <c:v>9.228430011111604E-3</c:v>
                </c:pt>
                <c:pt idx="1134">
                  <c:v>9.2773937681177587E-3</c:v>
                </c:pt>
                <c:pt idx="1135">
                  <c:v>9.7738562877273463E-3</c:v>
                </c:pt>
                <c:pt idx="1136">
                  <c:v>1.0638486192062884E-2</c:v>
                </c:pt>
                <c:pt idx="1137">
                  <c:v>9.9522563562567615E-3</c:v>
                </c:pt>
                <c:pt idx="1138">
                  <c:v>1.0980697734380167E-2</c:v>
                </c:pt>
                <c:pt idx="1139">
                  <c:v>1.1037171285957378E-2</c:v>
                </c:pt>
                <c:pt idx="1140">
                  <c:v>1.1063433920453152E-2</c:v>
                </c:pt>
                <c:pt idx="1141">
                  <c:v>1.0756814224232457E-2</c:v>
                </c:pt>
                <c:pt idx="1142">
                  <c:v>1.025482625463865E-2</c:v>
                </c:pt>
                <c:pt idx="1143">
                  <c:v>9.8962497607088685E-3</c:v>
                </c:pt>
                <c:pt idx="1144">
                  <c:v>9.8276486213714001E-3</c:v>
                </c:pt>
                <c:pt idx="1145">
                  <c:v>1.0817540502864395E-2</c:v>
                </c:pt>
                <c:pt idx="1146">
                  <c:v>1.0818048031467152E-2</c:v>
                </c:pt>
                <c:pt idx="1147">
                  <c:v>1.106683120866736E-2</c:v>
                </c:pt>
                <c:pt idx="1148">
                  <c:v>1.0879600508501418E-2</c:v>
                </c:pt>
                <c:pt idx="1149">
                  <c:v>1.0896049421025077E-2</c:v>
                </c:pt>
                <c:pt idx="1150">
                  <c:v>1.1565329790865667E-2</c:v>
                </c:pt>
                <c:pt idx="1151">
                  <c:v>1.151567103727507E-2</c:v>
                </c:pt>
                <c:pt idx="1152">
                  <c:v>1.199257575241499E-2</c:v>
                </c:pt>
                <c:pt idx="1153">
                  <c:v>1.2005793144295764E-2</c:v>
                </c:pt>
                <c:pt idx="1154">
                  <c:v>1.132243829228176E-2</c:v>
                </c:pt>
                <c:pt idx="1155">
                  <c:v>1.0613267085830535E-2</c:v>
                </c:pt>
                <c:pt idx="1156">
                  <c:v>1.2454594195717995E-2</c:v>
                </c:pt>
                <c:pt idx="1157">
                  <c:v>1.1895249936302326E-2</c:v>
                </c:pt>
                <c:pt idx="1158">
                  <c:v>1.1707072669107185E-2</c:v>
                </c:pt>
                <c:pt idx="1159">
                  <c:v>1.076316170990352E-2</c:v>
                </c:pt>
                <c:pt idx="1160">
                  <c:v>1.6380122548724587E-2</c:v>
                </c:pt>
                <c:pt idx="1161">
                  <c:v>1.6529010353977885E-2</c:v>
                </c:pt>
                <c:pt idx="1162">
                  <c:v>2.2906938210364318E-2</c:v>
                </c:pt>
                <c:pt idx="1163">
                  <c:v>2.3152703567176712E-2</c:v>
                </c:pt>
                <c:pt idx="1164">
                  <c:v>2.4798373748725282E-2</c:v>
                </c:pt>
                <c:pt idx="1165">
                  <c:v>2.5363866343977665E-2</c:v>
                </c:pt>
                <c:pt idx="1166">
                  <c:v>2.5717999617707654E-2</c:v>
                </c:pt>
                <c:pt idx="1167">
                  <c:v>2.5670780873810063E-2</c:v>
                </c:pt>
                <c:pt idx="1168">
                  <c:v>3.3911312220205082E-2</c:v>
                </c:pt>
                <c:pt idx="1169">
                  <c:v>4.0969974538674576E-2</c:v>
                </c:pt>
                <c:pt idx="1170">
                  <c:v>4.228505108939782E-2</c:v>
                </c:pt>
                <c:pt idx="1171">
                  <c:v>4.8197252197883664E-2</c:v>
                </c:pt>
                <c:pt idx="1172">
                  <c:v>4.8306314432105653E-2</c:v>
                </c:pt>
                <c:pt idx="1173">
                  <c:v>4.8317752259655115E-2</c:v>
                </c:pt>
                <c:pt idx="1174">
                  <c:v>5.0620287941653665E-2</c:v>
                </c:pt>
                <c:pt idx="1175">
                  <c:v>5.0762832069714735E-2</c:v>
                </c:pt>
                <c:pt idx="1176">
                  <c:v>5.0792188090510067E-2</c:v>
                </c:pt>
                <c:pt idx="1177">
                  <c:v>5.476423636311243E-2</c:v>
                </c:pt>
                <c:pt idx="1178">
                  <c:v>5.4764624996493393E-2</c:v>
                </c:pt>
                <c:pt idx="1179">
                  <c:v>5.3132536593115155E-2</c:v>
                </c:pt>
                <c:pt idx="1180">
                  <c:v>5.3563942512978725E-2</c:v>
                </c:pt>
                <c:pt idx="1181">
                  <c:v>5.0275457846892038E-2</c:v>
                </c:pt>
                <c:pt idx="1182">
                  <c:v>5.0663690707487656E-2</c:v>
                </c:pt>
                <c:pt idx="1183">
                  <c:v>4.8323898030715427E-2</c:v>
                </c:pt>
                <c:pt idx="1184">
                  <c:v>4.8445777412265058E-2</c:v>
                </c:pt>
                <c:pt idx="1185">
                  <c:v>4.7811616450744311E-2</c:v>
                </c:pt>
                <c:pt idx="1186">
                  <c:v>4.7302533850785033E-2</c:v>
                </c:pt>
                <c:pt idx="1187">
                  <c:v>4.3973473359557251E-2</c:v>
                </c:pt>
                <c:pt idx="1188">
                  <c:v>3.2714489040866546E-2</c:v>
                </c:pt>
                <c:pt idx="1189">
                  <c:v>3.6272350195181394E-2</c:v>
                </c:pt>
                <c:pt idx="1190">
                  <c:v>3.2002813006181394E-2</c:v>
                </c:pt>
                <c:pt idx="1191">
                  <c:v>3.2292847599689957E-2</c:v>
                </c:pt>
                <c:pt idx="1192">
                  <c:v>3.2334324384038708E-2</c:v>
                </c:pt>
                <c:pt idx="1193">
                  <c:v>2.9495005861042471E-2</c:v>
                </c:pt>
                <c:pt idx="1194">
                  <c:v>2.8295648567047145E-2</c:v>
                </c:pt>
                <c:pt idx="1195">
                  <c:v>2.8319811425992495E-2</c:v>
                </c:pt>
                <c:pt idx="1196">
                  <c:v>2.0310214257912282E-2</c:v>
                </c:pt>
                <c:pt idx="1197">
                  <c:v>2.0475439707412064E-2</c:v>
                </c:pt>
                <c:pt idx="1198">
                  <c:v>2.0582718905235931E-2</c:v>
                </c:pt>
                <c:pt idx="1199">
                  <c:v>1.9506408429536392E-2</c:v>
                </c:pt>
                <c:pt idx="1200">
                  <c:v>2.0195296029821473E-2</c:v>
                </c:pt>
                <c:pt idx="1201">
                  <c:v>1.9611321161014768E-2</c:v>
                </c:pt>
                <c:pt idx="1202">
                  <c:v>2.002791015816896E-2</c:v>
                </c:pt>
                <c:pt idx="1203">
                  <c:v>1.9368659334256161E-2</c:v>
                </c:pt>
                <c:pt idx="1204">
                  <c:v>2.0373717524132907E-2</c:v>
                </c:pt>
                <c:pt idx="1205">
                  <c:v>2.0356458781703512E-2</c:v>
                </c:pt>
                <c:pt idx="1206">
                  <c:v>2.0415867690210858E-2</c:v>
                </c:pt>
                <c:pt idx="1207">
                  <c:v>2.0368196814592603E-2</c:v>
                </c:pt>
                <c:pt idx="1208">
                  <c:v>1.4176807357302123E-2</c:v>
                </c:pt>
                <c:pt idx="1209">
                  <c:v>1.1191514048299756E-2</c:v>
                </c:pt>
                <c:pt idx="1210">
                  <c:v>1.0618338015064111E-2</c:v>
                </c:pt>
                <c:pt idx="1211">
                  <c:v>1.0324856635489833E-2</c:v>
                </c:pt>
                <c:pt idx="1212">
                  <c:v>1.1662310405831267E-2</c:v>
                </c:pt>
                <c:pt idx="1213">
                  <c:v>1.1696064572162353E-2</c:v>
                </c:pt>
                <c:pt idx="1214">
                  <c:v>1.2640890468470251E-2</c:v>
                </c:pt>
                <c:pt idx="1215">
                  <c:v>1.2645478174956827E-2</c:v>
                </c:pt>
                <c:pt idx="1216">
                  <c:v>1.2313814983382805E-2</c:v>
                </c:pt>
                <c:pt idx="1217">
                  <c:v>1.222972345277562E-2</c:v>
                </c:pt>
                <c:pt idx="1218">
                  <c:v>1.1910633659415462E-2</c:v>
                </c:pt>
                <c:pt idx="1219">
                  <c:v>1.1118172738617338E-2</c:v>
                </c:pt>
                <c:pt idx="1220">
                  <c:v>1.1574333685510085E-2</c:v>
                </c:pt>
                <c:pt idx="1221">
                  <c:v>1.1205372789920849E-2</c:v>
                </c:pt>
                <c:pt idx="1222">
                  <c:v>1.2073026028356236E-2</c:v>
                </c:pt>
                <c:pt idx="1223">
                  <c:v>1.0303491470412287E-2</c:v>
                </c:pt>
                <c:pt idx="1224">
                  <c:v>1.0360283906732498E-2</c:v>
                </c:pt>
                <c:pt idx="1225">
                  <c:v>1.0197923586820666E-2</c:v>
                </c:pt>
                <c:pt idx="1226">
                  <c:v>1.0239428354381399E-2</c:v>
                </c:pt>
                <c:pt idx="1227">
                  <c:v>1.0234132338030735E-2</c:v>
                </c:pt>
                <c:pt idx="1228">
                  <c:v>1.0238602142592449E-2</c:v>
                </c:pt>
                <c:pt idx="1229">
                  <c:v>1.024735856337497E-2</c:v>
                </c:pt>
                <c:pt idx="1230">
                  <c:v>1.0240257989983678E-2</c:v>
                </c:pt>
                <c:pt idx="1231">
                  <c:v>8.9963309879517832E-3</c:v>
                </c:pt>
                <c:pt idx="1232">
                  <c:v>9.0748041452790931E-3</c:v>
                </c:pt>
                <c:pt idx="1233">
                  <c:v>7.661111638298866E-3</c:v>
                </c:pt>
                <c:pt idx="1234">
                  <c:v>7.885737814588888E-3</c:v>
                </c:pt>
                <c:pt idx="1235">
                  <c:v>7.2554312735443579E-3</c:v>
                </c:pt>
                <c:pt idx="1236">
                  <c:v>7.305112025328713E-3</c:v>
                </c:pt>
                <c:pt idx="1237">
                  <c:v>7.2315163435968709E-3</c:v>
                </c:pt>
                <c:pt idx="1238">
                  <c:v>7.6861004963493023E-3</c:v>
                </c:pt>
                <c:pt idx="1239">
                  <c:v>7.5660097232139031E-3</c:v>
                </c:pt>
                <c:pt idx="1240">
                  <c:v>7.3966420308512236E-3</c:v>
                </c:pt>
                <c:pt idx="1241">
                  <c:v>6.0402259074940588E-3</c:v>
                </c:pt>
                <c:pt idx="1242">
                  <c:v>5.6065545012302749E-3</c:v>
                </c:pt>
                <c:pt idx="1243">
                  <c:v>5.5425756231400431E-3</c:v>
                </c:pt>
                <c:pt idx="1244">
                  <c:v>5.5393152571830764E-3</c:v>
                </c:pt>
                <c:pt idx="1245">
                  <c:v>6.0533461740793788E-3</c:v>
                </c:pt>
                <c:pt idx="1246">
                  <c:v>6.1482450943735481E-3</c:v>
                </c:pt>
                <c:pt idx="1247">
                  <c:v>6.2457073880266244E-3</c:v>
                </c:pt>
                <c:pt idx="1248">
                  <c:v>6.2272842026090767E-3</c:v>
                </c:pt>
                <c:pt idx="1249">
                  <c:v>6.1749454821876425E-3</c:v>
                </c:pt>
                <c:pt idx="1250">
                  <c:v>6.8435371890076882E-3</c:v>
                </c:pt>
                <c:pt idx="1251">
                  <c:v>6.834711758966037E-3</c:v>
                </c:pt>
                <c:pt idx="1252">
                  <c:v>6.8878943432694609E-3</c:v>
                </c:pt>
                <c:pt idx="1253">
                  <c:v>6.2158850177746298E-3</c:v>
                </c:pt>
                <c:pt idx="1254">
                  <c:v>6.2807528130350227E-3</c:v>
                </c:pt>
                <c:pt idx="1255">
                  <c:v>5.8858923860423918E-3</c:v>
                </c:pt>
                <c:pt idx="1256">
                  <c:v>6.5231839659428302E-3</c:v>
                </c:pt>
                <c:pt idx="1257">
                  <c:v>6.7202732033928335E-3</c:v>
                </c:pt>
                <c:pt idx="1258">
                  <c:v>6.6399848099901841E-3</c:v>
                </c:pt>
                <c:pt idx="1259">
                  <c:v>6.7270916806726234E-3</c:v>
                </c:pt>
                <c:pt idx="1260">
                  <c:v>6.9313383782325126E-3</c:v>
                </c:pt>
                <c:pt idx="1261">
                  <c:v>6.9344458166584293E-3</c:v>
                </c:pt>
                <c:pt idx="1262">
                  <c:v>6.9206957185675719E-3</c:v>
                </c:pt>
                <c:pt idx="1263">
                  <c:v>6.925575390381352E-3</c:v>
                </c:pt>
                <c:pt idx="1264">
                  <c:v>6.4947474749485513E-3</c:v>
                </c:pt>
                <c:pt idx="1265">
                  <c:v>6.4393579876705163E-3</c:v>
                </c:pt>
                <c:pt idx="1266">
                  <c:v>6.575717399722545E-3</c:v>
                </c:pt>
                <c:pt idx="1267">
                  <c:v>8.9107969356683591E-3</c:v>
                </c:pt>
                <c:pt idx="1268">
                  <c:v>1.0364463845613157E-2</c:v>
                </c:pt>
                <c:pt idx="1269">
                  <c:v>9.9019240859008709E-3</c:v>
                </c:pt>
                <c:pt idx="1270">
                  <c:v>9.8606393700046736E-3</c:v>
                </c:pt>
                <c:pt idx="1271">
                  <c:v>1.0489108658142303E-2</c:v>
                </c:pt>
                <c:pt idx="1272">
                  <c:v>1.0506894855424933E-2</c:v>
                </c:pt>
                <c:pt idx="1273">
                  <c:v>1.0589283502064496E-2</c:v>
                </c:pt>
                <c:pt idx="1274">
                  <c:v>1.0780874930691303E-2</c:v>
                </c:pt>
                <c:pt idx="1275">
                  <c:v>1.0608481560166885E-2</c:v>
                </c:pt>
                <c:pt idx="1276">
                  <c:v>1.0463595881266163E-2</c:v>
                </c:pt>
                <c:pt idx="1277">
                  <c:v>1.0432742385988819E-2</c:v>
                </c:pt>
                <c:pt idx="1278">
                  <c:v>1.0412808936190848E-2</c:v>
                </c:pt>
                <c:pt idx="1279">
                  <c:v>1.0257182849106931E-2</c:v>
                </c:pt>
                <c:pt idx="1280">
                  <c:v>1.0177821308486339E-2</c:v>
                </c:pt>
                <c:pt idx="1281">
                  <c:v>1.0159086043810045E-2</c:v>
                </c:pt>
                <c:pt idx="1282">
                  <c:v>1.2206817933562477E-2</c:v>
                </c:pt>
                <c:pt idx="1283">
                  <c:v>1.2327242122603299E-2</c:v>
                </c:pt>
                <c:pt idx="1284">
                  <c:v>1.233184112123341E-2</c:v>
                </c:pt>
                <c:pt idx="1285">
                  <c:v>1.2054105312813789E-2</c:v>
                </c:pt>
                <c:pt idx="1286">
                  <c:v>1.2540986894005929E-2</c:v>
                </c:pt>
                <c:pt idx="1287">
                  <c:v>1.1387402567244818E-2</c:v>
                </c:pt>
                <c:pt idx="1288">
                  <c:v>1.1964552763480052E-2</c:v>
                </c:pt>
                <c:pt idx="1289">
                  <c:v>1.2592505205635752E-2</c:v>
                </c:pt>
                <c:pt idx="1290">
                  <c:v>1.2583602443863282E-2</c:v>
                </c:pt>
                <c:pt idx="1291">
                  <c:v>1.2564838634104552E-2</c:v>
                </c:pt>
                <c:pt idx="1292">
                  <c:v>1.2503337023407444E-2</c:v>
                </c:pt>
                <c:pt idx="1293">
                  <c:v>1.2394434517593247E-2</c:v>
                </c:pt>
                <c:pt idx="1294">
                  <c:v>1.2175524082578833E-2</c:v>
                </c:pt>
                <c:pt idx="1295">
                  <c:v>1.2144282793115033E-2</c:v>
                </c:pt>
                <c:pt idx="1296">
                  <c:v>1.2152001041565276E-2</c:v>
                </c:pt>
                <c:pt idx="1297">
                  <c:v>1.2193852847636534E-2</c:v>
                </c:pt>
                <c:pt idx="1298">
                  <c:v>1.2196030128761314E-2</c:v>
                </c:pt>
                <c:pt idx="1299">
                  <c:v>1.225788351262861E-2</c:v>
                </c:pt>
                <c:pt idx="1300">
                  <c:v>1.225802914274118E-2</c:v>
                </c:pt>
                <c:pt idx="1301">
                  <c:v>1.0449484166770145E-2</c:v>
                </c:pt>
                <c:pt idx="1302">
                  <c:v>1.0137025991206954E-2</c:v>
                </c:pt>
                <c:pt idx="1303">
                  <c:v>1.0621496858210018E-2</c:v>
                </c:pt>
                <c:pt idx="1304">
                  <c:v>1.0059637906733939E-2</c:v>
                </c:pt>
                <c:pt idx="1305">
                  <c:v>8.6538029534886079E-3</c:v>
                </c:pt>
                <c:pt idx="1306">
                  <c:v>8.8122202026962269E-3</c:v>
                </c:pt>
                <c:pt idx="1307">
                  <c:v>7.7522663000941508E-3</c:v>
                </c:pt>
                <c:pt idx="1308">
                  <c:v>7.5877688573122255E-3</c:v>
                </c:pt>
                <c:pt idx="1309">
                  <c:v>7.2111831387979154E-3</c:v>
                </c:pt>
                <c:pt idx="1310">
                  <c:v>7.0612297428796931E-3</c:v>
                </c:pt>
                <c:pt idx="1311">
                  <c:v>7.1336809605130006E-3</c:v>
                </c:pt>
                <c:pt idx="1312">
                  <c:v>7.0083692970112571E-3</c:v>
                </c:pt>
                <c:pt idx="1313">
                  <c:v>9.3413642466422652E-3</c:v>
                </c:pt>
                <c:pt idx="1314">
                  <c:v>9.2656569364278595E-3</c:v>
                </c:pt>
                <c:pt idx="1315">
                  <c:v>9.6386707637039406E-3</c:v>
                </c:pt>
                <c:pt idx="1316">
                  <c:v>9.5617548487991529E-3</c:v>
                </c:pt>
                <c:pt idx="1317">
                  <c:v>9.8590834781036585E-3</c:v>
                </c:pt>
                <c:pt idx="1318">
                  <c:v>9.8166632460380786E-3</c:v>
                </c:pt>
                <c:pt idx="1319">
                  <c:v>9.8811117593341716E-3</c:v>
                </c:pt>
                <c:pt idx="1320">
                  <c:v>9.5086157738400717E-3</c:v>
                </c:pt>
                <c:pt idx="1321">
                  <c:v>9.6060450456377771E-3</c:v>
                </c:pt>
                <c:pt idx="1322">
                  <c:v>9.0629095284076276E-3</c:v>
                </c:pt>
                <c:pt idx="1323">
                  <c:v>9.4190155897545067E-3</c:v>
                </c:pt>
                <c:pt idx="1324">
                  <c:v>9.3485080077455578E-3</c:v>
                </c:pt>
                <c:pt idx="1325">
                  <c:v>9.2291094049631716E-3</c:v>
                </c:pt>
                <c:pt idx="1326">
                  <c:v>9.5892269683213478E-3</c:v>
                </c:pt>
                <c:pt idx="1327">
                  <c:v>8.9722226872318792E-3</c:v>
                </c:pt>
                <c:pt idx="1328">
                  <c:v>8.5725666554507165E-3</c:v>
                </c:pt>
                <c:pt idx="1329">
                  <c:v>8.344210309075617E-3</c:v>
                </c:pt>
                <c:pt idx="1330">
                  <c:v>8.3610180262820629E-3</c:v>
                </c:pt>
                <c:pt idx="1331">
                  <c:v>8.5780378874970743E-3</c:v>
                </c:pt>
                <c:pt idx="1332">
                  <c:v>7.5882378714014938E-3</c:v>
                </c:pt>
                <c:pt idx="1333">
                  <c:v>7.6590561224870535E-3</c:v>
                </c:pt>
                <c:pt idx="1334">
                  <c:v>7.6098335788523479E-3</c:v>
                </c:pt>
                <c:pt idx="1335">
                  <c:v>8.9407701745188861E-3</c:v>
                </c:pt>
                <c:pt idx="1336">
                  <c:v>8.9197480574352787E-3</c:v>
                </c:pt>
                <c:pt idx="1337">
                  <c:v>8.9160285703276179E-3</c:v>
                </c:pt>
                <c:pt idx="1338">
                  <c:v>9.0746607203061862E-3</c:v>
                </c:pt>
                <c:pt idx="1339">
                  <c:v>9.2985608024616726E-3</c:v>
                </c:pt>
                <c:pt idx="1340">
                  <c:v>8.9679272424514952E-3</c:v>
                </c:pt>
                <c:pt idx="1341">
                  <c:v>1.2106266982736565E-2</c:v>
                </c:pt>
                <c:pt idx="1342">
                  <c:v>1.1899001253153633E-2</c:v>
                </c:pt>
                <c:pt idx="1343">
                  <c:v>1.251118272086128E-2</c:v>
                </c:pt>
                <c:pt idx="1344">
                  <c:v>1.2413858630177714E-2</c:v>
                </c:pt>
                <c:pt idx="1345">
                  <c:v>1.180161140173335E-2</c:v>
                </c:pt>
                <c:pt idx="1346">
                  <c:v>1.1810591013749028E-2</c:v>
                </c:pt>
                <c:pt idx="1347">
                  <c:v>1.1778865496934212E-2</c:v>
                </c:pt>
                <c:pt idx="1348">
                  <c:v>1.1922583778188422E-2</c:v>
                </c:pt>
                <c:pt idx="1349">
                  <c:v>1.1923886787554988E-2</c:v>
                </c:pt>
                <c:pt idx="1350">
                  <c:v>1.2044534577912902E-2</c:v>
                </c:pt>
                <c:pt idx="1351">
                  <c:v>1.173979017046203E-2</c:v>
                </c:pt>
                <c:pt idx="1352">
                  <c:v>1.222184845507265E-2</c:v>
                </c:pt>
                <c:pt idx="1353">
                  <c:v>1.232684648604168E-2</c:v>
                </c:pt>
                <c:pt idx="1354">
                  <c:v>1.0761216050446139E-2</c:v>
                </c:pt>
                <c:pt idx="1355">
                  <c:v>1.076289062218235E-2</c:v>
                </c:pt>
                <c:pt idx="1356">
                  <c:v>1.0819713176506748E-2</c:v>
                </c:pt>
                <c:pt idx="1357">
                  <c:v>1.08027236384843E-2</c:v>
                </c:pt>
                <c:pt idx="1358">
                  <c:v>1.0848916269719115E-2</c:v>
                </c:pt>
                <c:pt idx="1359">
                  <c:v>1.0988466744695608E-2</c:v>
                </c:pt>
                <c:pt idx="1360">
                  <c:v>8.1871061542054327E-3</c:v>
                </c:pt>
                <c:pt idx="1361">
                  <c:v>8.186486204507017E-3</c:v>
                </c:pt>
                <c:pt idx="1362">
                  <c:v>7.0208170114342021E-3</c:v>
                </c:pt>
                <c:pt idx="1363">
                  <c:v>7.0084201141617447E-3</c:v>
                </c:pt>
                <c:pt idx="1364">
                  <c:v>7.0634280741997454E-3</c:v>
                </c:pt>
                <c:pt idx="1365">
                  <c:v>7.2326038369730583E-3</c:v>
                </c:pt>
                <c:pt idx="1366">
                  <c:v>7.2515060899014973E-3</c:v>
                </c:pt>
                <c:pt idx="1367">
                  <c:v>8.9548237833390002E-3</c:v>
                </c:pt>
                <c:pt idx="1368">
                  <c:v>9.2892079622091256E-3</c:v>
                </c:pt>
                <c:pt idx="1369">
                  <c:v>9.1296633261101299E-3</c:v>
                </c:pt>
                <c:pt idx="1370">
                  <c:v>9.1184002045971071E-3</c:v>
                </c:pt>
                <c:pt idx="1371">
                  <c:v>1.0569657506727202E-2</c:v>
                </c:pt>
                <c:pt idx="1372">
                  <c:v>1.0368509221044741E-2</c:v>
                </c:pt>
                <c:pt idx="1373">
                  <c:v>1.043066842650651E-2</c:v>
                </c:pt>
                <c:pt idx="1374">
                  <c:v>1.029435302096925E-2</c:v>
                </c:pt>
                <c:pt idx="1375">
                  <c:v>1.0243843959569801E-2</c:v>
                </c:pt>
                <c:pt idx="1376">
                  <c:v>1.0340671236536328E-2</c:v>
                </c:pt>
                <c:pt idx="1377">
                  <c:v>1.0756314919663454E-2</c:v>
                </c:pt>
                <c:pt idx="1378">
                  <c:v>1.0701255549663578E-2</c:v>
                </c:pt>
                <c:pt idx="1379">
                  <c:v>1.0745621838174076E-2</c:v>
                </c:pt>
                <c:pt idx="1380">
                  <c:v>1.0819113754587708E-2</c:v>
                </c:pt>
                <c:pt idx="1381">
                  <c:v>1.0823060805193522E-2</c:v>
                </c:pt>
                <c:pt idx="1382">
                  <c:v>1.0823113635580585E-2</c:v>
                </c:pt>
                <c:pt idx="1383">
                  <c:v>1.0933154839887682E-2</c:v>
                </c:pt>
                <c:pt idx="1384">
                  <c:v>1.0967916357790635E-2</c:v>
                </c:pt>
                <c:pt idx="1385">
                  <c:v>1.0929031605952082E-2</c:v>
                </c:pt>
                <c:pt idx="1386">
                  <c:v>1.1786406242006215E-2</c:v>
                </c:pt>
                <c:pt idx="1387">
                  <c:v>1.1611307392905907E-2</c:v>
                </c:pt>
                <c:pt idx="1388">
                  <c:v>1.1373672456383295E-2</c:v>
                </c:pt>
                <c:pt idx="1389">
                  <c:v>1.1642693854052541E-2</c:v>
                </c:pt>
                <c:pt idx="1390">
                  <c:v>1.0016746775018742E-2</c:v>
                </c:pt>
                <c:pt idx="1391">
                  <c:v>9.9277386274342246E-3</c:v>
                </c:pt>
                <c:pt idx="1392">
                  <c:v>1.001849031964494E-2</c:v>
                </c:pt>
                <c:pt idx="1393">
                  <c:v>9.9544643160103113E-3</c:v>
                </c:pt>
                <c:pt idx="1394">
                  <c:v>1.0181192849210147E-2</c:v>
                </c:pt>
                <c:pt idx="1395">
                  <c:v>9.9197426572988894E-3</c:v>
                </c:pt>
                <c:pt idx="1396">
                  <c:v>9.3425407647933136E-3</c:v>
                </c:pt>
                <c:pt idx="1397">
                  <c:v>9.8225680167814706E-3</c:v>
                </c:pt>
                <c:pt idx="1398">
                  <c:v>9.8250520415878468E-3</c:v>
                </c:pt>
                <c:pt idx="1399">
                  <c:v>1.1394227190542835E-2</c:v>
                </c:pt>
                <c:pt idx="1400">
                  <c:v>1.2054421906671255E-2</c:v>
                </c:pt>
                <c:pt idx="1401">
                  <c:v>1.2084797402165974E-2</c:v>
                </c:pt>
                <c:pt idx="1402">
                  <c:v>1.2826941038450491E-2</c:v>
                </c:pt>
                <c:pt idx="1403">
                  <c:v>1.3911866316485428E-2</c:v>
                </c:pt>
                <c:pt idx="1404">
                  <c:v>1.4710607822946387E-2</c:v>
                </c:pt>
                <c:pt idx="1405">
                  <c:v>1.2913736282565692E-2</c:v>
                </c:pt>
                <c:pt idx="1406">
                  <c:v>1.2878412001457708E-2</c:v>
                </c:pt>
                <c:pt idx="1407">
                  <c:v>1.2697168131543292E-2</c:v>
                </c:pt>
                <c:pt idx="1408">
                  <c:v>1.3186336896071136E-2</c:v>
                </c:pt>
                <c:pt idx="1409">
                  <c:v>1.3354210358623324E-2</c:v>
                </c:pt>
                <c:pt idx="1410">
                  <c:v>1.3369533732910669E-2</c:v>
                </c:pt>
                <c:pt idx="1411">
                  <c:v>1.3157480128257676E-2</c:v>
                </c:pt>
                <c:pt idx="1412">
                  <c:v>1.4011809076756209E-2</c:v>
                </c:pt>
                <c:pt idx="1413">
                  <c:v>1.3926015068046678E-2</c:v>
                </c:pt>
                <c:pt idx="1414">
                  <c:v>1.4153019143800421E-2</c:v>
                </c:pt>
                <c:pt idx="1415">
                  <c:v>1.4584277136800966E-2</c:v>
                </c:pt>
                <c:pt idx="1416">
                  <c:v>1.4367646896355278E-2</c:v>
                </c:pt>
                <c:pt idx="1417">
                  <c:v>1.4496513495666302E-2</c:v>
                </c:pt>
                <c:pt idx="1418">
                  <c:v>1.3143285426371937E-2</c:v>
                </c:pt>
                <c:pt idx="1419">
                  <c:v>1.3135485133788254E-2</c:v>
                </c:pt>
                <c:pt idx="1420">
                  <c:v>1.3155352727638197E-2</c:v>
                </c:pt>
                <c:pt idx="1421">
                  <c:v>1.2689564733828332E-2</c:v>
                </c:pt>
                <c:pt idx="1422">
                  <c:v>1.1847982026467935E-2</c:v>
                </c:pt>
                <c:pt idx="1423">
                  <c:v>1.0709290462076726E-2</c:v>
                </c:pt>
                <c:pt idx="1424">
                  <c:v>1.0226064960264913E-2</c:v>
                </c:pt>
                <c:pt idx="1425">
                  <c:v>1.0258467121669392E-2</c:v>
                </c:pt>
                <c:pt idx="1426">
                  <c:v>1.0430129754083979E-2</c:v>
                </c:pt>
                <c:pt idx="1427">
                  <c:v>9.841266643215817E-3</c:v>
                </c:pt>
                <c:pt idx="1428">
                  <c:v>9.4726665262847929E-3</c:v>
                </c:pt>
                <c:pt idx="1429">
                  <c:v>1.081255288786883E-2</c:v>
                </c:pt>
                <c:pt idx="1430">
                  <c:v>1.0822790048184866E-2</c:v>
                </c:pt>
                <c:pt idx="1431">
                  <c:v>9.7173573506717185E-3</c:v>
                </c:pt>
                <c:pt idx="1432">
                  <c:v>9.6933714979155518E-3</c:v>
                </c:pt>
                <c:pt idx="1433">
                  <c:v>9.5420448232040704E-3</c:v>
                </c:pt>
                <c:pt idx="1434">
                  <c:v>8.9988154144355886E-3</c:v>
                </c:pt>
                <c:pt idx="1435">
                  <c:v>8.919194299499722E-3</c:v>
                </c:pt>
                <c:pt idx="1436">
                  <c:v>8.5100873577115543E-3</c:v>
                </c:pt>
                <c:pt idx="1437">
                  <c:v>8.046265917159557E-3</c:v>
                </c:pt>
                <c:pt idx="1438">
                  <c:v>7.094467936291698E-3</c:v>
                </c:pt>
                <c:pt idx="1439">
                  <c:v>7.3059394485804653E-3</c:v>
                </c:pt>
                <c:pt idx="1440">
                  <c:v>6.5514926981646328E-3</c:v>
                </c:pt>
                <c:pt idx="1441">
                  <c:v>7.1973962232137192E-3</c:v>
                </c:pt>
                <c:pt idx="1442">
                  <c:v>7.2562009635983842E-3</c:v>
                </c:pt>
                <c:pt idx="1443">
                  <c:v>7.3282318824044968E-3</c:v>
                </c:pt>
                <c:pt idx="1444">
                  <c:v>7.5061571513129425E-3</c:v>
                </c:pt>
                <c:pt idx="1445">
                  <c:v>7.5434592309873965E-3</c:v>
                </c:pt>
                <c:pt idx="1446">
                  <c:v>7.4715368429606448E-3</c:v>
                </c:pt>
                <c:pt idx="1447">
                  <c:v>7.4819236456676232E-3</c:v>
                </c:pt>
                <c:pt idx="1448">
                  <c:v>5.8924961577060501E-3</c:v>
                </c:pt>
                <c:pt idx="1449">
                  <c:v>5.9862205694297494E-3</c:v>
                </c:pt>
                <c:pt idx="1450">
                  <c:v>6.0196114941208139E-3</c:v>
                </c:pt>
                <c:pt idx="1451">
                  <c:v>6.1366931687820382E-3</c:v>
                </c:pt>
                <c:pt idx="1452">
                  <c:v>5.6467916358102707E-3</c:v>
                </c:pt>
                <c:pt idx="1453">
                  <c:v>5.4872568380257437E-3</c:v>
                </c:pt>
                <c:pt idx="1454">
                  <c:v>5.4935377641785856E-3</c:v>
                </c:pt>
                <c:pt idx="1455">
                  <c:v>5.6099422487856081E-3</c:v>
                </c:pt>
                <c:pt idx="1456">
                  <c:v>5.6360280088390662E-3</c:v>
                </c:pt>
                <c:pt idx="1457">
                  <c:v>5.8420170455669744E-3</c:v>
                </c:pt>
                <c:pt idx="1458">
                  <c:v>5.3821061246988834E-3</c:v>
                </c:pt>
                <c:pt idx="1459">
                  <c:v>5.4834759063370243E-3</c:v>
                </c:pt>
                <c:pt idx="1460">
                  <c:v>4.9577961978341679E-3</c:v>
                </c:pt>
                <c:pt idx="1461">
                  <c:v>4.7539979994232302E-3</c:v>
                </c:pt>
                <c:pt idx="1462">
                  <c:v>4.7097375689560596E-3</c:v>
                </c:pt>
                <c:pt idx="1463">
                  <c:v>4.2940414133570016E-3</c:v>
                </c:pt>
                <c:pt idx="1464">
                  <c:v>3.9537273660130911E-3</c:v>
                </c:pt>
                <c:pt idx="1465">
                  <c:v>3.9543672538111963E-3</c:v>
                </c:pt>
                <c:pt idx="1466">
                  <c:v>4.2107593518421653E-3</c:v>
                </c:pt>
                <c:pt idx="1467">
                  <c:v>4.1915387843333663E-3</c:v>
                </c:pt>
                <c:pt idx="1468">
                  <c:v>3.9475802252460978E-3</c:v>
                </c:pt>
                <c:pt idx="1469">
                  <c:v>3.7691376597658397E-3</c:v>
                </c:pt>
                <c:pt idx="1470">
                  <c:v>3.7298574357165328E-3</c:v>
                </c:pt>
                <c:pt idx="1471">
                  <c:v>3.8333513508313137E-3</c:v>
                </c:pt>
                <c:pt idx="1472">
                  <c:v>3.7818225919758288E-3</c:v>
                </c:pt>
                <c:pt idx="1473">
                  <c:v>3.8682159198481932E-3</c:v>
                </c:pt>
                <c:pt idx="1474">
                  <c:v>3.6188062778539859E-3</c:v>
                </c:pt>
                <c:pt idx="1475">
                  <c:v>3.9635535744578796E-3</c:v>
                </c:pt>
                <c:pt idx="1476">
                  <c:v>4.056256200205474E-3</c:v>
                </c:pt>
                <c:pt idx="1477">
                  <c:v>4.1132943532312012E-3</c:v>
                </c:pt>
                <c:pt idx="1478">
                  <c:v>4.0410724753617488E-3</c:v>
                </c:pt>
                <c:pt idx="1479">
                  <c:v>3.8044887470663541E-3</c:v>
                </c:pt>
                <c:pt idx="1480">
                  <c:v>4.1963066627975784E-3</c:v>
                </c:pt>
                <c:pt idx="1481">
                  <c:v>4.3182831071106476E-3</c:v>
                </c:pt>
                <c:pt idx="1482">
                  <c:v>6.0334633811083482E-3</c:v>
                </c:pt>
                <c:pt idx="1483">
                  <c:v>6.2520397107206612E-3</c:v>
                </c:pt>
                <c:pt idx="1484">
                  <c:v>6.3161000876758118E-3</c:v>
                </c:pt>
                <c:pt idx="1485">
                  <c:v>6.0560230557309778E-3</c:v>
                </c:pt>
                <c:pt idx="1486">
                  <c:v>6.0601173480362086E-3</c:v>
                </c:pt>
                <c:pt idx="1487">
                  <c:v>6.2832045641647502E-3</c:v>
                </c:pt>
                <c:pt idx="1488">
                  <c:v>6.3278957070892795E-3</c:v>
                </c:pt>
                <c:pt idx="1489">
                  <c:v>6.3597814804960762E-3</c:v>
                </c:pt>
                <c:pt idx="1490">
                  <c:v>6.5727033549233694E-3</c:v>
                </c:pt>
                <c:pt idx="1491">
                  <c:v>6.5854230556035486E-3</c:v>
                </c:pt>
                <c:pt idx="1492">
                  <c:v>7.0693842715172078E-3</c:v>
                </c:pt>
                <c:pt idx="1493">
                  <c:v>7.1333469696851504E-3</c:v>
                </c:pt>
                <c:pt idx="1494">
                  <c:v>8.2351066037940675E-3</c:v>
                </c:pt>
                <c:pt idx="1495">
                  <c:v>8.2218423194544699E-3</c:v>
                </c:pt>
                <c:pt idx="1496">
                  <c:v>8.3257032342313013E-3</c:v>
                </c:pt>
                <c:pt idx="1497">
                  <c:v>8.2144601030059577E-3</c:v>
                </c:pt>
                <c:pt idx="1498">
                  <c:v>1.0130666211888266E-2</c:v>
                </c:pt>
                <c:pt idx="1499">
                  <c:v>1.0229902183380154E-2</c:v>
                </c:pt>
                <c:pt idx="1500">
                  <c:v>1.0485392325383798E-2</c:v>
                </c:pt>
                <c:pt idx="1501">
                  <c:v>1.0231588497502728E-2</c:v>
                </c:pt>
                <c:pt idx="1502">
                  <c:v>9.895674142616516E-3</c:v>
                </c:pt>
                <c:pt idx="1503">
                  <c:v>1.0036244136737144E-2</c:v>
                </c:pt>
                <c:pt idx="1504">
                  <c:v>1.0300421442110156E-2</c:v>
                </c:pt>
                <c:pt idx="1505">
                  <c:v>1.0228138004740751E-2</c:v>
                </c:pt>
                <c:pt idx="1506">
                  <c:v>9.8980512874327058E-3</c:v>
                </c:pt>
                <c:pt idx="1507">
                  <c:v>9.8220308631314993E-3</c:v>
                </c:pt>
                <c:pt idx="1508">
                  <c:v>9.9132060907880029E-3</c:v>
                </c:pt>
                <c:pt idx="1509">
                  <c:v>1.0151969148129499E-2</c:v>
                </c:pt>
                <c:pt idx="1510">
                  <c:v>1.0514819787682617E-2</c:v>
                </c:pt>
                <c:pt idx="1511">
                  <c:v>1.0469365397826814E-2</c:v>
                </c:pt>
                <c:pt idx="1512">
                  <c:v>1.0500228376225652E-2</c:v>
                </c:pt>
                <c:pt idx="1513">
                  <c:v>1.0417890901051887E-2</c:v>
                </c:pt>
                <c:pt idx="1514">
                  <c:v>1.0756730316592598E-2</c:v>
                </c:pt>
                <c:pt idx="1515">
                  <c:v>1.0671282344977941E-2</c:v>
                </c:pt>
                <c:pt idx="1516">
                  <c:v>1.1134409611492766E-2</c:v>
                </c:pt>
                <c:pt idx="1517">
                  <c:v>9.1503007725270476E-3</c:v>
                </c:pt>
                <c:pt idx="1518">
                  <c:v>7.9179303489811809E-3</c:v>
                </c:pt>
                <c:pt idx="1519">
                  <c:v>6.8764382770911611E-3</c:v>
                </c:pt>
                <c:pt idx="1520">
                  <c:v>6.9229396264746867E-3</c:v>
                </c:pt>
                <c:pt idx="1521">
                  <c:v>7.1022591158703017E-3</c:v>
                </c:pt>
                <c:pt idx="1522">
                  <c:v>7.1028556617926883E-3</c:v>
                </c:pt>
                <c:pt idx="1523">
                  <c:v>7.1816575504013757E-3</c:v>
                </c:pt>
                <c:pt idx="1524">
                  <c:v>7.2377660905360791E-3</c:v>
                </c:pt>
                <c:pt idx="1525">
                  <c:v>7.5051280337821184E-3</c:v>
                </c:pt>
                <c:pt idx="1526">
                  <c:v>7.6990016563562936E-3</c:v>
                </c:pt>
                <c:pt idx="1527">
                  <c:v>7.9141579202865638E-3</c:v>
                </c:pt>
                <c:pt idx="1528">
                  <c:v>7.0260044603442295E-3</c:v>
                </c:pt>
                <c:pt idx="1529">
                  <c:v>1.0013151405848778E-2</c:v>
                </c:pt>
                <c:pt idx="1530">
                  <c:v>9.4521466570071013E-3</c:v>
                </c:pt>
                <c:pt idx="1531">
                  <c:v>9.3721496581964381E-3</c:v>
                </c:pt>
                <c:pt idx="1532">
                  <c:v>9.4595838684544877E-3</c:v>
                </c:pt>
                <c:pt idx="1533">
                  <c:v>9.4003364387308594E-3</c:v>
                </c:pt>
                <c:pt idx="1534">
                  <c:v>9.5975209600982318E-3</c:v>
                </c:pt>
                <c:pt idx="1535">
                  <c:v>9.5323245436312407E-3</c:v>
                </c:pt>
                <c:pt idx="1536">
                  <c:v>9.9901489176931618E-3</c:v>
                </c:pt>
                <c:pt idx="1537">
                  <c:v>1.0018855624580086E-2</c:v>
                </c:pt>
                <c:pt idx="1538">
                  <c:v>9.9712896397350075E-3</c:v>
                </c:pt>
                <c:pt idx="1539">
                  <c:v>1.0323224772711317E-2</c:v>
                </c:pt>
                <c:pt idx="1540">
                  <c:v>1.1049847059161981E-2</c:v>
                </c:pt>
                <c:pt idx="1541">
                  <c:v>1.1048895573099288E-2</c:v>
                </c:pt>
                <c:pt idx="1542">
                  <c:v>1.096974184006581E-2</c:v>
                </c:pt>
                <c:pt idx="1543">
                  <c:v>1.1128213235477915E-2</c:v>
                </c:pt>
                <c:pt idx="1544">
                  <c:v>1.1242029392850059E-2</c:v>
                </c:pt>
                <c:pt idx="1545">
                  <c:v>1.1135941533052567E-2</c:v>
                </c:pt>
                <c:pt idx="1546">
                  <c:v>1.0899035432338966E-2</c:v>
                </c:pt>
                <c:pt idx="1547">
                  <c:v>1.1223140260320891E-2</c:v>
                </c:pt>
                <c:pt idx="1548">
                  <c:v>8.9600159779651984E-3</c:v>
                </c:pt>
                <c:pt idx="1549">
                  <c:v>8.9135754359187126E-3</c:v>
                </c:pt>
                <c:pt idx="1550">
                  <c:v>8.9154226388719147E-3</c:v>
                </c:pt>
                <c:pt idx="1551">
                  <c:v>9.4451580370920191E-3</c:v>
                </c:pt>
                <c:pt idx="1552">
                  <c:v>9.9033790080041342E-3</c:v>
                </c:pt>
                <c:pt idx="1553">
                  <c:v>9.6278510679870949E-3</c:v>
                </c:pt>
                <c:pt idx="1554">
                  <c:v>1.0302563567418795E-2</c:v>
                </c:pt>
                <c:pt idx="1555">
                  <c:v>1.0220308827181302E-2</c:v>
                </c:pt>
                <c:pt idx="1556">
                  <c:v>1.1219828766366458E-2</c:v>
                </c:pt>
                <c:pt idx="1557">
                  <c:v>1.1530442642573137E-2</c:v>
                </c:pt>
                <c:pt idx="1558">
                  <c:v>1.1679553527418075E-2</c:v>
                </c:pt>
                <c:pt idx="1559">
                  <c:v>1.1503471282377442E-2</c:v>
                </c:pt>
                <c:pt idx="1560">
                  <c:v>1.1501014025025914E-2</c:v>
                </c:pt>
                <c:pt idx="1561">
                  <c:v>1.1614395412972375E-2</c:v>
                </c:pt>
                <c:pt idx="1562">
                  <c:v>1.1356150707997096E-2</c:v>
                </c:pt>
                <c:pt idx="1563">
                  <c:v>1.1008173877963889E-2</c:v>
                </c:pt>
                <c:pt idx="1564">
                  <c:v>1.097136688194046E-2</c:v>
                </c:pt>
                <c:pt idx="1565">
                  <c:v>1.1606057470789063E-2</c:v>
                </c:pt>
                <c:pt idx="1566">
                  <c:v>1.1287867283451884E-2</c:v>
                </c:pt>
                <c:pt idx="1567">
                  <c:v>1.217328650678098E-2</c:v>
                </c:pt>
                <c:pt idx="1568">
                  <c:v>1.2558944048298486E-2</c:v>
                </c:pt>
                <c:pt idx="1569">
                  <c:v>1.2516169670719238E-2</c:v>
                </c:pt>
                <c:pt idx="1570">
                  <c:v>1.2098515499520972E-2</c:v>
                </c:pt>
                <c:pt idx="1571">
                  <c:v>1.1657320331366784E-2</c:v>
                </c:pt>
                <c:pt idx="1572">
                  <c:v>1.1652818392732484E-2</c:v>
                </c:pt>
                <c:pt idx="1573">
                  <c:v>1.1571839248799174E-2</c:v>
                </c:pt>
                <c:pt idx="1574">
                  <c:v>1.2090837649849213E-2</c:v>
                </c:pt>
                <c:pt idx="1575">
                  <c:v>1.0755905542941658E-2</c:v>
                </c:pt>
                <c:pt idx="1576">
                  <c:v>1.0640403618338012E-2</c:v>
                </c:pt>
                <c:pt idx="1577">
                  <c:v>1.0545251942205498E-2</c:v>
                </c:pt>
                <c:pt idx="1578">
                  <c:v>1.0224779631171988E-2</c:v>
                </c:pt>
                <c:pt idx="1579">
                  <c:v>1.0234146265073673E-2</c:v>
                </c:pt>
                <c:pt idx="1580">
                  <c:v>9.9259412909460942E-3</c:v>
                </c:pt>
                <c:pt idx="1581">
                  <c:v>9.7143508455245064E-3</c:v>
                </c:pt>
                <c:pt idx="1582">
                  <c:v>9.5385407542913896E-3</c:v>
                </c:pt>
                <c:pt idx="1583">
                  <c:v>9.5456883127363959E-3</c:v>
                </c:pt>
                <c:pt idx="1584">
                  <c:v>7.7602104001781424E-3</c:v>
                </c:pt>
                <c:pt idx="1585">
                  <c:v>8.7404970769885387E-3</c:v>
                </c:pt>
                <c:pt idx="1586">
                  <c:v>8.8239986687661115E-3</c:v>
                </c:pt>
                <c:pt idx="1587">
                  <c:v>8.7828971075207107E-3</c:v>
                </c:pt>
                <c:pt idx="1588">
                  <c:v>8.7775632720581837E-3</c:v>
                </c:pt>
                <c:pt idx="1589">
                  <c:v>1.0295215380624018E-2</c:v>
                </c:pt>
                <c:pt idx="1590">
                  <c:v>1.0378353622682232E-2</c:v>
                </c:pt>
                <c:pt idx="1591">
                  <c:v>1.0634952231415445E-2</c:v>
                </c:pt>
                <c:pt idx="1592">
                  <c:v>1.0262070052674495E-2</c:v>
                </c:pt>
                <c:pt idx="1593">
                  <c:v>1.1164304243971985E-2</c:v>
                </c:pt>
                <c:pt idx="1594">
                  <c:v>1.1278690979077421E-2</c:v>
                </c:pt>
                <c:pt idx="1595">
                  <c:v>1.1241832587577102E-2</c:v>
                </c:pt>
                <c:pt idx="1596">
                  <c:v>1.1168037064879071E-2</c:v>
                </c:pt>
                <c:pt idx="1597">
                  <c:v>1.1765965430550801E-2</c:v>
                </c:pt>
                <c:pt idx="1598">
                  <c:v>1.1671333572962151E-2</c:v>
                </c:pt>
                <c:pt idx="1599">
                  <c:v>1.1701247946813527E-2</c:v>
                </c:pt>
                <c:pt idx="1600">
                  <c:v>1.1953342335174437E-2</c:v>
                </c:pt>
                <c:pt idx="1601">
                  <c:v>1.3385649968776302E-2</c:v>
                </c:pt>
                <c:pt idx="1602">
                  <c:v>1.4472996773891753E-2</c:v>
                </c:pt>
                <c:pt idx="1603">
                  <c:v>1.4606326861667551E-2</c:v>
                </c:pt>
                <c:pt idx="1604">
                  <c:v>1.4253952221455013E-2</c:v>
                </c:pt>
                <c:pt idx="1605">
                  <c:v>1.3990956302597637E-2</c:v>
                </c:pt>
                <c:pt idx="1606">
                  <c:v>1.3986003496491985E-2</c:v>
                </c:pt>
                <c:pt idx="1607">
                  <c:v>1.4071911932797792E-2</c:v>
                </c:pt>
                <c:pt idx="1608">
                  <c:v>1.3002317294931461E-2</c:v>
                </c:pt>
                <c:pt idx="1609">
                  <c:v>1.6079999428169175E-2</c:v>
                </c:pt>
                <c:pt idx="1610">
                  <c:v>1.6394506824904575E-2</c:v>
                </c:pt>
                <c:pt idx="1611">
                  <c:v>1.6257052985186274E-2</c:v>
                </c:pt>
                <c:pt idx="1612">
                  <c:v>1.4879431817227234E-2</c:v>
                </c:pt>
                <c:pt idx="1613">
                  <c:v>1.4922930517579858E-2</c:v>
                </c:pt>
                <c:pt idx="1614">
                  <c:v>1.6721881646219943E-2</c:v>
                </c:pt>
                <c:pt idx="1615">
                  <c:v>1.7082071620197311E-2</c:v>
                </c:pt>
                <c:pt idx="1616">
                  <c:v>1.7424730478113715E-2</c:v>
                </c:pt>
                <c:pt idx="1617">
                  <c:v>2.0245999635281817E-2</c:v>
                </c:pt>
                <c:pt idx="1618">
                  <c:v>2.0217263977869791E-2</c:v>
                </c:pt>
                <c:pt idx="1619">
                  <c:v>2.0039374594065757E-2</c:v>
                </c:pt>
                <c:pt idx="1620">
                  <c:v>1.889134525366333E-2</c:v>
                </c:pt>
                <c:pt idx="1621">
                  <c:v>1.8831988086451579E-2</c:v>
                </c:pt>
                <c:pt idx="1622">
                  <c:v>1.9327818945538922E-2</c:v>
                </c:pt>
                <c:pt idx="1623">
                  <c:v>2.0542277355395058E-2</c:v>
                </c:pt>
                <c:pt idx="1624">
                  <c:v>2.0540574964868399E-2</c:v>
                </c:pt>
                <c:pt idx="1625">
                  <c:v>2.0481086313552041E-2</c:v>
                </c:pt>
                <c:pt idx="1626">
                  <c:v>2.0439180871387231E-2</c:v>
                </c:pt>
                <c:pt idx="1627">
                  <c:v>2.0409152080239676E-2</c:v>
                </c:pt>
                <c:pt idx="1628">
                  <c:v>1.7951298439324002E-2</c:v>
                </c:pt>
                <c:pt idx="1629">
                  <c:v>1.7707310839379278E-2</c:v>
                </c:pt>
                <c:pt idx="1630">
                  <c:v>1.7840836420969342E-2</c:v>
                </c:pt>
                <c:pt idx="1631">
                  <c:v>1.7775681308852313E-2</c:v>
                </c:pt>
                <c:pt idx="1632">
                  <c:v>1.7297392025046869E-2</c:v>
                </c:pt>
                <c:pt idx="1633">
                  <c:v>1.4037357715762096E-2</c:v>
                </c:pt>
                <c:pt idx="1634">
                  <c:v>1.4188706506626245E-2</c:v>
                </c:pt>
                <c:pt idx="1635">
                  <c:v>1.4455171339104326E-2</c:v>
                </c:pt>
                <c:pt idx="1636">
                  <c:v>1.2087710147751446E-2</c:v>
                </c:pt>
                <c:pt idx="1637">
                  <c:v>1.2443456214513237E-2</c:v>
                </c:pt>
                <c:pt idx="1638">
                  <c:v>1.23458874867111E-2</c:v>
                </c:pt>
                <c:pt idx="1639">
                  <c:v>1.2344458494562238E-2</c:v>
                </c:pt>
                <c:pt idx="1640">
                  <c:v>1.2093491689088088E-2</c:v>
                </c:pt>
                <c:pt idx="1641">
                  <c:v>1.1525583585694194E-2</c:v>
                </c:pt>
                <c:pt idx="1642">
                  <c:v>1.0235285104163752E-2</c:v>
                </c:pt>
                <c:pt idx="1643">
                  <c:v>1.1151910080317516E-2</c:v>
                </c:pt>
                <c:pt idx="1644">
                  <c:v>1.1340749878208762E-2</c:v>
                </c:pt>
                <c:pt idx="1645">
                  <c:v>1.2020461479166295E-2</c:v>
                </c:pt>
                <c:pt idx="1646">
                  <c:v>1.2162758827620773E-2</c:v>
                </c:pt>
                <c:pt idx="1647">
                  <c:v>1.2168080149804267E-2</c:v>
                </c:pt>
                <c:pt idx="1648">
                  <c:v>1.3040236218383676E-2</c:v>
                </c:pt>
                <c:pt idx="1649">
                  <c:v>1.285173138487255E-2</c:v>
                </c:pt>
                <c:pt idx="1650">
                  <c:v>1.2954496945608783E-2</c:v>
                </c:pt>
                <c:pt idx="1651">
                  <c:v>1.3177465945070466E-2</c:v>
                </c:pt>
                <c:pt idx="1652">
                  <c:v>1.2706142119786722E-2</c:v>
                </c:pt>
                <c:pt idx="1653">
                  <c:v>1.3086389235055867E-2</c:v>
                </c:pt>
                <c:pt idx="1654">
                  <c:v>1.31756911904346E-2</c:v>
                </c:pt>
                <c:pt idx="1655">
                  <c:v>1.3170331847304335E-2</c:v>
                </c:pt>
                <c:pt idx="1656">
                  <c:v>1.3791988010121214E-2</c:v>
                </c:pt>
                <c:pt idx="1657">
                  <c:v>1.4143899818783912E-2</c:v>
                </c:pt>
                <c:pt idx="1658">
                  <c:v>1.4173885259812275E-2</c:v>
                </c:pt>
                <c:pt idx="1659">
                  <c:v>1.5049452410246075E-2</c:v>
                </c:pt>
                <c:pt idx="1660">
                  <c:v>1.52741341738101E-2</c:v>
                </c:pt>
                <c:pt idx="1661">
                  <c:v>1.4415719483399278E-2</c:v>
                </c:pt>
                <c:pt idx="1662">
                  <c:v>1.3551737252447585E-2</c:v>
                </c:pt>
                <c:pt idx="1663">
                  <c:v>1.3664471269070586E-2</c:v>
                </c:pt>
                <c:pt idx="1664">
                  <c:v>1.2812631912393041E-2</c:v>
                </c:pt>
                <c:pt idx="1665">
                  <c:v>1.2797229181879201E-2</c:v>
                </c:pt>
                <c:pt idx="1666">
                  <c:v>1.2852446480114675E-2</c:v>
                </c:pt>
                <c:pt idx="1667">
                  <c:v>1.2136243316190547E-2</c:v>
                </c:pt>
                <c:pt idx="1668">
                  <c:v>1.2225705987686653E-2</c:v>
                </c:pt>
                <c:pt idx="1669">
                  <c:v>1.1878709536055363E-2</c:v>
                </c:pt>
                <c:pt idx="1670">
                  <c:v>1.1750539535340374E-2</c:v>
                </c:pt>
                <c:pt idx="1671">
                  <c:v>1.1948449852278399E-2</c:v>
                </c:pt>
                <c:pt idx="1672">
                  <c:v>1.1266601838260984E-2</c:v>
                </c:pt>
                <c:pt idx="1673">
                  <c:v>1.0205927160425111E-2</c:v>
                </c:pt>
                <c:pt idx="1674">
                  <c:v>1.0650674548656862E-2</c:v>
                </c:pt>
                <c:pt idx="1675">
                  <c:v>9.8460309110018317E-3</c:v>
                </c:pt>
                <c:pt idx="1676">
                  <c:v>9.2394297351083392E-3</c:v>
                </c:pt>
                <c:pt idx="1677">
                  <c:v>9.166467867051345E-3</c:v>
                </c:pt>
                <c:pt idx="1678">
                  <c:v>7.3125972047421465E-3</c:v>
                </c:pt>
                <c:pt idx="1679">
                  <c:v>8.3906269112509792E-3</c:v>
                </c:pt>
                <c:pt idx="1680">
                  <c:v>8.8833737114156364E-3</c:v>
                </c:pt>
                <c:pt idx="1681">
                  <c:v>9.1572053725675027E-3</c:v>
                </c:pt>
                <c:pt idx="1682">
                  <c:v>9.0820629053146116E-3</c:v>
                </c:pt>
                <c:pt idx="1683">
                  <c:v>9.2256662879966166E-3</c:v>
                </c:pt>
                <c:pt idx="1684">
                  <c:v>9.5059922226560806E-3</c:v>
                </c:pt>
                <c:pt idx="1685">
                  <c:v>9.4565428084559238E-3</c:v>
                </c:pt>
                <c:pt idx="1686">
                  <c:v>1.0009253170108314E-2</c:v>
                </c:pt>
                <c:pt idx="1687">
                  <c:v>9.9660107970242495E-3</c:v>
                </c:pt>
                <c:pt idx="1688">
                  <c:v>1.184356884758709E-2</c:v>
                </c:pt>
                <c:pt idx="1689">
                  <c:v>1.2685530756994665E-2</c:v>
                </c:pt>
                <c:pt idx="1690">
                  <c:v>1.2355040352702443E-2</c:v>
                </c:pt>
                <c:pt idx="1691">
                  <c:v>1.3235220689814645E-2</c:v>
                </c:pt>
                <c:pt idx="1692">
                  <c:v>1.3191087056197967E-2</c:v>
                </c:pt>
                <c:pt idx="1693">
                  <c:v>1.254855187809578E-2</c:v>
                </c:pt>
                <c:pt idx="1694">
                  <c:v>1.2526044365792768E-2</c:v>
                </c:pt>
                <c:pt idx="1695">
                  <c:v>1.3069165418191539E-2</c:v>
                </c:pt>
                <c:pt idx="1696">
                  <c:v>1.2884059417332247E-2</c:v>
                </c:pt>
                <c:pt idx="1697">
                  <c:v>1.2585784166720721E-2</c:v>
                </c:pt>
                <c:pt idx="1698">
                  <c:v>1.2424233676580949E-2</c:v>
                </c:pt>
                <c:pt idx="1699">
                  <c:v>1.2423474964324676E-2</c:v>
                </c:pt>
                <c:pt idx="1700">
                  <c:v>1.1916402073757659E-2</c:v>
                </c:pt>
                <c:pt idx="1701">
                  <c:v>1.190389408068601E-2</c:v>
                </c:pt>
                <c:pt idx="1702">
                  <c:v>1.1815429564312299E-2</c:v>
                </c:pt>
                <c:pt idx="1703">
                  <c:v>1.1885851564958239E-2</c:v>
                </c:pt>
                <c:pt idx="1704">
                  <c:v>1.2455261697335197E-2</c:v>
                </c:pt>
                <c:pt idx="1705">
                  <c:v>1.1492822634444858E-2</c:v>
                </c:pt>
                <c:pt idx="1706">
                  <c:v>1.1413859383493414E-2</c:v>
                </c:pt>
                <c:pt idx="1707">
                  <c:v>1.032466338005977E-2</c:v>
                </c:pt>
                <c:pt idx="1708">
                  <c:v>8.8641019961754192E-3</c:v>
                </c:pt>
                <c:pt idx="1709">
                  <c:v>9.0619901289241914E-3</c:v>
                </c:pt>
                <c:pt idx="1710">
                  <c:v>8.1798053400957953E-3</c:v>
                </c:pt>
                <c:pt idx="1711">
                  <c:v>8.3235432756011696E-3</c:v>
                </c:pt>
                <c:pt idx="1712">
                  <c:v>8.4151412840561199E-3</c:v>
                </c:pt>
                <c:pt idx="1713">
                  <c:v>8.5763408246994632E-3</c:v>
                </c:pt>
                <c:pt idx="1714">
                  <c:v>7.6965831837222743E-3</c:v>
                </c:pt>
                <c:pt idx="1715">
                  <c:v>8.1689273083574727E-3</c:v>
                </c:pt>
                <c:pt idx="1716">
                  <c:v>8.3436034860369154E-3</c:v>
                </c:pt>
                <c:pt idx="1717">
                  <c:v>8.0677450235006592E-3</c:v>
                </c:pt>
                <c:pt idx="1718">
                  <c:v>8.9169172568944518E-3</c:v>
                </c:pt>
                <c:pt idx="1719">
                  <c:v>8.6374601418520991E-3</c:v>
                </c:pt>
                <c:pt idx="1720">
                  <c:v>8.4980780450588569E-3</c:v>
                </c:pt>
                <c:pt idx="1721">
                  <c:v>8.5120250000245111E-3</c:v>
                </c:pt>
                <c:pt idx="1722">
                  <c:v>8.5113588302900001E-3</c:v>
                </c:pt>
                <c:pt idx="1723">
                  <c:v>7.8417424273491132E-3</c:v>
                </c:pt>
                <c:pt idx="1724">
                  <c:v>9.5975973453688371E-3</c:v>
                </c:pt>
                <c:pt idx="1725">
                  <c:v>9.5962075865032494E-3</c:v>
                </c:pt>
                <c:pt idx="1726">
                  <c:v>9.4429185539535148E-3</c:v>
                </c:pt>
                <c:pt idx="1727">
                  <c:v>9.4200086573208303E-3</c:v>
                </c:pt>
                <c:pt idx="1728">
                  <c:v>9.0086121528804089E-3</c:v>
                </c:pt>
                <c:pt idx="1729">
                  <c:v>8.9645841585607958E-3</c:v>
                </c:pt>
                <c:pt idx="1730">
                  <c:v>8.8859103537552164E-3</c:v>
                </c:pt>
                <c:pt idx="1731">
                  <c:v>8.7437721015527162E-3</c:v>
                </c:pt>
                <c:pt idx="1732">
                  <c:v>9.2287040027153183E-3</c:v>
                </c:pt>
                <c:pt idx="1733">
                  <c:v>9.4575992409032823E-3</c:v>
                </c:pt>
                <c:pt idx="1734">
                  <c:v>9.0405950699139256E-3</c:v>
                </c:pt>
                <c:pt idx="1735">
                  <c:v>1.0269478724364844E-2</c:v>
                </c:pt>
                <c:pt idx="1736">
                  <c:v>1.039162826230474E-2</c:v>
                </c:pt>
                <c:pt idx="1737">
                  <c:v>9.8656069766985977E-3</c:v>
                </c:pt>
                <c:pt idx="1738">
                  <c:v>1.0000477433203363E-2</c:v>
                </c:pt>
                <c:pt idx="1739">
                  <c:v>1.0002011057180654E-2</c:v>
                </c:pt>
                <c:pt idx="1740">
                  <c:v>1.0110408783378566E-2</c:v>
                </c:pt>
                <c:pt idx="1741">
                  <c:v>1.2244309621202279E-2</c:v>
                </c:pt>
                <c:pt idx="1742">
                  <c:v>1.2397548717395736E-2</c:v>
                </c:pt>
                <c:pt idx="1743">
                  <c:v>1.118801299212575E-2</c:v>
                </c:pt>
                <c:pt idx="1744">
                  <c:v>1.1429106994732346E-2</c:v>
                </c:pt>
                <c:pt idx="1745">
                  <c:v>1.1495898699699771E-2</c:v>
                </c:pt>
                <c:pt idx="1746">
                  <c:v>1.2622666750300666E-2</c:v>
                </c:pt>
                <c:pt idx="1747">
                  <c:v>1.3739098245904587E-2</c:v>
                </c:pt>
                <c:pt idx="1748">
                  <c:v>1.372798460500488E-2</c:v>
                </c:pt>
                <c:pt idx="1749">
                  <c:v>1.4076761379980153E-2</c:v>
                </c:pt>
                <c:pt idx="1750">
                  <c:v>1.4212191717439791E-2</c:v>
                </c:pt>
                <c:pt idx="1751">
                  <c:v>1.3559428893529027E-2</c:v>
                </c:pt>
                <c:pt idx="1752">
                  <c:v>1.3522780289527341E-2</c:v>
                </c:pt>
                <c:pt idx="1753">
                  <c:v>1.3592400819484632E-2</c:v>
                </c:pt>
                <c:pt idx="1754">
                  <c:v>1.2768353599981363E-2</c:v>
                </c:pt>
                <c:pt idx="1755">
                  <c:v>1.289062384824557E-2</c:v>
                </c:pt>
                <c:pt idx="1756">
                  <c:v>1.2749447769848172E-2</c:v>
                </c:pt>
                <c:pt idx="1757">
                  <c:v>1.2497269405217244E-2</c:v>
                </c:pt>
                <c:pt idx="1758">
                  <c:v>1.2519632782755738E-2</c:v>
                </c:pt>
                <c:pt idx="1759">
                  <c:v>1.2459082973516854E-2</c:v>
                </c:pt>
                <c:pt idx="1760">
                  <c:v>1.0874913760126177E-2</c:v>
                </c:pt>
                <c:pt idx="1761">
                  <c:v>1.0888473433596092E-2</c:v>
                </c:pt>
                <c:pt idx="1762">
                  <c:v>1.0701765025899484E-2</c:v>
                </c:pt>
                <c:pt idx="1763">
                  <c:v>1.04693813977373E-2</c:v>
                </c:pt>
                <c:pt idx="1764">
                  <c:v>1.0402704685540698E-2</c:v>
                </c:pt>
                <c:pt idx="1765">
                  <c:v>8.8350555666623747E-3</c:v>
                </c:pt>
                <c:pt idx="1766">
                  <c:v>7.3679007077789146E-3</c:v>
                </c:pt>
                <c:pt idx="1767">
                  <c:v>7.5750698882039126E-3</c:v>
                </c:pt>
                <c:pt idx="1768">
                  <c:v>6.9554820115276233E-3</c:v>
                </c:pt>
                <c:pt idx="1769">
                  <c:v>6.6781657955042933E-3</c:v>
                </c:pt>
                <c:pt idx="1770">
                  <c:v>8.5209829363507954E-3</c:v>
                </c:pt>
                <c:pt idx="1771">
                  <c:v>8.3772322441559906E-3</c:v>
                </c:pt>
                <c:pt idx="1772">
                  <c:v>8.5191773446252929E-3</c:v>
                </c:pt>
                <c:pt idx="1773">
                  <c:v>8.5768517902124041E-3</c:v>
                </c:pt>
                <c:pt idx="1774">
                  <c:v>8.0105135553491368E-3</c:v>
                </c:pt>
                <c:pt idx="1775">
                  <c:v>8.0936575519012493E-3</c:v>
                </c:pt>
                <c:pt idx="1776">
                  <c:v>8.0880998462897081E-3</c:v>
                </c:pt>
                <c:pt idx="1777">
                  <c:v>8.2843979572664924E-3</c:v>
                </c:pt>
                <c:pt idx="1778">
                  <c:v>8.3190543136936451E-3</c:v>
                </c:pt>
                <c:pt idx="1779">
                  <c:v>8.008425533860641E-3</c:v>
                </c:pt>
                <c:pt idx="1780">
                  <c:v>8.8480983410575195E-3</c:v>
                </c:pt>
                <c:pt idx="1781">
                  <c:v>9.0342157997951398E-3</c:v>
                </c:pt>
                <c:pt idx="1782">
                  <c:v>9.0299642422341803E-3</c:v>
                </c:pt>
                <c:pt idx="1783">
                  <c:v>9.1777641145758433E-3</c:v>
                </c:pt>
                <c:pt idx="1784">
                  <c:v>9.3084433908305324E-3</c:v>
                </c:pt>
                <c:pt idx="1785">
                  <c:v>9.2729796083117332E-3</c:v>
                </c:pt>
                <c:pt idx="1786">
                  <c:v>9.007091942016909E-3</c:v>
                </c:pt>
                <c:pt idx="1787">
                  <c:v>8.7725091187373146E-3</c:v>
                </c:pt>
                <c:pt idx="1788">
                  <c:v>8.6127893832393942E-3</c:v>
                </c:pt>
                <c:pt idx="1789">
                  <c:v>6.9982764547956771E-3</c:v>
                </c:pt>
                <c:pt idx="1790">
                  <c:v>7.025524770552777E-3</c:v>
                </c:pt>
                <c:pt idx="1791">
                  <c:v>6.8861099923196315E-3</c:v>
                </c:pt>
                <c:pt idx="1792">
                  <c:v>7.2032914663062129E-3</c:v>
                </c:pt>
                <c:pt idx="1793">
                  <c:v>7.5010430280029357E-3</c:v>
                </c:pt>
                <c:pt idx="1794">
                  <c:v>8.2503552940944407E-3</c:v>
                </c:pt>
                <c:pt idx="1795">
                  <c:v>8.5510935365229728E-3</c:v>
                </c:pt>
                <c:pt idx="1796">
                  <c:v>8.6739623253399099E-3</c:v>
                </c:pt>
                <c:pt idx="1797">
                  <c:v>8.6734667661283685E-3</c:v>
                </c:pt>
                <c:pt idx="1798">
                  <c:v>9.7686499476030419E-3</c:v>
                </c:pt>
                <c:pt idx="1799">
                  <c:v>8.8995602552187913E-3</c:v>
                </c:pt>
                <c:pt idx="1800">
                  <c:v>8.3703023769512268E-3</c:v>
                </c:pt>
                <c:pt idx="1801">
                  <c:v>8.3455741302540763E-3</c:v>
                </c:pt>
                <c:pt idx="1802">
                  <c:v>8.3116007533678704E-3</c:v>
                </c:pt>
                <c:pt idx="1803">
                  <c:v>8.3851702265522795E-3</c:v>
                </c:pt>
                <c:pt idx="1804">
                  <c:v>8.3579563989546104E-3</c:v>
                </c:pt>
                <c:pt idx="1805">
                  <c:v>8.1271293963614509E-3</c:v>
                </c:pt>
                <c:pt idx="1806">
                  <c:v>8.0919613888463613E-3</c:v>
                </c:pt>
                <c:pt idx="1807">
                  <c:v>9.0000261623749047E-3</c:v>
                </c:pt>
                <c:pt idx="1808">
                  <c:v>9.0207830019988378E-3</c:v>
                </c:pt>
                <c:pt idx="1809">
                  <c:v>9.572116919245548E-3</c:v>
                </c:pt>
                <c:pt idx="1810">
                  <c:v>9.5723497794841725E-3</c:v>
                </c:pt>
                <c:pt idx="1811">
                  <c:v>9.4666867642217E-3</c:v>
                </c:pt>
                <c:pt idx="1812">
                  <c:v>9.3013719035652514E-3</c:v>
                </c:pt>
                <c:pt idx="1813">
                  <c:v>8.3479390373268677E-3</c:v>
                </c:pt>
                <c:pt idx="1814">
                  <c:v>8.2174942527798878E-3</c:v>
                </c:pt>
                <c:pt idx="1815">
                  <c:v>8.2360589540576498E-3</c:v>
                </c:pt>
                <c:pt idx="1816">
                  <c:v>8.3025577163590436E-3</c:v>
                </c:pt>
                <c:pt idx="1817">
                  <c:v>6.9498818272121536E-3</c:v>
                </c:pt>
                <c:pt idx="1818">
                  <c:v>6.6281337365077016E-3</c:v>
                </c:pt>
                <c:pt idx="1819">
                  <c:v>6.5781630486251227E-3</c:v>
                </c:pt>
                <c:pt idx="1820">
                  <c:v>6.5903615342781108E-3</c:v>
                </c:pt>
                <c:pt idx="1821">
                  <c:v>6.6667510953546715E-3</c:v>
                </c:pt>
                <c:pt idx="1822">
                  <c:v>6.650989132761298E-3</c:v>
                </c:pt>
                <c:pt idx="1823">
                  <c:v>6.6971948113754886E-3</c:v>
                </c:pt>
                <c:pt idx="1824">
                  <c:v>6.9137089324454656E-3</c:v>
                </c:pt>
                <c:pt idx="1825">
                  <c:v>7.8429456980773256E-3</c:v>
                </c:pt>
                <c:pt idx="1826">
                  <c:v>7.0604384071188842E-3</c:v>
                </c:pt>
                <c:pt idx="1827">
                  <c:v>7.0553712900741292E-3</c:v>
                </c:pt>
                <c:pt idx="1828">
                  <c:v>7.633107122834772E-3</c:v>
                </c:pt>
                <c:pt idx="1829">
                  <c:v>7.6026172272493295E-3</c:v>
                </c:pt>
                <c:pt idx="1830">
                  <c:v>7.4814128674247195E-3</c:v>
                </c:pt>
                <c:pt idx="1831">
                  <c:v>7.4772580068883003E-3</c:v>
                </c:pt>
                <c:pt idx="1832">
                  <c:v>7.4791307526578922E-3</c:v>
                </c:pt>
                <c:pt idx="1833">
                  <c:v>7.7662750832147758E-3</c:v>
                </c:pt>
                <c:pt idx="1834">
                  <c:v>7.7716572355749367E-3</c:v>
                </c:pt>
                <c:pt idx="1835">
                  <c:v>7.6942229180024403E-3</c:v>
                </c:pt>
                <c:pt idx="1836">
                  <c:v>7.6945724115447135E-3</c:v>
                </c:pt>
                <c:pt idx="1837">
                  <c:v>7.7256143583522034E-3</c:v>
                </c:pt>
                <c:pt idx="1838">
                  <c:v>7.6932342520817142E-3</c:v>
                </c:pt>
                <c:pt idx="1839">
                  <c:v>7.7620708385192829E-3</c:v>
                </c:pt>
                <c:pt idx="1840">
                  <c:v>7.7032194540557156E-3</c:v>
                </c:pt>
                <c:pt idx="1841">
                  <c:v>7.5277242269427549E-3</c:v>
                </c:pt>
                <c:pt idx="1842">
                  <c:v>7.8096383728709822E-3</c:v>
                </c:pt>
                <c:pt idx="1843">
                  <c:v>7.4337194200199842E-3</c:v>
                </c:pt>
                <c:pt idx="1844">
                  <c:v>5.1914935957111056E-3</c:v>
                </c:pt>
                <c:pt idx="1845">
                  <c:v>6.6564874903649682E-3</c:v>
                </c:pt>
                <c:pt idx="1846">
                  <c:v>7.0204356712699192E-3</c:v>
                </c:pt>
                <c:pt idx="1847">
                  <c:v>6.1391980243292793E-3</c:v>
                </c:pt>
                <c:pt idx="1848">
                  <c:v>6.4313807638008572E-3</c:v>
                </c:pt>
                <c:pt idx="1849">
                  <c:v>6.4241429208713651E-3</c:v>
                </c:pt>
                <c:pt idx="1850">
                  <c:v>6.5854970351600754E-3</c:v>
                </c:pt>
                <c:pt idx="1851">
                  <c:v>7.0168904687042009E-3</c:v>
                </c:pt>
                <c:pt idx="1852">
                  <c:v>6.6484036129065699E-3</c:v>
                </c:pt>
                <c:pt idx="1853">
                  <c:v>7.0013436643935152E-3</c:v>
                </c:pt>
                <c:pt idx="1854">
                  <c:v>7.2438889665812399E-3</c:v>
                </c:pt>
                <c:pt idx="1855">
                  <c:v>7.4189577126351249E-3</c:v>
                </c:pt>
                <c:pt idx="1856">
                  <c:v>7.4930655814505094E-3</c:v>
                </c:pt>
                <c:pt idx="1857">
                  <c:v>7.8423535738155904E-3</c:v>
                </c:pt>
                <c:pt idx="1858">
                  <c:v>7.8916166182982361E-3</c:v>
                </c:pt>
                <c:pt idx="1859">
                  <c:v>7.8447484069304515E-3</c:v>
                </c:pt>
                <c:pt idx="1860">
                  <c:v>7.9515738290399304E-3</c:v>
                </c:pt>
                <c:pt idx="1861">
                  <c:v>7.7121802371471161E-3</c:v>
                </c:pt>
                <c:pt idx="1862">
                  <c:v>8.4295258655521961E-3</c:v>
                </c:pt>
                <c:pt idx="1863">
                  <c:v>8.6248625349594453E-3</c:v>
                </c:pt>
                <c:pt idx="1864">
                  <c:v>7.9227529555668582E-3</c:v>
                </c:pt>
                <c:pt idx="1865">
                  <c:v>7.7097683072918921E-3</c:v>
                </c:pt>
                <c:pt idx="1866">
                  <c:v>7.7333159026583111E-3</c:v>
                </c:pt>
                <c:pt idx="1867">
                  <c:v>7.5200727043217641E-3</c:v>
                </c:pt>
                <c:pt idx="1868">
                  <c:v>7.5864644639863704E-3</c:v>
                </c:pt>
                <c:pt idx="1869">
                  <c:v>7.428127887496281E-3</c:v>
                </c:pt>
                <c:pt idx="1870">
                  <c:v>7.0132602619144124E-3</c:v>
                </c:pt>
                <c:pt idx="1871">
                  <c:v>6.6841704658012731E-3</c:v>
                </c:pt>
                <c:pt idx="1872">
                  <c:v>6.5353307533269293E-3</c:v>
                </c:pt>
                <c:pt idx="1873">
                  <c:v>6.5111359730347694E-3</c:v>
                </c:pt>
                <c:pt idx="1874">
                  <c:v>5.8744587883997898E-3</c:v>
                </c:pt>
                <c:pt idx="1875">
                  <c:v>5.9626874908637294E-3</c:v>
                </c:pt>
                <c:pt idx="1876">
                  <c:v>5.8582279579343539E-3</c:v>
                </c:pt>
                <c:pt idx="1877">
                  <c:v>5.5225355737023862E-3</c:v>
                </c:pt>
                <c:pt idx="1878">
                  <c:v>5.4567745189497618E-3</c:v>
                </c:pt>
                <c:pt idx="1879">
                  <c:v>5.4713372893243697E-3</c:v>
                </c:pt>
                <c:pt idx="1880">
                  <c:v>5.5412635014135325E-3</c:v>
                </c:pt>
                <c:pt idx="1881">
                  <c:v>4.6453337987566422E-3</c:v>
                </c:pt>
                <c:pt idx="1882">
                  <c:v>4.1303706895520556E-3</c:v>
                </c:pt>
                <c:pt idx="1883">
                  <c:v>4.3710122806899874E-3</c:v>
                </c:pt>
                <c:pt idx="1884">
                  <c:v>4.2710401244969E-3</c:v>
                </c:pt>
                <c:pt idx="1885">
                  <c:v>4.3745416427782742E-3</c:v>
                </c:pt>
                <c:pt idx="1886">
                  <c:v>5.6036548962971125E-3</c:v>
                </c:pt>
                <c:pt idx="1887">
                  <c:v>5.6003715512872943E-3</c:v>
                </c:pt>
                <c:pt idx="1888">
                  <c:v>5.3787656498192988E-3</c:v>
                </c:pt>
                <c:pt idx="1889">
                  <c:v>5.15862722888028E-3</c:v>
                </c:pt>
                <c:pt idx="1890">
                  <c:v>5.0947905134981512E-3</c:v>
                </c:pt>
                <c:pt idx="1891">
                  <c:v>5.1426635407129965E-3</c:v>
                </c:pt>
                <c:pt idx="1892">
                  <c:v>5.8419149023753386E-3</c:v>
                </c:pt>
                <c:pt idx="1893">
                  <c:v>5.8596447880685234E-3</c:v>
                </c:pt>
                <c:pt idx="1894">
                  <c:v>5.7732922942687849E-3</c:v>
                </c:pt>
                <c:pt idx="1895">
                  <c:v>5.6987587741985854E-3</c:v>
                </c:pt>
                <c:pt idx="1896">
                  <c:v>5.6268867484651902E-3</c:v>
                </c:pt>
                <c:pt idx="1897">
                  <c:v>5.7289227284706076E-3</c:v>
                </c:pt>
                <c:pt idx="1898">
                  <c:v>6.120046754625727E-3</c:v>
                </c:pt>
                <c:pt idx="1899">
                  <c:v>6.1228371268138675E-3</c:v>
                </c:pt>
                <c:pt idx="1900">
                  <c:v>6.554225336142824E-3</c:v>
                </c:pt>
                <c:pt idx="1901">
                  <c:v>7.1135406430777332E-3</c:v>
                </c:pt>
                <c:pt idx="1902">
                  <c:v>7.2935180369887867E-3</c:v>
                </c:pt>
                <c:pt idx="1903">
                  <c:v>8.2013433998114338E-3</c:v>
                </c:pt>
                <c:pt idx="1904">
                  <c:v>8.2432600929686611E-3</c:v>
                </c:pt>
                <c:pt idx="1905">
                  <c:v>7.463562415458585E-3</c:v>
                </c:pt>
                <c:pt idx="1906">
                  <c:v>7.5007846261150547E-3</c:v>
                </c:pt>
                <c:pt idx="1907">
                  <c:v>7.8585291899240864E-3</c:v>
                </c:pt>
                <c:pt idx="1908">
                  <c:v>7.9564037014676452E-3</c:v>
                </c:pt>
                <c:pt idx="1909">
                  <c:v>8.1338074197547915E-3</c:v>
                </c:pt>
                <c:pt idx="1910">
                  <c:v>8.3172636168210006E-3</c:v>
                </c:pt>
                <c:pt idx="1911">
                  <c:v>7.9998896937279879E-3</c:v>
                </c:pt>
                <c:pt idx="1912">
                  <c:v>8.1018822468183083E-3</c:v>
                </c:pt>
                <c:pt idx="1913">
                  <c:v>8.0490456714406387E-3</c:v>
                </c:pt>
                <c:pt idx="1914">
                  <c:v>9.3751584290485187E-3</c:v>
                </c:pt>
                <c:pt idx="1915">
                  <c:v>9.3767111043094199E-3</c:v>
                </c:pt>
                <c:pt idx="1916">
                  <c:v>9.8183148311910395E-3</c:v>
                </c:pt>
                <c:pt idx="1917">
                  <c:v>9.6334150166138069E-3</c:v>
                </c:pt>
                <c:pt idx="1918">
                  <c:v>1.0727080487202879E-2</c:v>
                </c:pt>
                <c:pt idx="1919">
                  <c:v>1.0601944646115391E-2</c:v>
                </c:pt>
                <c:pt idx="1920">
                  <c:v>1.0800744503520995E-2</c:v>
                </c:pt>
                <c:pt idx="1921">
                  <c:v>1.0440535658608689E-2</c:v>
                </c:pt>
                <c:pt idx="1922">
                  <c:v>9.8502035115663814E-3</c:v>
                </c:pt>
                <c:pt idx="1923">
                  <c:v>9.8933608601803214E-3</c:v>
                </c:pt>
                <c:pt idx="1924">
                  <c:v>9.8297785526635026E-3</c:v>
                </c:pt>
                <c:pt idx="1925">
                  <c:v>9.5441612225424157E-3</c:v>
                </c:pt>
                <c:pt idx="1926">
                  <c:v>9.4039768319834505E-3</c:v>
                </c:pt>
                <c:pt idx="1927">
                  <c:v>9.8146729893504869E-3</c:v>
                </c:pt>
                <c:pt idx="1928">
                  <c:v>1.0091951447884414E-2</c:v>
                </c:pt>
                <c:pt idx="1929">
                  <c:v>1.0800851735751578E-2</c:v>
                </c:pt>
                <c:pt idx="1930">
                  <c:v>1.0814375070807666E-2</c:v>
                </c:pt>
                <c:pt idx="1931">
                  <c:v>1.0831203792260498E-2</c:v>
                </c:pt>
                <c:pt idx="1932">
                  <c:v>1.0990200313024182E-2</c:v>
                </c:pt>
                <c:pt idx="1933">
                  <c:v>9.8128272778921048E-3</c:v>
                </c:pt>
                <c:pt idx="1934">
                  <c:v>9.9106556368010953E-3</c:v>
                </c:pt>
                <c:pt idx="1935">
                  <c:v>9.1266405813279633E-3</c:v>
                </c:pt>
                <c:pt idx="1936">
                  <c:v>9.1625900473663469E-3</c:v>
                </c:pt>
                <c:pt idx="1937">
                  <c:v>8.4219014341460775E-3</c:v>
                </c:pt>
                <c:pt idx="1938">
                  <c:v>8.2851212844252346E-3</c:v>
                </c:pt>
                <c:pt idx="1939">
                  <c:v>7.302133662049964E-3</c:v>
                </c:pt>
                <c:pt idx="1940">
                  <c:v>7.2513778380011804E-3</c:v>
                </c:pt>
                <c:pt idx="1941">
                  <c:v>7.4121178281532848E-3</c:v>
                </c:pt>
                <c:pt idx="1942">
                  <c:v>7.2637017661738882E-3</c:v>
                </c:pt>
                <c:pt idx="1943">
                  <c:v>7.3154545824794005E-3</c:v>
                </c:pt>
                <c:pt idx="1944">
                  <c:v>7.3179937647465795E-3</c:v>
                </c:pt>
                <c:pt idx="1945">
                  <c:v>7.3157791735441111E-3</c:v>
                </c:pt>
                <c:pt idx="1946">
                  <c:v>6.470776182150334E-3</c:v>
                </c:pt>
                <c:pt idx="1947">
                  <c:v>6.6667878347782114E-3</c:v>
                </c:pt>
                <c:pt idx="1948">
                  <c:v>5.7699851822672647E-3</c:v>
                </c:pt>
                <c:pt idx="1949">
                  <c:v>5.9343367617219357E-3</c:v>
                </c:pt>
                <c:pt idx="1950">
                  <c:v>5.9875981839219838E-3</c:v>
                </c:pt>
                <c:pt idx="1951">
                  <c:v>5.8547087926092249E-3</c:v>
                </c:pt>
                <c:pt idx="1952">
                  <c:v>5.6024761895658737E-3</c:v>
                </c:pt>
                <c:pt idx="1953">
                  <c:v>5.677722624613143E-3</c:v>
                </c:pt>
                <c:pt idx="1954">
                  <c:v>5.8146747097534146E-3</c:v>
                </c:pt>
                <c:pt idx="1955">
                  <c:v>5.8301422698105489E-3</c:v>
                </c:pt>
                <c:pt idx="1956">
                  <c:v>5.5918500229940214E-3</c:v>
                </c:pt>
                <c:pt idx="1957">
                  <c:v>5.6991507002426894E-3</c:v>
                </c:pt>
                <c:pt idx="1958">
                  <c:v>6.0420027489982457E-3</c:v>
                </c:pt>
                <c:pt idx="1959">
                  <c:v>6.1049182509101668E-3</c:v>
                </c:pt>
                <c:pt idx="1960">
                  <c:v>5.9599132353150112E-3</c:v>
                </c:pt>
                <c:pt idx="1961">
                  <c:v>6.2569643270635692E-3</c:v>
                </c:pt>
                <c:pt idx="1962">
                  <c:v>6.1401734426165758E-3</c:v>
                </c:pt>
                <c:pt idx="1963">
                  <c:v>6.0570798279475516E-3</c:v>
                </c:pt>
                <c:pt idx="1964">
                  <c:v>6.0776688225100154E-3</c:v>
                </c:pt>
                <c:pt idx="1965">
                  <c:v>6.1016456197063324E-3</c:v>
                </c:pt>
                <c:pt idx="1966">
                  <c:v>5.8702505745274773E-3</c:v>
                </c:pt>
                <c:pt idx="1967">
                  <c:v>5.8839629661208166E-3</c:v>
                </c:pt>
                <c:pt idx="1968">
                  <c:v>5.5987833228477663E-3</c:v>
                </c:pt>
                <c:pt idx="1969">
                  <c:v>4.9668656154735263E-3</c:v>
                </c:pt>
                <c:pt idx="1970">
                  <c:v>5.0207095968814505E-3</c:v>
                </c:pt>
                <c:pt idx="1971">
                  <c:v>5.2497616125216041E-3</c:v>
                </c:pt>
                <c:pt idx="1972">
                  <c:v>6.6469711954107169E-3</c:v>
                </c:pt>
                <c:pt idx="1973">
                  <c:v>6.4480981062998511E-3</c:v>
                </c:pt>
                <c:pt idx="1974">
                  <c:v>6.4698509354146755E-3</c:v>
                </c:pt>
                <c:pt idx="1975">
                  <c:v>6.471210274301014E-3</c:v>
                </c:pt>
                <c:pt idx="1976">
                  <c:v>6.5393164660773858E-3</c:v>
                </c:pt>
                <c:pt idx="1977">
                  <c:v>6.5883438675359641E-3</c:v>
                </c:pt>
                <c:pt idx="1978">
                  <c:v>6.4842786960067136E-3</c:v>
                </c:pt>
                <c:pt idx="1979">
                  <c:v>6.4801699218561626E-3</c:v>
                </c:pt>
                <c:pt idx="1980">
                  <c:v>5.8683340399865603E-3</c:v>
                </c:pt>
                <c:pt idx="1981">
                  <c:v>5.8811061441574998E-3</c:v>
                </c:pt>
                <c:pt idx="1982">
                  <c:v>5.9320990968184774E-3</c:v>
                </c:pt>
                <c:pt idx="1983">
                  <c:v>5.9198863389989522E-3</c:v>
                </c:pt>
                <c:pt idx="1984">
                  <c:v>6.4533501500496672E-3</c:v>
                </c:pt>
                <c:pt idx="1985">
                  <c:v>6.655676232456764E-3</c:v>
                </c:pt>
                <c:pt idx="1986">
                  <c:v>6.9989366427510233E-3</c:v>
                </c:pt>
                <c:pt idx="1987">
                  <c:v>7.3290761762725525E-3</c:v>
                </c:pt>
                <c:pt idx="1988">
                  <c:v>7.3845022714731662E-3</c:v>
                </c:pt>
                <c:pt idx="1989">
                  <c:v>7.3359307748983088E-3</c:v>
                </c:pt>
                <c:pt idx="1990">
                  <c:v>7.0376818110570857E-3</c:v>
                </c:pt>
                <c:pt idx="1991">
                  <c:v>6.3045415226347604E-3</c:v>
                </c:pt>
                <c:pt idx="1992">
                  <c:v>6.4385066976681091E-3</c:v>
                </c:pt>
                <c:pt idx="1993">
                  <c:v>6.4417144177435414E-3</c:v>
                </c:pt>
                <c:pt idx="1994">
                  <c:v>6.4237063037459801E-3</c:v>
                </c:pt>
                <c:pt idx="1995">
                  <c:v>6.4485043237767822E-3</c:v>
                </c:pt>
                <c:pt idx="1996">
                  <c:v>6.4953900915226091E-3</c:v>
                </c:pt>
                <c:pt idx="1997">
                  <c:v>6.4617314747915863E-3</c:v>
                </c:pt>
                <c:pt idx="1998">
                  <c:v>6.4995011466748168E-3</c:v>
                </c:pt>
                <c:pt idx="1999">
                  <c:v>6.5432920741986056E-3</c:v>
                </c:pt>
                <c:pt idx="2000">
                  <c:v>6.61089437138292E-3</c:v>
                </c:pt>
                <c:pt idx="2001">
                  <c:v>6.8205673073930403E-3</c:v>
                </c:pt>
                <c:pt idx="2002">
                  <c:v>6.9123884185127733E-3</c:v>
                </c:pt>
                <c:pt idx="2003">
                  <c:v>6.2625381904809728E-3</c:v>
                </c:pt>
                <c:pt idx="2004">
                  <c:v>6.0100793952338723E-3</c:v>
                </c:pt>
                <c:pt idx="2005">
                  <c:v>5.3330303986306978E-3</c:v>
                </c:pt>
                <c:pt idx="2006">
                  <c:v>5.4192544524620471E-3</c:v>
                </c:pt>
                <c:pt idx="2007">
                  <c:v>5.3408466426912828E-3</c:v>
                </c:pt>
                <c:pt idx="2008">
                  <c:v>5.4025901799944426E-3</c:v>
                </c:pt>
                <c:pt idx="2009">
                  <c:v>6.110032898413568E-3</c:v>
                </c:pt>
                <c:pt idx="2010">
                  <c:v>5.9642513944819413E-3</c:v>
                </c:pt>
                <c:pt idx="2011">
                  <c:v>6.0377242376276341E-3</c:v>
                </c:pt>
                <c:pt idx="2012">
                  <c:v>6.3394151169425495E-3</c:v>
                </c:pt>
                <c:pt idx="2013">
                  <c:v>6.8656734780802404E-3</c:v>
                </c:pt>
                <c:pt idx="2014">
                  <c:v>7.3007994612744173E-3</c:v>
                </c:pt>
                <c:pt idx="2015">
                  <c:v>6.9378188149934687E-3</c:v>
                </c:pt>
                <c:pt idx="2016">
                  <c:v>7.0099171775149906E-3</c:v>
                </c:pt>
                <c:pt idx="2017">
                  <c:v>7.0975788665342343E-3</c:v>
                </c:pt>
                <c:pt idx="2018">
                  <c:v>6.9480839199554797E-3</c:v>
                </c:pt>
                <c:pt idx="2019">
                  <c:v>6.9177846272212504E-3</c:v>
                </c:pt>
                <c:pt idx="2020">
                  <c:v>6.7722840311823232E-3</c:v>
                </c:pt>
                <c:pt idx="2021">
                  <c:v>7.0200354108908717E-3</c:v>
                </c:pt>
                <c:pt idx="2022">
                  <c:v>7.0623869219789736E-3</c:v>
                </c:pt>
                <c:pt idx="2023">
                  <c:v>7.0432295974566283E-3</c:v>
                </c:pt>
                <c:pt idx="2024">
                  <c:v>7.8552749538906546E-3</c:v>
                </c:pt>
                <c:pt idx="2025">
                  <c:v>7.8299301856163146E-3</c:v>
                </c:pt>
                <c:pt idx="2026">
                  <c:v>7.8944201906895849E-3</c:v>
                </c:pt>
                <c:pt idx="2027">
                  <c:v>7.8963530499738931E-3</c:v>
                </c:pt>
                <c:pt idx="2028">
                  <c:v>7.5009534132833506E-3</c:v>
                </c:pt>
                <c:pt idx="2029">
                  <c:v>7.4600641727442527E-3</c:v>
                </c:pt>
                <c:pt idx="2030">
                  <c:v>7.438750730195307E-3</c:v>
                </c:pt>
                <c:pt idx="2031">
                  <c:v>7.250012303955093E-3</c:v>
                </c:pt>
                <c:pt idx="2032">
                  <c:v>8.0182480961187939E-3</c:v>
                </c:pt>
                <c:pt idx="2033">
                  <c:v>7.5381526946000366E-3</c:v>
                </c:pt>
                <c:pt idx="2034">
                  <c:v>7.6741123859504412E-3</c:v>
                </c:pt>
                <c:pt idx="2035">
                  <c:v>7.5981748227081387E-3</c:v>
                </c:pt>
                <c:pt idx="2036">
                  <c:v>7.5376359243996723E-3</c:v>
                </c:pt>
                <c:pt idx="2037">
                  <c:v>7.5571653282464606E-3</c:v>
                </c:pt>
                <c:pt idx="2038">
                  <c:v>8.101463448075193E-3</c:v>
                </c:pt>
                <c:pt idx="2039">
                  <c:v>8.2493234458504185E-3</c:v>
                </c:pt>
                <c:pt idx="2040">
                  <c:v>7.868186042325101E-3</c:v>
                </c:pt>
                <c:pt idx="2041">
                  <c:v>8.9427096037189395E-3</c:v>
                </c:pt>
                <c:pt idx="2042">
                  <c:v>9.5915765537996443E-3</c:v>
                </c:pt>
                <c:pt idx="2043">
                  <c:v>9.1406958718298278E-3</c:v>
                </c:pt>
                <c:pt idx="2044">
                  <c:v>8.4998922723480436E-3</c:v>
                </c:pt>
                <c:pt idx="2045">
                  <c:v>8.3797697795391611E-3</c:v>
                </c:pt>
                <c:pt idx="2046">
                  <c:v>8.6414325018515092E-3</c:v>
                </c:pt>
                <c:pt idx="2047">
                  <c:v>8.7519490301634743E-3</c:v>
                </c:pt>
                <c:pt idx="2048">
                  <c:v>8.747316975581565E-3</c:v>
                </c:pt>
                <c:pt idx="2049">
                  <c:v>8.5532514138155352E-3</c:v>
                </c:pt>
                <c:pt idx="2050">
                  <c:v>8.5137315274467131E-3</c:v>
                </c:pt>
                <c:pt idx="2051">
                  <c:v>8.0109853774983069E-3</c:v>
                </c:pt>
                <c:pt idx="2052">
                  <c:v>9.107220006164863E-3</c:v>
                </c:pt>
                <c:pt idx="2053">
                  <c:v>9.2166022329934118E-3</c:v>
                </c:pt>
                <c:pt idx="2054">
                  <c:v>9.3861089549511605E-3</c:v>
                </c:pt>
                <c:pt idx="2055">
                  <c:v>9.3258293789254647E-3</c:v>
                </c:pt>
                <c:pt idx="2056">
                  <c:v>9.42324499895612E-3</c:v>
                </c:pt>
                <c:pt idx="2057">
                  <c:v>9.3476577694331705E-3</c:v>
                </c:pt>
                <c:pt idx="2058">
                  <c:v>9.4247142354449264E-3</c:v>
                </c:pt>
                <c:pt idx="2059">
                  <c:v>9.6972969233891232E-3</c:v>
                </c:pt>
                <c:pt idx="2060">
                  <c:v>8.9159455442368359E-3</c:v>
                </c:pt>
                <c:pt idx="2061">
                  <c:v>8.0008021849841803E-3</c:v>
                </c:pt>
                <c:pt idx="2062">
                  <c:v>8.0307999171343094E-3</c:v>
                </c:pt>
                <c:pt idx="2063">
                  <c:v>8.026738326374825E-3</c:v>
                </c:pt>
                <c:pt idx="2064">
                  <c:v>7.7041735861248318E-3</c:v>
                </c:pt>
                <c:pt idx="2065">
                  <c:v>7.3418248699691283E-3</c:v>
                </c:pt>
                <c:pt idx="2066">
                  <c:v>7.4979648782947227E-3</c:v>
                </c:pt>
                <c:pt idx="2067">
                  <c:v>7.5742946276719106E-3</c:v>
                </c:pt>
                <c:pt idx="2068">
                  <c:v>7.5539783203323928E-3</c:v>
                </c:pt>
                <c:pt idx="2069">
                  <c:v>7.5983813855505832E-3</c:v>
                </c:pt>
                <c:pt idx="2070">
                  <c:v>7.8954132337989754E-3</c:v>
                </c:pt>
                <c:pt idx="2071">
                  <c:v>6.400983741187017E-3</c:v>
                </c:pt>
                <c:pt idx="2072">
                  <c:v>6.8488476729974242E-3</c:v>
                </c:pt>
                <c:pt idx="2073">
                  <c:v>6.425607345138854E-3</c:v>
                </c:pt>
                <c:pt idx="2074">
                  <c:v>6.8221701365933952E-3</c:v>
                </c:pt>
                <c:pt idx="2075">
                  <c:v>6.6516085267827709E-3</c:v>
                </c:pt>
                <c:pt idx="2076">
                  <c:v>6.632780810188383E-3</c:v>
                </c:pt>
                <c:pt idx="2077">
                  <c:v>6.6086412902108017E-3</c:v>
                </c:pt>
                <c:pt idx="2078">
                  <c:v>8.8919548124697361E-3</c:v>
                </c:pt>
                <c:pt idx="2079">
                  <c:v>8.9362744016923991E-3</c:v>
                </c:pt>
                <c:pt idx="2080">
                  <c:v>9.0729544545951109E-3</c:v>
                </c:pt>
                <c:pt idx="2081">
                  <c:v>8.82255452952024E-3</c:v>
                </c:pt>
                <c:pt idx="2082">
                  <c:v>8.828181643634931E-3</c:v>
                </c:pt>
                <c:pt idx="2083">
                  <c:v>9.0175090141002816E-3</c:v>
                </c:pt>
                <c:pt idx="2084">
                  <c:v>9.0177229453419234E-3</c:v>
                </c:pt>
                <c:pt idx="2085">
                  <c:v>8.8344695035249988E-3</c:v>
                </c:pt>
                <c:pt idx="2086">
                  <c:v>8.8652392410497986E-3</c:v>
                </c:pt>
                <c:pt idx="2087">
                  <c:v>8.6219286802643319E-3</c:v>
                </c:pt>
                <c:pt idx="2088">
                  <c:v>8.6569247613478544E-3</c:v>
                </c:pt>
                <c:pt idx="2089">
                  <c:v>8.9833425153413825E-3</c:v>
                </c:pt>
                <c:pt idx="2090">
                  <c:v>9.4234006195857631E-3</c:v>
                </c:pt>
                <c:pt idx="2091">
                  <c:v>9.0759760085672922E-3</c:v>
                </c:pt>
                <c:pt idx="2092">
                  <c:v>9.3176797719366766E-3</c:v>
                </c:pt>
                <c:pt idx="2093">
                  <c:v>9.2327913596497099E-3</c:v>
                </c:pt>
                <c:pt idx="2094">
                  <c:v>9.5533240301574132E-3</c:v>
                </c:pt>
                <c:pt idx="2095">
                  <c:v>9.4808444227582386E-3</c:v>
                </c:pt>
                <c:pt idx="2096">
                  <c:v>9.4910773999109764E-3</c:v>
                </c:pt>
                <c:pt idx="2097">
                  <c:v>7.1288927762629736E-3</c:v>
                </c:pt>
                <c:pt idx="2098">
                  <c:v>7.1202052340109262E-3</c:v>
                </c:pt>
                <c:pt idx="2099">
                  <c:v>7.0247420160749778E-3</c:v>
                </c:pt>
                <c:pt idx="2100">
                  <c:v>7.0032426744888977E-3</c:v>
                </c:pt>
                <c:pt idx="2101">
                  <c:v>7.0245304114362342E-3</c:v>
                </c:pt>
                <c:pt idx="2102">
                  <c:v>6.9785731983284171E-3</c:v>
                </c:pt>
                <c:pt idx="2103">
                  <c:v>8.2317610569622255E-3</c:v>
                </c:pt>
                <c:pt idx="2104">
                  <c:v>8.2343511459038697E-3</c:v>
                </c:pt>
                <c:pt idx="2105">
                  <c:v>1.0123826344639408E-2</c:v>
                </c:pt>
                <c:pt idx="2106">
                  <c:v>1.0447164126869411E-2</c:v>
                </c:pt>
                <c:pt idx="2107">
                  <c:v>1.0318478846236927E-2</c:v>
                </c:pt>
                <c:pt idx="2108">
                  <c:v>9.9303595667361525E-3</c:v>
                </c:pt>
                <c:pt idx="2109">
                  <c:v>9.6725599087574467E-3</c:v>
                </c:pt>
                <c:pt idx="2110">
                  <c:v>9.6278784119672219E-3</c:v>
                </c:pt>
                <c:pt idx="2111">
                  <c:v>9.1323133339634016E-3</c:v>
                </c:pt>
                <c:pt idx="2112">
                  <c:v>9.1358476761959403E-3</c:v>
                </c:pt>
                <c:pt idx="2113">
                  <c:v>9.5262028898007566E-3</c:v>
                </c:pt>
                <c:pt idx="2114">
                  <c:v>9.53288790605724E-3</c:v>
                </c:pt>
                <c:pt idx="2115">
                  <c:v>9.604448445332087E-3</c:v>
                </c:pt>
                <c:pt idx="2116">
                  <c:v>9.5542862078102503E-3</c:v>
                </c:pt>
                <c:pt idx="2117">
                  <c:v>9.7493061120293122E-3</c:v>
                </c:pt>
                <c:pt idx="2118">
                  <c:v>1.0299145535496755E-2</c:v>
                </c:pt>
                <c:pt idx="2119">
                  <c:v>1.0283844985005942E-2</c:v>
                </c:pt>
                <c:pt idx="2120">
                  <c:v>1.0684318300954778E-2</c:v>
                </c:pt>
                <c:pt idx="2121">
                  <c:v>1.0642435017542029E-2</c:v>
                </c:pt>
                <c:pt idx="2122">
                  <c:v>1.41284913272011E-2</c:v>
                </c:pt>
                <c:pt idx="2123">
                  <c:v>1.4183190527870829E-2</c:v>
                </c:pt>
                <c:pt idx="2124">
                  <c:v>1.2844627980502683E-2</c:v>
                </c:pt>
                <c:pt idx="2125">
                  <c:v>1.2687054447923255E-2</c:v>
                </c:pt>
                <c:pt idx="2126">
                  <c:v>1.2761613194257174E-2</c:v>
                </c:pt>
                <c:pt idx="2127">
                  <c:v>1.2785890178726068E-2</c:v>
                </c:pt>
                <c:pt idx="2128">
                  <c:v>1.2674147875471229E-2</c:v>
                </c:pt>
                <c:pt idx="2129">
                  <c:v>1.2598887404962327E-2</c:v>
                </c:pt>
                <c:pt idx="2130">
                  <c:v>1.2860585598817519E-2</c:v>
                </c:pt>
                <c:pt idx="2131">
                  <c:v>1.285929780491149E-2</c:v>
                </c:pt>
                <c:pt idx="2132">
                  <c:v>1.2764586365644379E-2</c:v>
                </c:pt>
                <c:pt idx="2133">
                  <c:v>1.2846831244120047E-2</c:v>
                </c:pt>
                <c:pt idx="2134">
                  <c:v>1.2820974294661376E-2</c:v>
                </c:pt>
                <c:pt idx="2135">
                  <c:v>1.2823709459355622E-2</c:v>
                </c:pt>
                <c:pt idx="2136">
                  <c:v>1.2682232200026204E-2</c:v>
                </c:pt>
                <c:pt idx="2137">
                  <c:v>1.2126715517445425E-2</c:v>
                </c:pt>
                <c:pt idx="2138">
                  <c:v>1.2139858074678923E-2</c:v>
                </c:pt>
                <c:pt idx="2139">
                  <c:v>1.1902274542226079E-2</c:v>
                </c:pt>
                <c:pt idx="2140">
                  <c:v>1.1931535081500496E-2</c:v>
                </c:pt>
                <c:pt idx="2141">
                  <c:v>6.4059145514365444E-3</c:v>
                </c:pt>
                <c:pt idx="2142">
                  <c:v>8.5088397040829385E-3</c:v>
                </c:pt>
                <c:pt idx="2143">
                  <c:v>8.2377905157094197E-3</c:v>
                </c:pt>
                <c:pt idx="2144">
                  <c:v>8.2382165097514472E-3</c:v>
                </c:pt>
                <c:pt idx="2145">
                  <c:v>8.2947021381960997E-3</c:v>
                </c:pt>
                <c:pt idx="2146">
                  <c:v>8.2280960940799616E-3</c:v>
                </c:pt>
                <c:pt idx="2147">
                  <c:v>8.0193620373079106E-3</c:v>
                </c:pt>
                <c:pt idx="2148">
                  <c:v>8.1227282300942918E-3</c:v>
                </c:pt>
                <c:pt idx="2149">
                  <c:v>7.7432638492402348E-3</c:v>
                </c:pt>
                <c:pt idx="2150">
                  <c:v>9.3074423975668067E-3</c:v>
                </c:pt>
                <c:pt idx="2151">
                  <c:v>8.6832848840900194E-3</c:v>
                </c:pt>
                <c:pt idx="2152">
                  <c:v>8.7733851766749384E-3</c:v>
                </c:pt>
                <c:pt idx="2153">
                  <c:v>8.6716585361887935E-3</c:v>
                </c:pt>
                <c:pt idx="2154">
                  <c:v>8.9001706555503577E-3</c:v>
                </c:pt>
                <c:pt idx="2155">
                  <c:v>9.6599651168966655E-3</c:v>
                </c:pt>
                <c:pt idx="2156">
                  <c:v>9.6413277637845025E-3</c:v>
                </c:pt>
                <c:pt idx="2157">
                  <c:v>9.6341212897840794E-3</c:v>
                </c:pt>
                <c:pt idx="2158">
                  <c:v>9.9462209800620874E-3</c:v>
                </c:pt>
                <c:pt idx="2159">
                  <c:v>1.0035459410748253E-2</c:v>
                </c:pt>
                <c:pt idx="2160">
                  <c:v>9.9205856982362024E-3</c:v>
                </c:pt>
                <c:pt idx="2161">
                  <c:v>8.6296232320235977E-3</c:v>
                </c:pt>
                <c:pt idx="2162">
                  <c:v>8.7784959120925984E-3</c:v>
                </c:pt>
                <c:pt idx="2163">
                  <c:v>8.7774669643450719E-3</c:v>
                </c:pt>
                <c:pt idx="2164">
                  <c:v>8.9646632892224111E-3</c:v>
                </c:pt>
                <c:pt idx="2165">
                  <c:v>8.8547664036725694E-3</c:v>
                </c:pt>
                <c:pt idx="2166">
                  <c:v>9.2484181019639889E-3</c:v>
                </c:pt>
                <c:pt idx="2167">
                  <c:v>9.2265216437757303E-3</c:v>
                </c:pt>
                <c:pt idx="2168">
                  <c:v>9.1614743163360626E-3</c:v>
                </c:pt>
                <c:pt idx="2169">
                  <c:v>7.2979500573421919E-3</c:v>
                </c:pt>
                <c:pt idx="2170">
                  <c:v>7.2408208412561448E-3</c:v>
                </c:pt>
                <c:pt idx="2171">
                  <c:v>7.2347173221657237E-3</c:v>
                </c:pt>
                <c:pt idx="2172">
                  <c:v>7.0039145355717597E-3</c:v>
                </c:pt>
                <c:pt idx="2173">
                  <c:v>7.5127007630617403E-3</c:v>
                </c:pt>
                <c:pt idx="2174">
                  <c:v>7.1028866279261547E-3</c:v>
                </c:pt>
                <c:pt idx="2175">
                  <c:v>7.2676879977729607E-3</c:v>
                </c:pt>
                <c:pt idx="2176">
                  <c:v>7.2823274514703931E-3</c:v>
                </c:pt>
                <c:pt idx="2177">
                  <c:v>7.2259386321298757E-3</c:v>
                </c:pt>
                <c:pt idx="2178">
                  <c:v>7.1524629096138331E-3</c:v>
                </c:pt>
                <c:pt idx="2179">
                  <c:v>7.1605427619046797E-3</c:v>
                </c:pt>
                <c:pt idx="2180">
                  <c:v>6.8104302161253226E-3</c:v>
                </c:pt>
                <c:pt idx="2181">
                  <c:v>6.9868571219787613E-3</c:v>
                </c:pt>
                <c:pt idx="2182">
                  <c:v>8.2719788944176694E-3</c:v>
                </c:pt>
                <c:pt idx="2183">
                  <c:v>7.8666391072413043E-3</c:v>
                </c:pt>
                <c:pt idx="2184">
                  <c:v>7.6267086332813495E-3</c:v>
                </c:pt>
                <c:pt idx="2185">
                  <c:v>7.1116134029054895E-3</c:v>
                </c:pt>
                <c:pt idx="2186">
                  <c:v>7.2986986311840835E-3</c:v>
                </c:pt>
                <c:pt idx="2187">
                  <c:v>7.3242755904655496E-3</c:v>
                </c:pt>
                <c:pt idx="2188">
                  <c:v>7.0792248836871819E-3</c:v>
                </c:pt>
                <c:pt idx="2189">
                  <c:v>7.6899971275852814E-3</c:v>
                </c:pt>
                <c:pt idx="2190">
                  <c:v>7.7201611653098037E-3</c:v>
                </c:pt>
                <c:pt idx="2191">
                  <c:v>8.156953446838618E-3</c:v>
                </c:pt>
                <c:pt idx="2192">
                  <c:v>7.5789683767900915E-3</c:v>
                </c:pt>
                <c:pt idx="2193">
                  <c:v>7.4843069681690558E-3</c:v>
                </c:pt>
                <c:pt idx="2194">
                  <c:v>7.5577955708311523E-3</c:v>
                </c:pt>
                <c:pt idx="2195">
                  <c:v>7.8447241297209189E-3</c:v>
                </c:pt>
                <c:pt idx="2196">
                  <c:v>8.7455122643449318E-3</c:v>
                </c:pt>
                <c:pt idx="2197">
                  <c:v>9.6918865568629258E-3</c:v>
                </c:pt>
                <c:pt idx="2198">
                  <c:v>9.7232066420307444E-3</c:v>
                </c:pt>
                <c:pt idx="2199">
                  <c:v>9.8089303400138456E-3</c:v>
                </c:pt>
                <c:pt idx="2200">
                  <c:v>1.0327449947500657E-2</c:v>
                </c:pt>
                <c:pt idx="2201">
                  <c:v>9.0162643750786673E-3</c:v>
                </c:pt>
                <c:pt idx="2202">
                  <c:v>8.9841371936076088E-3</c:v>
                </c:pt>
                <c:pt idx="2203">
                  <c:v>9.0422562142083787E-3</c:v>
                </c:pt>
                <c:pt idx="2204">
                  <c:v>8.9898771331299327E-3</c:v>
                </c:pt>
                <c:pt idx="2205">
                  <c:v>8.9758796587181069E-3</c:v>
                </c:pt>
                <c:pt idx="2206">
                  <c:v>9.5171650262040816E-3</c:v>
                </c:pt>
                <c:pt idx="2207">
                  <c:v>9.1533855972902225E-3</c:v>
                </c:pt>
                <c:pt idx="2208">
                  <c:v>8.1452414214123626E-3</c:v>
                </c:pt>
                <c:pt idx="2209">
                  <c:v>7.6722715032505207E-3</c:v>
                </c:pt>
                <c:pt idx="2210">
                  <c:v>7.7894643904214689E-3</c:v>
                </c:pt>
                <c:pt idx="2211">
                  <c:v>9.4209476883004642E-3</c:v>
                </c:pt>
                <c:pt idx="2212">
                  <c:v>9.4964950356041054E-3</c:v>
                </c:pt>
                <c:pt idx="2213">
                  <c:v>9.8907326853797731E-3</c:v>
                </c:pt>
                <c:pt idx="2214">
                  <c:v>9.9439333942261815E-3</c:v>
                </c:pt>
                <c:pt idx="2215">
                  <c:v>9.7867768360834061E-3</c:v>
                </c:pt>
                <c:pt idx="2216">
                  <c:v>9.4407288607494273E-3</c:v>
                </c:pt>
                <c:pt idx="2217">
                  <c:v>9.4332060775440419E-3</c:v>
                </c:pt>
                <c:pt idx="2218">
                  <c:v>9.3034860049914722E-3</c:v>
                </c:pt>
                <c:pt idx="2219">
                  <c:v>9.0273947549313963E-3</c:v>
                </c:pt>
                <c:pt idx="2220">
                  <c:v>9.1535744035987389E-3</c:v>
                </c:pt>
                <c:pt idx="2221">
                  <c:v>9.2114318865000183E-3</c:v>
                </c:pt>
                <c:pt idx="2222">
                  <c:v>9.3944304807450467E-3</c:v>
                </c:pt>
                <c:pt idx="2223">
                  <c:v>9.7279528147987543E-3</c:v>
                </c:pt>
                <c:pt idx="2224">
                  <c:v>1.0387370104781612E-2</c:v>
                </c:pt>
                <c:pt idx="2225">
                  <c:v>1.0201134994431402E-2</c:v>
                </c:pt>
                <c:pt idx="2226">
                  <c:v>1.1988720577715127E-2</c:v>
                </c:pt>
                <c:pt idx="2227">
                  <c:v>1.217583590649572E-2</c:v>
                </c:pt>
                <c:pt idx="2228">
                  <c:v>1.2419228387639493E-2</c:v>
                </c:pt>
                <c:pt idx="2229">
                  <c:v>1.2411698234553997E-2</c:v>
                </c:pt>
                <c:pt idx="2230">
                  <c:v>1.0719046262987428E-2</c:v>
                </c:pt>
                <c:pt idx="2231">
                  <c:v>1.0482951781893821E-2</c:v>
                </c:pt>
                <c:pt idx="2232">
                  <c:v>1.0356554824337614E-2</c:v>
                </c:pt>
                <c:pt idx="2233">
                  <c:v>1.0432700945225555E-2</c:v>
                </c:pt>
                <c:pt idx="2234">
                  <c:v>1.048292941001258E-2</c:v>
                </c:pt>
                <c:pt idx="2235">
                  <c:v>1.026160314505775E-2</c:v>
                </c:pt>
                <c:pt idx="2236">
                  <c:v>1.1421238245621183E-2</c:v>
                </c:pt>
                <c:pt idx="2237">
                  <c:v>1.1381104557106281E-2</c:v>
                </c:pt>
                <c:pt idx="2238">
                  <c:v>1.1267548643303158E-2</c:v>
                </c:pt>
                <c:pt idx="2239">
                  <c:v>1.1427033408426098E-2</c:v>
                </c:pt>
                <c:pt idx="2240">
                  <c:v>1.1835264767632228E-2</c:v>
                </c:pt>
                <c:pt idx="2241">
                  <c:v>1.1251750891611583E-2</c:v>
                </c:pt>
                <c:pt idx="2242">
                  <c:v>1.0321183594337638E-2</c:v>
                </c:pt>
                <c:pt idx="2243">
                  <c:v>1.0068632338468678E-2</c:v>
                </c:pt>
                <c:pt idx="2244">
                  <c:v>9.8191042506010386E-3</c:v>
                </c:pt>
                <c:pt idx="2245">
                  <c:v>8.4890285652669366E-3</c:v>
                </c:pt>
                <c:pt idx="2246">
                  <c:v>8.4983169615582728E-3</c:v>
                </c:pt>
                <c:pt idx="2247">
                  <c:v>8.336338787214197E-3</c:v>
                </c:pt>
                <c:pt idx="2248">
                  <c:v>8.3139738229952524E-3</c:v>
                </c:pt>
                <c:pt idx="2249">
                  <c:v>8.3501388931921366E-3</c:v>
                </c:pt>
                <c:pt idx="2250">
                  <c:v>8.3957643128793318E-3</c:v>
                </c:pt>
                <c:pt idx="2251">
                  <c:v>8.4356610357771283E-3</c:v>
                </c:pt>
                <c:pt idx="2252">
                  <c:v>8.3599736808221969E-3</c:v>
                </c:pt>
                <c:pt idx="2253">
                  <c:v>8.2892623424404704E-3</c:v>
                </c:pt>
                <c:pt idx="2254">
                  <c:v>8.2773638664822187E-3</c:v>
                </c:pt>
                <c:pt idx="2255">
                  <c:v>7.8111071390850146E-3</c:v>
                </c:pt>
                <c:pt idx="2256">
                  <c:v>7.8216680713437629E-3</c:v>
                </c:pt>
                <c:pt idx="2257">
                  <c:v>7.7820770607847801E-3</c:v>
                </c:pt>
                <c:pt idx="2258">
                  <c:v>7.6125918313960407E-3</c:v>
                </c:pt>
                <c:pt idx="2259">
                  <c:v>7.1668789169700977E-3</c:v>
                </c:pt>
                <c:pt idx="2260">
                  <c:v>8.2658743725937244E-3</c:v>
                </c:pt>
                <c:pt idx="2261">
                  <c:v>8.8438861476242085E-3</c:v>
                </c:pt>
                <c:pt idx="2262">
                  <c:v>8.8381413898651583E-3</c:v>
                </c:pt>
                <c:pt idx="2263">
                  <c:v>8.7902075261071643E-3</c:v>
                </c:pt>
                <c:pt idx="2264">
                  <c:v>8.8682025957869063E-3</c:v>
                </c:pt>
                <c:pt idx="2265">
                  <c:v>8.496131851356269E-3</c:v>
                </c:pt>
                <c:pt idx="2266">
                  <c:v>8.3408842058848194E-3</c:v>
                </c:pt>
                <c:pt idx="2267">
                  <c:v>8.3325718283636593E-3</c:v>
                </c:pt>
                <c:pt idx="2268">
                  <c:v>8.3783033375794489E-3</c:v>
                </c:pt>
                <c:pt idx="2269">
                  <c:v>8.5488588047659617E-3</c:v>
                </c:pt>
                <c:pt idx="2270">
                  <c:v>8.6489935193459939E-3</c:v>
                </c:pt>
                <c:pt idx="2271">
                  <c:v>8.5659444705225261E-3</c:v>
                </c:pt>
                <c:pt idx="2272">
                  <c:v>8.4917080356228698E-3</c:v>
                </c:pt>
                <c:pt idx="2273">
                  <c:v>8.7021830190042674E-3</c:v>
                </c:pt>
                <c:pt idx="2274">
                  <c:v>9.062165742877876E-3</c:v>
                </c:pt>
                <c:pt idx="2275">
                  <c:v>1.1460090382874372E-2</c:v>
                </c:pt>
                <c:pt idx="2276">
                  <c:v>1.2861532778239869E-2</c:v>
                </c:pt>
                <c:pt idx="2277">
                  <c:v>1.3152987903740181E-2</c:v>
                </c:pt>
                <c:pt idx="2278">
                  <c:v>1.3372308320617749E-2</c:v>
                </c:pt>
                <c:pt idx="2279">
                  <c:v>1.3019837063079465E-2</c:v>
                </c:pt>
                <c:pt idx="2280">
                  <c:v>1.3139282703804997E-2</c:v>
                </c:pt>
                <c:pt idx="2281">
                  <c:v>1.314057697060262E-2</c:v>
                </c:pt>
                <c:pt idx="2282">
                  <c:v>1.320071247937718E-2</c:v>
                </c:pt>
                <c:pt idx="2283">
                  <c:v>1.2929158769331818E-2</c:v>
                </c:pt>
                <c:pt idx="2284">
                  <c:v>1.2925310907266587E-2</c:v>
                </c:pt>
                <c:pt idx="2285">
                  <c:v>1.3016049655086981E-2</c:v>
                </c:pt>
                <c:pt idx="2286">
                  <c:v>1.3007802364979353E-2</c:v>
                </c:pt>
                <c:pt idx="2287">
                  <c:v>1.2952055653815301E-2</c:v>
                </c:pt>
                <c:pt idx="2288">
                  <c:v>1.2698185767904652E-2</c:v>
                </c:pt>
                <c:pt idx="2289">
                  <c:v>1.2739697064011124E-2</c:v>
                </c:pt>
                <c:pt idx="2290">
                  <c:v>1.2749431915289723E-2</c:v>
                </c:pt>
                <c:pt idx="2291">
                  <c:v>1.5063111229811943E-2</c:v>
                </c:pt>
                <c:pt idx="2292">
                  <c:v>1.4903464167057207E-2</c:v>
                </c:pt>
                <c:pt idx="2293">
                  <c:v>1.3643136579033531E-2</c:v>
                </c:pt>
                <c:pt idx="2294">
                  <c:v>1.2074847604149569E-2</c:v>
                </c:pt>
                <c:pt idx="2295">
                  <c:v>1.2030554337676656E-2</c:v>
                </c:pt>
                <c:pt idx="2296">
                  <c:v>1.1747321792302078E-2</c:v>
                </c:pt>
                <c:pt idx="2297">
                  <c:v>1.1566010025218756E-2</c:v>
                </c:pt>
                <c:pt idx="2298">
                  <c:v>1.1377995813687524E-2</c:v>
                </c:pt>
                <c:pt idx="2299">
                  <c:v>1.0858102052654238E-2</c:v>
                </c:pt>
                <c:pt idx="2300">
                  <c:v>1.0869045619517877E-2</c:v>
                </c:pt>
                <c:pt idx="2301">
                  <c:v>1.1243130672757302E-2</c:v>
                </c:pt>
                <c:pt idx="2302">
                  <c:v>1.1806366096510238E-2</c:v>
                </c:pt>
                <c:pt idx="2303">
                  <c:v>1.1791753041864837E-2</c:v>
                </c:pt>
                <c:pt idx="2304">
                  <c:v>1.1674156378974301E-2</c:v>
                </c:pt>
                <c:pt idx="2305">
                  <c:v>1.1739966263519976E-2</c:v>
                </c:pt>
                <c:pt idx="2306">
                  <c:v>1.1800634120417229E-2</c:v>
                </c:pt>
              </c:numCache>
            </c:numRef>
          </c:val>
          <c:smooth val="0"/>
          <c:extLst>
            <c:ext xmlns:c16="http://schemas.microsoft.com/office/drawing/2014/chart" uri="{C3380CC4-5D6E-409C-BE32-E72D297353CC}">
              <c16:uniqueId val="{00000003-4FEA-7A49-B5A2-C47ED4EC95C2}"/>
            </c:ext>
          </c:extLst>
        </c:ser>
        <c:ser>
          <c:idx val="4"/>
          <c:order val="4"/>
          <c:tx>
            <c:strRef>
              <c:f>FX!$FL$2</c:f>
              <c:strCache>
                <c:ptCount val="1"/>
                <c:pt idx="0">
                  <c:v>NIFTY Infra</c:v>
                </c:pt>
              </c:strCache>
            </c:strRef>
          </c:tx>
          <c:spPr>
            <a:ln w="12700" cap="rnd">
              <a:solidFill>
                <a:schemeClr val="dk1">
                  <a:tint val="30000"/>
                </a:schemeClr>
              </a:solidFill>
              <a:round/>
            </a:ln>
            <a:effectLst/>
          </c:spPr>
          <c:marker>
            <c:symbol val="none"/>
          </c:marker>
          <c:cat>
            <c:numRef>
              <c:f>FX!$FG$3:$FG$2309</c:f>
              <c:numCache>
                <c:formatCode>d\-mmm\-yy</c:formatCode>
                <c:ptCount val="2307"/>
                <c:pt idx="0">
                  <c:v>42037</c:v>
                </c:pt>
                <c:pt idx="1">
                  <c:v>42038</c:v>
                </c:pt>
                <c:pt idx="2">
                  <c:v>42039</c:v>
                </c:pt>
                <c:pt idx="3">
                  <c:v>42040</c:v>
                </c:pt>
                <c:pt idx="4">
                  <c:v>42041</c:v>
                </c:pt>
                <c:pt idx="5">
                  <c:v>42044</c:v>
                </c:pt>
                <c:pt idx="6">
                  <c:v>42045</c:v>
                </c:pt>
                <c:pt idx="7">
                  <c:v>42047</c:v>
                </c:pt>
                <c:pt idx="8">
                  <c:v>42051</c:v>
                </c:pt>
                <c:pt idx="9">
                  <c:v>42053</c:v>
                </c:pt>
                <c:pt idx="10">
                  <c:v>42054</c:v>
                </c:pt>
                <c:pt idx="11">
                  <c:v>42055</c:v>
                </c:pt>
                <c:pt idx="12">
                  <c:v>42058</c:v>
                </c:pt>
                <c:pt idx="13">
                  <c:v>42059</c:v>
                </c:pt>
                <c:pt idx="14">
                  <c:v>42060</c:v>
                </c:pt>
                <c:pt idx="15">
                  <c:v>42061</c:v>
                </c:pt>
                <c:pt idx="16">
                  <c:v>42062</c:v>
                </c:pt>
                <c:pt idx="17">
                  <c:v>42063</c:v>
                </c:pt>
                <c:pt idx="18">
                  <c:v>42066</c:v>
                </c:pt>
                <c:pt idx="19">
                  <c:v>42067</c:v>
                </c:pt>
                <c:pt idx="20">
                  <c:v>42068</c:v>
                </c:pt>
                <c:pt idx="21">
                  <c:v>42072</c:v>
                </c:pt>
                <c:pt idx="22">
                  <c:v>42073</c:v>
                </c:pt>
                <c:pt idx="23">
                  <c:v>42074</c:v>
                </c:pt>
                <c:pt idx="24">
                  <c:v>42075</c:v>
                </c:pt>
                <c:pt idx="25">
                  <c:v>42076</c:v>
                </c:pt>
                <c:pt idx="26">
                  <c:v>42079</c:v>
                </c:pt>
                <c:pt idx="27">
                  <c:v>42080</c:v>
                </c:pt>
                <c:pt idx="28">
                  <c:v>42081</c:v>
                </c:pt>
                <c:pt idx="29">
                  <c:v>42082</c:v>
                </c:pt>
                <c:pt idx="30">
                  <c:v>42083</c:v>
                </c:pt>
                <c:pt idx="31">
                  <c:v>42086</c:v>
                </c:pt>
                <c:pt idx="32">
                  <c:v>42087</c:v>
                </c:pt>
                <c:pt idx="33">
                  <c:v>42088</c:v>
                </c:pt>
                <c:pt idx="34">
                  <c:v>42089</c:v>
                </c:pt>
                <c:pt idx="35">
                  <c:v>42095</c:v>
                </c:pt>
                <c:pt idx="36">
                  <c:v>42100</c:v>
                </c:pt>
                <c:pt idx="37">
                  <c:v>42101</c:v>
                </c:pt>
                <c:pt idx="38">
                  <c:v>42102</c:v>
                </c:pt>
                <c:pt idx="39">
                  <c:v>42103</c:v>
                </c:pt>
                <c:pt idx="40">
                  <c:v>42104</c:v>
                </c:pt>
                <c:pt idx="41">
                  <c:v>42109</c:v>
                </c:pt>
                <c:pt idx="42">
                  <c:v>42110</c:v>
                </c:pt>
                <c:pt idx="43">
                  <c:v>42111</c:v>
                </c:pt>
                <c:pt idx="44">
                  <c:v>42114</c:v>
                </c:pt>
                <c:pt idx="45">
                  <c:v>42115</c:v>
                </c:pt>
                <c:pt idx="46">
                  <c:v>42116</c:v>
                </c:pt>
                <c:pt idx="47">
                  <c:v>42117</c:v>
                </c:pt>
                <c:pt idx="48">
                  <c:v>42118</c:v>
                </c:pt>
                <c:pt idx="49">
                  <c:v>42121</c:v>
                </c:pt>
                <c:pt idx="50">
                  <c:v>42122</c:v>
                </c:pt>
                <c:pt idx="51">
                  <c:v>42123</c:v>
                </c:pt>
                <c:pt idx="52">
                  <c:v>42124</c:v>
                </c:pt>
                <c:pt idx="53">
                  <c:v>42130</c:v>
                </c:pt>
                <c:pt idx="54">
                  <c:v>42131</c:v>
                </c:pt>
                <c:pt idx="55">
                  <c:v>42132</c:v>
                </c:pt>
                <c:pt idx="56">
                  <c:v>42135</c:v>
                </c:pt>
                <c:pt idx="57">
                  <c:v>42136</c:v>
                </c:pt>
                <c:pt idx="58">
                  <c:v>42137</c:v>
                </c:pt>
                <c:pt idx="59">
                  <c:v>42138</c:v>
                </c:pt>
                <c:pt idx="60">
                  <c:v>42139</c:v>
                </c:pt>
                <c:pt idx="61">
                  <c:v>42142</c:v>
                </c:pt>
                <c:pt idx="62">
                  <c:v>42143</c:v>
                </c:pt>
                <c:pt idx="63">
                  <c:v>42144</c:v>
                </c:pt>
                <c:pt idx="64">
                  <c:v>42145</c:v>
                </c:pt>
                <c:pt idx="65">
                  <c:v>42146</c:v>
                </c:pt>
                <c:pt idx="66">
                  <c:v>42149</c:v>
                </c:pt>
                <c:pt idx="67">
                  <c:v>42150</c:v>
                </c:pt>
                <c:pt idx="68">
                  <c:v>42151</c:v>
                </c:pt>
                <c:pt idx="69">
                  <c:v>42152</c:v>
                </c:pt>
                <c:pt idx="70">
                  <c:v>42153</c:v>
                </c:pt>
                <c:pt idx="71">
                  <c:v>42156</c:v>
                </c:pt>
                <c:pt idx="72">
                  <c:v>42157</c:v>
                </c:pt>
                <c:pt idx="73">
                  <c:v>42158</c:v>
                </c:pt>
                <c:pt idx="74">
                  <c:v>42159</c:v>
                </c:pt>
                <c:pt idx="75">
                  <c:v>42160</c:v>
                </c:pt>
                <c:pt idx="76">
                  <c:v>42163</c:v>
                </c:pt>
                <c:pt idx="77">
                  <c:v>42164</c:v>
                </c:pt>
                <c:pt idx="78">
                  <c:v>42165</c:v>
                </c:pt>
                <c:pt idx="79">
                  <c:v>42166</c:v>
                </c:pt>
                <c:pt idx="80">
                  <c:v>42167</c:v>
                </c:pt>
                <c:pt idx="81">
                  <c:v>42170</c:v>
                </c:pt>
                <c:pt idx="82">
                  <c:v>42171</c:v>
                </c:pt>
                <c:pt idx="83">
                  <c:v>42172</c:v>
                </c:pt>
                <c:pt idx="84">
                  <c:v>42173</c:v>
                </c:pt>
                <c:pt idx="85">
                  <c:v>42174</c:v>
                </c:pt>
                <c:pt idx="86">
                  <c:v>42177</c:v>
                </c:pt>
                <c:pt idx="87">
                  <c:v>42178</c:v>
                </c:pt>
                <c:pt idx="88">
                  <c:v>42179</c:v>
                </c:pt>
                <c:pt idx="89">
                  <c:v>42180</c:v>
                </c:pt>
                <c:pt idx="90">
                  <c:v>42181</c:v>
                </c:pt>
                <c:pt idx="91">
                  <c:v>42184</c:v>
                </c:pt>
                <c:pt idx="92">
                  <c:v>42185</c:v>
                </c:pt>
                <c:pt idx="93">
                  <c:v>42186</c:v>
                </c:pt>
                <c:pt idx="94">
                  <c:v>42187</c:v>
                </c:pt>
                <c:pt idx="95">
                  <c:v>42188</c:v>
                </c:pt>
                <c:pt idx="96">
                  <c:v>42191</c:v>
                </c:pt>
                <c:pt idx="97">
                  <c:v>42192</c:v>
                </c:pt>
                <c:pt idx="98">
                  <c:v>42193</c:v>
                </c:pt>
                <c:pt idx="99">
                  <c:v>42194</c:v>
                </c:pt>
                <c:pt idx="100">
                  <c:v>42195</c:v>
                </c:pt>
                <c:pt idx="101">
                  <c:v>42198</c:v>
                </c:pt>
                <c:pt idx="102">
                  <c:v>42199</c:v>
                </c:pt>
                <c:pt idx="103">
                  <c:v>42200</c:v>
                </c:pt>
                <c:pt idx="104">
                  <c:v>42201</c:v>
                </c:pt>
                <c:pt idx="105">
                  <c:v>42202</c:v>
                </c:pt>
                <c:pt idx="106">
                  <c:v>42205</c:v>
                </c:pt>
                <c:pt idx="107">
                  <c:v>42206</c:v>
                </c:pt>
                <c:pt idx="108">
                  <c:v>42207</c:v>
                </c:pt>
                <c:pt idx="109">
                  <c:v>42208</c:v>
                </c:pt>
                <c:pt idx="110">
                  <c:v>42209</c:v>
                </c:pt>
                <c:pt idx="111">
                  <c:v>42212</c:v>
                </c:pt>
                <c:pt idx="112">
                  <c:v>42213</c:v>
                </c:pt>
                <c:pt idx="113">
                  <c:v>42214</c:v>
                </c:pt>
                <c:pt idx="114">
                  <c:v>42215</c:v>
                </c:pt>
                <c:pt idx="115">
                  <c:v>42216</c:v>
                </c:pt>
                <c:pt idx="116">
                  <c:v>42219</c:v>
                </c:pt>
                <c:pt idx="117">
                  <c:v>42220</c:v>
                </c:pt>
                <c:pt idx="118">
                  <c:v>42221</c:v>
                </c:pt>
                <c:pt idx="119">
                  <c:v>42222</c:v>
                </c:pt>
                <c:pt idx="120">
                  <c:v>42223</c:v>
                </c:pt>
                <c:pt idx="121">
                  <c:v>42226</c:v>
                </c:pt>
                <c:pt idx="122">
                  <c:v>42227</c:v>
                </c:pt>
                <c:pt idx="123">
                  <c:v>42228</c:v>
                </c:pt>
                <c:pt idx="124">
                  <c:v>42229</c:v>
                </c:pt>
                <c:pt idx="125">
                  <c:v>42230</c:v>
                </c:pt>
                <c:pt idx="126">
                  <c:v>42234</c:v>
                </c:pt>
                <c:pt idx="127">
                  <c:v>42235</c:v>
                </c:pt>
                <c:pt idx="128">
                  <c:v>42236</c:v>
                </c:pt>
                <c:pt idx="129">
                  <c:v>42237</c:v>
                </c:pt>
                <c:pt idx="130">
                  <c:v>42240</c:v>
                </c:pt>
                <c:pt idx="131">
                  <c:v>42241</c:v>
                </c:pt>
                <c:pt idx="132">
                  <c:v>42242</c:v>
                </c:pt>
                <c:pt idx="133">
                  <c:v>42243</c:v>
                </c:pt>
                <c:pt idx="134">
                  <c:v>42244</c:v>
                </c:pt>
                <c:pt idx="135">
                  <c:v>42247</c:v>
                </c:pt>
                <c:pt idx="136">
                  <c:v>42248</c:v>
                </c:pt>
                <c:pt idx="137">
                  <c:v>42249</c:v>
                </c:pt>
                <c:pt idx="138">
                  <c:v>42250</c:v>
                </c:pt>
                <c:pt idx="139">
                  <c:v>42251</c:v>
                </c:pt>
                <c:pt idx="140">
                  <c:v>42254</c:v>
                </c:pt>
                <c:pt idx="141">
                  <c:v>42255</c:v>
                </c:pt>
                <c:pt idx="142">
                  <c:v>42256</c:v>
                </c:pt>
                <c:pt idx="143">
                  <c:v>42257</c:v>
                </c:pt>
                <c:pt idx="144">
                  <c:v>42258</c:v>
                </c:pt>
                <c:pt idx="145">
                  <c:v>42261</c:v>
                </c:pt>
                <c:pt idx="146">
                  <c:v>42263</c:v>
                </c:pt>
                <c:pt idx="147">
                  <c:v>42265</c:v>
                </c:pt>
                <c:pt idx="148">
                  <c:v>42268</c:v>
                </c:pt>
                <c:pt idx="149">
                  <c:v>42269</c:v>
                </c:pt>
                <c:pt idx="150">
                  <c:v>42270</c:v>
                </c:pt>
                <c:pt idx="151">
                  <c:v>42275</c:v>
                </c:pt>
                <c:pt idx="152">
                  <c:v>42276</c:v>
                </c:pt>
                <c:pt idx="153">
                  <c:v>42277</c:v>
                </c:pt>
                <c:pt idx="154">
                  <c:v>42278</c:v>
                </c:pt>
                <c:pt idx="155">
                  <c:v>42283</c:v>
                </c:pt>
                <c:pt idx="156">
                  <c:v>42284</c:v>
                </c:pt>
                <c:pt idx="157">
                  <c:v>42285</c:v>
                </c:pt>
                <c:pt idx="158">
                  <c:v>42286</c:v>
                </c:pt>
                <c:pt idx="159">
                  <c:v>42289</c:v>
                </c:pt>
                <c:pt idx="160">
                  <c:v>42290</c:v>
                </c:pt>
                <c:pt idx="161">
                  <c:v>42291</c:v>
                </c:pt>
                <c:pt idx="162">
                  <c:v>42292</c:v>
                </c:pt>
                <c:pt idx="163">
                  <c:v>42293</c:v>
                </c:pt>
                <c:pt idx="164">
                  <c:v>42296</c:v>
                </c:pt>
                <c:pt idx="165">
                  <c:v>42297</c:v>
                </c:pt>
                <c:pt idx="166">
                  <c:v>42298</c:v>
                </c:pt>
                <c:pt idx="167">
                  <c:v>42303</c:v>
                </c:pt>
                <c:pt idx="168">
                  <c:v>42304</c:v>
                </c:pt>
                <c:pt idx="169">
                  <c:v>42305</c:v>
                </c:pt>
                <c:pt idx="170">
                  <c:v>42306</c:v>
                </c:pt>
                <c:pt idx="171">
                  <c:v>42307</c:v>
                </c:pt>
                <c:pt idx="172">
                  <c:v>42310</c:v>
                </c:pt>
                <c:pt idx="173">
                  <c:v>42311</c:v>
                </c:pt>
                <c:pt idx="174">
                  <c:v>42312</c:v>
                </c:pt>
                <c:pt idx="175">
                  <c:v>42313</c:v>
                </c:pt>
                <c:pt idx="176">
                  <c:v>42314</c:v>
                </c:pt>
                <c:pt idx="177">
                  <c:v>42317</c:v>
                </c:pt>
                <c:pt idx="178">
                  <c:v>42318</c:v>
                </c:pt>
                <c:pt idx="179">
                  <c:v>42319</c:v>
                </c:pt>
                <c:pt idx="180">
                  <c:v>42325</c:v>
                </c:pt>
                <c:pt idx="181">
                  <c:v>42326</c:v>
                </c:pt>
                <c:pt idx="182">
                  <c:v>42327</c:v>
                </c:pt>
                <c:pt idx="183">
                  <c:v>42328</c:v>
                </c:pt>
                <c:pt idx="184">
                  <c:v>42331</c:v>
                </c:pt>
                <c:pt idx="185">
                  <c:v>42332</c:v>
                </c:pt>
                <c:pt idx="186">
                  <c:v>42334</c:v>
                </c:pt>
                <c:pt idx="187">
                  <c:v>42335</c:v>
                </c:pt>
                <c:pt idx="188">
                  <c:v>42339</c:v>
                </c:pt>
                <c:pt idx="189">
                  <c:v>42340</c:v>
                </c:pt>
                <c:pt idx="190">
                  <c:v>42341</c:v>
                </c:pt>
                <c:pt idx="191">
                  <c:v>42342</c:v>
                </c:pt>
                <c:pt idx="192">
                  <c:v>42345</c:v>
                </c:pt>
                <c:pt idx="193">
                  <c:v>42346</c:v>
                </c:pt>
                <c:pt idx="194">
                  <c:v>42347</c:v>
                </c:pt>
                <c:pt idx="195">
                  <c:v>42348</c:v>
                </c:pt>
                <c:pt idx="196">
                  <c:v>42349</c:v>
                </c:pt>
                <c:pt idx="197">
                  <c:v>42352</c:v>
                </c:pt>
                <c:pt idx="198">
                  <c:v>42353</c:v>
                </c:pt>
                <c:pt idx="199">
                  <c:v>42354</c:v>
                </c:pt>
                <c:pt idx="200">
                  <c:v>42355</c:v>
                </c:pt>
                <c:pt idx="201">
                  <c:v>42356</c:v>
                </c:pt>
                <c:pt idx="202">
                  <c:v>42359</c:v>
                </c:pt>
                <c:pt idx="203">
                  <c:v>42360</c:v>
                </c:pt>
                <c:pt idx="204">
                  <c:v>42361</c:v>
                </c:pt>
                <c:pt idx="205">
                  <c:v>42362</c:v>
                </c:pt>
                <c:pt idx="206">
                  <c:v>42367</c:v>
                </c:pt>
                <c:pt idx="207">
                  <c:v>42368</c:v>
                </c:pt>
                <c:pt idx="208">
                  <c:v>42369</c:v>
                </c:pt>
                <c:pt idx="209">
                  <c:v>42370</c:v>
                </c:pt>
                <c:pt idx="210">
                  <c:v>42373</c:v>
                </c:pt>
                <c:pt idx="211">
                  <c:v>42374</c:v>
                </c:pt>
                <c:pt idx="212">
                  <c:v>42375</c:v>
                </c:pt>
                <c:pt idx="213">
                  <c:v>42376</c:v>
                </c:pt>
                <c:pt idx="214">
                  <c:v>42377</c:v>
                </c:pt>
                <c:pt idx="215">
                  <c:v>42380</c:v>
                </c:pt>
                <c:pt idx="216">
                  <c:v>42381</c:v>
                </c:pt>
                <c:pt idx="217">
                  <c:v>42382</c:v>
                </c:pt>
                <c:pt idx="218">
                  <c:v>42383</c:v>
                </c:pt>
                <c:pt idx="219">
                  <c:v>42384</c:v>
                </c:pt>
                <c:pt idx="220">
                  <c:v>42387</c:v>
                </c:pt>
                <c:pt idx="221">
                  <c:v>42388</c:v>
                </c:pt>
                <c:pt idx="222">
                  <c:v>42389</c:v>
                </c:pt>
                <c:pt idx="223">
                  <c:v>42390</c:v>
                </c:pt>
                <c:pt idx="224">
                  <c:v>42391</c:v>
                </c:pt>
                <c:pt idx="225">
                  <c:v>42396</c:v>
                </c:pt>
                <c:pt idx="226">
                  <c:v>42397</c:v>
                </c:pt>
                <c:pt idx="227">
                  <c:v>42398</c:v>
                </c:pt>
                <c:pt idx="228">
                  <c:v>42401</c:v>
                </c:pt>
                <c:pt idx="229">
                  <c:v>42402</c:v>
                </c:pt>
                <c:pt idx="230">
                  <c:v>42403</c:v>
                </c:pt>
                <c:pt idx="231">
                  <c:v>42404</c:v>
                </c:pt>
                <c:pt idx="232">
                  <c:v>42405</c:v>
                </c:pt>
                <c:pt idx="233">
                  <c:v>42408</c:v>
                </c:pt>
                <c:pt idx="234">
                  <c:v>42409</c:v>
                </c:pt>
                <c:pt idx="235">
                  <c:v>42410</c:v>
                </c:pt>
                <c:pt idx="236">
                  <c:v>42411</c:v>
                </c:pt>
                <c:pt idx="237">
                  <c:v>42412</c:v>
                </c:pt>
                <c:pt idx="238">
                  <c:v>42415</c:v>
                </c:pt>
                <c:pt idx="239">
                  <c:v>42416</c:v>
                </c:pt>
                <c:pt idx="240">
                  <c:v>42417</c:v>
                </c:pt>
                <c:pt idx="241">
                  <c:v>42419</c:v>
                </c:pt>
                <c:pt idx="242">
                  <c:v>42422</c:v>
                </c:pt>
                <c:pt idx="243">
                  <c:v>42423</c:v>
                </c:pt>
                <c:pt idx="244">
                  <c:v>42424</c:v>
                </c:pt>
                <c:pt idx="245">
                  <c:v>42425</c:v>
                </c:pt>
                <c:pt idx="246">
                  <c:v>42426</c:v>
                </c:pt>
                <c:pt idx="247">
                  <c:v>42429</c:v>
                </c:pt>
                <c:pt idx="248">
                  <c:v>42430</c:v>
                </c:pt>
                <c:pt idx="249">
                  <c:v>42431</c:v>
                </c:pt>
                <c:pt idx="250">
                  <c:v>42432</c:v>
                </c:pt>
                <c:pt idx="251">
                  <c:v>42437</c:v>
                </c:pt>
                <c:pt idx="252">
                  <c:v>42438</c:v>
                </c:pt>
                <c:pt idx="253">
                  <c:v>42439</c:v>
                </c:pt>
                <c:pt idx="254">
                  <c:v>42440</c:v>
                </c:pt>
                <c:pt idx="255">
                  <c:v>42443</c:v>
                </c:pt>
                <c:pt idx="256">
                  <c:v>42444</c:v>
                </c:pt>
                <c:pt idx="257">
                  <c:v>42445</c:v>
                </c:pt>
                <c:pt idx="258">
                  <c:v>42446</c:v>
                </c:pt>
                <c:pt idx="259">
                  <c:v>42447</c:v>
                </c:pt>
                <c:pt idx="260">
                  <c:v>42450</c:v>
                </c:pt>
                <c:pt idx="261">
                  <c:v>42451</c:v>
                </c:pt>
                <c:pt idx="262">
                  <c:v>42452</c:v>
                </c:pt>
                <c:pt idx="263">
                  <c:v>42459</c:v>
                </c:pt>
                <c:pt idx="264">
                  <c:v>42460</c:v>
                </c:pt>
                <c:pt idx="265">
                  <c:v>42461</c:v>
                </c:pt>
                <c:pt idx="266">
                  <c:v>42464</c:v>
                </c:pt>
                <c:pt idx="267">
                  <c:v>42466</c:v>
                </c:pt>
                <c:pt idx="268">
                  <c:v>42467</c:v>
                </c:pt>
                <c:pt idx="269">
                  <c:v>42468</c:v>
                </c:pt>
                <c:pt idx="270">
                  <c:v>42471</c:v>
                </c:pt>
                <c:pt idx="271">
                  <c:v>42473</c:v>
                </c:pt>
                <c:pt idx="272">
                  <c:v>42478</c:v>
                </c:pt>
                <c:pt idx="273">
                  <c:v>42480</c:v>
                </c:pt>
                <c:pt idx="274">
                  <c:v>42485</c:v>
                </c:pt>
                <c:pt idx="275">
                  <c:v>42487</c:v>
                </c:pt>
                <c:pt idx="276">
                  <c:v>42488</c:v>
                </c:pt>
                <c:pt idx="277">
                  <c:v>42489</c:v>
                </c:pt>
                <c:pt idx="278">
                  <c:v>42492</c:v>
                </c:pt>
                <c:pt idx="279">
                  <c:v>42493</c:v>
                </c:pt>
                <c:pt idx="280">
                  <c:v>42494</c:v>
                </c:pt>
                <c:pt idx="281">
                  <c:v>42495</c:v>
                </c:pt>
                <c:pt idx="282">
                  <c:v>42496</c:v>
                </c:pt>
                <c:pt idx="283">
                  <c:v>42499</c:v>
                </c:pt>
                <c:pt idx="284">
                  <c:v>42500</c:v>
                </c:pt>
                <c:pt idx="285">
                  <c:v>42501</c:v>
                </c:pt>
                <c:pt idx="286">
                  <c:v>42502</c:v>
                </c:pt>
                <c:pt idx="287">
                  <c:v>42503</c:v>
                </c:pt>
                <c:pt idx="288">
                  <c:v>42506</c:v>
                </c:pt>
                <c:pt idx="289">
                  <c:v>42507</c:v>
                </c:pt>
                <c:pt idx="290">
                  <c:v>42508</c:v>
                </c:pt>
                <c:pt idx="291">
                  <c:v>42509</c:v>
                </c:pt>
                <c:pt idx="292">
                  <c:v>42510</c:v>
                </c:pt>
                <c:pt idx="293">
                  <c:v>42513</c:v>
                </c:pt>
                <c:pt idx="294">
                  <c:v>42514</c:v>
                </c:pt>
                <c:pt idx="295">
                  <c:v>42515</c:v>
                </c:pt>
                <c:pt idx="296">
                  <c:v>42516</c:v>
                </c:pt>
                <c:pt idx="297">
                  <c:v>42517</c:v>
                </c:pt>
                <c:pt idx="298">
                  <c:v>42520</c:v>
                </c:pt>
                <c:pt idx="299">
                  <c:v>42521</c:v>
                </c:pt>
                <c:pt idx="300">
                  <c:v>42522</c:v>
                </c:pt>
                <c:pt idx="301">
                  <c:v>42523</c:v>
                </c:pt>
                <c:pt idx="302">
                  <c:v>42524</c:v>
                </c:pt>
                <c:pt idx="303">
                  <c:v>42527</c:v>
                </c:pt>
                <c:pt idx="304">
                  <c:v>42528</c:v>
                </c:pt>
                <c:pt idx="305">
                  <c:v>42529</c:v>
                </c:pt>
                <c:pt idx="306">
                  <c:v>42530</c:v>
                </c:pt>
                <c:pt idx="307">
                  <c:v>42531</c:v>
                </c:pt>
                <c:pt idx="308">
                  <c:v>42534</c:v>
                </c:pt>
                <c:pt idx="309">
                  <c:v>42535</c:v>
                </c:pt>
                <c:pt idx="310">
                  <c:v>42536</c:v>
                </c:pt>
                <c:pt idx="311">
                  <c:v>42537</c:v>
                </c:pt>
                <c:pt idx="312">
                  <c:v>42538</c:v>
                </c:pt>
                <c:pt idx="313">
                  <c:v>42541</c:v>
                </c:pt>
                <c:pt idx="314">
                  <c:v>42542</c:v>
                </c:pt>
                <c:pt idx="315">
                  <c:v>42543</c:v>
                </c:pt>
                <c:pt idx="316">
                  <c:v>42544</c:v>
                </c:pt>
                <c:pt idx="317">
                  <c:v>42545</c:v>
                </c:pt>
                <c:pt idx="318">
                  <c:v>42548</c:v>
                </c:pt>
                <c:pt idx="319">
                  <c:v>42549</c:v>
                </c:pt>
                <c:pt idx="320">
                  <c:v>42550</c:v>
                </c:pt>
                <c:pt idx="321">
                  <c:v>42551</c:v>
                </c:pt>
                <c:pt idx="322">
                  <c:v>42552</c:v>
                </c:pt>
                <c:pt idx="323">
                  <c:v>42555</c:v>
                </c:pt>
                <c:pt idx="324">
                  <c:v>42556</c:v>
                </c:pt>
                <c:pt idx="325">
                  <c:v>42558</c:v>
                </c:pt>
                <c:pt idx="326">
                  <c:v>42559</c:v>
                </c:pt>
                <c:pt idx="327">
                  <c:v>42562</c:v>
                </c:pt>
                <c:pt idx="328">
                  <c:v>42564</c:v>
                </c:pt>
                <c:pt idx="329">
                  <c:v>42565</c:v>
                </c:pt>
                <c:pt idx="330">
                  <c:v>42566</c:v>
                </c:pt>
                <c:pt idx="331">
                  <c:v>42569</c:v>
                </c:pt>
                <c:pt idx="332">
                  <c:v>42570</c:v>
                </c:pt>
                <c:pt idx="333">
                  <c:v>42571</c:v>
                </c:pt>
                <c:pt idx="334">
                  <c:v>42573</c:v>
                </c:pt>
                <c:pt idx="335">
                  <c:v>42576</c:v>
                </c:pt>
                <c:pt idx="336">
                  <c:v>42577</c:v>
                </c:pt>
                <c:pt idx="337">
                  <c:v>42578</c:v>
                </c:pt>
                <c:pt idx="338">
                  <c:v>42579</c:v>
                </c:pt>
                <c:pt idx="339">
                  <c:v>42580</c:v>
                </c:pt>
                <c:pt idx="340">
                  <c:v>42583</c:v>
                </c:pt>
                <c:pt idx="341">
                  <c:v>42584</c:v>
                </c:pt>
                <c:pt idx="342">
                  <c:v>42585</c:v>
                </c:pt>
                <c:pt idx="343">
                  <c:v>42586</c:v>
                </c:pt>
                <c:pt idx="344">
                  <c:v>42587</c:v>
                </c:pt>
                <c:pt idx="345">
                  <c:v>42590</c:v>
                </c:pt>
                <c:pt idx="346">
                  <c:v>42591</c:v>
                </c:pt>
                <c:pt idx="347">
                  <c:v>42592</c:v>
                </c:pt>
                <c:pt idx="348">
                  <c:v>42593</c:v>
                </c:pt>
                <c:pt idx="349">
                  <c:v>42594</c:v>
                </c:pt>
                <c:pt idx="350">
                  <c:v>42598</c:v>
                </c:pt>
                <c:pt idx="351">
                  <c:v>42599</c:v>
                </c:pt>
                <c:pt idx="352">
                  <c:v>42600</c:v>
                </c:pt>
                <c:pt idx="353">
                  <c:v>42601</c:v>
                </c:pt>
                <c:pt idx="354">
                  <c:v>42605</c:v>
                </c:pt>
                <c:pt idx="355">
                  <c:v>42607</c:v>
                </c:pt>
                <c:pt idx="356">
                  <c:v>42608</c:v>
                </c:pt>
                <c:pt idx="357">
                  <c:v>42611</c:v>
                </c:pt>
                <c:pt idx="358">
                  <c:v>42612</c:v>
                </c:pt>
                <c:pt idx="359">
                  <c:v>42613</c:v>
                </c:pt>
                <c:pt idx="360">
                  <c:v>42614</c:v>
                </c:pt>
                <c:pt idx="361">
                  <c:v>42615</c:v>
                </c:pt>
                <c:pt idx="362">
                  <c:v>42619</c:v>
                </c:pt>
                <c:pt idx="363">
                  <c:v>42620</c:v>
                </c:pt>
                <c:pt idx="364">
                  <c:v>42621</c:v>
                </c:pt>
                <c:pt idx="365">
                  <c:v>42622</c:v>
                </c:pt>
                <c:pt idx="366">
                  <c:v>42625</c:v>
                </c:pt>
                <c:pt idx="367">
                  <c:v>42627</c:v>
                </c:pt>
                <c:pt idx="368">
                  <c:v>42628</c:v>
                </c:pt>
                <c:pt idx="369">
                  <c:v>42629</c:v>
                </c:pt>
                <c:pt idx="370">
                  <c:v>42632</c:v>
                </c:pt>
                <c:pt idx="371">
                  <c:v>42633</c:v>
                </c:pt>
                <c:pt idx="372">
                  <c:v>42635</c:v>
                </c:pt>
                <c:pt idx="373">
                  <c:v>42636</c:v>
                </c:pt>
                <c:pt idx="374">
                  <c:v>42639</c:v>
                </c:pt>
                <c:pt idx="375">
                  <c:v>42640</c:v>
                </c:pt>
                <c:pt idx="376">
                  <c:v>42641</c:v>
                </c:pt>
                <c:pt idx="377">
                  <c:v>42642</c:v>
                </c:pt>
                <c:pt idx="378">
                  <c:v>42643</c:v>
                </c:pt>
                <c:pt idx="379">
                  <c:v>42646</c:v>
                </c:pt>
                <c:pt idx="380">
                  <c:v>42647</c:v>
                </c:pt>
                <c:pt idx="381">
                  <c:v>42648</c:v>
                </c:pt>
                <c:pt idx="382">
                  <c:v>42649</c:v>
                </c:pt>
                <c:pt idx="383">
                  <c:v>42650</c:v>
                </c:pt>
                <c:pt idx="384">
                  <c:v>42653</c:v>
                </c:pt>
                <c:pt idx="385">
                  <c:v>42656</c:v>
                </c:pt>
                <c:pt idx="386">
                  <c:v>42657</c:v>
                </c:pt>
                <c:pt idx="387">
                  <c:v>42660</c:v>
                </c:pt>
                <c:pt idx="388">
                  <c:v>42661</c:v>
                </c:pt>
                <c:pt idx="389">
                  <c:v>42662</c:v>
                </c:pt>
                <c:pt idx="390">
                  <c:v>42667</c:v>
                </c:pt>
                <c:pt idx="391">
                  <c:v>42668</c:v>
                </c:pt>
                <c:pt idx="392">
                  <c:v>42669</c:v>
                </c:pt>
                <c:pt idx="393">
                  <c:v>42670</c:v>
                </c:pt>
                <c:pt idx="394">
                  <c:v>42671</c:v>
                </c:pt>
                <c:pt idx="395">
                  <c:v>42673</c:v>
                </c:pt>
                <c:pt idx="396">
                  <c:v>42675</c:v>
                </c:pt>
                <c:pt idx="397">
                  <c:v>42676</c:v>
                </c:pt>
                <c:pt idx="398">
                  <c:v>42677</c:v>
                </c:pt>
                <c:pt idx="399">
                  <c:v>42678</c:v>
                </c:pt>
                <c:pt idx="400">
                  <c:v>42681</c:v>
                </c:pt>
                <c:pt idx="401">
                  <c:v>42682</c:v>
                </c:pt>
                <c:pt idx="402">
                  <c:v>42684</c:v>
                </c:pt>
                <c:pt idx="403">
                  <c:v>42685</c:v>
                </c:pt>
                <c:pt idx="404">
                  <c:v>42689</c:v>
                </c:pt>
                <c:pt idx="405">
                  <c:v>42690</c:v>
                </c:pt>
                <c:pt idx="406">
                  <c:v>42691</c:v>
                </c:pt>
                <c:pt idx="407">
                  <c:v>42692</c:v>
                </c:pt>
                <c:pt idx="408">
                  <c:v>42695</c:v>
                </c:pt>
                <c:pt idx="409">
                  <c:v>42696</c:v>
                </c:pt>
                <c:pt idx="410">
                  <c:v>42697</c:v>
                </c:pt>
                <c:pt idx="411">
                  <c:v>42699</c:v>
                </c:pt>
                <c:pt idx="412">
                  <c:v>42702</c:v>
                </c:pt>
                <c:pt idx="413">
                  <c:v>42703</c:v>
                </c:pt>
                <c:pt idx="414">
                  <c:v>42704</c:v>
                </c:pt>
                <c:pt idx="415">
                  <c:v>42705</c:v>
                </c:pt>
                <c:pt idx="416">
                  <c:v>42706</c:v>
                </c:pt>
                <c:pt idx="417">
                  <c:v>42709</c:v>
                </c:pt>
                <c:pt idx="418">
                  <c:v>42710</c:v>
                </c:pt>
                <c:pt idx="419">
                  <c:v>42711</c:v>
                </c:pt>
                <c:pt idx="420">
                  <c:v>42712</c:v>
                </c:pt>
                <c:pt idx="421">
                  <c:v>42713</c:v>
                </c:pt>
                <c:pt idx="422">
                  <c:v>42716</c:v>
                </c:pt>
                <c:pt idx="423">
                  <c:v>42717</c:v>
                </c:pt>
                <c:pt idx="424">
                  <c:v>42718</c:v>
                </c:pt>
                <c:pt idx="425">
                  <c:v>42719</c:v>
                </c:pt>
                <c:pt idx="426">
                  <c:v>42720</c:v>
                </c:pt>
                <c:pt idx="427">
                  <c:v>42723</c:v>
                </c:pt>
                <c:pt idx="428">
                  <c:v>42725</c:v>
                </c:pt>
                <c:pt idx="429">
                  <c:v>42726</c:v>
                </c:pt>
                <c:pt idx="430">
                  <c:v>42727</c:v>
                </c:pt>
                <c:pt idx="431">
                  <c:v>42730</c:v>
                </c:pt>
                <c:pt idx="432">
                  <c:v>42731</c:v>
                </c:pt>
                <c:pt idx="433">
                  <c:v>42732</c:v>
                </c:pt>
                <c:pt idx="434">
                  <c:v>42733</c:v>
                </c:pt>
                <c:pt idx="435">
                  <c:v>42734</c:v>
                </c:pt>
                <c:pt idx="436">
                  <c:v>42737</c:v>
                </c:pt>
                <c:pt idx="437">
                  <c:v>42739</c:v>
                </c:pt>
                <c:pt idx="438">
                  <c:v>42740</c:v>
                </c:pt>
                <c:pt idx="439">
                  <c:v>42741</c:v>
                </c:pt>
                <c:pt idx="440">
                  <c:v>42744</c:v>
                </c:pt>
                <c:pt idx="441">
                  <c:v>42745</c:v>
                </c:pt>
                <c:pt idx="442">
                  <c:v>42746</c:v>
                </c:pt>
                <c:pt idx="443">
                  <c:v>42748</c:v>
                </c:pt>
                <c:pt idx="444">
                  <c:v>42751</c:v>
                </c:pt>
                <c:pt idx="445">
                  <c:v>42752</c:v>
                </c:pt>
                <c:pt idx="446">
                  <c:v>42753</c:v>
                </c:pt>
                <c:pt idx="447">
                  <c:v>42754</c:v>
                </c:pt>
                <c:pt idx="448">
                  <c:v>42755</c:v>
                </c:pt>
                <c:pt idx="449">
                  <c:v>42758</c:v>
                </c:pt>
                <c:pt idx="450">
                  <c:v>42759</c:v>
                </c:pt>
                <c:pt idx="451">
                  <c:v>42760</c:v>
                </c:pt>
                <c:pt idx="452">
                  <c:v>42762</c:v>
                </c:pt>
                <c:pt idx="453">
                  <c:v>42765</c:v>
                </c:pt>
                <c:pt idx="454">
                  <c:v>42767</c:v>
                </c:pt>
                <c:pt idx="455">
                  <c:v>42768</c:v>
                </c:pt>
                <c:pt idx="456">
                  <c:v>42769</c:v>
                </c:pt>
                <c:pt idx="457">
                  <c:v>42772</c:v>
                </c:pt>
                <c:pt idx="458">
                  <c:v>42773</c:v>
                </c:pt>
                <c:pt idx="459">
                  <c:v>42774</c:v>
                </c:pt>
                <c:pt idx="460">
                  <c:v>42775</c:v>
                </c:pt>
                <c:pt idx="461">
                  <c:v>42776</c:v>
                </c:pt>
                <c:pt idx="462">
                  <c:v>42779</c:v>
                </c:pt>
                <c:pt idx="463">
                  <c:v>42780</c:v>
                </c:pt>
                <c:pt idx="464">
                  <c:v>42781</c:v>
                </c:pt>
                <c:pt idx="465">
                  <c:v>42782</c:v>
                </c:pt>
                <c:pt idx="466">
                  <c:v>42783</c:v>
                </c:pt>
                <c:pt idx="467">
                  <c:v>42786</c:v>
                </c:pt>
                <c:pt idx="468">
                  <c:v>42787</c:v>
                </c:pt>
                <c:pt idx="469">
                  <c:v>42788</c:v>
                </c:pt>
                <c:pt idx="470">
                  <c:v>42793</c:v>
                </c:pt>
                <c:pt idx="471">
                  <c:v>42794</c:v>
                </c:pt>
                <c:pt idx="472">
                  <c:v>42796</c:v>
                </c:pt>
                <c:pt idx="473">
                  <c:v>42797</c:v>
                </c:pt>
                <c:pt idx="474">
                  <c:v>42800</c:v>
                </c:pt>
                <c:pt idx="475">
                  <c:v>42801</c:v>
                </c:pt>
                <c:pt idx="476">
                  <c:v>42802</c:v>
                </c:pt>
                <c:pt idx="477">
                  <c:v>42803</c:v>
                </c:pt>
                <c:pt idx="478">
                  <c:v>42804</c:v>
                </c:pt>
                <c:pt idx="479">
                  <c:v>42808</c:v>
                </c:pt>
                <c:pt idx="480">
                  <c:v>42809</c:v>
                </c:pt>
                <c:pt idx="481">
                  <c:v>42810</c:v>
                </c:pt>
                <c:pt idx="482">
                  <c:v>42815</c:v>
                </c:pt>
                <c:pt idx="483">
                  <c:v>42816</c:v>
                </c:pt>
                <c:pt idx="484">
                  <c:v>42817</c:v>
                </c:pt>
                <c:pt idx="485">
                  <c:v>42818</c:v>
                </c:pt>
                <c:pt idx="486">
                  <c:v>42821</c:v>
                </c:pt>
                <c:pt idx="487">
                  <c:v>42822</c:v>
                </c:pt>
                <c:pt idx="488">
                  <c:v>42823</c:v>
                </c:pt>
                <c:pt idx="489">
                  <c:v>42824</c:v>
                </c:pt>
                <c:pt idx="490">
                  <c:v>42825</c:v>
                </c:pt>
                <c:pt idx="491">
                  <c:v>42830</c:v>
                </c:pt>
                <c:pt idx="492">
                  <c:v>42831</c:v>
                </c:pt>
                <c:pt idx="493">
                  <c:v>42832</c:v>
                </c:pt>
                <c:pt idx="494">
                  <c:v>42835</c:v>
                </c:pt>
                <c:pt idx="495">
                  <c:v>42837</c:v>
                </c:pt>
                <c:pt idx="496">
                  <c:v>42838</c:v>
                </c:pt>
                <c:pt idx="497">
                  <c:v>42843</c:v>
                </c:pt>
                <c:pt idx="498">
                  <c:v>42844</c:v>
                </c:pt>
                <c:pt idx="499">
                  <c:v>42845</c:v>
                </c:pt>
                <c:pt idx="500">
                  <c:v>42846</c:v>
                </c:pt>
                <c:pt idx="501">
                  <c:v>42850</c:v>
                </c:pt>
                <c:pt idx="502">
                  <c:v>42851</c:v>
                </c:pt>
                <c:pt idx="503">
                  <c:v>42852</c:v>
                </c:pt>
                <c:pt idx="504">
                  <c:v>42853</c:v>
                </c:pt>
                <c:pt idx="505">
                  <c:v>42857</c:v>
                </c:pt>
                <c:pt idx="506">
                  <c:v>42858</c:v>
                </c:pt>
                <c:pt idx="507">
                  <c:v>42859</c:v>
                </c:pt>
                <c:pt idx="508">
                  <c:v>42860</c:v>
                </c:pt>
                <c:pt idx="509">
                  <c:v>42863</c:v>
                </c:pt>
                <c:pt idx="510">
                  <c:v>42864</c:v>
                </c:pt>
                <c:pt idx="511">
                  <c:v>42866</c:v>
                </c:pt>
                <c:pt idx="512">
                  <c:v>42867</c:v>
                </c:pt>
                <c:pt idx="513">
                  <c:v>42870</c:v>
                </c:pt>
                <c:pt idx="514">
                  <c:v>42871</c:v>
                </c:pt>
                <c:pt idx="515">
                  <c:v>42872</c:v>
                </c:pt>
                <c:pt idx="516">
                  <c:v>42873</c:v>
                </c:pt>
                <c:pt idx="517">
                  <c:v>42877</c:v>
                </c:pt>
                <c:pt idx="518">
                  <c:v>42878</c:v>
                </c:pt>
                <c:pt idx="519">
                  <c:v>42879</c:v>
                </c:pt>
                <c:pt idx="520">
                  <c:v>42880</c:v>
                </c:pt>
                <c:pt idx="521">
                  <c:v>42881</c:v>
                </c:pt>
                <c:pt idx="522">
                  <c:v>42884</c:v>
                </c:pt>
                <c:pt idx="523">
                  <c:v>42885</c:v>
                </c:pt>
                <c:pt idx="524">
                  <c:v>42886</c:v>
                </c:pt>
                <c:pt idx="525">
                  <c:v>42887</c:v>
                </c:pt>
                <c:pt idx="526">
                  <c:v>42888</c:v>
                </c:pt>
                <c:pt idx="527">
                  <c:v>42891</c:v>
                </c:pt>
                <c:pt idx="528">
                  <c:v>42892</c:v>
                </c:pt>
                <c:pt idx="529">
                  <c:v>42893</c:v>
                </c:pt>
                <c:pt idx="530">
                  <c:v>42894</c:v>
                </c:pt>
                <c:pt idx="531">
                  <c:v>42895</c:v>
                </c:pt>
                <c:pt idx="532">
                  <c:v>42898</c:v>
                </c:pt>
                <c:pt idx="533">
                  <c:v>42899</c:v>
                </c:pt>
                <c:pt idx="534">
                  <c:v>42900</c:v>
                </c:pt>
                <c:pt idx="535">
                  <c:v>42901</c:v>
                </c:pt>
                <c:pt idx="536">
                  <c:v>42902</c:v>
                </c:pt>
                <c:pt idx="537">
                  <c:v>42905</c:v>
                </c:pt>
                <c:pt idx="538">
                  <c:v>42906</c:v>
                </c:pt>
                <c:pt idx="539">
                  <c:v>42907</c:v>
                </c:pt>
                <c:pt idx="540">
                  <c:v>42908</c:v>
                </c:pt>
                <c:pt idx="541">
                  <c:v>42913</c:v>
                </c:pt>
                <c:pt idx="542">
                  <c:v>42914</c:v>
                </c:pt>
                <c:pt idx="543">
                  <c:v>42915</c:v>
                </c:pt>
                <c:pt idx="544">
                  <c:v>42916</c:v>
                </c:pt>
                <c:pt idx="545">
                  <c:v>42919</c:v>
                </c:pt>
                <c:pt idx="546">
                  <c:v>42920</c:v>
                </c:pt>
                <c:pt idx="547">
                  <c:v>42922</c:v>
                </c:pt>
                <c:pt idx="548">
                  <c:v>42923</c:v>
                </c:pt>
                <c:pt idx="549">
                  <c:v>42926</c:v>
                </c:pt>
                <c:pt idx="550">
                  <c:v>42927</c:v>
                </c:pt>
                <c:pt idx="551">
                  <c:v>42929</c:v>
                </c:pt>
                <c:pt idx="552">
                  <c:v>42930</c:v>
                </c:pt>
                <c:pt idx="553">
                  <c:v>42933</c:v>
                </c:pt>
                <c:pt idx="554">
                  <c:v>42934</c:v>
                </c:pt>
                <c:pt idx="555">
                  <c:v>42935</c:v>
                </c:pt>
                <c:pt idx="556">
                  <c:v>42936</c:v>
                </c:pt>
                <c:pt idx="557">
                  <c:v>42937</c:v>
                </c:pt>
                <c:pt idx="558">
                  <c:v>42940</c:v>
                </c:pt>
                <c:pt idx="559">
                  <c:v>42941</c:v>
                </c:pt>
                <c:pt idx="560">
                  <c:v>42942</c:v>
                </c:pt>
                <c:pt idx="561">
                  <c:v>42943</c:v>
                </c:pt>
                <c:pt idx="562">
                  <c:v>42944</c:v>
                </c:pt>
                <c:pt idx="563">
                  <c:v>42947</c:v>
                </c:pt>
                <c:pt idx="564">
                  <c:v>42948</c:v>
                </c:pt>
                <c:pt idx="565">
                  <c:v>42949</c:v>
                </c:pt>
                <c:pt idx="566">
                  <c:v>42950</c:v>
                </c:pt>
                <c:pt idx="567">
                  <c:v>42951</c:v>
                </c:pt>
                <c:pt idx="568">
                  <c:v>42954</c:v>
                </c:pt>
                <c:pt idx="569">
                  <c:v>42955</c:v>
                </c:pt>
                <c:pt idx="570">
                  <c:v>42956</c:v>
                </c:pt>
                <c:pt idx="571">
                  <c:v>42957</c:v>
                </c:pt>
                <c:pt idx="572">
                  <c:v>42958</c:v>
                </c:pt>
                <c:pt idx="573">
                  <c:v>42961</c:v>
                </c:pt>
                <c:pt idx="574">
                  <c:v>42963</c:v>
                </c:pt>
                <c:pt idx="575">
                  <c:v>42964</c:v>
                </c:pt>
                <c:pt idx="576">
                  <c:v>42965</c:v>
                </c:pt>
                <c:pt idx="577">
                  <c:v>42968</c:v>
                </c:pt>
                <c:pt idx="578">
                  <c:v>42969</c:v>
                </c:pt>
                <c:pt idx="579">
                  <c:v>42970</c:v>
                </c:pt>
                <c:pt idx="580">
                  <c:v>42975</c:v>
                </c:pt>
                <c:pt idx="581">
                  <c:v>42977</c:v>
                </c:pt>
                <c:pt idx="582">
                  <c:v>42978</c:v>
                </c:pt>
                <c:pt idx="583">
                  <c:v>42979</c:v>
                </c:pt>
                <c:pt idx="584">
                  <c:v>42982</c:v>
                </c:pt>
                <c:pt idx="585">
                  <c:v>42983</c:v>
                </c:pt>
                <c:pt idx="586">
                  <c:v>42985</c:v>
                </c:pt>
                <c:pt idx="587">
                  <c:v>42986</c:v>
                </c:pt>
                <c:pt idx="588">
                  <c:v>42989</c:v>
                </c:pt>
                <c:pt idx="589">
                  <c:v>42990</c:v>
                </c:pt>
                <c:pt idx="590">
                  <c:v>42991</c:v>
                </c:pt>
                <c:pt idx="591">
                  <c:v>42992</c:v>
                </c:pt>
                <c:pt idx="592">
                  <c:v>42993</c:v>
                </c:pt>
                <c:pt idx="593">
                  <c:v>42996</c:v>
                </c:pt>
                <c:pt idx="594">
                  <c:v>42997</c:v>
                </c:pt>
                <c:pt idx="595">
                  <c:v>42998</c:v>
                </c:pt>
                <c:pt idx="596">
                  <c:v>42999</c:v>
                </c:pt>
                <c:pt idx="597">
                  <c:v>43000</c:v>
                </c:pt>
                <c:pt idx="598">
                  <c:v>43003</c:v>
                </c:pt>
                <c:pt idx="599">
                  <c:v>43004</c:v>
                </c:pt>
                <c:pt idx="600">
                  <c:v>43005</c:v>
                </c:pt>
                <c:pt idx="601">
                  <c:v>43006</c:v>
                </c:pt>
                <c:pt idx="602">
                  <c:v>43007</c:v>
                </c:pt>
                <c:pt idx="603">
                  <c:v>43011</c:v>
                </c:pt>
                <c:pt idx="604">
                  <c:v>43012</c:v>
                </c:pt>
                <c:pt idx="605">
                  <c:v>43013</c:v>
                </c:pt>
                <c:pt idx="606">
                  <c:v>43014</c:v>
                </c:pt>
                <c:pt idx="607">
                  <c:v>43017</c:v>
                </c:pt>
                <c:pt idx="608">
                  <c:v>43018</c:v>
                </c:pt>
                <c:pt idx="609">
                  <c:v>43019</c:v>
                </c:pt>
                <c:pt idx="610">
                  <c:v>43021</c:v>
                </c:pt>
                <c:pt idx="611">
                  <c:v>43024</c:v>
                </c:pt>
                <c:pt idx="612">
                  <c:v>43025</c:v>
                </c:pt>
                <c:pt idx="613">
                  <c:v>43026</c:v>
                </c:pt>
                <c:pt idx="614">
                  <c:v>43027</c:v>
                </c:pt>
                <c:pt idx="615">
                  <c:v>43031</c:v>
                </c:pt>
                <c:pt idx="616">
                  <c:v>43032</c:v>
                </c:pt>
                <c:pt idx="617">
                  <c:v>43033</c:v>
                </c:pt>
                <c:pt idx="618">
                  <c:v>43034</c:v>
                </c:pt>
                <c:pt idx="619">
                  <c:v>43035</c:v>
                </c:pt>
                <c:pt idx="620">
                  <c:v>43038</c:v>
                </c:pt>
                <c:pt idx="621">
                  <c:v>43041</c:v>
                </c:pt>
                <c:pt idx="622">
                  <c:v>43042</c:v>
                </c:pt>
                <c:pt idx="623">
                  <c:v>43045</c:v>
                </c:pt>
                <c:pt idx="624">
                  <c:v>43046</c:v>
                </c:pt>
                <c:pt idx="625">
                  <c:v>43047</c:v>
                </c:pt>
                <c:pt idx="626">
                  <c:v>43048</c:v>
                </c:pt>
                <c:pt idx="627">
                  <c:v>43049</c:v>
                </c:pt>
                <c:pt idx="628">
                  <c:v>43052</c:v>
                </c:pt>
                <c:pt idx="629">
                  <c:v>43053</c:v>
                </c:pt>
                <c:pt idx="630">
                  <c:v>43054</c:v>
                </c:pt>
                <c:pt idx="631">
                  <c:v>43055</c:v>
                </c:pt>
                <c:pt idx="632">
                  <c:v>43056</c:v>
                </c:pt>
                <c:pt idx="633">
                  <c:v>43059</c:v>
                </c:pt>
                <c:pt idx="634">
                  <c:v>43060</c:v>
                </c:pt>
                <c:pt idx="635">
                  <c:v>43061</c:v>
                </c:pt>
                <c:pt idx="636">
                  <c:v>43062</c:v>
                </c:pt>
                <c:pt idx="637">
                  <c:v>43063</c:v>
                </c:pt>
                <c:pt idx="638">
                  <c:v>43066</c:v>
                </c:pt>
                <c:pt idx="639">
                  <c:v>43067</c:v>
                </c:pt>
                <c:pt idx="640">
                  <c:v>43068</c:v>
                </c:pt>
                <c:pt idx="641">
                  <c:v>43069</c:v>
                </c:pt>
                <c:pt idx="642">
                  <c:v>43070</c:v>
                </c:pt>
                <c:pt idx="643">
                  <c:v>43073</c:v>
                </c:pt>
                <c:pt idx="644">
                  <c:v>43074</c:v>
                </c:pt>
                <c:pt idx="645">
                  <c:v>43075</c:v>
                </c:pt>
                <c:pt idx="646">
                  <c:v>43076</c:v>
                </c:pt>
                <c:pt idx="647">
                  <c:v>43077</c:v>
                </c:pt>
                <c:pt idx="648">
                  <c:v>43081</c:v>
                </c:pt>
                <c:pt idx="649">
                  <c:v>43082</c:v>
                </c:pt>
                <c:pt idx="650">
                  <c:v>43083</c:v>
                </c:pt>
                <c:pt idx="651">
                  <c:v>43084</c:v>
                </c:pt>
                <c:pt idx="652">
                  <c:v>43087</c:v>
                </c:pt>
                <c:pt idx="653">
                  <c:v>43088</c:v>
                </c:pt>
                <c:pt idx="654">
                  <c:v>43089</c:v>
                </c:pt>
                <c:pt idx="655">
                  <c:v>43090</c:v>
                </c:pt>
                <c:pt idx="656">
                  <c:v>43091</c:v>
                </c:pt>
                <c:pt idx="657">
                  <c:v>43095</c:v>
                </c:pt>
                <c:pt idx="658">
                  <c:v>43096</c:v>
                </c:pt>
                <c:pt idx="659">
                  <c:v>43097</c:v>
                </c:pt>
                <c:pt idx="660">
                  <c:v>43098</c:v>
                </c:pt>
                <c:pt idx="661">
                  <c:v>43101</c:v>
                </c:pt>
                <c:pt idx="662">
                  <c:v>43102</c:v>
                </c:pt>
                <c:pt idx="663">
                  <c:v>43103</c:v>
                </c:pt>
                <c:pt idx="664">
                  <c:v>43104</c:v>
                </c:pt>
                <c:pt idx="665">
                  <c:v>43105</c:v>
                </c:pt>
                <c:pt idx="666">
                  <c:v>43108</c:v>
                </c:pt>
                <c:pt idx="667">
                  <c:v>43109</c:v>
                </c:pt>
                <c:pt idx="668">
                  <c:v>43110</c:v>
                </c:pt>
                <c:pt idx="669">
                  <c:v>43111</c:v>
                </c:pt>
                <c:pt idx="670">
                  <c:v>43112</c:v>
                </c:pt>
                <c:pt idx="671">
                  <c:v>43115</c:v>
                </c:pt>
                <c:pt idx="672">
                  <c:v>43116</c:v>
                </c:pt>
                <c:pt idx="673">
                  <c:v>43117</c:v>
                </c:pt>
                <c:pt idx="674">
                  <c:v>43118</c:v>
                </c:pt>
                <c:pt idx="675">
                  <c:v>43119</c:v>
                </c:pt>
                <c:pt idx="676">
                  <c:v>43122</c:v>
                </c:pt>
                <c:pt idx="677">
                  <c:v>43123</c:v>
                </c:pt>
                <c:pt idx="678">
                  <c:v>43124</c:v>
                </c:pt>
                <c:pt idx="679">
                  <c:v>43125</c:v>
                </c:pt>
                <c:pt idx="680">
                  <c:v>43129</c:v>
                </c:pt>
                <c:pt idx="681">
                  <c:v>43130</c:v>
                </c:pt>
                <c:pt idx="682">
                  <c:v>43131</c:v>
                </c:pt>
                <c:pt idx="683">
                  <c:v>43132</c:v>
                </c:pt>
                <c:pt idx="684">
                  <c:v>43136</c:v>
                </c:pt>
                <c:pt idx="685">
                  <c:v>43137</c:v>
                </c:pt>
                <c:pt idx="686">
                  <c:v>43138</c:v>
                </c:pt>
                <c:pt idx="687">
                  <c:v>43139</c:v>
                </c:pt>
                <c:pt idx="688">
                  <c:v>43140</c:v>
                </c:pt>
                <c:pt idx="689">
                  <c:v>43143</c:v>
                </c:pt>
                <c:pt idx="690">
                  <c:v>43145</c:v>
                </c:pt>
                <c:pt idx="691">
                  <c:v>43146</c:v>
                </c:pt>
                <c:pt idx="692">
                  <c:v>43147</c:v>
                </c:pt>
                <c:pt idx="693">
                  <c:v>43150</c:v>
                </c:pt>
                <c:pt idx="694">
                  <c:v>43151</c:v>
                </c:pt>
                <c:pt idx="695">
                  <c:v>43153</c:v>
                </c:pt>
                <c:pt idx="696">
                  <c:v>43154</c:v>
                </c:pt>
                <c:pt idx="697">
                  <c:v>43157</c:v>
                </c:pt>
                <c:pt idx="698">
                  <c:v>43158</c:v>
                </c:pt>
                <c:pt idx="699">
                  <c:v>43159</c:v>
                </c:pt>
                <c:pt idx="700">
                  <c:v>43160</c:v>
                </c:pt>
                <c:pt idx="701">
                  <c:v>43164</c:v>
                </c:pt>
                <c:pt idx="702">
                  <c:v>43165</c:v>
                </c:pt>
                <c:pt idx="703">
                  <c:v>43166</c:v>
                </c:pt>
                <c:pt idx="704">
                  <c:v>43167</c:v>
                </c:pt>
                <c:pt idx="705">
                  <c:v>43168</c:v>
                </c:pt>
                <c:pt idx="706">
                  <c:v>43172</c:v>
                </c:pt>
                <c:pt idx="707">
                  <c:v>43173</c:v>
                </c:pt>
                <c:pt idx="708">
                  <c:v>43174</c:v>
                </c:pt>
                <c:pt idx="709">
                  <c:v>43175</c:v>
                </c:pt>
                <c:pt idx="710">
                  <c:v>43178</c:v>
                </c:pt>
                <c:pt idx="711">
                  <c:v>43179</c:v>
                </c:pt>
                <c:pt idx="712">
                  <c:v>43180</c:v>
                </c:pt>
                <c:pt idx="713">
                  <c:v>43181</c:v>
                </c:pt>
                <c:pt idx="714">
                  <c:v>43182</c:v>
                </c:pt>
                <c:pt idx="715">
                  <c:v>43185</c:v>
                </c:pt>
                <c:pt idx="716">
                  <c:v>43186</c:v>
                </c:pt>
                <c:pt idx="717">
                  <c:v>43187</c:v>
                </c:pt>
                <c:pt idx="718">
                  <c:v>43193</c:v>
                </c:pt>
                <c:pt idx="719">
                  <c:v>43194</c:v>
                </c:pt>
                <c:pt idx="720">
                  <c:v>43195</c:v>
                </c:pt>
                <c:pt idx="721">
                  <c:v>43196</c:v>
                </c:pt>
                <c:pt idx="722">
                  <c:v>43199</c:v>
                </c:pt>
                <c:pt idx="723">
                  <c:v>43202</c:v>
                </c:pt>
                <c:pt idx="724">
                  <c:v>43203</c:v>
                </c:pt>
                <c:pt idx="725">
                  <c:v>43206</c:v>
                </c:pt>
                <c:pt idx="726">
                  <c:v>43207</c:v>
                </c:pt>
                <c:pt idx="727">
                  <c:v>43208</c:v>
                </c:pt>
                <c:pt idx="728">
                  <c:v>43209</c:v>
                </c:pt>
                <c:pt idx="729">
                  <c:v>43210</c:v>
                </c:pt>
                <c:pt idx="730">
                  <c:v>43213</c:v>
                </c:pt>
                <c:pt idx="731">
                  <c:v>43214</c:v>
                </c:pt>
                <c:pt idx="732">
                  <c:v>43215</c:v>
                </c:pt>
                <c:pt idx="733">
                  <c:v>43216</c:v>
                </c:pt>
                <c:pt idx="734">
                  <c:v>43217</c:v>
                </c:pt>
                <c:pt idx="735">
                  <c:v>43220</c:v>
                </c:pt>
                <c:pt idx="736">
                  <c:v>43222</c:v>
                </c:pt>
                <c:pt idx="737">
                  <c:v>43223</c:v>
                </c:pt>
                <c:pt idx="738">
                  <c:v>43224</c:v>
                </c:pt>
                <c:pt idx="739">
                  <c:v>43227</c:v>
                </c:pt>
                <c:pt idx="740">
                  <c:v>43228</c:v>
                </c:pt>
                <c:pt idx="741">
                  <c:v>43229</c:v>
                </c:pt>
                <c:pt idx="742">
                  <c:v>43230</c:v>
                </c:pt>
                <c:pt idx="743">
                  <c:v>43231</c:v>
                </c:pt>
                <c:pt idx="744">
                  <c:v>43235</c:v>
                </c:pt>
                <c:pt idx="745">
                  <c:v>43236</c:v>
                </c:pt>
                <c:pt idx="746">
                  <c:v>43237</c:v>
                </c:pt>
                <c:pt idx="747">
                  <c:v>43238</c:v>
                </c:pt>
                <c:pt idx="748">
                  <c:v>43241</c:v>
                </c:pt>
                <c:pt idx="749">
                  <c:v>43242</c:v>
                </c:pt>
                <c:pt idx="750">
                  <c:v>43243</c:v>
                </c:pt>
                <c:pt idx="751">
                  <c:v>43244</c:v>
                </c:pt>
                <c:pt idx="752">
                  <c:v>43245</c:v>
                </c:pt>
                <c:pt idx="753">
                  <c:v>43248</c:v>
                </c:pt>
                <c:pt idx="754">
                  <c:v>43249</c:v>
                </c:pt>
                <c:pt idx="755">
                  <c:v>43250</c:v>
                </c:pt>
                <c:pt idx="756">
                  <c:v>43251</c:v>
                </c:pt>
                <c:pt idx="757">
                  <c:v>43252</c:v>
                </c:pt>
                <c:pt idx="758">
                  <c:v>43255</c:v>
                </c:pt>
                <c:pt idx="759">
                  <c:v>43256</c:v>
                </c:pt>
                <c:pt idx="760">
                  <c:v>43257</c:v>
                </c:pt>
                <c:pt idx="761">
                  <c:v>43258</c:v>
                </c:pt>
                <c:pt idx="762">
                  <c:v>43259</c:v>
                </c:pt>
                <c:pt idx="763">
                  <c:v>43262</c:v>
                </c:pt>
                <c:pt idx="764">
                  <c:v>43263</c:v>
                </c:pt>
                <c:pt idx="765">
                  <c:v>43264</c:v>
                </c:pt>
                <c:pt idx="766">
                  <c:v>43265</c:v>
                </c:pt>
                <c:pt idx="767">
                  <c:v>43266</c:v>
                </c:pt>
                <c:pt idx="768">
                  <c:v>43269</c:v>
                </c:pt>
                <c:pt idx="769">
                  <c:v>43270</c:v>
                </c:pt>
                <c:pt idx="770">
                  <c:v>43271</c:v>
                </c:pt>
                <c:pt idx="771">
                  <c:v>43272</c:v>
                </c:pt>
                <c:pt idx="772">
                  <c:v>43273</c:v>
                </c:pt>
                <c:pt idx="773">
                  <c:v>43276</c:v>
                </c:pt>
                <c:pt idx="774">
                  <c:v>43277</c:v>
                </c:pt>
                <c:pt idx="775">
                  <c:v>43278</c:v>
                </c:pt>
                <c:pt idx="776">
                  <c:v>43279</c:v>
                </c:pt>
                <c:pt idx="777">
                  <c:v>43280</c:v>
                </c:pt>
                <c:pt idx="778">
                  <c:v>43283</c:v>
                </c:pt>
                <c:pt idx="779">
                  <c:v>43284</c:v>
                </c:pt>
                <c:pt idx="780">
                  <c:v>43285</c:v>
                </c:pt>
                <c:pt idx="781">
                  <c:v>43286</c:v>
                </c:pt>
                <c:pt idx="782">
                  <c:v>43287</c:v>
                </c:pt>
                <c:pt idx="783">
                  <c:v>43290</c:v>
                </c:pt>
                <c:pt idx="784">
                  <c:v>43291</c:v>
                </c:pt>
                <c:pt idx="785">
                  <c:v>43292</c:v>
                </c:pt>
                <c:pt idx="786">
                  <c:v>43293</c:v>
                </c:pt>
                <c:pt idx="787">
                  <c:v>43294</c:v>
                </c:pt>
                <c:pt idx="788">
                  <c:v>43297</c:v>
                </c:pt>
                <c:pt idx="789">
                  <c:v>43298</c:v>
                </c:pt>
                <c:pt idx="790">
                  <c:v>43299</c:v>
                </c:pt>
                <c:pt idx="791">
                  <c:v>43300</c:v>
                </c:pt>
                <c:pt idx="792">
                  <c:v>43301</c:v>
                </c:pt>
                <c:pt idx="793">
                  <c:v>43304</c:v>
                </c:pt>
                <c:pt idx="794">
                  <c:v>43305</c:v>
                </c:pt>
                <c:pt idx="795">
                  <c:v>43306</c:v>
                </c:pt>
                <c:pt idx="796">
                  <c:v>43307</c:v>
                </c:pt>
                <c:pt idx="797">
                  <c:v>43308</c:v>
                </c:pt>
                <c:pt idx="798">
                  <c:v>43311</c:v>
                </c:pt>
                <c:pt idx="799">
                  <c:v>43312</c:v>
                </c:pt>
                <c:pt idx="800">
                  <c:v>43313</c:v>
                </c:pt>
                <c:pt idx="801">
                  <c:v>43314</c:v>
                </c:pt>
                <c:pt idx="802">
                  <c:v>43315</c:v>
                </c:pt>
                <c:pt idx="803">
                  <c:v>43318</c:v>
                </c:pt>
                <c:pt idx="804">
                  <c:v>43319</c:v>
                </c:pt>
                <c:pt idx="805">
                  <c:v>43320</c:v>
                </c:pt>
                <c:pt idx="806">
                  <c:v>43321</c:v>
                </c:pt>
                <c:pt idx="807">
                  <c:v>43322</c:v>
                </c:pt>
                <c:pt idx="808">
                  <c:v>43325</c:v>
                </c:pt>
                <c:pt idx="809">
                  <c:v>43326</c:v>
                </c:pt>
                <c:pt idx="810">
                  <c:v>43328</c:v>
                </c:pt>
                <c:pt idx="811">
                  <c:v>43329</c:v>
                </c:pt>
                <c:pt idx="812">
                  <c:v>43332</c:v>
                </c:pt>
                <c:pt idx="813">
                  <c:v>43333</c:v>
                </c:pt>
                <c:pt idx="814">
                  <c:v>43335</c:v>
                </c:pt>
                <c:pt idx="815">
                  <c:v>43336</c:v>
                </c:pt>
                <c:pt idx="816">
                  <c:v>43341</c:v>
                </c:pt>
                <c:pt idx="817">
                  <c:v>43343</c:v>
                </c:pt>
                <c:pt idx="818">
                  <c:v>43346</c:v>
                </c:pt>
                <c:pt idx="819">
                  <c:v>43348</c:v>
                </c:pt>
                <c:pt idx="820">
                  <c:v>43349</c:v>
                </c:pt>
                <c:pt idx="821">
                  <c:v>43350</c:v>
                </c:pt>
                <c:pt idx="822">
                  <c:v>43353</c:v>
                </c:pt>
                <c:pt idx="823">
                  <c:v>43354</c:v>
                </c:pt>
                <c:pt idx="824">
                  <c:v>43355</c:v>
                </c:pt>
                <c:pt idx="825">
                  <c:v>43357</c:v>
                </c:pt>
                <c:pt idx="826">
                  <c:v>43360</c:v>
                </c:pt>
                <c:pt idx="827">
                  <c:v>43361</c:v>
                </c:pt>
                <c:pt idx="828">
                  <c:v>43362</c:v>
                </c:pt>
                <c:pt idx="829">
                  <c:v>43364</c:v>
                </c:pt>
                <c:pt idx="830">
                  <c:v>43367</c:v>
                </c:pt>
                <c:pt idx="831">
                  <c:v>43368</c:v>
                </c:pt>
                <c:pt idx="832">
                  <c:v>43369</c:v>
                </c:pt>
                <c:pt idx="833">
                  <c:v>43371</c:v>
                </c:pt>
                <c:pt idx="834">
                  <c:v>43374</c:v>
                </c:pt>
                <c:pt idx="835">
                  <c:v>43376</c:v>
                </c:pt>
                <c:pt idx="836">
                  <c:v>43377</c:v>
                </c:pt>
                <c:pt idx="837">
                  <c:v>43381</c:v>
                </c:pt>
                <c:pt idx="838">
                  <c:v>43382</c:v>
                </c:pt>
                <c:pt idx="839">
                  <c:v>43383</c:v>
                </c:pt>
                <c:pt idx="840">
                  <c:v>43384</c:v>
                </c:pt>
                <c:pt idx="841">
                  <c:v>43385</c:v>
                </c:pt>
                <c:pt idx="842">
                  <c:v>43388</c:v>
                </c:pt>
                <c:pt idx="843">
                  <c:v>43389</c:v>
                </c:pt>
                <c:pt idx="844">
                  <c:v>43392</c:v>
                </c:pt>
                <c:pt idx="845">
                  <c:v>43395</c:v>
                </c:pt>
                <c:pt idx="846">
                  <c:v>43396</c:v>
                </c:pt>
                <c:pt idx="847">
                  <c:v>43397</c:v>
                </c:pt>
                <c:pt idx="848">
                  <c:v>43398</c:v>
                </c:pt>
                <c:pt idx="849">
                  <c:v>43399</c:v>
                </c:pt>
                <c:pt idx="850">
                  <c:v>43402</c:v>
                </c:pt>
                <c:pt idx="851">
                  <c:v>43403</c:v>
                </c:pt>
                <c:pt idx="852">
                  <c:v>43404</c:v>
                </c:pt>
                <c:pt idx="853">
                  <c:v>43405</c:v>
                </c:pt>
                <c:pt idx="854">
                  <c:v>43409</c:v>
                </c:pt>
                <c:pt idx="855">
                  <c:v>43410</c:v>
                </c:pt>
                <c:pt idx="856">
                  <c:v>43411</c:v>
                </c:pt>
                <c:pt idx="857">
                  <c:v>43413</c:v>
                </c:pt>
                <c:pt idx="858">
                  <c:v>43416</c:v>
                </c:pt>
                <c:pt idx="859">
                  <c:v>43417</c:v>
                </c:pt>
                <c:pt idx="860">
                  <c:v>43418</c:v>
                </c:pt>
                <c:pt idx="861">
                  <c:v>43419</c:v>
                </c:pt>
                <c:pt idx="862">
                  <c:v>43420</c:v>
                </c:pt>
                <c:pt idx="863">
                  <c:v>43423</c:v>
                </c:pt>
                <c:pt idx="864">
                  <c:v>43424</c:v>
                </c:pt>
                <c:pt idx="865">
                  <c:v>43425</c:v>
                </c:pt>
                <c:pt idx="866">
                  <c:v>43432</c:v>
                </c:pt>
                <c:pt idx="867">
                  <c:v>43433</c:v>
                </c:pt>
                <c:pt idx="868">
                  <c:v>43434</c:v>
                </c:pt>
                <c:pt idx="869">
                  <c:v>43437</c:v>
                </c:pt>
                <c:pt idx="870">
                  <c:v>43438</c:v>
                </c:pt>
                <c:pt idx="871">
                  <c:v>43439</c:v>
                </c:pt>
                <c:pt idx="872">
                  <c:v>43440</c:v>
                </c:pt>
                <c:pt idx="873">
                  <c:v>43441</c:v>
                </c:pt>
                <c:pt idx="874">
                  <c:v>43445</c:v>
                </c:pt>
                <c:pt idx="875">
                  <c:v>43446</c:v>
                </c:pt>
                <c:pt idx="876">
                  <c:v>43447</c:v>
                </c:pt>
                <c:pt idx="877">
                  <c:v>43448</c:v>
                </c:pt>
                <c:pt idx="878">
                  <c:v>43451</c:v>
                </c:pt>
                <c:pt idx="879">
                  <c:v>43452</c:v>
                </c:pt>
                <c:pt idx="880">
                  <c:v>43453</c:v>
                </c:pt>
                <c:pt idx="881">
                  <c:v>43455</c:v>
                </c:pt>
                <c:pt idx="882">
                  <c:v>43458</c:v>
                </c:pt>
                <c:pt idx="883">
                  <c:v>43460</c:v>
                </c:pt>
                <c:pt idx="884">
                  <c:v>43461</c:v>
                </c:pt>
                <c:pt idx="885">
                  <c:v>43462</c:v>
                </c:pt>
                <c:pt idx="886">
                  <c:v>43465</c:v>
                </c:pt>
                <c:pt idx="887">
                  <c:v>43466</c:v>
                </c:pt>
                <c:pt idx="888">
                  <c:v>43467</c:v>
                </c:pt>
                <c:pt idx="889">
                  <c:v>43468</c:v>
                </c:pt>
                <c:pt idx="890">
                  <c:v>43469</c:v>
                </c:pt>
                <c:pt idx="891">
                  <c:v>43472</c:v>
                </c:pt>
                <c:pt idx="892">
                  <c:v>43473</c:v>
                </c:pt>
                <c:pt idx="893">
                  <c:v>43474</c:v>
                </c:pt>
                <c:pt idx="894">
                  <c:v>43475</c:v>
                </c:pt>
                <c:pt idx="895">
                  <c:v>43476</c:v>
                </c:pt>
                <c:pt idx="896">
                  <c:v>43479</c:v>
                </c:pt>
                <c:pt idx="897">
                  <c:v>43480</c:v>
                </c:pt>
                <c:pt idx="898">
                  <c:v>43481</c:v>
                </c:pt>
                <c:pt idx="899">
                  <c:v>43482</c:v>
                </c:pt>
                <c:pt idx="900">
                  <c:v>43483</c:v>
                </c:pt>
                <c:pt idx="901">
                  <c:v>43486</c:v>
                </c:pt>
                <c:pt idx="902">
                  <c:v>43487</c:v>
                </c:pt>
                <c:pt idx="903">
                  <c:v>43488</c:v>
                </c:pt>
                <c:pt idx="904">
                  <c:v>43489</c:v>
                </c:pt>
                <c:pt idx="905">
                  <c:v>43490</c:v>
                </c:pt>
                <c:pt idx="906">
                  <c:v>43493</c:v>
                </c:pt>
                <c:pt idx="907">
                  <c:v>43494</c:v>
                </c:pt>
                <c:pt idx="908">
                  <c:v>43495</c:v>
                </c:pt>
                <c:pt idx="909">
                  <c:v>43496</c:v>
                </c:pt>
                <c:pt idx="910">
                  <c:v>43497</c:v>
                </c:pt>
                <c:pt idx="911">
                  <c:v>43500</c:v>
                </c:pt>
                <c:pt idx="912">
                  <c:v>43501</c:v>
                </c:pt>
                <c:pt idx="913">
                  <c:v>43502</c:v>
                </c:pt>
                <c:pt idx="914">
                  <c:v>43503</c:v>
                </c:pt>
                <c:pt idx="915">
                  <c:v>43504</c:v>
                </c:pt>
                <c:pt idx="916">
                  <c:v>43507</c:v>
                </c:pt>
                <c:pt idx="917">
                  <c:v>43508</c:v>
                </c:pt>
                <c:pt idx="918">
                  <c:v>43509</c:v>
                </c:pt>
                <c:pt idx="919">
                  <c:v>43510</c:v>
                </c:pt>
                <c:pt idx="920">
                  <c:v>43511</c:v>
                </c:pt>
                <c:pt idx="921">
                  <c:v>43514</c:v>
                </c:pt>
                <c:pt idx="922">
                  <c:v>43515</c:v>
                </c:pt>
                <c:pt idx="923">
                  <c:v>43516</c:v>
                </c:pt>
                <c:pt idx="924">
                  <c:v>43517</c:v>
                </c:pt>
                <c:pt idx="925">
                  <c:v>43518</c:v>
                </c:pt>
                <c:pt idx="926">
                  <c:v>43521</c:v>
                </c:pt>
                <c:pt idx="927">
                  <c:v>43522</c:v>
                </c:pt>
                <c:pt idx="928">
                  <c:v>43524</c:v>
                </c:pt>
                <c:pt idx="929">
                  <c:v>43525</c:v>
                </c:pt>
                <c:pt idx="930">
                  <c:v>43529</c:v>
                </c:pt>
                <c:pt idx="931">
                  <c:v>43530</c:v>
                </c:pt>
                <c:pt idx="932">
                  <c:v>43531</c:v>
                </c:pt>
                <c:pt idx="933">
                  <c:v>43532</c:v>
                </c:pt>
                <c:pt idx="934">
                  <c:v>43535</c:v>
                </c:pt>
                <c:pt idx="935">
                  <c:v>43536</c:v>
                </c:pt>
                <c:pt idx="936">
                  <c:v>43538</c:v>
                </c:pt>
                <c:pt idx="937">
                  <c:v>43539</c:v>
                </c:pt>
                <c:pt idx="938">
                  <c:v>43542</c:v>
                </c:pt>
                <c:pt idx="939">
                  <c:v>43543</c:v>
                </c:pt>
                <c:pt idx="940">
                  <c:v>43544</c:v>
                </c:pt>
                <c:pt idx="941">
                  <c:v>43546</c:v>
                </c:pt>
                <c:pt idx="942">
                  <c:v>43549</c:v>
                </c:pt>
                <c:pt idx="943">
                  <c:v>43550</c:v>
                </c:pt>
                <c:pt idx="944">
                  <c:v>43551</c:v>
                </c:pt>
                <c:pt idx="945">
                  <c:v>43552</c:v>
                </c:pt>
                <c:pt idx="946">
                  <c:v>43553</c:v>
                </c:pt>
                <c:pt idx="947">
                  <c:v>43556</c:v>
                </c:pt>
                <c:pt idx="948">
                  <c:v>43558</c:v>
                </c:pt>
                <c:pt idx="949">
                  <c:v>43559</c:v>
                </c:pt>
                <c:pt idx="950">
                  <c:v>43560</c:v>
                </c:pt>
                <c:pt idx="951">
                  <c:v>43563</c:v>
                </c:pt>
                <c:pt idx="952">
                  <c:v>43564</c:v>
                </c:pt>
                <c:pt idx="953">
                  <c:v>43565</c:v>
                </c:pt>
                <c:pt idx="954">
                  <c:v>43567</c:v>
                </c:pt>
                <c:pt idx="955">
                  <c:v>43570</c:v>
                </c:pt>
                <c:pt idx="956">
                  <c:v>43571</c:v>
                </c:pt>
                <c:pt idx="957">
                  <c:v>43573</c:v>
                </c:pt>
                <c:pt idx="958">
                  <c:v>43577</c:v>
                </c:pt>
                <c:pt idx="959">
                  <c:v>43578</c:v>
                </c:pt>
                <c:pt idx="960">
                  <c:v>43579</c:v>
                </c:pt>
                <c:pt idx="961">
                  <c:v>43580</c:v>
                </c:pt>
                <c:pt idx="962">
                  <c:v>43581</c:v>
                </c:pt>
                <c:pt idx="963">
                  <c:v>43585</c:v>
                </c:pt>
                <c:pt idx="964">
                  <c:v>43587</c:v>
                </c:pt>
                <c:pt idx="965">
                  <c:v>43591</c:v>
                </c:pt>
                <c:pt idx="966">
                  <c:v>43593</c:v>
                </c:pt>
                <c:pt idx="967">
                  <c:v>43594</c:v>
                </c:pt>
                <c:pt idx="968">
                  <c:v>43595</c:v>
                </c:pt>
                <c:pt idx="969">
                  <c:v>43598</c:v>
                </c:pt>
                <c:pt idx="970">
                  <c:v>43599</c:v>
                </c:pt>
                <c:pt idx="971">
                  <c:v>43601</c:v>
                </c:pt>
                <c:pt idx="972">
                  <c:v>43605</c:v>
                </c:pt>
                <c:pt idx="973">
                  <c:v>43606</c:v>
                </c:pt>
                <c:pt idx="974">
                  <c:v>43607</c:v>
                </c:pt>
                <c:pt idx="975">
                  <c:v>43608</c:v>
                </c:pt>
                <c:pt idx="976">
                  <c:v>43609</c:v>
                </c:pt>
                <c:pt idx="977">
                  <c:v>43612</c:v>
                </c:pt>
                <c:pt idx="978">
                  <c:v>43613</c:v>
                </c:pt>
                <c:pt idx="979">
                  <c:v>43614</c:v>
                </c:pt>
                <c:pt idx="980">
                  <c:v>43615</c:v>
                </c:pt>
                <c:pt idx="981">
                  <c:v>43616</c:v>
                </c:pt>
                <c:pt idx="982">
                  <c:v>43619</c:v>
                </c:pt>
                <c:pt idx="983">
                  <c:v>43620</c:v>
                </c:pt>
                <c:pt idx="984">
                  <c:v>43622</c:v>
                </c:pt>
                <c:pt idx="985">
                  <c:v>43623</c:v>
                </c:pt>
                <c:pt idx="986">
                  <c:v>43626</c:v>
                </c:pt>
                <c:pt idx="987">
                  <c:v>43627</c:v>
                </c:pt>
                <c:pt idx="988">
                  <c:v>43628</c:v>
                </c:pt>
                <c:pt idx="989">
                  <c:v>43629</c:v>
                </c:pt>
                <c:pt idx="990">
                  <c:v>43630</c:v>
                </c:pt>
                <c:pt idx="991">
                  <c:v>43633</c:v>
                </c:pt>
                <c:pt idx="992">
                  <c:v>43634</c:v>
                </c:pt>
                <c:pt idx="993">
                  <c:v>43635</c:v>
                </c:pt>
                <c:pt idx="994">
                  <c:v>43636</c:v>
                </c:pt>
                <c:pt idx="995">
                  <c:v>43640</c:v>
                </c:pt>
                <c:pt idx="996">
                  <c:v>43641</c:v>
                </c:pt>
                <c:pt idx="997">
                  <c:v>43642</c:v>
                </c:pt>
                <c:pt idx="998">
                  <c:v>43643</c:v>
                </c:pt>
                <c:pt idx="999">
                  <c:v>43644</c:v>
                </c:pt>
                <c:pt idx="1000">
                  <c:v>43647</c:v>
                </c:pt>
                <c:pt idx="1001">
                  <c:v>43648</c:v>
                </c:pt>
                <c:pt idx="1002">
                  <c:v>43649</c:v>
                </c:pt>
                <c:pt idx="1003">
                  <c:v>43650</c:v>
                </c:pt>
                <c:pt idx="1004">
                  <c:v>43651</c:v>
                </c:pt>
                <c:pt idx="1005">
                  <c:v>43654</c:v>
                </c:pt>
                <c:pt idx="1006">
                  <c:v>43655</c:v>
                </c:pt>
                <c:pt idx="1007">
                  <c:v>43656</c:v>
                </c:pt>
                <c:pt idx="1008">
                  <c:v>43657</c:v>
                </c:pt>
                <c:pt idx="1009">
                  <c:v>43658</c:v>
                </c:pt>
                <c:pt idx="1010">
                  <c:v>43661</c:v>
                </c:pt>
                <c:pt idx="1011">
                  <c:v>43662</c:v>
                </c:pt>
                <c:pt idx="1012">
                  <c:v>43663</c:v>
                </c:pt>
                <c:pt idx="1013">
                  <c:v>43664</c:v>
                </c:pt>
                <c:pt idx="1014">
                  <c:v>43665</c:v>
                </c:pt>
                <c:pt idx="1015">
                  <c:v>43669</c:v>
                </c:pt>
                <c:pt idx="1016">
                  <c:v>43670</c:v>
                </c:pt>
                <c:pt idx="1017">
                  <c:v>43671</c:v>
                </c:pt>
                <c:pt idx="1018">
                  <c:v>43672</c:v>
                </c:pt>
                <c:pt idx="1019">
                  <c:v>43675</c:v>
                </c:pt>
                <c:pt idx="1020">
                  <c:v>43676</c:v>
                </c:pt>
                <c:pt idx="1021">
                  <c:v>43677</c:v>
                </c:pt>
                <c:pt idx="1022">
                  <c:v>43678</c:v>
                </c:pt>
                <c:pt idx="1023">
                  <c:v>43679</c:v>
                </c:pt>
                <c:pt idx="1024">
                  <c:v>43682</c:v>
                </c:pt>
                <c:pt idx="1025">
                  <c:v>43683</c:v>
                </c:pt>
                <c:pt idx="1026">
                  <c:v>43684</c:v>
                </c:pt>
                <c:pt idx="1027">
                  <c:v>43685</c:v>
                </c:pt>
                <c:pt idx="1028">
                  <c:v>43686</c:v>
                </c:pt>
                <c:pt idx="1029">
                  <c:v>43690</c:v>
                </c:pt>
                <c:pt idx="1030">
                  <c:v>43691</c:v>
                </c:pt>
                <c:pt idx="1031">
                  <c:v>43693</c:v>
                </c:pt>
                <c:pt idx="1032">
                  <c:v>43696</c:v>
                </c:pt>
                <c:pt idx="1033">
                  <c:v>43697</c:v>
                </c:pt>
                <c:pt idx="1034">
                  <c:v>43698</c:v>
                </c:pt>
                <c:pt idx="1035">
                  <c:v>43699</c:v>
                </c:pt>
                <c:pt idx="1036">
                  <c:v>43700</c:v>
                </c:pt>
                <c:pt idx="1037">
                  <c:v>43703</c:v>
                </c:pt>
                <c:pt idx="1038">
                  <c:v>43704</c:v>
                </c:pt>
                <c:pt idx="1039">
                  <c:v>43705</c:v>
                </c:pt>
                <c:pt idx="1040">
                  <c:v>43707</c:v>
                </c:pt>
                <c:pt idx="1041">
                  <c:v>43711</c:v>
                </c:pt>
                <c:pt idx="1042">
                  <c:v>43713</c:v>
                </c:pt>
                <c:pt idx="1043">
                  <c:v>43714</c:v>
                </c:pt>
                <c:pt idx="1044">
                  <c:v>43717</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43739</c:v>
                </c:pt>
                <c:pt idx="1059">
                  <c:v>43741</c:v>
                </c:pt>
                <c:pt idx="1060">
                  <c:v>43742</c:v>
                </c:pt>
                <c:pt idx="1061">
                  <c:v>43745</c:v>
                </c:pt>
                <c:pt idx="1062">
                  <c:v>43747</c:v>
                </c:pt>
                <c:pt idx="1063">
                  <c:v>43748</c:v>
                </c:pt>
                <c:pt idx="1064">
                  <c:v>43749</c:v>
                </c:pt>
                <c:pt idx="1065">
                  <c:v>43752</c:v>
                </c:pt>
                <c:pt idx="1066">
                  <c:v>43753</c:v>
                </c:pt>
                <c:pt idx="1067">
                  <c:v>43754</c:v>
                </c:pt>
                <c:pt idx="1068">
                  <c:v>43755</c:v>
                </c:pt>
                <c:pt idx="1069">
                  <c:v>43756</c:v>
                </c:pt>
                <c:pt idx="1070">
                  <c:v>43760</c:v>
                </c:pt>
                <c:pt idx="1071">
                  <c:v>43761</c:v>
                </c:pt>
                <c:pt idx="1072">
                  <c:v>43762</c:v>
                </c:pt>
                <c:pt idx="1073">
                  <c:v>43765</c:v>
                </c:pt>
                <c:pt idx="1074">
                  <c:v>43767</c:v>
                </c:pt>
                <c:pt idx="1075">
                  <c:v>43768</c:v>
                </c:pt>
                <c:pt idx="1076">
                  <c:v>43770</c:v>
                </c:pt>
                <c:pt idx="1077">
                  <c:v>43773</c:v>
                </c:pt>
                <c:pt idx="1078">
                  <c:v>43774</c:v>
                </c:pt>
                <c:pt idx="1079">
                  <c:v>43775</c:v>
                </c:pt>
                <c:pt idx="1080">
                  <c:v>43776</c:v>
                </c:pt>
                <c:pt idx="1081">
                  <c:v>43777</c:v>
                </c:pt>
                <c:pt idx="1082">
                  <c:v>43780</c:v>
                </c:pt>
                <c:pt idx="1083">
                  <c:v>43783</c:v>
                </c:pt>
                <c:pt idx="1084">
                  <c:v>43784</c:v>
                </c:pt>
                <c:pt idx="1085">
                  <c:v>43787</c:v>
                </c:pt>
                <c:pt idx="1086">
                  <c:v>43788</c:v>
                </c:pt>
                <c:pt idx="1087">
                  <c:v>43790</c:v>
                </c:pt>
                <c:pt idx="1088">
                  <c:v>43791</c:v>
                </c:pt>
                <c:pt idx="1089">
                  <c:v>43794</c:v>
                </c:pt>
                <c:pt idx="1090">
                  <c:v>43795</c:v>
                </c:pt>
                <c:pt idx="1091">
                  <c:v>43796</c:v>
                </c:pt>
                <c:pt idx="1092">
                  <c:v>43797</c:v>
                </c:pt>
                <c:pt idx="1093">
                  <c:v>43798</c:v>
                </c:pt>
                <c:pt idx="1094">
                  <c:v>43801</c:v>
                </c:pt>
                <c:pt idx="1095">
                  <c:v>43802</c:v>
                </c:pt>
                <c:pt idx="1096">
                  <c:v>43803</c:v>
                </c:pt>
                <c:pt idx="1097">
                  <c:v>43805</c:v>
                </c:pt>
                <c:pt idx="1098">
                  <c:v>43808</c:v>
                </c:pt>
                <c:pt idx="1099">
                  <c:v>43809</c:v>
                </c:pt>
                <c:pt idx="1100">
                  <c:v>43810</c:v>
                </c:pt>
                <c:pt idx="1101">
                  <c:v>43811</c:v>
                </c:pt>
                <c:pt idx="1102">
                  <c:v>43812</c:v>
                </c:pt>
                <c:pt idx="1103">
                  <c:v>43815</c:v>
                </c:pt>
                <c:pt idx="1104">
                  <c:v>43816</c:v>
                </c:pt>
                <c:pt idx="1105">
                  <c:v>43817</c:v>
                </c:pt>
                <c:pt idx="1106">
                  <c:v>43818</c:v>
                </c:pt>
                <c:pt idx="1107">
                  <c:v>43819</c:v>
                </c:pt>
                <c:pt idx="1108">
                  <c:v>43822</c:v>
                </c:pt>
                <c:pt idx="1109">
                  <c:v>43823</c:v>
                </c:pt>
                <c:pt idx="1110">
                  <c:v>43825</c:v>
                </c:pt>
                <c:pt idx="1111">
                  <c:v>43826</c:v>
                </c:pt>
                <c:pt idx="1112">
                  <c:v>43829</c:v>
                </c:pt>
                <c:pt idx="1113">
                  <c:v>43830</c:v>
                </c:pt>
                <c:pt idx="1114">
                  <c:v>43831</c:v>
                </c:pt>
                <c:pt idx="1115">
                  <c:v>43832</c:v>
                </c:pt>
                <c:pt idx="1116">
                  <c:v>43833</c:v>
                </c:pt>
                <c:pt idx="1117">
                  <c:v>43836</c:v>
                </c:pt>
                <c:pt idx="1118">
                  <c:v>43837</c:v>
                </c:pt>
                <c:pt idx="1119">
                  <c:v>43838</c:v>
                </c:pt>
                <c:pt idx="1120">
                  <c:v>43839</c:v>
                </c:pt>
                <c:pt idx="1121">
                  <c:v>43840</c:v>
                </c:pt>
                <c:pt idx="1122">
                  <c:v>43843</c:v>
                </c:pt>
                <c:pt idx="1123">
                  <c:v>43844</c:v>
                </c:pt>
                <c:pt idx="1124">
                  <c:v>43845</c:v>
                </c:pt>
                <c:pt idx="1125">
                  <c:v>43846</c:v>
                </c:pt>
                <c:pt idx="1126">
                  <c:v>43847</c:v>
                </c:pt>
                <c:pt idx="1127">
                  <c:v>43850</c:v>
                </c:pt>
                <c:pt idx="1128">
                  <c:v>43851</c:v>
                </c:pt>
                <c:pt idx="1129">
                  <c:v>43852</c:v>
                </c:pt>
                <c:pt idx="1130">
                  <c:v>43853</c:v>
                </c:pt>
                <c:pt idx="1131">
                  <c:v>43854</c:v>
                </c:pt>
                <c:pt idx="1132">
                  <c:v>43857</c:v>
                </c:pt>
                <c:pt idx="1133">
                  <c:v>43858</c:v>
                </c:pt>
                <c:pt idx="1134">
                  <c:v>43859</c:v>
                </c:pt>
                <c:pt idx="1135">
                  <c:v>43860</c:v>
                </c:pt>
                <c:pt idx="1136">
                  <c:v>43861</c:v>
                </c:pt>
                <c:pt idx="1137">
                  <c:v>43862</c:v>
                </c:pt>
                <c:pt idx="1138">
                  <c:v>43864</c:v>
                </c:pt>
                <c:pt idx="1139">
                  <c:v>43865</c:v>
                </c:pt>
                <c:pt idx="1140">
                  <c:v>43866</c:v>
                </c:pt>
                <c:pt idx="1141">
                  <c:v>43867</c:v>
                </c:pt>
                <c:pt idx="1142">
                  <c:v>43871</c:v>
                </c:pt>
                <c:pt idx="1143">
                  <c:v>43872</c:v>
                </c:pt>
                <c:pt idx="1144">
                  <c:v>43873</c:v>
                </c:pt>
                <c:pt idx="1145">
                  <c:v>43874</c:v>
                </c:pt>
                <c:pt idx="1146">
                  <c:v>43875</c:v>
                </c:pt>
                <c:pt idx="1147">
                  <c:v>43878</c:v>
                </c:pt>
                <c:pt idx="1148">
                  <c:v>43879</c:v>
                </c:pt>
                <c:pt idx="1149">
                  <c:v>43880</c:v>
                </c:pt>
                <c:pt idx="1150">
                  <c:v>43881</c:v>
                </c:pt>
                <c:pt idx="1151">
                  <c:v>43885</c:v>
                </c:pt>
                <c:pt idx="1152">
                  <c:v>43886</c:v>
                </c:pt>
                <c:pt idx="1153">
                  <c:v>43887</c:v>
                </c:pt>
                <c:pt idx="1154">
                  <c:v>43888</c:v>
                </c:pt>
                <c:pt idx="1155">
                  <c:v>43889</c:v>
                </c:pt>
                <c:pt idx="1156">
                  <c:v>43892</c:v>
                </c:pt>
                <c:pt idx="1157">
                  <c:v>43893</c:v>
                </c:pt>
                <c:pt idx="1158">
                  <c:v>43895</c:v>
                </c:pt>
                <c:pt idx="1159">
                  <c:v>43899</c:v>
                </c:pt>
                <c:pt idx="1160">
                  <c:v>43901</c:v>
                </c:pt>
                <c:pt idx="1161">
                  <c:v>43902</c:v>
                </c:pt>
                <c:pt idx="1162">
                  <c:v>43903</c:v>
                </c:pt>
                <c:pt idx="1163">
                  <c:v>43906</c:v>
                </c:pt>
                <c:pt idx="1164">
                  <c:v>43907</c:v>
                </c:pt>
                <c:pt idx="1165">
                  <c:v>43908</c:v>
                </c:pt>
                <c:pt idx="1166">
                  <c:v>43909</c:v>
                </c:pt>
                <c:pt idx="1167">
                  <c:v>43910</c:v>
                </c:pt>
                <c:pt idx="1168">
                  <c:v>43913</c:v>
                </c:pt>
                <c:pt idx="1169">
                  <c:v>43914</c:v>
                </c:pt>
                <c:pt idx="1170">
                  <c:v>43916</c:v>
                </c:pt>
                <c:pt idx="1171">
                  <c:v>43917</c:v>
                </c:pt>
                <c:pt idx="1172">
                  <c:v>43920</c:v>
                </c:pt>
                <c:pt idx="1173">
                  <c:v>43921</c:v>
                </c:pt>
                <c:pt idx="1174">
                  <c:v>43922</c:v>
                </c:pt>
                <c:pt idx="1175">
                  <c:v>43924</c:v>
                </c:pt>
                <c:pt idx="1176">
                  <c:v>43928</c:v>
                </c:pt>
                <c:pt idx="1177">
                  <c:v>43930</c:v>
                </c:pt>
                <c:pt idx="1178">
                  <c:v>43934</c:v>
                </c:pt>
                <c:pt idx="1179">
                  <c:v>43937</c:v>
                </c:pt>
                <c:pt idx="1180">
                  <c:v>43938</c:v>
                </c:pt>
                <c:pt idx="1181">
                  <c:v>43941</c:v>
                </c:pt>
                <c:pt idx="1182">
                  <c:v>43942</c:v>
                </c:pt>
                <c:pt idx="1183">
                  <c:v>43943</c:v>
                </c:pt>
                <c:pt idx="1184">
                  <c:v>43945</c:v>
                </c:pt>
                <c:pt idx="1185">
                  <c:v>43949</c:v>
                </c:pt>
                <c:pt idx="1186">
                  <c:v>43950</c:v>
                </c:pt>
                <c:pt idx="1187">
                  <c:v>43951</c:v>
                </c:pt>
                <c:pt idx="1188">
                  <c:v>43956</c:v>
                </c:pt>
                <c:pt idx="1189">
                  <c:v>43958</c:v>
                </c:pt>
                <c:pt idx="1190">
                  <c:v>43959</c:v>
                </c:pt>
                <c:pt idx="1191">
                  <c:v>43962</c:v>
                </c:pt>
                <c:pt idx="1192">
                  <c:v>43963</c:v>
                </c:pt>
                <c:pt idx="1193">
                  <c:v>43964</c:v>
                </c:pt>
                <c:pt idx="1194">
                  <c:v>43965</c:v>
                </c:pt>
                <c:pt idx="1195">
                  <c:v>43966</c:v>
                </c:pt>
                <c:pt idx="1196">
                  <c:v>43969</c:v>
                </c:pt>
                <c:pt idx="1197">
                  <c:v>43970</c:v>
                </c:pt>
                <c:pt idx="1198">
                  <c:v>43971</c:v>
                </c:pt>
                <c:pt idx="1199">
                  <c:v>43972</c:v>
                </c:pt>
                <c:pt idx="1200">
                  <c:v>43973</c:v>
                </c:pt>
                <c:pt idx="1201">
                  <c:v>43978</c:v>
                </c:pt>
                <c:pt idx="1202">
                  <c:v>43979</c:v>
                </c:pt>
                <c:pt idx="1203">
                  <c:v>43980</c:v>
                </c:pt>
                <c:pt idx="1204">
                  <c:v>43984</c:v>
                </c:pt>
                <c:pt idx="1205">
                  <c:v>43985</c:v>
                </c:pt>
                <c:pt idx="1206">
                  <c:v>43986</c:v>
                </c:pt>
                <c:pt idx="1207">
                  <c:v>43987</c:v>
                </c:pt>
                <c:pt idx="1208">
                  <c:v>43990</c:v>
                </c:pt>
                <c:pt idx="1209">
                  <c:v>43991</c:v>
                </c:pt>
                <c:pt idx="1210">
                  <c:v>43992</c:v>
                </c:pt>
                <c:pt idx="1211">
                  <c:v>43993</c:v>
                </c:pt>
                <c:pt idx="1212">
                  <c:v>43994</c:v>
                </c:pt>
                <c:pt idx="1213">
                  <c:v>43997</c:v>
                </c:pt>
                <c:pt idx="1214">
                  <c:v>43998</c:v>
                </c:pt>
                <c:pt idx="1215">
                  <c:v>43999</c:v>
                </c:pt>
                <c:pt idx="1216">
                  <c:v>44000</c:v>
                </c:pt>
                <c:pt idx="1217">
                  <c:v>44001</c:v>
                </c:pt>
                <c:pt idx="1218">
                  <c:v>44004</c:v>
                </c:pt>
                <c:pt idx="1219">
                  <c:v>44005</c:v>
                </c:pt>
                <c:pt idx="1220">
                  <c:v>44006</c:v>
                </c:pt>
                <c:pt idx="1221">
                  <c:v>44007</c:v>
                </c:pt>
                <c:pt idx="1222">
                  <c:v>44008</c:v>
                </c:pt>
                <c:pt idx="1223">
                  <c:v>44011</c:v>
                </c:pt>
                <c:pt idx="1224">
                  <c:v>44012</c:v>
                </c:pt>
                <c:pt idx="1225">
                  <c:v>44013</c:v>
                </c:pt>
                <c:pt idx="1226">
                  <c:v>44014</c:v>
                </c:pt>
                <c:pt idx="1227">
                  <c:v>44015</c:v>
                </c:pt>
                <c:pt idx="1228">
                  <c:v>44018</c:v>
                </c:pt>
                <c:pt idx="1229">
                  <c:v>44019</c:v>
                </c:pt>
                <c:pt idx="1230">
                  <c:v>44020</c:v>
                </c:pt>
                <c:pt idx="1231">
                  <c:v>44021</c:v>
                </c:pt>
                <c:pt idx="1232">
                  <c:v>44022</c:v>
                </c:pt>
                <c:pt idx="1233">
                  <c:v>44025</c:v>
                </c:pt>
                <c:pt idx="1234">
                  <c:v>44028</c:v>
                </c:pt>
                <c:pt idx="1235">
                  <c:v>44029</c:v>
                </c:pt>
                <c:pt idx="1236">
                  <c:v>44032</c:v>
                </c:pt>
                <c:pt idx="1237">
                  <c:v>44033</c:v>
                </c:pt>
                <c:pt idx="1238">
                  <c:v>44034</c:v>
                </c:pt>
                <c:pt idx="1239">
                  <c:v>44035</c:v>
                </c:pt>
                <c:pt idx="1240">
                  <c:v>44036</c:v>
                </c:pt>
                <c:pt idx="1241">
                  <c:v>44039</c:v>
                </c:pt>
                <c:pt idx="1242">
                  <c:v>44040</c:v>
                </c:pt>
                <c:pt idx="1243">
                  <c:v>44041</c:v>
                </c:pt>
                <c:pt idx="1244">
                  <c:v>44042</c:v>
                </c:pt>
                <c:pt idx="1245">
                  <c:v>44043</c:v>
                </c:pt>
                <c:pt idx="1246">
                  <c:v>44046</c:v>
                </c:pt>
                <c:pt idx="1247">
                  <c:v>44047</c:v>
                </c:pt>
                <c:pt idx="1248">
                  <c:v>44048</c:v>
                </c:pt>
                <c:pt idx="1249">
                  <c:v>44049</c:v>
                </c:pt>
                <c:pt idx="1250">
                  <c:v>44050</c:v>
                </c:pt>
                <c:pt idx="1251">
                  <c:v>44053</c:v>
                </c:pt>
                <c:pt idx="1252">
                  <c:v>44054</c:v>
                </c:pt>
                <c:pt idx="1253">
                  <c:v>44055</c:v>
                </c:pt>
                <c:pt idx="1254">
                  <c:v>44056</c:v>
                </c:pt>
                <c:pt idx="1255">
                  <c:v>44057</c:v>
                </c:pt>
                <c:pt idx="1256">
                  <c:v>44060</c:v>
                </c:pt>
                <c:pt idx="1257">
                  <c:v>44061</c:v>
                </c:pt>
                <c:pt idx="1258">
                  <c:v>44062</c:v>
                </c:pt>
                <c:pt idx="1259">
                  <c:v>44063</c:v>
                </c:pt>
                <c:pt idx="1260">
                  <c:v>44064</c:v>
                </c:pt>
                <c:pt idx="1261">
                  <c:v>44067</c:v>
                </c:pt>
                <c:pt idx="1262">
                  <c:v>44068</c:v>
                </c:pt>
                <c:pt idx="1263">
                  <c:v>44069</c:v>
                </c:pt>
                <c:pt idx="1264">
                  <c:v>44070</c:v>
                </c:pt>
                <c:pt idx="1265">
                  <c:v>44071</c:v>
                </c:pt>
                <c:pt idx="1266">
                  <c:v>44074</c:v>
                </c:pt>
                <c:pt idx="1267">
                  <c:v>44075</c:v>
                </c:pt>
                <c:pt idx="1268">
                  <c:v>44076</c:v>
                </c:pt>
                <c:pt idx="1269">
                  <c:v>44077</c:v>
                </c:pt>
                <c:pt idx="1270">
                  <c:v>44078</c:v>
                </c:pt>
                <c:pt idx="1271">
                  <c:v>44081</c:v>
                </c:pt>
                <c:pt idx="1272">
                  <c:v>44082</c:v>
                </c:pt>
                <c:pt idx="1273">
                  <c:v>44083</c:v>
                </c:pt>
                <c:pt idx="1274">
                  <c:v>44084</c:v>
                </c:pt>
                <c:pt idx="1275">
                  <c:v>44085</c:v>
                </c:pt>
                <c:pt idx="1276">
                  <c:v>44088</c:v>
                </c:pt>
                <c:pt idx="1277">
                  <c:v>44089</c:v>
                </c:pt>
                <c:pt idx="1278">
                  <c:v>44090</c:v>
                </c:pt>
                <c:pt idx="1279">
                  <c:v>44091</c:v>
                </c:pt>
                <c:pt idx="1280">
                  <c:v>44092</c:v>
                </c:pt>
                <c:pt idx="1281">
                  <c:v>44095</c:v>
                </c:pt>
                <c:pt idx="1282">
                  <c:v>44096</c:v>
                </c:pt>
                <c:pt idx="1283">
                  <c:v>44097</c:v>
                </c:pt>
                <c:pt idx="1284">
                  <c:v>44098</c:v>
                </c:pt>
                <c:pt idx="1285">
                  <c:v>44099</c:v>
                </c:pt>
                <c:pt idx="1286">
                  <c:v>44102</c:v>
                </c:pt>
                <c:pt idx="1287">
                  <c:v>44103</c:v>
                </c:pt>
                <c:pt idx="1288">
                  <c:v>44104</c:v>
                </c:pt>
                <c:pt idx="1289">
                  <c:v>44105</c:v>
                </c:pt>
                <c:pt idx="1290">
                  <c:v>44109</c:v>
                </c:pt>
                <c:pt idx="1291">
                  <c:v>44110</c:v>
                </c:pt>
                <c:pt idx="1292">
                  <c:v>44111</c:v>
                </c:pt>
                <c:pt idx="1293">
                  <c:v>44112</c:v>
                </c:pt>
                <c:pt idx="1294">
                  <c:v>44113</c:v>
                </c:pt>
                <c:pt idx="1295">
                  <c:v>44116</c:v>
                </c:pt>
                <c:pt idx="1296">
                  <c:v>44117</c:v>
                </c:pt>
                <c:pt idx="1297">
                  <c:v>44118</c:v>
                </c:pt>
                <c:pt idx="1298">
                  <c:v>44119</c:v>
                </c:pt>
                <c:pt idx="1299">
                  <c:v>44120</c:v>
                </c:pt>
                <c:pt idx="1300">
                  <c:v>44123</c:v>
                </c:pt>
                <c:pt idx="1301">
                  <c:v>44124</c:v>
                </c:pt>
                <c:pt idx="1302">
                  <c:v>44126</c:v>
                </c:pt>
                <c:pt idx="1303">
                  <c:v>44127</c:v>
                </c:pt>
                <c:pt idx="1304">
                  <c:v>44130</c:v>
                </c:pt>
                <c:pt idx="1305">
                  <c:v>44131</c:v>
                </c:pt>
                <c:pt idx="1306">
                  <c:v>44132</c:v>
                </c:pt>
                <c:pt idx="1307">
                  <c:v>44133</c:v>
                </c:pt>
                <c:pt idx="1308">
                  <c:v>44134</c:v>
                </c:pt>
                <c:pt idx="1309">
                  <c:v>44137</c:v>
                </c:pt>
                <c:pt idx="1310">
                  <c:v>44138</c:v>
                </c:pt>
                <c:pt idx="1311">
                  <c:v>44139</c:v>
                </c:pt>
                <c:pt idx="1312">
                  <c:v>44140</c:v>
                </c:pt>
                <c:pt idx="1313">
                  <c:v>44141</c:v>
                </c:pt>
                <c:pt idx="1314">
                  <c:v>44144</c:v>
                </c:pt>
                <c:pt idx="1315">
                  <c:v>44145</c:v>
                </c:pt>
                <c:pt idx="1316">
                  <c:v>44146</c:v>
                </c:pt>
                <c:pt idx="1317">
                  <c:v>44147</c:v>
                </c:pt>
                <c:pt idx="1318">
                  <c:v>44148</c:v>
                </c:pt>
                <c:pt idx="1319">
                  <c:v>44149</c:v>
                </c:pt>
                <c:pt idx="1320">
                  <c:v>44153</c:v>
                </c:pt>
                <c:pt idx="1321">
                  <c:v>44154</c:v>
                </c:pt>
                <c:pt idx="1322">
                  <c:v>44155</c:v>
                </c:pt>
                <c:pt idx="1323">
                  <c:v>44158</c:v>
                </c:pt>
                <c:pt idx="1324">
                  <c:v>44159</c:v>
                </c:pt>
                <c:pt idx="1325">
                  <c:v>44160</c:v>
                </c:pt>
                <c:pt idx="1326">
                  <c:v>44161</c:v>
                </c:pt>
                <c:pt idx="1327">
                  <c:v>44162</c:v>
                </c:pt>
                <c:pt idx="1328">
                  <c:v>44166</c:v>
                </c:pt>
                <c:pt idx="1329">
                  <c:v>44167</c:v>
                </c:pt>
                <c:pt idx="1330">
                  <c:v>44169</c:v>
                </c:pt>
                <c:pt idx="1331">
                  <c:v>44172</c:v>
                </c:pt>
                <c:pt idx="1332">
                  <c:v>44173</c:v>
                </c:pt>
                <c:pt idx="1333">
                  <c:v>44174</c:v>
                </c:pt>
                <c:pt idx="1334">
                  <c:v>44175</c:v>
                </c:pt>
                <c:pt idx="1335">
                  <c:v>44176</c:v>
                </c:pt>
                <c:pt idx="1336">
                  <c:v>44179</c:v>
                </c:pt>
                <c:pt idx="1337">
                  <c:v>44181</c:v>
                </c:pt>
                <c:pt idx="1338">
                  <c:v>44182</c:v>
                </c:pt>
                <c:pt idx="1339">
                  <c:v>44183</c:v>
                </c:pt>
                <c:pt idx="1340">
                  <c:v>44186</c:v>
                </c:pt>
                <c:pt idx="1341">
                  <c:v>44187</c:v>
                </c:pt>
                <c:pt idx="1342">
                  <c:v>44188</c:v>
                </c:pt>
                <c:pt idx="1343">
                  <c:v>44189</c:v>
                </c:pt>
                <c:pt idx="1344">
                  <c:v>44193</c:v>
                </c:pt>
                <c:pt idx="1345">
                  <c:v>44194</c:v>
                </c:pt>
                <c:pt idx="1346">
                  <c:v>44195</c:v>
                </c:pt>
                <c:pt idx="1347">
                  <c:v>44196</c:v>
                </c:pt>
                <c:pt idx="1348">
                  <c:v>44197</c:v>
                </c:pt>
                <c:pt idx="1349">
                  <c:v>44200</c:v>
                </c:pt>
                <c:pt idx="1350">
                  <c:v>44201</c:v>
                </c:pt>
                <c:pt idx="1351">
                  <c:v>44202</c:v>
                </c:pt>
                <c:pt idx="1352">
                  <c:v>44203</c:v>
                </c:pt>
                <c:pt idx="1353">
                  <c:v>44204</c:v>
                </c:pt>
                <c:pt idx="1354">
                  <c:v>44207</c:v>
                </c:pt>
                <c:pt idx="1355">
                  <c:v>44208</c:v>
                </c:pt>
                <c:pt idx="1356">
                  <c:v>44209</c:v>
                </c:pt>
                <c:pt idx="1357">
                  <c:v>44210</c:v>
                </c:pt>
                <c:pt idx="1358">
                  <c:v>44211</c:v>
                </c:pt>
                <c:pt idx="1359">
                  <c:v>44214</c:v>
                </c:pt>
                <c:pt idx="1360">
                  <c:v>44215</c:v>
                </c:pt>
                <c:pt idx="1361">
                  <c:v>44216</c:v>
                </c:pt>
                <c:pt idx="1362">
                  <c:v>44217</c:v>
                </c:pt>
                <c:pt idx="1363">
                  <c:v>44218</c:v>
                </c:pt>
                <c:pt idx="1364">
                  <c:v>44221</c:v>
                </c:pt>
                <c:pt idx="1365">
                  <c:v>44223</c:v>
                </c:pt>
                <c:pt idx="1366">
                  <c:v>44224</c:v>
                </c:pt>
                <c:pt idx="1367">
                  <c:v>44225</c:v>
                </c:pt>
                <c:pt idx="1368">
                  <c:v>44228</c:v>
                </c:pt>
                <c:pt idx="1369">
                  <c:v>44230</c:v>
                </c:pt>
                <c:pt idx="1370">
                  <c:v>44231</c:v>
                </c:pt>
                <c:pt idx="1371">
                  <c:v>44232</c:v>
                </c:pt>
                <c:pt idx="1372">
                  <c:v>44235</c:v>
                </c:pt>
                <c:pt idx="1373">
                  <c:v>44236</c:v>
                </c:pt>
                <c:pt idx="1374">
                  <c:v>44237</c:v>
                </c:pt>
                <c:pt idx="1375">
                  <c:v>44238</c:v>
                </c:pt>
                <c:pt idx="1376">
                  <c:v>44239</c:v>
                </c:pt>
                <c:pt idx="1377">
                  <c:v>44242</c:v>
                </c:pt>
                <c:pt idx="1378">
                  <c:v>44243</c:v>
                </c:pt>
                <c:pt idx="1379">
                  <c:v>44244</c:v>
                </c:pt>
                <c:pt idx="1380">
                  <c:v>44245</c:v>
                </c:pt>
                <c:pt idx="1381">
                  <c:v>44246</c:v>
                </c:pt>
                <c:pt idx="1382">
                  <c:v>44249</c:v>
                </c:pt>
                <c:pt idx="1383">
                  <c:v>44250</c:v>
                </c:pt>
                <c:pt idx="1384">
                  <c:v>44251</c:v>
                </c:pt>
                <c:pt idx="1385">
                  <c:v>44253</c:v>
                </c:pt>
                <c:pt idx="1386">
                  <c:v>44256</c:v>
                </c:pt>
                <c:pt idx="1387">
                  <c:v>44257</c:v>
                </c:pt>
                <c:pt idx="1388">
                  <c:v>44258</c:v>
                </c:pt>
                <c:pt idx="1389">
                  <c:v>44259</c:v>
                </c:pt>
                <c:pt idx="1390">
                  <c:v>44260</c:v>
                </c:pt>
                <c:pt idx="1391">
                  <c:v>44263</c:v>
                </c:pt>
                <c:pt idx="1392">
                  <c:v>44264</c:v>
                </c:pt>
                <c:pt idx="1393">
                  <c:v>44265</c:v>
                </c:pt>
                <c:pt idx="1394">
                  <c:v>44267</c:v>
                </c:pt>
                <c:pt idx="1395">
                  <c:v>44270</c:v>
                </c:pt>
                <c:pt idx="1396">
                  <c:v>44271</c:v>
                </c:pt>
                <c:pt idx="1397">
                  <c:v>44272</c:v>
                </c:pt>
                <c:pt idx="1398">
                  <c:v>44274</c:v>
                </c:pt>
                <c:pt idx="1399">
                  <c:v>44277</c:v>
                </c:pt>
                <c:pt idx="1400">
                  <c:v>44278</c:v>
                </c:pt>
                <c:pt idx="1401">
                  <c:v>44279</c:v>
                </c:pt>
                <c:pt idx="1402">
                  <c:v>44280</c:v>
                </c:pt>
                <c:pt idx="1403">
                  <c:v>44281</c:v>
                </c:pt>
                <c:pt idx="1404">
                  <c:v>44285</c:v>
                </c:pt>
                <c:pt idx="1405">
                  <c:v>44286</c:v>
                </c:pt>
                <c:pt idx="1406">
                  <c:v>44287</c:v>
                </c:pt>
                <c:pt idx="1407">
                  <c:v>44291</c:v>
                </c:pt>
                <c:pt idx="1408">
                  <c:v>44292</c:v>
                </c:pt>
                <c:pt idx="1409">
                  <c:v>44294</c:v>
                </c:pt>
                <c:pt idx="1410">
                  <c:v>44295</c:v>
                </c:pt>
                <c:pt idx="1411">
                  <c:v>44298</c:v>
                </c:pt>
                <c:pt idx="1412">
                  <c:v>44301</c:v>
                </c:pt>
                <c:pt idx="1413">
                  <c:v>44302</c:v>
                </c:pt>
                <c:pt idx="1414">
                  <c:v>44305</c:v>
                </c:pt>
                <c:pt idx="1415">
                  <c:v>44306</c:v>
                </c:pt>
                <c:pt idx="1416">
                  <c:v>44308</c:v>
                </c:pt>
                <c:pt idx="1417">
                  <c:v>44309</c:v>
                </c:pt>
                <c:pt idx="1418">
                  <c:v>44314</c:v>
                </c:pt>
                <c:pt idx="1419">
                  <c:v>44315</c:v>
                </c:pt>
                <c:pt idx="1420">
                  <c:v>44316</c:v>
                </c:pt>
                <c:pt idx="1421">
                  <c:v>44319</c:v>
                </c:pt>
                <c:pt idx="1422">
                  <c:v>44321</c:v>
                </c:pt>
                <c:pt idx="1423">
                  <c:v>44322</c:v>
                </c:pt>
                <c:pt idx="1424">
                  <c:v>44323</c:v>
                </c:pt>
                <c:pt idx="1425">
                  <c:v>44326</c:v>
                </c:pt>
                <c:pt idx="1426">
                  <c:v>44327</c:v>
                </c:pt>
                <c:pt idx="1427">
                  <c:v>44328</c:v>
                </c:pt>
                <c:pt idx="1428">
                  <c:v>44330</c:v>
                </c:pt>
                <c:pt idx="1429">
                  <c:v>44333</c:v>
                </c:pt>
                <c:pt idx="1430">
                  <c:v>44334</c:v>
                </c:pt>
                <c:pt idx="1431">
                  <c:v>44335</c:v>
                </c:pt>
                <c:pt idx="1432">
                  <c:v>44336</c:v>
                </c:pt>
                <c:pt idx="1433">
                  <c:v>44337</c:v>
                </c:pt>
                <c:pt idx="1434">
                  <c:v>44340</c:v>
                </c:pt>
                <c:pt idx="1435">
                  <c:v>44341</c:v>
                </c:pt>
                <c:pt idx="1436">
                  <c:v>44342</c:v>
                </c:pt>
                <c:pt idx="1437">
                  <c:v>44344</c:v>
                </c:pt>
                <c:pt idx="1438">
                  <c:v>44347</c:v>
                </c:pt>
                <c:pt idx="1439">
                  <c:v>44348</c:v>
                </c:pt>
                <c:pt idx="1440">
                  <c:v>44349</c:v>
                </c:pt>
                <c:pt idx="1441">
                  <c:v>44350</c:v>
                </c:pt>
                <c:pt idx="1442">
                  <c:v>44351</c:v>
                </c:pt>
                <c:pt idx="1443">
                  <c:v>44354</c:v>
                </c:pt>
                <c:pt idx="1444">
                  <c:v>44355</c:v>
                </c:pt>
                <c:pt idx="1445">
                  <c:v>44357</c:v>
                </c:pt>
                <c:pt idx="1446">
                  <c:v>44358</c:v>
                </c:pt>
                <c:pt idx="1447">
                  <c:v>44361</c:v>
                </c:pt>
                <c:pt idx="1448">
                  <c:v>44362</c:v>
                </c:pt>
                <c:pt idx="1449">
                  <c:v>44363</c:v>
                </c:pt>
                <c:pt idx="1450">
                  <c:v>44364</c:v>
                </c:pt>
                <c:pt idx="1451">
                  <c:v>44365</c:v>
                </c:pt>
                <c:pt idx="1452">
                  <c:v>44368</c:v>
                </c:pt>
                <c:pt idx="1453">
                  <c:v>44369</c:v>
                </c:pt>
                <c:pt idx="1454">
                  <c:v>44370</c:v>
                </c:pt>
                <c:pt idx="1455">
                  <c:v>44371</c:v>
                </c:pt>
                <c:pt idx="1456">
                  <c:v>44372</c:v>
                </c:pt>
                <c:pt idx="1457">
                  <c:v>44375</c:v>
                </c:pt>
                <c:pt idx="1458">
                  <c:v>44376</c:v>
                </c:pt>
                <c:pt idx="1459">
                  <c:v>44377</c:v>
                </c:pt>
                <c:pt idx="1460">
                  <c:v>44378</c:v>
                </c:pt>
                <c:pt idx="1461">
                  <c:v>44379</c:v>
                </c:pt>
                <c:pt idx="1462">
                  <c:v>44382</c:v>
                </c:pt>
                <c:pt idx="1463">
                  <c:v>44383</c:v>
                </c:pt>
                <c:pt idx="1464">
                  <c:v>44384</c:v>
                </c:pt>
                <c:pt idx="1465">
                  <c:v>44385</c:v>
                </c:pt>
                <c:pt idx="1466">
                  <c:v>44386</c:v>
                </c:pt>
                <c:pt idx="1467">
                  <c:v>44389</c:v>
                </c:pt>
                <c:pt idx="1468">
                  <c:v>44390</c:v>
                </c:pt>
                <c:pt idx="1469">
                  <c:v>44391</c:v>
                </c:pt>
                <c:pt idx="1470">
                  <c:v>44392</c:v>
                </c:pt>
                <c:pt idx="1471">
                  <c:v>44393</c:v>
                </c:pt>
                <c:pt idx="1472">
                  <c:v>44396</c:v>
                </c:pt>
                <c:pt idx="1473">
                  <c:v>44397</c:v>
                </c:pt>
                <c:pt idx="1474">
                  <c:v>44399</c:v>
                </c:pt>
                <c:pt idx="1475">
                  <c:v>44400</c:v>
                </c:pt>
                <c:pt idx="1476">
                  <c:v>44403</c:v>
                </c:pt>
                <c:pt idx="1477">
                  <c:v>44404</c:v>
                </c:pt>
                <c:pt idx="1478">
                  <c:v>44405</c:v>
                </c:pt>
                <c:pt idx="1479">
                  <c:v>44406</c:v>
                </c:pt>
                <c:pt idx="1480">
                  <c:v>44410</c:v>
                </c:pt>
                <c:pt idx="1481">
                  <c:v>44411</c:v>
                </c:pt>
                <c:pt idx="1482">
                  <c:v>44412</c:v>
                </c:pt>
                <c:pt idx="1483">
                  <c:v>44413</c:v>
                </c:pt>
                <c:pt idx="1484">
                  <c:v>44414</c:v>
                </c:pt>
                <c:pt idx="1485">
                  <c:v>44417</c:v>
                </c:pt>
                <c:pt idx="1486">
                  <c:v>44418</c:v>
                </c:pt>
                <c:pt idx="1487">
                  <c:v>44419</c:v>
                </c:pt>
                <c:pt idx="1488">
                  <c:v>44420</c:v>
                </c:pt>
                <c:pt idx="1489">
                  <c:v>44421</c:v>
                </c:pt>
                <c:pt idx="1490">
                  <c:v>44424</c:v>
                </c:pt>
                <c:pt idx="1491">
                  <c:v>44425</c:v>
                </c:pt>
                <c:pt idx="1492">
                  <c:v>44426</c:v>
                </c:pt>
                <c:pt idx="1493">
                  <c:v>44428</c:v>
                </c:pt>
                <c:pt idx="1494">
                  <c:v>44431</c:v>
                </c:pt>
                <c:pt idx="1495">
                  <c:v>44432</c:v>
                </c:pt>
                <c:pt idx="1496">
                  <c:v>44433</c:v>
                </c:pt>
                <c:pt idx="1497">
                  <c:v>44438</c:v>
                </c:pt>
                <c:pt idx="1498">
                  <c:v>44440</c:v>
                </c:pt>
                <c:pt idx="1499">
                  <c:v>44441</c:v>
                </c:pt>
                <c:pt idx="1500">
                  <c:v>44442</c:v>
                </c:pt>
                <c:pt idx="1501">
                  <c:v>44445</c:v>
                </c:pt>
                <c:pt idx="1502">
                  <c:v>44446</c:v>
                </c:pt>
                <c:pt idx="1503">
                  <c:v>44447</c:v>
                </c:pt>
                <c:pt idx="1504">
                  <c:v>44448</c:v>
                </c:pt>
                <c:pt idx="1505">
                  <c:v>44452</c:v>
                </c:pt>
                <c:pt idx="1506">
                  <c:v>44453</c:v>
                </c:pt>
                <c:pt idx="1507">
                  <c:v>44454</c:v>
                </c:pt>
                <c:pt idx="1508">
                  <c:v>44455</c:v>
                </c:pt>
                <c:pt idx="1509">
                  <c:v>44456</c:v>
                </c:pt>
                <c:pt idx="1510">
                  <c:v>44461</c:v>
                </c:pt>
                <c:pt idx="1511">
                  <c:v>44462</c:v>
                </c:pt>
                <c:pt idx="1512">
                  <c:v>44463</c:v>
                </c:pt>
                <c:pt idx="1513">
                  <c:v>44466</c:v>
                </c:pt>
                <c:pt idx="1514">
                  <c:v>44467</c:v>
                </c:pt>
                <c:pt idx="1515">
                  <c:v>44468</c:v>
                </c:pt>
                <c:pt idx="1516">
                  <c:v>44469</c:v>
                </c:pt>
                <c:pt idx="1517">
                  <c:v>44470</c:v>
                </c:pt>
                <c:pt idx="1518">
                  <c:v>44473</c:v>
                </c:pt>
                <c:pt idx="1519">
                  <c:v>44474</c:v>
                </c:pt>
                <c:pt idx="1520">
                  <c:v>44475</c:v>
                </c:pt>
                <c:pt idx="1521">
                  <c:v>44476</c:v>
                </c:pt>
                <c:pt idx="1522">
                  <c:v>44477</c:v>
                </c:pt>
                <c:pt idx="1523">
                  <c:v>44480</c:v>
                </c:pt>
                <c:pt idx="1524">
                  <c:v>44481</c:v>
                </c:pt>
                <c:pt idx="1525">
                  <c:v>44482</c:v>
                </c:pt>
                <c:pt idx="1526">
                  <c:v>44483</c:v>
                </c:pt>
                <c:pt idx="1527">
                  <c:v>44487</c:v>
                </c:pt>
                <c:pt idx="1528">
                  <c:v>44488</c:v>
                </c:pt>
                <c:pt idx="1529">
                  <c:v>44489</c:v>
                </c:pt>
                <c:pt idx="1530">
                  <c:v>44490</c:v>
                </c:pt>
                <c:pt idx="1531">
                  <c:v>44491</c:v>
                </c:pt>
                <c:pt idx="1532">
                  <c:v>44495</c:v>
                </c:pt>
                <c:pt idx="1533">
                  <c:v>44497</c:v>
                </c:pt>
                <c:pt idx="1534">
                  <c:v>44498</c:v>
                </c:pt>
                <c:pt idx="1535">
                  <c:v>44501</c:v>
                </c:pt>
                <c:pt idx="1536">
                  <c:v>44502</c:v>
                </c:pt>
                <c:pt idx="1537">
                  <c:v>44503</c:v>
                </c:pt>
                <c:pt idx="1538">
                  <c:v>44504</c:v>
                </c:pt>
                <c:pt idx="1539">
                  <c:v>44508</c:v>
                </c:pt>
                <c:pt idx="1540">
                  <c:v>44509</c:v>
                </c:pt>
                <c:pt idx="1541">
                  <c:v>44510</c:v>
                </c:pt>
                <c:pt idx="1542">
                  <c:v>44511</c:v>
                </c:pt>
                <c:pt idx="1543">
                  <c:v>44512</c:v>
                </c:pt>
                <c:pt idx="1544">
                  <c:v>44517</c:v>
                </c:pt>
                <c:pt idx="1545">
                  <c:v>44518</c:v>
                </c:pt>
                <c:pt idx="1546">
                  <c:v>44522</c:v>
                </c:pt>
                <c:pt idx="1547">
                  <c:v>44523</c:v>
                </c:pt>
                <c:pt idx="1548">
                  <c:v>44524</c:v>
                </c:pt>
                <c:pt idx="1549">
                  <c:v>44525</c:v>
                </c:pt>
                <c:pt idx="1550">
                  <c:v>44526</c:v>
                </c:pt>
                <c:pt idx="1551">
                  <c:v>44529</c:v>
                </c:pt>
                <c:pt idx="1552">
                  <c:v>44530</c:v>
                </c:pt>
                <c:pt idx="1553">
                  <c:v>44532</c:v>
                </c:pt>
                <c:pt idx="1554">
                  <c:v>44533</c:v>
                </c:pt>
                <c:pt idx="1555">
                  <c:v>44536</c:v>
                </c:pt>
                <c:pt idx="1556">
                  <c:v>44537</c:v>
                </c:pt>
                <c:pt idx="1557">
                  <c:v>44538</c:v>
                </c:pt>
                <c:pt idx="1558">
                  <c:v>44539</c:v>
                </c:pt>
                <c:pt idx="1559">
                  <c:v>44540</c:v>
                </c:pt>
                <c:pt idx="1560">
                  <c:v>44543</c:v>
                </c:pt>
                <c:pt idx="1561">
                  <c:v>44544</c:v>
                </c:pt>
                <c:pt idx="1562">
                  <c:v>44545</c:v>
                </c:pt>
                <c:pt idx="1563">
                  <c:v>44546</c:v>
                </c:pt>
                <c:pt idx="1564">
                  <c:v>44547</c:v>
                </c:pt>
                <c:pt idx="1565">
                  <c:v>44550</c:v>
                </c:pt>
                <c:pt idx="1566">
                  <c:v>44552</c:v>
                </c:pt>
                <c:pt idx="1567">
                  <c:v>44554</c:v>
                </c:pt>
                <c:pt idx="1568">
                  <c:v>44557</c:v>
                </c:pt>
                <c:pt idx="1569">
                  <c:v>44558</c:v>
                </c:pt>
                <c:pt idx="1570">
                  <c:v>44559</c:v>
                </c:pt>
                <c:pt idx="1571">
                  <c:v>44560</c:v>
                </c:pt>
                <c:pt idx="1572">
                  <c:v>44561</c:v>
                </c:pt>
                <c:pt idx="1573">
                  <c:v>44564</c:v>
                </c:pt>
                <c:pt idx="1574">
                  <c:v>44565</c:v>
                </c:pt>
                <c:pt idx="1575">
                  <c:v>44566</c:v>
                </c:pt>
                <c:pt idx="1576">
                  <c:v>44567</c:v>
                </c:pt>
                <c:pt idx="1577">
                  <c:v>44568</c:v>
                </c:pt>
                <c:pt idx="1578">
                  <c:v>44571</c:v>
                </c:pt>
                <c:pt idx="1579">
                  <c:v>44572</c:v>
                </c:pt>
                <c:pt idx="1580">
                  <c:v>44573</c:v>
                </c:pt>
                <c:pt idx="1581">
                  <c:v>44574</c:v>
                </c:pt>
                <c:pt idx="1582">
                  <c:v>44575</c:v>
                </c:pt>
                <c:pt idx="1583">
                  <c:v>44578</c:v>
                </c:pt>
                <c:pt idx="1584">
                  <c:v>44579</c:v>
                </c:pt>
                <c:pt idx="1585">
                  <c:v>44580</c:v>
                </c:pt>
                <c:pt idx="1586">
                  <c:v>44581</c:v>
                </c:pt>
                <c:pt idx="1587">
                  <c:v>44582</c:v>
                </c:pt>
                <c:pt idx="1588">
                  <c:v>44585</c:v>
                </c:pt>
                <c:pt idx="1589">
                  <c:v>44588</c:v>
                </c:pt>
                <c:pt idx="1590">
                  <c:v>44589</c:v>
                </c:pt>
                <c:pt idx="1591">
                  <c:v>44592</c:v>
                </c:pt>
                <c:pt idx="1592">
                  <c:v>44593</c:v>
                </c:pt>
                <c:pt idx="1593">
                  <c:v>44594</c:v>
                </c:pt>
                <c:pt idx="1594">
                  <c:v>44595</c:v>
                </c:pt>
                <c:pt idx="1595">
                  <c:v>44596</c:v>
                </c:pt>
                <c:pt idx="1596">
                  <c:v>44600</c:v>
                </c:pt>
                <c:pt idx="1597">
                  <c:v>44601</c:v>
                </c:pt>
                <c:pt idx="1598">
                  <c:v>44602</c:v>
                </c:pt>
                <c:pt idx="1599">
                  <c:v>44603</c:v>
                </c:pt>
                <c:pt idx="1600">
                  <c:v>44606</c:v>
                </c:pt>
                <c:pt idx="1601">
                  <c:v>44607</c:v>
                </c:pt>
                <c:pt idx="1602">
                  <c:v>44608</c:v>
                </c:pt>
                <c:pt idx="1603">
                  <c:v>44609</c:v>
                </c:pt>
                <c:pt idx="1604">
                  <c:v>44610</c:v>
                </c:pt>
                <c:pt idx="1605">
                  <c:v>44613</c:v>
                </c:pt>
                <c:pt idx="1606">
                  <c:v>44614</c:v>
                </c:pt>
                <c:pt idx="1607">
                  <c:v>44615</c:v>
                </c:pt>
                <c:pt idx="1608">
                  <c:v>44616</c:v>
                </c:pt>
                <c:pt idx="1609">
                  <c:v>44617</c:v>
                </c:pt>
                <c:pt idx="1610">
                  <c:v>44622</c:v>
                </c:pt>
                <c:pt idx="1611">
                  <c:v>44623</c:v>
                </c:pt>
                <c:pt idx="1612">
                  <c:v>44624</c:v>
                </c:pt>
                <c:pt idx="1613">
                  <c:v>44627</c:v>
                </c:pt>
                <c:pt idx="1614">
                  <c:v>44628</c:v>
                </c:pt>
                <c:pt idx="1615">
                  <c:v>44629</c:v>
                </c:pt>
                <c:pt idx="1616">
                  <c:v>44630</c:v>
                </c:pt>
                <c:pt idx="1617">
                  <c:v>44631</c:v>
                </c:pt>
                <c:pt idx="1618">
                  <c:v>44634</c:v>
                </c:pt>
                <c:pt idx="1619">
                  <c:v>44635</c:v>
                </c:pt>
                <c:pt idx="1620">
                  <c:v>44636</c:v>
                </c:pt>
                <c:pt idx="1621">
                  <c:v>44637</c:v>
                </c:pt>
                <c:pt idx="1622">
                  <c:v>44642</c:v>
                </c:pt>
                <c:pt idx="1623">
                  <c:v>44643</c:v>
                </c:pt>
                <c:pt idx="1624">
                  <c:v>44644</c:v>
                </c:pt>
                <c:pt idx="1625">
                  <c:v>44645</c:v>
                </c:pt>
                <c:pt idx="1626">
                  <c:v>44648</c:v>
                </c:pt>
                <c:pt idx="1627">
                  <c:v>44649</c:v>
                </c:pt>
                <c:pt idx="1628">
                  <c:v>44650</c:v>
                </c:pt>
                <c:pt idx="1629">
                  <c:v>44651</c:v>
                </c:pt>
                <c:pt idx="1630">
                  <c:v>44652</c:v>
                </c:pt>
                <c:pt idx="1631">
                  <c:v>44655</c:v>
                </c:pt>
                <c:pt idx="1632">
                  <c:v>44657</c:v>
                </c:pt>
                <c:pt idx="1633">
                  <c:v>44658</c:v>
                </c:pt>
                <c:pt idx="1634">
                  <c:v>44659</c:v>
                </c:pt>
                <c:pt idx="1635">
                  <c:v>44662</c:v>
                </c:pt>
                <c:pt idx="1636">
                  <c:v>44663</c:v>
                </c:pt>
                <c:pt idx="1637">
                  <c:v>44664</c:v>
                </c:pt>
                <c:pt idx="1638">
                  <c:v>44669</c:v>
                </c:pt>
                <c:pt idx="1639">
                  <c:v>44672</c:v>
                </c:pt>
                <c:pt idx="1640">
                  <c:v>44673</c:v>
                </c:pt>
                <c:pt idx="1641">
                  <c:v>44676</c:v>
                </c:pt>
                <c:pt idx="1642">
                  <c:v>44677</c:v>
                </c:pt>
                <c:pt idx="1643">
                  <c:v>44678</c:v>
                </c:pt>
                <c:pt idx="1644">
                  <c:v>44679</c:v>
                </c:pt>
                <c:pt idx="1645">
                  <c:v>44680</c:v>
                </c:pt>
                <c:pt idx="1646">
                  <c:v>44683</c:v>
                </c:pt>
                <c:pt idx="1647">
                  <c:v>44685</c:v>
                </c:pt>
                <c:pt idx="1648">
                  <c:v>44686</c:v>
                </c:pt>
                <c:pt idx="1649">
                  <c:v>44687</c:v>
                </c:pt>
                <c:pt idx="1650">
                  <c:v>44691</c:v>
                </c:pt>
                <c:pt idx="1651">
                  <c:v>44692</c:v>
                </c:pt>
                <c:pt idx="1652">
                  <c:v>44693</c:v>
                </c:pt>
                <c:pt idx="1653">
                  <c:v>44694</c:v>
                </c:pt>
                <c:pt idx="1654">
                  <c:v>44697</c:v>
                </c:pt>
                <c:pt idx="1655">
                  <c:v>44698</c:v>
                </c:pt>
                <c:pt idx="1656">
                  <c:v>44699</c:v>
                </c:pt>
                <c:pt idx="1657">
                  <c:v>44700</c:v>
                </c:pt>
                <c:pt idx="1658">
                  <c:v>44704</c:v>
                </c:pt>
                <c:pt idx="1659">
                  <c:v>44705</c:v>
                </c:pt>
                <c:pt idx="1660">
                  <c:v>44706</c:v>
                </c:pt>
                <c:pt idx="1661">
                  <c:v>44707</c:v>
                </c:pt>
                <c:pt idx="1662">
                  <c:v>44708</c:v>
                </c:pt>
                <c:pt idx="1663">
                  <c:v>44711</c:v>
                </c:pt>
                <c:pt idx="1664">
                  <c:v>44712</c:v>
                </c:pt>
                <c:pt idx="1665">
                  <c:v>44713</c:v>
                </c:pt>
                <c:pt idx="1666">
                  <c:v>44714</c:v>
                </c:pt>
                <c:pt idx="1667">
                  <c:v>44715</c:v>
                </c:pt>
                <c:pt idx="1668">
                  <c:v>44718</c:v>
                </c:pt>
                <c:pt idx="1669">
                  <c:v>44719</c:v>
                </c:pt>
                <c:pt idx="1670">
                  <c:v>44720</c:v>
                </c:pt>
                <c:pt idx="1671">
                  <c:v>44721</c:v>
                </c:pt>
                <c:pt idx="1672">
                  <c:v>44722</c:v>
                </c:pt>
                <c:pt idx="1673">
                  <c:v>44725</c:v>
                </c:pt>
                <c:pt idx="1674">
                  <c:v>44726</c:v>
                </c:pt>
                <c:pt idx="1675">
                  <c:v>44727</c:v>
                </c:pt>
                <c:pt idx="1676">
                  <c:v>44728</c:v>
                </c:pt>
                <c:pt idx="1677">
                  <c:v>44729</c:v>
                </c:pt>
                <c:pt idx="1678">
                  <c:v>44732</c:v>
                </c:pt>
                <c:pt idx="1679">
                  <c:v>44733</c:v>
                </c:pt>
                <c:pt idx="1680">
                  <c:v>44734</c:v>
                </c:pt>
                <c:pt idx="1681">
                  <c:v>44735</c:v>
                </c:pt>
                <c:pt idx="1682">
                  <c:v>44736</c:v>
                </c:pt>
                <c:pt idx="1683">
                  <c:v>44739</c:v>
                </c:pt>
                <c:pt idx="1684">
                  <c:v>44740</c:v>
                </c:pt>
                <c:pt idx="1685">
                  <c:v>44741</c:v>
                </c:pt>
                <c:pt idx="1686">
                  <c:v>44742</c:v>
                </c:pt>
                <c:pt idx="1687">
                  <c:v>44743</c:v>
                </c:pt>
                <c:pt idx="1688">
                  <c:v>44746</c:v>
                </c:pt>
                <c:pt idx="1689">
                  <c:v>44747</c:v>
                </c:pt>
                <c:pt idx="1690">
                  <c:v>44748</c:v>
                </c:pt>
                <c:pt idx="1691">
                  <c:v>44749</c:v>
                </c:pt>
                <c:pt idx="1692">
                  <c:v>44750</c:v>
                </c:pt>
                <c:pt idx="1693">
                  <c:v>44753</c:v>
                </c:pt>
                <c:pt idx="1694">
                  <c:v>44754</c:v>
                </c:pt>
                <c:pt idx="1695">
                  <c:v>44755</c:v>
                </c:pt>
                <c:pt idx="1696">
                  <c:v>44756</c:v>
                </c:pt>
                <c:pt idx="1697">
                  <c:v>44757</c:v>
                </c:pt>
                <c:pt idx="1698">
                  <c:v>44761</c:v>
                </c:pt>
                <c:pt idx="1699">
                  <c:v>44762</c:v>
                </c:pt>
                <c:pt idx="1700">
                  <c:v>44763</c:v>
                </c:pt>
                <c:pt idx="1701">
                  <c:v>44764</c:v>
                </c:pt>
                <c:pt idx="1702">
                  <c:v>44767</c:v>
                </c:pt>
                <c:pt idx="1703">
                  <c:v>44768</c:v>
                </c:pt>
                <c:pt idx="1704">
                  <c:v>44769</c:v>
                </c:pt>
                <c:pt idx="1705">
                  <c:v>44770</c:v>
                </c:pt>
                <c:pt idx="1706">
                  <c:v>44771</c:v>
                </c:pt>
                <c:pt idx="1707">
                  <c:v>44774</c:v>
                </c:pt>
                <c:pt idx="1708">
                  <c:v>44775</c:v>
                </c:pt>
                <c:pt idx="1709">
                  <c:v>44776</c:v>
                </c:pt>
                <c:pt idx="1710">
                  <c:v>44777</c:v>
                </c:pt>
                <c:pt idx="1711">
                  <c:v>44778</c:v>
                </c:pt>
                <c:pt idx="1712">
                  <c:v>44781</c:v>
                </c:pt>
                <c:pt idx="1713">
                  <c:v>44783</c:v>
                </c:pt>
                <c:pt idx="1714">
                  <c:v>44785</c:v>
                </c:pt>
                <c:pt idx="1715">
                  <c:v>44789</c:v>
                </c:pt>
                <c:pt idx="1716">
                  <c:v>44790</c:v>
                </c:pt>
                <c:pt idx="1717">
                  <c:v>44795</c:v>
                </c:pt>
                <c:pt idx="1718">
                  <c:v>44796</c:v>
                </c:pt>
                <c:pt idx="1719">
                  <c:v>44797</c:v>
                </c:pt>
                <c:pt idx="1720">
                  <c:v>44798</c:v>
                </c:pt>
                <c:pt idx="1721">
                  <c:v>44799</c:v>
                </c:pt>
                <c:pt idx="1722">
                  <c:v>44802</c:v>
                </c:pt>
                <c:pt idx="1723">
                  <c:v>44803</c:v>
                </c:pt>
                <c:pt idx="1724">
                  <c:v>44805</c:v>
                </c:pt>
                <c:pt idx="1725">
                  <c:v>44806</c:v>
                </c:pt>
                <c:pt idx="1726">
                  <c:v>44809</c:v>
                </c:pt>
                <c:pt idx="1727">
                  <c:v>44811</c:v>
                </c:pt>
                <c:pt idx="1728">
                  <c:v>44812</c:v>
                </c:pt>
                <c:pt idx="1729">
                  <c:v>44813</c:v>
                </c:pt>
                <c:pt idx="1730">
                  <c:v>44816</c:v>
                </c:pt>
                <c:pt idx="1731">
                  <c:v>44817</c:v>
                </c:pt>
                <c:pt idx="1732">
                  <c:v>44818</c:v>
                </c:pt>
                <c:pt idx="1733">
                  <c:v>44819</c:v>
                </c:pt>
                <c:pt idx="1734">
                  <c:v>44820</c:v>
                </c:pt>
                <c:pt idx="1735">
                  <c:v>44823</c:v>
                </c:pt>
                <c:pt idx="1736">
                  <c:v>44824</c:v>
                </c:pt>
                <c:pt idx="1737">
                  <c:v>44825</c:v>
                </c:pt>
                <c:pt idx="1738">
                  <c:v>44826</c:v>
                </c:pt>
                <c:pt idx="1739">
                  <c:v>44827</c:v>
                </c:pt>
                <c:pt idx="1740">
                  <c:v>44830</c:v>
                </c:pt>
                <c:pt idx="1741">
                  <c:v>44831</c:v>
                </c:pt>
                <c:pt idx="1742">
                  <c:v>44832</c:v>
                </c:pt>
                <c:pt idx="1743">
                  <c:v>44833</c:v>
                </c:pt>
                <c:pt idx="1744">
                  <c:v>44834</c:v>
                </c:pt>
                <c:pt idx="1745">
                  <c:v>44837</c:v>
                </c:pt>
                <c:pt idx="1746">
                  <c:v>44838</c:v>
                </c:pt>
                <c:pt idx="1747">
                  <c:v>44840</c:v>
                </c:pt>
                <c:pt idx="1748">
                  <c:v>44841</c:v>
                </c:pt>
                <c:pt idx="1749">
                  <c:v>44844</c:v>
                </c:pt>
                <c:pt idx="1750">
                  <c:v>44846</c:v>
                </c:pt>
                <c:pt idx="1751">
                  <c:v>44847</c:v>
                </c:pt>
                <c:pt idx="1752">
                  <c:v>44848</c:v>
                </c:pt>
                <c:pt idx="1753">
                  <c:v>44851</c:v>
                </c:pt>
                <c:pt idx="1754">
                  <c:v>44852</c:v>
                </c:pt>
                <c:pt idx="1755">
                  <c:v>44853</c:v>
                </c:pt>
                <c:pt idx="1756">
                  <c:v>44854</c:v>
                </c:pt>
                <c:pt idx="1757">
                  <c:v>44855</c:v>
                </c:pt>
                <c:pt idx="1758">
                  <c:v>44858</c:v>
                </c:pt>
                <c:pt idx="1759">
                  <c:v>44859</c:v>
                </c:pt>
                <c:pt idx="1760">
                  <c:v>44861</c:v>
                </c:pt>
                <c:pt idx="1761">
                  <c:v>44865</c:v>
                </c:pt>
                <c:pt idx="1762">
                  <c:v>44867</c:v>
                </c:pt>
                <c:pt idx="1763">
                  <c:v>44868</c:v>
                </c:pt>
                <c:pt idx="1764">
                  <c:v>44869</c:v>
                </c:pt>
                <c:pt idx="1765">
                  <c:v>44872</c:v>
                </c:pt>
                <c:pt idx="1766">
                  <c:v>44874</c:v>
                </c:pt>
                <c:pt idx="1767">
                  <c:v>44875</c:v>
                </c:pt>
                <c:pt idx="1768">
                  <c:v>44876</c:v>
                </c:pt>
                <c:pt idx="1769">
                  <c:v>44879</c:v>
                </c:pt>
                <c:pt idx="1770">
                  <c:v>44881</c:v>
                </c:pt>
                <c:pt idx="1771">
                  <c:v>44882</c:v>
                </c:pt>
                <c:pt idx="1772">
                  <c:v>44883</c:v>
                </c:pt>
                <c:pt idx="1773">
                  <c:v>44886</c:v>
                </c:pt>
                <c:pt idx="1774">
                  <c:v>44887</c:v>
                </c:pt>
                <c:pt idx="1775">
                  <c:v>44888</c:v>
                </c:pt>
                <c:pt idx="1776">
                  <c:v>44889</c:v>
                </c:pt>
                <c:pt idx="1777">
                  <c:v>44890</c:v>
                </c:pt>
                <c:pt idx="1778">
                  <c:v>44893</c:v>
                </c:pt>
                <c:pt idx="1779">
                  <c:v>44894</c:v>
                </c:pt>
                <c:pt idx="1780">
                  <c:v>44895</c:v>
                </c:pt>
                <c:pt idx="1781">
                  <c:v>44896</c:v>
                </c:pt>
                <c:pt idx="1782">
                  <c:v>44897</c:v>
                </c:pt>
                <c:pt idx="1783">
                  <c:v>44900</c:v>
                </c:pt>
                <c:pt idx="1784">
                  <c:v>44901</c:v>
                </c:pt>
                <c:pt idx="1785">
                  <c:v>44902</c:v>
                </c:pt>
                <c:pt idx="1786">
                  <c:v>44903</c:v>
                </c:pt>
                <c:pt idx="1787">
                  <c:v>44904</c:v>
                </c:pt>
                <c:pt idx="1788">
                  <c:v>44907</c:v>
                </c:pt>
                <c:pt idx="1789">
                  <c:v>44908</c:v>
                </c:pt>
                <c:pt idx="1790">
                  <c:v>44909</c:v>
                </c:pt>
                <c:pt idx="1791">
                  <c:v>44910</c:v>
                </c:pt>
                <c:pt idx="1792">
                  <c:v>44911</c:v>
                </c:pt>
                <c:pt idx="1793">
                  <c:v>44914</c:v>
                </c:pt>
                <c:pt idx="1794">
                  <c:v>44915</c:v>
                </c:pt>
                <c:pt idx="1795">
                  <c:v>44916</c:v>
                </c:pt>
                <c:pt idx="1796">
                  <c:v>44917</c:v>
                </c:pt>
                <c:pt idx="1797">
                  <c:v>44918</c:v>
                </c:pt>
                <c:pt idx="1798">
                  <c:v>44921</c:v>
                </c:pt>
                <c:pt idx="1799">
                  <c:v>44922</c:v>
                </c:pt>
                <c:pt idx="1800">
                  <c:v>44923</c:v>
                </c:pt>
                <c:pt idx="1801">
                  <c:v>44924</c:v>
                </c:pt>
                <c:pt idx="1802">
                  <c:v>44925</c:v>
                </c:pt>
                <c:pt idx="1803">
                  <c:v>44928</c:v>
                </c:pt>
                <c:pt idx="1804">
                  <c:v>44929</c:v>
                </c:pt>
                <c:pt idx="1805">
                  <c:v>44930</c:v>
                </c:pt>
                <c:pt idx="1806">
                  <c:v>44931</c:v>
                </c:pt>
                <c:pt idx="1807">
                  <c:v>44932</c:v>
                </c:pt>
                <c:pt idx="1808">
                  <c:v>44935</c:v>
                </c:pt>
                <c:pt idx="1809">
                  <c:v>44936</c:v>
                </c:pt>
                <c:pt idx="1810">
                  <c:v>44937</c:v>
                </c:pt>
                <c:pt idx="1811">
                  <c:v>44938</c:v>
                </c:pt>
                <c:pt idx="1812">
                  <c:v>44939</c:v>
                </c:pt>
                <c:pt idx="1813">
                  <c:v>44942</c:v>
                </c:pt>
                <c:pt idx="1814">
                  <c:v>44943</c:v>
                </c:pt>
                <c:pt idx="1815">
                  <c:v>44944</c:v>
                </c:pt>
                <c:pt idx="1816">
                  <c:v>44945</c:v>
                </c:pt>
                <c:pt idx="1817">
                  <c:v>44949</c:v>
                </c:pt>
                <c:pt idx="1818">
                  <c:v>44950</c:v>
                </c:pt>
                <c:pt idx="1819">
                  <c:v>44951</c:v>
                </c:pt>
                <c:pt idx="1820">
                  <c:v>44953</c:v>
                </c:pt>
                <c:pt idx="1821">
                  <c:v>44956</c:v>
                </c:pt>
                <c:pt idx="1822">
                  <c:v>44957</c:v>
                </c:pt>
                <c:pt idx="1823">
                  <c:v>44958</c:v>
                </c:pt>
                <c:pt idx="1824">
                  <c:v>44959</c:v>
                </c:pt>
                <c:pt idx="1825">
                  <c:v>44960</c:v>
                </c:pt>
                <c:pt idx="1826">
                  <c:v>44963</c:v>
                </c:pt>
                <c:pt idx="1827">
                  <c:v>44964</c:v>
                </c:pt>
                <c:pt idx="1828">
                  <c:v>44965</c:v>
                </c:pt>
                <c:pt idx="1829">
                  <c:v>44966</c:v>
                </c:pt>
                <c:pt idx="1830">
                  <c:v>44967</c:v>
                </c:pt>
                <c:pt idx="1831">
                  <c:v>44970</c:v>
                </c:pt>
                <c:pt idx="1832">
                  <c:v>44971</c:v>
                </c:pt>
                <c:pt idx="1833">
                  <c:v>44972</c:v>
                </c:pt>
                <c:pt idx="1834">
                  <c:v>44973</c:v>
                </c:pt>
                <c:pt idx="1835">
                  <c:v>44974</c:v>
                </c:pt>
                <c:pt idx="1836">
                  <c:v>44977</c:v>
                </c:pt>
                <c:pt idx="1837">
                  <c:v>44978</c:v>
                </c:pt>
                <c:pt idx="1838">
                  <c:v>44979</c:v>
                </c:pt>
                <c:pt idx="1839">
                  <c:v>44980</c:v>
                </c:pt>
                <c:pt idx="1840">
                  <c:v>44981</c:v>
                </c:pt>
                <c:pt idx="1841">
                  <c:v>44984</c:v>
                </c:pt>
                <c:pt idx="1842">
                  <c:v>44985</c:v>
                </c:pt>
                <c:pt idx="1843">
                  <c:v>44987</c:v>
                </c:pt>
                <c:pt idx="1844">
                  <c:v>44988</c:v>
                </c:pt>
                <c:pt idx="1845">
                  <c:v>44991</c:v>
                </c:pt>
                <c:pt idx="1846">
                  <c:v>44993</c:v>
                </c:pt>
                <c:pt idx="1847">
                  <c:v>44994</c:v>
                </c:pt>
                <c:pt idx="1848">
                  <c:v>44995</c:v>
                </c:pt>
                <c:pt idx="1849">
                  <c:v>44998</c:v>
                </c:pt>
                <c:pt idx="1850">
                  <c:v>44999</c:v>
                </c:pt>
                <c:pt idx="1851">
                  <c:v>45000</c:v>
                </c:pt>
                <c:pt idx="1852">
                  <c:v>45001</c:v>
                </c:pt>
                <c:pt idx="1853">
                  <c:v>45005</c:v>
                </c:pt>
                <c:pt idx="1854">
                  <c:v>45006</c:v>
                </c:pt>
                <c:pt idx="1855">
                  <c:v>45007</c:v>
                </c:pt>
                <c:pt idx="1856">
                  <c:v>45008</c:v>
                </c:pt>
                <c:pt idx="1857">
                  <c:v>45009</c:v>
                </c:pt>
                <c:pt idx="1858">
                  <c:v>45013</c:v>
                </c:pt>
                <c:pt idx="1859">
                  <c:v>45014</c:v>
                </c:pt>
                <c:pt idx="1860">
                  <c:v>45019</c:v>
                </c:pt>
                <c:pt idx="1861">
                  <c:v>45021</c:v>
                </c:pt>
                <c:pt idx="1862">
                  <c:v>45026</c:v>
                </c:pt>
                <c:pt idx="1863">
                  <c:v>45027</c:v>
                </c:pt>
                <c:pt idx="1864">
                  <c:v>45028</c:v>
                </c:pt>
                <c:pt idx="1865">
                  <c:v>45029</c:v>
                </c:pt>
                <c:pt idx="1866">
                  <c:v>45034</c:v>
                </c:pt>
                <c:pt idx="1867">
                  <c:v>45035</c:v>
                </c:pt>
                <c:pt idx="1868">
                  <c:v>45036</c:v>
                </c:pt>
                <c:pt idx="1869">
                  <c:v>45037</c:v>
                </c:pt>
                <c:pt idx="1870">
                  <c:v>45040</c:v>
                </c:pt>
                <c:pt idx="1871">
                  <c:v>45041</c:v>
                </c:pt>
                <c:pt idx="1872">
                  <c:v>45042</c:v>
                </c:pt>
                <c:pt idx="1873">
                  <c:v>45043</c:v>
                </c:pt>
                <c:pt idx="1874">
                  <c:v>45044</c:v>
                </c:pt>
                <c:pt idx="1875">
                  <c:v>45048</c:v>
                </c:pt>
                <c:pt idx="1876">
                  <c:v>45050</c:v>
                </c:pt>
                <c:pt idx="1877">
                  <c:v>45051</c:v>
                </c:pt>
                <c:pt idx="1878">
                  <c:v>45054</c:v>
                </c:pt>
                <c:pt idx="1879">
                  <c:v>45056</c:v>
                </c:pt>
                <c:pt idx="1880">
                  <c:v>45057</c:v>
                </c:pt>
                <c:pt idx="1881">
                  <c:v>45058</c:v>
                </c:pt>
                <c:pt idx="1882">
                  <c:v>45061</c:v>
                </c:pt>
                <c:pt idx="1883">
                  <c:v>45062</c:v>
                </c:pt>
                <c:pt idx="1884">
                  <c:v>45063</c:v>
                </c:pt>
                <c:pt idx="1885">
                  <c:v>45064</c:v>
                </c:pt>
                <c:pt idx="1886">
                  <c:v>45065</c:v>
                </c:pt>
                <c:pt idx="1887">
                  <c:v>45068</c:v>
                </c:pt>
                <c:pt idx="1888">
                  <c:v>45069</c:v>
                </c:pt>
                <c:pt idx="1889">
                  <c:v>45070</c:v>
                </c:pt>
                <c:pt idx="1890">
                  <c:v>45071</c:v>
                </c:pt>
                <c:pt idx="1891">
                  <c:v>45072</c:v>
                </c:pt>
                <c:pt idx="1892">
                  <c:v>45075</c:v>
                </c:pt>
                <c:pt idx="1893">
                  <c:v>45076</c:v>
                </c:pt>
                <c:pt idx="1894">
                  <c:v>45077</c:v>
                </c:pt>
                <c:pt idx="1895">
                  <c:v>45078</c:v>
                </c:pt>
                <c:pt idx="1896">
                  <c:v>45079</c:v>
                </c:pt>
                <c:pt idx="1897">
                  <c:v>45082</c:v>
                </c:pt>
                <c:pt idx="1898">
                  <c:v>45083</c:v>
                </c:pt>
                <c:pt idx="1899">
                  <c:v>45084</c:v>
                </c:pt>
                <c:pt idx="1900">
                  <c:v>45085</c:v>
                </c:pt>
                <c:pt idx="1901">
                  <c:v>45086</c:v>
                </c:pt>
                <c:pt idx="1902">
                  <c:v>45090</c:v>
                </c:pt>
                <c:pt idx="1903">
                  <c:v>45091</c:v>
                </c:pt>
                <c:pt idx="1904">
                  <c:v>45092</c:v>
                </c:pt>
                <c:pt idx="1905">
                  <c:v>45093</c:v>
                </c:pt>
                <c:pt idx="1906">
                  <c:v>45096</c:v>
                </c:pt>
                <c:pt idx="1907">
                  <c:v>45097</c:v>
                </c:pt>
                <c:pt idx="1908">
                  <c:v>45098</c:v>
                </c:pt>
                <c:pt idx="1909">
                  <c:v>45099</c:v>
                </c:pt>
                <c:pt idx="1910">
                  <c:v>45100</c:v>
                </c:pt>
                <c:pt idx="1911">
                  <c:v>45103</c:v>
                </c:pt>
                <c:pt idx="1912">
                  <c:v>45104</c:v>
                </c:pt>
                <c:pt idx="1913">
                  <c:v>45110</c:v>
                </c:pt>
                <c:pt idx="1914">
                  <c:v>45111</c:v>
                </c:pt>
                <c:pt idx="1915">
                  <c:v>45112</c:v>
                </c:pt>
                <c:pt idx="1916">
                  <c:v>45113</c:v>
                </c:pt>
                <c:pt idx="1917">
                  <c:v>45114</c:v>
                </c:pt>
                <c:pt idx="1918">
                  <c:v>45117</c:v>
                </c:pt>
                <c:pt idx="1919">
                  <c:v>45118</c:v>
                </c:pt>
                <c:pt idx="1920">
                  <c:v>45119</c:v>
                </c:pt>
                <c:pt idx="1921">
                  <c:v>45120</c:v>
                </c:pt>
                <c:pt idx="1922">
                  <c:v>45121</c:v>
                </c:pt>
                <c:pt idx="1923">
                  <c:v>45124</c:v>
                </c:pt>
                <c:pt idx="1924">
                  <c:v>45125</c:v>
                </c:pt>
                <c:pt idx="1925">
                  <c:v>45126</c:v>
                </c:pt>
                <c:pt idx="1926">
                  <c:v>45127</c:v>
                </c:pt>
                <c:pt idx="1927">
                  <c:v>45128</c:v>
                </c:pt>
                <c:pt idx="1928">
                  <c:v>45131</c:v>
                </c:pt>
                <c:pt idx="1929">
                  <c:v>45132</c:v>
                </c:pt>
                <c:pt idx="1930">
                  <c:v>45133</c:v>
                </c:pt>
                <c:pt idx="1931">
                  <c:v>45134</c:v>
                </c:pt>
                <c:pt idx="1932">
                  <c:v>45135</c:v>
                </c:pt>
                <c:pt idx="1933">
                  <c:v>45138</c:v>
                </c:pt>
                <c:pt idx="1934">
                  <c:v>45139</c:v>
                </c:pt>
                <c:pt idx="1935">
                  <c:v>45140</c:v>
                </c:pt>
                <c:pt idx="1936">
                  <c:v>45141</c:v>
                </c:pt>
                <c:pt idx="1937">
                  <c:v>45142</c:v>
                </c:pt>
                <c:pt idx="1938">
                  <c:v>45145</c:v>
                </c:pt>
                <c:pt idx="1939">
                  <c:v>45146</c:v>
                </c:pt>
                <c:pt idx="1940">
                  <c:v>45147</c:v>
                </c:pt>
                <c:pt idx="1941">
                  <c:v>45148</c:v>
                </c:pt>
                <c:pt idx="1942">
                  <c:v>45149</c:v>
                </c:pt>
                <c:pt idx="1943">
                  <c:v>45155</c:v>
                </c:pt>
                <c:pt idx="1944">
                  <c:v>45156</c:v>
                </c:pt>
                <c:pt idx="1945">
                  <c:v>45159</c:v>
                </c:pt>
                <c:pt idx="1946">
                  <c:v>45160</c:v>
                </c:pt>
                <c:pt idx="1947">
                  <c:v>45161</c:v>
                </c:pt>
                <c:pt idx="1948">
                  <c:v>45162</c:v>
                </c:pt>
                <c:pt idx="1949">
                  <c:v>45163</c:v>
                </c:pt>
                <c:pt idx="1950">
                  <c:v>45166</c:v>
                </c:pt>
                <c:pt idx="1951">
                  <c:v>45167</c:v>
                </c:pt>
                <c:pt idx="1952">
                  <c:v>45168</c:v>
                </c:pt>
                <c:pt idx="1953">
                  <c:v>45169</c:v>
                </c:pt>
                <c:pt idx="1954">
                  <c:v>45170</c:v>
                </c:pt>
                <c:pt idx="1955">
                  <c:v>45173</c:v>
                </c:pt>
                <c:pt idx="1956">
                  <c:v>45174</c:v>
                </c:pt>
                <c:pt idx="1957">
                  <c:v>45175</c:v>
                </c:pt>
                <c:pt idx="1958">
                  <c:v>45176</c:v>
                </c:pt>
                <c:pt idx="1959">
                  <c:v>45177</c:v>
                </c:pt>
                <c:pt idx="1960">
                  <c:v>45180</c:v>
                </c:pt>
                <c:pt idx="1961">
                  <c:v>45181</c:v>
                </c:pt>
                <c:pt idx="1962">
                  <c:v>45182</c:v>
                </c:pt>
                <c:pt idx="1963">
                  <c:v>45183</c:v>
                </c:pt>
                <c:pt idx="1964">
                  <c:v>45184</c:v>
                </c:pt>
                <c:pt idx="1965">
                  <c:v>45189</c:v>
                </c:pt>
                <c:pt idx="1966">
                  <c:v>45190</c:v>
                </c:pt>
                <c:pt idx="1967">
                  <c:v>45191</c:v>
                </c:pt>
                <c:pt idx="1968">
                  <c:v>45194</c:v>
                </c:pt>
                <c:pt idx="1969">
                  <c:v>45195</c:v>
                </c:pt>
                <c:pt idx="1970">
                  <c:v>45196</c:v>
                </c:pt>
                <c:pt idx="1971">
                  <c:v>45203</c:v>
                </c:pt>
                <c:pt idx="1972">
                  <c:v>45204</c:v>
                </c:pt>
                <c:pt idx="1973">
                  <c:v>45205</c:v>
                </c:pt>
                <c:pt idx="1974">
                  <c:v>45208</c:v>
                </c:pt>
                <c:pt idx="1975">
                  <c:v>45209</c:v>
                </c:pt>
                <c:pt idx="1976">
                  <c:v>45210</c:v>
                </c:pt>
                <c:pt idx="1977">
                  <c:v>45211</c:v>
                </c:pt>
                <c:pt idx="1978">
                  <c:v>45212</c:v>
                </c:pt>
                <c:pt idx="1979">
                  <c:v>45215</c:v>
                </c:pt>
                <c:pt idx="1980">
                  <c:v>45216</c:v>
                </c:pt>
                <c:pt idx="1981">
                  <c:v>45217</c:v>
                </c:pt>
                <c:pt idx="1982">
                  <c:v>45218</c:v>
                </c:pt>
                <c:pt idx="1983">
                  <c:v>45219</c:v>
                </c:pt>
                <c:pt idx="1984">
                  <c:v>45222</c:v>
                </c:pt>
                <c:pt idx="1985">
                  <c:v>45225</c:v>
                </c:pt>
                <c:pt idx="1986">
                  <c:v>45226</c:v>
                </c:pt>
                <c:pt idx="1987">
                  <c:v>45229</c:v>
                </c:pt>
                <c:pt idx="1988">
                  <c:v>45230</c:v>
                </c:pt>
                <c:pt idx="1989">
                  <c:v>45231</c:v>
                </c:pt>
                <c:pt idx="1990">
                  <c:v>45232</c:v>
                </c:pt>
                <c:pt idx="1991">
                  <c:v>45233</c:v>
                </c:pt>
                <c:pt idx="1992">
                  <c:v>45236</c:v>
                </c:pt>
                <c:pt idx="1993">
                  <c:v>45237</c:v>
                </c:pt>
                <c:pt idx="1994">
                  <c:v>45238</c:v>
                </c:pt>
                <c:pt idx="1995">
                  <c:v>45239</c:v>
                </c:pt>
                <c:pt idx="1996">
                  <c:v>45240</c:v>
                </c:pt>
                <c:pt idx="1997">
                  <c:v>45242</c:v>
                </c:pt>
                <c:pt idx="1998">
                  <c:v>45243</c:v>
                </c:pt>
                <c:pt idx="1999">
                  <c:v>45246</c:v>
                </c:pt>
                <c:pt idx="2000">
                  <c:v>45247</c:v>
                </c:pt>
                <c:pt idx="2001">
                  <c:v>45250</c:v>
                </c:pt>
                <c:pt idx="2002">
                  <c:v>45251</c:v>
                </c:pt>
                <c:pt idx="2003">
                  <c:v>45252</c:v>
                </c:pt>
                <c:pt idx="2004">
                  <c:v>45253</c:v>
                </c:pt>
                <c:pt idx="2005">
                  <c:v>45258</c:v>
                </c:pt>
                <c:pt idx="2006">
                  <c:v>45259</c:v>
                </c:pt>
                <c:pt idx="2007">
                  <c:v>45260</c:v>
                </c:pt>
                <c:pt idx="2008">
                  <c:v>45261</c:v>
                </c:pt>
                <c:pt idx="2009">
                  <c:v>45264</c:v>
                </c:pt>
                <c:pt idx="2010">
                  <c:v>45265</c:v>
                </c:pt>
                <c:pt idx="2011">
                  <c:v>45266</c:v>
                </c:pt>
                <c:pt idx="2012">
                  <c:v>45267</c:v>
                </c:pt>
                <c:pt idx="2013">
                  <c:v>45268</c:v>
                </c:pt>
                <c:pt idx="2014">
                  <c:v>45271</c:v>
                </c:pt>
                <c:pt idx="2015">
                  <c:v>45272</c:v>
                </c:pt>
                <c:pt idx="2016">
                  <c:v>45273</c:v>
                </c:pt>
                <c:pt idx="2017">
                  <c:v>45274</c:v>
                </c:pt>
                <c:pt idx="2018">
                  <c:v>45275</c:v>
                </c:pt>
                <c:pt idx="2019">
                  <c:v>45278</c:v>
                </c:pt>
                <c:pt idx="2020">
                  <c:v>45279</c:v>
                </c:pt>
                <c:pt idx="2021">
                  <c:v>45280</c:v>
                </c:pt>
                <c:pt idx="2022">
                  <c:v>45281</c:v>
                </c:pt>
                <c:pt idx="2023">
                  <c:v>45287</c:v>
                </c:pt>
                <c:pt idx="2024">
                  <c:v>45288</c:v>
                </c:pt>
                <c:pt idx="2025">
                  <c:v>45289</c:v>
                </c:pt>
                <c:pt idx="2026">
                  <c:v>45292</c:v>
                </c:pt>
                <c:pt idx="2027">
                  <c:v>45293</c:v>
                </c:pt>
                <c:pt idx="2028">
                  <c:v>45294</c:v>
                </c:pt>
                <c:pt idx="2029">
                  <c:v>45295</c:v>
                </c:pt>
                <c:pt idx="2030">
                  <c:v>45296</c:v>
                </c:pt>
                <c:pt idx="2031">
                  <c:v>45299</c:v>
                </c:pt>
                <c:pt idx="2032">
                  <c:v>45300</c:v>
                </c:pt>
                <c:pt idx="2033">
                  <c:v>45301</c:v>
                </c:pt>
                <c:pt idx="2034">
                  <c:v>45302</c:v>
                </c:pt>
                <c:pt idx="2035">
                  <c:v>45303</c:v>
                </c:pt>
                <c:pt idx="2036">
                  <c:v>45307</c:v>
                </c:pt>
                <c:pt idx="2037">
                  <c:v>45308</c:v>
                </c:pt>
                <c:pt idx="2038">
                  <c:v>45309</c:v>
                </c:pt>
                <c:pt idx="2039">
                  <c:v>45311</c:v>
                </c:pt>
                <c:pt idx="2040">
                  <c:v>45314</c:v>
                </c:pt>
                <c:pt idx="2041">
                  <c:v>45315</c:v>
                </c:pt>
                <c:pt idx="2042">
                  <c:v>45316</c:v>
                </c:pt>
                <c:pt idx="2043">
                  <c:v>45320</c:v>
                </c:pt>
                <c:pt idx="2044">
                  <c:v>45321</c:v>
                </c:pt>
                <c:pt idx="2045">
                  <c:v>45322</c:v>
                </c:pt>
                <c:pt idx="2046">
                  <c:v>45323</c:v>
                </c:pt>
                <c:pt idx="2047">
                  <c:v>45324</c:v>
                </c:pt>
                <c:pt idx="2048">
                  <c:v>45327</c:v>
                </c:pt>
                <c:pt idx="2049">
                  <c:v>45328</c:v>
                </c:pt>
                <c:pt idx="2050">
                  <c:v>45329</c:v>
                </c:pt>
                <c:pt idx="2051">
                  <c:v>45330</c:v>
                </c:pt>
                <c:pt idx="2052">
                  <c:v>45331</c:v>
                </c:pt>
                <c:pt idx="2053">
                  <c:v>45334</c:v>
                </c:pt>
                <c:pt idx="2054">
                  <c:v>45335</c:v>
                </c:pt>
                <c:pt idx="2055">
                  <c:v>45336</c:v>
                </c:pt>
                <c:pt idx="2056">
                  <c:v>45337</c:v>
                </c:pt>
                <c:pt idx="2057">
                  <c:v>45338</c:v>
                </c:pt>
                <c:pt idx="2058">
                  <c:v>45341</c:v>
                </c:pt>
                <c:pt idx="2059">
                  <c:v>45342</c:v>
                </c:pt>
                <c:pt idx="2060">
                  <c:v>45343</c:v>
                </c:pt>
                <c:pt idx="2061">
                  <c:v>45344</c:v>
                </c:pt>
                <c:pt idx="2062">
                  <c:v>45345</c:v>
                </c:pt>
                <c:pt idx="2063">
                  <c:v>45348</c:v>
                </c:pt>
                <c:pt idx="2064">
                  <c:v>45349</c:v>
                </c:pt>
                <c:pt idx="2065">
                  <c:v>45350</c:v>
                </c:pt>
                <c:pt idx="2066">
                  <c:v>45351</c:v>
                </c:pt>
                <c:pt idx="2067">
                  <c:v>45353</c:v>
                </c:pt>
                <c:pt idx="2068">
                  <c:v>45355</c:v>
                </c:pt>
                <c:pt idx="2069">
                  <c:v>45356</c:v>
                </c:pt>
                <c:pt idx="2070">
                  <c:v>45357</c:v>
                </c:pt>
                <c:pt idx="2071">
                  <c:v>45358</c:v>
                </c:pt>
                <c:pt idx="2072">
                  <c:v>45362</c:v>
                </c:pt>
                <c:pt idx="2073">
                  <c:v>45363</c:v>
                </c:pt>
                <c:pt idx="2074">
                  <c:v>45364</c:v>
                </c:pt>
                <c:pt idx="2075">
                  <c:v>45365</c:v>
                </c:pt>
                <c:pt idx="2076">
                  <c:v>45366</c:v>
                </c:pt>
                <c:pt idx="2077">
                  <c:v>45370</c:v>
                </c:pt>
                <c:pt idx="2078">
                  <c:v>45371</c:v>
                </c:pt>
                <c:pt idx="2079">
                  <c:v>45372</c:v>
                </c:pt>
                <c:pt idx="2080">
                  <c:v>45377</c:v>
                </c:pt>
                <c:pt idx="2081">
                  <c:v>45378</c:v>
                </c:pt>
                <c:pt idx="2082">
                  <c:v>45379</c:v>
                </c:pt>
                <c:pt idx="2083">
                  <c:v>45383</c:v>
                </c:pt>
                <c:pt idx="2084">
                  <c:v>45384</c:v>
                </c:pt>
                <c:pt idx="2085">
                  <c:v>45385</c:v>
                </c:pt>
                <c:pt idx="2086">
                  <c:v>45387</c:v>
                </c:pt>
                <c:pt idx="2087">
                  <c:v>45391</c:v>
                </c:pt>
                <c:pt idx="2088">
                  <c:v>45392</c:v>
                </c:pt>
                <c:pt idx="2089">
                  <c:v>45394</c:v>
                </c:pt>
                <c:pt idx="2090">
                  <c:v>45398</c:v>
                </c:pt>
                <c:pt idx="2091">
                  <c:v>45400</c:v>
                </c:pt>
                <c:pt idx="2092">
                  <c:v>45401</c:v>
                </c:pt>
                <c:pt idx="2093">
                  <c:v>45404</c:v>
                </c:pt>
                <c:pt idx="2094">
                  <c:v>45405</c:v>
                </c:pt>
                <c:pt idx="2095">
                  <c:v>45406</c:v>
                </c:pt>
                <c:pt idx="2096">
                  <c:v>45407</c:v>
                </c:pt>
                <c:pt idx="2097">
                  <c:v>45408</c:v>
                </c:pt>
                <c:pt idx="2098">
                  <c:v>45411</c:v>
                </c:pt>
                <c:pt idx="2099">
                  <c:v>45414</c:v>
                </c:pt>
                <c:pt idx="2100">
                  <c:v>45415</c:v>
                </c:pt>
                <c:pt idx="2101">
                  <c:v>45418</c:v>
                </c:pt>
                <c:pt idx="2102">
                  <c:v>45419</c:v>
                </c:pt>
                <c:pt idx="2103">
                  <c:v>45420</c:v>
                </c:pt>
                <c:pt idx="2104">
                  <c:v>45421</c:v>
                </c:pt>
                <c:pt idx="2105">
                  <c:v>45422</c:v>
                </c:pt>
                <c:pt idx="2106">
                  <c:v>45425</c:v>
                </c:pt>
                <c:pt idx="2107">
                  <c:v>45426</c:v>
                </c:pt>
                <c:pt idx="2108">
                  <c:v>45427</c:v>
                </c:pt>
                <c:pt idx="2109">
                  <c:v>45428</c:v>
                </c:pt>
                <c:pt idx="2110">
                  <c:v>45429</c:v>
                </c:pt>
                <c:pt idx="2111">
                  <c:v>45433</c:v>
                </c:pt>
                <c:pt idx="2112">
                  <c:v>45434</c:v>
                </c:pt>
                <c:pt idx="2113">
                  <c:v>45436</c:v>
                </c:pt>
                <c:pt idx="2114">
                  <c:v>45439</c:v>
                </c:pt>
                <c:pt idx="2115">
                  <c:v>45440</c:v>
                </c:pt>
                <c:pt idx="2116">
                  <c:v>45441</c:v>
                </c:pt>
                <c:pt idx="2117">
                  <c:v>45442</c:v>
                </c:pt>
                <c:pt idx="2118">
                  <c:v>45443</c:v>
                </c:pt>
                <c:pt idx="2119">
                  <c:v>45446</c:v>
                </c:pt>
                <c:pt idx="2120">
                  <c:v>45447</c:v>
                </c:pt>
                <c:pt idx="2121">
                  <c:v>45448</c:v>
                </c:pt>
                <c:pt idx="2122">
                  <c:v>45449</c:v>
                </c:pt>
                <c:pt idx="2123">
                  <c:v>45450</c:v>
                </c:pt>
                <c:pt idx="2124">
                  <c:v>45453</c:v>
                </c:pt>
                <c:pt idx="2125">
                  <c:v>45454</c:v>
                </c:pt>
                <c:pt idx="2126">
                  <c:v>45455</c:v>
                </c:pt>
                <c:pt idx="2127">
                  <c:v>45456</c:v>
                </c:pt>
                <c:pt idx="2128">
                  <c:v>45461</c:v>
                </c:pt>
                <c:pt idx="2129">
                  <c:v>45462</c:v>
                </c:pt>
                <c:pt idx="2130">
                  <c:v>45463</c:v>
                </c:pt>
                <c:pt idx="2131">
                  <c:v>45464</c:v>
                </c:pt>
                <c:pt idx="2132">
                  <c:v>45467</c:v>
                </c:pt>
                <c:pt idx="2133">
                  <c:v>45468</c:v>
                </c:pt>
                <c:pt idx="2134">
                  <c:v>45469</c:v>
                </c:pt>
                <c:pt idx="2135">
                  <c:v>45470</c:v>
                </c:pt>
                <c:pt idx="2136">
                  <c:v>45471</c:v>
                </c:pt>
                <c:pt idx="2137">
                  <c:v>45474</c:v>
                </c:pt>
                <c:pt idx="2138">
                  <c:v>45476</c:v>
                </c:pt>
                <c:pt idx="2139">
                  <c:v>45477</c:v>
                </c:pt>
                <c:pt idx="2140">
                  <c:v>45478</c:v>
                </c:pt>
                <c:pt idx="2141">
                  <c:v>45482</c:v>
                </c:pt>
                <c:pt idx="2142">
                  <c:v>45483</c:v>
                </c:pt>
                <c:pt idx="2143">
                  <c:v>45484</c:v>
                </c:pt>
                <c:pt idx="2144">
                  <c:v>45488</c:v>
                </c:pt>
                <c:pt idx="2145">
                  <c:v>45489</c:v>
                </c:pt>
                <c:pt idx="2146">
                  <c:v>45491</c:v>
                </c:pt>
                <c:pt idx="2147">
                  <c:v>45492</c:v>
                </c:pt>
                <c:pt idx="2148">
                  <c:v>45495</c:v>
                </c:pt>
                <c:pt idx="2149">
                  <c:v>45496</c:v>
                </c:pt>
                <c:pt idx="2150">
                  <c:v>45497</c:v>
                </c:pt>
                <c:pt idx="2151">
                  <c:v>45498</c:v>
                </c:pt>
                <c:pt idx="2152">
                  <c:v>45499</c:v>
                </c:pt>
                <c:pt idx="2153">
                  <c:v>45502</c:v>
                </c:pt>
                <c:pt idx="2154">
                  <c:v>45503</c:v>
                </c:pt>
                <c:pt idx="2155">
                  <c:v>45504</c:v>
                </c:pt>
                <c:pt idx="2156">
                  <c:v>45505</c:v>
                </c:pt>
                <c:pt idx="2157">
                  <c:v>45506</c:v>
                </c:pt>
                <c:pt idx="2158">
                  <c:v>45509</c:v>
                </c:pt>
                <c:pt idx="2159">
                  <c:v>45510</c:v>
                </c:pt>
                <c:pt idx="2160">
                  <c:v>45511</c:v>
                </c:pt>
                <c:pt idx="2161">
                  <c:v>45512</c:v>
                </c:pt>
                <c:pt idx="2162">
                  <c:v>45513</c:v>
                </c:pt>
                <c:pt idx="2163">
                  <c:v>45516</c:v>
                </c:pt>
                <c:pt idx="2164">
                  <c:v>45518</c:v>
                </c:pt>
                <c:pt idx="2165">
                  <c:v>45520</c:v>
                </c:pt>
                <c:pt idx="2166">
                  <c:v>45523</c:v>
                </c:pt>
                <c:pt idx="2167">
                  <c:v>45524</c:v>
                </c:pt>
                <c:pt idx="2168">
                  <c:v>45525</c:v>
                </c:pt>
                <c:pt idx="2169">
                  <c:v>45526</c:v>
                </c:pt>
                <c:pt idx="2170">
                  <c:v>45527</c:v>
                </c:pt>
                <c:pt idx="2171">
                  <c:v>45530</c:v>
                </c:pt>
                <c:pt idx="2172">
                  <c:v>45531</c:v>
                </c:pt>
                <c:pt idx="2173">
                  <c:v>45532</c:v>
                </c:pt>
                <c:pt idx="2174">
                  <c:v>45533</c:v>
                </c:pt>
                <c:pt idx="2175">
                  <c:v>45534</c:v>
                </c:pt>
                <c:pt idx="2176">
                  <c:v>45537</c:v>
                </c:pt>
                <c:pt idx="2177">
                  <c:v>45538</c:v>
                </c:pt>
                <c:pt idx="2178">
                  <c:v>45539</c:v>
                </c:pt>
                <c:pt idx="2179">
                  <c:v>45540</c:v>
                </c:pt>
                <c:pt idx="2180">
                  <c:v>45541</c:v>
                </c:pt>
                <c:pt idx="2181">
                  <c:v>45544</c:v>
                </c:pt>
                <c:pt idx="2182">
                  <c:v>45545</c:v>
                </c:pt>
                <c:pt idx="2183">
                  <c:v>45546</c:v>
                </c:pt>
                <c:pt idx="2184">
                  <c:v>45548</c:v>
                </c:pt>
                <c:pt idx="2185">
                  <c:v>45552</c:v>
                </c:pt>
                <c:pt idx="2186">
                  <c:v>45553</c:v>
                </c:pt>
                <c:pt idx="2187">
                  <c:v>45554</c:v>
                </c:pt>
                <c:pt idx="2188">
                  <c:v>45555</c:v>
                </c:pt>
                <c:pt idx="2189">
                  <c:v>45558</c:v>
                </c:pt>
                <c:pt idx="2190">
                  <c:v>45559</c:v>
                </c:pt>
                <c:pt idx="2191">
                  <c:v>45560</c:v>
                </c:pt>
                <c:pt idx="2192">
                  <c:v>45561</c:v>
                </c:pt>
                <c:pt idx="2193">
                  <c:v>45562</c:v>
                </c:pt>
                <c:pt idx="2194">
                  <c:v>45566</c:v>
                </c:pt>
                <c:pt idx="2195">
                  <c:v>45568</c:v>
                </c:pt>
                <c:pt idx="2196">
                  <c:v>45569</c:v>
                </c:pt>
                <c:pt idx="2197">
                  <c:v>45572</c:v>
                </c:pt>
                <c:pt idx="2198">
                  <c:v>45573</c:v>
                </c:pt>
                <c:pt idx="2199">
                  <c:v>45574</c:v>
                </c:pt>
                <c:pt idx="2200">
                  <c:v>45575</c:v>
                </c:pt>
                <c:pt idx="2201">
                  <c:v>45576</c:v>
                </c:pt>
                <c:pt idx="2202">
                  <c:v>45579</c:v>
                </c:pt>
                <c:pt idx="2203">
                  <c:v>45580</c:v>
                </c:pt>
                <c:pt idx="2204">
                  <c:v>45581</c:v>
                </c:pt>
                <c:pt idx="2205">
                  <c:v>45582</c:v>
                </c:pt>
                <c:pt idx="2206">
                  <c:v>45583</c:v>
                </c:pt>
                <c:pt idx="2207">
                  <c:v>45586</c:v>
                </c:pt>
                <c:pt idx="2208">
                  <c:v>45587</c:v>
                </c:pt>
                <c:pt idx="2209">
                  <c:v>45588</c:v>
                </c:pt>
                <c:pt idx="2210">
                  <c:v>45589</c:v>
                </c:pt>
                <c:pt idx="2211">
                  <c:v>45590</c:v>
                </c:pt>
                <c:pt idx="2212">
                  <c:v>45593</c:v>
                </c:pt>
                <c:pt idx="2213">
                  <c:v>45596</c:v>
                </c:pt>
                <c:pt idx="2214">
                  <c:v>45597</c:v>
                </c:pt>
                <c:pt idx="2215">
                  <c:v>45600</c:v>
                </c:pt>
                <c:pt idx="2216">
                  <c:v>45601</c:v>
                </c:pt>
                <c:pt idx="2217">
                  <c:v>45602</c:v>
                </c:pt>
                <c:pt idx="2218">
                  <c:v>45603</c:v>
                </c:pt>
                <c:pt idx="2219">
                  <c:v>45604</c:v>
                </c:pt>
                <c:pt idx="2220">
                  <c:v>45607</c:v>
                </c:pt>
                <c:pt idx="2221">
                  <c:v>45608</c:v>
                </c:pt>
                <c:pt idx="2222">
                  <c:v>45610</c:v>
                </c:pt>
                <c:pt idx="2223">
                  <c:v>45614</c:v>
                </c:pt>
                <c:pt idx="2224">
                  <c:v>45617</c:v>
                </c:pt>
                <c:pt idx="2225">
                  <c:v>45618</c:v>
                </c:pt>
                <c:pt idx="2226">
                  <c:v>45621</c:v>
                </c:pt>
                <c:pt idx="2227">
                  <c:v>45622</c:v>
                </c:pt>
                <c:pt idx="2228">
                  <c:v>45623</c:v>
                </c:pt>
                <c:pt idx="2229">
                  <c:v>45624</c:v>
                </c:pt>
                <c:pt idx="2230">
                  <c:v>45628</c:v>
                </c:pt>
                <c:pt idx="2231">
                  <c:v>45629</c:v>
                </c:pt>
                <c:pt idx="2232">
                  <c:v>45630</c:v>
                </c:pt>
                <c:pt idx="2233">
                  <c:v>45631</c:v>
                </c:pt>
                <c:pt idx="2234">
                  <c:v>45632</c:v>
                </c:pt>
                <c:pt idx="2235">
                  <c:v>45635</c:v>
                </c:pt>
                <c:pt idx="2236">
                  <c:v>45636</c:v>
                </c:pt>
                <c:pt idx="2237">
                  <c:v>45637</c:v>
                </c:pt>
                <c:pt idx="2238">
                  <c:v>45638</c:v>
                </c:pt>
                <c:pt idx="2239">
                  <c:v>45639</c:v>
                </c:pt>
                <c:pt idx="2240">
                  <c:v>45642</c:v>
                </c:pt>
                <c:pt idx="2241">
                  <c:v>45643</c:v>
                </c:pt>
                <c:pt idx="2242">
                  <c:v>45644</c:v>
                </c:pt>
                <c:pt idx="2243">
                  <c:v>45645</c:v>
                </c:pt>
                <c:pt idx="2244">
                  <c:v>45646</c:v>
                </c:pt>
                <c:pt idx="2245">
                  <c:v>45649</c:v>
                </c:pt>
                <c:pt idx="2246">
                  <c:v>45650</c:v>
                </c:pt>
                <c:pt idx="2247">
                  <c:v>45652</c:v>
                </c:pt>
                <c:pt idx="2248">
                  <c:v>45653</c:v>
                </c:pt>
                <c:pt idx="2249">
                  <c:v>45656</c:v>
                </c:pt>
                <c:pt idx="2250">
                  <c:v>45657</c:v>
                </c:pt>
                <c:pt idx="2251">
                  <c:v>45658</c:v>
                </c:pt>
                <c:pt idx="2252">
                  <c:v>45659</c:v>
                </c:pt>
                <c:pt idx="2253">
                  <c:v>45660</c:v>
                </c:pt>
                <c:pt idx="2254">
                  <c:v>45663</c:v>
                </c:pt>
                <c:pt idx="2255">
                  <c:v>45664</c:v>
                </c:pt>
                <c:pt idx="2256">
                  <c:v>45665</c:v>
                </c:pt>
                <c:pt idx="2257">
                  <c:v>45666</c:v>
                </c:pt>
                <c:pt idx="2258">
                  <c:v>45667</c:v>
                </c:pt>
                <c:pt idx="2259">
                  <c:v>45670</c:v>
                </c:pt>
                <c:pt idx="2260">
                  <c:v>45671</c:v>
                </c:pt>
                <c:pt idx="2261">
                  <c:v>45672</c:v>
                </c:pt>
                <c:pt idx="2262">
                  <c:v>45673</c:v>
                </c:pt>
                <c:pt idx="2263">
                  <c:v>45674</c:v>
                </c:pt>
                <c:pt idx="2264">
                  <c:v>45677</c:v>
                </c:pt>
                <c:pt idx="2265">
                  <c:v>45678</c:v>
                </c:pt>
                <c:pt idx="2266">
                  <c:v>45679</c:v>
                </c:pt>
                <c:pt idx="2267">
                  <c:v>45680</c:v>
                </c:pt>
                <c:pt idx="2268">
                  <c:v>45681</c:v>
                </c:pt>
                <c:pt idx="2269">
                  <c:v>45684</c:v>
                </c:pt>
                <c:pt idx="2270">
                  <c:v>45685</c:v>
                </c:pt>
                <c:pt idx="2271">
                  <c:v>45686</c:v>
                </c:pt>
                <c:pt idx="2272">
                  <c:v>45687</c:v>
                </c:pt>
                <c:pt idx="2273">
                  <c:v>45688</c:v>
                </c:pt>
                <c:pt idx="2274">
                  <c:v>45689</c:v>
                </c:pt>
                <c:pt idx="2275">
                  <c:v>45692</c:v>
                </c:pt>
                <c:pt idx="2276">
                  <c:v>45693</c:v>
                </c:pt>
                <c:pt idx="2277">
                  <c:v>45694</c:v>
                </c:pt>
                <c:pt idx="2278">
                  <c:v>45695</c:v>
                </c:pt>
                <c:pt idx="2279">
                  <c:v>45699</c:v>
                </c:pt>
                <c:pt idx="2280">
                  <c:v>45700</c:v>
                </c:pt>
                <c:pt idx="2281">
                  <c:v>45701</c:v>
                </c:pt>
                <c:pt idx="2282">
                  <c:v>45702</c:v>
                </c:pt>
                <c:pt idx="2283">
                  <c:v>45705</c:v>
                </c:pt>
                <c:pt idx="2284">
                  <c:v>45706</c:v>
                </c:pt>
                <c:pt idx="2285">
                  <c:v>45707</c:v>
                </c:pt>
                <c:pt idx="2286">
                  <c:v>45708</c:v>
                </c:pt>
                <c:pt idx="2287">
                  <c:v>45709</c:v>
                </c:pt>
                <c:pt idx="2288">
                  <c:v>45712</c:v>
                </c:pt>
                <c:pt idx="2289">
                  <c:v>45713</c:v>
                </c:pt>
                <c:pt idx="2290">
                  <c:v>45716</c:v>
                </c:pt>
                <c:pt idx="2291">
                  <c:v>45719</c:v>
                </c:pt>
                <c:pt idx="2292">
                  <c:v>45720</c:v>
                </c:pt>
                <c:pt idx="2293">
                  <c:v>45721</c:v>
                </c:pt>
                <c:pt idx="2294">
                  <c:v>45722</c:v>
                </c:pt>
                <c:pt idx="2295">
                  <c:v>45723</c:v>
                </c:pt>
                <c:pt idx="2296">
                  <c:v>45726</c:v>
                </c:pt>
                <c:pt idx="2297">
                  <c:v>45727</c:v>
                </c:pt>
                <c:pt idx="2298">
                  <c:v>45728</c:v>
                </c:pt>
                <c:pt idx="2299">
                  <c:v>45729</c:v>
                </c:pt>
                <c:pt idx="2300">
                  <c:v>45735</c:v>
                </c:pt>
                <c:pt idx="2301">
                  <c:v>45736</c:v>
                </c:pt>
                <c:pt idx="2302">
                  <c:v>45737</c:v>
                </c:pt>
                <c:pt idx="2303">
                  <c:v>45740</c:v>
                </c:pt>
                <c:pt idx="2304">
                  <c:v>45742</c:v>
                </c:pt>
                <c:pt idx="2305">
                  <c:v>45743</c:v>
                </c:pt>
                <c:pt idx="2306">
                  <c:v>45744</c:v>
                </c:pt>
              </c:numCache>
            </c:numRef>
          </c:cat>
          <c:val>
            <c:numRef>
              <c:f>FX!$FL$3:$FL$2309</c:f>
              <c:numCache>
                <c:formatCode>0.00%</c:formatCode>
                <c:ptCount val="2307"/>
                <c:pt idx="0">
                  <c:v>1.52945535327832E-2</c:v>
                </c:pt>
                <c:pt idx="1">
                  <c:v>1.5178931793673023E-2</c:v>
                </c:pt>
                <c:pt idx="2">
                  <c:v>1.5171375555306808E-2</c:v>
                </c:pt>
                <c:pt idx="3">
                  <c:v>1.3516642241536604E-2</c:v>
                </c:pt>
                <c:pt idx="4">
                  <c:v>1.4787062680309531E-2</c:v>
                </c:pt>
                <c:pt idx="5">
                  <c:v>1.4162039977457457E-2</c:v>
                </c:pt>
                <c:pt idx="6">
                  <c:v>1.7715216695322999E-2</c:v>
                </c:pt>
                <c:pt idx="7">
                  <c:v>1.769359922838145E-2</c:v>
                </c:pt>
                <c:pt idx="8">
                  <c:v>1.8463071625146724E-2</c:v>
                </c:pt>
                <c:pt idx="9">
                  <c:v>1.846735613988949E-2</c:v>
                </c:pt>
                <c:pt idx="10">
                  <c:v>1.7123131876790088E-2</c:v>
                </c:pt>
                <c:pt idx="11">
                  <c:v>1.7226946225499667E-2</c:v>
                </c:pt>
                <c:pt idx="12">
                  <c:v>1.7171330856284257E-2</c:v>
                </c:pt>
                <c:pt idx="13">
                  <c:v>1.6299082719226976E-2</c:v>
                </c:pt>
                <c:pt idx="14">
                  <c:v>1.6338399317937152E-2</c:v>
                </c:pt>
                <c:pt idx="15">
                  <c:v>1.4998381589790425E-2</c:v>
                </c:pt>
                <c:pt idx="16">
                  <c:v>1.4595055416158225E-2</c:v>
                </c:pt>
                <c:pt idx="17">
                  <c:v>1.682088652346201E-2</c:v>
                </c:pt>
                <c:pt idx="18">
                  <c:v>1.684691338514141E-2</c:v>
                </c:pt>
                <c:pt idx="19">
                  <c:v>1.7550096769617045E-2</c:v>
                </c:pt>
                <c:pt idx="20">
                  <c:v>1.7675851137915064E-2</c:v>
                </c:pt>
                <c:pt idx="21">
                  <c:v>1.7825218233879024E-2</c:v>
                </c:pt>
                <c:pt idx="22">
                  <c:v>1.96431462017943E-2</c:v>
                </c:pt>
                <c:pt idx="23">
                  <c:v>1.8981454511554478E-2</c:v>
                </c:pt>
                <c:pt idx="24">
                  <c:v>1.9039661308279575E-2</c:v>
                </c:pt>
                <c:pt idx="25">
                  <c:v>1.6331257530494057E-2</c:v>
                </c:pt>
                <c:pt idx="26">
                  <c:v>1.7162721835803932E-2</c:v>
                </c:pt>
                <c:pt idx="27">
                  <c:v>1.6605149740523718E-2</c:v>
                </c:pt>
                <c:pt idx="28">
                  <c:v>1.6872123736359736E-2</c:v>
                </c:pt>
                <c:pt idx="29">
                  <c:v>1.7015981038041746E-2</c:v>
                </c:pt>
                <c:pt idx="30">
                  <c:v>1.6853040619642518E-2</c:v>
                </c:pt>
                <c:pt idx="31">
                  <c:v>1.7021535336065562E-2</c:v>
                </c:pt>
                <c:pt idx="32">
                  <c:v>1.7039808488511533E-2</c:v>
                </c:pt>
                <c:pt idx="33">
                  <c:v>1.7066958890758901E-2</c:v>
                </c:pt>
                <c:pt idx="34">
                  <c:v>1.7319905002947267E-2</c:v>
                </c:pt>
                <c:pt idx="35">
                  <c:v>1.7385008777945618E-2</c:v>
                </c:pt>
                <c:pt idx="36">
                  <c:v>1.6799263399925466E-2</c:v>
                </c:pt>
                <c:pt idx="37">
                  <c:v>1.7406638485130133E-2</c:v>
                </c:pt>
                <c:pt idx="38">
                  <c:v>1.6608586034461956E-2</c:v>
                </c:pt>
                <c:pt idx="39">
                  <c:v>1.6611144574088008E-2</c:v>
                </c:pt>
                <c:pt idx="40">
                  <c:v>1.6486084123815314E-2</c:v>
                </c:pt>
                <c:pt idx="41">
                  <c:v>1.3841354419434227E-2</c:v>
                </c:pt>
                <c:pt idx="42">
                  <c:v>1.384826837870688E-2</c:v>
                </c:pt>
                <c:pt idx="43">
                  <c:v>1.3952960374933399E-2</c:v>
                </c:pt>
                <c:pt idx="44">
                  <c:v>1.3209897199585359E-2</c:v>
                </c:pt>
                <c:pt idx="45">
                  <c:v>1.371272570270252E-2</c:v>
                </c:pt>
                <c:pt idx="46">
                  <c:v>1.3800023626903239E-2</c:v>
                </c:pt>
                <c:pt idx="47">
                  <c:v>1.3856498884150886E-2</c:v>
                </c:pt>
                <c:pt idx="48">
                  <c:v>1.3890579176107672E-2</c:v>
                </c:pt>
                <c:pt idx="49">
                  <c:v>1.4496923814220153E-2</c:v>
                </c:pt>
                <c:pt idx="50">
                  <c:v>1.4643443447132665E-2</c:v>
                </c:pt>
                <c:pt idx="51">
                  <c:v>1.5110252072213204E-2</c:v>
                </c:pt>
                <c:pt idx="52">
                  <c:v>1.511206837335429E-2</c:v>
                </c:pt>
                <c:pt idx="53">
                  <c:v>1.5118983656007168E-2</c:v>
                </c:pt>
                <c:pt idx="54">
                  <c:v>1.5763659026171845E-2</c:v>
                </c:pt>
                <c:pt idx="55">
                  <c:v>1.3235514283566913E-2</c:v>
                </c:pt>
                <c:pt idx="56">
                  <c:v>1.2633289722049823E-2</c:v>
                </c:pt>
                <c:pt idx="57">
                  <c:v>1.317597129008078E-2</c:v>
                </c:pt>
                <c:pt idx="58">
                  <c:v>1.4631415181430591E-2</c:v>
                </c:pt>
                <c:pt idx="59">
                  <c:v>1.5118287974828427E-2</c:v>
                </c:pt>
                <c:pt idx="60">
                  <c:v>1.5169233236426369E-2</c:v>
                </c:pt>
                <c:pt idx="61">
                  <c:v>1.533824524215786E-2</c:v>
                </c:pt>
                <c:pt idx="62">
                  <c:v>1.5982757366957197E-2</c:v>
                </c:pt>
                <c:pt idx="63">
                  <c:v>1.5954125471802284E-2</c:v>
                </c:pt>
                <c:pt idx="64">
                  <c:v>1.5160510688166153E-2</c:v>
                </c:pt>
                <c:pt idx="65">
                  <c:v>1.4920594631024001E-2</c:v>
                </c:pt>
                <c:pt idx="66">
                  <c:v>1.4428410040302443E-2</c:v>
                </c:pt>
                <c:pt idx="67">
                  <c:v>1.4263635696351668E-2</c:v>
                </c:pt>
                <c:pt idx="68">
                  <c:v>1.3723039200889284E-2</c:v>
                </c:pt>
                <c:pt idx="69">
                  <c:v>1.3377225125130961E-2</c:v>
                </c:pt>
                <c:pt idx="70">
                  <c:v>1.2853454648679005E-2</c:v>
                </c:pt>
                <c:pt idx="71">
                  <c:v>1.3457448655628288E-2</c:v>
                </c:pt>
                <c:pt idx="72">
                  <c:v>1.3211600393487405E-2</c:v>
                </c:pt>
                <c:pt idx="73">
                  <c:v>1.2739911390026552E-2</c:v>
                </c:pt>
                <c:pt idx="74">
                  <c:v>1.2999734657133473E-2</c:v>
                </c:pt>
                <c:pt idx="75">
                  <c:v>1.2752347882931021E-2</c:v>
                </c:pt>
                <c:pt idx="76">
                  <c:v>1.2595656409896613E-2</c:v>
                </c:pt>
                <c:pt idx="77">
                  <c:v>9.6361652106747853E-3</c:v>
                </c:pt>
                <c:pt idx="78">
                  <c:v>9.4248662339269929E-3</c:v>
                </c:pt>
                <c:pt idx="79">
                  <c:v>1.0010554725128112E-2</c:v>
                </c:pt>
                <c:pt idx="80">
                  <c:v>1.1307538925655823E-2</c:v>
                </c:pt>
                <c:pt idx="81">
                  <c:v>1.0802434794872265E-2</c:v>
                </c:pt>
                <c:pt idx="82">
                  <c:v>1.0805857950026492E-2</c:v>
                </c:pt>
                <c:pt idx="83">
                  <c:v>1.0805325781777687E-2</c:v>
                </c:pt>
                <c:pt idx="84">
                  <c:v>1.095826016148567E-2</c:v>
                </c:pt>
                <c:pt idx="85">
                  <c:v>1.1190314449587881E-2</c:v>
                </c:pt>
                <c:pt idx="86">
                  <c:v>1.1136502327282078E-2</c:v>
                </c:pt>
                <c:pt idx="87">
                  <c:v>1.1376767360034516E-2</c:v>
                </c:pt>
                <c:pt idx="88">
                  <c:v>1.1405188255739433E-2</c:v>
                </c:pt>
                <c:pt idx="89">
                  <c:v>1.1592900822186034E-2</c:v>
                </c:pt>
                <c:pt idx="90">
                  <c:v>1.1442880784664943E-2</c:v>
                </c:pt>
                <c:pt idx="91">
                  <c:v>1.1555884412215455E-2</c:v>
                </c:pt>
                <c:pt idx="92">
                  <c:v>1.1103001082977749E-2</c:v>
                </c:pt>
                <c:pt idx="93">
                  <c:v>1.0540731380373718E-2</c:v>
                </c:pt>
                <c:pt idx="94">
                  <c:v>1.1096691160573187E-2</c:v>
                </c:pt>
                <c:pt idx="95">
                  <c:v>1.0877193244981577E-2</c:v>
                </c:pt>
                <c:pt idx="96">
                  <c:v>1.0416908771952234E-2</c:v>
                </c:pt>
                <c:pt idx="97">
                  <c:v>1.0410760276775574E-2</c:v>
                </c:pt>
                <c:pt idx="98">
                  <c:v>9.8289075675435343E-3</c:v>
                </c:pt>
                <c:pt idx="99">
                  <c:v>8.4309214825849799E-3</c:v>
                </c:pt>
                <c:pt idx="100">
                  <c:v>8.605449960246243E-3</c:v>
                </c:pt>
                <c:pt idx="101">
                  <c:v>8.5927912992216793E-3</c:v>
                </c:pt>
                <c:pt idx="102">
                  <c:v>8.5946952658015833E-3</c:v>
                </c:pt>
                <c:pt idx="103">
                  <c:v>8.5384534925887802E-3</c:v>
                </c:pt>
                <c:pt idx="104">
                  <c:v>8.3636106072785144E-3</c:v>
                </c:pt>
                <c:pt idx="105">
                  <c:v>8.3515652933842163E-3</c:v>
                </c:pt>
                <c:pt idx="106">
                  <c:v>8.0724893196101617E-3</c:v>
                </c:pt>
                <c:pt idx="107">
                  <c:v>8.0392794359121743E-3</c:v>
                </c:pt>
                <c:pt idx="108">
                  <c:v>7.9704787857779076E-3</c:v>
                </c:pt>
                <c:pt idx="109">
                  <c:v>7.2920680324555899E-3</c:v>
                </c:pt>
                <c:pt idx="110">
                  <c:v>7.2449457401896743E-3</c:v>
                </c:pt>
                <c:pt idx="111">
                  <c:v>7.5560778307252269E-3</c:v>
                </c:pt>
                <c:pt idx="112">
                  <c:v>1.0646935214457108E-2</c:v>
                </c:pt>
                <c:pt idx="113">
                  <c:v>9.7170338272245596E-3</c:v>
                </c:pt>
                <c:pt idx="114">
                  <c:v>1.0044773538390658E-2</c:v>
                </c:pt>
                <c:pt idx="115">
                  <c:v>1.0031691857150903E-2</c:v>
                </c:pt>
                <c:pt idx="116">
                  <c:v>1.0070950247275773E-2</c:v>
                </c:pt>
                <c:pt idx="117">
                  <c:v>1.0058118508091069E-2</c:v>
                </c:pt>
                <c:pt idx="118">
                  <c:v>9.8339805078505472E-3</c:v>
                </c:pt>
                <c:pt idx="119">
                  <c:v>9.6364675581056772E-3</c:v>
                </c:pt>
                <c:pt idx="120">
                  <c:v>1.0079824357489966E-2</c:v>
                </c:pt>
                <c:pt idx="121">
                  <c:v>1.0250976790343943E-2</c:v>
                </c:pt>
                <c:pt idx="122">
                  <c:v>1.0327799681462425E-2</c:v>
                </c:pt>
                <c:pt idx="123">
                  <c:v>1.0874536879184918E-2</c:v>
                </c:pt>
                <c:pt idx="124">
                  <c:v>1.2639082397858239E-2</c:v>
                </c:pt>
                <c:pt idx="125">
                  <c:v>1.2363373814193232E-2</c:v>
                </c:pt>
                <c:pt idx="126">
                  <c:v>1.3857766432952891E-2</c:v>
                </c:pt>
                <c:pt idx="127">
                  <c:v>1.3854587117932228E-2</c:v>
                </c:pt>
                <c:pt idx="128">
                  <c:v>1.3667043233511417E-2</c:v>
                </c:pt>
                <c:pt idx="129">
                  <c:v>1.3812597812795023E-2</c:v>
                </c:pt>
                <c:pt idx="130">
                  <c:v>1.4688487952736654E-2</c:v>
                </c:pt>
                <c:pt idx="131">
                  <c:v>2.2005401221983197E-2</c:v>
                </c:pt>
                <c:pt idx="132">
                  <c:v>2.2007247322250324E-2</c:v>
                </c:pt>
                <c:pt idx="133">
                  <c:v>2.1852092788259177E-2</c:v>
                </c:pt>
                <c:pt idx="134">
                  <c:v>2.2615825624034427E-2</c:v>
                </c:pt>
                <c:pt idx="135">
                  <c:v>2.2813763578286392E-2</c:v>
                </c:pt>
                <c:pt idx="136">
                  <c:v>2.2846700807484441E-2</c:v>
                </c:pt>
                <c:pt idx="137">
                  <c:v>2.3251223567247997E-2</c:v>
                </c:pt>
                <c:pt idx="138">
                  <c:v>2.2934372023322821E-2</c:v>
                </c:pt>
                <c:pt idx="139">
                  <c:v>2.3149092472084638E-2</c:v>
                </c:pt>
                <c:pt idx="140">
                  <c:v>2.3299921489630917E-2</c:v>
                </c:pt>
                <c:pt idx="141">
                  <c:v>2.334119085806919E-2</c:v>
                </c:pt>
                <c:pt idx="142">
                  <c:v>2.4375566025029705E-2</c:v>
                </c:pt>
                <c:pt idx="143">
                  <c:v>2.4999831672868286E-2</c:v>
                </c:pt>
                <c:pt idx="144">
                  <c:v>2.5035191351560172E-2</c:v>
                </c:pt>
                <c:pt idx="145">
                  <c:v>2.4130479219487785E-2</c:v>
                </c:pt>
                <c:pt idx="146">
                  <c:v>2.4660512489622539E-2</c:v>
                </c:pt>
                <c:pt idx="147">
                  <c:v>2.4643462257999606E-2</c:v>
                </c:pt>
                <c:pt idx="148">
                  <c:v>2.4865116965444023E-2</c:v>
                </c:pt>
                <c:pt idx="149">
                  <c:v>2.4371523583892735E-2</c:v>
                </c:pt>
                <c:pt idx="150">
                  <c:v>1.7479707007486127E-2</c:v>
                </c:pt>
                <c:pt idx="151">
                  <c:v>1.7563419921504401E-2</c:v>
                </c:pt>
                <c:pt idx="152">
                  <c:v>1.8149839331734988E-2</c:v>
                </c:pt>
                <c:pt idx="153">
                  <c:v>1.7402649609713876E-2</c:v>
                </c:pt>
                <c:pt idx="154">
                  <c:v>1.9004991814266202E-2</c:v>
                </c:pt>
                <c:pt idx="155">
                  <c:v>1.8849796895620351E-2</c:v>
                </c:pt>
                <c:pt idx="156">
                  <c:v>1.964279611770775E-2</c:v>
                </c:pt>
                <c:pt idx="157">
                  <c:v>1.9161137242048092E-2</c:v>
                </c:pt>
                <c:pt idx="158">
                  <c:v>1.8934007031278264E-2</c:v>
                </c:pt>
                <c:pt idx="159">
                  <c:v>1.812662581939585E-2</c:v>
                </c:pt>
                <c:pt idx="160">
                  <c:v>1.7346297282441796E-2</c:v>
                </c:pt>
                <c:pt idx="161">
                  <c:v>1.7059961195405215E-2</c:v>
                </c:pt>
                <c:pt idx="162">
                  <c:v>1.6245230346106004E-2</c:v>
                </c:pt>
                <c:pt idx="163">
                  <c:v>1.6569248905025195E-2</c:v>
                </c:pt>
                <c:pt idx="164">
                  <c:v>1.6554560183366099E-2</c:v>
                </c:pt>
                <c:pt idx="165">
                  <c:v>1.6302084253607921E-2</c:v>
                </c:pt>
                <c:pt idx="166">
                  <c:v>1.6040640102220918E-2</c:v>
                </c:pt>
                <c:pt idx="167">
                  <c:v>1.6023828653727784E-2</c:v>
                </c:pt>
                <c:pt idx="168">
                  <c:v>1.6386970512296997E-2</c:v>
                </c:pt>
                <c:pt idx="169">
                  <c:v>1.4314224626829179E-2</c:v>
                </c:pt>
                <c:pt idx="170">
                  <c:v>1.430826985683231E-2</c:v>
                </c:pt>
                <c:pt idx="171">
                  <c:v>1.3426997290054022E-2</c:v>
                </c:pt>
                <c:pt idx="172">
                  <c:v>1.4240068597127276E-2</c:v>
                </c:pt>
                <c:pt idx="173">
                  <c:v>1.2487807755606241E-2</c:v>
                </c:pt>
                <c:pt idx="174">
                  <c:v>1.2329463946211625E-2</c:v>
                </c:pt>
                <c:pt idx="175">
                  <c:v>8.5515860141524291E-3</c:v>
                </c:pt>
                <c:pt idx="176">
                  <c:v>8.7667004747742361E-3</c:v>
                </c:pt>
                <c:pt idx="177">
                  <c:v>8.7668413734891416E-3</c:v>
                </c:pt>
                <c:pt idx="178">
                  <c:v>9.0193693651634751E-3</c:v>
                </c:pt>
                <c:pt idx="179">
                  <c:v>9.0992565952053035E-3</c:v>
                </c:pt>
                <c:pt idx="180">
                  <c:v>9.2101188860545594E-3</c:v>
                </c:pt>
                <c:pt idx="181">
                  <c:v>1.0294680520108108E-2</c:v>
                </c:pt>
                <c:pt idx="182">
                  <c:v>8.8988983079980946E-3</c:v>
                </c:pt>
                <c:pt idx="183">
                  <c:v>9.1559818727000915E-3</c:v>
                </c:pt>
                <c:pt idx="184">
                  <c:v>9.3427671131219216E-3</c:v>
                </c:pt>
                <c:pt idx="185">
                  <c:v>9.355531538895661E-3</c:v>
                </c:pt>
                <c:pt idx="186">
                  <c:v>9.3639420383887922E-3</c:v>
                </c:pt>
                <c:pt idx="187">
                  <c:v>9.6176889627175056E-3</c:v>
                </c:pt>
                <c:pt idx="188">
                  <c:v>9.9952781870556173E-3</c:v>
                </c:pt>
                <c:pt idx="189">
                  <c:v>9.9686293789098424E-3</c:v>
                </c:pt>
                <c:pt idx="190">
                  <c:v>9.7489131593150608E-3</c:v>
                </c:pt>
                <c:pt idx="191">
                  <c:v>9.2132164649893333E-3</c:v>
                </c:pt>
                <c:pt idx="192">
                  <c:v>9.423473646914678E-3</c:v>
                </c:pt>
                <c:pt idx="193">
                  <c:v>9.5614516393571023E-3</c:v>
                </c:pt>
                <c:pt idx="194">
                  <c:v>1.0096759546969168E-2</c:v>
                </c:pt>
                <c:pt idx="195">
                  <c:v>1.0154185276135843E-2</c:v>
                </c:pt>
                <c:pt idx="196">
                  <c:v>1.0555451578605256E-2</c:v>
                </c:pt>
                <c:pt idx="197">
                  <c:v>1.017208594489257E-2</c:v>
                </c:pt>
                <c:pt idx="198">
                  <c:v>9.4545049614337111E-3</c:v>
                </c:pt>
                <c:pt idx="199">
                  <c:v>9.4869629181347885E-3</c:v>
                </c:pt>
                <c:pt idx="200">
                  <c:v>9.5901510104002101E-3</c:v>
                </c:pt>
                <c:pt idx="201">
                  <c:v>1.025604862135877E-2</c:v>
                </c:pt>
                <c:pt idx="202">
                  <c:v>9.8931723185752499E-3</c:v>
                </c:pt>
                <c:pt idx="203">
                  <c:v>1.0097363304022791E-2</c:v>
                </c:pt>
                <c:pt idx="204">
                  <c:v>1.0097182026285375E-2</c:v>
                </c:pt>
                <c:pt idx="205">
                  <c:v>1.049089989614836E-2</c:v>
                </c:pt>
                <c:pt idx="206">
                  <c:v>1.0524541801147081E-2</c:v>
                </c:pt>
                <c:pt idx="207">
                  <c:v>1.0389941933803114E-2</c:v>
                </c:pt>
                <c:pt idx="208">
                  <c:v>1.0263856714832618E-2</c:v>
                </c:pt>
                <c:pt idx="209">
                  <c:v>1.0314387536015717E-2</c:v>
                </c:pt>
                <c:pt idx="210">
                  <c:v>1.0258445604829561E-2</c:v>
                </c:pt>
                <c:pt idx="211">
                  <c:v>1.1629186733763683E-2</c:v>
                </c:pt>
                <c:pt idx="212">
                  <c:v>1.1622851908368845E-2</c:v>
                </c:pt>
                <c:pt idx="213">
                  <c:v>1.1197371279518109E-2</c:v>
                </c:pt>
                <c:pt idx="214">
                  <c:v>1.2898178493245796E-2</c:v>
                </c:pt>
                <c:pt idx="215">
                  <c:v>1.281555614022894E-2</c:v>
                </c:pt>
                <c:pt idx="216">
                  <c:v>1.2356891072295779E-2</c:v>
                </c:pt>
                <c:pt idx="217">
                  <c:v>1.2409089305799658E-2</c:v>
                </c:pt>
                <c:pt idx="218">
                  <c:v>1.2979211532501917E-2</c:v>
                </c:pt>
                <c:pt idx="219">
                  <c:v>1.2847580647138349E-2</c:v>
                </c:pt>
                <c:pt idx="220">
                  <c:v>1.4600412427201396E-2</c:v>
                </c:pt>
                <c:pt idx="221">
                  <c:v>1.4717160373840511E-2</c:v>
                </c:pt>
                <c:pt idx="222">
                  <c:v>1.6078883098499405E-2</c:v>
                </c:pt>
                <c:pt idx="223">
                  <c:v>1.655524083611944E-2</c:v>
                </c:pt>
                <c:pt idx="224">
                  <c:v>1.5812679637115221E-2</c:v>
                </c:pt>
                <c:pt idx="225">
                  <c:v>1.6520054572437923E-2</c:v>
                </c:pt>
                <c:pt idx="226">
                  <c:v>1.6425589904828217E-2</c:v>
                </c:pt>
                <c:pt idx="227">
                  <c:v>1.6430652397320535E-2</c:v>
                </c:pt>
                <c:pt idx="228">
                  <c:v>1.7000824746885121E-2</c:v>
                </c:pt>
                <c:pt idx="229">
                  <c:v>1.7248494273838316E-2</c:v>
                </c:pt>
                <c:pt idx="230">
                  <c:v>1.6738230496604879E-2</c:v>
                </c:pt>
                <c:pt idx="231">
                  <c:v>1.7244268727068066E-2</c:v>
                </c:pt>
                <c:pt idx="232">
                  <c:v>1.8090201569864781E-2</c:v>
                </c:pt>
                <c:pt idx="233">
                  <c:v>1.7504076010497086E-2</c:v>
                </c:pt>
                <c:pt idx="234">
                  <c:v>1.7298472782116336E-2</c:v>
                </c:pt>
                <c:pt idx="235">
                  <c:v>1.7321838596690054E-2</c:v>
                </c:pt>
                <c:pt idx="236">
                  <c:v>1.7362827259225791E-2</c:v>
                </c:pt>
                <c:pt idx="237">
                  <c:v>1.8905015292915828E-2</c:v>
                </c:pt>
                <c:pt idx="238">
                  <c:v>1.8787505915952227E-2</c:v>
                </c:pt>
                <c:pt idx="239">
                  <c:v>1.9891993701348268E-2</c:v>
                </c:pt>
                <c:pt idx="240">
                  <c:v>1.9879213733343202E-2</c:v>
                </c:pt>
                <c:pt idx="241">
                  <c:v>1.9073252712170322E-2</c:v>
                </c:pt>
                <c:pt idx="242">
                  <c:v>1.8700656302424776E-2</c:v>
                </c:pt>
                <c:pt idx="243">
                  <c:v>1.864336182539373E-2</c:v>
                </c:pt>
                <c:pt idx="244">
                  <c:v>1.8508014160185521E-2</c:v>
                </c:pt>
                <c:pt idx="245">
                  <c:v>1.8466583323452541E-2</c:v>
                </c:pt>
                <c:pt idx="246">
                  <c:v>1.8543999025105326E-2</c:v>
                </c:pt>
                <c:pt idx="247">
                  <c:v>1.8165642144179941E-2</c:v>
                </c:pt>
                <c:pt idx="248">
                  <c:v>1.7995477021586017E-2</c:v>
                </c:pt>
                <c:pt idx="249">
                  <c:v>2.0577429573144103E-2</c:v>
                </c:pt>
                <c:pt idx="250">
                  <c:v>2.0710465754430127E-2</c:v>
                </c:pt>
                <c:pt idx="251">
                  <c:v>2.1895128746964507E-2</c:v>
                </c:pt>
                <c:pt idx="252">
                  <c:v>2.1847130141203736E-2</c:v>
                </c:pt>
                <c:pt idx="253">
                  <c:v>2.1837357088597662E-2</c:v>
                </c:pt>
                <c:pt idx="254">
                  <c:v>2.168225235039874E-2</c:v>
                </c:pt>
                <c:pt idx="255">
                  <c:v>2.169437594766933E-2</c:v>
                </c:pt>
                <c:pt idx="256">
                  <c:v>1.9162144669910359E-2</c:v>
                </c:pt>
                <c:pt idx="257">
                  <c:v>1.8933354593287613E-2</c:v>
                </c:pt>
                <c:pt idx="258">
                  <c:v>1.7037974568581589E-2</c:v>
                </c:pt>
                <c:pt idx="259">
                  <c:v>1.6582389076878142E-2</c:v>
                </c:pt>
                <c:pt idx="260">
                  <c:v>1.6614769909048595E-2</c:v>
                </c:pt>
                <c:pt idx="261">
                  <c:v>1.6747919330980181E-2</c:v>
                </c:pt>
                <c:pt idx="262">
                  <c:v>1.6687440135454017E-2</c:v>
                </c:pt>
                <c:pt idx="263">
                  <c:v>1.5717568689508989E-2</c:v>
                </c:pt>
                <c:pt idx="264">
                  <c:v>1.534503482619049E-2</c:v>
                </c:pt>
                <c:pt idx="265">
                  <c:v>1.4333029347399948E-2</c:v>
                </c:pt>
                <c:pt idx="266">
                  <c:v>1.4403343116221563E-2</c:v>
                </c:pt>
                <c:pt idx="267">
                  <c:v>1.3153639027967762E-2</c:v>
                </c:pt>
                <c:pt idx="268">
                  <c:v>1.3669631027635151E-2</c:v>
                </c:pt>
                <c:pt idx="269">
                  <c:v>1.3013260547600505E-2</c:v>
                </c:pt>
                <c:pt idx="270">
                  <c:v>1.0716117240866621E-2</c:v>
                </c:pt>
                <c:pt idx="271">
                  <c:v>1.2058337936036573E-2</c:v>
                </c:pt>
                <c:pt idx="272">
                  <c:v>1.2388172937133778E-2</c:v>
                </c:pt>
                <c:pt idx="273">
                  <c:v>1.2360143187490137E-2</c:v>
                </c:pt>
                <c:pt idx="274">
                  <c:v>1.2375618050292563E-2</c:v>
                </c:pt>
                <c:pt idx="275">
                  <c:v>1.3397819200391124E-2</c:v>
                </c:pt>
                <c:pt idx="276">
                  <c:v>1.3682669755339173E-2</c:v>
                </c:pt>
                <c:pt idx="277">
                  <c:v>1.4170461616180078E-2</c:v>
                </c:pt>
                <c:pt idx="278">
                  <c:v>1.4089511630912816E-2</c:v>
                </c:pt>
                <c:pt idx="279">
                  <c:v>1.3923365067002817E-2</c:v>
                </c:pt>
                <c:pt idx="280">
                  <c:v>1.3604078552851102E-2</c:v>
                </c:pt>
                <c:pt idx="281">
                  <c:v>1.463375527309092E-2</c:v>
                </c:pt>
                <c:pt idx="282">
                  <c:v>1.463074633579836E-2</c:v>
                </c:pt>
                <c:pt idx="283">
                  <c:v>1.4554602932990613E-2</c:v>
                </c:pt>
                <c:pt idx="284">
                  <c:v>1.520475627838694E-2</c:v>
                </c:pt>
                <c:pt idx="285">
                  <c:v>1.5228322422483776E-2</c:v>
                </c:pt>
                <c:pt idx="286">
                  <c:v>1.5171384802322562E-2</c:v>
                </c:pt>
                <c:pt idx="287">
                  <c:v>1.3208834599347342E-2</c:v>
                </c:pt>
                <c:pt idx="288">
                  <c:v>1.3610062548822847E-2</c:v>
                </c:pt>
                <c:pt idx="289">
                  <c:v>1.352438899198688E-2</c:v>
                </c:pt>
                <c:pt idx="290">
                  <c:v>1.2141957592344852E-2</c:v>
                </c:pt>
                <c:pt idx="291">
                  <c:v>1.1465555177292468E-2</c:v>
                </c:pt>
                <c:pt idx="292">
                  <c:v>1.2292335168778415E-2</c:v>
                </c:pt>
                <c:pt idx="293">
                  <c:v>1.1813166675081716E-2</c:v>
                </c:pt>
                <c:pt idx="294">
                  <c:v>1.1361225156565661E-2</c:v>
                </c:pt>
                <c:pt idx="295">
                  <c:v>1.0040324653956954E-2</c:v>
                </c:pt>
                <c:pt idx="296">
                  <c:v>1.2266908576304209E-2</c:v>
                </c:pt>
                <c:pt idx="297">
                  <c:v>1.6636480815439308E-2</c:v>
                </c:pt>
                <c:pt idx="298">
                  <c:v>1.6656189028599173E-2</c:v>
                </c:pt>
                <c:pt idx="299">
                  <c:v>1.667754541526829E-2</c:v>
                </c:pt>
                <c:pt idx="300">
                  <c:v>1.6057626437284273E-2</c:v>
                </c:pt>
                <c:pt idx="301">
                  <c:v>1.6047056431775612E-2</c:v>
                </c:pt>
                <c:pt idx="302">
                  <c:v>1.6078145703006499E-2</c:v>
                </c:pt>
                <c:pt idx="303">
                  <c:v>1.5776304768847123E-2</c:v>
                </c:pt>
                <c:pt idx="304">
                  <c:v>1.576326788857731E-2</c:v>
                </c:pt>
                <c:pt idx="305">
                  <c:v>1.5764679904406366E-2</c:v>
                </c:pt>
                <c:pt idx="306">
                  <c:v>1.5962382319384415E-2</c:v>
                </c:pt>
                <c:pt idx="307">
                  <c:v>1.533090658890675E-2</c:v>
                </c:pt>
                <c:pt idx="308">
                  <c:v>1.5317976259964852E-2</c:v>
                </c:pt>
                <c:pt idx="309">
                  <c:v>1.6112934345238882E-2</c:v>
                </c:pt>
                <c:pt idx="310">
                  <c:v>1.6103212949536864E-2</c:v>
                </c:pt>
                <c:pt idx="311">
                  <c:v>1.5261763376150556E-2</c:v>
                </c:pt>
                <c:pt idx="312">
                  <c:v>1.5576137375404045E-2</c:v>
                </c:pt>
                <c:pt idx="313">
                  <c:v>1.5594184106703615E-2</c:v>
                </c:pt>
                <c:pt idx="314">
                  <c:v>1.5386733096217109E-2</c:v>
                </c:pt>
                <c:pt idx="315">
                  <c:v>1.4470079576423519E-2</c:v>
                </c:pt>
                <c:pt idx="316">
                  <c:v>9.6226907510578233E-3</c:v>
                </c:pt>
                <c:pt idx="317">
                  <c:v>9.5338997402677345E-3</c:v>
                </c:pt>
                <c:pt idx="318">
                  <c:v>1.2115432888049964E-2</c:v>
                </c:pt>
                <c:pt idx="319">
                  <c:v>1.2147459589065893E-2</c:v>
                </c:pt>
                <c:pt idx="320">
                  <c:v>1.2350697124131275E-2</c:v>
                </c:pt>
                <c:pt idx="321">
                  <c:v>1.263335596469709E-2</c:v>
                </c:pt>
                <c:pt idx="322">
                  <c:v>1.3102935455712729E-2</c:v>
                </c:pt>
                <c:pt idx="323">
                  <c:v>1.3486648078803386E-2</c:v>
                </c:pt>
                <c:pt idx="324">
                  <c:v>1.3590177268522546E-2</c:v>
                </c:pt>
                <c:pt idx="325">
                  <c:v>1.3357814273377172E-2</c:v>
                </c:pt>
                <c:pt idx="326">
                  <c:v>1.3538828814711667E-2</c:v>
                </c:pt>
                <c:pt idx="327">
                  <c:v>1.3775654718433714E-2</c:v>
                </c:pt>
                <c:pt idx="328">
                  <c:v>1.3751307029238975E-2</c:v>
                </c:pt>
                <c:pt idx="329">
                  <c:v>1.3817417053724404E-2</c:v>
                </c:pt>
                <c:pt idx="330">
                  <c:v>1.3352800451337242E-2</c:v>
                </c:pt>
                <c:pt idx="331">
                  <c:v>1.2989399808830186E-2</c:v>
                </c:pt>
                <c:pt idx="332">
                  <c:v>1.3760186191086111E-2</c:v>
                </c:pt>
                <c:pt idx="333">
                  <c:v>1.369023544664295E-2</c:v>
                </c:pt>
                <c:pt idx="334">
                  <c:v>1.3501609039991567E-2</c:v>
                </c:pt>
                <c:pt idx="335">
                  <c:v>1.3430298539001672E-2</c:v>
                </c:pt>
                <c:pt idx="336">
                  <c:v>1.3471408779581948E-2</c:v>
                </c:pt>
                <c:pt idx="337">
                  <c:v>1.0207101374904206E-2</c:v>
                </c:pt>
                <c:pt idx="338">
                  <c:v>1.0206732360993681E-2</c:v>
                </c:pt>
                <c:pt idx="339">
                  <c:v>1.0171497433055645E-2</c:v>
                </c:pt>
                <c:pt idx="340">
                  <c:v>1.0104107441079261E-2</c:v>
                </c:pt>
                <c:pt idx="341">
                  <c:v>9.7581448062759903E-3</c:v>
                </c:pt>
                <c:pt idx="342">
                  <c:v>9.3329558637140538E-3</c:v>
                </c:pt>
                <c:pt idx="343">
                  <c:v>9.6697987459054158E-3</c:v>
                </c:pt>
                <c:pt idx="344">
                  <c:v>9.696787739671562E-3</c:v>
                </c:pt>
                <c:pt idx="345">
                  <c:v>1.0098325285900593E-2</c:v>
                </c:pt>
                <c:pt idx="346">
                  <c:v>9.728647085420452E-3</c:v>
                </c:pt>
                <c:pt idx="347">
                  <c:v>8.6613764828904309E-3</c:v>
                </c:pt>
                <c:pt idx="348">
                  <c:v>8.7034193771716485E-3</c:v>
                </c:pt>
                <c:pt idx="349">
                  <c:v>8.2573075578834722E-3</c:v>
                </c:pt>
                <c:pt idx="350">
                  <c:v>8.3277235495823124E-3</c:v>
                </c:pt>
                <c:pt idx="351">
                  <c:v>7.3964830170427801E-3</c:v>
                </c:pt>
                <c:pt idx="352">
                  <c:v>7.3723285213897743E-3</c:v>
                </c:pt>
                <c:pt idx="353">
                  <c:v>7.606246664539529E-3</c:v>
                </c:pt>
                <c:pt idx="354">
                  <c:v>7.5823150979700445E-3</c:v>
                </c:pt>
                <c:pt idx="355">
                  <c:v>7.68208765076545E-3</c:v>
                </c:pt>
                <c:pt idx="356">
                  <c:v>7.9324381872263039E-3</c:v>
                </c:pt>
                <c:pt idx="357">
                  <c:v>7.6243948207853421E-3</c:v>
                </c:pt>
                <c:pt idx="358">
                  <c:v>7.7735979731503582E-3</c:v>
                </c:pt>
                <c:pt idx="359">
                  <c:v>7.924884840636354E-3</c:v>
                </c:pt>
                <c:pt idx="360">
                  <c:v>8.0571072649538705E-3</c:v>
                </c:pt>
                <c:pt idx="361">
                  <c:v>8.8324403489239232E-3</c:v>
                </c:pt>
                <c:pt idx="362">
                  <c:v>8.3270132521499219E-3</c:v>
                </c:pt>
                <c:pt idx="363">
                  <c:v>8.8140930074096669E-3</c:v>
                </c:pt>
                <c:pt idx="364">
                  <c:v>8.1331779491223659E-3</c:v>
                </c:pt>
                <c:pt idx="365">
                  <c:v>8.2930673343681299E-3</c:v>
                </c:pt>
                <c:pt idx="366">
                  <c:v>8.6691232216610115E-3</c:v>
                </c:pt>
                <c:pt idx="367">
                  <c:v>1.2216100950465644E-2</c:v>
                </c:pt>
                <c:pt idx="368">
                  <c:v>1.2364157918423921E-2</c:v>
                </c:pt>
                <c:pt idx="369">
                  <c:v>1.2233002592754776E-2</c:v>
                </c:pt>
                <c:pt idx="370">
                  <c:v>1.2256920727222183E-2</c:v>
                </c:pt>
                <c:pt idx="371">
                  <c:v>1.2396497126303047E-2</c:v>
                </c:pt>
                <c:pt idx="372">
                  <c:v>1.2264429570005725E-2</c:v>
                </c:pt>
                <c:pt idx="373">
                  <c:v>1.3082218371783106E-2</c:v>
                </c:pt>
                <c:pt idx="374">
                  <c:v>1.2883388727117988E-2</c:v>
                </c:pt>
                <c:pt idx="375">
                  <c:v>1.3352989699796812E-2</c:v>
                </c:pt>
                <c:pt idx="376">
                  <c:v>1.3369685229457218E-2</c:v>
                </c:pt>
                <c:pt idx="377">
                  <c:v>1.3688604039494753E-2</c:v>
                </c:pt>
                <c:pt idx="378">
                  <c:v>1.5197813045297826E-2</c:v>
                </c:pt>
                <c:pt idx="379">
                  <c:v>1.5007119102021951E-2</c:v>
                </c:pt>
                <c:pt idx="380">
                  <c:v>1.5744636489638232E-2</c:v>
                </c:pt>
                <c:pt idx="381">
                  <c:v>1.5577380649095801E-2</c:v>
                </c:pt>
                <c:pt idx="382">
                  <c:v>1.5211401008027889E-2</c:v>
                </c:pt>
                <c:pt idx="383">
                  <c:v>1.5165643024162763E-2</c:v>
                </c:pt>
                <c:pt idx="384">
                  <c:v>1.4983792162924977E-2</c:v>
                </c:pt>
                <c:pt idx="385">
                  <c:v>1.4790472017199251E-2</c:v>
                </c:pt>
                <c:pt idx="386">
                  <c:v>1.2962907488030926E-2</c:v>
                </c:pt>
                <c:pt idx="387">
                  <c:v>1.3055039015046181E-2</c:v>
                </c:pt>
                <c:pt idx="388">
                  <c:v>1.3256173301801637E-2</c:v>
                </c:pt>
                <c:pt idx="389">
                  <c:v>1.4093276042116975E-2</c:v>
                </c:pt>
                <c:pt idx="390">
                  <c:v>1.4125499614266162E-2</c:v>
                </c:pt>
                <c:pt idx="391">
                  <c:v>1.4061904744813756E-2</c:v>
                </c:pt>
                <c:pt idx="392">
                  <c:v>1.3459068320483892E-2</c:v>
                </c:pt>
                <c:pt idx="393">
                  <c:v>1.3486408042027786E-2</c:v>
                </c:pt>
                <c:pt idx="394">
                  <c:v>1.294106491630282E-2</c:v>
                </c:pt>
                <c:pt idx="395">
                  <c:v>1.2835774854043507E-2</c:v>
                </c:pt>
                <c:pt idx="396">
                  <c:v>1.246209284975244E-2</c:v>
                </c:pt>
                <c:pt idx="397">
                  <c:v>1.0211541945776835E-2</c:v>
                </c:pt>
                <c:pt idx="398">
                  <c:v>1.0735355077252522E-2</c:v>
                </c:pt>
                <c:pt idx="399">
                  <c:v>9.177974553588231E-3</c:v>
                </c:pt>
                <c:pt idx="400">
                  <c:v>9.683425981351957E-3</c:v>
                </c:pt>
                <c:pt idx="401">
                  <c:v>9.6684144953471558E-3</c:v>
                </c:pt>
                <c:pt idx="402">
                  <c:v>9.6585870309517426E-3</c:v>
                </c:pt>
                <c:pt idx="403">
                  <c:v>1.0587364247538764E-2</c:v>
                </c:pt>
                <c:pt idx="404">
                  <c:v>1.3317358139774867E-2</c:v>
                </c:pt>
                <c:pt idx="405">
                  <c:v>1.3741789694007477E-2</c:v>
                </c:pt>
                <c:pt idx="406">
                  <c:v>1.3480824970749211E-2</c:v>
                </c:pt>
                <c:pt idx="407">
                  <c:v>1.3326376435851106E-2</c:v>
                </c:pt>
                <c:pt idx="408">
                  <c:v>1.2257665068853695E-2</c:v>
                </c:pt>
                <c:pt idx="409">
                  <c:v>1.2758392820173171E-2</c:v>
                </c:pt>
                <c:pt idx="410">
                  <c:v>1.2500608683637305E-2</c:v>
                </c:pt>
                <c:pt idx="411">
                  <c:v>1.2509424963955507E-2</c:v>
                </c:pt>
                <c:pt idx="412">
                  <c:v>1.2987469288627851E-2</c:v>
                </c:pt>
                <c:pt idx="413">
                  <c:v>1.3473733531964302E-2</c:v>
                </c:pt>
                <c:pt idx="414">
                  <c:v>1.3558787997566435E-2</c:v>
                </c:pt>
                <c:pt idx="415">
                  <c:v>1.4116494621163515E-2</c:v>
                </c:pt>
                <c:pt idx="416">
                  <c:v>1.4061415527228248E-2</c:v>
                </c:pt>
                <c:pt idx="417">
                  <c:v>1.3976066633427047E-2</c:v>
                </c:pt>
                <c:pt idx="418">
                  <c:v>1.4137347821121773E-2</c:v>
                </c:pt>
                <c:pt idx="419">
                  <c:v>1.3934932611394921E-2</c:v>
                </c:pt>
                <c:pt idx="420">
                  <c:v>1.3934972477383933E-2</c:v>
                </c:pt>
                <c:pt idx="421">
                  <c:v>1.4582706288188812E-2</c:v>
                </c:pt>
                <c:pt idx="422">
                  <c:v>1.3908949048831706E-2</c:v>
                </c:pt>
                <c:pt idx="423">
                  <c:v>1.125999410137293E-2</c:v>
                </c:pt>
                <c:pt idx="424">
                  <c:v>9.505627532483376E-3</c:v>
                </c:pt>
                <c:pt idx="425">
                  <c:v>9.8972060131509512E-3</c:v>
                </c:pt>
                <c:pt idx="426">
                  <c:v>9.9565966481212007E-3</c:v>
                </c:pt>
                <c:pt idx="427">
                  <c:v>1.0018701925595952E-2</c:v>
                </c:pt>
                <c:pt idx="428">
                  <c:v>8.3725729980187596E-3</c:v>
                </c:pt>
                <c:pt idx="429">
                  <c:v>8.5482054866614938E-3</c:v>
                </c:pt>
                <c:pt idx="430">
                  <c:v>9.6619715742509403E-3</c:v>
                </c:pt>
                <c:pt idx="431">
                  <c:v>9.4692129680197974E-3</c:v>
                </c:pt>
                <c:pt idx="432">
                  <c:v>9.3816693921565161E-3</c:v>
                </c:pt>
                <c:pt idx="433">
                  <c:v>9.9017722010363955E-3</c:v>
                </c:pt>
                <c:pt idx="434">
                  <c:v>9.2424966272193765E-3</c:v>
                </c:pt>
                <c:pt idx="435">
                  <c:v>9.3543415789909736E-3</c:v>
                </c:pt>
                <c:pt idx="436">
                  <c:v>9.4931373578636645E-3</c:v>
                </c:pt>
                <c:pt idx="437">
                  <c:v>9.5974033559224226E-3</c:v>
                </c:pt>
                <c:pt idx="438">
                  <c:v>9.664487980032662E-3</c:v>
                </c:pt>
                <c:pt idx="439">
                  <c:v>1.0725130336010153E-2</c:v>
                </c:pt>
                <c:pt idx="440">
                  <c:v>9.9959929808868409E-3</c:v>
                </c:pt>
                <c:pt idx="441">
                  <c:v>1.0297877084280241E-2</c:v>
                </c:pt>
                <c:pt idx="442">
                  <c:v>1.0481780916234966E-2</c:v>
                </c:pt>
                <c:pt idx="443">
                  <c:v>1.056053486155332E-2</c:v>
                </c:pt>
                <c:pt idx="444">
                  <c:v>1.0658072522974644E-2</c:v>
                </c:pt>
                <c:pt idx="445">
                  <c:v>1.0475495869777432E-2</c:v>
                </c:pt>
                <c:pt idx="446">
                  <c:v>1.0356591397242036E-2</c:v>
                </c:pt>
                <c:pt idx="447">
                  <c:v>1.0167628849373047E-2</c:v>
                </c:pt>
                <c:pt idx="448">
                  <c:v>9.8961830893369348E-3</c:v>
                </c:pt>
                <c:pt idx="449">
                  <c:v>9.706647194530231E-3</c:v>
                </c:pt>
                <c:pt idx="450">
                  <c:v>9.795145994536231E-3</c:v>
                </c:pt>
                <c:pt idx="451">
                  <c:v>9.3708863247889337E-3</c:v>
                </c:pt>
                <c:pt idx="452">
                  <c:v>9.1442412781760768E-3</c:v>
                </c:pt>
                <c:pt idx="453">
                  <c:v>9.1289186032544132E-3</c:v>
                </c:pt>
                <c:pt idx="454">
                  <c:v>9.2634961247607655E-3</c:v>
                </c:pt>
                <c:pt idx="455">
                  <c:v>9.2867172165153195E-3</c:v>
                </c:pt>
                <c:pt idx="456">
                  <c:v>9.2420301838068517E-3</c:v>
                </c:pt>
                <c:pt idx="457">
                  <c:v>9.2175256609899042E-3</c:v>
                </c:pt>
                <c:pt idx="458">
                  <c:v>8.5414653905310865E-3</c:v>
                </c:pt>
                <c:pt idx="459">
                  <c:v>8.4901810909474035E-3</c:v>
                </c:pt>
                <c:pt idx="460">
                  <c:v>7.6353282483458459E-3</c:v>
                </c:pt>
                <c:pt idx="461">
                  <c:v>7.586568301089924E-3</c:v>
                </c:pt>
                <c:pt idx="462">
                  <c:v>7.5492212869012814E-3</c:v>
                </c:pt>
                <c:pt idx="463">
                  <c:v>7.3346519814622251E-3</c:v>
                </c:pt>
                <c:pt idx="464">
                  <c:v>7.3563539110145706E-3</c:v>
                </c:pt>
                <c:pt idx="465">
                  <c:v>8.2121872064743074E-3</c:v>
                </c:pt>
                <c:pt idx="466">
                  <c:v>8.2023668850554343E-3</c:v>
                </c:pt>
                <c:pt idx="467">
                  <c:v>8.2216990767690311E-3</c:v>
                </c:pt>
                <c:pt idx="468">
                  <c:v>6.6392380054492795E-3</c:v>
                </c:pt>
                <c:pt idx="469">
                  <c:v>6.6706955588948635E-3</c:v>
                </c:pt>
                <c:pt idx="470">
                  <c:v>6.6968447234959198E-3</c:v>
                </c:pt>
                <c:pt idx="471">
                  <c:v>7.0906250875797721E-3</c:v>
                </c:pt>
                <c:pt idx="472">
                  <c:v>6.8015608307187758E-3</c:v>
                </c:pt>
                <c:pt idx="473">
                  <c:v>7.4883292352356723E-3</c:v>
                </c:pt>
                <c:pt idx="474">
                  <c:v>7.022854751068822E-3</c:v>
                </c:pt>
                <c:pt idx="475">
                  <c:v>7.6389220076744048E-3</c:v>
                </c:pt>
                <c:pt idx="476">
                  <c:v>7.604209971692655E-3</c:v>
                </c:pt>
                <c:pt idx="477">
                  <c:v>7.408228708384099E-3</c:v>
                </c:pt>
                <c:pt idx="478">
                  <c:v>7.4497675469844104E-3</c:v>
                </c:pt>
                <c:pt idx="479">
                  <c:v>7.3299509392235739E-3</c:v>
                </c:pt>
                <c:pt idx="480">
                  <c:v>8.741565677158088E-3</c:v>
                </c:pt>
                <c:pt idx="481">
                  <c:v>9.9959037058255564E-3</c:v>
                </c:pt>
                <c:pt idx="482">
                  <c:v>1.0481007290054358E-2</c:v>
                </c:pt>
                <c:pt idx="483">
                  <c:v>1.1170041874806035E-2</c:v>
                </c:pt>
                <c:pt idx="484">
                  <c:v>1.1507243454827702E-2</c:v>
                </c:pt>
                <c:pt idx="485">
                  <c:v>1.1648252462280519E-2</c:v>
                </c:pt>
                <c:pt idx="486">
                  <c:v>1.1641098274078011E-2</c:v>
                </c:pt>
                <c:pt idx="487">
                  <c:v>1.1460261892081471E-2</c:v>
                </c:pt>
                <c:pt idx="488">
                  <c:v>1.1435671744533969E-2</c:v>
                </c:pt>
                <c:pt idx="489">
                  <c:v>1.14042427159496E-2</c:v>
                </c:pt>
                <c:pt idx="490">
                  <c:v>1.1105321762894403E-2</c:v>
                </c:pt>
                <c:pt idx="491">
                  <c:v>1.1083472324423707E-2</c:v>
                </c:pt>
                <c:pt idx="492">
                  <c:v>1.1592240256886847E-2</c:v>
                </c:pt>
                <c:pt idx="493">
                  <c:v>1.161731584959857E-2</c:v>
                </c:pt>
                <c:pt idx="494">
                  <c:v>1.1547595714435458E-2</c:v>
                </c:pt>
                <c:pt idx="495">
                  <c:v>1.1562048446414232E-2</c:v>
                </c:pt>
                <c:pt idx="496">
                  <c:v>1.1419505552973504E-2</c:v>
                </c:pt>
                <c:pt idx="497">
                  <c:v>1.1398110931866835E-2</c:v>
                </c:pt>
                <c:pt idx="498">
                  <c:v>1.1878723730446482E-2</c:v>
                </c:pt>
                <c:pt idx="499">
                  <c:v>1.1418534996635999E-2</c:v>
                </c:pt>
                <c:pt idx="500">
                  <c:v>1.0588518035143995E-2</c:v>
                </c:pt>
                <c:pt idx="501">
                  <c:v>1.0123323893025289E-2</c:v>
                </c:pt>
                <c:pt idx="502">
                  <c:v>1.0743691169806825E-2</c:v>
                </c:pt>
                <c:pt idx="503">
                  <c:v>9.5568184776514686E-3</c:v>
                </c:pt>
                <c:pt idx="504">
                  <c:v>9.5480287743126713E-3</c:v>
                </c:pt>
                <c:pt idx="505">
                  <c:v>9.7680847255180673E-3</c:v>
                </c:pt>
                <c:pt idx="506">
                  <c:v>1.0117851072281976E-2</c:v>
                </c:pt>
                <c:pt idx="507">
                  <c:v>1.0189045423886109E-2</c:v>
                </c:pt>
                <c:pt idx="508">
                  <c:v>1.0088894590754481E-2</c:v>
                </c:pt>
                <c:pt idx="509">
                  <c:v>1.0483704002091667E-2</c:v>
                </c:pt>
                <c:pt idx="510">
                  <c:v>1.0464878560146896E-2</c:v>
                </c:pt>
                <c:pt idx="511">
                  <c:v>8.4115796166681113E-3</c:v>
                </c:pt>
                <c:pt idx="512">
                  <c:v>8.5726825570679923E-3</c:v>
                </c:pt>
                <c:pt idx="513">
                  <c:v>8.5536968104055738E-3</c:v>
                </c:pt>
                <c:pt idx="514">
                  <c:v>8.4500896973419941E-3</c:v>
                </c:pt>
                <c:pt idx="515">
                  <c:v>8.3959894781426379E-3</c:v>
                </c:pt>
                <c:pt idx="516">
                  <c:v>8.2742767749984947E-3</c:v>
                </c:pt>
                <c:pt idx="517">
                  <c:v>9.8449192879866247E-3</c:v>
                </c:pt>
                <c:pt idx="518">
                  <c:v>9.4548944941232789E-3</c:v>
                </c:pt>
                <c:pt idx="519">
                  <c:v>1.0441789316946018E-2</c:v>
                </c:pt>
                <c:pt idx="520">
                  <c:v>1.1451850382156094E-2</c:v>
                </c:pt>
                <c:pt idx="521">
                  <c:v>1.1391447179499773E-2</c:v>
                </c:pt>
                <c:pt idx="522">
                  <c:v>1.1787222389876912E-2</c:v>
                </c:pt>
                <c:pt idx="523">
                  <c:v>1.1917384415766145E-2</c:v>
                </c:pt>
                <c:pt idx="524">
                  <c:v>1.1910058529936025E-2</c:v>
                </c:pt>
                <c:pt idx="525">
                  <c:v>1.1829023323610337E-2</c:v>
                </c:pt>
                <c:pt idx="526">
                  <c:v>1.2046530080811236E-2</c:v>
                </c:pt>
                <c:pt idx="527">
                  <c:v>1.2056252983565363E-2</c:v>
                </c:pt>
                <c:pt idx="528">
                  <c:v>1.1934230364792008E-2</c:v>
                </c:pt>
                <c:pt idx="529">
                  <c:v>1.233286956859421E-2</c:v>
                </c:pt>
                <c:pt idx="530">
                  <c:v>1.2292953533200129E-2</c:v>
                </c:pt>
                <c:pt idx="531">
                  <c:v>1.2110383836336896E-2</c:v>
                </c:pt>
                <c:pt idx="532">
                  <c:v>1.2156787001913281E-2</c:v>
                </c:pt>
                <c:pt idx="533">
                  <c:v>1.2317364367482602E-2</c:v>
                </c:pt>
                <c:pt idx="534">
                  <c:v>1.2238147014842252E-2</c:v>
                </c:pt>
                <c:pt idx="535">
                  <c:v>1.2323427854967241E-2</c:v>
                </c:pt>
                <c:pt idx="536">
                  <c:v>1.1253273442085461E-2</c:v>
                </c:pt>
                <c:pt idx="537">
                  <c:v>1.1294150136040576E-2</c:v>
                </c:pt>
                <c:pt idx="538">
                  <c:v>1.0883956458790723E-2</c:v>
                </c:pt>
                <c:pt idx="539">
                  <c:v>9.5473551460896131E-3</c:v>
                </c:pt>
                <c:pt idx="540">
                  <c:v>7.5704079057221599E-3</c:v>
                </c:pt>
                <c:pt idx="541">
                  <c:v>7.0726763527084501E-3</c:v>
                </c:pt>
                <c:pt idx="542">
                  <c:v>7.2069575137138813E-3</c:v>
                </c:pt>
                <c:pt idx="543">
                  <c:v>7.2188011236519294E-3</c:v>
                </c:pt>
                <c:pt idx="544">
                  <c:v>7.2498427860472111E-3</c:v>
                </c:pt>
                <c:pt idx="545">
                  <c:v>7.004334803419921E-3</c:v>
                </c:pt>
                <c:pt idx="546">
                  <c:v>7.0907981950378667E-3</c:v>
                </c:pt>
                <c:pt idx="547">
                  <c:v>6.8731956501826737E-3</c:v>
                </c:pt>
                <c:pt idx="548">
                  <c:v>6.3875169897698245E-3</c:v>
                </c:pt>
                <c:pt idx="549">
                  <c:v>6.3774458071046295E-3</c:v>
                </c:pt>
                <c:pt idx="550">
                  <c:v>7.9584326196369907E-3</c:v>
                </c:pt>
                <c:pt idx="551">
                  <c:v>7.9650755104252683E-3</c:v>
                </c:pt>
                <c:pt idx="552">
                  <c:v>7.9839082330187498E-3</c:v>
                </c:pt>
                <c:pt idx="553">
                  <c:v>7.9858019686045601E-3</c:v>
                </c:pt>
                <c:pt idx="554">
                  <c:v>7.9211325721254312E-3</c:v>
                </c:pt>
                <c:pt idx="555">
                  <c:v>7.6077266037891736E-3</c:v>
                </c:pt>
                <c:pt idx="556">
                  <c:v>7.6120813431650326E-3</c:v>
                </c:pt>
                <c:pt idx="557">
                  <c:v>7.317691703766168E-3</c:v>
                </c:pt>
                <c:pt idx="558">
                  <c:v>7.4162918830530094E-3</c:v>
                </c:pt>
                <c:pt idx="559">
                  <c:v>7.3182490005223536E-3</c:v>
                </c:pt>
                <c:pt idx="560">
                  <c:v>7.1848887354015898E-3</c:v>
                </c:pt>
                <c:pt idx="561">
                  <c:v>6.4530588926941992E-3</c:v>
                </c:pt>
                <c:pt idx="562">
                  <c:v>6.4910771220381379E-3</c:v>
                </c:pt>
                <c:pt idx="563">
                  <c:v>6.7964595892195815E-3</c:v>
                </c:pt>
                <c:pt idx="564">
                  <c:v>6.8804384537043363E-3</c:v>
                </c:pt>
                <c:pt idx="565">
                  <c:v>6.8521871073194494E-3</c:v>
                </c:pt>
                <c:pt idx="566">
                  <c:v>6.8286296426459123E-3</c:v>
                </c:pt>
                <c:pt idx="567">
                  <c:v>6.8609595704132728E-3</c:v>
                </c:pt>
                <c:pt idx="568">
                  <c:v>6.8896621266661857E-3</c:v>
                </c:pt>
                <c:pt idx="569">
                  <c:v>5.4911369458539201E-3</c:v>
                </c:pt>
                <c:pt idx="570">
                  <c:v>6.3348701549430283E-3</c:v>
                </c:pt>
                <c:pt idx="571">
                  <c:v>6.3506792138749131E-3</c:v>
                </c:pt>
                <c:pt idx="572">
                  <c:v>7.4756053232090339E-3</c:v>
                </c:pt>
                <c:pt idx="573">
                  <c:v>7.9592475636768474E-3</c:v>
                </c:pt>
                <c:pt idx="574">
                  <c:v>9.1057975197554979E-3</c:v>
                </c:pt>
                <c:pt idx="575">
                  <c:v>8.7647599355516193E-3</c:v>
                </c:pt>
                <c:pt idx="576">
                  <c:v>8.7960682141416668E-3</c:v>
                </c:pt>
                <c:pt idx="577">
                  <c:v>8.8052414514898023E-3</c:v>
                </c:pt>
                <c:pt idx="578">
                  <c:v>9.0946290592015065E-3</c:v>
                </c:pt>
                <c:pt idx="579">
                  <c:v>9.0709750205515971E-3</c:v>
                </c:pt>
                <c:pt idx="580">
                  <c:v>9.3029146368363205E-3</c:v>
                </c:pt>
                <c:pt idx="581">
                  <c:v>1.0018662220251053E-2</c:v>
                </c:pt>
                <c:pt idx="582">
                  <c:v>1.0050432914936661E-2</c:v>
                </c:pt>
                <c:pt idx="583">
                  <c:v>9.4508863952974271E-3</c:v>
                </c:pt>
                <c:pt idx="584">
                  <c:v>9.4455369343196521E-3</c:v>
                </c:pt>
                <c:pt idx="585">
                  <c:v>9.6522031315690489E-3</c:v>
                </c:pt>
                <c:pt idx="586">
                  <c:v>9.4242792530289544E-3</c:v>
                </c:pt>
                <c:pt idx="587">
                  <c:v>9.403321699029462E-3</c:v>
                </c:pt>
                <c:pt idx="588">
                  <c:v>9.889438610933483E-3</c:v>
                </c:pt>
                <c:pt idx="589">
                  <c:v>1.0534214370702514E-2</c:v>
                </c:pt>
                <c:pt idx="590">
                  <c:v>1.0306965040127796E-2</c:v>
                </c:pt>
                <c:pt idx="591">
                  <c:v>9.4849637893968889E-3</c:v>
                </c:pt>
                <c:pt idx="592">
                  <c:v>8.7856722165948337E-3</c:v>
                </c:pt>
                <c:pt idx="593">
                  <c:v>8.0449848182680885E-3</c:v>
                </c:pt>
                <c:pt idx="594">
                  <c:v>8.4871238945274426E-3</c:v>
                </c:pt>
                <c:pt idx="595">
                  <c:v>8.5432942356244851E-3</c:v>
                </c:pt>
                <c:pt idx="596">
                  <c:v>8.5838156817168929E-3</c:v>
                </c:pt>
                <c:pt idx="597">
                  <c:v>8.3575299489215514E-3</c:v>
                </c:pt>
                <c:pt idx="598">
                  <c:v>1.102116361027965E-2</c:v>
                </c:pt>
                <c:pt idx="599">
                  <c:v>1.1031846262102603E-2</c:v>
                </c:pt>
                <c:pt idx="600">
                  <c:v>1.0497883863299631E-2</c:v>
                </c:pt>
                <c:pt idx="601">
                  <c:v>1.161405750460469E-2</c:v>
                </c:pt>
                <c:pt idx="602">
                  <c:v>1.1591899569662521E-2</c:v>
                </c:pt>
                <c:pt idx="603">
                  <c:v>1.2458401787605869E-2</c:v>
                </c:pt>
                <c:pt idx="604">
                  <c:v>1.2354559133125487E-2</c:v>
                </c:pt>
                <c:pt idx="605">
                  <c:v>1.2485078214175892E-2</c:v>
                </c:pt>
                <c:pt idx="606">
                  <c:v>1.2485353007560575E-2</c:v>
                </c:pt>
                <c:pt idx="607">
                  <c:v>1.2382483095380857E-2</c:v>
                </c:pt>
                <c:pt idx="608">
                  <c:v>1.1429265733398699E-2</c:v>
                </c:pt>
                <c:pt idx="609">
                  <c:v>1.1401283415889842E-2</c:v>
                </c:pt>
                <c:pt idx="610">
                  <c:v>1.1411612507043393E-2</c:v>
                </c:pt>
                <c:pt idx="611">
                  <c:v>1.343130511558312E-2</c:v>
                </c:pt>
                <c:pt idx="612">
                  <c:v>1.3797775632425825E-2</c:v>
                </c:pt>
                <c:pt idx="613">
                  <c:v>1.3466627998527292E-2</c:v>
                </c:pt>
                <c:pt idx="614">
                  <c:v>1.3464389680650233E-2</c:v>
                </c:pt>
                <c:pt idx="615">
                  <c:v>1.3453433323334034E-2</c:v>
                </c:pt>
                <c:pt idx="616">
                  <c:v>1.355197270877638E-2</c:v>
                </c:pt>
                <c:pt idx="617">
                  <c:v>1.1425640200408005E-2</c:v>
                </c:pt>
                <c:pt idx="618">
                  <c:v>1.1834997729848664E-2</c:v>
                </c:pt>
                <c:pt idx="619">
                  <c:v>1.1408708747563768E-2</c:v>
                </c:pt>
                <c:pt idx="620">
                  <c:v>1.0108378520325452E-2</c:v>
                </c:pt>
                <c:pt idx="621">
                  <c:v>1.011090788824175E-2</c:v>
                </c:pt>
                <c:pt idx="622">
                  <c:v>1.0015711162513862E-2</c:v>
                </c:pt>
                <c:pt idx="623">
                  <c:v>9.618271766126691E-3</c:v>
                </c:pt>
                <c:pt idx="624">
                  <c:v>1.0223153919699468E-2</c:v>
                </c:pt>
                <c:pt idx="625">
                  <c:v>1.1627178711183288E-2</c:v>
                </c:pt>
                <c:pt idx="626">
                  <c:v>1.1978690532104784E-2</c:v>
                </c:pt>
                <c:pt idx="627">
                  <c:v>1.1830418302751838E-2</c:v>
                </c:pt>
                <c:pt idx="628">
                  <c:v>1.1879917252955121E-2</c:v>
                </c:pt>
                <c:pt idx="629">
                  <c:v>1.3287510686721715E-2</c:v>
                </c:pt>
                <c:pt idx="630">
                  <c:v>1.2440106112549676E-2</c:v>
                </c:pt>
                <c:pt idx="631">
                  <c:v>1.2381618645787176E-2</c:v>
                </c:pt>
                <c:pt idx="632">
                  <c:v>1.2532362874507199E-2</c:v>
                </c:pt>
                <c:pt idx="633">
                  <c:v>1.2774885636003567E-2</c:v>
                </c:pt>
                <c:pt idx="634">
                  <c:v>1.27893120764837E-2</c:v>
                </c:pt>
                <c:pt idx="635">
                  <c:v>1.2638027596342888E-2</c:v>
                </c:pt>
                <c:pt idx="636">
                  <c:v>1.24591178099543E-2</c:v>
                </c:pt>
                <c:pt idx="637">
                  <c:v>1.1444023932705015E-2</c:v>
                </c:pt>
                <c:pt idx="638">
                  <c:v>1.1186388109023691E-2</c:v>
                </c:pt>
                <c:pt idx="639">
                  <c:v>1.0911008701049751E-2</c:v>
                </c:pt>
                <c:pt idx="640">
                  <c:v>1.0565624002637795E-2</c:v>
                </c:pt>
                <c:pt idx="641">
                  <c:v>9.9076605424027932E-3</c:v>
                </c:pt>
                <c:pt idx="642">
                  <c:v>9.8764534146989456E-3</c:v>
                </c:pt>
                <c:pt idx="643">
                  <c:v>1.012885912538292E-2</c:v>
                </c:pt>
                <c:pt idx="644">
                  <c:v>9.2514168054551229E-3</c:v>
                </c:pt>
                <c:pt idx="645">
                  <c:v>9.0883447680414568E-3</c:v>
                </c:pt>
                <c:pt idx="646">
                  <c:v>9.3564864698215469E-3</c:v>
                </c:pt>
                <c:pt idx="647">
                  <c:v>1.0962835266351388E-2</c:v>
                </c:pt>
                <c:pt idx="648">
                  <c:v>9.8505831945827037E-3</c:v>
                </c:pt>
                <c:pt idx="649">
                  <c:v>9.6241025202592461E-3</c:v>
                </c:pt>
                <c:pt idx="650">
                  <c:v>9.5687705127313789E-3</c:v>
                </c:pt>
                <c:pt idx="651">
                  <c:v>9.3648286041403146E-3</c:v>
                </c:pt>
                <c:pt idx="652">
                  <c:v>9.1294345379640592E-3</c:v>
                </c:pt>
                <c:pt idx="653">
                  <c:v>9.234150614809691E-3</c:v>
                </c:pt>
                <c:pt idx="654">
                  <c:v>9.4719830795390435E-3</c:v>
                </c:pt>
                <c:pt idx="655">
                  <c:v>9.4676044350497091E-3</c:v>
                </c:pt>
                <c:pt idx="656">
                  <c:v>9.6746171125148949E-3</c:v>
                </c:pt>
                <c:pt idx="657">
                  <c:v>9.7464330163137512E-3</c:v>
                </c:pt>
                <c:pt idx="658">
                  <c:v>9.692331925725408E-3</c:v>
                </c:pt>
                <c:pt idx="659">
                  <c:v>9.8790323846484115E-3</c:v>
                </c:pt>
                <c:pt idx="660">
                  <c:v>9.9498077242838878E-3</c:v>
                </c:pt>
                <c:pt idx="661">
                  <c:v>1.0162891153447356E-2</c:v>
                </c:pt>
                <c:pt idx="662">
                  <c:v>9.48069168291585E-3</c:v>
                </c:pt>
                <c:pt idx="663">
                  <c:v>9.4750349033290576E-3</c:v>
                </c:pt>
                <c:pt idx="664">
                  <c:v>9.5941475380956157E-3</c:v>
                </c:pt>
                <c:pt idx="665">
                  <c:v>8.9572437079525457E-3</c:v>
                </c:pt>
                <c:pt idx="666">
                  <c:v>7.5988837532949428E-3</c:v>
                </c:pt>
                <c:pt idx="667">
                  <c:v>7.6389549766842273E-3</c:v>
                </c:pt>
                <c:pt idx="668">
                  <c:v>7.3835651775678969E-3</c:v>
                </c:pt>
                <c:pt idx="669">
                  <c:v>7.2668856068137562E-3</c:v>
                </c:pt>
                <c:pt idx="670">
                  <c:v>7.2960871756464372E-3</c:v>
                </c:pt>
                <c:pt idx="671">
                  <c:v>7.2363698847575124E-3</c:v>
                </c:pt>
                <c:pt idx="672">
                  <c:v>7.380894642407221E-3</c:v>
                </c:pt>
                <c:pt idx="673">
                  <c:v>8.1793293438079586E-3</c:v>
                </c:pt>
                <c:pt idx="674">
                  <c:v>8.3204608907297001E-3</c:v>
                </c:pt>
                <c:pt idx="675">
                  <c:v>8.7097072504536376E-3</c:v>
                </c:pt>
                <c:pt idx="676">
                  <c:v>8.9554212911733821E-3</c:v>
                </c:pt>
                <c:pt idx="677">
                  <c:v>8.8489072781330405E-3</c:v>
                </c:pt>
                <c:pt idx="678">
                  <c:v>8.6078625255520402E-3</c:v>
                </c:pt>
                <c:pt idx="679">
                  <c:v>8.8244627498267093E-3</c:v>
                </c:pt>
                <c:pt idx="680">
                  <c:v>8.3733537738175969E-3</c:v>
                </c:pt>
                <c:pt idx="681">
                  <c:v>8.3956827463574184E-3</c:v>
                </c:pt>
                <c:pt idx="682">
                  <c:v>8.5627081576582723E-3</c:v>
                </c:pt>
                <c:pt idx="683">
                  <c:v>8.0707120316336704E-3</c:v>
                </c:pt>
                <c:pt idx="684">
                  <c:v>7.6458767096940624E-3</c:v>
                </c:pt>
                <c:pt idx="685">
                  <c:v>1.2193108758051576E-2</c:v>
                </c:pt>
                <c:pt idx="686">
                  <c:v>1.2409551601503036E-2</c:v>
                </c:pt>
                <c:pt idx="687">
                  <c:v>1.2402578240910128E-2</c:v>
                </c:pt>
                <c:pt idx="688">
                  <c:v>1.2582025327356354E-2</c:v>
                </c:pt>
                <c:pt idx="689">
                  <c:v>1.2660260971839761E-2</c:v>
                </c:pt>
                <c:pt idx="690">
                  <c:v>1.3335871477909565E-2</c:v>
                </c:pt>
                <c:pt idx="691">
                  <c:v>1.351723170906291E-2</c:v>
                </c:pt>
                <c:pt idx="692">
                  <c:v>1.3251411762225039E-2</c:v>
                </c:pt>
                <c:pt idx="693">
                  <c:v>1.309576389865208E-2</c:v>
                </c:pt>
                <c:pt idx="694">
                  <c:v>1.3151566761292133E-2</c:v>
                </c:pt>
                <c:pt idx="695">
                  <c:v>1.2663062459202741E-2</c:v>
                </c:pt>
                <c:pt idx="696">
                  <c:v>1.2659262392206709E-2</c:v>
                </c:pt>
                <c:pt idx="697">
                  <c:v>1.3553648696483674E-2</c:v>
                </c:pt>
                <c:pt idx="698">
                  <c:v>1.4531271228443134E-2</c:v>
                </c:pt>
                <c:pt idx="699">
                  <c:v>1.4526483112330081E-2</c:v>
                </c:pt>
                <c:pt idx="700">
                  <c:v>1.4652251158328147E-2</c:v>
                </c:pt>
                <c:pt idx="701">
                  <c:v>1.4637932956673512E-2</c:v>
                </c:pt>
                <c:pt idx="702">
                  <c:v>1.4659012251924067E-2</c:v>
                </c:pt>
                <c:pt idx="703">
                  <c:v>1.4403295673941051E-2</c:v>
                </c:pt>
                <c:pt idx="704">
                  <c:v>1.1377055336278226E-2</c:v>
                </c:pt>
                <c:pt idx="705">
                  <c:v>1.1527637901822206E-2</c:v>
                </c:pt>
                <c:pt idx="706">
                  <c:v>1.1547084927012098E-2</c:v>
                </c:pt>
                <c:pt idx="707">
                  <c:v>1.3118881446490933E-2</c:v>
                </c:pt>
                <c:pt idx="708">
                  <c:v>1.2890799422526111E-2</c:v>
                </c:pt>
                <c:pt idx="709">
                  <c:v>1.2283763386906349E-2</c:v>
                </c:pt>
                <c:pt idx="710">
                  <c:v>1.2541592415652933E-2</c:v>
                </c:pt>
                <c:pt idx="711">
                  <c:v>1.2633246477319601E-2</c:v>
                </c:pt>
                <c:pt idx="712">
                  <c:v>1.2680763994664345E-2</c:v>
                </c:pt>
                <c:pt idx="713">
                  <c:v>1.263857311865983E-2</c:v>
                </c:pt>
                <c:pt idx="714">
                  <c:v>1.2549947897732755E-2</c:v>
                </c:pt>
                <c:pt idx="715">
                  <c:v>1.2377311002893781E-2</c:v>
                </c:pt>
                <c:pt idx="716">
                  <c:v>1.238937237455022E-2</c:v>
                </c:pt>
                <c:pt idx="717">
                  <c:v>1.1587381194783683E-2</c:v>
                </c:pt>
                <c:pt idx="718">
                  <c:v>1.1969534001039577E-2</c:v>
                </c:pt>
                <c:pt idx="719">
                  <c:v>1.3204869225523119E-2</c:v>
                </c:pt>
                <c:pt idx="720">
                  <c:v>1.3690434844538128E-2</c:v>
                </c:pt>
                <c:pt idx="721">
                  <c:v>1.4074263470801549E-2</c:v>
                </c:pt>
                <c:pt idx="722">
                  <c:v>1.3773400777644249E-2</c:v>
                </c:pt>
                <c:pt idx="723">
                  <c:v>1.3039237241209098E-2</c:v>
                </c:pt>
                <c:pt idx="724">
                  <c:v>1.2846014342790217E-2</c:v>
                </c:pt>
                <c:pt idx="725">
                  <c:v>1.2746111094469995E-2</c:v>
                </c:pt>
                <c:pt idx="726">
                  <c:v>1.1370578303659546E-2</c:v>
                </c:pt>
                <c:pt idx="727">
                  <c:v>1.134186975547373E-2</c:v>
                </c:pt>
                <c:pt idx="728">
                  <c:v>1.1326712562130237E-2</c:v>
                </c:pt>
                <c:pt idx="729">
                  <c:v>1.06550762481262E-2</c:v>
                </c:pt>
                <c:pt idx="730">
                  <c:v>1.0764997416796672E-2</c:v>
                </c:pt>
                <c:pt idx="731">
                  <c:v>1.0801309911738159E-2</c:v>
                </c:pt>
                <c:pt idx="732">
                  <c:v>1.062594465989335E-2</c:v>
                </c:pt>
                <c:pt idx="733">
                  <c:v>1.0674672438707211E-2</c:v>
                </c:pt>
                <c:pt idx="734">
                  <c:v>1.0792740331655807E-2</c:v>
                </c:pt>
                <c:pt idx="735">
                  <c:v>1.0220576621515763E-2</c:v>
                </c:pt>
                <c:pt idx="736">
                  <c:v>1.0363960451515851E-2</c:v>
                </c:pt>
                <c:pt idx="737">
                  <c:v>9.7798434812961799E-3</c:v>
                </c:pt>
                <c:pt idx="738">
                  <c:v>8.2418682601257919E-3</c:v>
                </c:pt>
                <c:pt idx="739">
                  <c:v>7.5392241981602779E-3</c:v>
                </c:pt>
                <c:pt idx="740">
                  <c:v>6.6315575136475765E-3</c:v>
                </c:pt>
                <c:pt idx="741">
                  <c:v>6.6361435630001436E-3</c:v>
                </c:pt>
                <c:pt idx="742">
                  <c:v>6.5872061310249443E-3</c:v>
                </c:pt>
                <c:pt idx="743">
                  <c:v>6.8661499424023118E-3</c:v>
                </c:pt>
                <c:pt idx="744">
                  <c:v>6.8208050334914614E-3</c:v>
                </c:pt>
                <c:pt idx="745">
                  <c:v>7.0264361969503784E-3</c:v>
                </c:pt>
                <c:pt idx="746">
                  <c:v>7.1456858902072973E-3</c:v>
                </c:pt>
                <c:pt idx="747">
                  <c:v>7.0954334499431374E-3</c:v>
                </c:pt>
                <c:pt idx="748">
                  <c:v>7.9371901445124786E-3</c:v>
                </c:pt>
                <c:pt idx="749">
                  <c:v>7.8188266752485906E-3</c:v>
                </c:pt>
                <c:pt idx="750">
                  <c:v>8.0803300508776443E-3</c:v>
                </c:pt>
                <c:pt idx="751">
                  <c:v>7.9425815608643591E-3</c:v>
                </c:pt>
                <c:pt idx="752">
                  <c:v>8.1601957662356204E-3</c:v>
                </c:pt>
                <c:pt idx="753">
                  <c:v>8.8049315798064912E-3</c:v>
                </c:pt>
                <c:pt idx="754">
                  <c:v>9.0239034788803778E-3</c:v>
                </c:pt>
                <c:pt idx="755">
                  <c:v>8.7828446516160352E-3</c:v>
                </c:pt>
                <c:pt idx="756">
                  <c:v>8.7722212274207144E-3</c:v>
                </c:pt>
                <c:pt idx="757">
                  <c:v>8.7444549217637058E-3</c:v>
                </c:pt>
                <c:pt idx="758">
                  <c:v>8.6263477000015163E-3</c:v>
                </c:pt>
                <c:pt idx="759">
                  <c:v>9.0471569070125022E-3</c:v>
                </c:pt>
                <c:pt idx="760">
                  <c:v>9.6438873325960951E-3</c:v>
                </c:pt>
                <c:pt idx="761">
                  <c:v>1.0673843048910109E-2</c:v>
                </c:pt>
                <c:pt idx="762">
                  <c:v>1.0682183611845024E-2</c:v>
                </c:pt>
                <c:pt idx="763">
                  <c:v>1.0869266278513416E-2</c:v>
                </c:pt>
                <c:pt idx="764">
                  <c:v>1.0750155548129806E-2</c:v>
                </c:pt>
                <c:pt idx="765">
                  <c:v>1.062807176089702E-2</c:v>
                </c:pt>
                <c:pt idx="766">
                  <c:v>1.0804120679581643E-2</c:v>
                </c:pt>
                <c:pt idx="767">
                  <c:v>9.4495678643885458E-3</c:v>
                </c:pt>
                <c:pt idx="768">
                  <c:v>9.7959157040403352E-3</c:v>
                </c:pt>
                <c:pt idx="769">
                  <c:v>9.776862463038832E-3</c:v>
                </c:pt>
                <c:pt idx="770">
                  <c:v>1.0003019727660307E-2</c:v>
                </c:pt>
                <c:pt idx="771">
                  <c:v>9.9483851010211382E-3</c:v>
                </c:pt>
                <c:pt idx="772">
                  <c:v>9.6060848102830117E-3</c:v>
                </c:pt>
                <c:pt idx="773">
                  <c:v>9.8397070633912953E-3</c:v>
                </c:pt>
                <c:pt idx="774">
                  <c:v>1.0450957861288655E-2</c:v>
                </c:pt>
                <c:pt idx="775">
                  <c:v>1.0533070884594492E-2</c:v>
                </c:pt>
                <c:pt idx="776">
                  <c:v>1.1484009134751481E-2</c:v>
                </c:pt>
                <c:pt idx="777">
                  <c:v>1.1488194214096909E-2</c:v>
                </c:pt>
                <c:pt idx="778">
                  <c:v>1.3795980205997017E-2</c:v>
                </c:pt>
                <c:pt idx="779">
                  <c:v>1.3986446392321961E-2</c:v>
                </c:pt>
                <c:pt idx="780">
                  <c:v>1.3168777947810444E-2</c:v>
                </c:pt>
                <c:pt idx="781">
                  <c:v>1.2955244465100284E-2</c:v>
                </c:pt>
                <c:pt idx="782">
                  <c:v>1.2877661509628515E-2</c:v>
                </c:pt>
                <c:pt idx="783">
                  <c:v>1.2815044366400878E-2</c:v>
                </c:pt>
                <c:pt idx="784">
                  <c:v>1.3503895681127507E-2</c:v>
                </c:pt>
                <c:pt idx="785">
                  <c:v>1.3563897413849387E-2</c:v>
                </c:pt>
                <c:pt idx="786">
                  <c:v>1.3523226680832105E-2</c:v>
                </c:pt>
                <c:pt idx="787">
                  <c:v>1.3472848066240998E-2</c:v>
                </c:pt>
                <c:pt idx="788">
                  <c:v>1.3477040331113953E-2</c:v>
                </c:pt>
                <c:pt idx="789">
                  <c:v>1.3752079209840888E-2</c:v>
                </c:pt>
                <c:pt idx="790">
                  <c:v>1.4113152929896528E-2</c:v>
                </c:pt>
                <c:pt idx="791">
                  <c:v>1.407529356135994E-2</c:v>
                </c:pt>
                <c:pt idx="792">
                  <c:v>1.3788582671977355E-2</c:v>
                </c:pt>
                <c:pt idx="793">
                  <c:v>1.3266619868134615E-2</c:v>
                </c:pt>
                <c:pt idx="794">
                  <c:v>1.3964716750212583E-2</c:v>
                </c:pt>
                <c:pt idx="795">
                  <c:v>1.3035602511929603E-2</c:v>
                </c:pt>
                <c:pt idx="796">
                  <c:v>1.2920484398801096E-2</c:v>
                </c:pt>
                <c:pt idx="797">
                  <c:v>1.1000286666363586E-2</c:v>
                </c:pt>
                <c:pt idx="798">
                  <c:v>9.8677705624748858E-3</c:v>
                </c:pt>
                <c:pt idx="799">
                  <c:v>9.8780930169094141E-3</c:v>
                </c:pt>
                <c:pt idx="800">
                  <c:v>9.878575512590658E-3</c:v>
                </c:pt>
                <c:pt idx="801">
                  <c:v>9.7568366258579745E-3</c:v>
                </c:pt>
                <c:pt idx="802">
                  <c:v>9.7735617531849277E-3</c:v>
                </c:pt>
                <c:pt idx="803">
                  <c:v>9.1754019260314144E-3</c:v>
                </c:pt>
                <c:pt idx="804">
                  <c:v>9.2109850129403412E-3</c:v>
                </c:pt>
                <c:pt idx="805">
                  <c:v>9.2167645584491243E-3</c:v>
                </c:pt>
                <c:pt idx="806">
                  <c:v>9.1478713832307632E-3</c:v>
                </c:pt>
                <c:pt idx="807">
                  <c:v>9.0592794027167522E-3</c:v>
                </c:pt>
                <c:pt idx="808">
                  <c:v>8.6749674255840129E-3</c:v>
                </c:pt>
                <c:pt idx="809">
                  <c:v>8.8606056563012413E-3</c:v>
                </c:pt>
                <c:pt idx="810">
                  <c:v>8.6371379135096685E-3</c:v>
                </c:pt>
                <c:pt idx="811">
                  <c:v>8.7734500207055019E-3</c:v>
                </c:pt>
                <c:pt idx="812">
                  <c:v>8.7418973736489384E-3</c:v>
                </c:pt>
                <c:pt idx="813">
                  <c:v>1.1163173297262002E-2</c:v>
                </c:pt>
                <c:pt idx="814">
                  <c:v>1.0735919232792875E-2</c:v>
                </c:pt>
                <c:pt idx="815">
                  <c:v>1.0677656432758802E-2</c:v>
                </c:pt>
                <c:pt idx="816">
                  <c:v>1.0662758427482395E-2</c:v>
                </c:pt>
                <c:pt idx="817">
                  <c:v>1.0646527522999355E-2</c:v>
                </c:pt>
                <c:pt idx="818">
                  <c:v>1.0825417060374255E-2</c:v>
                </c:pt>
                <c:pt idx="819">
                  <c:v>1.084518476812987E-2</c:v>
                </c:pt>
                <c:pt idx="820">
                  <c:v>1.3250266550731514E-2</c:v>
                </c:pt>
                <c:pt idx="821">
                  <c:v>1.3271194830158777E-2</c:v>
                </c:pt>
                <c:pt idx="822">
                  <c:v>1.339089097055139E-2</c:v>
                </c:pt>
                <c:pt idx="823">
                  <c:v>1.3930281008599252E-2</c:v>
                </c:pt>
                <c:pt idx="824">
                  <c:v>1.4011698289006572E-2</c:v>
                </c:pt>
                <c:pt idx="825">
                  <c:v>1.3953146557220374E-2</c:v>
                </c:pt>
                <c:pt idx="826">
                  <c:v>1.5856882693329473E-2</c:v>
                </c:pt>
                <c:pt idx="827">
                  <c:v>1.602101622501903E-2</c:v>
                </c:pt>
                <c:pt idx="828">
                  <c:v>1.6131696886669027E-2</c:v>
                </c:pt>
                <c:pt idx="829">
                  <c:v>1.613658459438844E-2</c:v>
                </c:pt>
                <c:pt idx="830">
                  <c:v>1.5761760645893484E-2</c:v>
                </c:pt>
                <c:pt idx="831">
                  <c:v>1.708878150319126E-2</c:v>
                </c:pt>
                <c:pt idx="832">
                  <c:v>1.466432841781793E-2</c:v>
                </c:pt>
                <c:pt idx="833">
                  <c:v>1.4696587756238029E-2</c:v>
                </c:pt>
                <c:pt idx="834">
                  <c:v>1.6262732023320334E-2</c:v>
                </c:pt>
                <c:pt idx="835">
                  <c:v>1.625354128595044E-2</c:v>
                </c:pt>
                <c:pt idx="836">
                  <c:v>1.615817249782657E-2</c:v>
                </c:pt>
                <c:pt idx="837">
                  <c:v>1.5723769396631393E-2</c:v>
                </c:pt>
                <c:pt idx="838">
                  <c:v>1.6541934352090424E-2</c:v>
                </c:pt>
                <c:pt idx="839">
                  <c:v>1.5558690982267942E-2</c:v>
                </c:pt>
                <c:pt idx="840">
                  <c:v>1.7093669509846744E-2</c:v>
                </c:pt>
                <c:pt idx="841">
                  <c:v>1.7141111718363133E-2</c:v>
                </c:pt>
                <c:pt idx="842">
                  <c:v>1.8836469034393986E-2</c:v>
                </c:pt>
                <c:pt idx="843">
                  <c:v>1.8813393766357069E-2</c:v>
                </c:pt>
                <c:pt idx="844">
                  <c:v>1.9018770585225504E-2</c:v>
                </c:pt>
                <c:pt idx="845">
                  <c:v>1.6997877806807858E-2</c:v>
                </c:pt>
                <c:pt idx="846">
                  <c:v>1.6987543067809033E-2</c:v>
                </c:pt>
                <c:pt idx="847">
                  <c:v>1.6861481288469905E-2</c:v>
                </c:pt>
                <c:pt idx="848">
                  <c:v>1.7991795811660712E-2</c:v>
                </c:pt>
                <c:pt idx="849">
                  <c:v>1.7924252332251832E-2</c:v>
                </c:pt>
                <c:pt idx="850">
                  <c:v>1.6996259985782126E-2</c:v>
                </c:pt>
                <c:pt idx="851">
                  <c:v>1.9091417879958494E-2</c:v>
                </c:pt>
                <c:pt idx="852">
                  <c:v>1.9024489575319423E-2</c:v>
                </c:pt>
                <c:pt idx="853">
                  <c:v>1.7366984435424098E-2</c:v>
                </c:pt>
                <c:pt idx="854">
                  <c:v>1.7625610029809835E-2</c:v>
                </c:pt>
                <c:pt idx="855">
                  <c:v>1.7917155802341204E-2</c:v>
                </c:pt>
                <c:pt idx="856">
                  <c:v>1.7477217237243266E-2</c:v>
                </c:pt>
                <c:pt idx="857">
                  <c:v>1.5422404350203311E-2</c:v>
                </c:pt>
                <c:pt idx="858">
                  <c:v>1.5266183535227466E-2</c:v>
                </c:pt>
                <c:pt idx="859">
                  <c:v>1.5342626467606812E-2</c:v>
                </c:pt>
                <c:pt idx="860">
                  <c:v>1.426622690134577E-2</c:v>
                </c:pt>
                <c:pt idx="861">
                  <c:v>1.3210514985307007E-2</c:v>
                </c:pt>
                <c:pt idx="862">
                  <c:v>1.3028781543555905E-2</c:v>
                </c:pt>
                <c:pt idx="863">
                  <c:v>1.3244234747835136E-2</c:v>
                </c:pt>
                <c:pt idx="864">
                  <c:v>1.2393755293039405E-2</c:v>
                </c:pt>
                <c:pt idx="865">
                  <c:v>1.2372504312887047E-2</c:v>
                </c:pt>
                <c:pt idx="866">
                  <c:v>1.2257150096054494E-2</c:v>
                </c:pt>
                <c:pt idx="867">
                  <c:v>1.1900366669611492E-2</c:v>
                </c:pt>
                <c:pt idx="868">
                  <c:v>1.1350446946934458E-2</c:v>
                </c:pt>
                <c:pt idx="869">
                  <c:v>1.0928001284568181E-2</c:v>
                </c:pt>
                <c:pt idx="870">
                  <c:v>8.9638037807154534E-3</c:v>
                </c:pt>
                <c:pt idx="871">
                  <c:v>9.4373393277344762E-3</c:v>
                </c:pt>
                <c:pt idx="872">
                  <c:v>1.0649165599207812E-2</c:v>
                </c:pt>
                <c:pt idx="873">
                  <c:v>1.21089627119661E-2</c:v>
                </c:pt>
                <c:pt idx="874">
                  <c:v>1.1544934820413319E-2</c:v>
                </c:pt>
                <c:pt idx="875">
                  <c:v>1.4799029770071501E-2</c:v>
                </c:pt>
                <c:pt idx="876">
                  <c:v>1.5769150098497619E-2</c:v>
                </c:pt>
                <c:pt idx="877">
                  <c:v>1.5891796842039368E-2</c:v>
                </c:pt>
                <c:pt idx="878">
                  <c:v>1.5339696447626153E-2</c:v>
                </c:pt>
                <c:pt idx="879">
                  <c:v>1.4875486014546557E-2</c:v>
                </c:pt>
                <c:pt idx="880">
                  <c:v>1.5326955380907609E-2</c:v>
                </c:pt>
                <c:pt idx="881">
                  <c:v>1.6554676426270221E-2</c:v>
                </c:pt>
                <c:pt idx="882">
                  <c:v>1.6680580807982397E-2</c:v>
                </c:pt>
                <c:pt idx="883">
                  <c:v>1.6794083258479656E-2</c:v>
                </c:pt>
                <c:pt idx="884">
                  <c:v>1.6974981525327559E-2</c:v>
                </c:pt>
                <c:pt idx="885">
                  <c:v>1.6935362344677289E-2</c:v>
                </c:pt>
                <c:pt idx="886">
                  <c:v>1.707372520863536E-2</c:v>
                </c:pt>
                <c:pt idx="887">
                  <c:v>1.6646104330247845E-2</c:v>
                </c:pt>
                <c:pt idx="888">
                  <c:v>1.6663555756021933E-2</c:v>
                </c:pt>
                <c:pt idx="889">
                  <c:v>1.6822226621073945E-2</c:v>
                </c:pt>
                <c:pt idx="890">
                  <c:v>1.7611478198934733E-2</c:v>
                </c:pt>
                <c:pt idx="891">
                  <c:v>1.7503847373869365E-2</c:v>
                </c:pt>
                <c:pt idx="892">
                  <c:v>1.6542648846659885E-2</c:v>
                </c:pt>
                <c:pt idx="893">
                  <c:v>1.6571647511612088E-2</c:v>
                </c:pt>
                <c:pt idx="894">
                  <c:v>1.3507829535673125E-2</c:v>
                </c:pt>
                <c:pt idx="895">
                  <c:v>1.2658703593301094E-2</c:v>
                </c:pt>
                <c:pt idx="896">
                  <c:v>1.2756827728004206E-2</c:v>
                </c:pt>
                <c:pt idx="897">
                  <c:v>1.3612639086989595E-2</c:v>
                </c:pt>
                <c:pt idx="898">
                  <c:v>1.3595311774413275E-2</c:v>
                </c:pt>
                <c:pt idx="899">
                  <c:v>1.2890689964534886E-2</c:v>
                </c:pt>
                <c:pt idx="900">
                  <c:v>1.0717625808442561E-2</c:v>
                </c:pt>
                <c:pt idx="901">
                  <c:v>1.069814911815534E-2</c:v>
                </c:pt>
                <c:pt idx="902">
                  <c:v>1.0647715257373902E-2</c:v>
                </c:pt>
                <c:pt idx="903">
                  <c:v>1.0206824418356564E-2</c:v>
                </c:pt>
                <c:pt idx="904">
                  <c:v>1.0185041963618628E-2</c:v>
                </c:pt>
                <c:pt idx="905">
                  <c:v>9.4652661344152931E-3</c:v>
                </c:pt>
                <c:pt idx="906">
                  <c:v>9.4344609610016467E-3</c:v>
                </c:pt>
                <c:pt idx="907">
                  <c:v>9.2370579879498156E-3</c:v>
                </c:pt>
                <c:pt idx="908">
                  <c:v>9.3302598931456846E-3</c:v>
                </c:pt>
                <c:pt idx="909">
                  <c:v>8.1565194755158308E-3</c:v>
                </c:pt>
                <c:pt idx="910">
                  <c:v>7.7445927465987349E-3</c:v>
                </c:pt>
                <c:pt idx="911">
                  <c:v>7.3428365470080571E-3</c:v>
                </c:pt>
                <c:pt idx="912">
                  <c:v>8.8442922087206659E-3</c:v>
                </c:pt>
                <c:pt idx="913">
                  <c:v>8.864548770078598E-3</c:v>
                </c:pt>
                <c:pt idx="914">
                  <c:v>9.0068201896738864E-3</c:v>
                </c:pt>
                <c:pt idx="915">
                  <c:v>8.9101114206760271E-3</c:v>
                </c:pt>
                <c:pt idx="916">
                  <c:v>8.3125109548661535E-3</c:v>
                </c:pt>
                <c:pt idx="917">
                  <c:v>8.1107433103340537E-3</c:v>
                </c:pt>
                <c:pt idx="918">
                  <c:v>8.1554721645887528E-3</c:v>
                </c:pt>
                <c:pt idx="919">
                  <c:v>8.2622620518945315E-3</c:v>
                </c:pt>
                <c:pt idx="920">
                  <c:v>8.0151725516756523E-3</c:v>
                </c:pt>
                <c:pt idx="921">
                  <c:v>8.5346377896238345E-3</c:v>
                </c:pt>
                <c:pt idx="922">
                  <c:v>8.4463339673813698E-3</c:v>
                </c:pt>
                <c:pt idx="923">
                  <c:v>8.4645649224808252E-3</c:v>
                </c:pt>
                <c:pt idx="924">
                  <c:v>9.6750766333592308E-3</c:v>
                </c:pt>
                <c:pt idx="925">
                  <c:v>9.7067181542769311E-3</c:v>
                </c:pt>
                <c:pt idx="926">
                  <c:v>9.5178331218877844E-3</c:v>
                </c:pt>
                <c:pt idx="927">
                  <c:v>9.5301288190566998E-3</c:v>
                </c:pt>
                <c:pt idx="928">
                  <c:v>9.5493084085742311E-3</c:v>
                </c:pt>
                <c:pt idx="929">
                  <c:v>9.2755902250616327E-3</c:v>
                </c:pt>
                <c:pt idx="930">
                  <c:v>9.6094841556494462E-3</c:v>
                </c:pt>
                <c:pt idx="931">
                  <c:v>8.2873783679937117E-3</c:v>
                </c:pt>
                <c:pt idx="932">
                  <c:v>8.3710320809540113E-3</c:v>
                </c:pt>
                <c:pt idx="933">
                  <c:v>8.9168422545482171E-3</c:v>
                </c:pt>
                <c:pt idx="934">
                  <c:v>8.8583965789753218E-3</c:v>
                </c:pt>
                <c:pt idx="935">
                  <c:v>9.7310030701613405E-3</c:v>
                </c:pt>
                <c:pt idx="936">
                  <c:v>1.0165828691372343E-2</c:v>
                </c:pt>
                <c:pt idx="937">
                  <c:v>1.0734049953445856E-2</c:v>
                </c:pt>
                <c:pt idx="938">
                  <c:v>1.0143147446077295E-2</c:v>
                </c:pt>
                <c:pt idx="939">
                  <c:v>9.8875948358709952E-3</c:v>
                </c:pt>
                <c:pt idx="940">
                  <c:v>9.9503887543535112E-3</c:v>
                </c:pt>
                <c:pt idx="941">
                  <c:v>1.0297000696223392E-2</c:v>
                </c:pt>
                <c:pt idx="942">
                  <c:v>1.0160901055067222E-2</c:v>
                </c:pt>
                <c:pt idx="943">
                  <c:v>1.0908829560437792E-2</c:v>
                </c:pt>
                <c:pt idx="944">
                  <c:v>1.0944684807496791E-2</c:v>
                </c:pt>
                <c:pt idx="945">
                  <c:v>1.1466985688190478E-2</c:v>
                </c:pt>
                <c:pt idx="946">
                  <c:v>1.1193372715746244E-2</c:v>
                </c:pt>
                <c:pt idx="947">
                  <c:v>1.1016416529636199E-2</c:v>
                </c:pt>
                <c:pt idx="948">
                  <c:v>1.1028708811529717E-2</c:v>
                </c:pt>
                <c:pt idx="949">
                  <c:v>1.1069682021371806E-2</c:v>
                </c:pt>
                <c:pt idx="950">
                  <c:v>1.1250719248718448E-2</c:v>
                </c:pt>
                <c:pt idx="951">
                  <c:v>1.1269710013890226E-2</c:v>
                </c:pt>
                <c:pt idx="952">
                  <c:v>1.1106517482723791E-2</c:v>
                </c:pt>
                <c:pt idx="953">
                  <c:v>1.1149449411452924E-2</c:v>
                </c:pt>
                <c:pt idx="954">
                  <c:v>9.6340476884780521E-3</c:v>
                </c:pt>
                <c:pt idx="955">
                  <c:v>8.1254119653828318E-3</c:v>
                </c:pt>
                <c:pt idx="956">
                  <c:v>7.791456302019468E-3</c:v>
                </c:pt>
                <c:pt idx="957">
                  <c:v>7.0401469238576238E-3</c:v>
                </c:pt>
                <c:pt idx="958">
                  <c:v>7.4812467760974489E-3</c:v>
                </c:pt>
                <c:pt idx="959">
                  <c:v>7.8819484352301728E-3</c:v>
                </c:pt>
                <c:pt idx="960">
                  <c:v>7.985650811846573E-3</c:v>
                </c:pt>
                <c:pt idx="961">
                  <c:v>7.68523436412674E-3</c:v>
                </c:pt>
                <c:pt idx="962">
                  <c:v>7.366982476407033E-3</c:v>
                </c:pt>
                <c:pt idx="963">
                  <c:v>6.6753951743418619E-3</c:v>
                </c:pt>
                <c:pt idx="964">
                  <c:v>6.5864845784551337E-3</c:v>
                </c:pt>
                <c:pt idx="965">
                  <c:v>6.9329661661087817E-3</c:v>
                </c:pt>
                <c:pt idx="966">
                  <c:v>6.9339984556890935E-3</c:v>
                </c:pt>
                <c:pt idx="967">
                  <c:v>7.5718453671721779E-3</c:v>
                </c:pt>
                <c:pt idx="968">
                  <c:v>7.9316347910543018E-3</c:v>
                </c:pt>
                <c:pt idx="969">
                  <c:v>8.0052353651144052E-3</c:v>
                </c:pt>
                <c:pt idx="970">
                  <c:v>9.6628200637319788E-3</c:v>
                </c:pt>
                <c:pt idx="971">
                  <c:v>1.0899377579968443E-2</c:v>
                </c:pt>
                <c:pt idx="972">
                  <c:v>1.095380661562477E-2</c:v>
                </c:pt>
                <c:pt idx="973">
                  <c:v>2.011596884918302E-2</c:v>
                </c:pt>
                <c:pt idx="974">
                  <c:v>2.0364186891577676E-2</c:v>
                </c:pt>
                <c:pt idx="975">
                  <c:v>2.0377587423555363E-2</c:v>
                </c:pt>
                <c:pt idx="976">
                  <c:v>2.0616579974228652E-2</c:v>
                </c:pt>
                <c:pt idx="977">
                  <c:v>2.1569579382438489E-2</c:v>
                </c:pt>
                <c:pt idx="978">
                  <c:v>2.1806470178640989E-2</c:v>
                </c:pt>
                <c:pt idx="979">
                  <c:v>2.1742839165632029E-2</c:v>
                </c:pt>
                <c:pt idx="980">
                  <c:v>2.2194565379629098E-2</c:v>
                </c:pt>
                <c:pt idx="981">
                  <c:v>2.2123304449851937E-2</c:v>
                </c:pt>
                <c:pt idx="982">
                  <c:v>2.2152759880168203E-2</c:v>
                </c:pt>
                <c:pt idx="983">
                  <c:v>2.2063620596993429E-2</c:v>
                </c:pt>
                <c:pt idx="984">
                  <c:v>2.1989436313343311E-2</c:v>
                </c:pt>
                <c:pt idx="985">
                  <c:v>2.2418868619917855E-2</c:v>
                </c:pt>
                <c:pt idx="986">
                  <c:v>2.174434802240182E-2</c:v>
                </c:pt>
                <c:pt idx="987">
                  <c:v>2.1277380618827394E-2</c:v>
                </c:pt>
                <c:pt idx="988">
                  <c:v>2.1292017438121293E-2</c:v>
                </c:pt>
                <c:pt idx="989">
                  <c:v>2.0177501087487604E-2</c:v>
                </c:pt>
                <c:pt idx="990">
                  <c:v>1.999407803103264E-2</c:v>
                </c:pt>
                <c:pt idx="991">
                  <c:v>1.9934305022166605E-2</c:v>
                </c:pt>
                <c:pt idx="992">
                  <c:v>1.3321000501424235E-2</c:v>
                </c:pt>
                <c:pt idx="993">
                  <c:v>1.2817251738492999E-2</c:v>
                </c:pt>
                <c:pt idx="994">
                  <c:v>1.2816610271243385E-2</c:v>
                </c:pt>
                <c:pt idx="995">
                  <c:v>1.3269091018373281E-2</c:v>
                </c:pt>
                <c:pt idx="996">
                  <c:v>1.1364119571651123E-2</c:v>
                </c:pt>
                <c:pt idx="997">
                  <c:v>1.0195626121942955E-2</c:v>
                </c:pt>
                <c:pt idx="998">
                  <c:v>1.0549738099995112E-2</c:v>
                </c:pt>
                <c:pt idx="999">
                  <c:v>9.7684740982106888E-3</c:v>
                </c:pt>
                <c:pt idx="1000">
                  <c:v>9.3914724227116293E-3</c:v>
                </c:pt>
                <c:pt idx="1001">
                  <c:v>9.3336908492558414E-3</c:v>
                </c:pt>
                <c:pt idx="1002">
                  <c:v>9.0822383342007255E-3</c:v>
                </c:pt>
                <c:pt idx="1003">
                  <c:v>9.1361039035470458E-3</c:v>
                </c:pt>
                <c:pt idx="1004">
                  <c:v>8.2637887004796858E-3</c:v>
                </c:pt>
                <c:pt idx="1005">
                  <c:v>9.5352497626721572E-3</c:v>
                </c:pt>
                <c:pt idx="1006">
                  <c:v>1.171140796870467E-2</c:v>
                </c:pt>
                <c:pt idx="1007">
                  <c:v>1.2151890855646887E-2</c:v>
                </c:pt>
                <c:pt idx="1008">
                  <c:v>1.2229445059565795E-2</c:v>
                </c:pt>
                <c:pt idx="1009">
                  <c:v>1.2265210824718036E-2</c:v>
                </c:pt>
                <c:pt idx="1010">
                  <c:v>1.2523673207006127E-2</c:v>
                </c:pt>
                <c:pt idx="1011">
                  <c:v>1.2080935675994409E-2</c:v>
                </c:pt>
                <c:pt idx="1012">
                  <c:v>1.2421261214068358E-2</c:v>
                </c:pt>
                <c:pt idx="1013">
                  <c:v>1.2579809424002948E-2</c:v>
                </c:pt>
                <c:pt idx="1014">
                  <c:v>1.2014145022990761E-2</c:v>
                </c:pt>
                <c:pt idx="1015">
                  <c:v>1.2068074179254637E-2</c:v>
                </c:pt>
                <c:pt idx="1016">
                  <c:v>1.1968939156257411E-2</c:v>
                </c:pt>
                <c:pt idx="1017">
                  <c:v>1.1664446356475571E-2</c:v>
                </c:pt>
                <c:pt idx="1018">
                  <c:v>1.1622642491654076E-2</c:v>
                </c:pt>
                <c:pt idx="1019">
                  <c:v>1.160897502266999E-2</c:v>
                </c:pt>
                <c:pt idx="1020">
                  <c:v>1.1730068906186421E-2</c:v>
                </c:pt>
                <c:pt idx="1021">
                  <c:v>1.159554620997191E-2</c:v>
                </c:pt>
                <c:pt idx="1022">
                  <c:v>1.1331970838051004E-2</c:v>
                </c:pt>
                <c:pt idx="1023">
                  <c:v>1.1339290077730813E-2</c:v>
                </c:pt>
                <c:pt idx="1024">
                  <c:v>1.0996920684375168E-2</c:v>
                </c:pt>
                <c:pt idx="1025">
                  <c:v>1.0759498794444669E-2</c:v>
                </c:pt>
                <c:pt idx="1026">
                  <c:v>1.0572617109292345E-2</c:v>
                </c:pt>
                <c:pt idx="1027">
                  <c:v>1.0591680351502932E-2</c:v>
                </c:pt>
                <c:pt idx="1028">
                  <c:v>1.086979423654077E-2</c:v>
                </c:pt>
                <c:pt idx="1029">
                  <c:v>1.0912322913557612E-2</c:v>
                </c:pt>
                <c:pt idx="1030">
                  <c:v>1.448808781871176E-2</c:v>
                </c:pt>
                <c:pt idx="1031">
                  <c:v>1.4887274929072377E-2</c:v>
                </c:pt>
                <c:pt idx="1032">
                  <c:v>1.4999567328913825E-2</c:v>
                </c:pt>
                <c:pt idx="1033">
                  <c:v>1.4916828730170639E-2</c:v>
                </c:pt>
                <c:pt idx="1034">
                  <c:v>1.498660638998708E-2</c:v>
                </c:pt>
                <c:pt idx="1035">
                  <c:v>1.4994736588899507E-2</c:v>
                </c:pt>
                <c:pt idx="1036">
                  <c:v>1.4990276004410505E-2</c:v>
                </c:pt>
                <c:pt idx="1037">
                  <c:v>1.5270481491299883E-2</c:v>
                </c:pt>
                <c:pt idx="1038">
                  <c:v>1.5944794908354071E-2</c:v>
                </c:pt>
                <c:pt idx="1039">
                  <c:v>1.6113139618864767E-2</c:v>
                </c:pt>
                <c:pt idx="1040">
                  <c:v>1.6136514773907186E-2</c:v>
                </c:pt>
                <c:pt idx="1041">
                  <c:v>1.6092483070358002E-2</c:v>
                </c:pt>
                <c:pt idx="1042">
                  <c:v>1.7133014475391291E-2</c:v>
                </c:pt>
                <c:pt idx="1043">
                  <c:v>1.8629550010963249E-2</c:v>
                </c:pt>
                <c:pt idx="1044">
                  <c:v>1.8033063369487838E-2</c:v>
                </c:pt>
                <c:pt idx="1045">
                  <c:v>1.8237835174215757E-2</c:v>
                </c:pt>
                <c:pt idx="1046">
                  <c:v>1.8034267735404022E-2</c:v>
                </c:pt>
                <c:pt idx="1047">
                  <c:v>1.7859060240931254E-2</c:v>
                </c:pt>
                <c:pt idx="1048">
                  <c:v>1.7972360356699087E-2</c:v>
                </c:pt>
                <c:pt idx="1049">
                  <c:v>1.4773077901866638E-2</c:v>
                </c:pt>
                <c:pt idx="1050">
                  <c:v>1.5011664569718286E-2</c:v>
                </c:pt>
                <c:pt idx="1051">
                  <c:v>1.5204322852484908E-2</c:v>
                </c:pt>
                <c:pt idx="1052">
                  <c:v>1.5210327572508679E-2</c:v>
                </c:pt>
                <c:pt idx="1053">
                  <c:v>1.8759875161703493E-2</c:v>
                </c:pt>
                <c:pt idx="1054">
                  <c:v>1.9222168308650592E-2</c:v>
                </c:pt>
                <c:pt idx="1055">
                  <c:v>1.9058394380115067E-2</c:v>
                </c:pt>
                <c:pt idx="1056">
                  <c:v>1.9313572886987537E-2</c:v>
                </c:pt>
                <c:pt idx="1057">
                  <c:v>1.9367466974598839E-2</c:v>
                </c:pt>
                <c:pt idx="1058">
                  <c:v>1.9366845831015236E-2</c:v>
                </c:pt>
                <c:pt idx="1059">
                  <c:v>1.9336320158682713E-2</c:v>
                </c:pt>
                <c:pt idx="1060">
                  <c:v>1.930931006560662E-2</c:v>
                </c:pt>
                <c:pt idx="1061">
                  <c:v>1.767932977000853E-2</c:v>
                </c:pt>
                <c:pt idx="1062">
                  <c:v>1.7231325502631567E-2</c:v>
                </c:pt>
                <c:pt idx="1063">
                  <c:v>1.7365549958639197E-2</c:v>
                </c:pt>
                <c:pt idx="1064">
                  <c:v>1.7100528611745651E-2</c:v>
                </c:pt>
                <c:pt idx="1065">
                  <c:v>1.7098614540167659E-2</c:v>
                </c:pt>
                <c:pt idx="1066">
                  <c:v>1.7128641909669961E-2</c:v>
                </c:pt>
                <c:pt idx="1067">
                  <c:v>1.7053882355846997E-2</c:v>
                </c:pt>
                <c:pt idx="1068">
                  <c:v>1.6425887244151505E-2</c:v>
                </c:pt>
                <c:pt idx="1069">
                  <c:v>1.5401829924614779E-2</c:v>
                </c:pt>
                <c:pt idx="1070">
                  <c:v>1.5576014589680156E-2</c:v>
                </c:pt>
                <c:pt idx="1071">
                  <c:v>1.5408650553323959E-2</c:v>
                </c:pt>
                <c:pt idx="1072">
                  <c:v>1.1737041053666466E-2</c:v>
                </c:pt>
                <c:pt idx="1073">
                  <c:v>9.7205998846902082E-3</c:v>
                </c:pt>
                <c:pt idx="1074">
                  <c:v>9.3212714790141468E-3</c:v>
                </c:pt>
                <c:pt idx="1075">
                  <c:v>8.9956328856097799E-3</c:v>
                </c:pt>
                <c:pt idx="1076">
                  <c:v>8.5881232857801301E-3</c:v>
                </c:pt>
                <c:pt idx="1077">
                  <c:v>8.571274388117469E-3</c:v>
                </c:pt>
                <c:pt idx="1078">
                  <c:v>8.2412276498099509E-3</c:v>
                </c:pt>
                <c:pt idx="1079">
                  <c:v>8.4684039698052094E-3</c:v>
                </c:pt>
                <c:pt idx="1080">
                  <c:v>8.1313509229568644E-3</c:v>
                </c:pt>
                <c:pt idx="1081">
                  <c:v>7.2570206583781466E-3</c:v>
                </c:pt>
                <c:pt idx="1082">
                  <c:v>7.4172646542974025E-3</c:v>
                </c:pt>
                <c:pt idx="1083">
                  <c:v>7.3474609060473891E-3</c:v>
                </c:pt>
                <c:pt idx="1084">
                  <c:v>8.6775343207118431E-3</c:v>
                </c:pt>
                <c:pt idx="1085">
                  <c:v>8.8482357296111314E-3</c:v>
                </c:pt>
                <c:pt idx="1086">
                  <c:v>8.8570754685897337E-3</c:v>
                </c:pt>
                <c:pt idx="1087">
                  <c:v>9.3986295431156865E-3</c:v>
                </c:pt>
                <c:pt idx="1088">
                  <c:v>9.2275693413562745E-3</c:v>
                </c:pt>
                <c:pt idx="1089">
                  <c:v>8.4079676685235097E-3</c:v>
                </c:pt>
                <c:pt idx="1090">
                  <c:v>9.1689421492549758E-3</c:v>
                </c:pt>
                <c:pt idx="1091">
                  <c:v>9.1449875033570351E-3</c:v>
                </c:pt>
                <c:pt idx="1092">
                  <c:v>9.2005011545863852E-3</c:v>
                </c:pt>
                <c:pt idx="1093">
                  <c:v>9.4027873659735025E-3</c:v>
                </c:pt>
                <c:pt idx="1094">
                  <c:v>9.4630389607569757E-3</c:v>
                </c:pt>
                <c:pt idx="1095">
                  <c:v>9.0176471494484139E-3</c:v>
                </c:pt>
                <c:pt idx="1096">
                  <c:v>9.290504074942035E-3</c:v>
                </c:pt>
                <c:pt idx="1097">
                  <c:v>9.3450164905216088E-3</c:v>
                </c:pt>
                <c:pt idx="1098">
                  <c:v>9.3050042295079408E-3</c:v>
                </c:pt>
                <c:pt idx="1099">
                  <c:v>9.4019400981165593E-3</c:v>
                </c:pt>
                <c:pt idx="1100">
                  <c:v>9.4938570508924323E-3</c:v>
                </c:pt>
                <c:pt idx="1101">
                  <c:v>9.0579585121827004E-3</c:v>
                </c:pt>
                <c:pt idx="1102">
                  <c:v>9.1905575280116728E-3</c:v>
                </c:pt>
                <c:pt idx="1103">
                  <c:v>8.0744511333854761E-3</c:v>
                </c:pt>
                <c:pt idx="1104">
                  <c:v>8.2266491003923636E-3</c:v>
                </c:pt>
                <c:pt idx="1105">
                  <c:v>8.3454733064322849E-3</c:v>
                </c:pt>
                <c:pt idx="1106">
                  <c:v>7.7636350682079702E-3</c:v>
                </c:pt>
                <c:pt idx="1107">
                  <c:v>7.8728502939370542E-3</c:v>
                </c:pt>
                <c:pt idx="1108">
                  <c:v>7.8717506312302333E-3</c:v>
                </c:pt>
                <c:pt idx="1109">
                  <c:v>6.9725099931272558E-3</c:v>
                </c:pt>
                <c:pt idx="1110">
                  <c:v>6.6157465955783284E-3</c:v>
                </c:pt>
                <c:pt idx="1111">
                  <c:v>6.9406862273591555E-3</c:v>
                </c:pt>
                <c:pt idx="1112">
                  <c:v>7.4164065864884459E-3</c:v>
                </c:pt>
                <c:pt idx="1113">
                  <c:v>7.3643268523913667E-3</c:v>
                </c:pt>
                <c:pt idx="1114">
                  <c:v>7.4197629005880728E-3</c:v>
                </c:pt>
                <c:pt idx="1115">
                  <c:v>7.0567642074588887E-3</c:v>
                </c:pt>
                <c:pt idx="1116">
                  <c:v>7.6272475475054101E-3</c:v>
                </c:pt>
                <c:pt idx="1117">
                  <c:v>7.9460517739149122E-3</c:v>
                </c:pt>
                <c:pt idx="1118">
                  <c:v>9.4955995129855485E-3</c:v>
                </c:pt>
                <c:pt idx="1119">
                  <c:v>9.7232075448654143E-3</c:v>
                </c:pt>
                <c:pt idx="1120">
                  <c:v>9.8572931742602777E-3</c:v>
                </c:pt>
                <c:pt idx="1121">
                  <c:v>1.1447885021900975E-2</c:v>
                </c:pt>
                <c:pt idx="1122">
                  <c:v>1.142194748781483E-2</c:v>
                </c:pt>
                <c:pt idx="1123">
                  <c:v>1.1349180099407543E-2</c:v>
                </c:pt>
                <c:pt idx="1124">
                  <c:v>1.1293169877524507E-2</c:v>
                </c:pt>
                <c:pt idx="1125">
                  <c:v>1.1252697207962787E-2</c:v>
                </c:pt>
                <c:pt idx="1126">
                  <c:v>1.1200940429954551E-2</c:v>
                </c:pt>
                <c:pt idx="1127">
                  <c:v>1.1234583875379183E-2</c:v>
                </c:pt>
                <c:pt idx="1128">
                  <c:v>1.1286845724481864E-2</c:v>
                </c:pt>
                <c:pt idx="1129">
                  <c:v>1.1224873561453465E-2</c:v>
                </c:pt>
                <c:pt idx="1130">
                  <c:v>1.0869940149827327E-2</c:v>
                </c:pt>
                <c:pt idx="1131">
                  <c:v>1.0824018814121084E-2</c:v>
                </c:pt>
                <c:pt idx="1132">
                  <c:v>1.0860413342360759E-2</c:v>
                </c:pt>
                <c:pt idx="1133">
                  <c:v>1.1131797530439908E-2</c:v>
                </c:pt>
                <c:pt idx="1134">
                  <c:v>1.1494184917088739E-2</c:v>
                </c:pt>
                <c:pt idx="1135">
                  <c:v>1.1058770261714441E-2</c:v>
                </c:pt>
                <c:pt idx="1136">
                  <c:v>1.1261369881146699E-2</c:v>
                </c:pt>
                <c:pt idx="1137">
                  <c:v>1.0461510063611026E-2</c:v>
                </c:pt>
                <c:pt idx="1138">
                  <c:v>1.2287278165841287E-2</c:v>
                </c:pt>
                <c:pt idx="1139">
                  <c:v>1.235897919010359E-2</c:v>
                </c:pt>
                <c:pt idx="1140">
                  <c:v>1.2710889028106664E-2</c:v>
                </c:pt>
                <c:pt idx="1141">
                  <c:v>1.2773703742240924E-2</c:v>
                </c:pt>
                <c:pt idx="1142">
                  <c:v>1.2650011607530995E-2</c:v>
                </c:pt>
                <c:pt idx="1143">
                  <c:v>1.3219620539030081E-2</c:v>
                </c:pt>
                <c:pt idx="1144">
                  <c:v>1.3342065941213998E-2</c:v>
                </c:pt>
                <c:pt idx="1145">
                  <c:v>1.3360252170405172E-2</c:v>
                </c:pt>
                <c:pt idx="1146">
                  <c:v>1.331266850730662E-2</c:v>
                </c:pt>
                <c:pt idx="1147">
                  <c:v>1.3270939290953456E-2</c:v>
                </c:pt>
                <c:pt idx="1148">
                  <c:v>1.341724975139048E-2</c:v>
                </c:pt>
                <c:pt idx="1149">
                  <c:v>1.3435494774605547E-2</c:v>
                </c:pt>
                <c:pt idx="1150">
                  <c:v>1.3426038964413977E-2</c:v>
                </c:pt>
                <c:pt idx="1151">
                  <c:v>1.3351413192233746E-2</c:v>
                </c:pt>
                <c:pt idx="1152">
                  <c:v>1.4275493786518932E-2</c:v>
                </c:pt>
                <c:pt idx="1153">
                  <c:v>1.4227089382292682E-2</c:v>
                </c:pt>
                <c:pt idx="1154">
                  <c:v>1.4199231320168409E-2</c:v>
                </c:pt>
                <c:pt idx="1155">
                  <c:v>1.4001571481317681E-2</c:v>
                </c:pt>
                <c:pt idx="1156">
                  <c:v>1.5854808847110401E-2</c:v>
                </c:pt>
                <c:pt idx="1157">
                  <c:v>1.4823187783056824E-2</c:v>
                </c:pt>
                <c:pt idx="1158">
                  <c:v>1.525156269042967E-2</c:v>
                </c:pt>
                <c:pt idx="1159">
                  <c:v>1.3384134883944613E-2</c:v>
                </c:pt>
                <c:pt idx="1160">
                  <c:v>2.1687180051286493E-2</c:v>
                </c:pt>
                <c:pt idx="1161">
                  <c:v>2.1399807092019583E-2</c:v>
                </c:pt>
                <c:pt idx="1162">
                  <c:v>2.7422273318618122E-2</c:v>
                </c:pt>
                <c:pt idx="1163">
                  <c:v>3.0357085989843026E-2</c:v>
                </c:pt>
                <c:pt idx="1164">
                  <c:v>3.2675370409640171E-2</c:v>
                </c:pt>
                <c:pt idx="1165">
                  <c:v>3.2624456679114969E-2</c:v>
                </c:pt>
                <c:pt idx="1166">
                  <c:v>3.3590769804472113E-2</c:v>
                </c:pt>
                <c:pt idx="1167">
                  <c:v>3.4305035320999093E-2</c:v>
                </c:pt>
                <c:pt idx="1168">
                  <c:v>4.0029848213347145E-2</c:v>
                </c:pt>
                <c:pt idx="1169">
                  <c:v>4.6862367153421187E-2</c:v>
                </c:pt>
                <c:pt idx="1170">
                  <c:v>4.7169774896034578E-2</c:v>
                </c:pt>
                <c:pt idx="1171">
                  <c:v>5.6611309560095392E-2</c:v>
                </c:pt>
                <c:pt idx="1172">
                  <c:v>5.6671439762565251E-2</c:v>
                </c:pt>
                <c:pt idx="1173">
                  <c:v>5.6794549060106607E-2</c:v>
                </c:pt>
                <c:pt idx="1174">
                  <c:v>5.8726201079119612E-2</c:v>
                </c:pt>
                <c:pt idx="1175">
                  <c:v>5.8640597874590639E-2</c:v>
                </c:pt>
                <c:pt idx="1176">
                  <c:v>5.8667831677699733E-2</c:v>
                </c:pt>
                <c:pt idx="1177">
                  <c:v>6.1603922872177509E-2</c:v>
                </c:pt>
                <c:pt idx="1178">
                  <c:v>6.210160916923111E-2</c:v>
                </c:pt>
                <c:pt idx="1179">
                  <c:v>5.9672077228502603E-2</c:v>
                </c:pt>
                <c:pt idx="1180">
                  <c:v>5.9724178199216396E-2</c:v>
                </c:pt>
                <c:pt idx="1181">
                  <c:v>5.6654937309402367E-2</c:v>
                </c:pt>
                <c:pt idx="1182">
                  <c:v>5.5629686517083783E-2</c:v>
                </c:pt>
                <c:pt idx="1183">
                  <c:v>5.3500424730980427E-2</c:v>
                </c:pt>
                <c:pt idx="1184">
                  <c:v>5.3653076467807703E-2</c:v>
                </c:pt>
                <c:pt idx="1185">
                  <c:v>5.1740661756849868E-2</c:v>
                </c:pt>
                <c:pt idx="1186">
                  <c:v>4.9851526683470468E-2</c:v>
                </c:pt>
                <c:pt idx="1187">
                  <c:v>4.7790023978573189E-2</c:v>
                </c:pt>
                <c:pt idx="1188">
                  <c:v>3.5145566056660034E-2</c:v>
                </c:pt>
                <c:pt idx="1189">
                  <c:v>3.7010309522343236E-2</c:v>
                </c:pt>
                <c:pt idx="1190">
                  <c:v>2.8209013428183462E-2</c:v>
                </c:pt>
                <c:pt idx="1191">
                  <c:v>2.8090079687386204E-2</c:v>
                </c:pt>
                <c:pt idx="1192">
                  <c:v>2.6166308201127125E-2</c:v>
                </c:pt>
                <c:pt idx="1193">
                  <c:v>2.4880747146481096E-2</c:v>
                </c:pt>
                <c:pt idx="1194">
                  <c:v>2.3357500328375677E-2</c:v>
                </c:pt>
                <c:pt idx="1195">
                  <c:v>2.4119897447804479E-2</c:v>
                </c:pt>
                <c:pt idx="1196">
                  <c:v>1.8895108406064075E-2</c:v>
                </c:pt>
                <c:pt idx="1197">
                  <c:v>2.1506468312980927E-2</c:v>
                </c:pt>
                <c:pt idx="1198">
                  <c:v>2.1864417117726749E-2</c:v>
                </c:pt>
                <c:pt idx="1199">
                  <c:v>2.2138517941337921E-2</c:v>
                </c:pt>
                <c:pt idx="1200">
                  <c:v>2.1688737354565352E-2</c:v>
                </c:pt>
                <c:pt idx="1201">
                  <c:v>2.166688227871285E-2</c:v>
                </c:pt>
                <c:pt idx="1202">
                  <c:v>2.1102499264899141E-2</c:v>
                </c:pt>
                <c:pt idx="1203">
                  <c:v>2.0959533038162097E-2</c:v>
                </c:pt>
                <c:pt idx="1204">
                  <c:v>2.1002962069772237E-2</c:v>
                </c:pt>
                <c:pt idx="1205">
                  <c:v>2.1455735574659789E-2</c:v>
                </c:pt>
                <c:pt idx="1206">
                  <c:v>2.1149900452585978E-2</c:v>
                </c:pt>
                <c:pt idx="1207">
                  <c:v>1.9284136692814254E-2</c:v>
                </c:pt>
                <c:pt idx="1208">
                  <c:v>1.7027407948211448E-2</c:v>
                </c:pt>
                <c:pt idx="1209">
                  <c:v>1.712083877596773E-2</c:v>
                </c:pt>
                <c:pt idx="1210">
                  <c:v>1.7622380318381019E-2</c:v>
                </c:pt>
                <c:pt idx="1211">
                  <c:v>1.7614113079293954E-2</c:v>
                </c:pt>
                <c:pt idx="1212">
                  <c:v>1.8570590314303474E-2</c:v>
                </c:pt>
                <c:pt idx="1213">
                  <c:v>1.7784226885245089E-2</c:v>
                </c:pt>
                <c:pt idx="1214">
                  <c:v>1.7193065228962773E-2</c:v>
                </c:pt>
                <c:pt idx="1215">
                  <c:v>1.7190213132839527E-2</c:v>
                </c:pt>
                <c:pt idx="1216">
                  <c:v>1.324904342045123E-2</c:v>
                </c:pt>
                <c:pt idx="1217">
                  <c:v>1.2860912845197973E-2</c:v>
                </c:pt>
                <c:pt idx="1218">
                  <c:v>1.343201933151637E-2</c:v>
                </c:pt>
                <c:pt idx="1219">
                  <c:v>1.337310192224808E-2</c:v>
                </c:pt>
                <c:pt idx="1220">
                  <c:v>1.335083375777696E-2</c:v>
                </c:pt>
                <c:pt idx="1221">
                  <c:v>1.3562908823556343E-2</c:v>
                </c:pt>
                <c:pt idx="1222">
                  <c:v>1.3403427619677274E-2</c:v>
                </c:pt>
                <c:pt idx="1223">
                  <c:v>1.3526624097028688E-2</c:v>
                </c:pt>
                <c:pt idx="1224">
                  <c:v>1.3161279633898251E-2</c:v>
                </c:pt>
                <c:pt idx="1225">
                  <c:v>1.3162069487456095E-2</c:v>
                </c:pt>
                <c:pt idx="1226">
                  <c:v>1.3135983111888979E-2</c:v>
                </c:pt>
                <c:pt idx="1227">
                  <c:v>1.2640289569872063E-2</c:v>
                </c:pt>
                <c:pt idx="1228">
                  <c:v>1.3019468529096224E-2</c:v>
                </c:pt>
                <c:pt idx="1229">
                  <c:v>1.2687783406525197E-2</c:v>
                </c:pt>
                <c:pt idx="1230">
                  <c:v>1.2908118267433549E-2</c:v>
                </c:pt>
                <c:pt idx="1231">
                  <c:v>1.17121391206455E-2</c:v>
                </c:pt>
                <c:pt idx="1232">
                  <c:v>1.1512758850841716E-2</c:v>
                </c:pt>
                <c:pt idx="1233">
                  <c:v>1.1094521228146081E-2</c:v>
                </c:pt>
                <c:pt idx="1234">
                  <c:v>1.1204145150669349E-2</c:v>
                </c:pt>
                <c:pt idx="1235">
                  <c:v>1.3817744377739112E-2</c:v>
                </c:pt>
                <c:pt idx="1236">
                  <c:v>1.4730438983170051E-2</c:v>
                </c:pt>
                <c:pt idx="1237">
                  <c:v>1.3629617030509519E-2</c:v>
                </c:pt>
                <c:pt idx="1238">
                  <c:v>1.4164423171017652E-2</c:v>
                </c:pt>
                <c:pt idx="1239">
                  <c:v>1.389584116472092E-2</c:v>
                </c:pt>
                <c:pt idx="1240">
                  <c:v>1.3701658338264302E-2</c:v>
                </c:pt>
                <c:pt idx="1241">
                  <c:v>1.3610758914564787E-2</c:v>
                </c:pt>
                <c:pt idx="1242">
                  <c:v>1.328329802068069E-2</c:v>
                </c:pt>
                <c:pt idx="1243">
                  <c:v>1.3056670267134867E-2</c:v>
                </c:pt>
                <c:pt idx="1244">
                  <c:v>1.3167364524266079E-2</c:v>
                </c:pt>
                <c:pt idx="1245">
                  <c:v>1.3662558231211741E-2</c:v>
                </c:pt>
                <c:pt idx="1246">
                  <c:v>1.357050714944923E-2</c:v>
                </c:pt>
                <c:pt idx="1247">
                  <c:v>1.3756873380414385E-2</c:v>
                </c:pt>
                <c:pt idx="1248">
                  <c:v>1.4000912260590463E-2</c:v>
                </c:pt>
                <c:pt idx="1249">
                  <c:v>1.390629274777754E-2</c:v>
                </c:pt>
                <c:pt idx="1250">
                  <c:v>1.3487488481849714E-2</c:v>
                </c:pt>
                <c:pt idx="1251">
                  <c:v>1.3429150601807565E-2</c:v>
                </c:pt>
                <c:pt idx="1252">
                  <c:v>1.3384827935407141E-2</c:v>
                </c:pt>
                <c:pt idx="1253">
                  <c:v>1.3234330304862481E-2</c:v>
                </c:pt>
                <c:pt idx="1254">
                  <c:v>1.0447926783807605E-2</c:v>
                </c:pt>
                <c:pt idx="1255">
                  <c:v>8.7792449482813634E-3</c:v>
                </c:pt>
                <c:pt idx="1256">
                  <c:v>9.141188130876679E-3</c:v>
                </c:pt>
                <c:pt idx="1257">
                  <c:v>8.0954832916685145E-3</c:v>
                </c:pt>
                <c:pt idx="1258">
                  <c:v>8.5093572155413525E-3</c:v>
                </c:pt>
                <c:pt idx="1259">
                  <c:v>8.4739265595916661E-3</c:v>
                </c:pt>
                <c:pt idx="1260">
                  <c:v>8.5205553451718884E-3</c:v>
                </c:pt>
                <c:pt idx="1261">
                  <c:v>8.5420646722052934E-3</c:v>
                </c:pt>
                <c:pt idx="1262">
                  <c:v>7.904671168498148E-3</c:v>
                </c:pt>
                <c:pt idx="1263">
                  <c:v>7.7349187830752317E-3</c:v>
                </c:pt>
                <c:pt idx="1264">
                  <c:v>6.9629118642532007E-3</c:v>
                </c:pt>
                <c:pt idx="1265">
                  <c:v>7.0025297808204347E-3</c:v>
                </c:pt>
                <c:pt idx="1266">
                  <c:v>6.6863347589108538E-3</c:v>
                </c:pt>
                <c:pt idx="1267">
                  <c:v>9.8140498175442251E-3</c:v>
                </c:pt>
                <c:pt idx="1268">
                  <c:v>1.1022087839281122E-2</c:v>
                </c:pt>
                <c:pt idx="1269">
                  <c:v>1.1087768514337414E-2</c:v>
                </c:pt>
                <c:pt idx="1270">
                  <c:v>1.1222840493521073E-2</c:v>
                </c:pt>
                <c:pt idx="1271">
                  <c:v>1.2227324077070008E-2</c:v>
                </c:pt>
                <c:pt idx="1272">
                  <c:v>1.2291615909352051E-2</c:v>
                </c:pt>
                <c:pt idx="1273">
                  <c:v>1.2608330008023078E-2</c:v>
                </c:pt>
                <c:pt idx="1274">
                  <c:v>1.2515831043367991E-2</c:v>
                </c:pt>
                <c:pt idx="1275">
                  <c:v>1.3811015299581762E-2</c:v>
                </c:pt>
                <c:pt idx="1276">
                  <c:v>1.3804443540980201E-2</c:v>
                </c:pt>
                <c:pt idx="1277">
                  <c:v>1.359381277601575E-2</c:v>
                </c:pt>
                <c:pt idx="1278">
                  <c:v>1.370090543529337E-2</c:v>
                </c:pt>
                <c:pt idx="1279">
                  <c:v>1.3678348231804624E-2</c:v>
                </c:pt>
                <c:pt idx="1280">
                  <c:v>1.3755223714732317E-2</c:v>
                </c:pt>
                <c:pt idx="1281">
                  <c:v>1.4107654554110508E-2</c:v>
                </c:pt>
                <c:pt idx="1282">
                  <c:v>1.5716069306305772E-2</c:v>
                </c:pt>
                <c:pt idx="1283">
                  <c:v>1.6183516893660616E-2</c:v>
                </c:pt>
                <c:pt idx="1284">
                  <c:v>1.6390441416138424E-2</c:v>
                </c:pt>
                <c:pt idx="1285">
                  <c:v>1.663309593212282E-2</c:v>
                </c:pt>
                <c:pt idx="1286">
                  <c:v>1.7563410974700114E-2</c:v>
                </c:pt>
                <c:pt idx="1287">
                  <c:v>1.7493781521998528E-2</c:v>
                </c:pt>
                <c:pt idx="1288">
                  <c:v>1.7377959888362635E-2</c:v>
                </c:pt>
                <c:pt idx="1289">
                  <c:v>1.7378896203031863E-2</c:v>
                </c:pt>
                <c:pt idx="1290">
                  <c:v>1.7200665099645396E-2</c:v>
                </c:pt>
                <c:pt idx="1291">
                  <c:v>1.7187254338814368E-2</c:v>
                </c:pt>
                <c:pt idx="1292">
                  <c:v>1.6997913759805888E-2</c:v>
                </c:pt>
                <c:pt idx="1293">
                  <c:v>1.702530192165699E-2</c:v>
                </c:pt>
                <c:pt idx="1294">
                  <c:v>1.5702546015084765E-2</c:v>
                </c:pt>
                <c:pt idx="1295">
                  <c:v>1.5760209483861334E-2</c:v>
                </c:pt>
                <c:pt idx="1296">
                  <c:v>1.5776881085272899E-2</c:v>
                </c:pt>
                <c:pt idx="1297">
                  <c:v>1.5583189037047245E-2</c:v>
                </c:pt>
                <c:pt idx="1298">
                  <c:v>1.5581746764463073E-2</c:v>
                </c:pt>
                <c:pt idx="1299">
                  <c:v>1.6026693286617096E-2</c:v>
                </c:pt>
                <c:pt idx="1300">
                  <c:v>1.5808174260909431E-2</c:v>
                </c:pt>
                <c:pt idx="1301">
                  <c:v>1.4395038932398839E-2</c:v>
                </c:pt>
                <c:pt idx="1302">
                  <c:v>1.3738343326817459E-2</c:v>
                </c:pt>
                <c:pt idx="1303">
                  <c:v>1.3550625501024375E-2</c:v>
                </c:pt>
                <c:pt idx="1304">
                  <c:v>1.1230848818022186E-2</c:v>
                </c:pt>
                <c:pt idx="1305">
                  <c:v>9.4872263609206697E-3</c:v>
                </c:pt>
                <c:pt idx="1306">
                  <c:v>8.6117756592860167E-3</c:v>
                </c:pt>
                <c:pt idx="1307">
                  <c:v>8.5125060185848762E-3</c:v>
                </c:pt>
                <c:pt idx="1308">
                  <c:v>8.6557564988792024E-3</c:v>
                </c:pt>
                <c:pt idx="1309">
                  <c:v>8.1968499327472293E-3</c:v>
                </c:pt>
                <c:pt idx="1310">
                  <c:v>8.8318466407285856E-3</c:v>
                </c:pt>
                <c:pt idx="1311">
                  <c:v>8.8623310182957705E-3</c:v>
                </c:pt>
                <c:pt idx="1312">
                  <c:v>8.8019334350452859E-3</c:v>
                </c:pt>
                <c:pt idx="1313">
                  <c:v>1.0727484337191392E-2</c:v>
                </c:pt>
                <c:pt idx="1314">
                  <c:v>1.0737404513998967E-2</c:v>
                </c:pt>
                <c:pt idx="1315">
                  <c:v>1.1360423504553224E-2</c:v>
                </c:pt>
                <c:pt idx="1316">
                  <c:v>1.175067664455513E-2</c:v>
                </c:pt>
                <c:pt idx="1317">
                  <c:v>1.1818500720114896E-2</c:v>
                </c:pt>
                <c:pt idx="1318">
                  <c:v>1.0646841949550581E-2</c:v>
                </c:pt>
                <c:pt idx="1319">
                  <c:v>1.0619568570335915E-2</c:v>
                </c:pt>
                <c:pt idx="1320">
                  <c:v>1.0624208921713261E-2</c:v>
                </c:pt>
                <c:pt idx="1321">
                  <c:v>1.1141646238929699E-2</c:v>
                </c:pt>
                <c:pt idx="1322">
                  <c:v>1.1322745302654629E-2</c:v>
                </c:pt>
                <c:pt idx="1323">
                  <c:v>1.133384013765272E-2</c:v>
                </c:pt>
                <c:pt idx="1324">
                  <c:v>1.0494383158199876E-2</c:v>
                </c:pt>
                <c:pt idx="1325">
                  <c:v>1.0260022383705051E-2</c:v>
                </c:pt>
                <c:pt idx="1326">
                  <c:v>1.0655359924549216E-2</c:v>
                </c:pt>
                <c:pt idx="1327">
                  <c:v>1.0232184094207225E-2</c:v>
                </c:pt>
                <c:pt idx="1328">
                  <c:v>1.0332626980725425E-2</c:v>
                </c:pt>
                <c:pt idx="1329">
                  <c:v>9.8979489842299165E-3</c:v>
                </c:pt>
                <c:pt idx="1330">
                  <c:v>9.8777859464420515E-3</c:v>
                </c:pt>
                <c:pt idx="1331">
                  <c:v>9.91738578011E-3</c:v>
                </c:pt>
                <c:pt idx="1332">
                  <c:v>8.9236553558912166E-3</c:v>
                </c:pt>
                <c:pt idx="1333">
                  <c:v>9.0243363188752691E-3</c:v>
                </c:pt>
                <c:pt idx="1334">
                  <c:v>8.5552255948067018E-3</c:v>
                </c:pt>
                <c:pt idx="1335">
                  <c:v>8.7992466138224618E-3</c:v>
                </c:pt>
                <c:pt idx="1336">
                  <c:v>8.7365368738012116E-3</c:v>
                </c:pt>
                <c:pt idx="1337">
                  <c:v>8.6969083451041151E-3</c:v>
                </c:pt>
                <c:pt idx="1338">
                  <c:v>8.6427188529170189E-3</c:v>
                </c:pt>
                <c:pt idx="1339">
                  <c:v>8.7631452806746779E-3</c:v>
                </c:pt>
                <c:pt idx="1340">
                  <c:v>8.3878245159056241E-3</c:v>
                </c:pt>
                <c:pt idx="1341">
                  <c:v>1.3737395528454674E-2</c:v>
                </c:pt>
                <c:pt idx="1342">
                  <c:v>1.3868844570061864E-2</c:v>
                </c:pt>
                <c:pt idx="1343">
                  <c:v>1.382005892814326E-2</c:v>
                </c:pt>
                <c:pt idx="1344">
                  <c:v>1.3918442422025414E-2</c:v>
                </c:pt>
                <c:pt idx="1345">
                  <c:v>1.3570475541536045E-2</c:v>
                </c:pt>
                <c:pt idx="1346">
                  <c:v>1.3636075903264823E-2</c:v>
                </c:pt>
                <c:pt idx="1347">
                  <c:v>1.3589074627156781E-2</c:v>
                </c:pt>
                <c:pt idx="1348">
                  <c:v>1.3009502301085461E-2</c:v>
                </c:pt>
                <c:pt idx="1349">
                  <c:v>1.3025593476669232E-2</c:v>
                </c:pt>
                <c:pt idx="1350">
                  <c:v>1.3419023383099969E-2</c:v>
                </c:pt>
                <c:pt idx="1351">
                  <c:v>1.3366845582102016E-2</c:v>
                </c:pt>
                <c:pt idx="1352">
                  <c:v>1.338757769463089E-2</c:v>
                </c:pt>
                <c:pt idx="1353">
                  <c:v>1.3476677548597831E-2</c:v>
                </c:pt>
                <c:pt idx="1354">
                  <c:v>1.3531377302576187E-2</c:v>
                </c:pt>
                <c:pt idx="1355">
                  <c:v>1.3667349272822833E-2</c:v>
                </c:pt>
                <c:pt idx="1356">
                  <c:v>1.3929458808415646E-2</c:v>
                </c:pt>
                <c:pt idx="1357">
                  <c:v>1.3902579998616655E-2</c:v>
                </c:pt>
                <c:pt idx="1358">
                  <c:v>1.390297769350275E-2</c:v>
                </c:pt>
                <c:pt idx="1359">
                  <c:v>1.4016203573860376E-2</c:v>
                </c:pt>
                <c:pt idx="1360">
                  <c:v>9.070249111432907E-3</c:v>
                </c:pt>
                <c:pt idx="1361">
                  <c:v>9.3569773812203511E-3</c:v>
                </c:pt>
                <c:pt idx="1362">
                  <c:v>9.3685636075816914E-3</c:v>
                </c:pt>
                <c:pt idx="1363">
                  <c:v>9.7342269076234576E-3</c:v>
                </c:pt>
                <c:pt idx="1364">
                  <c:v>1.0317806779594161E-2</c:v>
                </c:pt>
                <c:pt idx="1365">
                  <c:v>1.1046475399712088E-2</c:v>
                </c:pt>
                <c:pt idx="1366">
                  <c:v>1.1549983749175964E-2</c:v>
                </c:pt>
                <c:pt idx="1367">
                  <c:v>1.1544773721705551E-2</c:v>
                </c:pt>
                <c:pt idx="1368">
                  <c:v>1.2307105376446904E-2</c:v>
                </c:pt>
                <c:pt idx="1369">
                  <c:v>1.5812335763657363E-2</c:v>
                </c:pt>
                <c:pt idx="1370">
                  <c:v>1.8379383835582914E-2</c:v>
                </c:pt>
                <c:pt idx="1371">
                  <c:v>1.8396449213809077E-2</c:v>
                </c:pt>
                <c:pt idx="1372">
                  <c:v>1.8516519817157979E-2</c:v>
                </c:pt>
                <c:pt idx="1373">
                  <c:v>1.8744188632388265E-2</c:v>
                </c:pt>
                <c:pt idx="1374">
                  <c:v>1.8612267007231106E-2</c:v>
                </c:pt>
                <c:pt idx="1375">
                  <c:v>1.8428059772354868E-2</c:v>
                </c:pt>
                <c:pt idx="1376">
                  <c:v>1.8442269148425262E-2</c:v>
                </c:pt>
                <c:pt idx="1377">
                  <c:v>1.8558114867327495E-2</c:v>
                </c:pt>
                <c:pt idx="1378">
                  <c:v>1.8421223743034437E-2</c:v>
                </c:pt>
                <c:pt idx="1379">
                  <c:v>1.8062489811936214E-2</c:v>
                </c:pt>
                <c:pt idx="1380">
                  <c:v>1.7833062745550878E-2</c:v>
                </c:pt>
                <c:pt idx="1381">
                  <c:v>1.7805374311058168E-2</c:v>
                </c:pt>
                <c:pt idx="1382">
                  <c:v>1.7938052668925848E-2</c:v>
                </c:pt>
                <c:pt idx="1383">
                  <c:v>1.8114222669136083E-2</c:v>
                </c:pt>
                <c:pt idx="1384">
                  <c:v>1.7642965908956587E-2</c:v>
                </c:pt>
                <c:pt idx="1385">
                  <c:v>1.7280423737222973E-2</c:v>
                </c:pt>
                <c:pt idx="1386">
                  <c:v>1.8785377083519867E-2</c:v>
                </c:pt>
                <c:pt idx="1387">
                  <c:v>1.801848577660501E-2</c:v>
                </c:pt>
                <c:pt idx="1388">
                  <c:v>1.4964450489055668E-2</c:v>
                </c:pt>
                <c:pt idx="1389">
                  <c:v>1.2186818653017833E-2</c:v>
                </c:pt>
                <c:pt idx="1390">
                  <c:v>1.2135716039652336E-2</c:v>
                </c:pt>
                <c:pt idx="1391">
                  <c:v>1.224874193432782E-2</c:v>
                </c:pt>
                <c:pt idx="1392">
                  <c:v>1.1504987653687366E-2</c:v>
                </c:pt>
                <c:pt idx="1393">
                  <c:v>1.1682421668549626E-2</c:v>
                </c:pt>
                <c:pt idx="1394">
                  <c:v>1.1665361278940863E-2</c:v>
                </c:pt>
                <c:pt idx="1395">
                  <c:v>1.1583662971475641E-2</c:v>
                </c:pt>
                <c:pt idx="1396">
                  <c:v>1.1616150514577622E-2</c:v>
                </c:pt>
                <c:pt idx="1397">
                  <c:v>1.15569296183465E-2</c:v>
                </c:pt>
                <c:pt idx="1398">
                  <c:v>1.2636977693337926E-2</c:v>
                </c:pt>
                <c:pt idx="1399">
                  <c:v>1.2786822378529596E-2</c:v>
                </c:pt>
                <c:pt idx="1400">
                  <c:v>1.2770153936008298E-2</c:v>
                </c:pt>
                <c:pt idx="1401">
                  <c:v>1.2669607504203519E-2</c:v>
                </c:pt>
                <c:pt idx="1402">
                  <c:v>1.3411429896930338E-2</c:v>
                </c:pt>
                <c:pt idx="1403">
                  <c:v>1.3948489365902634E-2</c:v>
                </c:pt>
                <c:pt idx="1404">
                  <c:v>1.3927053398514008E-2</c:v>
                </c:pt>
                <c:pt idx="1405">
                  <c:v>1.2579623686764277E-2</c:v>
                </c:pt>
                <c:pt idx="1406">
                  <c:v>1.2429721279979981E-2</c:v>
                </c:pt>
                <c:pt idx="1407">
                  <c:v>1.2728706513654034E-2</c:v>
                </c:pt>
                <c:pt idx="1408">
                  <c:v>1.2060553450330216E-2</c:v>
                </c:pt>
                <c:pt idx="1409">
                  <c:v>1.2105649975282693E-2</c:v>
                </c:pt>
                <c:pt idx="1410">
                  <c:v>1.2046268986982429E-2</c:v>
                </c:pt>
                <c:pt idx="1411">
                  <c:v>1.2294635074997081E-2</c:v>
                </c:pt>
                <c:pt idx="1412">
                  <c:v>1.5785176616406535E-2</c:v>
                </c:pt>
                <c:pt idx="1413">
                  <c:v>1.6211708352195275E-2</c:v>
                </c:pt>
                <c:pt idx="1414">
                  <c:v>1.6669859772237023E-2</c:v>
                </c:pt>
                <c:pt idx="1415">
                  <c:v>1.770741751451986E-2</c:v>
                </c:pt>
                <c:pt idx="1416">
                  <c:v>1.7692950309563263E-2</c:v>
                </c:pt>
                <c:pt idx="1417">
                  <c:v>1.7064350943769686E-2</c:v>
                </c:pt>
                <c:pt idx="1418">
                  <c:v>1.6823319210866595E-2</c:v>
                </c:pt>
                <c:pt idx="1419">
                  <c:v>1.9729697362261631E-2</c:v>
                </c:pt>
                <c:pt idx="1420">
                  <c:v>1.9659913748620902E-2</c:v>
                </c:pt>
                <c:pt idx="1421">
                  <c:v>1.8960957691502054E-2</c:v>
                </c:pt>
                <c:pt idx="1422">
                  <c:v>1.834308028686852E-2</c:v>
                </c:pt>
                <c:pt idx="1423">
                  <c:v>1.7979705564205712E-2</c:v>
                </c:pt>
                <c:pt idx="1424">
                  <c:v>1.7951206597694926E-2</c:v>
                </c:pt>
                <c:pt idx="1425">
                  <c:v>1.7910770770834177E-2</c:v>
                </c:pt>
                <c:pt idx="1426">
                  <c:v>1.7937123595587103E-2</c:v>
                </c:pt>
                <c:pt idx="1427">
                  <c:v>1.7727010769402651E-2</c:v>
                </c:pt>
                <c:pt idx="1428">
                  <c:v>1.7865518550187014E-2</c:v>
                </c:pt>
                <c:pt idx="1429">
                  <c:v>1.7889523120106245E-2</c:v>
                </c:pt>
                <c:pt idx="1430">
                  <c:v>1.7624456612536758E-2</c:v>
                </c:pt>
                <c:pt idx="1431">
                  <c:v>1.3629461916630193E-2</c:v>
                </c:pt>
                <c:pt idx="1432">
                  <c:v>1.3507164966273055E-2</c:v>
                </c:pt>
                <c:pt idx="1433">
                  <c:v>1.3577054268465163E-2</c:v>
                </c:pt>
                <c:pt idx="1434">
                  <c:v>1.1099737489016284E-2</c:v>
                </c:pt>
                <c:pt idx="1435">
                  <c:v>1.1075445124359403E-2</c:v>
                </c:pt>
                <c:pt idx="1436">
                  <c:v>1.1027017425220055E-2</c:v>
                </c:pt>
                <c:pt idx="1437">
                  <c:v>1.0905515235998999E-2</c:v>
                </c:pt>
                <c:pt idx="1438">
                  <c:v>7.1748302737273039E-3</c:v>
                </c:pt>
                <c:pt idx="1439">
                  <c:v>7.3575343259920621E-3</c:v>
                </c:pt>
                <c:pt idx="1440">
                  <c:v>7.1800191066301944E-3</c:v>
                </c:pt>
                <c:pt idx="1441">
                  <c:v>7.2043896038979666E-3</c:v>
                </c:pt>
                <c:pt idx="1442">
                  <c:v>7.4040074409332784E-3</c:v>
                </c:pt>
                <c:pt idx="1443">
                  <c:v>7.4046085587152711E-3</c:v>
                </c:pt>
                <c:pt idx="1444">
                  <c:v>8.0803786961534344E-3</c:v>
                </c:pt>
                <c:pt idx="1445">
                  <c:v>7.8007627335203592E-3</c:v>
                </c:pt>
                <c:pt idx="1446">
                  <c:v>8.414904805750547E-3</c:v>
                </c:pt>
                <c:pt idx="1447">
                  <c:v>7.8335458038616551E-3</c:v>
                </c:pt>
                <c:pt idx="1448">
                  <c:v>7.7644831834677436E-3</c:v>
                </c:pt>
                <c:pt idx="1449">
                  <c:v>7.8004730141752066E-3</c:v>
                </c:pt>
                <c:pt idx="1450">
                  <c:v>8.2840079258211397E-3</c:v>
                </c:pt>
                <c:pt idx="1451">
                  <c:v>8.9058795830140973E-3</c:v>
                </c:pt>
                <c:pt idx="1452">
                  <c:v>8.9709235983042885E-3</c:v>
                </c:pt>
                <c:pt idx="1453">
                  <c:v>8.9326591747196874E-3</c:v>
                </c:pt>
                <c:pt idx="1454">
                  <c:v>8.8967068236283347E-3</c:v>
                </c:pt>
                <c:pt idx="1455">
                  <c:v>9.3455662481430335E-3</c:v>
                </c:pt>
                <c:pt idx="1456">
                  <c:v>9.4164942471268893E-3</c:v>
                </c:pt>
                <c:pt idx="1457">
                  <c:v>8.7823916003327979E-3</c:v>
                </c:pt>
                <c:pt idx="1458">
                  <c:v>8.3905836741934095E-3</c:v>
                </c:pt>
                <c:pt idx="1459">
                  <c:v>8.3921316763333718E-3</c:v>
                </c:pt>
                <c:pt idx="1460">
                  <c:v>8.411414808489906E-3</c:v>
                </c:pt>
                <c:pt idx="1461">
                  <c:v>7.7211142724822254E-3</c:v>
                </c:pt>
                <c:pt idx="1462">
                  <c:v>7.5967268021636799E-3</c:v>
                </c:pt>
                <c:pt idx="1463">
                  <c:v>6.086772678000776E-3</c:v>
                </c:pt>
                <c:pt idx="1464">
                  <c:v>6.1134485965158364E-3</c:v>
                </c:pt>
                <c:pt idx="1465">
                  <c:v>5.9043887773252987E-3</c:v>
                </c:pt>
                <c:pt idx="1466">
                  <c:v>5.9156651114318851E-3</c:v>
                </c:pt>
                <c:pt idx="1467">
                  <c:v>6.0282927042054962E-3</c:v>
                </c:pt>
                <c:pt idx="1468">
                  <c:v>6.3238583094060458E-3</c:v>
                </c:pt>
                <c:pt idx="1469">
                  <c:v>5.9074054403521238E-3</c:v>
                </c:pt>
                <c:pt idx="1470">
                  <c:v>5.2876535168194273E-3</c:v>
                </c:pt>
                <c:pt idx="1471">
                  <c:v>5.0130582066835851E-3</c:v>
                </c:pt>
                <c:pt idx="1472">
                  <c:v>5.0013728793120915E-3</c:v>
                </c:pt>
                <c:pt idx="1473">
                  <c:v>5.1052306387890786E-3</c:v>
                </c:pt>
                <c:pt idx="1474">
                  <c:v>4.7215728557173584E-3</c:v>
                </c:pt>
                <c:pt idx="1475">
                  <c:v>7.0055114105527739E-3</c:v>
                </c:pt>
                <c:pt idx="1476">
                  <c:v>7.2630316047217515E-3</c:v>
                </c:pt>
                <c:pt idx="1477">
                  <c:v>7.2674577416252531E-3</c:v>
                </c:pt>
                <c:pt idx="1478">
                  <c:v>7.4035334564822959E-3</c:v>
                </c:pt>
                <c:pt idx="1479">
                  <c:v>7.3117218110729468E-3</c:v>
                </c:pt>
                <c:pt idx="1480">
                  <c:v>7.2457454211214455E-3</c:v>
                </c:pt>
                <c:pt idx="1481">
                  <c:v>8.0394175098155215E-3</c:v>
                </c:pt>
                <c:pt idx="1482">
                  <c:v>8.3316404788724204E-3</c:v>
                </c:pt>
                <c:pt idx="1483">
                  <c:v>8.4881130052904246E-3</c:v>
                </c:pt>
                <c:pt idx="1484">
                  <c:v>8.3595611054349591E-3</c:v>
                </c:pt>
                <c:pt idx="1485">
                  <c:v>8.3202567193985891E-3</c:v>
                </c:pt>
                <c:pt idx="1486">
                  <c:v>8.7745578151779812E-3</c:v>
                </c:pt>
                <c:pt idx="1487">
                  <c:v>8.828894951886105E-3</c:v>
                </c:pt>
                <c:pt idx="1488">
                  <c:v>8.8252192275658451E-3</c:v>
                </c:pt>
                <c:pt idx="1489">
                  <c:v>9.0901538108149639E-3</c:v>
                </c:pt>
                <c:pt idx="1490">
                  <c:v>9.1730328070589538E-3</c:v>
                </c:pt>
                <c:pt idx="1491">
                  <c:v>9.1006729938572853E-3</c:v>
                </c:pt>
                <c:pt idx="1492">
                  <c:v>8.9118390826275849E-3</c:v>
                </c:pt>
                <c:pt idx="1493">
                  <c:v>8.6660429205841303E-3</c:v>
                </c:pt>
                <c:pt idx="1494">
                  <c:v>8.5354494131019507E-3</c:v>
                </c:pt>
                <c:pt idx="1495">
                  <c:v>8.3767903114990907E-3</c:v>
                </c:pt>
                <c:pt idx="1496">
                  <c:v>8.8821545878292954E-3</c:v>
                </c:pt>
                <c:pt idx="1497">
                  <c:v>8.7387564514038174E-3</c:v>
                </c:pt>
                <c:pt idx="1498">
                  <c:v>1.1860275030996764E-2</c:v>
                </c:pt>
                <c:pt idx="1499">
                  <c:v>1.2977159859950682E-2</c:v>
                </c:pt>
                <c:pt idx="1500">
                  <c:v>1.2727375182833454E-2</c:v>
                </c:pt>
                <c:pt idx="1501">
                  <c:v>1.2690729391232227E-2</c:v>
                </c:pt>
                <c:pt idx="1502">
                  <c:v>1.2512130495956847E-2</c:v>
                </c:pt>
                <c:pt idx="1503">
                  <c:v>1.2637195813196106E-2</c:v>
                </c:pt>
                <c:pt idx="1504">
                  <c:v>1.2784487844439476E-2</c:v>
                </c:pt>
                <c:pt idx="1505">
                  <c:v>1.2344717588344134E-2</c:v>
                </c:pt>
                <c:pt idx="1506">
                  <c:v>1.2240541826904846E-2</c:v>
                </c:pt>
                <c:pt idx="1507">
                  <c:v>1.2240525891785863E-2</c:v>
                </c:pt>
                <c:pt idx="1508">
                  <c:v>1.2333525984646963E-2</c:v>
                </c:pt>
                <c:pt idx="1509">
                  <c:v>1.2332898437305187E-2</c:v>
                </c:pt>
                <c:pt idx="1510">
                  <c:v>1.2537666869311336E-2</c:v>
                </c:pt>
                <c:pt idx="1511">
                  <c:v>1.2616781549624678E-2</c:v>
                </c:pt>
                <c:pt idx="1512">
                  <c:v>1.2950484191668438E-2</c:v>
                </c:pt>
                <c:pt idx="1513">
                  <c:v>1.1690657933016768E-2</c:v>
                </c:pt>
                <c:pt idx="1514">
                  <c:v>1.1527894119179547E-2</c:v>
                </c:pt>
                <c:pt idx="1515">
                  <c:v>1.1517733484594356E-2</c:v>
                </c:pt>
                <c:pt idx="1516">
                  <c:v>1.1482717321651088E-2</c:v>
                </c:pt>
                <c:pt idx="1517">
                  <c:v>9.0267087946525708E-3</c:v>
                </c:pt>
                <c:pt idx="1518">
                  <c:v>7.2054653554383908E-3</c:v>
                </c:pt>
                <c:pt idx="1519">
                  <c:v>7.1897541032193996E-3</c:v>
                </c:pt>
                <c:pt idx="1520">
                  <c:v>6.9128369534142359E-3</c:v>
                </c:pt>
                <c:pt idx="1521">
                  <c:v>7.8237400341092164E-3</c:v>
                </c:pt>
                <c:pt idx="1522">
                  <c:v>7.7539329827302781E-3</c:v>
                </c:pt>
                <c:pt idx="1523">
                  <c:v>7.4557366896464122E-3</c:v>
                </c:pt>
                <c:pt idx="1524">
                  <c:v>7.4743943221266011E-3</c:v>
                </c:pt>
                <c:pt idx="1525">
                  <c:v>7.5556994205020428E-3</c:v>
                </c:pt>
                <c:pt idx="1526">
                  <c:v>7.8114866594404453E-3</c:v>
                </c:pt>
                <c:pt idx="1527">
                  <c:v>7.728806099723819E-3</c:v>
                </c:pt>
                <c:pt idx="1528">
                  <c:v>7.6327864829162165E-3</c:v>
                </c:pt>
                <c:pt idx="1529">
                  <c:v>7.8615722891334835E-3</c:v>
                </c:pt>
                <c:pt idx="1530">
                  <c:v>7.9502907808204817E-3</c:v>
                </c:pt>
                <c:pt idx="1531">
                  <c:v>7.0312661934974615E-3</c:v>
                </c:pt>
                <c:pt idx="1532">
                  <c:v>7.0333943449874944E-3</c:v>
                </c:pt>
                <c:pt idx="1533">
                  <c:v>6.9546482086140825E-3</c:v>
                </c:pt>
                <c:pt idx="1534">
                  <c:v>7.6108221409631844E-3</c:v>
                </c:pt>
                <c:pt idx="1535">
                  <c:v>7.7629671136345627E-3</c:v>
                </c:pt>
                <c:pt idx="1536">
                  <c:v>8.5289996503519032E-3</c:v>
                </c:pt>
                <c:pt idx="1537">
                  <c:v>8.5253899959442051E-3</c:v>
                </c:pt>
                <c:pt idx="1538">
                  <c:v>8.5121717330629738E-3</c:v>
                </c:pt>
                <c:pt idx="1539">
                  <c:v>8.4480027293897218E-3</c:v>
                </c:pt>
                <c:pt idx="1540">
                  <c:v>8.9677342921690925E-3</c:v>
                </c:pt>
                <c:pt idx="1541">
                  <c:v>9.0312307414564408E-3</c:v>
                </c:pt>
                <c:pt idx="1542">
                  <c:v>9.0216520319762721E-3</c:v>
                </c:pt>
                <c:pt idx="1543">
                  <c:v>9.6725880264465144E-3</c:v>
                </c:pt>
                <c:pt idx="1544">
                  <c:v>9.7990106370627762E-3</c:v>
                </c:pt>
                <c:pt idx="1545">
                  <c:v>1.0187908275164524E-2</c:v>
                </c:pt>
                <c:pt idx="1546">
                  <c:v>1.0100237452132281E-2</c:v>
                </c:pt>
                <c:pt idx="1547">
                  <c:v>1.1279754147335634E-2</c:v>
                </c:pt>
                <c:pt idx="1548">
                  <c:v>1.1560838719321462E-2</c:v>
                </c:pt>
                <c:pt idx="1549">
                  <c:v>1.1504949108750646E-2</c:v>
                </c:pt>
                <c:pt idx="1550">
                  <c:v>1.1835352404006504E-2</c:v>
                </c:pt>
                <c:pt idx="1551">
                  <c:v>1.4778539289544788E-2</c:v>
                </c:pt>
                <c:pt idx="1552">
                  <c:v>1.505343866666229E-2</c:v>
                </c:pt>
                <c:pt idx="1553">
                  <c:v>1.4823338393920128E-2</c:v>
                </c:pt>
                <c:pt idx="1554">
                  <c:v>1.548136872737939E-2</c:v>
                </c:pt>
                <c:pt idx="1555">
                  <c:v>1.5134461143688481E-2</c:v>
                </c:pt>
                <c:pt idx="1556">
                  <c:v>1.5899499290134435E-2</c:v>
                </c:pt>
                <c:pt idx="1557">
                  <c:v>1.5970943154585068E-2</c:v>
                </c:pt>
                <c:pt idx="1558">
                  <c:v>1.6253389820017023E-2</c:v>
                </c:pt>
                <c:pt idx="1559">
                  <c:v>1.5399367074628236E-2</c:v>
                </c:pt>
                <c:pt idx="1560">
                  <c:v>1.5223212796377429E-2</c:v>
                </c:pt>
                <c:pt idx="1561">
                  <c:v>1.5236309442833324E-2</c:v>
                </c:pt>
                <c:pt idx="1562">
                  <c:v>1.5073242900453981E-2</c:v>
                </c:pt>
                <c:pt idx="1563">
                  <c:v>1.4676439189973431E-2</c:v>
                </c:pt>
                <c:pt idx="1564">
                  <c:v>1.4509259107109582E-2</c:v>
                </c:pt>
                <c:pt idx="1565">
                  <c:v>1.5034602749708373E-2</c:v>
                </c:pt>
                <c:pt idx="1566">
                  <c:v>1.5247765328170031E-2</c:v>
                </c:pt>
                <c:pt idx="1567">
                  <c:v>1.719420443720588E-2</c:v>
                </c:pt>
                <c:pt idx="1568">
                  <c:v>1.7191134529197901E-2</c:v>
                </c:pt>
                <c:pt idx="1569">
                  <c:v>1.6772251195432998E-2</c:v>
                </c:pt>
                <c:pt idx="1570">
                  <c:v>1.4986176143901738E-2</c:v>
                </c:pt>
                <c:pt idx="1571">
                  <c:v>1.4680513549465051E-2</c:v>
                </c:pt>
                <c:pt idx="1572">
                  <c:v>1.4708510373029634E-2</c:v>
                </c:pt>
                <c:pt idx="1573">
                  <c:v>1.4115261865221964E-2</c:v>
                </c:pt>
                <c:pt idx="1574">
                  <c:v>1.5619838145471422E-2</c:v>
                </c:pt>
                <c:pt idx="1575">
                  <c:v>1.4617585800851849E-2</c:v>
                </c:pt>
                <c:pt idx="1576">
                  <c:v>1.4539923056109511E-2</c:v>
                </c:pt>
                <c:pt idx="1577">
                  <c:v>1.4469971439675652E-2</c:v>
                </c:pt>
                <c:pt idx="1578">
                  <c:v>1.4479713726299642E-2</c:v>
                </c:pt>
                <c:pt idx="1579">
                  <c:v>1.46195432189434E-2</c:v>
                </c:pt>
                <c:pt idx="1580">
                  <c:v>1.4431459115234279E-2</c:v>
                </c:pt>
                <c:pt idx="1581">
                  <c:v>1.4576387226428513E-2</c:v>
                </c:pt>
                <c:pt idx="1582">
                  <c:v>1.4415941458530307E-2</c:v>
                </c:pt>
                <c:pt idx="1583">
                  <c:v>1.4325303680280243E-2</c:v>
                </c:pt>
                <c:pt idx="1584">
                  <c:v>1.2869355994974423E-2</c:v>
                </c:pt>
                <c:pt idx="1585">
                  <c:v>1.284819072909282E-2</c:v>
                </c:pt>
                <c:pt idx="1586">
                  <c:v>1.1224385071153857E-2</c:v>
                </c:pt>
                <c:pt idx="1587">
                  <c:v>1.1158667788635385E-2</c:v>
                </c:pt>
                <c:pt idx="1588">
                  <c:v>1.2312271536365436E-2</c:v>
                </c:pt>
                <c:pt idx="1589">
                  <c:v>1.4197088610393456E-2</c:v>
                </c:pt>
                <c:pt idx="1590">
                  <c:v>1.4342280093741725E-2</c:v>
                </c:pt>
                <c:pt idx="1591">
                  <c:v>1.4366419730495609E-2</c:v>
                </c:pt>
                <c:pt idx="1592">
                  <c:v>1.4635195025758097E-2</c:v>
                </c:pt>
                <c:pt idx="1593">
                  <c:v>1.3498606021150376E-2</c:v>
                </c:pt>
                <c:pt idx="1594">
                  <c:v>1.3400527481929034E-2</c:v>
                </c:pt>
                <c:pt idx="1595">
                  <c:v>1.3619559122622315E-2</c:v>
                </c:pt>
                <c:pt idx="1596">
                  <c:v>1.352107008610343E-2</c:v>
                </c:pt>
                <c:pt idx="1597">
                  <c:v>1.3559432676275383E-2</c:v>
                </c:pt>
                <c:pt idx="1598">
                  <c:v>1.3467616269225607E-2</c:v>
                </c:pt>
                <c:pt idx="1599">
                  <c:v>1.3365861349965679E-2</c:v>
                </c:pt>
                <c:pt idx="1600">
                  <c:v>1.3208151233330424E-2</c:v>
                </c:pt>
                <c:pt idx="1601">
                  <c:v>1.4733073315423726E-2</c:v>
                </c:pt>
                <c:pt idx="1602">
                  <c:v>1.6753170156965275E-2</c:v>
                </c:pt>
                <c:pt idx="1603">
                  <c:v>1.6659951892798504E-2</c:v>
                </c:pt>
                <c:pt idx="1604">
                  <c:v>1.5850182728231674E-2</c:v>
                </c:pt>
                <c:pt idx="1605">
                  <c:v>1.584461339133774E-2</c:v>
                </c:pt>
                <c:pt idx="1606">
                  <c:v>1.5891223662457571E-2</c:v>
                </c:pt>
                <c:pt idx="1607">
                  <c:v>1.5486204845551556E-2</c:v>
                </c:pt>
                <c:pt idx="1608">
                  <c:v>1.4053492825969313E-2</c:v>
                </c:pt>
                <c:pt idx="1609">
                  <c:v>1.9775999104660231E-2</c:v>
                </c:pt>
                <c:pt idx="1610">
                  <c:v>2.0724070004916155E-2</c:v>
                </c:pt>
                <c:pt idx="1611">
                  <c:v>2.0485941673023148E-2</c:v>
                </c:pt>
                <c:pt idx="1612">
                  <c:v>1.9925086260734311E-2</c:v>
                </c:pt>
                <c:pt idx="1613">
                  <c:v>2.037718916900022E-2</c:v>
                </c:pt>
                <c:pt idx="1614">
                  <c:v>2.0887292517973444E-2</c:v>
                </c:pt>
                <c:pt idx="1615">
                  <c:v>2.1192937949850159E-2</c:v>
                </c:pt>
                <c:pt idx="1616">
                  <c:v>2.1919893679523166E-2</c:v>
                </c:pt>
                <c:pt idx="1617">
                  <c:v>2.2691838927476501E-2</c:v>
                </c:pt>
                <c:pt idx="1618">
                  <c:v>2.2676913807109279E-2</c:v>
                </c:pt>
                <c:pt idx="1619">
                  <c:v>2.2461533416346321E-2</c:v>
                </c:pt>
                <c:pt idx="1620">
                  <c:v>2.119818217798726E-2</c:v>
                </c:pt>
                <c:pt idx="1621">
                  <c:v>2.0569711815177527E-2</c:v>
                </c:pt>
                <c:pt idx="1622">
                  <c:v>2.1170748865071774E-2</c:v>
                </c:pt>
                <c:pt idx="1623">
                  <c:v>2.1309158926428727E-2</c:v>
                </c:pt>
                <c:pt idx="1624">
                  <c:v>2.129882783551831E-2</c:v>
                </c:pt>
                <c:pt idx="1625">
                  <c:v>2.1234683255681962E-2</c:v>
                </c:pt>
                <c:pt idx="1626">
                  <c:v>2.1187627848730847E-2</c:v>
                </c:pt>
                <c:pt idx="1627">
                  <c:v>2.1214241256116564E-2</c:v>
                </c:pt>
                <c:pt idx="1628">
                  <c:v>1.5048726205826186E-2</c:v>
                </c:pt>
                <c:pt idx="1629">
                  <c:v>1.4298469578481906E-2</c:v>
                </c:pt>
                <c:pt idx="1630">
                  <c:v>1.4263271465426382E-2</c:v>
                </c:pt>
                <c:pt idx="1631">
                  <c:v>1.4354125126321778E-2</c:v>
                </c:pt>
                <c:pt idx="1632">
                  <c:v>1.2807072284687169E-2</c:v>
                </c:pt>
                <c:pt idx="1633">
                  <c:v>1.0285609439498872E-2</c:v>
                </c:pt>
                <c:pt idx="1634">
                  <c:v>1.161336768715931E-2</c:v>
                </c:pt>
                <c:pt idx="1635">
                  <c:v>1.1278616558833629E-2</c:v>
                </c:pt>
                <c:pt idx="1636">
                  <c:v>1.055119788773832E-2</c:v>
                </c:pt>
                <c:pt idx="1637">
                  <c:v>1.1756691608717043E-2</c:v>
                </c:pt>
                <c:pt idx="1638">
                  <c:v>1.1753235088818164E-2</c:v>
                </c:pt>
                <c:pt idx="1639">
                  <c:v>1.1626261243437408E-2</c:v>
                </c:pt>
                <c:pt idx="1640">
                  <c:v>1.2229627792504597E-2</c:v>
                </c:pt>
                <c:pt idx="1641">
                  <c:v>1.187149251955495E-2</c:v>
                </c:pt>
                <c:pt idx="1642">
                  <c:v>1.3182947804817349E-2</c:v>
                </c:pt>
                <c:pt idx="1643">
                  <c:v>1.4031344420398925E-2</c:v>
                </c:pt>
                <c:pt idx="1644">
                  <c:v>1.433201839124118E-2</c:v>
                </c:pt>
                <c:pt idx="1645">
                  <c:v>1.4490076561127854E-2</c:v>
                </c:pt>
                <c:pt idx="1646">
                  <c:v>1.4912951942803962E-2</c:v>
                </c:pt>
                <c:pt idx="1647">
                  <c:v>1.4786122508262681E-2</c:v>
                </c:pt>
                <c:pt idx="1648">
                  <c:v>1.5403712002562383E-2</c:v>
                </c:pt>
                <c:pt idx="1649">
                  <c:v>1.5397243826659055E-2</c:v>
                </c:pt>
                <c:pt idx="1650">
                  <c:v>1.5405622095737818E-2</c:v>
                </c:pt>
                <c:pt idx="1651">
                  <c:v>1.6339744139549944E-2</c:v>
                </c:pt>
                <c:pt idx="1652">
                  <c:v>1.5601266077985147E-2</c:v>
                </c:pt>
                <c:pt idx="1653">
                  <c:v>1.6136822861266057E-2</c:v>
                </c:pt>
                <c:pt idx="1654">
                  <c:v>1.5643362021549558E-2</c:v>
                </c:pt>
                <c:pt idx="1655">
                  <c:v>1.586730809695933E-2</c:v>
                </c:pt>
                <c:pt idx="1656">
                  <c:v>1.7186251730788429E-2</c:v>
                </c:pt>
                <c:pt idx="1657">
                  <c:v>1.7156446422726228E-2</c:v>
                </c:pt>
                <c:pt idx="1658">
                  <c:v>1.7595768059568952E-2</c:v>
                </c:pt>
                <c:pt idx="1659">
                  <c:v>1.724342803578555E-2</c:v>
                </c:pt>
                <c:pt idx="1660">
                  <c:v>1.7223472393720501E-2</c:v>
                </c:pt>
                <c:pt idx="1661">
                  <c:v>1.649963127576028E-2</c:v>
                </c:pt>
                <c:pt idx="1662">
                  <c:v>1.5224692440931664E-2</c:v>
                </c:pt>
                <c:pt idx="1663">
                  <c:v>1.5210116023488032E-2</c:v>
                </c:pt>
                <c:pt idx="1664">
                  <c:v>1.6297532153392951E-2</c:v>
                </c:pt>
                <c:pt idx="1665">
                  <c:v>1.6230781134773074E-2</c:v>
                </c:pt>
                <c:pt idx="1666">
                  <c:v>1.6222852607878833E-2</c:v>
                </c:pt>
                <c:pt idx="1667">
                  <c:v>1.5751242440800055E-2</c:v>
                </c:pt>
                <c:pt idx="1668">
                  <c:v>1.5794800375822697E-2</c:v>
                </c:pt>
                <c:pt idx="1669">
                  <c:v>1.5342488438202045E-2</c:v>
                </c:pt>
                <c:pt idx="1670">
                  <c:v>1.3655292199126924E-2</c:v>
                </c:pt>
                <c:pt idx="1671">
                  <c:v>1.3705510347357426E-2</c:v>
                </c:pt>
                <c:pt idx="1672">
                  <c:v>1.2346307543020976E-2</c:v>
                </c:pt>
                <c:pt idx="1673">
                  <c:v>1.2660904974553959E-2</c:v>
                </c:pt>
                <c:pt idx="1674">
                  <c:v>1.4157880491467208E-2</c:v>
                </c:pt>
                <c:pt idx="1675">
                  <c:v>1.2683343467047357E-2</c:v>
                </c:pt>
                <c:pt idx="1676">
                  <c:v>1.2631735105689124E-2</c:v>
                </c:pt>
                <c:pt idx="1677">
                  <c:v>1.3048043810902816E-2</c:v>
                </c:pt>
                <c:pt idx="1678">
                  <c:v>1.1588337012511912E-2</c:v>
                </c:pt>
                <c:pt idx="1679">
                  <c:v>1.1714633917669109E-2</c:v>
                </c:pt>
                <c:pt idx="1680">
                  <c:v>1.3008530875253992E-2</c:v>
                </c:pt>
                <c:pt idx="1681">
                  <c:v>1.3384477105890238E-2</c:v>
                </c:pt>
                <c:pt idx="1682">
                  <c:v>1.3449196598565485E-2</c:v>
                </c:pt>
                <c:pt idx="1683">
                  <c:v>1.1943849331182196E-2</c:v>
                </c:pt>
                <c:pt idx="1684">
                  <c:v>1.2397987819443668E-2</c:v>
                </c:pt>
                <c:pt idx="1685">
                  <c:v>1.2457221173768962E-2</c:v>
                </c:pt>
                <c:pt idx="1686">
                  <c:v>1.2344405604950013E-2</c:v>
                </c:pt>
                <c:pt idx="1687">
                  <c:v>1.2315585333382506E-2</c:v>
                </c:pt>
                <c:pt idx="1688">
                  <c:v>1.2827394933382268E-2</c:v>
                </c:pt>
                <c:pt idx="1689">
                  <c:v>1.2984726430459668E-2</c:v>
                </c:pt>
                <c:pt idx="1690">
                  <c:v>1.2997443918195069E-2</c:v>
                </c:pt>
                <c:pt idx="1691">
                  <c:v>1.2665265280815104E-2</c:v>
                </c:pt>
                <c:pt idx="1692">
                  <c:v>1.299515057714987E-2</c:v>
                </c:pt>
                <c:pt idx="1693">
                  <c:v>1.1756273095873297E-2</c:v>
                </c:pt>
                <c:pt idx="1694">
                  <c:v>1.176405508071305E-2</c:v>
                </c:pt>
                <c:pt idx="1695">
                  <c:v>1.1814276651243037E-2</c:v>
                </c:pt>
                <c:pt idx="1696">
                  <c:v>1.0279404567054522E-2</c:v>
                </c:pt>
                <c:pt idx="1697">
                  <c:v>1.0011302244254934E-2</c:v>
                </c:pt>
                <c:pt idx="1698">
                  <c:v>9.7281351073694872E-3</c:v>
                </c:pt>
                <c:pt idx="1699">
                  <c:v>9.2876060755072536E-3</c:v>
                </c:pt>
                <c:pt idx="1700">
                  <c:v>8.2154334742010216E-3</c:v>
                </c:pt>
                <c:pt idx="1701">
                  <c:v>8.3174164151047104E-3</c:v>
                </c:pt>
                <c:pt idx="1702">
                  <c:v>8.2156532081680989E-3</c:v>
                </c:pt>
                <c:pt idx="1703">
                  <c:v>8.1149388060757725E-3</c:v>
                </c:pt>
                <c:pt idx="1704">
                  <c:v>8.2243509064667993E-3</c:v>
                </c:pt>
                <c:pt idx="1705">
                  <c:v>8.2685593462314133E-3</c:v>
                </c:pt>
                <c:pt idx="1706">
                  <c:v>8.2653248362139706E-3</c:v>
                </c:pt>
                <c:pt idx="1707">
                  <c:v>7.3550484544064763E-3</c:v>
                </c:pt>
                <c:pt idx="1708">
                  <c:v>8.3990653299792651E-3</c:v>
                </c:pt>
                <c:pt idx="1709">
                  <c:v>8.3791644756521424E-3</c:v>
                </c:pt>
                <c:pt idx="1710">
                  <c:v>8.5630551947477145E-3</c:v>
                </c:pt>
                <c:pt idx="1711">
                  <c:v>9.6159556055573428E-3</c:v>
                </c:pt>
                <c:pt idx="1712">
                  <c:v>9.612586379485916E-3</c:v>
                </c:pt>
                <c:pt idx="1713">
                  <c:v>9.4832823460352655E-3</c:v>
                </c:pt>
                <c:pt idx="1714">
                  <c:v>9.1962070612233889E-3</c:v>
                </c:pt>
                <c:pt idx="1715">
                  <c:v>8.846214519734082E-3</c:v>
                </c:pt>
                <c:pt idx="1716">
                  <c:v>8.8011660339279985E-3</c:v>
                </c:pt>
                <c:pt idx="1717">
                  <c:v>8.8140270893725236E-3</c:v>
                </c:pt>
                <c:pt idx="1718">
                  <c:v>1.0299218427111713E-2</c:v>
                </c:pt>
                <c:pt idx="1719">
                  <c:v>1.0366596068172144E-2</c:v>
                </c:pt>
                <c:pt idx="1720">
                  <c:v>1.0315535506293015E-2</c:v>
                </c:pt>
                <c:pt idx="1721">
                  <c:v>1.0445876551873946E-2</c:v>
                </c:pt>
                <c:pt idx="1722">
                  <c:v>1.026945105799703E-2</c:v>
                </c:pt>
                <c:pt idx="1723">
                  <c:v>1.0742128153515424E-2</c:v>
                </c:pt>
                <c:pt idx="1724">
                  <c:v>1.1521829400024818E-2</c:v>
                </c:pt>
                <c:pt idx="1725">
                  <c:v>1.1614059298166501E-2</c:v>
                </c:pt>
                <c:pt idx="1726">
                  <c:v>1.1277754213193195E-2</c:v>
                </c:pt>
                <c:pt idx="1727">
                  <c:v>1.033339069586222E-2</c:v>
                </c:pt>
                <c:pt idx="1728">
                  <c:v>1.057665266498237E-2</c:v>
                </c:pt>
                <c:pt idx="1729">
                  <c:v>1.0749365862484796E-2</c:v>
                </c:pt>
                <c:pt idx="1730">
                  <c:v>9.9508723356269858E-3</c:v>
                </c:pt>
                <c:pt idx="1731">
                  <c:v>9.9766501520101528E-3</c:v>
                </c:pt>
                <c:pt idx="1732">
                  <c:v>1.0358874570274713E-2</c:v>
                </c:pt>
                <c:pt idx="1733">
                  <c:v>1.0712582627841069E-2</c:v>
                </c:pt>
                <c:pt idx="1734">
                  <c:v>1.0709313313599015E-2</c:v>
                </c:pt>
                <c:pt idx="1735">
                  <c:v>1.2613605497980884E-2</c:v>
                </c:pt>
                <c:pt idx="1736">
                  <c:v>1.2472904777430217E-2</c:v>
                </c:pt>
                <c:pt idx="1737">
                  <c:v>1.127369300464E-2</c:v>
                </c:pt>
                <c:pt idx="1738">
                  <c:v>1.2143762103960018E-2</c:v>
                </c:pt>
                <c:pt idx="1739">
                  <c:v>1.2543430299916183E-2</c:v>
                </c:pt>
                <c:pt idx="1740">
                  <c:v>1.373245905150625E-2</c:v>
                </c:pt>
                <c:pt idx="1741">
                  <c:v>1.5201183591884593E-2</c:v>
                </c:pt>
                <c:pt idx="1742">
                  <c:v>1.5165563492936332E-2</c:v>
                </c:pt>
                <c:pt idx="1743">
                  <c:v>1.4332889197431562E-2</c:v>
                </c:pt>
                <c:pt idx="1744">
                  <c:v>1.4393089673692466E-2</c:v>
                </c:pt>
                <c:pt idx="1745">
                  <c:v>1.5570857769548576E-2</c:v>
                </c:pt>
                <c:pt idx="1746">
                  <c:v>1.5504701409214285E-2</c:v>
                </c:pt>
                <c:pt idx="1747">
                  <c:v>1.6210027562306675E-2</c:v>
                </c:pt>
                <c:pt idx="1748">
                  <c:v>1.5833456521224906E-2</c:v>
                </c:pt>
                <c:pt idx="1749">
                  <c:v>1.5836378006563148E-2</c:v>
                </c:pt>
                <c:pt idx="1750">
                  <c:v>1.555079426924587E-2</c:v>
                </c:pt>
                <c:pt idx="1751">
                  <c:v>1.4765006520902766E-2</c:v>
                </c:pt>
                <c:pt idx="1752">
                  <c:v>1.4786840706572586E-2</c:v>
                </c:pt>
                <c:pt idx="1753">
                  <c:v>1.4738308239427039E-2</c:v>
                </c:pt>
                <c:pt idx="1754">
                  <c:v>1.3935510073083466E-2</c:v>
                </c:pt>
                <c:pt idx="1755">
                  <c:v>1.4480428558119299E-2</c:v>
                </c:pt>
                <c:pt idx="1756">
                  <c:v>1.4277387364618374E-2</c:v>
                </c:pt>
                <c:pt idx="1757">
                  <c:v>1.380155723336245E-2</c:v>
                </c:pt>
                <c:pt idx="1758">
                  <c:v>1.3547088136445425E-2</c:v>
                </c:pt>
                <c:pt idx="1759">
                  <c:v>1.2562420877706895E-2</c:v>
                </c:pt>
                <c:pt idx="1760">
                  <c:v>1.0163592797385589E-2</c:v>
                </c:pt>
                <c:pt idx="1761">
                  <c:v>1.0663571967001904E-2</c:v>
                </c:pt>
                <c:pt idx="1762">
                  <c:v>1.0952580426948473E-2</c:v>
                </c:pt>
                <c:pt idx="1763">
                  <c:v>1.1042834647812048E-2</c:v>
                </c:pt>
                <c:pt idx="1764">
                  <c:v>1.0105119676652282E-2</c:v>
                </c:pt>
                <c:pt idx="1765">
                  <c:v>9.806188833563793E-3</c:v>
                </c:pt>
                <c:pt idx="1766">
                  <c:v>8.8560536672397609E-3</c:v>
                </c:pt>
                <c:pt idx="1767">
                  <c:v>8.8105826595764707E-3</c:v>
                </c:pt>
                <c:pt idx="1768">
                  <c:v>9.2164002989967141E-3</c:v>
                </c:pt>
                <c:pt idx="1769">
                  <c:v>9.9160933198884325E-3</c:v>
                </c:pt>
                <c:pt idx="1770">
                  <c:v>9.9310911882751866E-3</c:v>
                </c:pt>
                <c:pt idx="1771">
                  <c:v>9.4303380642502734E-3</c:v>
                </c:pt>
                <c:pt idx="1772">
                  <c:v>9.5202328906992453E-3</c:v>
                </c:pt>
                <c:pt idx="1773">
                  <c:v>9.7454612270785231E-3</c:v>
                </c:pt>
                <c:pt idx="1774">
                  <c:v>9.5947742391826931E-3</c:v>
                </c:pt>
                <c:pt idx="1775">
                  <c:v>9.595908488030427E-3</c:v>
                </c:pt>
                <c:pt idx="1776">
                  <c:v>9.4633916990491534E-3</c:v>
                </c:pt>
                <c:pt idx="1777">
                  <c:v>9.5301756366963121E-3</c:v>
                </c:pt>
                <c:pt idx="1778">
                  <c:v>9.5278424722840364E-3</c:v>
                </c:pt>
                <c:pt idx="1779">
                  <c:v>9.5912147238320349E-3</c:v>
                </c:pt>
                <c:pt idx="1780">
                  <c:v>9.2464444188240808E-3</c:v>
                </c:pt>
                <c:pt idx="1781">
                  <c:v>8.2659572216263379E-3</c:v>
                </c:pt>
                <c:pt idx="1782">
                  <c:v>8.315375911509458E-3</c:v>
                </c:pt>
                <c:pt idx="1783">
                  <c:v>8.2495323870400514E-3</c:v>
                </c:pt>
                <c:pt idx="1784">
                  <c:v>8.4494244572028351E-3</c:v>
                </c:pt>
                <c:pt idx="1785">
                  <c:v>8.5893241383702499E-3</c:v>
                </c:pt>
                <c:pt idx="1786">
                  <c:v>8.7799473445027022E-3</c:v>
                </c:pt>
                <c:pt idx="1787">
                  <c:v>8.3460056040629473E-3</c:v>
                </c:pt>
                <c:pt idx="1788">
                  <c:v>6.9668658037682204E-3</c:v>
                </c:pt>
                <c:pt idx="1789">
                  <c:v>6.8247374303938829E-3</c:v>
                </c:pt>
                <c:pt idx="1790">
                  <c:v>6.8298688761513071E-3</c:v>
                </c:pt>
                <c:pt idx="1791">
                  <c:v>6.9136670460903955E-3</c:v>
                </c:pt>
                <c:pt idx="1792">
                  <c:v>7.1885558936522894E-3</c:v>
                </c:pt>
                <c:pt idx="1793">
                  <c:v>7.923820003197345E-3</c:v>
                </c:pt>
                <c:pt idx="1794">
                  <c:v>8.4446814910341759E-3</c:v>
                </c:pt>
                <c:pt idx="1795">
                  <c:v>8.5660645589041816E-3</c:v>
                </c:pt>
                <c:pt idx="1796">
                  <c:v>8.9006133391704972E-3</c:v>
                </c:pt>
                <c:pt idx="1797">
                  <c:v>8.7495632749662738E-3</c:v>
                </c:pt>
                <c:pt idx="1798">
                  <c:v>1.0497868351929519E-2</c:v>
                </c:pt>
                <c:pt idx="1799">
                  <c:v>1.118315454308501E-2</c:v>
                </c:pt>
                <c:pt idx="1800">
                  <c:v>1.0898248924597795E-2</c:v>
                </c:pt>
                <c:pt idx="1801">
                  <c:v>1.0485774849401323E-2</c:v>
                </c:pt>
                <c:pt idx="1802">
                  <c:v>1.050931376618529E-2</c:v>
                </c:pt>
                <c:pt idx="1803">
                  <c:v>1.0442318787670848E-2</c:v>
                </c:pt>
                <c:pt idx="1804">
                  <c:v>1.0609202919950784E-2</c:v>
                </c:pt>
                <c:pt idx="1805">
                  <c:v>1.0560606923349109E-2</c:v>
                </c:pt>
                <c:pt idx="1806">
                  <c:v>1.067348955496022E-2</c:v>
                </c:pt>
                <c:pt idx="1807">
                  <c:v>1.0865923114645041E-2</c:v>
                </c:pt>
                <c:pt idx="1808">
                  <c:v>1.0866285724195561E-2</c:v>
                </c:pt>
                <c:pt idx="1809">
                  <c:v>1.1676673736914212E-2</c:v>
                </c:pt>
                <c:pt idx="1810">
                  <c:v>1.1654169619239393E-2</c:v>
                </c:pt>
                <c:pt idx="1811">
                  <c:v>1.1529804123426511E-2</c:v>
                </c:pt>
                <c:pt idx="1812">
                  <c:v>1.1097708367077424E-2</c:v>
                </c:pt>
                <c:pt idx="1813">
                  <c:v>1.0707895270568099E-2</c:v>
                </c:pt>
                <c:pt idx="1814">
                  <c:v>1.0709924148020617E-2</c:v>
                </c:pt>
                <c:pt idx="1815">
                  <c:v>1.03381523266424E-2</c:v>
                </c:pt>
                <c:pt idx="1816">
                  <c:v>1.0455990576294347E-2</c:v>
                </c:pt>
                <c:pt idx="1817">
                  <c:v>7.601226612463082E-3</c:v>
                </c:pt>
                <c:pt idx="1818">
                  <c:v>7.5259614658934057E-3</c:v>
                </c:pt>
                <c:pt idx="1819">
                  <c:v>7.7093654368235115E-3</c:v>
                </c:pt>
                <c:pt idx="1820">
                  <c:v>8.5202812828065293E-3</c:v>
                </c:pt>
                <c:pt idx="1821">
                  <c:v>9.5455921836585956E-3</c:v>
                </c:pt>
                <c:pt idx="1822">
                  <c:v>9.5459237824631182E-3</c:v>
                </c:pt>
                <c:pt idx="1823">
                  <c:v>9.5969464277445536E-3</c:v>
                </c:pt>
                <c:pt idx="1824">
                  <c:v>9.847015914215369E-3</c:v>
                </c:pt>
                <c:pt idx="1825">
                  <c:v>9.5256309082852302E-3</c:v>
                </c:pt>
                <c:pt idx="1826">
                  <c:v>9.4454270981137265E-3</c:v>
                </c:pt>
                <c:pt idx="1827">
                  <c:v>9.4535463211475167E-3</c:v>
                </c:pt>
                <c:pt idx="1828">
                  <c:v>8.271086643675863E-3</c:v>
                </c:pt>
                <c:pt idx="1829">
                  <c:v>8.3230619145463688E-3</c:v>
                </c:pt>
                <c:pt idx="1830">
                  <c:v>8.2967009598028958E-3</c:v>
                </c:pt>
                <c:pt idx="1831">
                  <c:v>8.3636799443087082E-3</c:v>
                </c:pt>
                <c:pt idx="1832">
                  <c:v>8.1032574431109967E-3</c:v>
                </c:pt>
                <c:pt idx="1833">
                  <c:v>8.1384955584185535E-3</c:v>
                </c:pt>
                <c:pt idx="1834">
                  <c:v>8.1579231798989162E-3</c:v>
                </c:pt>
                <c:pt idx="1835">
                  <c:v>8.0452175279538095E-3</c:v>
                </c:pt>
                <c:pt idx="1836">
                  <c:v>8.0125575606912035E-3</c:v>
                </c:pt>
                <c:pt idx="1837">
                  <c:v>7.8256854520568804E-3</c:v>
                </c:pt>
                <c:pt idx="1838">
                  <c:v>7.599003780044673E-3</c:v>
                </c:pt>
                <c:pt idx="1839">
                  <c:v>8.0461081715209482E-3</c:v>
                </c:pt>
                <c:pt idx="1840">
                  <c:v>6.8054496921555324E-3</c:v>
                </c:pt>
                <c:pt idx="1841">
                  <c:v>6.8098808506903879E-3</c:v>
                </c:pt>
                <c:pt idx="1842">
                  <c:v>6.547259346841923E-3</c:v>
                </c:pt>
                <c:pt idx="1843">
                  <c:v>6.0286945526623059E-3</c:v>
                </c:pt>
                <c:pt idx="1844">
                  <c:v>6.2722569895590895E-3</c:v>
                </c:pt>
                <c:pt idx="1845">
                  <c:v>7.6579711188540997E-3</c:v>
                </c:pt>
                <c:pt idx="1846">
                  <c:v>8.1043672571170129E-3</c:v>
                </c:pt>
                <c:pt idx="1847">
                  <c:v>8.0321167213902259E-3</c:v>
                </c:pt>
                <c:pt idx="1848">
                  <c:v>8.1157471084885215E-3</c:v>
                </c:pt>
                <c:pt idx="1849">
                  <c:v>8.2902073410685805E-3</c:v>
                </c:pt>
                <c:pt idx="1850">
                  <c:v>8.8703477959165937E-3</c:v>
                </c:pt>
                <c:pt idx="1851">
                  <c:v>9.037062209212415E-3</c:v>
                </c:pt>
                <c:pt idx="1852">
                  <c:v>9.032658882842862E-3</c:v>
                </c:pt>
                <c:pt idx="1853">
                  <c:v>8.8797230379595218E-3</c:v>
                </c:pt>
                <c:pt idx="1854">
                  <c:v>8.7178834799515326E-3</c:v>
                </c:pt>
                <c:pt idx="1855">
                  <c:v>8.8408879009047731E-3</c:v>
                </c:pt>
                <c:pt idx="1856">
                  <c:v>8.8399288244148562E-3</c:v>
                </c:pt>
                <c:pt idx="1857">
                  <c:v>8.8519148466013747E-3</c:v>
                </c:pt>
                <c:pt idx="1858">
                  <c:v>8.1849305145152654E-3</c:v>
                </c:pt>
                <c:pt idx="1859">
                  <c:v>8.3480238076056295E-3</c:v>
                </c:pt>
                <c:pt idx="1860">
                  <c:v>8.4015132424983072E-3</c:v>
                </c:pt>
                <c:pt idx="1861">
                  <c:v>9.2471801557484305E-3</c:v>
                </c:pt>
                <c:pt idx="1862">
                  <c:v>9.4359828523963435E-3</c:v>
                </c:pt>
                <c:pt idx="1863">
                  <c:v>9.9190654168043891E-3</c:v>
                </c:pt>
                <c:pt idx="1864">
                  <c:v>8.9345927569728523E-3</c:v>
                </c:pt>
                <c:pt idx="1865">
                  <c:v>8.491179518238549E-3</c:v>
                </c:pt>
                <c:pt idx="1866">
                  <c:v>8.4705426150252627E-3</c:v>
                </c:pt>
                <c:pt idx="1867">
                  <c:v>8.5244263221158877E-3</c:v>
                </c:pt>
                <c:pt idx="1868">
                  <c:v>8.3812613616974976E-3</c:v>
                </c:pt>
                <c:pt idx="1869">
                  <c:v>7.7658296529654119E-3</c:v>
                </c:pt>
                <c:pt idx="1870">
                  <c:v>7.5496436927759616E-3</c:v>
                </c:pt>
                <c:pt idx="1871">
                  <c:v>7.5797494035351534E-3</c:v>
                </c:pt>
                <c:pt idx="1872">
                  <c:v>7.7110664963733425E-3</c:v>
                </c:pt>
                <c:pt idx="1873">
                  <c:v>7.6996767565321181E-3</c:v>
                </c:pt>
                <c:pt idx="1874">
                  <c:v>7.822380457613751E-3</c:v>
                </c:pt>
                <c:pt idx="1875">
                  <c:v>8.1664894759260528E-3</c:v>
                </c:pt>
                <c:pt idx="1876">
                  <c:v>8.1930868955407549E-3</c:v>
                </c:pt>
                <c:pt idx="1877">
                  <c:v>7.1625600910907991E-3</c:v>
                </c:pt>
                <c:pt idx="1878">
                  <c:v>6.5523325230535763E-3</c:v>
                </c:pt>
                <c:pt idx="1879">
                  <c:v>6.614500141131123E-3</c:v>
                </c:pt>
                <c:pt idx="1880">
                  <c:v>5.8152363192583842E-3</c:v>
                </c:pt>
                <c:pt idx="1881">
                  <c:v>6.1774656986048442E-3</c:v>
                </c:pt>
                <c:pt idx="1882">
                  <c:v>5.7751412692601542E-3</c:v>
                </c:pt>
                <c:pt idx="1883">
                  <c:v>5.7864762274672339E-3</c:v>
                </c:pt>
                <c:pt idx="1884">
                  <c:v>5.9564022186850201E-3</c:v>
                </c:pt>
                <c:pt idx="1885">
                  <c:v>6.061213485570237E-3</c:v>
                </c:pt>
                <c:pt idx="1886">
                  <c:v>6.4474212107615688E-3</c:v>
                </c:pt>
                <c:pt idx="1887">
                  <c:v>6.407805400690348E-3</c:v>
                </c:pt>
                <c:pt idx="1888">
                  <c:v>6.4958101604115645E-3</c:v>
                </c:pt>
                <c:pt idx="1889">
                  <c:v>6.3697255869377299E-3</c:v>
                </c:pt>
                <c:pt idx="1890">
                  <c:v>6.3580194245752321E-3</c:v>
                </c:pt>
                <c:pt idx="1891">
                  <c:v>6.2694161534223095E-3</c:v>
                </c:pt>
                <c:pt idx="1892">
                  <c:v>6.4657971793884387E-3</c:v>
                </c:pt>
                <c:pt idx="1893">
                  <c:v>6.1910022867252027E-3</c:v>
                </c:pt>
                <c:pt idx="1894">
                  <c:v>5.506279772278363E-3</c:v>
                </c:pt>
                <c:pt idx="1895">
                  <c:v>5.3632043280387098E-3</c:v>
                </c:pt>
                <c:pt idx="1896">
                  <c:v>5.3445311207805145E-3</c:v>
                </c:pt>
                <c:pt idx="1897">
                  <c:v>5.529599902011414E-3</c:v>
                </c:pt>
                <c:pt idx="1898">
                  <c:v>5.1597687309080367E-3</c:v>
                </c:pt>
                <c:pt idx="1899">
                  <c:v>5.2322498378906011E-3</c:v>
                </c:pt>
                <c:pt idx="1900">
                  <c:v>5.6534091717246266E-3</c:v>
                </c:pt>
                <c:pt idx="1901">
                  <c:v>5.3384103154977347E-3</c:v>
                </c:pt>
                <c:pt idx="1902">
                  <c:v>5.3091776383567373E-3</c:v>
                </c:pt>
                <c:pt idx="1903">
                  <c:v>5.6042180963950545E-3</c:v>
                </c:pt>
                <c:pt idx="1904">
                  <c:v>5.5680623271923734E-3</c:v>
                </c:pt>
                <c:pt idx="1905">
                  <c:v>4.5979562686014148E-3</c:v>
                </c:pt>
                <c:pt idx="1906">
                  <c:v>4.7515997553359314E-3</c:v>
                </c:pt>
                <c:pt idx="1907">
                  <c:v>5.3338040289210792E-3</c:v>
                </c:pt>
                <c:pt idx="1908">
                  <c:v>5.2901074721576008E-3</c:v>
                </c:pt>
                <c:pt idx="1909">
                  <c:v>5.1445689706497511E-3</c:v>
                </c:pt>
                <c:pt idx="1910">
                  <c:v>5.4017271176282165E-3</c:v>
                </c:pt>
                <c:pt idx="1911">
                  <c:v>6.0715132451111689E-3</c:v>
                </c:pt>
                <c:pt idx="1912">
                  <c:v>6.1054078921703066E-3</c:v>
                </c:pt>
                <c:pt idx="1913">
                  <c:v>6.1137060381112251E-3</c:v>
                </c:pt>
                <c:pt idx="1914">
                  <c:v>8.2302185177543646E-3</c:v>
                </c:pt>
                <c:pt idx="1915">
                  <c:v>8.4593921421866232E-3</c:v>
                </c:pt>
                <c:pt idx="1916">
                  <c:v>8.4315869946268024E-3</c:v>
                </c:pt>
                <c:pt idx="1917">
                  <c:v>8.5769059710517348E-3</c:v>
                </c:pt>
                <c:pt idx="1918">
                  <c:v>9.3873178609808604E-3</c:v>
                </c:pt>
                <c:pt idx="1919">
                  <c:v>9.1402996619852402E-3</c:v>
                </c:pt>
                <c:pt idx="1920">
                  <c:v>9.4045809950690923E-3</c:v>
                </c:pt>
                <c:pt idx="1921">
                  <c:v>9.4171230920394727E-3</c:v>
                </c:pt>
                <c:pt idx="1922">
                  <c:v>9.467696117304714E-3</c:v>
                </c:pt>
                <c:pt idx="1923">
                  <c:v>9.3694807576722803E-3</c:v>
                </c:pt>
                <c:pt idx="1924">
                  <c:v>9.3844104963447007E-3</c:v>
                </c:pt>
                <c:pt idx="1925">
                  <c:v>9.1892096398332821E-3</c:v>
                </c:pt>
                <c:pt idx="1926">
                  <c:v>9.0090807039385993E-3</c:v>
                </c:pt>
                <c:pt idx="1927">
                  <c:v>9.0364930478042966E-3</c:v>
                </c:pt>
                <c:pt idx="1928">
                  <c:v>9.0267226717326565E-3</c:v>
                </c:pt>
                <c:pt idx="1929">
                  <c:v>8.8920009641189363E-3</c:v>
                </c:pt>
                <c:pt idx="1930">
                  <c:v>8.2987329035434983E-3</c:v>
                </c:pt>
                <c:pt idx="1931">
                  <c:v>8.3221111352660311E-3</c:v>
                </c:pt>
                <c:pt idx="1932">
                  <c:v>8.4023876968456687E-3</c:v>
                </c:pt>
                <c:pt idx="1933">
                  <c:v>6.2749900687956821E-3</c:v>
                </c:pt>
                <c:pt idx="1934">
                  <c:v>6.2435150865434831E-3</c:v>
                </c:pt>
                <c:pt idx="1935">
                  <c:v>6.6344062725663755E-3</c:v>
                </c:pt>
                <c:pt idx="1936">
                  <c:v>7.6300917125759855E-3</c:v>
                </c:pt>
                <c:pt idx="1937">
                  <c:v>7.0367906238394378E-3</c:v>
                </c:pt>
                <c:pt idx="1938">
                  <c:v>6.9897676577594468E-3</c:v>
                </c:pt>
                <c:pt idx="1939">
                  <c:v>6.3912652103898203E-3</c:v>
                </c:pt>
                <c:pt idx="1940">
                  <c:v>6.5081501152393475E-3</c:v>
                </c:pt>
                <c:pt idx="1941">
                  <c:v>6.2391083749971168E-3</c:v>
                </c:pt>
                <c:pt idx="1942">
                  <c:v>6.282041142712279E-3</c:v>
                </c:pt>
                <c:pt idx="1943">
                  <c:v>6.2580728252086852E-3</c:v>
                </c:pt>
                <c:pt idx="1944">
                  <c:v>6.5845740326647625E-3</c:v>
                </c:pt>
                <c:pt idx="1945">
                  <c:v>6.4100718005816243E-3</c:v>
                </c:pt>
                <c:pt idx="1946">
                  <c:v>6.3889821653504838E-3</c:v>
                </c:pt>
                <c:pt idx="1947">
                  <c:v>6.431745066634722E-3</c:v>
                </c:pt>
                <c:pt idx="1948">
                  <c:v>6.4347338906730481E-3</c:v>
                </c:pt>
                <c:pt idx="1949">
                  <c:v>6.3962859063722453E-3</c:v>
                </c:pt>
                <c:pt idx="1950">
                  <c:v>6.4003254267329468E-3</c:v>
                </c:pt>
                <c:pt idx="1951">
                  <c:v>6.5830559729264521E-3</c:v>
                </c:pt>
                <c:pt idx="1952">
                  <c:v>6.4572688905217982E-3</c:v>
                </c:pt>
                <c:pt idx="1953">
                  <c:v>5.8661534376989854E-3</c:v>
                </c:pt>
                <c:pt idx="1954">
                  <c:v>5.7986804077586884E-3</c:v>
                </c:pt>
                <c:pt idx="1955">
                  <c:v>5.3776366115478114E-3</c:v>
                </c:pt>
                <c:pt idx="1956">
                  <c:v>5.4429753959637939E-3</c:v>
                </c:pt>
                <c:pt idx="1957">
                  <c:v>5.3374286918584654E-3</c:v>
                </c:pt>
                <c:pt idx="1958">
                  <c:v>5.2887604619012412E-3</c:v>
                </c:pt>
                <c:pt idx="1959">
                  <c:v>5.3521230605243705E-3</c:v>
                </c:pt>
                <c:pt idx="1960">
                  <c:v>5.8808833834329104E-3</c:v>
                </c:pt>
                <c:pt idx="1961">
                  <c:v>6.2879327511614347E-3</c:v>
                </c:pt>
                <c:pt idx="1962">
                  <c:v>7.1885712381347423E-3</c:v>
                </c:pt>
                <c:pt idx="1963">
                  <c:v>6.8415009907593551E-3</c:v>
                </c:pt>
                <c:pt idx="1964">
                  <c:v>6.850912462631511E-3</c:v>
                </c:pt>
                <c:pt idx="1965">
                  <c:v>6.8638510416300898E-3</c:v>
                </c:pt>
                <c:pt idx="1966">
                  <c:v>7.8091249478211069E-3</c:v>
                </c:pt>
                <c:pt idx="1967">
                  <c:v>7.8742321304073066E-3</c:v>
                </c:pt>
                <c:pt idx="1968">
                  <c:v>7.8773642419116621E-3</c:v>
                </c:pt>
                <c:pt idx="1969">
                  <c:v>7.4341891926880772E-3</c:v>
                </c:pt>
                <c:pt idx="1970">
                  <c:v>7.3779126822315034E-3</c:v>
                </c:pt>
                <c:pt idx="1971">
                  <c:v>7.4725876132101191E-3</c:v>
                </c:pt>
                <c:pt idx="1972">
                  <c:v>7.8009471087051481E-3</c:v>
                </c:pt>
                <c:pt idx="1973">
                  <c:v>7.7111712243860108E-3</c:v>
                </c:pt>
                <c:pt idx="1974">
                  <c:v>7.3481914411773173E-3</c:v>
                </c:pt>
                <c:pt idx="1975">
                  <c:v>7.591649461026655E-3</c:v>
                </c:pt>
                <c:pt idx="1976">
                  <c:v>7.8724781633042074E-3</c:v>
                </c:pt>
                <c:pt idx="1977">
                  <c:v>8.1017775391476927E-3</c:v>
                </c:pt>
                <c:pt idx="1978">
                  <c:v>8.0009999356128701E-3</c:v>
                </c:pt>
                <c:pt idx="1979">
                  <c:v>7.5831474636019539E-3</c:v>
                </c:pt>
                <c:pt idx="1980">
                  <c:v>7.0476788539937611E-3</c:v>
                </c:pt>
                <c:pt idx="1981">
                  <c:v>6.3060255851459888E-3</c:v>
                </c:pt>
                <c:pt idx="1982">
                  <c:v>6.5075411821129674E-3</c:v>
                </c:pt>
                <c:pt idx="1983">
                  <c:v>6.3849101478201491E-3</c:v>
                </c:pt>
                <c:pt idx="1984">
                  <c:v>6.5859917970150462E-3</c:v>
                </c:pt>
                <c:pt idx="1985">
                  <c:v>6.8100829081144268E-3</c:v>
                </c:pt>
                <c:pt idx="1986">
                  <c:v>8.4291833349539758E-3</c:v>
                </c:pt>
                <c:pt idx="1987">
                  <c:v>9.0163561458669345E-3</c:v>
                </c:pt>
                <c:pt idx="1988">
                  <c:v>9.4145275501096946E-3</c:v>
                </c:pt>
                <c:pt idx="1989">
                  <c:v>9.432588559105887E-3</c:v>
                </c:pt>
                <c:pt idx="1990">
                  <c:v>9.293394154162346E-3</c:v>
                </c:pt>
                <c:pt idx="1991">
                  <c:v>9.6008626763336002E-3</c:v>
                </c:pt>
                <c:pt idx="1992">
                  <c:v>9.5725449942980646E-3</c:v>
                </c:pt>
                <c:pt idx="1993">
                  <c:v>1.0013404965024675E-2</c:v>
                </c:pt>
                <c:pt idx="1994">
                  <c:v>9.7269845855041618E-3</c:v>
                </c:pt>
                <c:pt idx="1995">
                  <c:v>9.5792215636197851E-3</c:v>
                </c:pt>
                <c:pt idx="1996">
                  <c:v>9.3496156206616544E-3</c:v>
                </c:pt>
                <c:pt idx="1997">
                  <c:v>9.3661541997478778E-3</c:v>
                </c:pt>
                <c:pt idx="1998">
                  <c:v>9.4334555753232355E-3</c:v>
                </c:pt>
                <c:pt idx="1999">
                  <c:v>9.4495151076586983E-3</c:v>
                </c:pt>
                <c:pt idx="2000">
                  <c:v>1.0019675203686551E-2</c:v>
                </c:pt>
                <c:pt idx="2001">
                  <c:v>9.7777085607101601E-3</c:v>
                </c:pt>
                <c:pt idx="2002">
                  <c:v>9.7758791934900863E-3</c:v>
                </c:pt>
                <c:pt idx="2003">
                  <c:v>9.5488653979443408E-3</c:v>
                </c:pt>
                <c:pt idx="2004">
                  <c:v>8.5382146771922404E-3</c:v>
                </c:pt>
                <c:pt idx="2005">
                  <c:v>6.0304519058515249E-3</c:v>
                </c:pt>
                <c:pt idx="2006">
                  <c:v>5.786678304578457E-3</c:v>
                </c:pt>
                <c:pt idx="2007">
                  <c:v>5.5829259211758239E-3</c:v>
                </c:pt>
                <c:pt idx="2008">
                  <c:v>5.359220612498548E-3</c:v>
                </c:pt>
                <c:pt idx="2009">
                  <c:v>5.1124690345052109E-3</c:v>
                </c:pt>
                <c:pt idx="2010">
                  <c:v>6.907852279456477E-3</c:v>
                </c:pt>
                <c:pt idx="2011">
                  <c:v>7.0894277109128353E-3</c:v>
                </c:pt>
                <c:pt idx="2012">
                  <c:v>6.8842578895225576E-3</c:v>
                </c:pt>
                <c:pt idx="2013">
                  <c:v>6.8115435472114972E-3</c:v>
                </c:pt>
                <c:pt idx="2014">
                  <c:v>7.0080908730108344E-3</c:v>
                </c:pt>
                <c:pt idx="2015">
                  <c:v>6.7829759060455651E-3</c:v>
                </c:pt>
                <c:pt idx="2016">
                  <c:v>7.3618320391147223E-3</c:v>
                </c:pt>
                <c:pt idx="2017">
                  <c:v>7.4561978529996166E-3</c:v>
                </c:pt>
                <c:pt idx="2018">
                  <c:v>7.2979693977961247E-3</c:v>
                </c:pt>
                <c:pt idx="2019">
                  <c:v>7.0701193506003202E-3</c:v>
                </c:pt>
                <c:pt idx="2020">
                  <c:v>7.0366850370200485E-3</c:v>
                </c:pt>
                <c:pt idx="2021">
                  <c:v>6.8219072569125168E-3</c:v>
                </c:pt>
                <c:pt idx="2022">
                  <c:v>9.8374568918684936E-3</c:v>
                </c:pt>
                <c:pt idx="2023">
                  <c:v>9.9003522831903872E-3</c:v>
                </c:pt>
                <c:pt idx="2024">
                  <c:v>1.065410664735443E-2</c:v>
                </c:pt>
                <c:pt idx="2025">
                  <c:v>1.0660061672782788E-2</c:v>
                </c:pt>
                <c:pt idx="2026">
                  <c:v>1.0803573636802495E-2</c:v>
                </c:pt>
                <c:pt idx="2027">
                  <c:v>1.0884058525621977E-2</c:v>
                </c:pt>
                <c:pt idx="2028">
                  <c:v>1.1050143586471634E-2</c:v>
                </c:pt>
                <c:pt idx="2029">
                  <c:v>9.8042006874197434E-3</c:v>
                </c:pt>
                <c:pt idx="2030">
                  <c:v>9.7612096350718994E-3</c:v>
                </c:pt>
                <c:pt idx="2031">
                  <c:v>9.7528853079462876E-3</c:v>
                </c:pt>
                <c:pt idx="2032">
                  <c:v>9.8277940108906295E-3</c:v>
                </c:pt>
                <c:pt idx="2033">
                  <c:v>9.798512149257213E-3</c:v>
                </c:pt>
                <c:pt idx="2034">
                  <c:v>9.7940391921875584E-3</c:v>
                </c:pt>
                <c:pt idx="2035">
                  <c:v>9.5416167120546767E-3</c:v>
                </c:pt>
                <c:pt idx="2036">
                  <c:v>9.4656971817905187E-3</c:v>
                </c:pt>
                <c:pt idx="2037">
                  <c:v>9.3814878174045529E-3</c:v>
                </c:pt>
                <c:pt idx="2038">
                  <c:v>9.8241793914338408E-3</c:v>
                </c:pt>
                <c:pt idx="2039">
                  <c:v>9.8382230301555414E-3</c:v>
                </c:pt>
                <c:pt idx="2040">
                  <c:v>1.0372280546405157E-2</c:v>
                </c:pt>
                <c:pt idx="2041">
                  <c:v>9.535072257818019E-3</c:v>
                </c:pt>
                <c:pt idx="2042">
                  <c:v>9.830275008035445E-3</c:v>
                </c:pt>
                <c:pt idx="2043">
                  <c:v>8.6858707430305642E-3</c:v>
                </c:pt>
                <c:pt idx="2044">
                  <c:v>1.1536906621006983E-2</c:v>
                </c:pt>
                <c:pt idx="2045">
                  <c:v>1.209336820315168E-2</c:v>
                </c:pt>
                <c:pt idx="2046">
                  <c:v>1.2060306528817382E-2</c:v>
                </c:pt>
                <c:pt idx="2047">
                  <c:v>1.2013293416040682E-2</c:v>
                </c:pt>
                <c:pt idx="2048">
                  <c:v>1.2330502740563921E-2</c:v>
                </c:pt>
                <c:pt idx="2049">
                  <c:v>1.2482047165215934E-2</c:v>
                </c:pt>
                <c:pt idx="2050">
                  <c:v>1.253792134789381E-2</c:v>
                </c:pt>
                <c:pt idx="2051">
                  <c:v>1.2462348110944953E-2</c:v>
                </c:pt>
                <c:pt idx="2052">
                  <c:v>1.2457322361817836E-2</c:v>
                </c:pt>
                <c:pt idx="2053">
                  <c:v>1.2586056826625516E-2</c:v>
                </c:pt>
                <c:pt idx="2054">
                  <c:v>1.3034265584320377E-2</c:v>
                </c:pt>
                <c:pt idx="2055">
                  <c:v>1.2989502614661814E-2</c:v>
                </c:pt>
                <c:pt idx="2056">
                  <c:v>1.3094037131219084E-2</c:v>
                </c:pt>
                <c:pt idx="2057">
                  <c:v>1.2731833244470773E-2</c:v>
                </c:pt>
                <c:pt idx="2058">
                  <c:v>1.2708114760268605E-2</c:v>
                </c:pt>
                <c:pt idx="2059">
                  <c:v>1.2289148068790253E-2</c:v>
                </c:pt>
                <c:pt idx="2060">
                  <c:v>1.1082967461215161E-2</c:v>
                </c:pt>
                <c:pt idx="2061">
                  <c:v>1.1092918490437677E-2</c:v>
                </c:pt>
                <c:pt idx="2062">
                  <c:v>1.115428371204269E-2</c:v>
                </c:pt>
                <c:pt idx="2063">
                  <c:v>7.8342413242842111E-3</c:v>
                </c:pt>
                <c:pt idx="2064">
                  <c:v>7.0818285491697323E-3</c:v>
                </c:pt>
                <c:pt idx="2065">
                  <c:v>7.0792234645402708E-3</c:v>
                </c:pt>
                <c:pt idx="2066">
                  <c:v>8.4335801212135457E-3</c:v>
                </c:pt>
                <c:pt idx="2067">
                  <c:v>7.6189739938379106E-3</c:v>
                </c:pt>
                <c:pt idx="2068">
                  <c:v>8.8024955439477675E-3</c:v>
                </c:pt>
                <c:pt idx="2069">
                  <c:v>8.7882381558198209E-3</c:v>
                </c:pt>
                <c:pt idx="2070">
                  <c:v>8.7891910233638543E-3</c:v>
                </c:pt>
                <c:pt idx="2071">
                  <c:v>8.832052648968497E-3</c:v>
                </c:pt>
                <c:pt idx="2072">
                  <c:v>8.7163273391542926E-3</c:v>
                </c:pt>
                <c:pt idx="2073">
                  <c:v>8.1482724034415682E-3</c:v>
                </c:pt>
                <c:pt idx="2074">
                  <c:v>8.456325863834319E-3</c:v>
                </c:pt>
                <c:pt idx="2075">
                  <c:v>1.2540050219650876E-2</c:v>
                </c:pt>
                <c:pt idx="2076">
                  <c:v>1.3009498837536038E-2</c:v>
                </c:pt>
                <c:pt idx="2077">
                  <c:v>1.3100237792611198E-2</c:v>
                </c:pt>
                <c:pt idx="2078">
                  <c:v>1.3187367880989511E-2</c:v>
                </c:pt>
                <c:pt idx="2079">
                  <c:v>1.3132862715012166E-2</c:v>
                </c:pt>
                <c:pt idx="2080">
                  <c:v>1.3470489065876097E-2</c:v>
                </c:pt>
                <c:pt idx="2081">
                  <c:v>1.3410292818696861E-2</c:v>
                </c:pt>
                <c:pt idx="2082">
                  <c:v>1.3647979942341197E-2</c:v>
                </c:pt>
                <c:pt idx="2083">
                  <c:v>1.3793930763684006E-2</c:v>
                </c:pt>
                <c:pt idx="2084">
                  <c:v>1.3968420472182165E-2</c:v>
                </c:pt>
                <c:pt idx="2085">
                  <c:v>1.3174054229910807E-2</c:v>
                </c:pt>
                <c:pt idx="2086">
                  <c:v>1.3199842787700306E-2</c:v>
                </c:pt>
                <c:pt idx="2087">
                  <c:v>1.2545983412046933E-2</c:v>
                </c:pt>
                <c:pt idx="2088">
                  <c:v>1.2537018207945205E-2</c:v>
                </c:pt>
                <c:pt idx="2089">
                  <c:v>1.2713656720896884E-2</c:v>
                </c:pt>
                <c:pt idx="2090">
                  <c:v>1.3026467665931017E-2</c:v>
                </c:pt>
                <c:pt idx="2091">
                  <c:v>1.3306901858369052E-2</c:v>
                </c:pt>
                <c:pt idx="2092">
                  <c:v>1.3262307620940519E-2</c:v>
                </c:pt>
                <c:pt idx="2093">
                  <c:v>1.3159097648726333E-2</c:v>
                </c:pt>
                <c:pt idx="2094">
                  <c:v>9.18587173815783E-3</c:v>
                </c:pt>
                <c:pt idx="2095">
                  <c:v>8.5935451642145597E-3</c:v>
                </c:pt>
                <c:pt idx="2096">
                  <c:v>8.2889487783950454E-3</c:v>
                </c:pt>
                <c:pt idx="2097">
                  <c:v>7.7957919229485802E-3</c:v>
                </c:pt>
                <c:pt idx="2098">
                  <c:v>7.9053405569787932E-3</c:v>
                </c:pt>
                <c:pt idx="2099">
                  <c:v>7.4741872218421846E-3</c:v>
                </c:pt>
                <c:pt idx="2100">
                  <c:v>7.4327903253218666E-3</c:v>
                </c:pt>
                <c:pt idx="2101">
                  <c:v>7.8801143456512478E-3</c:v>
                </c:pt>
                <c:pt idx="2102">
                  <c:v>8.0829480111565578E-3</c:v>
                </c:pt>
                <c:pt idx="2103">
                  <c:v>8.45433699049007E-3</c:v>
                </c:pt>
                <c:pt idx="2104">
                  <c:v>8.869881106858258E-3</c:v>
                </c:pt>
                <c:pt idx="2105">
                  <c:v>1.0663015426234239E-2</c:v>
                </c:pt>
                <c:pt idx="2106">
                  <c:v>1.0770847490603251E-2</c:v>
                </c:pt>
                <c:pt idx="2107">
                  <c:v>1.0565578854209674E-2</c:v>
                </c:pt>
                <c:pt idx="2108">
                  <c:v>1.0809642044269919E-2</c:v>
                </c:pt>
                <c:pt idx="2109">
                  <c:v>1.0664532431617293E-2</c:v>
                </c:pt>
                <c:pt idx="2110">
                  <c:v>1.0403055844651459E-2</c:v>
                </c:pt>
                <c:pt idx="2111">
                  <c:v>1.0478668306530086E-2</c:v>
                </c:pt>
                <c:pt idx="2112">
                  <c:v>1.0583202783396476E-2</c:v>
                </c:pt>
                <c:pt idx="2113">
                  <c:v>1.0379476590101121E-2</c:v>
                </c:pt>
                <c:pt idx="2114">
                  <c:v>1.0956060318281634E-2</c:v>
                </c:pt>
                <c:pt idx="2115">
                  <c:v>1.0976672057842245E-2</c:v>
                </c:pt>
                <c:pt idx="2116">
                  <c:v>1.1204071555270726E-2</c:v>
                </c:pt>
                <c:pt idx="2117">
                  <c:v>1.1397935725555081E-2</c:v>
                </c:pt>
                <c:pt idx="2118">
                  <c:v>1.1750820869253501E-2</c:v>
                </c:pt>
                <c:pt idx="2119">
                  <c:v>1.1798323201249168E-2</c:v>
                </c:pt>
                <c:pt idx="2120">
                  <c:v>1.7379244143349501E-2</c:v>
                </c:pt>
                <c:pt idx="2121">
                  <c:v>3.1501834298521166E-2</c:v>
                </c:pt>
                <c:pt idx="2122">
                  <c:v>3.2049823646925768E-2</c:v>
                </c:pt>
                <c:pt idx="2123">
                  <c:v>3.2147096016755625E-2</c:v>
                </c:pt>
                <c:pt idx="2124">
                  <c:v>3.1846184194478142E-2</c:v>
                </c:pt>
                <c:pt idx="2125">
                  <c:v>3.1814248884788655E-2</c:v>
                </c:pt>
                <c:pt idx="2126">
                  <c:v>3.1814439283668089E-2</c:v>
                </c:pt>
                <c:pt idx="2127">
                  <c:v>3.1750244656241565E-2</c:v>
                </c:pt>
                <c:pt idx="2128">
                  <c:v>3.1728391047423976E-2</c:v>
                </c:pt>
                <c:pt idx="2129">
                  <c:v>3.1732744482803735E-2</c:v>
                </c:pt>
                <c:pt idx="2130">
                  <c:v>3.2078850105402047E-2</c:v>
                </c:pt>
                <c:pt idx="2131">
                  <c:v>3.2045195206503375E-2</c:v>
                </c:pt>
                <c:pt idx="2132">
                  <c:v>3.2077261303240782E-2</c:v>
                </c:pt>
                <c:pt idx="2133">
                  <c:v>3.1844979065146266E-2</c:v>
                </c:pt>
                <c:pt idx="2134">
                  <c:v>3.1842183731390292E-2</c:v>
                </c:pt>
                <c:pt idx="2135">
                  <c:v>3.1865767275641763E-2</c:v>
                </c:pt>
                <c:pt idx="2136">
                  <c:v>3.1837695719852822E-2</c:v>
                </c:pt>
                <c:pt idx="2137">
                  <c:v>3.1628365051670368E-2</c:v>
                </c:pt>
                <c:pt idx="2138">
                  <c:v>3.1626318774112899E-2</c:v>
                </c:pt>
                <c:pt idx="2139">
                  <c:v>2.8681183185620726E-2</c:v>
                </c:pt>
                <c:pt idx="2140">
                  <c:v>1.0267933944262073E-2</c:v>
                </c:pt>
                <c:pt idx="2141">
                  <c:v>8.798851362597877E-3</c:v>
                </c:pt>
                <c:pt idx="2142">
                  <c:v>8.4305544269768808E-3</c:v>
                </c:pt>
                <c:pt idx="2143">
                  <c:v>6.8756400872226455E-3</c:v>
                </c:pt>
                <c:pt idx="2144">
                  <c:v>6.9282287577984098E-3</c:v>
                </c:pt>
                <c:pt idx="2145">
                  <c:v>6.9977549486452597E-3</c:v>
                </c:pt>
                <c:pt idx="2146">
                  <c:v>6.9355727678357768E-3</c:v>
                </c:pt>
                <c:pt idx="2147">
                  <c:v>6.9177874640510995E-3</c:v>
                </c:pt>
                <c:pt idx="2148">
                  <c:v>8.8254633934573175E-3</c:v>
                </c:pt>
                <c:pt idx="2149">
                  <c:v>7.6865924154446074E-3</c:v>
                </c:pt>
                <c:pt idx="2150">
                  <c:v>7.9574388191734624E-3</c:v>
                </c:pt>
                <c:pt idx="2151">
                  <c:v>7.8138385947450883E-3</c:v>
                </c:pt>
                <c:pt idx="2152">
                  <c:v>7.9524608294411648E-3</c:v>
                </c:pt>
                <c:pt idx="2153">
                  <c:v>8.9755615308947968E-3</c:v>
                </c:pt>
                <c:pt idx="2154">
                  <c:v>8.713025830823588E-3</c:v>
                </c:pt>
                <c:pt idx="2155">
                  <c:v>8.4647646732874844E-3</c:v>
                </c:pt>
                <c:pt idx="2156">
                  <c:v>8.5078629250611229E-3</c:v>
                </c:pt>
                <c:pt idx="2157">
                  <c:v>8.5072166740664847E-3</c:v>
                </c:pt>
                <c:pt idx="2158">
                  <c:v>9.4827395443478971E-3</c:v>
                </c:pt>
                <c:pt idx="2159">
                  <c:v>1.2453557909434641E-2</c:v>
                </c:pt>
                <c:pt idx="2160">
                  <c:v>1.2051656065353848E-2</c:v>
                </c:pt>
                <c:pt idx="2161">
                  <c:v>1.2678612561047955E-2</c:v>
                </c:pt>
                <c:pt idx="2162">
                  <c:v>1.3046478010891512E-2</c:v>
                </c:pt>
                <c:pt idx="2163">
                  <c:v>1.3326819882224228E-2</c:v>
                </c:pt>
                <c:pt idx="2164">
                  <c:v>1.3212605326004863E-2</c:v>
                </c:pt>
                <c:pt idx="2165">
                  <c:v>1.3355170271496106E-2</c:v>
                </c:pt>
                <c:pt idx="2166">
                  <c:v>1.3865058087527313E-2</c:v>
                </c:pt>
                <c:pt idx="2167">
                  <c:v>1.2796173758317E-2</c:v>
                </c:pt>
                <c:pt idx="2168">
                  <c:v>1.2799948643790093E-2</c:v>
                </c:pt>
                <c:pt idx="2169">
                  <c:v>1.2649139657246929E-2</c:v>
                </c:pt>
                <c:pt idx="2170">
                  <c:v>1.2649601047855966E-2</c:v>
                </c:pt>
                <c:pt idx="2171">
                  <c:v>1.253793301295204E-2</c:v>
                </c:pt>
                <c:pt idx="2172">
                  <c:v>1.1810077986290895E-2</c:v>
                </c:pt>
                <c:pt idx="2173">
                  <c:v>1.1739304634527548E-2</c:v>
                </c:pt>
                <c:pt idx="2174">
                  <c:v>1.1723195615936493E-2</c:v>
                </c:pt>
                <c:pt idx="2175">
                  <c:v>1.1668437242799933E-2</c:v>
                </c:pt>
                <c:pt idx="2176">
                  <c:v>1.1736298002519956E-2</c:v>
                </c:pt>
                <c:pt idx="2177">
                  <c:v>1.1137894563886667E-2</c:v>
                </c:pt>
                <c:pt idx="2178">
                  <c:v>7.6106373706857355E-3</c:v>
                </c:pt>
                <c:pt idx="2179">
                  <c:v>7.5701807679668344E-3</c:v>
                </c:pt>
                <c:pt idx="2180">
                  <c:v>6.9390782570377041E-3</c:v>
                </c:pt>
                <c:pt idx="2181">
                  <c:v>6.8974077630536909E-3</c:v>
                </c:pt>
                <c:pt idx="2182">
                  <c:v>6.5197536733165888E-3</c:v>
                </c:pt>
                <c:pt idx="2183">
                  <c:v>6.6393475098591084E-3</c:v>
                </c:pt>
                <c:pt idx="2184">
                  <c:v>6.5868833905977321E-3</c:v>
                </c:pt>
                <c:pt idx="2185">
                  <c:v>7.4357639168847805E-3</c:v>
                </c:pt>
                <c:pt idx="2186">
                  <c:v>7.5114155699283246E-3</c:v>
                </c:pt>
                <c:pt idx="2187">
                  <c:v>7.5911386848524342E-3</c:v>
                </c:pt>
                <c:pt idx="2188">
                  <c:v>7.5873181977402825E-3</c:v>
                </c:pt>
                <c:pt idx="2189">
                  <c:v>8.3741180208859491E-3</c:v>
                </c:pt>
                <c:pt idx="2190">
                  <c:v>8.6829255079086173E-3</c:v>
                </c:pt>
                <c:pt idx="2191">
                  <c:v>8.5459645664909076E-3</c:v>
                </c:pt>
                <c:pt idx="2192">
                  <c:v>8.5496996662184199E-3</c:v>
                </c:pt>
                <c:pt idx="2193">
                  <c:v>8.5412386574646726E-3</c:v>
                </c:pt>
                <c:pt idx="2194">
                  <c:v>8.5354976695558686E-3</c:v>
                </c:pt>
                <c:pt idx="2195">
                  <c:v>9.350908419357068E-3</c:v>
                </c:pt>
                <c:pt idx="2196">
                  <c:v>1.1700596136015038E-2</c:v>
                </c:pt>
                <c:pt idx="2197">
                  <c:v>1.2097891785006698E-2</c:v>
                </c:pt>
                <c:pt idx="2198">
                  <c:v>1.2514094348720665E-2</c:v>
                </c:pt>
                <c:pt idx="2199">
                  <c:v>1.3148753880418742E-2</c:v>
                </c:pt>
                <c:pt idx="2200">
                  <c:v>1.2767175436525008E-2</c:v>
                </c:pt>
                <c:pt idx="2201">
                  <c:v>1.2745326355315828E-2</c:v>
                </c:pt>
                <c:pt idx="2202">
                  <c:v>1.258180967397933E-2</c:v>
                </c:pt>
                <c:pt idx="2203">
                  <c:v>1.2440905242265689E-2</c:v>
                </c:pt>
                <c:pt idx="2204">
                  <c:v>1.1418408309477605E-2</c:v>
                </c:pt>
                <c:pt idx="2205">
                  <c:v>1.1316769286973144E-2</c:v>
                </c:pt>
                <c:pt idx="2206">
                  <c:v>1.1483489189059127E-2</c:v>
                </c:pt>
                <c:pt idx="2207">
                  <c:v>1.1559838630657758E-2</c:v>
                </c:pt>
                <c:pt idx="2208">
                  <c:v>1.0885601582939093E-2</c:v>
                </c:pt>
                <c:pt idx="2209">
                  <c:v>1.0974316466324012E-2</c:v>
                </c:pt>
                <c:pt idx="2210">
                  <c:v>1.0966831683253683E-2</c:v>
                </c:pt>
                <c:pt idx="2211">
                  <c:v>1.080171868860171E-2</c:v>
                </c:pt>
                <c:pt idx="2212">
                  <c:v>1.1097895350930949E-2</c:v>
                </c:pt>
                <c:pt idx="2213">
                  <c:v>1.1135544524928242E-2</c:v>
                </c:pt>
                <c:pt idx="2214">
                  <c:v>1.1324135391488672E-2</c:v>
                </c:pt>
                <c:pt idx="2215">
                  <c:v>9.6546271763049973E-3</c:v>
                </c:pt>
                <c:pt idx="2216">
                  <c:v>1.0263330753588795E-2</c:v>
                </c:pt>
                <c:pt idx="2217">
                  <c:v>9.8736387188935459E-3</c:v>
                </c:pt>
                <c:pt idx="2218">
                  <c:v>9.8438527203412712E-3</c:v>
                </c:pt>
                <c:pt idx="2219">
                  <c:v>1.0086089660283961E-2</c:v>
                </c:pt>
                <c:pt idx="2220">
                  <c:v>1.0103249036776002E-2</c:v>
                </c:pt>
                <c:pt idx="2221">
                  <c:v>1.0102385179075661E-2</c:v>
                </c:pt>
                <c:pt idx="2222">
                  <c:v>1.0106890606763503E-2</c:v>
                </c:pt>
                <c:pt idx="2223">
                  <c:v>1.0301491565345825E-2</c:v>
                </c:pt>
                <c:pt idx="2224">
                  <c:v>1.0191063395955643E-2</c:v>
                </c:pt>
                <c:pt idx="2225">
                  <c:v>1.0259618148293143E-2</c:v>
                </c:pt>
                <c:pt idx="2226">
                  <c:v>1.2541810227739484E-2</c:v>
                </c:pt>
                <c:pt idx="2227">
                  <c:v>1.4039540875669828E-2</c:v>
                </c:pt>
                <c:pt idx="2228">
                  <c:v>1.3520118314355192E-2</c:v>
                </c:pt>
                <c:pt idx="2229">
                  <c:v>1.3452596618767486E-2</c:v>
                </c:pt>
                <c:pt idx="2230">
                  <c:v>1.3636010263535992E-2</c:v>
                </c:pt>
                <c:pt idx="2231">
                  <c:v>1.3969014619407636E-2</c:v>
                </c:pt>
                <c:pt idx="2232">
                  <c:v>1.4186727687421415E-2</c:v>
                </c:pt>
                <c:pt idx="2233">
                  <c:v>1.4091506561541237E-2</c:v>
                </c:pt>
                <c:pt idx="2234">
                  <c:v>1.4149773946895101E-2</c:v>
                </c:pt>
                <c:pt idx="2235">
                  <c:v>1.3153967608505013E-2</c:v>
                </c:pt>
                <c:pt idx="2236">
                  <c:v>1.3151063389192166E-2</c:v>
                </c:pt>
                <c:pt idx="2237">
                  <c:v>1.2743079823866216E-2</c:v>
                </c:pt>
                <c:pt idx="2238">
                  <c:v>1.2437918426392873E-2</c:v>
                </c:pt>
                <c:pt idx="2239">
                  <c:v>1.2437458637105509E-2</c:v>
                </c:pt>
                <c:pt idx="2240">
                  <c:v>1.2603052281804491E-2</c:v>
                </c:pt>
                <c:pt idx="2241">
                  <c:v>1.22131523466786E-2</c:v>
                </c:pt>
                <c:pt idx="2242">
                  <c:v>1.2544963148672393E-2</c:v>
                </c:pt>
                <c:pt idx="2243">
                  <c:v>1.2736578624122356E-2</c:v>
                </c:pt>
                <c:pt idx="2244">
                  <c:v>1.2564880978916766E-2</c:v>
                </c:pt>
                <c:pt idx="2245">
                  <c:v>1.1960986423224119E-2</c:v>
                </c:pt>
                <c:pt idx="2246">
                  <c:v>1.0536415362133383E-2</c:v>
                </c:pt>
                <c:pt idx="2247">
                  <c:v>1.0468704508116555E-2</c:v>
                </c:pt>
                <c:pt idx="2248">
                  <c:v>1.0482780545097228E-2</c:v>
                </c:pt>
                <c:pt idx="2249">
                  <c:v>1.0228951846542676E-2</c:v>
                </c:pt>
                <c:pt idx="2250">
                  <c:v>8.8584983066207074E-3</c:v>
                </c:pt>
                <c:pt idx="2251">
                  <c:v>8.3701203417441746E-3</c:v>
                </c:pt>
                <c:pt idx="2252">
                  <c:v>8.5198923767647056E-3</c:v>
                </c:pt>
                <c:pt idx="2253">
                  <c:v>8.4231356657410768E-3</c:v>
                </c:pt>
                <c:pt idx="2254">
                  <c:v>8.3920314231337324E-3</c:v>
                </c:pt>
                <c:pt idx="2255">
                  <c:v>9.7384896774675451E-3</c:v>
                </c:pt>
                <c:pt idx="2256">
                  <c:v>1.0191961288856573E-2</c:v>
                </c:pt>
                <c:pt idx="2257">
                  <c:v>1.0154387848483883E-2</c:v>
                </c:pt>
                <c:pt idx="2258">
                  <c:v>1.030372909055173E-2</c:v>
                </c:pt>
                <c:pt idx="2259">
                  <c:v>9.7330712492464007E-3</c:v>
                </c:pt>
                <c:pt idx="2260">
                  <c:v>1.1410142695388399E-2</c:v>
                </c:pt>
                <c:pt idx="2261">
                  <c:v>1.1554498455074535E-2</c:v>
                </c:pt>
                <c:pt idx="2262">
                  <c:v>1.2005428970898426E-2</c:v>
                </c:pt>
                <c:pt idx="2263">
                  <c:v>1.2359537885423714E-2</c:v>
                </c:pt>
                <c:pt idx="2264">
                  <c:v>1.1911940466185492E-2</c:v>
                </c:pt>
                <c:pt idx="2265">
                  <c:v>1.1877274902000823E-2</c:v>
                </c:pt>
                <c:pt idx="2266">
                  <c:v>1.2351177542530414E-2</c:v>
                </c:pt>
                <c:pt idx="2267">
                  <c:v>1.2298603014115828E-2</c:v>
                </c:pt>
                <c:pt idx="2268">
                  <c:v>1.2397909624383663E-2</c:v>
                </c:pt>
                <c:pt idx="2269">
                  <c:v>1.2361782764021747E-2</c:v>
                </c:pt>
                <c:pt idx="2270">
                  <c:v>1.2755676468644655E-2</c:v>
                </c:pt>
                <c:pt idx="2271">
                  <c:v>1.264398971657746E-2</c:v>
                </c:pt>
                <c:pt idx="2272">
                  <c:v>1.2623763838295882E-2</c:v>
                </c:pt>
                <c:pt idx="2273">
                  <c:v>1.2869932590291729E-2</c:v>
                </c:pt>
                <c:pt idx="2274">
                  <c:v>1.2265084622967522E-2</c:v>
                </c:pt>
                <c:pt idx="2275">
                  <c:v>1.2231230900373013E-2</c:v>
                </c:pt>
                <c:pt idx="2276">
                  <c:v>1.2251224503103625E-2</c:v>
                </c:pt>
                <c:pt idx="2277">
                  <c:v>1.2011375272740531E-2</c:v>
                </c:pt>
                <c:pt idx="2278">
                  <c:v>1.1999630716364023E-2</c:v>
                </c:pt>
                <c:pt idx="2279">
                  <c:v>9.5496876961917929E-3</c:v>
                </c:pt>
                <c:pt idx="2280">
                  <c:v>1.0402733089786984E-2</c:v>
                </c:pt>
                <c:pt idx="2281">
                  <c:v>1.0051451429871768E-2</c:v>
                </c:pt>
                <c:pt idx="2282">
                  <c:v>9.6438907083391968E-3</c:v>
                </c:pt>
                <c:pt idx="2283">
                  <c:v>9.3484208494278472E-3</c:v>
                </c:pt>
                <c:pt idx="2284">
                  <c:v>9.1622675737145741E-3</c:v>
                </c:pt>
                <c:pt idx="2285">
                  <c:v>8.6814260552021041E-3</c:v>
                </c:pt>
                <c:pt idx="2286">
                  <c:v>8.8107930629626463E-3</c:v>
                </c:pt>
                <c:pt idx="2287">
                  <c:v>9.2088625801752984E-3</c:v>
                </c:pt>
                <c:pt idx="2288">
                  <c:v>9.1620308917983225E-3</c:v>
                </c:pt>
                <c:pt idx="2289">
                  <c:v>8.9036437664387191E-3</c:v>
                </c:pt>
                <c:pt idx="2290">
                  <c:v>8.9963722549535573E-3</c:v>
                </c:pt>
                <c:pt idx="2291">
                  <c:v>1.0895646721428013E-2</c:v>
                </c:pt>
                <c:pt idx="2292">
                  <c:v>1.0756642887106607E-2</c:v>
                </c:pt>
                <c:pt idx="2293">
                  <c:v>9.8817575922816713E-3</c:v>
                </c:pt>
                <c:pt idx="2294">
                  <c:v>1.1851323311141682E-2</c:v>
                </c:pt>
                <c:pt idx="2295">
                  <c:v>1.2488243385718075E-2</c:v>
                </c:pt>
                <c:pt idx="2296">
                  <c:v>1.2536370612071232E-2</c:v>
                </c:pt>
                <c:pt idx="2297">
                  <c:v>1.2491698787181232E-2</c:v>
                </c:pt>
                <c:pt idx="2298">
                  <c:v>1.262649243448815E-2</c:v>
                </c:pt>
                <c:pt idx="2299">
                  <c:v>1.1810167354582464E-2</c:v>
                </c:pt>
                <c:pt idx="2300">
                  <c:v>1.1829187901327105E-2</c:v>
                </c:pt>
                <c:pt idx="2301">
                  <c:v>1.4392488027391169E-2</c:v>
                </c:pt>
                <c:pt idx="2302">
                  <c:v>1.4457390555083202E-2</c:v>
                </c:pt>
                <c:pt idx="2303">
                  <c:v>1.4664086918485258E-2</c:v>
                </c:pt>
                <c:pt idx="2304">
                  <c:v>1.5073607164534594E-2</c:v>
                </c:pt>
                <c:pt idx="2305">
                  <c:v>1.5415372965675975E-2</c:v>
                </c:pt>
                <c:pt idx="2306">
                  <c:v>1.5338006961404735E-2</c:v>
                </c:pt>
              </c:numCache>
            </c:numRef>
          </c:val>
          <c:smooth val="0"/>
          <c:extLst>
            <c:ext xmlns:c16="http://schemas.microsoft.com/office/drawing/2014/chart" uri="{C3380CC4-5D6E-409C-BE32-E72D297353CC}">
              <c16:uniqueId val="{00000004-4FEA-7A49-B5A2-C47ED4EC95C2}"/>
            </c:ext>
          </c:extLst>
        </c:ser>
        <c:dLbls>
          <c:showLegendKey val="0"/>
          <c:showVal val="0"/>
          <c:showCatName val="0"/>
          <c:showSerName val="0"/>
          <c:showPercent val="0"/>
          <c:showBubbleSize val="0"/>
        </c:dLbls>
        <c:smooth val="0"/>
        <c:axId val="2137043872"/>
        <c:axId val="2137045584"/>
      </c:lineChart>
      <c:dateAx>
        <c:axId val="2137043872"/>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137045584"/>
        <c:crosses val="autoZero"/>
        <c:auto val="1"/>
        <c:lblOffset val="100"/>
        <c:baseTimeUnit val="days"/>
      </c:dateAx>
      <c:valAx>
        <c:axId val="2137045584"/>
        <c:scaling>
          <c:orientation val="minMax"/>
          <c:max val="0.0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2137043872"/>
        <c:crosses val="autoZero"/>
        <c:crossBetween val="between"/>
      </c:valAx>
      <c:spPr>
        <a:noFill/>
        <a:ln>
          <a:noFill/>
        </a:ln>
        <a:effectLst/>
      </c:spPr>
    </c:plotArea>
    <c:legend>
      <c:legendPos val="t"/>
      <c:legendEntry>
        <c:idx val="1"/>
        <c:txPr>
          <a:bodyPr rot="0" spcFirstLastPara="1" vertOverflow="ellipsis" vert="horz" wrap="square" anchor="ctr" anchorCtr="1"/>
          <a:lstStyle/>
          <a:p>
            <a:pPr>
              <a:defRPr sz="900" b="1" i="0" u="none" strike="noStrike" kern="1200" baseline="0">
                <a:solidFill>
                  <a:srgbClr val="0096FF"/>
                </a:solidFill>
                <a:latin typeface="Century Gothic" panose="020B0502020202020204" pitchFamily="34" charset="0"/>
                <a:ea typeface="+mn-ea"/>
                <a:cs typeface="+mn-cs"/>
              </a:defRPr>
            </a:pPr>
            <a:endParaRPr lang="en-AE"/>
          </a:p>
        </c:txPr>
      </c:legendEntry>
      <c:overlay val="0"/>
      <c:spPr>
        <a:noFill/>
        <a:ln w="12700">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'10Y G-Sec'!$B$1</c:f>
              <c:strCache>
                <c:ptCount val="1"/>
                <c:pt idx="0">
                  <c:v>INDIRLTLT01STM</c:v>
                </c:pt>
              </c:strCache>
            </c:strRef>
          </c:tx>
          <c:spPr>
            <a:ln w="12700" cap="rnd">
              <a:solidFill>
                <a:schemeClr val="bg1">
                  <a:lumMod val="50000"/>
                </a:schemeClr>
              </a:solidFill>
              <a:round/>
            </a:ln>
            <a:effectLst>
              <a:outerShdw blurRad="50800" dist="38100" dir="2700000" algn="tl" rotWithShape="0">
                <a:prstClr val="black">
                  <a:alpha val="40000"/>
                </a:prstClr>
              </a:outerShdw>
            </a:effectLst>
          </c:spPr>
          <c:marker>
            <c:symbol val="none"/>
          </c:marker>
          <c:dLbls>
            <c:dLbl>
              <c:idx val="120"/>
              <c:layout>
                <c:manualLayout>
                  <c:x val="0"/>
                  <c:y val="8.25484013126278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29A-1A46-888F-10D31F9D024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Century Gothic" panose="020B0502020202020204" pitchFamily="34" charset="0"/>
                    <a:ea typeface="+mn-ea"/>
                    <a:cs typeface="+mn-cs"/>
                  </a:defRPr>
                </a:pPr>
                <a:endParaRPr lang="en-A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'10Y G-Sec'!$A$2:$A$122</c:f>
              <c:numCache>
                <c:formatCode>mmm\-yy</c:formatCode>
                <c:ptCount val="121"/>
                <c:pt idx="0">
                  <c:v>42036</c:v>
                </c:pt>
                <c:pt idx="1">
                  <c:v>42064</c:v>
                </c:pt>
                <c:pt idx="2">
                  <c:v>42095</c:v>
                </c:pt>
                <c:pt idx="3">
                  <c:v>42125</c:v>
                </c:pt>
                <c:pt idx="4">
                  <c:v>42156</c:v>
                </c:pt>
                <c:pt idx="5">
                  <c:v>42186</c:v>
                </c:pt>
                <c:pt idx="6">
                  <c:v>42217</c:v>
                </c:pt>
                <c:pt idx="7">
                  <c:v>42248</c:v>
                </c:pt>
                <c:pt idx="8">
                  <c:v>42278</c:v>
                </c:pt>
                <c:pt idx="9">
                  <c:v>42309</c:v>
                </c:pt>
                <c:pt idx="10">
                  <c:v>42339</c:v>
                </c:pt>
                <c:pt idx="11">
                  <c:v>42370</c:v>
                </c:pt>
                <c:pt idx="12">
                  <c:v>42401</c:v>
                </c:pt>
                <c:pt idx="13">
                  <c:v>42430</c:v>
                </c:pt>
                <c:pt idx="14">
                  <c:v>42461</c:v>
                </c:pt>
                <c:pt idx="15">
                  <c:v>42491</c:v>
                </c:pt>
                <c:pt idx="16">
                  <c:v>42522</c:v>
                </c:pt>
                <c:pt idx="17">
                  <c:v>42552</c:v>
                </c:pt>
                <c:pt idx="18">
                  <c:v>42583</c:v>
                </c:pt>
                <c:pt idx="19">
                  <c:v>42614</c:v>
                </c:pt>
                <c:pt idx="20">
                  <c:v>42644</c:v>
                </c:pt>
                <c:pt idx="21">
                  <c:v>42675</c:v>
                </c:pt>
                <c:pt idx="22">
                  <c:v>42705</c:v>
                </c:pt>
                <c:pt idx="23">
                  <c:v>42736</c:v>
                </c:pt>
                <c:pt idx="24">
                  <c:v>42767</c:v>
                </c:pt>
                <c:pt idx="25">
                  <c:v>42795</c:v>
                </c:pt>
                <c:pt idx="26">
                  <c:v>42826</c:v>
                </c:pt>
                <c:pt idx="27">
                  <c:v>42856</c:v>
                </c:pt>
                <c:pt idx="28">
                  <c:v>42887</c:v>
                </c:pt>
                <c:pt idx="29">
                  <c:v>42917</c:v>
                </c:pt>
                <c:pt idx="30">
                  <c:v>42948</c:v>
                </c:pt>
                <c:pt idx="31">
                  <c:v>42979</c:v>
                </c:pt>
                <c:pt idx="32">
                  <c:v>43009</c:v>
                </c:pt>
                <c:pt idx="33">
                  <c:v>43040</c:v>
                </c:pt>
                <c:pt idx="34">
                  <c:v>43070</c:v>
                </c:pt>
                <c:pt idx="35">
                  <c:v>43101</c:v>
                </c:pt>
                <c:pt idx="36">
                  <c:v>43132</c:v>
                </c:pt>
                <c:pt idx="37">
                  <c:v>43160</c:v>
                </c:pt>
                <c:pt idx="38">
                  <c:v>43191</c:v>
                </c:pt>
                <c:pt idx="39">
                  <c:v>43221</c:v>
                </c:pt>
                <c:pt idx="40">
                  <c:v>43252</c:v>
                </c:pt>
                <c:pt idx="41">
                  <c:v>43282</c:v>
                </c:pt>
                <c:pt idx="42">
                  <c:v>43313</c:v>
                </c:pt>
                <c:pt idx="43">
                  <c:v>43344</c:v>
                </c:pt>
                <c:pt idx="44">
                  <c:v>43374</c:v>
                </c:pt>
                <c:pt idx="45">
                  <c:v>43405</c:v>
                </c:pt>
                <c:pt idx="46">
                  <c:v>43435</c:v>
                </c:pt>
                <c:pt idx="47">
                  <c:v>43466</c:v>
                </c:pt>
                <c:pt idx="48">
                  <c:v>43497</c:v>
                </c:pt>
                <c:pt idx="49">
                  <c:v>43525</c:v>
                </c:pt>
                <c:pt idx="50">
                  <c:v>43556</c:v>
                </c:pt>
                <c:pt idx="51">
                  <c:v>43586</c:v>
                </c:pt>
                <c:pt idx="52">
                  <c:v>43617</c:v>
                </c:pt>
                <c:pt idx="53">
                  <c:v>43647</c:v>
                </c:pt>
                <c:pt idx="54">
                  <c:v>43678</c:v>
                </c:pt>
                <c:pt idx="55">
                  <c:v>43709</c:v>
                </c:pt>
                <c:pt idx="56">
                  <c:v>43739</c:v>
                </c:pt>
                <c:pt idx="57">
                  <c:v>43770</c:v>
                </c:pt>
                <c:pt idx="58">
                  <c:v>43800</c:v>
                </c:pt>
                <c:pt idx="59">
                  <c:v>43831</c:v>
                </c:pt>
                <c:pt idx="60">
                  <c:v>43862</c:v>
                </c:pt>
                <c:pt idx="61">
                  <c:v>43891</c:v>
                </c:pt>
                <c:pt idx="62">
                  <c:v>43922</c:v>
                </c:pt>
                <c:pt idx="63">
                  <c:v>43952</c:v>
                </c:pt>
                <c:pt idx="64">
                  <c:v>43983</c:v>
                </c:pt>
                <c:pt idx="65">
                  <c:v>44013</c:v>
                </c:pt>
                <c:pt idx="66">
                  <c:v>44044</c:v>
                </c:pt>
                <c:pt idx="67">
                  <c:v>44075</c:v>
                </c:pt>
                <c:pt idx="68">
                  <c:v>44105</c:v>
                </c:pt>
                <c:pt idx="69">
                  <c:v>44136</c:v>
                </c:pt>
                <c:pt idx="70">
                  <c:v>44166</c:v>
                </c:pt>
                <c:pt idx="71">
                  <c:v>44197</c:v>
                </c:pt>
                <c:pt idx="72">
                  <c:v>44228</c:v>
                </c:pt>
                <c:pt idx="73">
                  <c:v>44256</c:v>
                </c:pt>
                <c:pt idx="74">
                  <c:v>44287</c:v>
                </c:pt>
                <c:pt idx="75">
                  <c:v>44317</c:v>
                </c:pt>
                <c:pt idx="76">
                  <c:v>44348</c:v>
                </c:pt>
                <c:pt idx="77">
                  <c:v>44378</c:v>
                </c:pt>
                <c:pt idx="78">
                  <c:v>44409</c:v>
                </c:pt>
                <c:pt idx="79">
                  <c:v>44440</c:v>
                </c:pt>
                <c:pt idx="80">
                  <c:v>44470</c:v>
                </c:pt>
                <c:pt idx="81">
                  <c:v>44501</c:v>
                </c:pt>
                <c:pt idx="82">
                  <c:v>44531</c:v>
                </c:pt>
                <c:pt idx="83">
                  <c:v>44562</c:v>
                </c:pt>
                <c:pt idx="84">
                  <c:v>44593</c:v>
                </c:pt>
                <c:pt idx="85">
                  <c:v>44621</c:v>
                </c:pt>
                <c:pt idx="86">
                  <c:v>44652</c:v>
                </c:pt>
                <c:pt idx="87">
                  <c:v>44682</c:v>
                </c:pt>
                <c:pt idx="88">
                  <c:v>44713</c:v>
                </c:pt>
                <c:pt idx="89">
                  <c:v>44743</c:v>
                </c:pt>
                <c:pt idx="90">
                  <c:v>44774</c:v>
                </c:pt>
                <c:pt idx="91">
                  <c:v>44805</c:v>
                </c:pt>
                <c:pt idx="92">
                  <c:v>44835</c:v>
                </c:pt>
                <c:pt idx="93">
                  <c:v>44866</c:v>
                </c:pt>
                <c:pt idx="94">
                  <c:v>44896</c:v>
                </c:pt>
                <c:pt idx="95">
                  <c:v>44927</c:v>
                </c:pt>
                <c:pt idx="96">
                  <c:v>44958</c:v>
                </c:pt>
                <c:pt idx="97">
                  <c:v>44986</c:v>
                </c:pt>
                <c:pt idx="98">
                  <c:v>45017</c:v>
                </c:pt>
                <c:pt idx="99">
                  <c:v>45047</c:v>
                </c:pt>
                <c:pt idx="100">
                  <c:v>45078</c:v>
                </c:pt>
                <c:pt idx="101">
                  <c:v>45108</c:v>
                </c:pt>
                <c:pt idx="102">
                  <c:v>45139</c:v>
                </c:pt>
                <c:pt idx="103">
                  <c:v>45170</c:v>
                </c:pt>
                <c:pt idx="104">
                  <c:v>45200</c:v>
                </c:pt>
                <c:pt idx="105">
                  <c:v>45231</c:v>
                </c:pt>
                <c:pt idx="106">
                  <c:v>45261</c:v>
                </c:pt>
                <c:pt idx="107">
                  <c:v>45292</c:v>
                </c:pt>
                <c:pt idx="108">
                  <c:v>45323</c:v>
                </c:pt>
                <c:pt idx="109">
                  <c:v>45352</c:v>
                </c:pt>
                <c:pt idx="110">
                  <c:v>45383</c:v>
                </c:pt>
                <c:pt idx="111">
                  <c:v>45413</c:v>
                </c:pt>
                <c:pt idx="112">
                  <c:v>45444</c:v>
                </c:pt>
                <c:pt idx="113">
                  <c:v>45474</c:v>
                </c:pt>
                <c:pt idx="114">
                  <c:v>45505</c:v>
                </c:pt>
                <c:pt idx="115">
                  <c:v>45536</c:v>
                </c:pt>
                <c:pt idx="116">
                  <c:v>45566</c:v>
                </c:pt>
                <c:pt idx="117">
                  <c:v>45597</c:v>
                </c:pt>
                <c:pt idx="118">
                  <c:v>45627</c:v>
                </c:pt>
                <c:pt idx="119">
                  <c:v>45658</c:v>
                </c:pt>
                <c:pt idx="120">
                  <c:v>45689</c:v>
                </c:pt>
              </c:numCache>
            </c:numRef>
          </c:cat>
          <c:val>
            <c:numRef>
              <c:f>'10Y G-Sec'!$B$2:$B$122</c:f>
              <c:numCache>
                <c:formatCode>0.00</c:formatCode>
                <c:ptCount val="121"/>
                <c:pt idx="0">
                  <c:v>7.73</c:v>
                </c:pt>
                <c:pt idx="1">
                  <c:v>7.82</c:v>
                </c:pt>
                <c:pt idx="2">
                  <c:v>7.84</c:v>
                </c:pt>
                <c:pt idx="3">
                  <c:v>7.85</c:v>
                </c:pt>
                <c:pt idx="4">
                  <c:v>7.81</c:v>
                </c:pt>
                <c:pt idx="5">
                  <c:v>7.82</c:v>
                </c:pt>
                <c:pt idx="6">
                  <c:v>7.79</c:v>
                </c:pt>
                <c:pt idx="7">
                  <c:v>7.73</c:v>
                </c:pt>
                <c:pt idx="8">
                  <c:v>7.6</c:v>
                </c:pt>
                <c:pt idx="9">
                  <c:v>7.75</c:v>
                </c:pt>
                <c:pt idx="10">
                  <c:v>7.79</c:v>
                </c:pt>
                <c:pt idx="11">
                  <c:v>7.67</c:v>
                </c:pt>
                <c:pt idx="12">
                  <c:v>7.72</c:v>
                </c:pt>
                <c:pt idx="13">
                  <c:v>7.58</c:v>
                </c:pt>
                <c:pt idx="14">
                  <c:v>7.44</c:v>
                </c:pt>
                <c:pt idx="15">
                  <c:v>7.28</c:v>
                </c:pt>
                <c:pt idx="16">
                  <c:v>7.5</c:v>
                </c:pt>
                <c:pt idx="17">
                  <c:v>7.35</c:v>
                </c:pt>
                <c:pt idx="18">
                  <c:v>7.14</c:v>
                </c:pt>
                <c:pt idx="19">
                  <c:v>6.86</c:v>
                </c:pt>
                <c:pt idx="20">
                  <c:v>6.78</c:v>
                </c:pt>
                <c:pt idx="21">
                  <c:v>6.61</c:v>
                </c:pt>
                <c:pt idx="22">
                  <c:v>6.53</c:v>
                </c:pt>
                <c:pt idx="23">
                  <c:v>6.79</c:v>
                </c:pt>
                <c:pt idx="24">
                  <c:v>6.98</c:v>
                </c:pt>
                <c:pt idx="25">
                  <c:v>7.12</c:v>
                </c:pt>
                <c:pt idx="26">
                  <c:v>7.16</c:v>
                </c:pt>
                <c:pt idx="27">
                  <c:v>7.11</c:v>
                </c:pt>
                <c:pt idx="28">
                  <c:v>6.58</c:v>
                </c:pt>
                <c:pt idx="29">
                  <c:v>6.55</c:v>
                </c:pt>
                <c:pt idx="30">
                  <c:v>6.6</c:v>
                </c:pt>
                <c:pt idx="31">
                  <c:v>6.72</c:v>
                </c:pt>
                <c:pt idx="32">
                  <c:v>6.94</c:v>
                </c:pt>
                <c:pt idx="33">
                  <c:v>7.17</c:v>
                </c:pt>
                <c:pt idx="34">
                  <c:v>7.35</c:v>
                </c:pt>
                <c:pt idx="35">
                  <c:v>7.22</c:v>
                </c:pt>
                <c:pt idx="36">
                  <c:v>7.57</c:v>
                </c:pt>
                <c:pt idx="37">
                  <c:v>7.61</c:v>
                </c:pt>
                <c:pt idx="38">
                  <c:v>7.55</c:v>
                </c:pt>
                <c:pt idx="39">
                  <c:v>7.85</c:v>
                </c:pt>
                <c:pt idx="40">
                  <c:v>7.94</c:v>
                </c:pt>
                <c:pt idx="41">
                  <c:v>7.8</c:v>
                </c:pt>
                <c:pt idx="42">
                  <c:v>7.82</c:v>
                </c:pt>
                <c:pt idx="43">
                  <c:v>8.02</c:v>
                </c:pt>
                <c:pt idx="44">
                  <c:v>7.92</c:v>
                </c:pt>
                <c:pt idx="45">
                  <c:v>7.78</c:v>
                </c:pt>
                <c:pt idx="46">
                  <c:v>7.37</c:v>
                </c:pt>
                <c:pt idx="47">
                  <c:v>7.35</c:v>
                </c:pt>
                <c:pt idx="48">
                  <c:v>7.43</c:v>
                </c:pt>
                <c:pt idx="49">
                  <c:v>7.41</c:v>
                </c:pt>
                <c:pt idx="50">
                  <c:v>7.42</c:v>
                </c:pt>
                <c:pt idx="51">
                  <c:v>7.33</c:v>
                </c:pt>
                <c:pt idx="52">
                  <c:v>6.97</c:v>
                </c:pt>
                <c:pt idx="53">
                  <c:v>6.6</c:v>
                </c:pt>
                <c:pt idx="54">
                  <c:v>6.62</c:v>
                </c:pt>
                <c:pt idx="55">
                  <c:v>6.81</c:v>
                </c:pt>
                <c:pt idx="56">
                  <c:v>6.54</c:v>
                </c:pt>
                <c:pt idx="57">
                  <c:v>6.63</c:v>
                </c:pt>
                <c:pt idx="58">
                  <c:v>6.85</c:v>
                </c:pt>
                <c:pt idx="59">
                  <c:v>6.82</c:v>
                </c:pt>
                <c:pt idx="60">
                  <c:v>6.66</c:v>
                </c:pt>
                <c:pt idx="61">
                  <c:v>6.7</c:v>
                </c:pt>
                <c:pt idx="62">
                  <c:v>6.77</c:v>
                </c:pt>
                <c:pt idx="63">
                  <c:v>5.92</c:v>
                </c:pt>
                <c:pt idx="64">
                  <c:v>5.86</c:v>
                </c:pt>
                <c:pt idx="65">
                  <c:v>5.81</c:v>
                </c:pt>
                <c:pt idx="66">
                  <c:v>6.01</c:v>
                </c:pt>
                <c:pt idx="67">
                  <c:v>6.02</c:v>
                </c:pt>
                <c:pt idx="68">
                  <c:v>5.94</c:v>
                </c:pt>
                <c:pt idx="69">
                  <c:v>5.9</c:v>
                </c:pt>
                <c:pt idx="70">
                  <c:v>5.89</c:v>
                </c:pt>
                <c:pt idx="71">
                  <c:v>5.94</c:v>
                </c:pt>
                <c:pt idx="72">
                  <c:v>6.19</c:v>
                </c:pt>
                <c:pt idx="73">
                  <c:v>6.35</c:v>
                </c:pt>
                <c:pt idx="74">
                  <c:v>6.28</c:v>
                </c:pt>
                <c:pt idx="75">
                  <c:v>6.23</c:v>
                </c:pt>
                <c:pt idx="76">
                  <c:v>6.27</c:v>
                </c:pt>
                <c:pt idx="77">
                  <c:v>6.21</c:v>
                </c:pt>
                <c:pt idx="78">
                  <c:v>6.28</c:v>
                </c:pt>
                <c:pt idx="79">
                  <c:v>6.19</c:v>
                </c:pt>
                <c:pt idx="80">
                  <c:v>6.36</c:v>
                </c:pt>
                <c:pt idx="81">
                  <c:v>6.35</c:v>
                </c:pt>
                <c:pt idx="82">
                  <c:v>6.44</c:v>
                </c:pt>
                <c:pt idx="83">
                  <c:v>6.64</c:v>
                </c:pt>
                <c:pt idx="84">
                  <c:v>6.75</c:v>
                </c:pt>
                <c:pt idx="85">
                  <c:v>6.82</c:v>
                </c:pt>
                <c:pt idx="86">
                  <c:v>7.11</c:v>
                </c:pt>
                <c:pt idx="87">
                  <c:v>7.39</c:v>
                </c:pt>
                <c:pt idx="88">
                  <c:v>7.53</c:v>
                </c:pt>
                <c:pt idx="89">
                  <c:v>7.4</c:v>
                </c:pt>
                <c:pt idx="90">
                  <c:v>7.27</c:v>
                </c:pt>
                <c:pt idx="91">
                  <c:v>7.28</c:v>
                </c:pt>
                <c:pt idx="92">
                  <c:v>7.46</c:v>
                </c:pt>
                <c:pt idx="93">
                  <c:v>7.36</c:v>
                </c:pt>
                <c:pt idx="94">
                  <c:v>7.29</c:v>
                </c:pt>
                <c:pt idx="95">
                  <c:v>7.39</c:v>
                </c:pt>
                <c:pt idx="96">
                  <c:v>7.33</c:v>
                </c:pt>
                <c:pt idx="97">
                  <c:v>7.36</c:v>
                </c:pt>
                <c:pt idx="98">
                  <c:v>7.18</c:v>
                </c:pt>
                <c:pt idx="99">
                  <c:v>7.01</c:v>
                </c:pt>
                <c:pt idx="100">
                  <c:v>7.05</c:v>
                </c:pt>
                <c:pt idx="101">
                  <c:v>7.11</c:v>
                </c:pt>
                <c:pt idx="102">
                  <c:v>7.18</c:v>
                </c:pt>
                <c:pt idx="103">
                  <c:v>7.17</c:v>
                </c:pt>
                <c:pt idx="104">
                  <c:v>7.35</c:v>
                </c:pt>
                <c:pt idx="105">
                  <c:v>7.27</c:v>
                </c:pt>
                <c:pt idx="106">
                  <c:v>7.22</c:v>
                </c:pt>
                <c:pt idx="107">
                  <c:v>7.2</c:v>
                </c:pt>
                <c:pt idx="108">
                  <c:v>7.09</c:v>
                </c:pt>
                <c:pt idx="109">
                  <c:v>7.07</c:v>
                </c:pt>
                <c:pt idx="110">
                  <c:v>7.15</c:v>
                </c:pt>
                <c:pt idx="111">
                  <c:v>7.05</c:v>
                </c:pt>
                <c:pt idx="112">
                  <c:v>7.02</c:v>
                </c:pt>
                <c:pt idx="113">
                  <c:v>7.01</c:v>
                </c:pt>
                <c:pt idx="114">
                  <c:v>6.91</c:v>
                </c:pt>
                <c:pt idx="115">
                  <c:v>6.83</c:v>
                </c:pt>
                <c:pt idx="116">
                  <c:v>6.79</c:v>
                </c:pt>
                <c:pt idx="117">
                  <c:v>6.82</c:v>
                </c:pt>
                <c:pt idx="118">
                  <c:v>6.78</c:v>
                </c:pt>
                <c:pt idx="119">
                  <c:v>6.76</c:v>
                </c:pt>
                <c:pt idx="120">
                  <c:v>6.73</c:v>
                </c:pt>
              </c:numCache>
            </c:numRef>
          </c:val>
          <c:smooth val="0"/>
          <c:extLst>
            <c:ext xmlns:c16="http://schemas.microsoft.com/office/drawing/2014/chart" uri="{C3380CC4-5D6E-409C-BE32-E72D297353CC}">
              <c16:uniqueId val="{00000000-029A-1A46-888F-10D31F9D024C}"/>
            </c:ext>
          </c:extLst>
        </c:ser>
        <c:ser>
          <c:idx val="1"/>
          <c:order val="1"/>
          <c:tx>
            <c:strRef>
              <c:f>'10Y G-Sec'!$C$1</c:f>
              <c:strCache>
                <c:ptCount val="1"/>
                <c:pt idx="0">
                  <c:v>average</c:v>
                </c:pt>
              </c:strCache>
            </c:strRef>
          </c:tx>
          <c:spPr>
            <a:ln w="12700" cap="rnd">
              <a:solidFill>
                <a:schemeClr val="accent2"/>
              </a:solidFill>
              <a:round/>
            </a:ln>
            <a:effectLst>
              <a:outerShdw blurRad="50800" dist="38100" dir="2700000" algn="tl" rotWithShape="0">
                <a:prstClr val="black">
                  <a:alpha val="40000"/>
                </a:prstClr>
              </a:outerShdw>
            </a:effectLst>
          </c:spPr>
          <c:marker>
            <c:symbol val="none"/>
          </c:marker>
          <c:cat>
            <c:numRef>
              <c:f>'10Y G-Sec'!$A$2:$A$122</c:f>
              <c:numCache>
                <c:formatCode>mmm\-yy</c:formatCode>
                <c:ptCount val="121"/>
                <c:pt idx="0">
                  <c:v>42036</c:v>
                </c:pt>
                <c:pt idx="1">
                  <c:v>42064</c:v>
                </c:pt>
                <c:pt idx="2">
                  <c:v>42095</c:v>
                </c:pt>
                <c:pt idx="3">
                  <c:v>42125</c:v>
                </c:pt>
                <c:pt idx="4">
                  <c:v>42156</c:v>
                </c:pt>
                <c:pt idx="5">
                  <c:v>42186</c:v>
                </c:pt>
                <c:pt idx="6">
                  <c:v>42217</c:v>
                </c:pt>
                <c:pt idx="7">
                  <c:v>42248</c:v>
                </c:pt>
                <c:pt idx="8">
                  <c:v>42278</c:v>
                </c:pt>
                <c:pt idx="9">
                  <c:v>42309</c:v>
                </c:pt>
                <c:pt idx="10">
                  <c:v>42339</c:v>
                </c:pt>
                <c:pt idx="11">
                  <c:v>42370</c:v>
                </c:pt>
                <c:pt idx="12">
                  <c:v>42401</c:v>
                </c:pt>
                <c:pt idx="13">
                  <c:v>42430</c:v>
                </c:pt>
                <c:pt idx="14">
                  <c:v>42461</c:v>
                </c:pt>
                <c:pt idx="15">
                  <c:v>42491</c:v>
                </c:pt>
                <c:pt idx="16">
                  <c:v>42522</c:v>
                </c:pt>
                <c:pt idx="17">
                  <c:v>42552</c:v>
                </c:pt>
                <c:pt idx="18">
                  <c:v>42583</c:v>
                </c:pt>
                <c:pt idx="19">
                  <c:v>42614</c:v>
                </c:pt>
                <c:pt idx="20">
                  <c:v>42644</c:v>
                </c:pt>
                <c:pt idx="21">
                  <c:v>42675</c:v>
                </c:pt>
                <c:pt idx="22">
                  <c:v>42705</c:v>
                </c:pt>
                <c:pt idx="23">
                  <c:v>42736</c:v>
                </c:pt>
                <c:pt idx="24">
                  <c:v>42767</c:v>
                </c:pt>
                <c:pt idx="25">
                  <c:v>42795</c:v>
                </c:pt>
                <c:pt idx="26">
                  <c:v>42826</c:v>
                </c:pt>
                <c:pt idx="27">
                  <c:v>42856</c:v>
                </c:pt>
                <c:pt idx="28">
                  <c:v>42887</c:v>
                </c:pt>
                <c:pt idx="29">
                  <c:v>42917</c:v>
                </c:pt>
                <c:pt idx="30">
                  <c:v>42948</c:v>
                </c:pt>
                <c:pt idx="31">
                  <c:v>42979</c:v>
                </c:pt>
                <c:pt idx="32">
                  <c:v>43009</c:v>
                </c:pt>
                <c:pt idx="33">
                  <c:v>43040</c:v>
                </c:pt>
                <c:pt idx="34">
                  <c:v>43070</c:v>
                </c:pt>
                <c:pt idx="35">
                  <c:v>43101</c:v>
                </c:pt>
                <c:pt idx="36">
                  <c:v>43132</c:v>
                </c:pt>
                <c:pt idx="37">
                  <c:v>43160</c:v>
                </c:pt>
                <c:pt idx="38">
                  <c:v>43191</c:v>
                </c:pt>
                <c:pt idx="39">
                  <c:v>43221</c:v>
                </c:pt>
                <c:pt idx="40">
                  <c:v>43252</c:v>
                </c:pt>
                <c:pt idx="41">
                  <c:v>43282</c:v>
                </c:pt>
                <c:pt idx="42">
                  <c:v>43313</c:v>
                </c:pt>
                <c:pt idx="43">
                  <c:v>43344</c:v>
                </c:pt>
                <c:pt idx="44">
                  <c:v>43374</c:v>
                </c:pt>
                <c:pt idx="45">
                  <c:v>43405</c:v>
                </c:pt>
                <c:pt idx="46">
                  <c:v>43435</c:v>
                </c:pt>
                <c:pt idx="47">
                  <c:v>43466</c:v>
                </c:pt>
                <c:pt idx="48">
                  <c:v>43497</c:v>
                </c:pt>
                <c:pt idx="49">
                  <c:v>43525</c:v>
                </c:pt>
                <c:pt idx="50">
                  <c:v>43556</c:v>
                </c:pt>
                <c:pt idx="51">
                  <c:v>43586</c:v>
                </c:pt>
                <c:pt idx="52">
                  <c:v>43617</c:v>
                </c:pt>
                <c:pt idx="53">
                  <c:v>43647</c:v>
                </c:pt>
                <c:pt idx="54">
                  <c:v>43678</c:v>
                </c:pt>
                <c:pt idx="55">
                  <c:v>43709</c:v>
                </c:pt>
                <c:pt idx="56">
                  <c:v>43739</c:v>
                </c:pt>
                <c:pt idx="57">
                  <c:v>43770</c:v>
                </c:pt>
                <c:pt idx="58">
                  <c:v>43800</c:v>
                </c:pt>
                <c:pt idx="59">
                  <c:v>43831</c:v>
                </c:pt>
                <c:pt idx="60">
                  <c:v>43862</c:v>
                </c:pt>
                <c:pt idx="61">
                  <c:v>43891</c:v>
                </c:pt>
                <c:pt idx="62">
                  <c:v>43922</c:v>
                </c:pt>
                <c:pt idx="63">
                  <c:v>43952</c:v>
                </c:pt>
                <c:pt idx="64">
                  <c:v>43983</c:v>
                </c:pt>
                <c:pt idx="65">
                  <c:v>44013</c:v>
                </c:pt>
                <c:pt idx="66">
                  <c:v>44044</c:v>
                </c:pt>
                <c:pt idx="67">
                  <c:v>44075</c:v>
                </c:pt>
                <c:pt idx="68">
                  <c:v>44105</c:v>
                </c:pt>
                <c:pt idx="69">
                  <c:v>44136</c:v>
                </c:pt>
                <c:pt idx="70">
                  <c:v>44166</c:v>
                </c:pt>
                <c:pt idx="71">
                  <c:v>44197</c:v>
                </c:pt>
                <c:pt idx="72">
                  <c:v>44228</c:v>
                </c:pt>
                <c:pt idx="73">
                  <c:v>44256</c:v>
                </c:pt>
                <c:pt idx="74">
                  <c:v>44287</c:v>
                </c:pt>
                <c:pt idx="75">
                  <c:v>44317</c:v>
                </c:pt>
                <c:pt idx="76">
                  <c:v>44348</c:v>
                </c:pt>
                <c:pt idx="77">
                  <c:v>44378</c:v>
                </c:pt>
                <c:pt idx="78">
                  <c:v>44409</c:v>
                </c:pt>
                <c:pt idx="79">
                  <c:v>44440</c:v>
                </c:pt>
                <c:pt idx="80">
                  <c:v>44470</c:v>
                </c:pt>
                <c:pt idx="81">
                  <c:v>44501</c:v>
                </c:pt>
                <c:pt idx="82">
                  <c:v>44531</c:v>
                </c:pt>
                <c:pt idx="83">
                  <c:v>44562</c:v>
                </c:pt>
                <c:pt idx="84">
                  <c:v>44593</c:v>
                </c:pt>
                <c:pt idx="85">
                  <c:v>44621</c:v>
                </c:pt>
                <c:pt idx="86">
                  <c:v>44652</c:v>
                </c:pt>
                <c:pt idx="87">
                  <c:v>44682</c:v>
                </c:pt>
                <c:pt idx="88">
                  <c:v>44713</c:v>
                </c:pt>
                <c:pt idx="89">
                  <c:v>44743</c:v>
                </c:pt>
                <c:pt idx="90">
                  <c:v>44774</c:v>
                </c:pt>
                <c:pt idx="91">
                  <c:v>44805</c:v>
                </c:pt>
                <c:pt idx="92">
                  <c:v>44835</c:v>
                </c:pt>
                <c:pt idx="93">
                  <c:v>44866</c:v>
                </c:pt>
                <c:pt idx="94">
                  <c:v>44896</c:v>
                </c:pt>
                <c:pt idx="95">
                  <c:v>44927</c:v>
                </c:pt>
                <c:pt idx="96">
                  <c:v>44958</c:v>
                </c:pt>
                <c:pt idx="97">
                  <c:v>44986</c:v>
                </c:pt>
                <c:pt idx="98">
                  <c:v>45017</c:v>
                </c:pt>
                <c:pt idx="99">
                  <c:v>45047</c:v>
                </c:pt>
                <c:pt idx="100">
                  <c:v>45078</c:v>
                </c:pt>
                <c:pt idx="101">
                  <c:v>45108</c:v>
                </c:pt>
                <c:pt idx="102">
                  <c:v>45139</c:v>
                </c:pt>
                <c:pt idx="103">
                  <c:v>45170</c:v>
                </c:pt>
                <c:pt idx="104">
                  <c:v>45200</c:v>
                </c:pt>
                <c:pt idx="105">
                  <c:v>45231</c:v>
                </c:pt>
                <c:pt idx="106">
                  <c:v>45261</c:v>
                </c:pt>
                <c:pt idx="107">
                  <c:v>45292</c:v>
                </c:pt>
                <c:pt idx="108">
                  <c:v>45323</c:v>
                </c:pt>
                <c:pt idx="109">
                  <c:v>45352</c:v>
                </c:pt>
                <c:pt idx="110">
                  <c:v>45383</c:v>
                </c:pt>
                <c:pt idx="111">
                  <c:v>45413</c:v>
                </c:pt>
                <c:pt idx="112">
                  <c:v>45444</c:v>
                </c:pt>
                <c:pt idx="113">
                  <c:v>45474</c:v>
                </c:pt>
                <c:pt idx="114">
                  <c:v>45505</c:v>
                </c:pt>
                <c:pt idx="115">
                  <c:v>45536</c:v>
                </c:pt>
                <c:pt idx="116">
                  <c:v>45566</c:v>
                </c:pt>
                <c:pt idx="117">
                  <c:v>45597</c:v>
                </c:pt>
                <c:pt idx="118">
                  <c:v>45627</c:v>
                </c:pt>
                <c:pt idx="119">
                  <c:v>45658</c:v>
                </c:pt>
                <c:pt idx="120">
                  <c:v>45689</c:v>
                </c:pt>
              </c:numCache>
            </c:numRef>
          </c:cat>
          <c:val>
            <c:numRef>
              <c:f>'10Y G-Sec'!$C$2:$C$122</c:f>
              <c:numCache>
                <c:formatCode>0.00</c:formatCode>
                <c:ptCount val="121"/>
                <c:pt idx="0">
                  <c:v>7.0329752066115718</c:v>
                </c:pt>
                <c:pt idx="1">
                  <c:v>7.0329752066115718</c:v>
                </c:pt>
                <c:pt idx="2">
                  <c:v>7.0329752066115718</c:v>
                </c:pt>
                <c:pt idx="3">
                  <c:v>7.0329752066115718</c:v>
                </c:pt>
                <c:pt idx="4">
                  <c:v>7.0329752066115718</c:v>
                </c:pt>
                <c:pt idx="5">
                  <c:v>7.0329752066115718</c:v>
                </c:pt>
                <c:pt idx="6">
                  <c:v>7.0329752066115718</c:v>
                </c:pt>
                <c:pt idx="7">
                  <c:v>7.0329752066115718</c:v>
                </c:pt>
                <c:pt idx="8">
                  <c:v>7.0329752066115718</c:v>
                </c:pt>
                <c:pt idx="9">
                  <c:v>7.0329752066115718</c:v>
                </c:pt>
                <c:pt idx="10">
                  <c:v>7.0329752066115718</c:v>
                </c:pt>
                <c:pt idx="11">
                  <c:v>7.0329752066115718</c:v>
                </c:pt>
                <c:pt idx="12">
                  <c:v>7.0329752066115718</c:v>
                </c:pt>
                <c:pt idx="13">
                  <c:v>7.0329752066115718</c:v>
                </c:pt>
                <c:pt idx="14">
                  <c:v>7.0329752066115718</c:v>
                </c:pt>
                <c:pt idx="15">
                  <c:v>7.0329752066115718</c:v>
                </c:pt>
                <c:pt idx="16">
                  <c:v>7.0329752066115718</c:v>
                </c:pt>
                <c:pt idx="17">
                  <c:v>7.0329752066115718</c:v>
                </c:pt>
                <c:pt idx="18">
                  <c:v>7.0329752066115718</c:v>
                </c:pt>
                <c:pt idx="19">
                  <c:v>7.0329752066115718</c:v>
                </c:pt>
                <c:pt idx="20">
                  <c:v>7.0329752066115718</c:v>
                </c:pt>
                <c:pt idx="21">
                  <c:v>7.0329752066115718</c:v>
                </c:pt>
                <c:pt idx="22">
                  <c:v>7.0329752066115718</c:v>
                </c:pt>
                <c:pt idx="23">
                  <c:v>7.0329752066115718</c:v>
                </c:pt>
                <c:pt idx="24">
                  <c:v>7.0329752066115718</c:v>
                </c:pt>
                <c:pt idx="25">
                  <c:v>7.0329752066115718</c:v>
                </c:pt>
                <c:pt idx="26">
                  <c:v>7.0329752066115718</c:v>
                </c:pt>
                <c:pt idx="27">
                  <c:v>7.0329752066115718</c:v>
                </c:pt>
                <c:pt idx="28">
                  <c:v>7.0329752066115718</c:v>
                </c:pt>
                <c:pt idx="29">
                  <c:v>7.0329752066115718</c:v>
                </c:pt>
                <c:pt idx="30">
                  <c:v>7.0329752066115718</c:v>
                </c:pt>
                <c:pt idx="31">
                  <c:v>7.0329752066115718</c:v>
                </c:pt>
                <c:pt idx="32">
                  <c:v>7.0329752066115718</c:v>
                </c:pt>
                <c:pt idx="33">
                  <c:v>7.0329752066115718</c:v>
                </c:pt>
                <c:pt idx="34">
                  <c:v>7.0329752066115718</c:v>
                </c:pt>
                <c:pt idx="35">
                  <c:v>7.0329752066115718</c:v>
                </c:pt>
                <c:pt idx="36">
                  <c:v>7.0329752066115718</c:v>
                </c:pt>
                <c:pt idx="37">
                  <c:v>7.0329752066115718</c:v>
                </c:pt>
                <c:pt idx="38">
                  <c:v>7.0329752066115718</c:v>
                </c:pt>
                <c:pt idx="39">
                  <c:v>7.0329752066115718</c:v>
                </c:pt>
                <c:pt idx="40">
                  <c:v>7.0329752066115718</c:v>
                </c:pt>
                <c:pt idx="41">
                  <c:v>7.0329752066115718</c:v>
                </c:pt>
                <c:pt idx="42">
                  <c:v>7.0329752066115718</c:v>
                </c:pt>
                <c:pt idx="43">
                  <c:v>7.0329752066115718</c:v>
                </c:pt>
                <c:pt idx="44">
                  <c:v>7.0329752066115718</c:v>
                </c:pt>
                <c:pt idx="45">
                  <c:v>7.0329752066115718</c:v>
                </c:pt>
                <c:pt idx="46">
                  <c:v>7.0329752066115718</c:v>
                </c:pt>
                <c:pt idx="47">
                  <c:v>7.0329752066115718</c:v>
                </c:pt>
                <c:pt idx="48">
                  <c:v>7.0329752066115718</c:v>
                </c:pt>
                <c:pt idx="49">
                  <c:v>7.0329752066115718</c:v>
                </c:pt>
                <c:pt idx="50">
                  <c:v>7.0329752066115718</c:v>
                </c:pt>
                <c:pt idx="51">
                  <c:v>7.0329752066115718</c:v>
                </c:pt>
                <c:pt idx="52">
                  <c:v>7.0329752066115718</c:v>
                </c:pt>
                <c:pt idx="53">
                  <c:v>7.0329752066115718</c:v>
                </c:pt>
                <c:pt idx="54">
                  <c:v>7.0329752066115718</c:v>
                </c:pt>
                <c:pt idx="55">
                  <c:v>7.0329752066115718</c:v>
                </c:pt>
                <c:pt idx="56">
                  <c:v>7.0329752066115718</c:v>
                </c:pt>
                <c:pt idx="57">
                  <c:v>7.0329752066115718</c:v>
                </c:pt>
                <c:pt idx="58">
                  <c:v>7.0329752066115718</c:v>
                </c:pt>
                <c:pt idx="59">
                  <c:v>7.0329752066115718</c:v>
                </c:pt>
                <c:pt idx="60">
                  <c:v>7.0329752066115718</c:v>
                </c:pt>
                <c:pt idx="61">
                  <c:v>7.0329752066115718</c:v>
                </c:pt>
                <c:pt idx="62">
                  <c:v>7.0329752066115718</c:v>
                </c:pt>
                <c:pt idx="63">
                  <c:v>7.0329752066115718</c:v>
                </c:pt>
                <c:pt idx="64">
                  <c:v>7.0329752066115718</c:v>
                </c:pt>
                <c:pt idx="65">
                  <c:v>7.0329752066115718</c:v>
                </c:pt>
                <c:pt idx="66">
                  <c:v>7.0329752066115718</c:v>
                </c:pt>
                <c:pt idx="67">
                  <c:v>7.0329752066115718</c:v>
                </c:pt>
                <c:pt idx="68">
                  <c:v>7.0329752066115718</c:v>
                </c:pt>
                <c:pt idx="69">
                  <c:v>7.0329752066115718</c:v>
                </c:pt>
                <c:pt idx="70">
                  <c:v>7.0329752066115718</c:v>
                </c:pt>
                <c:pt idx="71">
                  <c:v>7.0329752066115718</c:v>
                </c:pt>
                <c:pt idx="72">
                  <c:v>7.0329752066115718</c:v>
                </c:pt>
                <c:pt idx="73">
                  <c:v>7.0329752066115718</c:v>
                </c:pt>
                <c:pt idx="74">
                  <c:v>7.0329752066115718</c:v>
                </c:pt>
                <c:pt idx="75">
                  <c:v>7.0329752066115718</c:v>
                </c:pt>
                <c:pt idx="76">
                  <c:v>7.0329752066115718</c:v>
                </c:pt>
                <c:pt idx="77">
                  <c:v>7.0329752066115718</c:v>
                </c:pt>
                <c:pt idx="78">
                  <c:v>7.0329752066115718</c:v>
                </c:pt>
                <c:pt idx="79">
                  <c:v>7.0329752066115718</c:v>
                </c:pt>
                <c:pt idx="80">
                  <c:v>7.0329752066115718</c:v>
                </c:pt>
                <c:pt idx="81">
                  <c:v>7.0329752066115718</c:v>
                </c:pt>
                <c:pt idx="82">
                  <c:v>7.0329752066115718</c:v>
                </c:pt>
                <c:pt idx="83">
                  <c:v>7.0329752066115718</c:v>
                </c:pt>
                <c:pt idx="84">
                  <c:v>7.0329752066115718</c:v>
                </c:pt>
                <c:pt idx="85">
                  <c:v>7.0329752066115718</c:v>
                </c:pt>
                <c:pt idx="86">
                  <c:v>7.0329752066115718</c:v>
                </c:pt>
                <c:pt idx="87">
                  <c:v>7.0329752066115718</c:v>
                </c:pt>
                <c:pt idx="88">
                  <c:v>7.0329752066115718</c:v>
                </c:pt>
                <c:pt idx="89">
                  <c:v>7.0329752066115718</c:v>
                </c:pt>
                <c:pt idx="90">
                  <c:v>7.0329752066115718</c:v>
                </c:pt>
                <c:pt idx="91">
                  <c:v>7.0329752066115718</c:v>
                </c:pt>
                <c:pt idx="92">
                  <c:v>7.0329752066115718</c:v>
                </c:pt>
                <c:pt idx="93">
                  <c:v>7.0329752066115718</c:v>
                </c:pt>
                <c:pt idx="94">
                  <c:v>7.0329752066115718</c:v>
                </c:pt>
                <c:pt idx="95">
                  <c:v>7.0329752066115718</c:v>
                </c:pt>
                <c:pt idx="96">
                  <c:v>7.0329752066115718</c:v>
                </c:pt>
                <c:pt idx="97">
                  <c:v>7.0329752066115718</c:v>
                </c:pt>
                <c:pt idx="98">
                  <c:v>7.0329752066115718</c:v>
                </c:pt>
                <c:pt idx="99">
                  <c:v>7.0329752066115718</c:v>
                </c:pt>
                <c:pt idx="100">
                  <c:v>7.0329752066115718</c:v>
                </c:pt>
                <c:pt idx="101">
                  <c:v>7.0329752066115718</c:v>
                </c:pt>
                <c:pt idx="102">
                  <c:v>7.0329752066115718</c:v>
                </c:pt>
                <c:pt idx="103">
                  <c:v>7.0329752066115718</c:v>
                </c:pt>
                <c:pt idx="104">
                  <c:v>7.0329752066115718</c:v>
                </c:pt>
                <c:pt idx="105">
                  <c:v>7.0329752066115718</c:v>
                </c:pt>
                <c:pt idx="106">
                  <c:v>7.0329752066115718</c:v>
                </c:pt>
                <c:pt idx="107">
                  <c:v>7.0329752066115718</c:v>
                </c:pt>
                <c:pt idx="108">
                  <c:v>7.0329752066115718</c:v>
                </c:pt>
                <c:pt idx="109">
                  <c:v>7.0329752066115718</c:v>
                </c:pt>
                <c:pt idx="110">
                  <c:v>7.0329752066115718</c:v>
                </c:pt>
                <c:pt idx="111">
                  <c:v>7.0329752066115718</c:v>
                </c:pt>
                <c:pt idx="112">
                  <c:v>7.0329752066115718</c:v>
                </c:pt>
                <c:pt idx="113">
                  <c:v>7.0329752066115718</c:v>
                </c:pt>
                <c:pt idx="114">
                  <c:v>7.0329752066115718</c:v>
                </c:pt>
                <c:pt idx="115">
                  <c:v>7.0329752066115718</c:v>
                </c:pt>
                <c:pt idx="116">
                  <c:v>7.0329752066115718</c:v>
                </c:pt>
                <c:pt idx="117">
                  <c:v>7.0329752066115718</c:v>
                </c:pt>
                <c:pt idx="118">
                  <c:v>7.0329752066115718</c:v>
                </c:pt>
                <c:pt idx="119">
                  <c:v>7.0329752066115718</c:v>
                </c:pt>
                <c:pt idx="120">
                  <c:v>7.0329752066115718</c:v>
                </c:pt>
              </c:numCache>
            </c:numRef>
          </c:val>
          <c:smooth val="0"/>
          <c:extLst>
            <c:ext xmlns:c16="http://schemas.microsoft.com/office/drawing/2014/chart" uri="{C3380CC4-5D6E-409C-BE32-E72D297353CC}">
              <c16:uniqueId val="{00000000-7607-CB41-978D-FF10B97D43A2}"/>
            </c:ext>
          </c:extLst>
        </c:ser>
        <c:dLbls>
          <c:showLegendKey val="0"/>
          <c:showVal val="0"/>
          <c:showCatName val="0"/>
          <c:showSerName val="0"/>
          <c:showPercent val="0"/>
          <c:showBubbleSize val="0"/>
        </c:dLbls>
        <c:smooth val="0"/>
        <c:axId val="690237552"/>
        <c:axId val="690228832"/>
      </c:lineChart>
      <c:dateAx>
        <c:axId val="69023755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90228832"/>
        <c:crosses val="autoZero"/>
        <c:auto val="1"/>
        <c:lblOffset val="100"/>
        <c:baseTimeUnit val="months"/>
      </c:dateAx>
      <c:valAx>
        <c:axId val="690228832"/>
        <c:scaling>
          <c:orientation val="minMax"/>
          <c:max val="8.5"/>
          <c:min val="4.5"/>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90237552"/>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6.5639496379028786E-2"/>
          <c:y val="6.3275315108351618E-2"/>
          <c:w val="0.8886870896159661"/>
          <c:h val="0.80545716754868624"/>
        </c:manualLayout>
      </c:layout>
      <c:lineChart>
        <c:grouping val="standard"/>
        <c:varyColors val="0"/>
        <c:ser>
          <c:idx val="0"/>
          <c:order val="0"/>
          <c:tx>
            <c:strRef>
              <c:f>'Yield Curve'!$F$4</c:f>
              <c:strCache>
                <c:ptCount val="1"/>
                <c:pt idx="0">
                  <c:v>Yield</c:v>
                </c:pt>
              </c:strCache>
            </c:strRef>
          </c:tx>
          <c:spPr>
            <a:ln w="12700" cap="rnd">
              <a:solidFill>
                <a:schemeClr val="dk1">
                  <a:tint val="88500"/>
                </a:schemeClr>
              </a:solidFill>
              <a:round/>
            </a:ln>
            <a:effectLst>
              <a:outerShdw blurRad="50800" dist="38100" dir="2700000" algn="tl" rotWithShape="0">
                <a:prstClr val="black">
                  <a:alpha val="40000"/>
                </a:prstClr>
              </a:outerShdw>
            </a:effectLst>
          </c:spPr>
          <c:marker>
            <c:symbol val="circle"/>
            <c:size val="5"/>
            <c:spPr>
              <a:solidFill>
                <a:schemeClr val="dk1">
                  <a:tint val="88500"/>
                </a:schemeClr>
              </a:solidFill>
              <a:ln w="12700">
                <a:solidFill>
                  <a:schemeClr val="dk1">
                    <a:tint val="88500"/>
                  </a:schemeClr>
                </a:solidFill>
              </a:ln>
              <a:effectLst>
                <a:outerShdw blurRad="50800" dist="38100" dir="2700000" algn="tl" rotWithShape="0">
                  <a:prstClr val="black">
                    <a:alpha val="40000"/>
                  </a:prstClr>
                </a:outerShdw>
              </a:effectLst>
            </c:spPr>
          </c:marker>
          <c:cat>
            <c:strRef>
              <c:f>'Yield Curve'!$E$5:$E$25</c:f>
              <c:strCache>
                <c:ptCount val="10"/>
                <c:pt idx="0">
                  <c:v>6M</c:v>
                </c:pt>
                <c:pt idx="1">
                  <c:v>1Y</c:v>
                </c:pt>
                <c:pt idx="2">
                  <c:v>2Y</c:v>
                </c:pt>
                <c:pt idx="3">
                  <c:v>3Y</c:v>
                </c:pt>
                <c:pt idx="4">
                  <c:v>5Y</c:v>
                </c:pt>
                <c:pt idx="5">
                  <c:v>7Y</c:v>
                </c:pt>
                <c:pt idx="6">
                  <c:v>10Y</c:v>
                </c:pt>
                <c:pt idx="7">
                  <c:v>15Y</c:v>
                </c:pt>
                <c:pt idx="8">
                  <c:v>30Y</c:v>
                </c:pt>
                <c:pt idx="9">
                  <c:v>40Y</c:v>
                </c:pt>
              </c:strCache>
            </c:strRef>
          </c:cat>
          <c:val>
            <c:numRef>
              <c:f>'Yield Curve'!$F$5:$F$25</c:f>
              <c:numCache>
                <c:formatCode>General</c:formatCode>
                <c:ptCount val="10"/>
                <c:pt idx="0">
                  <c:v>6.2789999999999999</c:v>
                </c:pt>
                <c:pt idx="1">
                  <c:v>6.3559999999999999</c:v>
                </c:pt>
                <c:pt idx="2">
                  <c:v>6.343</c:v>
                </c:pt>
                <c:pt idx="3">
                  <c:v>6.3869999999999996</c:v>
                </c:pt>
                <c:pt idx="4">
                  <c:v>6.4329999999999998</c:v>
                </c:pt>
                <c:pt idx="5">
                  <c:v>6.4859999999999998</c:v>
                </c:pt>
                <c:pt idx="6">
                  <c:v>6.5940000000000003</c:v>
                </c:pt>
                <c:pt idx="7">
                  <c:v>6.69</c:v>
                </c:pt>
                <c:pt idx="8">
                  <c:v>6.984</c:v>
                </c:pt>
                <c:pt idx="9">
                  <c:v>7.0140000000000002</c:v>
                </c:pt>
              </c:numCache>
            </c:numRef>
          </c:val>
          <c:smooth val="0"/>
          <c:extLst>
            <c:ext xmlns:c16="http://schemas.microsoft.com/office/drawing/2014/chart" uri="{C3380CC4-5D6E-409C-BE32-E72D297353CC}">
              <c16:uniqueId val="{00000000-C551-6F44-811E-1E4628EA9A23}"/>
            </c:ext>
          </c:extLst>
        </c:ser>
        <c:ser>
          <c:idx val="1"/>
          <c:order val="1"/>
          <c:tx>
            <c:strRef>
              <c:f>'Yield Curve'!$G$4</c:f>
              <c:strCache>
                <c:ptCount val="1"/>
                <c:pt idx="0">
                  <c:v>1M ago</c:v>
                </c:pt>
              </c:strCache>
            </c:strRef>
          </c:tx>
          <c:spPr>
            <a:ln w="12700" cap="rnd">
              <a:solidFill>
                <a:schemeClr val="dk1">
                  <a:tint val="55000"/>
                </a:schemeClr>
              </a:solidFill>
              <a:round/>
            </a:ln>
            <a:effectLst>
              <a:outerShdw blurRad="50800" dist="38100" dir="2700000" algn="tl" rotWithShape="0">
                <a:prstClr val="black">
                  <a:alpha val="40000"/>
                </a:prstClr>
              </a:outerShdw>
            </a:effectLst>
          </c:spPr>
          <c:marker>
            <c:symbol val="circle"/>
            <c:size val="5"/>
            <c:spPr>
              <a:solidFill>
                <a:schemeClr val="dk1">
                  <a:tint val="55000"/>
                </a:schemeClr>
              </a:solidFill>
              <a:ln w="12700">
                <a:solidFill>
                  <a:schemeClr val="dk1">
                    <a:tint val="55000"/>
                  </a:schemeClr>
                </a:solidFill>
              </a:ln>
              <a:effectLst>
                <a:outerShdw blurRad="50800" dist="38100" dir="2700000" algn="tl" rotWithShape="0">
                  <a:prstClr val="black">
                    <a:alpha val="40000"/>
                  </a:prstClr>
                </a:outerShdw>
              </a:effectLst>
            </c:spPr>
          </c:marker>
          <c:cat>
            <c:strRef>
              <c:f>'Yield Curve'!$E$5:$E$25</c:f>
              <c:strCache>
                <c:ptCount val="10"/>
                <c:pt idx="0">
                  <c:v>6M</c:v>
                </c:pt>
                <c:pt idx="1">
                  <c:v>1Y</c:v>
                </c:pt>
                <c:pt idx="2">
                  <c:v>2Y</c:v>
                </c:pt>
                <c:pt idx="3">
                  <c:v>3Y</c:v>
                </c:pt>
                <c:pt idx="4">
                  <c:v>5Y</c:v>
                </c:pt>
                <c:pt idx="5">
                  <c:v>7Y</c:v>
                </c:pt>
                <c:pt idx="6">
                  <c:v>10Y</c:v>
                </c:pt>
                <c:pt idx="7">
                  <c:v>15Y</c:v>
                </c:pt>
                <c:pt idx="8">
                  <c:v>30Y</c:v>
                </c:pt>
                <c:pt idx="9">
                  <c:v>40Y</c:v>
                </c:pt>
              </c:strCache>
            </c:strRef>
          </c:cat>
          <c:val>
            <c:numRef>
              <c:f>'Yield Curve'!$G$5:$G$25</c:f>
              <c:numCache>
                <c:formatCode>General</c:formatCode>
                <c:ptCount val="10"/>
                <c:pt idx="0">
                  <c:v>6.59</c:v>
                </c:pt>
                <c:pt idx="1">
                  <c:v>6.58</c:v>
                </c:pt>
                <c:pt idx="2">
                  <c:v>6.55</c:v>
                </c:pt>
                <c:pt idx="3">
                  <c:v>6.58</c:v>
                </c:pt>
                <c:pt idx="4">
                  <c:v>6.61</c:v>
                </c:pt>
                <c:pt idx="5">
                  <c:v>6.73</c:v>
                </c:pt>
                <c:pt idx="6">
                  <c:v>6.7</c:v>
                </c:pt>
                <c:pt idx="7">
                  <c:v>6.87</c:v>
                </c:pt>
                <c:pt idx="8">
                  <c:v>7.07</c:v>
                </c:pt>
                <c:pt idx="9">
                  <c:v>7.09</c:v>
                </c:pt>
              </c:numCache>
            </c:numRef>
          </c:val>
          <c:smooth val="0"/>
          <c:extLst>
            <c:ext xmlns:c16="http://schemas.microsoft.com/office/drawing/2014/chart" uri="{C3380CC4-5D6E-409C-BE32-E72D297353CC}">
              <c16:uniqueId val="{00000001-C551-6F44-811E-1E4628EA9A23}"/>
            </c:ext>
          </c:extLst>
        </c:ser>
        <c:ser>
          <c:idx val="2"/>
          <c:order val="2"/>
          <c:tx>
            <c:strRef>
              <c:f>'Yield Curve'!$H$4</c:f>
              <c:strCache>
                <c:ptCount val="1"/>
                <c:pt idx="0">
                  <c:v>1Y ago</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circle"/>
            <c:size val="5"/>
            <c:spPr>
              <a:solidFill>
                <a:schemeClr val="dk1">
                  <a:tint val="75000"/>
                </a:schemeClr>
              </a:solidFill>
              <a:ln w="12700">
                <a:solidFill>
                  <a:schemeClr val="dk1">
                    <a:tint val="75000"/>
                  </a:schemeClr>
                </a:solidFill>
              </a:ln>
              <a:effectLst>
                <a:outerShdw blurRad="50800" dist="38100" dir="2700000" algn="tl" rotWithShape="0">
                  <a:prstClr val="black">
                    <a:alpha val="40000"/>
                  </a:prstClr>
                </a:outerShdw>
              </a:effectLst>
            </c:spPr>
          </c:marker>
          <c:cat>
            <c:strRef>
              <c:f>'Yield Curve'!$E$5:$E$25</c:f>
              <c:strCache>
                <c:ptCount val="10"/>
                <c:pt idx="0">
                  <c:v>6M</c:v>
                </c:pt>
                <c:pt idx="1">
                  <c:v>1Y</c:v>
                </c:pt>
                <c:pt idx="2">
                  <c:v>2Y</c:v>
                </c:pt>
                <c:pt idx="3">
                  <c:v>3Y</c:v>
                </c:pt>
                <c:pt idx="4">
                  <c:v>5Y</c:v>
                </c:pt>
                <c:pt idx="5">
                  <c:v>7Y</c:v>
                </c:pt>
                <c:pt idx="6">
                  <c:v>10Y</c:v>
                </c:pt>
                <c:pt idx="7">
                  <c:v>15Y</c:v>
                </c:pt>
                <c:pt idx="8">
                  <c:v>30Y</c:v>
                </c:pt>
                <c:pt idx="9">
                  <c:v>40Y</c:v>
                </c:pt>
              </c:strCache>
            </c:strRef>
          </c:cat>
          <c:val>
            <c:numRef>
              <c:f>'Yield Curve'!$H$5:$H$25</c:f>
              <c:numCache>
                <c:formatCode>General</c:formatCode>
                <c:ptCount val="10"/>
                <c:pt idx="0">
                  <c:v>7.01</c:v>
                </c:pt>
                <c:pt idx="1">
                  <c:v>7.0209999999999999</c:v>
                </c:pt>
                <c:pt idx="2">
                  <c:v>7.0750000000000002</c:v>
                </c:pt>
                <c:pt idx="3">
                  <c:v>7.1210000000000004</c:v>
                </c:pt>
                <c:pt idx="4">
                  <c:v>7.1260000000000003</c:v>
                </c:pt>
                <c:pt idx="5">
                  <c:v>7.08</c:v>
                </c:pt>
                <c:pt idx="6">
                  <c:v>7.1539999999999999</c:v>
                </c:pt>
                <c:pt idx="7">
                  <c:v>7.1689999999999996</c:v>
                </c:pt>
                <c:pt idx="8">
                  <c:v>7.2080000000000002</c:v>
                </c:pt>
                <c:pt idx="9">
                  <c:v>7.2519999999999998</c:v>
                </c:pt>
              </c:numCache>
            </c:numRef>
          </c:val>
          <c:smooth val="0"/>
          <c:extLst>
            <c:ext xmlns:c16="http://schemas.microsoft.com/office/drawing/2014/chart" uri="{C3380CC4-5D6E-409C-BE32-E72D297353CC}">
              <c16:uniqueId val="{00000002-C551-6F44-811E-1E4628EA9A23}"/>
            </c:ext>
          </c:extLst>
        </c:ser>
        <c:dLbls>
          <c:showLegendKey val="0"/>
          <c:showVal val="0"/>
          <c:showCatName val="0"/>
          <c:showSerName val="0"/>
          <c:showPercent val="0"/>
          <c:showBubbleSize val="0"/>
        </c:dLbls>
        <c:marker val="1"/>
        <c:smooth val="0"/>
        <c:axId val="699956912"/>
        <c:axId val="699958624"/>
      </c:lineChart>
      <c:catAx>
        <c:axId val="69995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AE"/>
          </a:p>
        </c:txPr>
        <c:crossAx val="699958624"/>
        <c:crosses val="autoZero"/>
        <c:auto val="1"/>
        <c:lblAlgn val="ctr"/>
        <c:lblOffset val="100"/>
        <c:noMultiLvlLbl val="0"/>
      </c:catAx>
      <c:valAx>
        <c:axId val="699958624"/>
        <c:scaling>
          <c:orientation val="minMax"/>
          <c:max val="7.3"/>
          <c:min val="6.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99956912"/>
        <c:crosses val="autoZero"/>
        <c:crossBetween val="between"/>
      </c:valAx>
      <c:spPr>
        <a:noFill/>
        <a:ln>
          <a:noFill/>
        </a:ln>
        <a:effectLst/>
      </c:spPr>
    </c:plotArea>
    <c:legend>
      <c:legendPos val="b"/>
      <c:layout>
        <c:manualLayout>
          <c:xMode val="edge"/>
          <c:yMode val="edge"/>
          <c:x val="0.13394195803542089"/>
          <c:y val="0.77019827775190997"/>
          <c:w val="0.79103643156057035"/>
          <c:h val="9.1746489284413715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solidFill>
        <a:schemeClr val="tx1"/>
      </a:solidFill>
    </a:ln>
    <a:effectLst/>
  </c:spPr>
  <c:txPr>
    <a:bodyPr/>
    <a:lstStyle/>
    <a:p>
      <a:pPr>
        <a:defRPr/>
      </a:pPr>
      <a:endParaRPr lang="en-AE"/>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'10Y G-Sec'!$Z$1</c:f>
              <c:strCache>
                <c:ptCount val="1"/>
                <c:pt idx="0">
                  <c:v>Actual Repo Rate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'10Y G-Sec'!$Y$2:$Y$65</c:f>
              <c:numCache>
                <c:formatCode>mmm\-yy</c:formatCode>
                <c:ptCount val="64"/>
                <c:pt idx="0">
                  <c:v>45695</c:v>
                </c:pt>
                <c:pt idx="1">
                  <c:v>45632</c:v>
                </c:pt>
                <c:pt idx="2">
                  <c:v>45574</c:v>
                </c:pt>
                <c:pt idx="3">
                  <c:v>45512</c:v>
                </c:pt>
                <c:pt idx="4">
                  <c:v>45450</c:v>
                </c:pt>
                <c:pt idx="5">
                  <c:v>45387</c:v>
                </c:pt>
                <c:pt idx="6">
                  <c:v>45330</c:v>
                </c:pt>
                <c:pt idx="7">
                  <c:v>45268</c:v>
                </c:pt>
                <c:pt idx="8">
                  <c:v>45205</c:v>
                </c:pt>
                <c:pt idx="9">
                  <c:v>45148</c:v>
                </c:pt>
                <c:pt idx="10">
                  <c:v>45085</c:v>
                </c:pt>
                <c:pt idx="11">
                  <c:v>45022</c:v>
                </c:pt>
                <c:pt idx="12">
                  <c:v>44965</c:v>
                </c:pt>
                <c:pt idx="13">
                  <c:v>44902</c:v>
                </c:pt>
                <c:pt idx="14">
                  <c:v>44834</c:v>
                </c:pt>
                <c:pt idx="15">
                  <c:v>44778</c:v>
                </c:pt>
                <c:pt idx="16">
                  <c:v>44720</c:v>
                </c:pt>
                <c:pt idx="17">
                  <c:v>44685</c:v>
                </c:pt>
                <c:pt idx="18">
                  <c:v>44659</c:v>
                </c:pt>
                <c:pt idx="19">
                  <c:v>44602</c:v>
                </c:pt>
                <c:pt idx="20">
                  <c:v>44538</c:v>
                </c:pt>
                <c:pt idx="21">
                  <c:v>44477</c:v>
                </c:pt>
                <c:pt idx="22">
                  <c:v>44414</c:v>
                </c:pt>
                <c:pt idx="23">
                  <c:v>44351</c:v>
                </c:pt>
                <c:pt idx="24">
                  <c:v>44293</c:v>
                </c:pt>
                <c:pt idx="25">
                  <c:v>44232</c:v>
                </c:pt>
                <c:pt idx="26">
                  <c:v>44169</c:v>
                </c:pt>
                <c:pt idx="27">
                  <c:v>44113</c:v>
                </c:pt>
                <c:pt idx="28">
                  <c:v>44049</c:v>
                </c:pt>
                <c:pt idx="29">
                  <c:v>43973</c:v>
                </c:pt>
                <c:pt idx="30">
                  <c:v>43917</c:v>
                </c:pt>
                <c:pt idx="31">
                  <c:v>43867</c:v>
                </c:pt>
                <c:pt idx="32">
                  <c:v>43804</c:v>
                </c:pt>
                <c:pt idx="33">
                  <c:v>43742</c:v>
                </c:pt>
                <c:pt idx="34">
                  <c:v>43684</c:v>
                </c:pt>
                <c:pt idx="35">
                  <c:v>43622</c:v>
                </c:pt>
                <c:pt idx="36">
                  <c:v>43559</c:v>
                </c:pt>
                <c:pt idx="37">
                  <c:v>43503</c:v>
                </c:pt>
                <c:pt idx="38">
                  <c:v>43439</c:v>
                </c:pt>
                <c:pt idx="39">
                  <c:v>43378</c:v>
                </c:pt>
                <c:pt idx="40">
                  <c:v>43313</c:v>
                </c:pt>
                <c:pt idx="41">
                  <c:v>43257</c:v>
                </c:pt>
                <c:pt idx="42">
                  <c:v>43195</c:v>
                </c:pt>
                <c:pt idx="43">
                  <c:v>43138</c:v>
                </c:pt>
                <c:pt idx="44">
                  <c:v>43075</c:v>
                </c:pt>
                <c:pt idx="45">
                  <c:v>43012</c:v>
                </c:pt>
                <c:pt idx="46">
                  <c:v>42949</c:v>
                </c:pt>
                <c:pt idx="47">
                  <c:v>42893</c:v>
                </c:pt>
                <c:pt idx="48">
                  <c:v>42831</c:v>
                </c:pt>
                <c:pt idx="49">
                  <c:v>42774</c:v>
                </c:pt>
                <c:pt idx="50">
                  <c:v>42711</c:v>
                </c:pt>
                <c:pt idx="51">
                  <c:v>42647</c:v>
                </c:pt>
                <c:pt idx="52">
                  <c:v>42591</c:v>
                </c:pt>
                <c:pt idx="53">
                  <c:v>42528</c:v>
                </c:pt>
                <c:pt idx="54">
                  <c:v>42465</c:v>
                </c:pt>
                <c:pt idx="55">
                  <c:v>42402</c:v>
                </c:pt>
                <c:pt idx="56">
                  <c:v>42339</c:v>
                </c:pt>
                <c:pt idx="57">
                  <c:v>42276</c:v>
                </c:pt>
                <c:pt idx="58">
                  <c:v>42220</c:v>
                </c:pt>
                <c:pt idx="59">
                  <c:v>42157</c:v>
                </c:pt>
                <c:pt idx="60">
                  <c:v>42101</c:v>
                </c:pt>
                <c:pt idx="61">
                  <c:v>42067</c:v>
                </c:pt>
                <c:pt idx="62">
                  <c:v>42038</c:v>
                </c:pt>
                <c:pt idx="63">
                  <c:v>42019</c:v>
                </c:pt>
              </c:numCache>
            </c:numRef>
          </c:cat>
          <c:val>
            <c:numRef>
              <c:f>'10Y G-Sec'!$Z$2:$Z$65</c:f>
            </c:numRef>
          </c:val>
          <c:smooth val="0"/>
          <c:extLst>
            <c:ext xmlns:c16="http://schemas.microsoft.com/office/drawing/2014/chart" uri="{C3380CC4-5D6E-409C-BE32-E72D297353CC}">
              <c16:uniqueId val="{00000000-91B3-7746-AAC8-21EEA1B91F9F}"/>
            </c:ext>
          </c:extLst>
        </c:ser>
        <c:ser>
          <c:idx val="1"/>
          <c:order val="1"/>
          <c:tx>
            <c:strRef>
              <c:f>'10Y G-Sec'!$AA$1</c:f>
              <c:strCache>
                <c:ptCount val="1"/>
                <c:pt idx="0">
                  <c:v>10Y G-Sec Yield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'10Y G-Sec'!$Y$2:$Y$65</c:f>
              <c:numCache>
                <c:formatCode>mmm\-yy</c:formatCode>
                <c:ptCount val="64"/>
                <c:pt idx="0">
                  <c:v>45695</c:v>
                </c:pt>
                <c:pt idx="1">
                  <c:v>45632</c:v>
                </c:pt>
                <c:pt idx="2">
                  <c:v>45574</c:v>
                </c:pt>
                <c:pt idx="3">
                  <c:v>45512</c:v>
                </c:pt>
                <c:pt idx="4">
                  <c:v>45450</c:v>
                </c:pt>
                <c:pt idx="5">
                  <c:v>45387</c:v>
                </c:pt>
                <c:pt idx="6">
                  <c:v>45330</c:v>
                </c:pt>
                <c:pt idx="7">
                  <c:v>45268</c:v>
                </c:pt>
                <c:pt idx="8">
                  <c:v>45205</c:v>
                </c:pt>
                <c:pt idx="9">
                  <c:v>45148</c:v>
                </c:pt>
                <c:pt idx="10">
                  <c:v>45085</c:v>
                </c:pt>
                <c:pt idx="11">
                  <c:v>45022</c:v>
                </c:pt>
                <c:pt idx="12">
                  <c:v>44965</c:v>
                </c:pt>
                <c:pt idx="13">
                  <c:v>44902</c:v>
                </c:pt>
                <c:pt idx="14">
                  <c:v>44834</c:v>
                </c:pt>
                <c:pt idx="15">
                  <c:v>44778</c:v>
                </c:pt>
                <c:pt idx="16">
                  <c:v>44720</c:v>
                </c:pt>
                <c:pt idx="17">
                  <c:v>44685</c:v>
                </c:pt>
                <c:pt idx="18">
                  <c:v>44659</c:v>
                </c:pt>
                <c:pt idx="19">
                  <c:v>44602</c:v>
                </c:pt>
                <c:pt idx="20">
                  <c:v>44538</c:v>
                </c:pt>
                <c:pt idx="21">
                  <c:v>44477</c:v>
                </c:pt>
                <c:pt idx="22">
                  <c:v>44414</c:v>
                </c:pt>
                <c:pt idx="23">
                  <c:v>44351</c:v>
                </c:pt>
                <c:pt idx="24">
                  <c:v>44293</c:v>
                </c:pt>
                <c:pt idx="25">
                  <c:v>44232</c:v>
                </c:pt>
                <c:pt idx="26">
                  <c:v>44169</c:v>
                </c:pt>
                <c:pt idx="27">
                  <c:v>44113</c:v>
                </c:pt>
                <c:pt idx="28">
                  <c:v>44049</c:v>
                </c:pt>
                <c:pt idx="29">
                  <c:v>43973</c:v>
                </c:pt>
                <c:pt idx="30">
                  <c:v>43917</c:v>
                </c:pt>
                <c:pt idx="31">
                  <c:v>43867</c:v>
                </c:pt>
                <c:pt idx="32">
                  <c:v>43804</c:v>
                </c:pt>
                <c:pt idx="33">
                  <c:v>43742</c:v>
                </c:pt>
                <c:pt idx="34">
                  <c:v>43684</c:v>
                </c:pt>
                <c:pt idx="35">
                  <c:v>43622</c:v>
                </c:pt>
                <c:pt idx="36">
                  <c:v>43559</c:v>
                </c:pt>
                <c:pt idx="37">
                  <c:v>43503</c:v>
                </c:pt>
                <c:pt idx="38">
                  <c:v>43439</c:v>
                </c:pt>
                <c:pt idx="39">
                  <c:v>43378</c:v>
                </c:pt>
                <c:pt idx="40">
                  <c:v>43313</c:v>
                </c:pt>
                <c:pt idx="41">
                  <c:v>43257</c:v>
                </c:pt>
                <c:pt idx="42">
                  <c:v>43195</c:v>
                </c:pt>
                <c:pt idx="43">
                  <c:v>43138</c:v>
                </c:pt>
                <c:pt idx="44">
                  <c:v>43075</c:v>
                </c:pt>
                <c:pt idx="45">
                  <c:v>43012</c:v>
                </c:pt>
                <c:pt idx="46">
                  <c:v>42949</c:v>
                </c:pt>
                <c:pt idx="47">
                  <c:v>42893</c:v>
                </c:pt>
                <c:pt idx="48">
                  <c:v>42831</c:v>
                </c:pt>
                <c:pt idx="49">
                  <c:v>42774</c:v>
                </c:pt>
                <c:pt idx="50">
                  <c:v>42711</c:v>
                </c:pt>
                <c:pt idx="51">
                  <c:v>42647</c:v>
                </c:pt>
                <c:pt idx="52">
                  <c:v>42591</c:v>
                </c:pt>
                <c:pt idx="53">
                  <c:v>42528</c:v>
                </c:pt>
                <c:pt idx="54">
                  <c:v>42465</c:v>
                </c:pt>
                <c:pt idx="55">
                  <c:v>42402</c:v>
                </c:pt>
                <c:pt idx="56">
                  <c:v>42339</c:v>
                </c:pt>
                <c:pt idx="57">
                  <c:v>42276</c:v>
                </c:pt>
                <c:pt idx="58">
                  <c:v>42220</c:v>
                </c:pt>
                <c:pt idx="59">
                  <c:v>42157</c:v>
                </c:pt>
                <c:pt idx="60">
                  <c:v>42101</c:v>
                </c:pt>
                <c:pt idx="61">
                  <c:v>42067</c:v>
                </c:pt>
                <c:pt idx="62">
                  <c:v>42038</c:v>
                </c:pt>
                <c:pt idx="63">
                  <c:v>42019</c:v>
                </c:pt>
              </c:numCache>
            </c:numRef>
          </c:cat>
          <c:val>
            <c:numRef>
              <c:f>'10Y G-Sec'!$AA$2:$AA$65</c:f>
            </c:numRef>
          </c:val>
          <c:smooth val="0"/>
          <c:extLst>
            <c:ext xmlns:c16="http://schemas.microsoft.com/office/drawing/2014/chart" uri="{C3380CC4-5D6E-409C-BE32-E72D297353CC}">
              <c16:uniqueId val="{00000001-91B3-7746-AAC8-21EEA1B91F9F}"/>
            </c:ext>
          </c:extLst>
        </c:ser>
        <c:ser>
          <c:idx val="2"/>
          <c:order val="2"/>
          <c:tx>
            <c:strRef>
              <c:f>'10Y G-Sec'!$AB$1</c:f>
              <c:strCache>
                <c:ptCount val="1"/>
                <c:pt idx="0">
                  <c:v>Spread-10Y Yield -Repo Rate</c:v>
                </c:pt>
              </c:strCache>
            </c:strRef>
          </c:tx>
          <c:spPr>
            <a:ln w="12700" cap="rnd">
              <a:solidFill>
                <a:schemeClr val="accent3"/>
              </a:solidFill>
              <a:round/>
            </a:ln>
            <a:effectLst>
              <a:outerShdw blurRad="50800" dist="38100" dir="2700000" algn="tl" rotWithShape="0">
                <a:prstClr val="black">
                  <a:alpha val="40000"/>
                </a:prstClr>
              </a:outerShdw>
            </a:effectLst>
          </c:spPr>
          <c:marker>
            <c:symbol val="none"/>
          </c:marker>
          <c:cat>
            <c:numRef>
              <c:f>'10Y G-Sec'!$Y$2:$Y$65</c:f>
              <c:numCache>
                <c:formatCode>mmm\-yy</c:formatCode>
                <c:ptCount val="64"/>
                <c:pt idx="0">
                  <c:v>45695</c:v>
                </c:pt>
                <c:pt idx="1">
                  <c:v>45632</c:v>
                </c:pt>
                <c:pt idx="2">
                  <c:v>45574</c:v>
                </c:pt>
                <c:pt idx="3">
                  <c:v>45512</c:v>
                </c:pt>
                <c:pt idx="4">
                  <c:v>45450</c:v>
                </c:pt>
                <c:pt idx="5">
                  <c:v>45387</c:v>
                </c:pt>
                <c:pt idx="6">
                  <c:v>45330</c:v>
                </c:pt>
                <c:pt idx="7">
                  <c:v>45268</c:v>
                </c:pt>
                <c:pt idx="8">
                  <c:v>45205</c:v>
                </c:pt>
                <c:pt idx="9">
                  <c:v>45148</c:v>
                </c:pt>
                <c:pt idx="10">
                  <c:v>45085</c:v>
                </c:pt>
                <c:pt idx="11">
                  <c:v>45022</c:v>
                </c:pt>
                <c:pt idx="12">
                  <c:v>44965</c:v>
                </c:pt>
                <c:pt idx="13">
                  <c:v>44902</c:v>
                </c:pt>
                <c:pt idx="14">
                  <c:v>44834</c:v>
                </c:pt>
                <c:pt idx="15">
                  <c:v>44778</c:v>
                </c:pt>
                <c:pt idx="16">
                  <c:v>44720</c:v>
                </c:pt>
                <c:pt idx="17">
                  <c:v>44685</c:v>
                </c:pt>
                <c:pt idx="18">
                  <c:v>44659</c:v>
                </c:pt>
                <c:pt idx="19">
                  <c:v>44602</c:v>
                </c:pt>
                <c:pt idx="20">
                  <c:v>44538</c:v>
                </c:pt>
                <c:pt idx="21">
                  <c:v>44477</c:v>
                </c:pt>
                <c:pt idx="22">
                  <c:v>44414</c:v>
                </c:pt>
                <c:pt idx="23">
                  <c:v>44351</c:v>
                </c:pt>
                <c:pt idx="24">
                  <c:v>44293</c:v>
                </c:pt>
                <c:pt idx="25">
                  <c:v>44232</c:v>
                </c:pt>
                <c:pt idx="26">
                  <c:v>44169</c:v>
                </c:pt>
                <c:pt idx="27">
                  <c:v>44113</c:v>
                </c:pt>
                <c:pt idx="28">
                  <c:v>44049</c:v>
                </c:pt>
                <c:pt idx="29">
                  <c:v>43973</c:v>
                </c:pt>
                <c:pt idx="30">
                  <c:v>43917</c:v>
                </c:pt>
                <c:pt idx="31">
                  <c:v>43867</c:v>
                </c:pt>
                <c:pt idx="32">
                  <c:v>43804</c:v>
                </c:pt>
                <c:pt idx="33">
                  <c:v>43742</c:v>
                </c:pt>
                <c:pt idx="34">
                  <c:v>43684</c:v>
                </c:pt>
                <c:pt idx="35">
                  <c:v>43622</c:v>
                </c:pt>
                <c:pt idx="36">
                  <c:v>43559</c:v>
                </c:pt>
                <c:pt idx="37">
                  <c:v>43503</c:v>
                </c:pt>
                <c:pt idx="38">
                  <c:v>43439</c:v>
                </c:pt>
                <c:pt idx="39">
                  <c:v>43378</c:v>
                </c:pt>
                <c:pt idx="40">
                  <c:v>43313</c:v>
                </c:pt>
                <c:pt idx="41">
                  <c:v>43257</c:v>
                </c:pt>
                <c:pt idx="42">
                  <c:v>43195</c:v>
                </c:pt>
                <c:pt idx="43">
                  <c:v>43138</c:v>
                </c:pt>
                <c:pt idx="44">
                  <c:v>43075</c:v>
                </c:pt>
                <c:pt idx="45">
                  <c:v>43012</c:v>
                </c:pt>
                <c:pt idx="46">
                  <c:v>42949</c:v>
                </c:pt>
                <c:pt idx="47">
                  <c:v>42893</c:v>
                </c:pt>
                <c:pt idx="48">
                  <c:v>42831</c:v>
                </c:pt>
                <c:pt idx="49">
                  <c:v>42774</c:v>
                </c:pt>
                <c:pt idx="50">
                  <c:v>42711</c:v>
                </c:pt>
                <c:pt idx="51">
                  <c:v>42647</c:v>
                </c:pt>
                <c:pt idx="52">
                  <c:v>42591</c:v>
                </c:pt>
                <c:pt idx="53">
                  <c:v>42528</c:v>
                </c:pt>
                <c:pt idx="54">
                  <c:v>42465</c:v>
                </c:pt>
                <c:pt idx="55">
                  <c:v>42402</c:v>
                </c:pt>
                <c:pt idx="56">
                  <c:v>42339</c:v>
                </c:pt>
                <c:pt idx="57">
                  <c:v>42276</c:v>
                </c:pt>
                <c:pt idx="58">
                  <c:v>42220</c:v>
                </c:pt>
                <c:pt idx="59">
                  <c:v>42157</c:v>
                </c:pt>
                <c:pt idx="60">
                  <c:v>42101</c:v>
                </c:pt>
                <c:pt idx="61">
                  <c:v>42067</c:v>
                </c:pt>
                <c:pt idx="62">
                  <c:v>42038</c:v>
                </c:pt>
                <c:pt idx="63">
                  <c:v>42019</c:v>
                </c:pt>
              </c:numCache>
            </c:numRef>
          </c:cat>
          <c:val>
            <c:numRef>
              <c:f>'10Y G-Sec'!$AB$2:$AB$65</c:f>
              <c:numCache>
                <c:formatCode>0.00%</c:formatCode>
                <c:ptCount val="64"/>
                <c:pt idx="0">
                  <c:v>4.489999999999994E-3</c:v>
                </c:pt>
                <c:pt idx="1">
                  <c:v>2.3999999999999994E-3</c:v>
                </c:pt>
                <c:pt idx="2">
                  <c:v>2.6599999999999957E-3</c:v>
                </c:pt>
                <c:pt idx="3">
                  <c:v>3.7699999999999956E-3</c:v>
                </c:pt>
                <c:pt idx="4">
                  <c:v>5.1799999999999902E-3</c:v>
                </c:pt>
                <c:pt idx="5">
                  <c:v>6.1699999999999949E-3</c:v>
                </c:pt>
                <c:pt idx="6">
                  <c:v>5.8199999999999918E-3</c:v>
                </c:pt>
                <c:pt idx="7">
                  <c:v>7.6600000000000001E-3</c:v>
                </c:pt>
                <c:pt idx="8">
                  <c:v>8.3900000000000086E-3</c:v>
                </c:pt>
                <c:pt idx="9">
                  <c:v>6.5399999999999903E-3</c:v>
                </c:pt>
                <c:pt idx="10">
                  <c:v>5.2099999999999924E-3</c:v>
                </c:pt>
                <c:pt idx="11">
                  <c:v>7.1900000000000019E-3</c:v>
                </c:pt>
                <c:pt idx="12">
                  <c:v>8.4400000000000031E-3</c:v>
                </c:pt>
                <c:pt idx="13">
                  <c:v>1.0190000000000005E-2</c:v>
                </c:pt>
                <c:pt idx="14">
                  <c:v>1.4979999999999993E-2</c:v>
                </c:pt>
                <c:pt idx="15">
                  <c:v>1.8999999999999996E-2</c:v>
                </c:pt>
                <c:pt idx="16">
                  <c:v>2.5939999999999991E-2</c:v>
                </c:pt>
                <c:pt idx="17">
                  <c:v>2.9780000000000001E-2</c:v>
                </c:pt>
                <c:pt idx="18">
                  <c:v>3.1190000000000002E-2</c:v>
                </c:pt>
                <c:pt idx="19">
                  <c:v>2.724999999999999E-2</c:v>
                </c:pt>
                <c:pt idx="20">
                  <c:v>2.3469999999999998E-2</c:v>
                </c:pt>
                <c:pt idx="21">
                  <c:v>2.3179999999999999E-2</c:v>
                </c:pt>
                <c:pt idx="22">
                  <c:v>2.2339999999999999E-2</c:v>
                </c:pt>
                <c:pt idx="23">
                  <c:v>2.0279999999999992E-2</c:v>
                </c:pt>
                <c:pt idx="24">
                  <c:v>2.0819999999999998E-2</c:v>
                </c:pt>
                <c:pt idx="25">
                  <c:v>2.0709999999999999E-2</c:v>
                </c:pt>
                <c:pt idx="26">
                  <c:v>1.8970000000000001E-2</c:v>
                </c:pt>
                <c:pt idx="27">
                  <c:v>1.9370000000000005E-2</c:v>
                </c:pt>
                <c:pt idx="28">
                  <c:v>1.8619999999999998E-2</c:v>
                </c:pt>
                <c:pt idx="29">
                  <c:v>1.9610000000000002E-2</c:v>
                </c:pt>
                <c:pt idx="30">
                  <c:v>1.7440000000000004E-2</c:v>
                </c:pt>
                <c:pt idx="31">
                  <c:v>1.2960000000000006E-2</c:v>
                </c:pt>
                <c:pt idx="32">
                  <c:v>1.4580000000000003E-2</c:v>
                </c:pt>
                <c:pt idx="33">
                  <c:v>1.5300000000000001E-2</c:v>
                </c:pt>
                <c:pt idx="34">
                  <c:v>9.6899999999999972E-3</c:v>
                </c:pt>
                <c:pt idx="35">
                  <c:v>1.1809999999999994E-2</c:v>
                </c:pt>
                <c:pt idx="36">
                  <c:v>1.3480000000000006E-2</c:v>
                </c:pt>
                <c:pt idx="37">
                  <c:v>1.2510000000000007E-2</c:v>
                </c:pt>
                <c:pt idx="38">
                  <c:v>9.4000000000000056E-3</c:v>
                </c:pt>
                <c:pt idx="39">
                  <c:v>1.523999999999999E-2</c:v>
                </c:pt>
                <c:pt idx="40">
                  <c:v>1.2009999999999993E-2</c:v>
                </c:pt>
                <c:pt idx="41">
                  <c:v>1.6670000000000004E-2</c:v>
                </c:pt>
                <c:pt idx="42">
                  <c:v>1.1270000000000002E-2</c:v>
                </c:pt>
                <c:pt idx="43">
                  <c:v>1.5310000000000004E-2</c:v>
                </c:pt>
                <c:pt idx="44">
                  <c:v>1.031E-2</c:v>
                </c:pt>
                <c:pt idx="45">
                  <c:v>7.0300000000000085E-3</c:v>
                </c:pt>
                <c:pt idx="46">
                  <c:v>4.6000000000000069E-3</c:v>
                </c:pt>
                <c:pt idx="47">
                  <c:v>3.1199999999999978E-3</c:v>
                </c:pt>
                <c:pt idx="48">
                  <c:v>5.180000000000004E-3</c:v>
                </c:pt>
                <c:pt idx="49">
                  <c:v>4.9700000000000022E-3</c:v>
                </c:pt>
                <c:pt idx="50">
                  <c:v>1.6000000000000042E-3</c:v>
                </c:pt>
                <c:pt idx="51">
                  <c:v>5.8700000000000002E-3</c:v>
                </c:pt>
                <c:pt idx="52">
                  <c:v>6.2399999999999956E-3</c:v>
                </c:pt>
                <c:pt idx="53">
                  <c:v>9.8199999999999954E-3</c:v>
                </c:pt>
                <c:pt idx="54">
                  <c:v>9.6199999999999897E-3</c:v>
                </c:pt>
                <c:pt idx="55">
                  <c:v>1.099E-2</c:v>
                </c:pt>
                <c:pt idx="56">
                  <c:v>9.6999999999999864E-3</c:v>
                </c:pt>
                <c:pt idx="57">
                  <c:v>8.6099999999999927E-3</c:v>
                </c:pt>
                <c:pt idx="58">
                  <c:v>5.9000000000000025E-3</c:v>
                </c:pt>
                <c:pt idx="59">
                  <c:v>6.8300000000000027E-3</c:v>
                </c:pt>
                <c:pt idx="60">
                  <c:v>2.8600000000000014E-3</c:v>
                </c:pt>
                <c:pt idx="61">
                  <c:v>1.8500000000000044E-3</c:v>
                </c:pt>
                <c:pt idx="62">
                  <c:v>-2.299999999999941E-4</c:v>
                </c:pt>
                <c:pt idx="63">
                  <c:v>-5.6000000000000494E-4</c:v>
                </c:pt>
              </c:numCache>
            </c:numRef>
          </c:val>
          <c:smooth val="0"/>
          <c:extLst>
            <c:ext xmlns:c16="http://schemas.microsoft.com/office/drawing/2014/chart" uri="{C3380CC4-5D6E-409C-BE32-E72D297353CC}">
              <c16:uniqueId val="{00000002-91B3-7746-AAC8-21EEA1B91F9F}"/>
            </c:ext>
          </c:extLst>
        </c:ser>
        <c:dLbls>
          <c:showLegendKey val="0"/>
          <c:showVal val="0"/>
          <c:showCatName val="0"/>
          <c:showSerName val="0"/>
          <c:showPercent val="0"/>
          <c:showBubbleSize val="0"/>
        </c:dLbls>
        <c:marker val="1"/>
        <c:smooth val="0"/>
        <c:axId val="767901840"/>
        <c:axId val="767954384"/>
      </c:lineChart>
      <c:lineChart>
        <c:grouping val="standard"/>
        <c:varyColors val="0"/>
        <c:ser>
          <c:idx val="3"/>
          <c:order val="3"/>
          <c:tx>
            <c:strRef>
              <c:f>'10Y G-Sec'!$AC$1</c:f>
              <c:strCache>
                <c:ptCount val="1"/>
                <c:pt idx="0">
                  <c:v>Average</c:v>
                </c:pt>
              </c:strCache>
            </c:strRef>
          </c:tx>
          <c:spPr>
            <a:ln w="12700" cap="rnd">
              <a:solidFill>
                <a:schemeClr val="accent4"/>
              </a:solidFill>
              <a:round/>
            </a:ln>
            <a:effectLst>
              <a:outerShdw blurRad="50800" dist="38100" dir="2700000" algn="tl" rotWithShape="0">
                <a:prstClr val="black">
                  <a:alpha val="40000"/>
                </a:prstClr>
              </a:outerShdw>
            </a:effectLst>
          </c:spPr>
          <c:marker>
            <c:symbol val="none"/>
          </c:marker>
          <c:cat>
            <c:numRef>
              <c:f>'10Y G-Sec'!$Y$2:$Y$65</c:f>
              <c:numCache>
                <c:formatCode>mmm\-yy</c:formatCode>
                <c:ptCount val="64"/>
                <c:pt idx="0">
                  <c:v>45695</c:v>
                </c:pt>
                <c:pt idx="1">
                  <c:v>45632</c:v>
                </c:pt>
                <c:pt idx="2">
                  <c:v>45574</c:v>
                </c:pt>
                <c:pt idx="3">
                  <c:v>45512</c:v>
                </c:pt>
                <c:pt idx="4">
                  <c:v>45450</c:v>
                </c:pt>
                <c:pt idx="5">
                  <c:v>45387</c:v>
                </c:pt>
                <c:pt idx="6">
                  <c:v>45330</c:v>
                </c:pt>
                <c:pt idx="7">
                  <c:v>45268</c:v>
                </c:pt>
                <c:pt idx="8">
                  <c:v>45205</c:v>
                </c:pt>
                <c:pt idx="9">
                  <c:v>45148</c:v>
                </c:pt>
                <c:pt idx="10">
                  <c:v>45085</c:v>
                </c:pt>
                <c:pt idx="11">
                  <c:v>45022</c:v>
                </c:pt>
                <c:pt idx="12">
                  <c:v>44965</c:v>
                </c:pt>
                <c:pt idx="13">
                  <c:v>44902</c:v>
                </c:pt>
                <c:pt idx="14">
                  <c:v>44834</c:v>
                </c:pt>
                <c:pt idx="15">
                  <c:v>44778</c:v>
                </c:pt>
                <c:pt idx="16">
                  <c:v>44720</c:v>
                </c:pt>
                <c:pt idx="17">
                  <c:v>44685</c:v>
                </c:pt>
                <c:pt idx="18">
                  <c:v>44659</c:v>
                </c:pt>
                <c:pt idx="19">
                  <c:v>44602</c:v>
                </c:pt>
                <c:pt idx="20">
                  <c:v>44538</c:v>
                </c:pt>
                <c:pt idx="21">
                  <c:v>44477</c:v>
                </c:pt>
                <c:pt idx="22">
                  <c:v>44414</c:v>
                </c:pt>
                <c:pt idx="23">
                  <c:v>44351</c:v>
                </c:pt>
                <c:pt idx="24">
                  <c:v>44293</c:v>
                </c:pt>
                <c:pt idx="25">
                  <c:v>44232</c:v>
                </c:pt>
                <c:pt idx="26">
                  <c:v>44169</c:v>
                </c:pt>
                <c:pt idx="27">
                  <c:v>44113</c:v>
                </c:pt>
                <c:pt idx="28">
                  <c:v>44049</c:v>
                </c:pt>
                <c:pt idx="29">
                  <c:v>43973</c:v>
                </c:pt>
                <c:pt idx="30">
                  <c:v>43917</c:v>
                </c:pt>
                <c:pt idx="31">
                  <c:v>43867</c:v>
                </c:pt>
                <c:pt idx="32">
                  <c:v>43804</c:v>
                </c:pt>
                <c:pt idx="33">
                  <c:v>43742</c:v>
                </c:pt>
                <c:pt idx="34">
                  <c:v>43684</c:v>
                </c:pt>
                <c:pt idx="35">
                  <c:v>43622</c:v>
                </c:pt>
                <c:pt idx="36">
                  <c:v>43559</c:v>
                </c:pt>
                <c:pt idx="37">
                  <c:v>43503</c:v>
                </c:pt>
                <c:pt idx="38">
                  <c:v>43439</c:v>
                </c:pt>
                <c:pt idx="39">
                  <c:v>43378</c:v>
                </c:pt>
                <c:pt idx="40">
                  <c:v>43313</c:v>
                </c:pt>
                <c:pt idx="41">
                  <c:v>43257</c:v>
                </c:pt>
                <c:pt idx="42">
                  <c:v>43195</c:v>
                </c:pt>
                <c:pt idx="43">
                  <c:v>43138</c:v>
                </c:pt>
                <c:pt idx="44">
                  <c:v>43075</c:v>
                </c:pt>
                <c:pt idx="45">
                  <c:v>43012</c:v>
                </c:pt>
                <c:pt idx="46">
                  <c:v>42949</c:v>
                </c:pt>
                <c:pt idx="47">
                  <c:v>42893</c:v>
                </c:pt>
                <c:pt idx="48">
                  <c:v>42831</c:v>
                </c:pt>
                <c:pt idx="49">
                  <c:v>42774</c:v>
                </c:pt>
                <c:pt idx="50">
                  <c:v>42711</c:v>
                </c:pt>
                <c:pt idx="51">
                  <c:v>42647</c:v>
                </c:pt>
                <c:pt idx="52">
                  <c:v>42591</c:v>
                </c:pt>
                <c:pt idx="53">
                  <c:v>42528</c:v>
                </c:pt>
                <c:pt idx="54">
                  <c:v>42465</c:v>
                </c:pt>
                <c:pt idx="55">
                  <c:v>42402</c:v>
                </c:pt>
                <c:pt idx="56">
                  <c:v>42339</c:v>
                </c:pt>
                <c:pt idx="57">
                  <c:v>42276</c:v>
                </c:pt>
                <c:pt idx="58">
                  <c:v>42220</c:v>
                </c:pt>
                <c:pt idx="59">
                  <c:v>42157</c:v>
                </c:pt>
                <c:pt idx="60">
                  <c:v>42101</c:v>
                </c:pt>
                <c:pt idx="61">
                  <c:v>42067</c:v>
                </c:pt>
                <c:pt idx="62">
                  <c:v>42038</c:v>
                </c:pt>
                <c:pt idx="63">
                  <c:v>42019</c:v>
                </c:pt>
              </c:numCache>
            </c:numRef>
          </c:cat>
          <c:val>
            <c:numRef>
              <c:f>'10Y G-Sec'!$AC$2:$AC$65</c:f>
              <c:numCache>
                <c:formatCode>0.00%</c:formatCode>
                <c:ptCount val="64"/>
                <c:pt idx="0">
                  <c:v>1.1587500000000004E-2</c:v>
                </c:pt>
                <c:pt idx="1">
                  <c:v>1.1587500000000004E-2</c:v>
                </c:pt>
                <c:pt idx="2">
                  <c:v>1.1587500000000004E-2</c:v>
                </c:pt>
                <c:pt idx="3">
                  <c:v>1.1587500000000004E-2</c:v>
                </c:pt>
                <c:pt idx="4">
                  <c:v>1.1587500000000004E-2</c:v>
                </c:pt>
                <c:pt idx="5">
                  <c:v>1.1587500000000004E-2</c:v>
                </c:pt>
                <c:pt idx="6">
                  <c:v>1.1587500000000004E-2</c:v>
                </c:pt>
                <c:pt idx="7">
                  <c:v>1.1587500000000004E-2</c:v>
                </c:pt>
                <c:pt idx="8">
                  <c:v>1.1587500000000004E-2</c:v>
                </c:pt>
                <c:pt idx="9">
                  <c:v>1.1587500000000004E-2</c:v>
                </c:pt>
                <c:pt idx="10">
                  <c:v>1.1587500000000004E-2</c:v>
                </c:pt>
                <c:pt idx="11">
                  <c:v>1.1587500000000004E-2</c:v>
                </c:pt>
                <c:pt idx="12">
                  <c:v>1.1587500000000004E-2</c:v>
                </c:pt>
                <c:pt idx="13">
                  <c:v>1.1587500000000004E-2</c:v>
                </c:pt>
                <c:pt idx="14">
                  <c:v>1.1587500000000004E-2</c:v>
                </c:pt>
                <c:pt idx="15">
                  <c:v>1.1587500000000004E-2</c:v>
                </c:pt>
                <c:pt idx="16">
                  <c:v>1.1587500000000004E-2</c:v>
                </c:pt>
                <c:pt idx="17">
                  <c:v>1.1587500000000004E-2</c:v>
                </c:pt>
                <c:pt idx="18">
                  <c:v>1.1587500000000004E-2</c:v>
                </c:pt>
                <c:pt idx="19">
                  <c:v>1.1587500000000004E-2</c:v>
                </c:pt>
                <c:pt idx="20">
                  <c:v>1.1587500000000004E-2</c:v>
                </c:pt>
                <c:pt idx="21">
                  <c:v>1.1587500000000004E-2</c:v>
                </c:pt>
                <c:pt idx="22">
                  <c:v>1.1587500000000004E-2</c:v>
                </c:pt>
                <c:pt idx="23">
                  <c:v>1.1587500000000004E-2</c:v>
                </c:pt>
                <c:pt idx="24">
                  <c:v>1.1587500000000004E-2</c:v>
                </c:pt>
                <c:pt idx="25">
                  <c:v>1.1587500000000004E-2</c:v>
                </c:pt>
                <c:pt idx="26">
                  <c:v>1.1587500000000004E-2</c:v>
                </c:pt>
                <c:pt idx="27">
                  <c:v>1.1587500000000004E-2</c:v>
                </c:pt>
                <c:pt idx="28">
                  <c:v>1.1587500000000004E-2</c:v>
                </c:pt>
                <c:pt idx="29">
                  <c:v>1.1587500000000004E-2</c:v>
                </c:pt>
                <c:pt idx="30">
                  <c:v>1.1587500000000004E-2</c:v>
                </c:pt>
                <c:pt idx="31">
                  <c:v>1.1587500000000004E-2</c:v>
                </c:pt>
                <c:pt idx="32">
                  <c:v>1.1587500000000004E-2</c:v>
                </c:pt>
                <c:pt idx="33">
                  <c:v>1.1587500000000004E-2</c:v>
                </c:pt>
                <c:pt idx="34">
                  <c:v>1.1587500000000004E-2</c:v>
                </c:pt>
                <c:pt idx="35">
                  <c:v>1.1587500000000004E-2</c:v>
                </c:pt>
                <c:pt idx="36">
                  <c:v>1.1587500000000004E-2</c:v>
                </c:pt>
                <c:pt idx="37">
                  <c:v>1.1587500000000004E-2</c:v>
                </c:pt>
                <c:pt idx="38">
                  <c:v>1.1587500000000004E-2</c:v>
                </c:pt>
                <c:pt idx="39">
                  <c:v>1.1587500000000004E-2</c:v>
                </c:pt>
                <c:pt idx="40">
                  <c:v>1.1587500000000004E-2</c:v>
                </c:pt>
                <c:pt idx="41">
                  <c:v>1.1587500000000004E-2</c:v>
                </c:pt>
                <c:pt idx="42">
                  <c:v>1.1587500000000004E-2</c:v>
                </c:pt>
                <c:pt idx="43">
                  <c:v>1.1587500000000004E-2</c:v>
                </c:pt>
                <c:pt idx="44">
                  <c:v>1.1587500000000004E-2</c:v>
                </c:pt>
                <c:pt idx="45">
                  <c:v>1.1587500000000004E-2</c:v>
                </c:pt>
                <c:pt idx="46">
                  <c:v>1.1587500000000004E-2</c:v>
                </c:pt>
                <c:pt idx="47">
                  <c:v>1.1587500000000004E-2</c:v>
                </c:pt>
                <c:pt idx="48">
                  <c:v>1.1587500000000004E-2</c:v>
                </c:pt>
                <c:pt idx="49">
                  <c:v>1.1587500000000004E-2</c:v>
                </c:pt>
                <c:pt idx="50">
                  <c:v>1.1587500000000004E-2</c:v>
                </c:pt>
                <c:pt idx="51">
                  <c:v>1.1587500000000004E-2</c:v>
                </c:pt>
                <c:pt idx="52">
                  <c:v>1.1587500000000004E-2</c:v>
                </c:pt>
                <c:pt idx="53">
                  <c:v>1.1587500000000004E-2</c:v>
                </c:pt>
                <c:pt idx="54">
                  <c:v>1.1587500000000004E-2</c:v>
                </c:pt>
                <c:pt idx="55">
                  <c:v>1.1587500000000004E-2</c:v>
                </c:pt>
                <c:pt idx="56">
                  <c:v>1.1587500000000004E-2</c:v>
                </c:pt>
                <c:pt idx="57">
                  <c:v>1.1587500000000004E-2</c:v>
                </c:pt>
                <c:pt idx="58">
                  <c:v>1.1587500000000004E-2</c:v>
                </c:pt>
                <c:pt idx="59">
                  <c:v>1.1587500000000004E-2</c:v>
                </c:pt>
                <c:pt idx="60">
                  <c:v>1.1587500000000004E-2</c:v>
                </c:pt>
                <c:pt idx="61">
                  <c:v>1.1587500000000004E-2</c:v>
                </c:pt>
                <c:pt idx="62">
                  <c:v>1.1587500000000004E-2</c:v>
                </c:pt>
                <c:pt idx="63">
                  <c:v>1.1587500000000004E-2</c:v>
                </c:pt>
              </c:numCache>
            </c:numRef>
          </c:val>
          <c:smooth val="0"/>
          <c:extLst>
            <c:ext xmlns:c16="http://schemas.microsoft.com/office/drawing/2014/chart" uri="{C3380CC4-5D6E-409C-BE32-E72D297353CC}">
              <c16:uniqueId val="{00000003-91B3-7746-AAC8-21EEA1B91F9F}"/>
            </c:ext>
          </c:extLst>
        </c:ser>
        <c:dLbls>
          <c:showLegendKey val="0"/>
          <c:showVal val="0"/>
          <c:showCatName val="0"/>
          <c:showSerName val="0"/>
          <c:showPercent val="0"/>
          <c:showBubbleSize val="0"/>
        </c:dLbls>
        <c:marker val="1"/>
        <c:smooth val="0"/>
        <c:axId val="739288368"/>
        <c:axId val="739296384"/>
      </c:lineChart>
      <c:dateAx>
        <c:axId val="767901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767954384"/>
        <c:crosses val="autoZero"/>
        <c:auto val="1"/>
        <c:lblOffset val="100"/>
        <c:baseTimeUnit val="days"/>
      </c:dateAx>
      <c:valAx>
        <c:axId val="7679543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767901840"/>
        <c:crosses val="autoZero"/>
        <c:crossBetween val="between"/>
      </c:valAx>
      <c:valAx>
        <c:axId val="739296384"/>
        <c:scaling>
          <c:orientation val="minMax"/>
          <c:max val="3.5000000000000003E-2"/>
          <c:min val="-5.0000000000000001E-3"/>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739288368"/>
        <c:crosses val="max"/>
        <c:crossBetween val="between"/>
      </c:valAx>
      <c:dateAx>
        <c:axId val="739288368"/>
        <c:scaling>
          <c:orientation val="minMax"/>
        </c:scaling>
        <c:delete val="1"/>
        <c:axPos val="b"/>
        <c:numFmt formatCode="mmm\-yy" sourceLinked="1"/>
        <c:majorTickMark val="out"/>
        <c:minorTickMark val="none"/>
        <c:tickLblPos val="nextTo"/>
        <c:crossAx val="739296384"/>
        <c:crosses val="autoZero"/>
        <c:auto val="1"/>
        <c:lblOffset val="100"/>
        <c:baseTimeUnit val="days"/>
      </c:date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85996147843148"/>
          <c:y val="5.7942353786804492E-2"/>
          <c:w val="0.79890188002081042"/>
          <c:h val="0.80674545223032434"/>
        </c:manualLayout>
      </c:layout>
      <c:lineChart>
        <c:grouping val="standard"/>
        <c:varyColors val="0"/>
        <c:ser>
          <c:idx val="0"/>
          <c:order val="0"/>
          <c:tx>
            <c:strRef>
              <c:f>'10Y G-Sec'!$AL$1</c:f>
              <c:strCache>
                <c:ptCount val="1"/>
                <c:pt idx="0">
                  <c:v>US 10Y 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'10Y G-Sec'!$AK$2:$AK$2390</c:f>
              <c:numCache>
                <c:formatCode>mmm\-yy</c:formatCode>
                <c:ptCount val="2389"/>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42031</c:v>
                </c:pt>
                <c:pt idx="16">
                  <c:v>42032</c:v>
                </c:pt>
                <c:pt idx="17">
                  <c:v>42033</c:v>
                </c:pt>
                <c:pt idx="18">
                  <c:v>42034</c:v>
                </c:pt>
                <c:pt idx="19">
                  <c:v>42037</c:v>
                </c:pt>
                <c:pt idx="20">
                  <c:v>42038</c:v>
                </c:pt>
                <c:pt idx="21">
                  <c:v>42039</c:v>
                </c:pt>
                <c:pt idx="22">
                  <c:v>42040</c:v>
                </c:pt>
                <c:pt idx="23">
                  <c:v>42041</c:v>
                </c:pt>
                <c:pt idx="24">
                  <c:v>42044</c:v>
                </c:pt>
                <c:pt idx="25">
                  <c:v>42045</c:v>
                </c:pt>
                <c:pt idx="26">
                  <c:v>42046</c:v>
                </c:pt>
                <c:pt idx="27">
                  <c:v>42047</c:v>
                </c:pt>
                <c:pt idx="28">
                  <c:v>42048</c:v>
                </c:pt>
                <c:pt idx="29">
                  <c:v>42053</c:v>
                </c:pt>
                <c:pt idx="30">
                  <c:v>42054</c:v>
                </c:pt>
                <c:pt idx="31">
                  <c:v>42055</c:v>
                </c:pt>
                <c:pt idx="32">
                  <c:v>42058</c:v>
                </c:pt>
                <c:pt idx="33">
                  <c:v>42059</c:v>
                </c:pt>
                <c:pt idx="34">
                  <c:v>42060</c:v>
                </c:pt>
                <c:pt idx="35">
                  <c:v>42061</c:v>
                </c:pt>
                <c:pt idx="36">
                  <c:v>42062</c:v>
                </c:pt>
                <c:pt idx="37">
                  <c:v>42065</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42090</c:v>
                </c:pt>
                <c:pt idx="56">
                  <c:v>42093</c:v>
                </c:pt>
                <c:pt idx="57">
                  <c:v>42094</c:v>
                </c:pt>
                <c:pt idx="58">
                  <c:v>42100</c:v>
                </c:pt>
                <c:pt idx="59">
                  <c:v>42101</c:v>
                </c:pt>
                <c:pt idx="60">
                  <c:v>42102</c:v>
                </c:pt>
                <c:pt idx="61">
                  <c:v>42103</c:v>
                </c:pt>
                <c:pt idx="62">
                  <c:v>42104</c:v>
                </c:pt>
                <c:pt idx="63">
                  <c:v>42107</c:v>
                </c:pt>
                <c:pt idx="64">
                  <c:v>42109</c:v>
                </c:pt>
                <c:pt idx="65">
                  <c:v>42110</c:v>
                </c:pt>
                <c:pt idx="66">
                  <c:v>42111</c:v>
                </c:pt>
                <c:pt idx="67">
                  <c:v>42114</c:v>
                </c:pt>
                <c:pt idx="68">
                  <c:v>42115</c:v>
                </c:pt>
                <c:pt idx="69">
                  <c:v>42116</c:v>
                </c:pt>
                <c:pt idx="70">
                  <c:v>42117</c:v>
                </c:pt>
                <c:pt idx="71">
                  <c:v>42118</c:v>
                </c:pt>
                <c:pt idx="72">
                  <c:v>42121</c:v>
                </c:pt>
                <c:pt idx="73">
                  <c:v>42122</c:v>
                </c:pt>
                <c:pt idx="74">
                  <c:v>42123</c:v>
                </c:pt>
                <c:pt idx="75">
                  <c:v>42124</c:v>
                </c:pt>
                <c:pt idx="76">
                  <c:v>42129</c:v>
                </c:pt>
                <c:pt idx="77">
                  <c:v>42130</c:v>
                </c:pt>
                <c:pt idx="78">
                  <c:v>42131</c:v>
                </c:pt>
                <c:pt idx="79">
                  <c:v>42132</c:v>
                </c:pt>
                <c:pt idx="80">
                  <c:v>42135</c:v>
                </c:pt>
                <c:pt idx="81">
                  <c:v>42136</c:v>
                </c:pt>
                <c:pt idx="82">
                  <c:v>42137</c:v>
                </c:pt>
                <c:pt idx="83">
                  <c:v>42138</c:v>
                </c:pt>
                <c:pt idx="84">
                  <c:v>42139</c:v>
                </c:pt>
                <c:pt idx="85">
                  <c:v>42142</c:v>
                </c:pt>
                <c:pt idx="86">
                  <c:v>42143</c:v>
                </c:pt>
                <c:pt idx="87">
                  <c:v>42144</c:v>
                </c:pt>
                <c:pt idx="88">
                  <c:v>42145</c:v>
                </c:pt>
                <c:pt idx="89">
                  <c:v>42146</c:v>
                </c:pt>
                <c:pt idx="90">
                  <c:v>42150</c:v>
                </c:pt>
                <c:pt idx="91">
                  <c:v>42151</c:v>
                </c:pt>
                <c:pt idx="92">
                  <c:v>42152</c:v>
                </c:pt>
                <c:pt idx="93">
                  <c:v>42153</c:v>
                </c:pt>
                <c:pt idx="94">
                  <c:v>42156</c:v>
                </c:pt>
                <c:pt idx="95">
                  <c:v>42157</c:v>
                </c:pt>
                <c:pt idx="96">
                  <c:v>42158</c:v>
                </c:pt>
                <c:pt idx="97">
                  <c:v>42159</c:v>
                </c:pt>
                <c:pt idx="98">
                  <c:v>42160</c:v>
                </c:pt>
                <c:pt idx="99">
                  <c:v>42163</c:v>
                </c:pt>
                <c:pt idx="100">
                  <c:v>42164</c:v>
                </c:pt>
                <c:pt idx="101">
                  <c:v>42165</c:v>
                </c:pt>
                <c:pt idx="102">
                  <c:v>42166</c:v>
                </c:pt>
                <c:pt idx="103">
                  <c:v>42167</c:v>
                </c:pt>
                <c:pt idx="104">
                  <c:v>42170</c:v>
                </c:pt>
                <c:pt idx="105">
                  <c:v>42171</c:v>
                </c:pt>
                <c:pt idx="106">
                  <c:v>42172</c:v>
                </c:pt>
                <c:pt idx="107">
                  <c:v>42173</c:v>
                </c:pt>
                <c:pt idx="108">
                  <c:v>42174</c:v>
                </c:pt>
                <c:pt idx="109">
                  <c:v>42177</c:v>
                </c:pt>
                <c:pt idx="110">
                  <c:v>42178</c:v>
                </c:pt>
                <c:pt idx="111">
                  <c:v>42179</c:v>
                </c:pt>
                <c:pt idx="112">
                  <c:v>42180</c:v>
                </c:pt>
                <c:pt idx="113">
                  <c:v>42181</c:v>
                </c:pt>
                <c:pt idx="114">
                  <c:v>42184</c:v>
                </c:pt>
                <c:pt idx="115">
                  <c:v>42185</c:v>
                </c:pt>
                <c:pt idx="116">
                  <c:v>42186</c:v>
                </c:pt>
                <c:pt idx="117">
                  <c:v>42187</c:v>
                </c:pt>
                <c:pt idx="118">
                  <c:v>42191</c:v>
                </c:pt>
                <c:pt idx="119">
                  <c:v>42192</c:v>
                </c:pt>
                <c:pt idx="120">
                  <c:v>42193</c:v>
                </c:pt>
                <c:pt idx="121">
                  <c:v>42194</c:v>
                </c:pt>
                <c:pt idx="122">
                  <c:v>42195</c:v>
                </c:pt>
                <c:pt idx="123">
                  <c:v>42198</c:v>
                </c:pt>
                <c:pt idx="124">
                  <c:v>42199</c:v>
                </c:pt>
                <c:pt idx="125">
                  <c:v>42200</c:v>
                </c:pt>
                <c:pt idx="126">
                  <c:v>42201</c:v>
                </c:pt>
                <c:pt idx="127">
                  <c:v>42202</c:v>
                </c:pt>
                <c:pt idx="128">
                  <c:v>42205</c:v>
                </c:pt>
                <c:pt idx="129">
                  <c:v>42206</c:v>
                </c:pt>
                <c:pt idx="130">
                  <c:v>42207</c:v>
                </c:pt>
                <c:pt idx="131">
                  <c:v>42208</c:v>
                </c:pt>
                <c:pt idx="132">
                  <c:v>42209</c:v>
                </c:pt>
                <c:pt idx="133">
                  <c:v>42212</c:v>
                </c:pt>
                <c:pt idx="134">
                  <c:v>42213</c:v>
                </c:pt>
                <c:pt idx="135">
                  <c:v>42214</c:v>
                </c:pt>
                <c:pt idx="136">
                  <c:v>42215</c:v>
                </c:pt>
                <c:pt idx="137">
                  <c:v>42216</c:v>
                </c:pt>
                <c:pt idx="138">
                  <c:v>42219</c:v>
                </c:pt>
                <c:pt idx="139">
                  <c:v>42220</c:v>
                </c:pt>
                <c:pt idx="140">
                  <c:v>42221</c:v>
                </c:pt>
                <c:pt idx="141">
                  <c:v>42222</c:v>
                </c:pt>
                <c:pt idx="142">
                  <c:v>42223</c:v>
                </c:pt>
                <c:pt idx="143">
                  <c:v>42226</c:v>
                </c:pt>
                <c:pt idx="144">
                  <c:v>42227</c:v>
                </c:pt>
                <c:pt idx="145">
                  <c:v>42228</c:v>
                </c:pt>
                <c:pt idx="146">
                  <c:v>42229</c:v>
                </c:pt>
                <c:pt idx="147">
                  <c:v>42230</c:v>
                </c:pt>
                <c:pt idx="148">
                  <c:v>42233</c:v>
                </c:pt>
                <c:pt idx="149">
                  <c:v>42235</c:v>
                </c:pt>
                <c:pt idx="150">
                  <c:v>42236</c:v>
                </c:pt>
                <c:pt idx="151">
                  <c:v>42237</c:v>
                </c:pt>
                <c:pt idx="152">
                  <c:v>42240</c:v>
                </c:pt>
                <c:pt idx="153">
                  <c:v>42241</c:v>
                </c:pt>
                <c:pt idx="154">
                  <c:v>42242</c:v>
                </c:pt>
                <c:pt idx="155">
                  <c:v>42243</c:v>
                </c:pt>
                <c:pt idx="156">
                  <c:v>42244</c:v>
                </c:pt>
                <c:pt idx="157">
                  <c:v>42247</c:v>
                </c:pt>
                <c:pt idx="158">
                  <c:v>42248</c:v>
                </c:pt>
                <c:pt idx="159">
                  <c:v>42249</c:v>
                </c:pt>
                <c:pt idx="160">
                  <c:v>42250</c:v>
                </c:pt>
                <c:pt idx="161">
                  <c:v>42251</c:v>
                </c:pt>
                <c:pt idx="162">
                  <c:v>42255</c:v>
                </c:pt>
                <c:pt idx="163">
                  <c:v>42256</c:v>
                </c:pt>
                <c:pt idx="164">
                  <c:v>42257</c:v>
                </c:pt>
                <c:pt idx="165">
                  <c:v>42258</c:v>
                </c:pt>
                <c:pt idx="166">
                  <c:v>42261</c:v>
                </c:pt>
                <c:pt idx="167">
                  <c:v>42262</c:v>
                </c:pt>
                <c:pt idx="168">
                  <c:v>42263</c:v>
                </c:pt>
                <c:pt idx="169">
                  <c:v>42265</c:v>
                </c:pt>
                <c:pt idx="170">
                  <c:v>42268</c:v>
                </c:pt>
                <c:pt idx="171">
                  <c:v>42269</c:v>
                </c:pt>
                <c:pt idx="172">
                  <c:v>42270</c:v>
                </c:pt>
                <c:pt idx="173">
                  <c:v>42271</c:v>
                </c:pt>
                <c:pt idx="174">
                  <c:v>42275</c:v>
                </c:pt>
                <c:pt idx="175">
                  <c:v>42276</c:v>
                </c:pt>
                <c:pt idx="176">
                  <c:v>42277</c:v>
                </c:pt>
                <c:pt idx="177">
                  <c:v>42278</c:v>
                </c:pt>
                <c:pt idx="178">
                  <c:v>42282</c:v>
                </c:pt>
                <c:pt idx="179">
                  <c:v>42283</c:v>
                </c:pt>
                <c:pt idx="180">
                  <c:v>42284</c:v>
                </c:pt>
                <c:pt idx="181">
                  <c:v>42285</c:v>
                </c:pt>
                <c:pt idx="182">
                  <c:v>42286</c:v>
                </c:pt>
                <c:pt idx="183">
                  <c:v>42290</c:v>
                </c:pt>
                <c:pt idx="184">
                  <c:v>42291</c:v>
                </c:pt>
                <c:pt idx="185">
                  <c:v>42292</c:v>
                </c:pt>
                <c:pt idx="186">
                  <c:v>42293</c:v>
                </c:pt>
                <c:pt idx="187">
                  <c:v>42296</c:v>
                </c:pt>
                <c:pt idx="188">
                  <c:v>42297</c:v>
                </c:pt>
                <c:pt idx="189">
                  <c:v>42298</c:v>
                </c:pt>
                <c:pt idx="190">
                  <c:v>42300</c:v>
                </c:pt>
                <c:pt idx="191">
                  <c:v>42303</c:v>
                </c:pt>
                <c:pt idx="192">
                  <c:v>42304</c:v>
                </c:pt>
                <c:pt idx="193">
                  <c:v>42305</c:v>
                </c:pt>
                <c:pt idx="194">
                  <c:v>42306</c:v>
                </c:pt>
                <c:pt idx="195">
                  <c:v>42307</c:v>
                </c:pt>
                <c:pt idx="196">
                  <c:v>42310</c:v>
                </c:pt>
                <c:pt idx="197">
                  <c:v>42311</c:v>
                </c:pt>
                <c:pt idx="198">
                  <c:v>42312</c:v>
                </c:pt>
                <c:pt idx="199">
                  <c:v>42313</c:v>
                </c:pt>
                <c:pt idx="200">
                  <c:v>42314</c:v>
                </c:pt>
                <c:pt idx="201">
                  <c:v>42317</c:v>
                </c:pt>
                <c:pt idx="202">
                  <c:v>42318</c:v>
                </c:pt>
                <c:pt idx="203">
                  <c:v>42321</c:v>
                </c:pt>
                <c:pt idx="204">
                  <c:v>42324</c:v>
                </c:pt>
                <c:pt idx="205">
                  <c:v>42325</c:v>
                </c:pt>
                <c:pt idx="206">
                  <c:v>42326</c:v>
                </c:pt>
                <c:pt idx="207">
                  <c:v>42327</c:v>
                </c:pt>
                <c:pt idx="208">
                  <c:v>42328</c:v>
                </c:pt>
                <c:pt idx="209">
                  <c:v>42331</c:v>
                </c:pt>
                <c:pt idx="210">
                  <c:v>42332</c:v>
                </c:pt>
                <c:pt idx="211">
                  <c:v>42335</c:v>
                </c:pt>
                <c:pt idx="212">
                  <c:v>42338</c:v>
                </c:pt>
                <c:pt idx="213">
                  <c:v>42339</c:v>
                </c:pt>
                <c:pt idx="214">
                  <c:v>42340</c:v>
                </c:pt>
                <c:pt idx="215">
                  <c:v>42341</c:v>
                </c:pt>
                <c:pt idx="216">
                  <c:v>42342</c:v>
                </c:pt>
                <c:pt idx="217">
                  <c:v>42345</c:v>
                </c:pt>
                <c:pt idx="218">
                  <c:v>42346</c:v>
                </c:pt>
                <c:pt idx="219">
                  <c:v>42347</c:v>
                </c:pt>
                <c:pt idx="220">
                  <c:v>42348</c:v>
                </c:pt>
                <c:pt idx="221">
                  <c:v>42349</c:v>
                </c:pt>
                <c:pt idx="222">
                  <c:v>42352</c:v>
                </c:pt>
                <c:pt idx="223">
                  <c:v>42353</c:v>
                </c:pt>
                <c:pt idx="224">
                  <c:v>42354</c:v>
                </c:pt>
                <c:pt idx="225">
                  <c:v>42355</c:v>
                </c:pt>
                <c:pt idx="226">
                  <c:v>42356</c:v>
                </c:pt>
                <c:pt idx="227">
                  <c:v>42359</c:v>
                </c:pt>
                <c:pt idx="228">
                  <c:v>42360</c:v>
                </c:pt>
                <c:pt idx="229">
                  <c:v>42361</c:v>
                </c:pt>
                <c:pt idx="230">
                  <c:v>42366</c:v>
                </c:pt>
                <c:pt idx="231">
                  <c:v>42367</c:v>
                </c:pt>
                <c:pt idx="232">
                  <c:v>42368</c:v>
                </c:pt>
                <c:pt idx="233">
                  <c:v>42369</c:v>
                </c:pt>
                <c:pt idx="234">
                  <c:v>42373</c:v>
                </c:pt>
                <c:pt idx="235">
                  <c:v>42374</c:v>
                </c:pt>
                <c:pt idx="236">
                  <c:v>42375</c:v>
                </c:pt>
                <c:pt idx="237">
                  <c:v>42376</c:v>
                </c:pt>
                <c:pt idx="238">
                  <c:v>42377</c:v>
                </c:pt>
                <c:pt idx="239">
                  <c:v>42380</c:v>
                </c:pt>
                <c:pt idx="240">
                  <c:v>42381</c:v>
                </c:pt>
                <c:pt idx="241">
                  <c:v>42382</c:v>
                </c:pt>
                <c:pt idx="242">
                  <c:v>42383</c:v>
                </c:pt>
                <c:pt idx="243">
                  <c:v>42384</c:v>
                </c:pt>
                <c:pt idx="244">
                  <c:v>42388</c:v>
                </c:pt>
                <c:pt idx="245">
                  <c:v>42389</c:v>
                </c:pt>
                <c:pt idx="246">
                  <c:v>42390</c:v>
                </c:pt>
                <c:pt idx="247">
                  <c:v>42391</c:v>
                </c:pt>
                <c:pt idx="248">
                  <c:v>42394</c:v>
                </c:pt>
                <c:pt idx="249">
                  <c:v>42396</c:v>
                </c:pt>
                <c:pt idx="250">
                  <c:v>42397</c:v>
                </c:pt>
                <c:pt idx="251">
                  <c:v>42398</c:v>
                </c:pt>
                <c:pt idx="252">
                  <c:v>42401</c:v>
                </c:pt>
                <c:pt idx="253">
                  <c:v>42402</c:v>
                </c:pt>
                <c:pt idx="254">
                  <c:v>42403</c:v>
                </c:pt>
                <c:pt idx="255">
                  <c:v>42404</c:v>
                </c:pt>
                <c:pt idx="256">
                  <c:v>42405</c:v>
                </c:pt>
                <c:pt idx="257">
                  <c:v>42408</c:v>
                </c:pt>
                <c:pt idx="258">
                  <c:v>42409</c:v>
                </c:pt>
                <c:pt idx="259">
                  <c:v>42410</c:v>
                </c:pt>
                <c:pt idx="260">
                  <c:v>42411</c:v>
                </c:pt>
                <c:pt idx="261">
                  <c:v>42412</c:v>
                </c:pt>
                <c:pt idx="262">
                  <c:v>42416</c:v>
                </c:pt>
                <c:pt idx="263">
                  <c:v>42417</c:v>
                </c:pt>
                <c:pt idx="264">
                  <c:v>42418</c:v>
                </c:pt>
                <c:pt idx="265">
                  <c:v>42422</c:v>
                </c:pt>
                <c:pt idx="266">
                  <c:v>42423</c:v>
                </c:pt>
                <c:pt idx="267">
                  <c:v>42424</c:v>
                </c:pt>
                <c:pt idx="268">
                  <c:v>42425</c:v>
                </c:pt>
                <c:pt idx="269">
                  <c:v>42426</c:v>
                </c:pt>
                <c:pt idx="270">
                  <c:v>42429</c:v>
                </c:pt>
                <c:pt idx="271">
                  <c:v>42430</c:v>
                </c:pt>
                <c:pt idx="272">
                  <c:v>42431</c:v>
                </c:pt>
                <c:pt idx="273">
                  <c:v>42432</c:v>
                </c:pt>
                <c:pt idx="274">
                  <c:v>42433</c:v>
                </c:pt>
                <c:pt idx="275">
                  <c:v>42437</c:v>
                </c:pt>
                <c:pt idx="276">
                  <c:v>42438</c:v>
                </c:pt>
                <c:pt idx="277">
                  <c:v>42439</c:v>
                </c:pt>
                <c:pt idx="278">
                  <c:v>42440</c:v>
                </c:pt>
                <c:pt idx="279">
                  <c:v>42443</c:v>
                </c:pt>
                <c:pt idx="280">
                  <c:v>42444</c:v>
                </c:pt>
                <c:pt idx="281">
                  <c:v>42445</c:v>
                </c:pt>
                <c:pt idx="282">
                  <c:v>42446</c:v>
                </c:pt>
                <c:pt idx="283">
                  <c:v>42447</c:v>
                </c:pt>
                <c:pt idx="284">
                  <c:v>42450</c:v>
                </c:pt>
                <c:pt idx="285">
                  <c:v>42451</c:v>
                </c:pt>
                <c:pt idx="286">
                  <c:v>42452</c:v>
                </c:pt>
                <c:pt idx="287">
                  <c:v>42457</c:v>
                </c:pt>
                <c:pt idx="288">
                  <c:v>42458</c:v>
                </c:pt>
                <c:pt idx="289">
                  <c:v>42459</c:v>
                </c:pt>
                <c:pt idx="290">
                  <c:v>42460</c:v>
                </c:pt>
                <c:pt idx="291">
                  <c:v>42464</c:v>
                </c:pt>
                <c:pt idx="292">
                  <c:v>42465</c:v>
                </c:pt>
                <c:pt idx="293">
                  <c:v>42466</c:v>
                </c:pt>
                <c:pt idx="294">
                  <c:v>42467</c:v>
                </c:pt>
                <c:pt idx="295">
                  <c:v>42471</c:v>
                </c:pt>
                <c:pt idx="296">
                  <c:v>42472</c:v>
                </c:pt>
                <c:pt idx="297">
                  <c:v>42473</c:v>
                </c:pt>
                <c:pt idx="298">
                  <c:v>42478</c:v>
                </c:pt>
                <c:pt idx="299">
                  <c:v>42480</c:v>
                </c:pt>
                <c:pt idx="300">
                  <c:v>42481</c:v>
                </c:pt>
                <c:pt idx="301">
                  <c:v>42482</c:v>
                </c:pt>
                <c:pt idx="302">
                  <c:v>42485</c:v>
                </c:pt>
                <c:pt idx="303">
                  <c:v>42486</c:v>
                </c:pt>
                <c:pt idx="304">
                  <c:v>42487</c:v>
                </c:pt>
                <c:pt idx="305">
                  <c:v>42488</c:v>
                </c:pt>
                <c:pt idx="306">
                  <c:v>42489</c:v>
                </c:pt>
                <c:pt idx="307">
                  <c:v>42492</c:v>
                </c:pt>
                <c:pt idx="308">
                  <c:v>42493</c:v>
                </c:pt>
                <c:pt idx="309">
                  <c:v>42494</c:v>
                </c:pt>
                <c:pt idx="310">
                  <c:v>42495</c:v>
                </c:pt>
                <c:pt idx="311">
                  <c:v>42496</c:v>
                </c:pt>
                <c:pt idx="312">
                  <c:v>42499</c:v>
                </c:pt>
                <c:pt idx="313">
                  <c:v>42500</c:v>
                </c:pt>
                <c:pt idx="314">
                  <c:v>42501</c:v>
                </c:pt>
                <c:pt idx="315">
                  <c:v>42502</c:v>
                </c:pt>
                <c:pt idx="316">
                  <c:v>42503</c:v>
                </c:pt>
                <c:pt idx="317">
                  <c:v>42506</c:v>
                </c:pt>
                <c:pt idx="318">
                  <c:v>42507</c:v>
                </c:pt>
                <c:pt idx="319">
                  <c:v>42508</c:v>
                </c:pt>
                <c:pt idx="320">
                  <c:v>42509</c:v>
                </c:pt>
                <c:pt idx="321">
                  <c:v>42510</c:v>
                </c:pt>
                <c:pt idx="322">
                  <c:v>42513</c:v>
                </c:pt>
                <c:pt idx="323">
                  <c:v>42514</c:v>
                </c:pt>
                <c:pt idx="324">
                  <c:v>42515</c:v>
                </c:pt>
                <c:pt idx="325">
                  <c:v>42516</c:v>
                </c:pt>
                <c:pt idx="326">
                  <c:v>42517</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42556</c:v>
                </c:pt>
                <c:pt idx="352">
                  <c:v>42558</c:v>
                </c:pt>
                <c:pt idx="353">
                  <c:v>42559</c:v>
                </c:pt>
                <c:pt idx="354">
                  <c:v>42562</c:v>
                </c:pt>
                <c:pt idx="355">
                  <c:v>42563</c:v>
                </c:pt>
                <c:pt idx="356">
                  <c:v>42564</c:v>
                </c:pt>
                <c:pt idx="357">
                  <c:v>42565</c:v>
                </c:pt>
                <c:pt idx="358">
                  <c:v>42566</c:v>
                </c:pt>
                <c:pt idx="359">
                  <c:v>42569</c:v>
                </c:pt>
                <c:pt idx="360">
                  <c:v>42570</c:v>
                </c:pt>
                <c:pt idx="361">
                  <c:v>42571</c:v>
                </c:pt>
                <c:pt idx="362">
                  <c:v>42572</c:v>
                </c:pt>
                <c:pt idx="363">
                  <c:v>42573</c:v>
                </c:pt>
                <c:pt idx="364">
                  <c:v>42576</c:v>
                </c:pt>
                <c:pt idx="365">
                  <c:v>42577</c:v>
                </c:pt>
                <c:pt idx="366">
                  <c:v>42578</c:v>
                </c:pt>
                <c:pt idx="367">
                  <c:v>42579</c:v>
                </c:pt>
                <c:pt idx="368">
                  <c:v>42580</c:v>
                </c:pt>
                <c:pt idx="369">
                  <c:v>42583</c:v>
                </c:pt>
                <c:pt idx="370">
                  <c:v>42584</c:v>
                </c:pt>
                <c:pt idx="371">
                  <c:v>42585</c:v>
                </c:pt>
                <c:pt idx="372">
                  <c:v>42586</c:v>
                </c:pt>
                <c:pt idx="373">
                  <c:v>42587</c:v>
                </c:pt>
                <c:pt idx="374">
                  <c:v>42590</c:v>
                </c:pt>
                <c:pt idx="375">
                  <c:v>42591</c:v>
                </c:pt>
                <c:pt idx="376">
                  <c:v>42592</c:v>
                </c:pt>
                <c:pt idx="377">
                  <c:v>42593</c:v>
                </c:pt>
                <c:pt idx="378">
                  <c:v>42594</c:v>
                </c:pt>
                <c:pt idx="379">
                  <c:v>42598</c:v>
                </c:pt>
                <c:pt idx="380">
                  <c:v>42600</c:v>
                </c:pt>
                <c:pt idx="381">
                  <c:v>42601</c:v>
                </c:pt>
                <c:pt idx="382">
                  <c:v>42604</c:v>
                </c:pt>
                <c:pt idx="383">
                  <c:v>42605</c:v>
                </c:pt>
                <c:pt idx="384">
                  <c:v>42606</c:v>
                </c:pt>
                <c:pt idx="385">
                  <c:v>42607</c:v>
                </c:pt>
                <c:pt idx="386">
                  <c:v>42608</c:v>
                </c:pt>
                <c:pt idx="387">
                  <c:v>42611</c:v>
                </c:pt>
                <c:pt idx="388">
                  <c:v>42612</c:v>
                </c:pt>
                <c:pt idx="389">
                  <c:v>42613</c:v>
                </c:pt>
                <c:pt idx="390">
                  <c:v>42614</c:v>
                </c:pt>
                <c:pt idx="391">
                  <c:v>42615</c:v>
                </c:pt>
                <c:pt idx="392">
                  <c:v>42619</c:v>
                </c:pt>
                <c:pt idx="393">
                  <c:v>42620</c:v>
                </c:pt>
                <c:pt idx="394">
                  <c:v>42621</c:v>
                </c:pt>
                <c:pt idx="395">
                  <c:v>42622</c:v>
                </c:pt>
                <c:pt idx="396">
                  <c:v>42625</c:v>
                </c:pt>
                <c:pt idx="397">
                  <c:v>42627</c:v>
                </c:pt>
                <c:pt idx="398">
                  <c:v>42628</c:v>
                </c:pt>
                <c:pt idx="399">
                  <c:v>42629</c:v>
                </c:pt>
                <c:pt idx="400">
                  <c:v>42632</c:v>
                </c:pt>
                <c:pt idx="401">
                  <c:v>42633</c:v>
                </c:pt>
                <c:pt idx="402">
                  <c:v>42634</c:v>
                </c:pt>
                <c:pt idx="403">
                  <c:v>42635</c:v>
                </c:pt>
                <c:pt idx="404">
                  <c:v>42636</c:v>
                </c:pt>
                <c:pt idx="405">
                  <c:v>42639</c:v>
                </c:pt>
                <c:pt idx="406">
                  <c:v>42640</c:v>
                </c:pt>
                <c:pt idx="407">
                  <c:v>42641</c:v>
                </c:pt>
                <c:pt idx="408">
                  <c:v>42642</c:v>
                </c:pt>
                <c:pt idx="409">
                  <c:v>42643</c:v>
                </c:pt>
                <c:pt idx="410">
                  <c:v>42646</c:v>
                </c:pt>
                <c:pt idx="411">
                  <c:v>42647</c:v>
                </c:pt>
                <c:pt idx="412">
                  <c:v>42648</c:v>
                </c:pt>
                <c:pt idx="413">
                  <c:v>42649</c:v>
                </c:pt>
                <c:pt idx="414">
                  <c:v>42650</c:v>
                </c:pt>
                <c:pt idx="415">
                  <c:v>42656</c:v>
                </c:pt>
                <c:pt idx="416">
                  <c:v>42657</c:v>
                </c:pt>
                <c:pt idx="417">
                  <c:v>42660</c:v>
                </c:pt>
                <c:pt idx="418">
                  <c:v>42661</c:v>
                </c:pt>
                <c:pt idx="419">
                  <c:v>42662</c:v>
                </c:pt>
                <c:pt idx="420">
                  <c:v>42663</c:v>
                </c:pt>
                <c:pt idx="421">
                  <c:v>42664</c:v>
                </c:pt>
                <c:pt idx="422">
                  <c:v>42667</c:v>
                </c:pt>
                <c:pt idx="423">
                  <c:v>42668</c:v>
                </c:pt>
                <c:pt idx="424">
                  <c:v>42669</c:v>
                </c:pt>
                <c:pt idx="425">
                  <c:v>42670</c:v>
                </c:pt>
                <c:pt idx="426">
                  <c:v>42671</c:v>
                </c:pt>
                <c:pt idx="427">
                  <c:v>42675</c:v>
                </c:pt>
                <c:pt idx="428">
                  <c:v>42676</c:v>
                </c:pt>
                <c:pt idx="429">
                  <c:v>42677</c:v>
                </c:pt>
                <c:pt idx="430">
                  <c:v>42678</c:v>
                </c:pt>
                <c:pt idx="431">
                  <c:v>42681</c:v>
                </c:pt>
                <c:pt idx="432">
                  <c:v>42682</c:v>
                </c:pt>
                <c:pt idx="433">
                  <c:v>42683</c:v>
                </c:pt>
                <c:pt idx="434">
                  <c:v>42684</c:v>
                </c:pt>
                <c:pt idx="435">
                  <c:v>42689</c:v>
                </c:pt>
                <c:pt idx="436">
                  <c:v>42690</c:v>
                </c:pt>
                <c:pt idx="437">
                  <c:v>42691</c:v>
                </c:pt>
                <c:pt idx="438">
                  <c:v>42692</c:v>
                </c:pt>
                <c:pt idx="439">
                  <c:v>42695</c:v>
                </c:pt>
                <c:pt idx="440">
                  <c:v>42696</c:v>
                </c:pt>
                <c:pt idx="441">
                  <c:v>42697</c:v>
                </c:pt>
                <c:pt idx="442">
                  <c:v>42699</c:v>
                </c:pt>
                <c:pt idx="443">
                  <c:v>42702</c:v>
                </c:pt>
                <c:pt idx="444">
                  <c:v>42703</c:v>
                </c:pt>
                <c:pt idx="445">
                  <c:v>42704</c:v>
                </c:pt>
                <c:pt idx="446">
                  <c:v>42705</c:v>
                </c:pt>
                <c:pt idx="447">
                  <c:v>42706</c:v>
                </c:pt>
                <c:pt idx="448">
                  <c:v>42709</c:v>
                </c:pt>
                <c:pt idx="449">
                  <c:v>42710</c:v>
                </c:pt>
                <c:pt idx="450">
                  <c:v>42711</c:v>
                </c:pt>
                <c:pt idx="451">
                  <c:v>42712</c:v>
                </c:pt>
                <c:pt idx="452">
                  <c:v>42713</c:v>
                </c:pt>
                <c:pt idx="453">
                  <c:v>42717</c:v>
                </c:pt>
                <c:pt idx="454">
                  <c:v>42718</c:v>
                </c:pt>
                <c:pt idx="455">
                  <c:v>42719</c:v>
                </c:pt>
                <c:pt idx="456">
                  <c:v>42720</c:v>
                </c:pt>
                <c:pt idx="457">
                  <c:v>42723</c:v>
                </c:pt>
                <c:pt idx="458">
                  <c:v>42724</c:v>
                </c:pt>
                <c:pt idx="459">
                  <c:v>42725</c:v>
                </c:pt>
                <c:pt idx="460">
                  <c:v>42726</c:v>
                </c:pt>
                <c:pt idx="461">
                  <c:v>42727</c:v>
                </c:pt>
                <c:pt idx="462">
                  <c:v>42731</c:v>
                </c:pt>
                <c:pt idx="463">
                  <c:v>42732</c:v>
                </c:pt>
                <c:pt idx="464">
                  <c:v>42733</c:v>
                </c:pt>
                <c:pt idx="465">
                  <c:v>42734</c:v>
                </c:pt>
                <c:pt idx="466">
                  <c:v>42738</c:v>
                </c:pt>
                <c:pt idx="467">
                  <c:v>42739</c:v>
                </c:pt>
                <c:pt idx="468">
                  <c:v>42740</c:v>
                </c:pt>
                <c:pt idx="469">
                  <c:v>42741</c:v>
                </c:pt>
                <c:pt idx="470">
                  <c:v>42744</c:v>
                </c:pt>
                <c:pt idx="471">
                  <c:v>42745</c:v>
                </c:pt>
                <c:pt idx="472">
                  <c:v>42746</c:v>
                </c:pt>
                <c:pt idx="473">
                  <c:v>42747</c:v>
                </c:pt>
                <c:pt idx="474">
                  <c:v>42748</c:v>
                </c:pt>
                <c:pt idx="475">
                  <c:v>42752</c:v>
                </c:pt>
                <c:pt idx="476">
                  <c:v>42753</c:v>
                </c:pt>
                <c:pt idx="477">
                  <c:v>42754</c:v>
                </c:pt>
                <c:pt idx="478">
                  <c:v>42755</c:v>
                </c:pt>
                <c:pt idx="479">
                  <c:v>42758</c:v>
                </c:pt>
                <c:pt idx="480">
                  <c:v>42759</c:v>
                </c:pt>
                <c:pt idx="481">
                  <c:v>42760</c:v>
                </c:pt>
                <c:pt idx="482">
                  <c:v>42762</c:v>
                </c:pt>
                <c:pt idx="483">
                  <c:v>42765</c:v>
                </c:pt>
                <c:pt idx="484">
                  <c:v>42766</c:v>
                </c:pt>
                <c:pt idx="485">
                  <c:v>42767</c:v>
                </c:pt>
                <c:pt idx="486">
                  <c:v>42768</c:v>
                </c:pt>
                <c:pt idx="487">
                  <c:v>42769</c:v>
                </c:pt>
                <c:pt idx="488">
                  <c:v>42772</c:v>
                </c:pt>
                <c:pt idx="489">
                  <c:v>42773</c:v>
                </c:pt>
                <c:pt idx="490">
                  <c:v>42774</c:v>
                </c:pt>
                <c:pt idx="491">
                  <c:v>42775</c:v>
                </c:pt>
                <c:pt idx="492">
                  <c:v>42776</c:v>
                </c:pt>
                <c:pt idx="493">
                  <c:v>42779</c:v>
                </c:pt>
                <c:pt idx="494">
                  <c:v>42780</c:v>
                </c:pt>
                <c:pt idx="495">
                  <c:v>42781</c:v>
                </c:pt>
                <c:pt idx="496">
                  <c:v>42782</c:v>
                </c:pt>
                <c:pt idx="497">
                  <c:v>42783</c:v>
                </c:pt>
                <c:pt idx="498">
                  <c:v>42788</c:v>
                </c:pt>
                <c:pt idx="499">
                  <c:v>42789</c:v>
                </c:pt>
                <c:pt idx="500">
                  <c:v>42793</c:v>
                </c:pt>
                <c:pt idx="501">
                  <c:v>42794</c:v>
                </c:pt>
                <c:pt idx="502">
                  <c:v>42795</c:v>
                </c:pt>
                <c:pt idx="503">
                  <c:v>42796</c:v>
                </c:pt>
                <c:pt idx="504">
                  <c:v>42797</c:v>
                </c:pt>
                <c:pt idx="505">
                  <c:v>42800</c:v>
                </c:pt>
                <c:pt idx="506">
                  <c:v>42801</c:v>
                </c:pt>
                <c:pt idx="507">
                  <c:v>42802</c:v>
                </c:pt>
                <c:pt idx="508">
                  <c:v>42803</c:v>
                </c:pt>
                <c:pt idx="509">
                  <c:v>42804</c:v>
                </c:pt>
                <c:pt idx="510">
                  <c:v>42808</c:v>
                </c:pt>
                <c:pt idx="511">
                  <c:v>42809</c:v>
                </c:pt>
                <c:pt idx="512">
                  <c:v>42810</c:v>
                </c:pt>
                <c:pt idx="513">
                  <c:v>42811</c:v>
                </c:pt>
                <c:pt idx="514">
                  <c:v>42814</c:v>
                </c:pt>
                <c:pt idx="515">
                  <c:v>42815</c:v>
                </c:pt>
                <c:pt idx="516">
                  <c:v>42816</c:v>
                </c:pt>
                <c:pt idx="517">
                  <c:v>42817</c:v>
                </c:pt>
                <c:pt idx="518">
                  <c:v>42818</c:v>
                </c:pt>
                <c:pt idx="519">
                  <c:v>42821</c:v>
                </c:pt>
                <c:pt idx="520">
                  <c:v>42823</c:v>
                </c:pt>
                <c:pt idx="521">
                  <c:v>42824</c:v>
                </c:pt>
                <c:pt idx="522">
                  <c:v>42825</c:v>
                </c:pt>
                <c:pt idx="523">
                  <c:v>42828</c:v>
                </c:pt>
                <c:pt idx="524">
                  <c:v>42830</c:v>
                </c:pt>
                <c:pt idx="525">
                  <c:v>42831</c:v>
                </c:pt>
                <c:pt idx="526">
                  <c:v>42832</c:v>
                </c:pt>
                <c:pt idx="527">
                  <c:v>42835</c:v>
                </c:pt>
                <c:pt idx="528">
                  <c:v>42836</c:v>
                </c:pt>
                <c:pt idx="529">
                  <c:v>42837</c:v>
                </c:pt>
                <c:pt idx="530">
                  <c:v>42838</c:v>
                </c:pt>
                <c:pt idx="531">
                  <c:v>42842</c:v>
                </c:pt>
                <c:pt idx="532">
                  <c:v>42843</c:v>
                </c:pt>
                <c:pt idx="533">
                  <c:v>42844</c:v>
                </c:pt>
                <c:pt idx="534">
                  <c:v>42845</c:v>
                </c:pt>
                <c:pt idx="535">
                  <c:v>42846</c:v>
                </c:pt>
                <c:pt idx="536">
                  <c:v>42849</c:v>
                </c:pt>
                <c:pt idx="537">
                  <c:v>42850</c:v>
                </c:pt>
                <c:pt idx="538">
                  <c:v>42851</c:v>
                </c:pt>
                <c:pt idx="539">
                  <c:v>42852</c:v>
                </c:pt>
                <c:pt idx="540">
                  <c:v>42853</c:v>
                </c:pt>
                <c:pt idx="541">
                  <c:v>42857</c:v>
                </c:pt>
                <c:pt idx="542">
                  <c:v>42858</c:v>
                </c:pt>
                <c:pt idx="543">
                  <c:v>42859</c:v>
                </c:pt>
                <c:pt idx="544">
                  <c:v>42860</c:v>
                </c:pt>
                <c:pt idx="545">
                  <c:v>42863</c:v>
                </c:pt>
                <c:pt idx="546">
                  <c:v>42864</c:v>
                </c:pt>
                <c:pt idx="547">
                  <c:v>42866</c:v>
                </c:pt>
                <c:pt idx="548">
                  <c:v>42867</c:v>
                </c:pt>
                <c:pt idx="549">
                  <c:v>42870</c:v>
                </c:pt>
                <c:pt idx="550">
                  <c:v>42871</c:v>
                </c:pt>
                <c:pt idx="551">
                  <c:v>42872</c:v>
                </c:pt>
                <c:pt idx="552">
                  <c:v>42873</c:v>
                </c:pt>
                <c:pt idx="553">
                  <c:v>42874</c:v>
                </c:pt>
                <c:pt idx="554">
                  <c:v>42877</c:v>
                </c:pt>
                <c:pt idx="555">
                  <c:v>42878</c:v>
                </c:pt>
                <c:pt idx="556">
                  <c:v>42879</c:v>
                </c:pt>
                <c:pt idx="557">
                  <c:v>42880</c:v>
                </c:pt>
                <c:pt idx="558">
                  <c:v>42881</c:v>
                </c:pt>
                <c:pt idx="559">
                  <c:v>42885</c:v>
                </c:pt>
                <c:pt idx="560">
                  <c:v>42886</c:v>
                </c:pt>
                <c:pt idx="561">
                  <c:v>42887</c:v>
                </c:pt>
                <c:pt idx="562">
                  <c:v>42888</c:v>
                </c:pt>
                <c:pt idx="563">
                  <c:v>42891</c:v>
                </c:pt>
                <c:pt idx="564">
                  <c:v>42892</c:v>
                </c:pt>
                <c:pt idx="565">
                  <c:v>42893</c:v>
                </c:pt>
                <c:pt idx="566">
                  <c:v>42894</c:v>
                </c:pt>
                <c:pt idx="567">
                  <c:v>42895</c:v>
                </c:pt>
                <c:pt idx="568">
                  <c:v>42898</c:v>
                </c:pt>
                <c:pt idx="569">
                  <c:v>42899</c:v>
                </c:pt>
                <c:pt idx="570">
                  <c:v>42900</c:v>
                </c:pt>
                <c:pt idx="571">
                  <c:v>42901</c:v>
                </c:pt>
                <c:pt idx="572">
                  <c:v>42902</c:v>
                </c:pt>
                <c:pt idx="573">
                  <c:v>42905</c:v>
                </c:pt>
                <c:pt idx="574">
                  <c:v>42906</c:v>
                </c:pt>
                <c:pt idx="575">
                  <c:v>42907</c:v>
                </c:pt>
                <c:pt idx="576">
                  <c:v>42908</c:v>
                </c:pt>
                <c:pt idx="577">
                  <c:v>42909</c:v>
                </c:pt>
                <c:pt idx="578">
                  <c:v>42913</c:v>
                </c:pt>
                <c:pt idx="579">
                  <c:v>42914</c:v>
                </c:pt>
                <c:pt idx="580">
                  <c:v>42915</c:v>
                </c:pt>
                <c:pt idx="581">
                  <c:v>42916</c:v>
                </c:pt>
                <c:pt idx="582">
                  <c:v>42919</c:v>
                </c:pt>
                <c:pt idx="583">
                  <c:v>42921</c:v>
                </c:pt>
                <c:pt idx="584">
                  <c:v>42922</c:v>
                </c:pt>
                <c:pt idx="585">
                  <c:v>42923</c:v>
                </c:pt>
                <c:pt idx="586">
                  <c:v>42926</c:v>
                </c:pt>
                <c:pt idx="587">
                  <c:v>42927</c:v>
                </c:pt>
                <c:pt idx="588">
                  <c:v>42928</c:v>
                </c:pt>
                <c:pt idx="589">
                  <c:v>42929</c:v>
                </c:pt>
                <c:pt idx="590">
                  <c:v>42930</c:v>
                </c:pt>
                <c:pt idx="591">
                  <c:v>42933</c:v>
                </c:pt>
                <c:pt idx="592">
                  <c:v>42934</c:v>
                </c:pt>
                <c:pt idx="593">
                  <c:v>42935</c:v>
                </c:pt>
                <c:pt idx="594">
                  <c:v>42936</c:v>
                </c:pt>
                <c:pt idx="595">
                  <c:v>42937</c:v>
                </c:pt>
                <c:pt idx="596">
                  <c:v>42940</c:v>
                </c:pt>
                <c:pt idx="597">
                  <c:v>42941</c:v>
                </c:pt>
                <c:pt idx="598">
                  <c:v>42942</c:v>
                </c:pt>
                <c:pt idx="599">
                  <c:v>42943</c:v>
                </c:pt>
                <c:pt idx="600">
                  <c:v>42944</c:v>
                </c:pt>
                <c:pt idx="601">
                  <c:v>42947</c:v>
                </c:pt>
                <c:pt idx="602">
                  <c:v>42948</c:v>
                </c:pt>
                <c:pt idx="603">
                  <c:v>42949</c:v>
                </c:pt>
                <c:pt idx="604">
                  <c:v>42950</c:v>
                </c:pt>
                <c:pt idx="605">
                  <c:v>42951</c:v>
                </c:pt>
                <c:pt idx="606">
                  <c:v>42954</c:v>
                </c:pt>
                <c:pt idx="607">
                  <c:v>42955</c:v>
                </c:pt>
                <c:pt idx="608">
                  <c:v>42956</c:v>
                </c:pt>
                <c:pt idx="609">
                  <c:v>42957</c:v>
                </c:pt>
                <c:pt idx="610">
                  <c:v>42958</c:v>
                </c:pt>
                <c:pt idx="611">
                  <c:v>42961</c:v>
                </c:pt>
                <c:pt idx="612">
                  <c:v>42963</c:v>
                </c:pt>
                <c:pt idx="613">
                  <c:v>42965</c:v>
                </c:pt>
                <c:pt idx="614">
                  <c:v>42968</c:v>
                </c:pt>
                <c:pt idx="615">
                  <c:v>42969</c:v>
                </c:pt>
                <c:pt idx="616">
                  <c:v>42970</c:v>
                </c:pt>
                <c:pt idx="617">
                  <c:v>42971</c:v>
                </c:pt>
                <c:pt idx="618">
                  <c:v>42975</c:v>
                </c:pt>
                <c:pt idx="619">
                  <c:v>42976</c:v>
                </c:pt>
                <c:pt idx="620">
                  <c:v>42977</c:v>
                </c:pt>
                <c:pt idx="621">
                  <c:v>42978</c:v>
                </c:pt>
                <c:pt idx="622">
                  <c:v>42979</c:v>
                </c:pt>
                <c:pt idx="623">
                  <c:v>42983</c:v>
                </c:pt>
                <c:pt idx="624">
                  <c:v>42984</c:v>
                </c:pt>
                <c:pt idx="625">
                  <c:v>42985</c:v>
                </c:pt>
                <c:pt idx="626">
                  <c:v>42986</c:v>
                </c:pt>
                <c:pt idx="627">
                  <c:v>42989</c:v>
                </c:pt>
                <c:pt idx="628">
                  <c:v>42990</c:v>
                </c:pt>
                <c:pt idx="629">
                  <c:v>42991</c:v>
                </c:pt>
                <c:pt idx="630">
                  <c:v>42992</c:v>
                </c:pt>
                <c:pt idx="631">
                  <c:v>42993</c:v>
                </c:pt>
                <c:pt idx="632">
                  <c:v>42996</c:v>
                </c:pt>
                <c:pt idx="633">
                  <c:v>42997</c:v>
                </c:pt>
                <c:pt idx="634">
                  <c:v>42998</c:v>
                </c:pt>
                <c:pt idx="635">
                  <c:v>42999</c:v>
                </c:pt>
                <c:pt idx="636">
                  <c:v>43000</c:v>
                </c:pt>
                <c:pt idx="637">
                  <c:v>43003</c:v>
                </c:pt>
                <c:pt idx="638">
                  <c:v>43004</c:v>
                </c:pt>
                <c:pt idx="639">
                  <c:v>43005</c:v>
                </c:pt>
                <c:pt idx="640">
                  <c:v>43006</c:v>
                </c:pt>
                <c:pt idx="641">
                  <c:v>43007</c:v>
                </c:pt>
                <c:pt idx="642">
                  <c:v>43011</c:v>
                </c:pt>
                <c:pt idx="643">
                  <c:v>43012</c:v>
                </c:pt>
                <c:pt idx="644">
                  <c:v>43013</c:v>
                </c:pt>
                <c:pt idx="645">
                  <c:v>43014</c:v>
                </c:pt>
                <c:pt idx="646">
                  <c:v>43018</c:v>
                </c:pt>
                <c:pt idx="647">
                  <c:v>43019</c:v>
                </c:pt>
                <c:pt idx="648">
                  <c:v>43020</c:v>
                </c:pt>
                <c:pt idx="649">
                  <c:v>43021</c:v>
                </c:pt>
                <c:pt idx="650">
                  <c:v>43024</c:v>
                </c:pt>
                <c:pt idx="651">
                  <c:v>43025</c:v>
                </c:pt>
                <c:pt idx="652">
                  <c:v>43026</c:v>
                </c:pt>
                <c:pt idx="653">
                  <c:v>43031</c:v>
                </c:pt>
                <c:pt idx="654">
                  <c:v>43032</c:v>
                </c:pt>
                <c:pt idx="655">
                  <c:v>43033</c:v>
                </c:pt>
                <c:pt idx="656">
                  <c:v>43034</c:v>
                </c:pt>
                <c:pt idx="657">
                  <c:v>43035</c:v>
                </c:pt>
                <c:pt idx="658">
                  <c:v>43038</c:v>
                </c:pt>
                <c:pt idx="659">
                  <c:v>43039</c:v>
                </c:pt>
                <c:pt idx="660">
                  <c:v>43040</c:v>
                </c:pt>
                <c:pt idx="661">
                  <c:v>43041</c:v>
                </c:pt>
                <c:pt idx="662">
                  <c:v>43042</c:v>
                </c:pt>
                <c:pt idx="663">
                  <c:v>43045</c:v>
                </c:pt>
                <c:pt idx="664">
                  <c:v>43046</c:v>
                </c:pt>
                <c:pt idx="665">
                  <c:v>43047</c:v>
                </c:pt>
                <c:pt idx="666">
                  <c:v>43048</c:v>
                </c:pt>
                <c:pt idx="667">
                  <c:v>43049</c:v>
                </c:pt>
                <c:pt idx="668">
                  <c:v>43052</c:v>
                </c:pt>
                <c:pt idx="669">
                  <c:v>43053</c:v>
                </c:pt>
                <c:pt idx="670">
                  <c:v>43054</c:v>
                </c:pt>
                <c:pt idx="671">
                  <c:v>43055</c:v>
                </c:pt>
                <c:pt idx="672">
                  <c:v>43056</c:v>
                </c:pt>
                <c:pt idx="673">
                  <c:v>43059</c:v>
                </c:pt>
                <c:pt idx="674">
                  <c:v>43060</c:v>
                </c:pt>
                <c:pt idx="675">
                  <c:v>43061</c:v>
                </c:pt>
                <c:pt idx="676">
                  <c:v>43063</c:v>
                </c:pt>
                <c:pt idx="677">
                  <c:v>43066</c:v>
                </c:pt>
                <c:pt idx="678">
                  <c:v>43067</c:v>
                </c:pt>
                <c:pt idx="679">
                  <c:v>43068</c:v>
                </c:pt>
                <c:pt idx="680">
                  <c:v>43069</c:v>
                </c:pt>
                <c:pt idx="681">
                  <c:v>43073</c:v>
                </c:pt>
                <c:pt idx="682">
                  <c:v>43074</c:v>
                </c:pt>
                <c:pt idx="683">
                  <c:v>43075</c:v>
                </c:pt>
                <c:pt idx="684">
                  <c:v>43076</c:v>
                </c:pt>
                <c:pt idx="685">
                  <c:v>43077</c:v>
                </c:pt>
                <c:pt idx="686">
                  <c:v>43080</c:v>
                </c:pt>
                <c:pt idx="687">
                  <c:v>43081</c:v>
                </c:pt>
                <c:pt idx="688">
                  <c:v>43082</c:v>
                </c:pt>
                <c:pt idx="689">
                  <c:v>43083</c:v>
                </c:pt>
                <c:pt idx="690">
                  <c:v>43084</c:v>
                </c:pt>
                <c:pt idx="691">
                  <c:v>43087</c:v>
                </c:pt>
                <c:pt idx="692">
                  <c:v>43088</c:v>
                </c:pt>
                <c:pt idx="693">
                  <c:v>43089</c:v>
                </c:pt>
                <c:pt idx="694">
                  <c:v>43090</c:v>
                </c:pt>
                <c:pt idx="695">
                  <c:v>43091</c:v>
                </c:pt>
                <c:pt idx="696">
                  <c:v>43095</c:v>
                </c:pt>
                <c:pt idx="697">
                  <c:v>43096</c:v>
                </c:pt>
                <c:pt idx="698">
                  <c:v>43097</c:v>
                </c:pt>
                <c:pt idx="699">
                  <c:v>43098</c:v>
                </c:pt>
                <c:pt idx="700">
                  <c:v>43102</c:v>
                </c:pt>
                <c:pt idx="701">
                  <c:v>43103</c:v>
                </c:pt>
                <c:pt idx="702">
                  <c:v>43104</c:v>
                </c:pt>
                <c:pt idx="703">
                  <c:v>43105</c:v>
                </c:pt>
                <c:pt idx="704">
                  <c:v>43108</c:v>
                </c:pt>
                <c:pt idx="705">
                  <c:v>43109</c:v>
                </c:pt>
                <c:pt idx="706">
                  <c:v>43110</c:v>
                </c:pt>
                <c:pt idx="707">
                  <c:v>43111</c:v>
                </c:pt>
                <c:pt idx="708">
                  <c:v>43112</c:v>
                </c:pt>
                <c:pt idx="709">
                  <c:v>43116</c:v>
                </c:pt>
                <c:pt idx="710">
                  <c:v>43117</c:v>
                </c:pt>
                <c:pt idx="711">
                  <c:v>43118</c:v>
                </c:pt>
                <c:pt idx="712">
                  <c:v>43119</c:v>
                </c:pt>
                <c:pt idx="713">
                  <c:v>43122</c:v>
                </c:pt>
                <c:pt idx="714">
                  <c:v>43123</c:v>
                </c:pt>
                <c:pt idx="715">
                  <c:v>43124</c:v>
                </c:pt>
                <c:pt idx="716">
                  <c:v>43125</c:v>
                </c:pt>
                <c:pt idx="717">
                  <c:v>43129</c:v>
                </c:pt>
                <c:pt idx="718">
                  <c:v>43130</c:v>
                </c:pt>
                <c:pt idx="719">
                  <c:v>43131</c:v>
                </c:pt>
                <c:pt idx="720">
                  <c:v>43132</c:v>
                </c:pt>
                <c:pt idx="721">
                  <c:v>43133</c:v>
                </c:pt>
                <c:pt idx="722">
                  <c:v>43136</c:v>
                </c:pt>
                <c:pt idx="723">
                  <c:v>43137</c:v>
                </c:pt>
                <c:pt idx="724">
                  <c:v>43138</c:v>
                </c:pt>
                <c:pt idx="725">
                  <c:v>43139</c:v>
                </c:pt>
                <c:pt idx="726">
                  <c:v>43140</c:v>
                </c:pt>
                <c:pt idx="727">
                  <c:v>43143</c:v>
                </c:pt>
                <c:pt idx="728">
                  <c:v>43145</c:v>
                </c:pt>
                <c:pt idx="729">
                  <c:v>43146</c:v>
                </c:pt>
                <c:pt idx="730">
                  <c:v>43147</c:v>
                </c:pt>
                <c:pt idx="731">
                  <c:v>43151</c:v>
                </c:pt>
                <c:pt idx="732">
                  <c:v>43152</c:v>
                </c:pt>
                <c:pt idx="733">
                  <c:v>43153</c:v>
                </c:pt>
                <c:pt idx="734">
                  <c:v>43154</c:v>
                </c:pt>
                <c:pt idx="735">
                  <c:v>43157</c:v>
                </c:pt>
                <c:pt idx="736">
                  <c:v>43158</c:v>
                </c:pt>
                <c:pt idx="737">
                  <c:v>43159</c:v>
                </c:pt>
                <c:pt idx="738">
                  <c:v>43160</c:v>
                </c:pt>
                <c:pt idx="739">
                  <c:v>43164</c:v>
                </c:pt>
                <c:pt idx="740">
                  <c:v>43165</c:v>
                </c:pt>
                <c:pt idx="741">
                  <c:v>43166</c:v>
                </c:pt>
                <c:pt idx="742">
                  <c:v>43167</c:v>
                </c:pt>
                <c:pt idx="743">
                  <c:v>43168</c:v>
                </c:pt>
                <c:pt idx="744">
                  <c:v>43171</c:v>
                </c:pt>
                <c:pt idx="745">
                  <c:v>43172</c:v>
                </c:pt>
                <c:pt idx="746">
                  <c:v>43173</c:v>
                </c:pt>
                <c:pt idx="747">
                  <c:v>43174</c:v>
                </c:pt>
                <c:pt idx="748">
                  <c:v>43175</c:v>
                </c:pt>
                <c:pt idx="749">
                  <c:v>43178</c:v>
                </c:pt>
                <c:pt idx="750">
                  <c:v>43179</c:v>
                </c:pt>
                <c:pt idx="751">
                  <c:v>43180</c:v>
                </c:pt>
                <c:pt idx="752">
                  <c:v>43181</c:v>
                </c:pt>
                <c:pt idx="753">
                  <c:v>43182</c:v>
                </c:pt>
                <c:pt idx="754">
                  <c:v>43185</c:v>
                </c:pt>
                <c:pt idx="755">
                  <c:v>43186</c:v>
                </c:pt>
                <c:pt idx="756">
                  <c:v>43187</c:v>
                </c:pt>
                <c:pt idx="757">
                  <c:v>43193</c:v>
                </c:pt>
                <c:pt idx="758">
                  <c:v>43194</c:v>
                </c:pt>
                <c:pt idx="759">
                  <c:v>43195</c:v>
                </c:pt>
                <c:pt idx="760">
                  <c:v>43196</c:v>
                </c:pt>
                <c:pt idx="761">
                  <c:v>43199</c:v>
                </c:pt>
                <c:pt idx="762">
                  <c:v>43200</c:v>
                </c:pt>
                <c:pt idx="763">
                  <c:v>43201</c:v>
                </c:pt>
                <c:pt idx="764">
                  <c:v>43202</c:v>
                </c:pt>
                <c:pt idx="765">
                  <c:v>43203</c:v>
                </c:pt>
                <c:pt idx="766">
                  <c:v>43206</c:v>
                </c:pt>
                <c:pt idx="767">
                  <c:v>43207</c:v>
                </c:pt>
                <c:pt idx="768">
                  <c:v>43208</c:v>
                </c:pt>
                <c:pt idx="769">
                  <c:v>43209</c:v>
                </c:pt>
                <c:pt idx="770">
                  <c:v>43210</c:v>
                </c:pt>
                <c:pt idx="771">
                  <c:v>43213</c:v>
                </c:pt>
                <c:pt idx="772">
                  <c:v>43214</c:v>
                </c:pt>
                <c:pt idx="773">
                  <c:v>43215</c:v>
                </c:pt>
                <c:pt idx="774">
                  <c:v>43216</c:v>
                </c:pt>
                <c:pt idx="775">
                  <c:v>43217</c:v>
                </c:pt>
                <c:pt idx="776">
                  <c:v>43222</c:v>
                </c:pt>
                <c:pt idx="777">
                  <c:v>43223</c:v>
                </c:pt>
                <c:pt idx="778">
                  <c:v>43224</c:v>
                </c:pt>
                <c:pt idx="779">
                  <c:v>43227</c:v>
                </c:pt>
                <c:pt idx="780">
                  <c:v>43228</c:v>
                </c:pt>
                <c:pt idx="781">
                  <c:v>43229</c:v>
                </c:pt>
                <c:pt idx="782">
                  <c:v>43230</c:v>
                </c:pt>
                <c:pt idx="783">
                  <c:v>43231</c:v>
                </c:pt>
                <c:pt idx="784">
                  <c:v>43234</c:v>
                </c:pt>
                <c:pt idx="785">
                  <c:v>43235</c:v>
                </c:pt>
                <c:pt idx="786">
                  <c:v>43236</c:v>
                </c:pt>
                <c:pt idx="787">
                  <c:v>43237</c:v>
                </c:pt>
                <c:pt idx="788">
                  <c:v>43238</c:v>
                </c:pt>
                <c:pt idx="789">
                  <c:v>43241</c:v>
                </c:pt>
                <c:pt idx="790">
                  <c:v>43242</c:v>
                </c:pt>
                <c:pt idx="791">
                  <c:v>43243</c:v>
                </c:pt>
                <c:pt idx="792">
                  <c:v>43244</c:v>
                </c:pt>
                <c:pt idx="793">
                  <c:v>43245</c:v>
                </c:pt>
                <c:pt idx="794">
                  <c:v>43249</c:v>
                </c:pt>
                <c:pt idx="795">
                  <c:v>43250</c:v>
                </c:pt>
                <c:pt idx="796">
                  <c:v>43251</c:v>
                </c:pt>
                <c:pt idx="797">
                  <c:v>43252</c:v>
                </c:pt>
                <c:pt idx="798">
                  <c:v>43255</c:v>
                </c:pt>
                <c:pt idx="799">
                  <c:v>43256</c:v>
                </c:pt>
                <c:pt idx="800">
                  <c:v>43257</c:v>
                </c:pt>
                <c:pt idx="801">
                  <c:v>43258</c:v>
                </c:pt>
                <c:pt idx="802">
                  <c:v>43259</c:v>
                </c:pt>
                <c:pt idx="803">
                  <c:v>43262</c:v>
                </c:pt>
                <c:pt idx="804">
                  <c:v>43263</c:v>
                </c:pt>
                <c:pt idx="805">
                  <c:v>43264</c:v>
                </c:pt>
                <c:pt idx="806">
                  <c:v>43265</c:v>
                </c:pt>
                <c:pt idx="807">
                  <c:v>43266</c:v>
                </c:pt>
                <c:pt idx="808">
                  <c:v>43269</c:v>
                </c:pt>
                <c:pt idx="809">
                  <c:v>43270</c:v>
                </c:pt>
                <c:pt idx="810">
                  <c:v>43271</c:v>
                </c:pt>
                <c:pt idx="811">
                  <c:v>43272</c:v>
                </c:pt>
                <c:pt idx="812">
                  <c:v>43273</c:v>
                </c:pt>
                <c:pt idx="813">
                  <c:v>43276</c:v>
                </c:pt>
                <c:pt idx="814">
                  <c:v>43277</c:v>
                </c:pt>
                <c:pt idx="815">
                  <c:v>43278</c:v>
                </c:pt>
                <c:pt idx="816">
                  <c:v>43279</c:v>
                </c:pt>
                <c:pt idx="817">
                  <c:v>43280</c:v>
                </c:pt>
                <c:pt idx="818">
                  <c:v>43283</c:v>
                </c:pt>
                <c:pt idx="819">
                  <c:v>43284</c:v>
                </c:pt>
                <c:pt idx="820">
                  <c:v>43286</c:v>
                </c:pt>
                <c:pt idx="821">
                  <c:v>43287</c:v>
                </c:pt>
                <c:pt idx="822">
                  <c:v>43290</c:v>
                </c:pt>
                <c:pt idx="823">
                  <c:v>43291</c:v>
                </c:pt>
                <c:pt idx="824">
                  <c:v>43292</c:v>
                </c:pt>
                <c:pt idx="825">
                  <c:v>43293</c:v>
                </c:pt>
                <c:pt idx="826">
                  <c:v>43294</c:v>
                </c:pt>
                <c:pt idx="827">
                  <c:v>43297</c:v>
                </c:pt>
                <c:pt idx="828">
                  <c:v>43298</c:v>
                </c:pt>
                <c:pt idx="829">
                  <c:v>43299</c:v>
                </c:pt>
                <c:pt idx="830">
                  <c:v>43300</c:v>
                </c:pt>
                <c:pt idx="831">
                  <c:v>43301</c:v>
                </c:pt>
                <c:pt idx="832">
                  <c:v>43304</c:v>
                </c:pt>
                <c:pt idx="833">
                  <c:v>43305</c:v>
                </c:pt>
                <c:pt idx="834">
                  <c:v>43306</c:v>
                </c:pt>
                <c:pt idx="835">
                  <c:v>43307</c:v>
                </c:pt>
                <c:pt idx="836">
                  <c:v>43308</c:v>
                </c:pt>
                <c:pt idx="837">
                  <c:v>43311</c:v>
                </c:pt>
                <c:pt idx="838">
                  <c:v>43312</c:v>
                </c:pt>
                <c:pt idx="839">
                  <c:v>43313</c:v>
                </c:pt>
                <c:pt idx="840">
                  <c:v>43314</c:v>
                </c:pt>
                <c:pt idx="841">
                  <c:v>43315</c:v>
                </c:pt>
                <c:pt idx="842">
                  <c:v>43318</c:v>
                </c:pt>
                <c:pt idx="843">
                  <c:v>43319</c:v>
                </c:pt>
                <c:pt idx="844">
                  <c:v>43320</c:v>
                </c:pt>
                <c:pt idx="845">
                  <c:v>43321</c:v>
                </c:pt>
                <c:pt idx="846">
                  <c:v>43322</c:v>
                </c:pt>
                <c:pt idx="847">
                  <c:v>43325</c:v>
                </c:pt>
                <c:pt idx="848">
                  <c:v>43326</c:v>
                </c:pt>
                <c:pt idx="849">
                  <c:v>43328</c:v>
                </c:pt>
                <c:pt idx="850">
                  <c:v>43332</c:v>
                </c:pt>
                <c:pt idx="851">
                  <c:v>43333</c:v>
                </c:pt>
                <c:pt idx="852">
                  <c:v>43335</c:v>
                </c:pt>
                <c:pt idx="853">
                  <c:v>43336</c:v>
                </c:pt>
                <c:pt idx="854">
                  <c:v>43339</c:v>
                </c:pt>
                <c:pt idx="855">
                  <c:v>43340</c:v>
                </c:pt>
                <c:pt idx="856">
                  <c:v>43341</c:v>
                </c:pt>
                <c:pt idx="857">
                  <c:v>43342</c:v>
                </c:pt>
                <c:pt idx="858">
                  <c:v>43343</c:v>
                </c:pt>
                <c:pt idx="859">
                  <c:v>43347</c:v>
                </c:pt>
                <c:pt idx="860">
                  <c:v>43348</c:v>
                </c:pt>
                <c:pt idx="861">
                  <c:v>43349</c:v>
                </c:pt>
                <c:pt idx="862">
                  <c:v>43350</c:v>
                </c:pt>
                <c:pt idx="863">
                  <c:v>43353</c:v>
                </c:pt>
                <c:pt idx="864">
                  <c:v>43354</c:v>
                </c:pt>
                <c:pt idx="865">
                  <c:v>43355</c:v>
                </c:pt>
                <c:pt idx="866">
                  <c:v>43357</c:v>
                </c:pt>
                <c:pt idx="867">
                  <c:v>43360</c:v>
                </c:pt>
                <c:pt idx="868">
                  <c:v>43361</c:v>
                </c:pt>
                <c:pt idx="869">
                  <c:v>43362</c:v>
                </c:pt>
                <c:pt idx="870">
                  <c:v>43364</c:v>
                </c:pt>
                <c:pt idx="871">
                  <c:v>43367</c:v>
                </c:pt>
                <c:pt idx="872">
                  <c:v>43368</c:v>
                </c:pt>
                <c:pt idx="873">
                  <c:v>43369</c:v>
                </c:pt>
                <c:pt idx="874">
                  <c:v>43370</c:v>
                </c:pt>
                <c:pt idx="875">
                  <c:v>43371</c:v>
                </c:pt>
                <c:pt idx="876">
                  <c:v>43374</c:v>
                </c:pt>
                <c:pt idx="877">
                  <c:v>43376</c:v>
                </c:pt>
                <c:pt idx="878">
                  <c:v>43377</c:v>
                </c:pt>
                <c:pt idx="879">
                  <c:v>43378</c:v>
                </c:pt>
                <c:pt idx="880">
                  <c:v>43382</c:v>
                </c:pt>
                <c:pt idx="881">
                  <c:v>43383</c:v>
                </c:pt>
                <c:pt idx="882">
                  <c:v>43384</c:v>
                </c:pt>
                <c:pt idx="883">
                  <c:v>43385</c:v>
                </c:pt>
                <c:pt idx="884">
                  <c:v>43388</c:v>
                </c:pt>
                <c:pt idx="885">
                  <c:v>43389</c:v>
                </c:pt>
                <c:pt idx="886">
                  <c:v>43390</c:v>
                </c:pt>
                <c:pt idx="887">
                  <c:v>43392</c:v>
                </c:pt>
                <c:pt idx="888">
                  <c:v>43395</c:v>
                </c:pt>
                <c:pt idx="889">
                  <c:v>43396</c:v>
                </c:pt>
                <c:pt idx="890">
                  <c:v>43397</c:v>
                </c:pt>
                <c:pt idx="891">
                  <c:v>43398</c:v>
                </c:pt>
                <c:pt idx="892">
                  <c:v>43399</c:v>
                </c:pt>
                <c:pt idx="893">
                  <c:v>43402</c:v>
                </c:pt>
                <c:pt idx="894">
                  <c:v>43403</c:v>
                </c:pt>
                <c:pt idx="895">
                  <c:v>43404</c:v>
                </c:pt>
                <c:pt idx="896">
                  <c:v>43405</c:v>
                </c:pt>
                <c:pt idx="897">
                  <c:v>43406</c:v>
                </c:pt>
                <c:pt idx="898">
                  <c:v>43409</c:v>
                </c:pt>
                <c:pt idx="899">
                  <c:v>43410</c:v>
                </c:pt>
                <c:pt idx="900">
                  <c:v>43413</c:v>
                </c:pt>
                <c:pt idx="901">
                  <c:v>43417</c:v>
                </c:pt>
                <c:pt idx="902">
                  <c:v>43418</c:v>
                </c:pt>
                <c:pt idx="903">
                  <c:v>43419</c:v>
                </c:pt>
                <c:pt idx="904">
                  <c:v>43420</c:v>
                </c:pt>
                <c:pt idx="905">
                  <c:v>43423</c:v>
                </c:pt>
                <c:pt idx="906">
                  <c:v>43424</c:v>
                </c:pt>
                <c:pt idx="907">
                  <c:v>43430</c:v>
                </c:pt>
                <c:pt idx="908">
                  <c:v>43431</c:v>
                </c:pt>
                <c:pt idx="909">
                  <c:v>43432</c:v>
                </c:pt>
                <c:pt idx="910">
                  <c:v>43433</c:v>
                </c:pt>
                <c:pt idx="911">
                  <c:v>43434</c:v>
                </c:pt>
                <c:pt idx="912">
                  <c:v>43437</c:v>
                </c:pt>
                <c:pt idx="913">
                  <c:v>43438</c:v>
                </c:pt>
                <c:pt idx="914">
                  <c:v>43440</c:v>
                </c:pt>
                <c:pt idx="915">
                  <c:v>43441</c:v>
                </c:pt>
                <c:pt idx="916">
                  <c:v>43444</c:v>
                </c:pt>
                <c:pt idx="917">
                  <c:v>43445</c:v>
                </c:pt>
                <c:pt idx="918">
                  <c:v>43446</c:v>
                </c:pt>
                <c:pt idx="919">
                  <c:v>43447</c:v>
                </c:pt>
                <c:pt idx="920">
                  <c:v>43448</c:v>
                </c:pt>
                <c:pt idx="921">
                  <c:v>43451</c:v>
                </c:pt>
                <c:pt idx="922">
                  <c:v>43452</c:v>
                </c:pt>
                <c:pt idx="923">
                  <c:v>43453</c:v>
                </c:pt>
                <c:pt idx="924">
                  <c:v>43454</c:v>
                </c:pt>
                <c:pt idx="925">
                  <c:v>43455</c:v>
                </c:pt>
                <c:pt idx="926">
                  <c:v>43458</c:v>
                </c:pt>
                <c:pt idx="927">
                  <c:v>43460</c:v>
                </c:pt>
                <c:pt idx="928">
                  <c:v>43461</c:v>
                </c:pt>
                <c:pt idx="929">
                  <c:v>43462</c:v>
                </c:pt>
                <c:pt idx="930">
                  <c:v>43465</c:v>
                </c:pt>
                <c:pt idx="931">
                  <c:v>43467</c:v>
                </c:pt>
                <c:pt idx="932">
                  <c:v>43468</c:v>
                </c:pt>
                <c:pt idx="933">
                  <c:v>43469</c:v>
                </c:pt>
                <c:pt idx="934">
                  <c:v>43472</c:v>
                </c:pt>
                <c:pt idx="935">
                  <c:v>43473</c:v>
                </c:pt>
                <c:pt idx="936">
                  <c:v>43474</c:v>
                </c:pt>
                <c:pt idx="937">
                  <c:v>43475</c:v>
                </c:pt>
                <c:pt idx="938">
                  <c:v>43476</c:v>
                </c:pt>
                <c:pt idx="939">
                  <c:v>43479</c:v>
                </c:pt>
                <c:pt idx="940">
                  <c:v>43480</c:v>
                </c:pt>
                <c:pt idx="941">
                  <c:v>43481</c:v>
                </c:pt>
                <c:pt idx="942">
                  <c:v>43482</c:v>
                </c:pt>
                <c:pt idx="943">
                  <c:v>43483</c:v>
                </c:pt>
                <c:pt idx="944">
                  <c:v>43487</c:v>
                </c:pt>
                <c:pt idx="945">
                  <c:v>43488</c:v>
                </c:pt>
                <c:pt idx="946">
                  <c:v>43489</c:v>
                </c:pt>
                <c:pt idx="947">
                  <c:v>43490</c:v>
                </c:pt>
                <c:pt idx="948">
                  <c:v>43493</c:v>
                </c:pt>
                <c:pt idx="949">
                  <c:v>43494</c:v>
                </c:pt>
                <c:pt idx="950">
                  <c:v>43495</c:v>
                </c:pt>
                <c:pt idx="951">
                  <c:v>43496</c:v>
                </c:pt>
                <c:pt idx="952">
                  <c:v>43497</c:v>
                </c:pt>
                <c:pt idx="953">
                  <c:v>43500</c:v>
                </c:pt>
                <c:pt idx="954">
                  <c:v>43501</c:v>
                </c:pt>
                <c:pt idx="955">
                  <c:v>43502</c:v>
                </c:pt>
                <c:pt idx="956">
                  <c:v>43503</c:v>
                </c:pt>
                <c:pt idx="957">
                  <c:v>43504</c:v>
                </c:pt>
                <c:pt idx="958">
                  <c:v>43507</c:v>
                </c:pt>
                <c:pt idx="959">
                  <c:v>43508</c:v>
                </c:pt>
                <c:pt idx="960">
                  <c:v>43509</c:v>
                </c:pt>
                <c:pt idx="961">
                  <c:v>43510</c:v>
                </c:pt>
                <c:pt idx="962">
                  <c:v>43511</c:v>
                </c:pt>
                <c:pt idx="963">
                  <c:v>43516</c:v>
                </c:pt>
                <c:pt idx="964">
                  <c:v>43517</c:v>
                </c:pt>
                <c:pt idx="965">
                  <c:v>43518</c:v>
                </c:pt>
                <c:pt idx="966">
                  <c:v>43521</c:v>
                </c:pt>
                <c:pt idx="967">
                  <c:v>43522</c:v>
                </c:pt>
                <c:pt idx="968">
                  <c:v>43523</c:v>
                </c:pt>
                <c:pt idx="969">
                  <c:v>43524</c:v>
                </c:pt>
                <c:pt idx="970">
                  <c:v>43525</c:v>
                </c:pt>
                <c:pt idx="971">
                  <c:v>43529</c:v>
                </c:pt>
                <c:pt idx="972">
                  <c:v>43530</c:v>
                </c:pt>
                <c:pt idx="973">
                  <c:v>43531</c:v>
                </c:pt>
                <c:pt idx="974">
                  <c:v>43532</c:v>
                </c:pt>
                <c:pt idx="975">
                  <c:v>43535</c:v>
                </c:pt>
                <c:pt idx="976">
                  <c:v>43536</c:v>
                </c:pt>
                <c:pt idx="977">
                  <c:v>43537</c:v>
                </c:pt>
                <c:pt idx="978">
                  <c:v>43538</c:v>
                </c:pt>
                <c:pt idx="979">
                  <c:v>43539</c:v>
                </c:pt>
                <c:pt idx="980">
                  <c:v>43542</c:v>
                </c:pt>
                <c:pt idx="981">
                  <c:v>43543</c:v>
                </c:pt>
                <c:pt idx="982">
                  <c:v>43544</c:v>
                </c:pt>
                <c:pt idx="983">
                  <c:v>43546</c:v>
                </c:pt>
                <c:pt idx="984">
                  <c:v>43549</c:v>
                </c:pt>
                <c:pt idx="985">
                  <c:v>43550</c:v>
                </c:pt>
                <c:pt idx="986">
                  <c:v>43551</c:v>
                </c:pt>
                <c:pt idx="987">
                  <c:v>43552</c:v>
                </c:pt>
                <c:pt idx="988">
                  <c:v>43553</c:v>
                </c:pt>
                <c:pt idx="989">
                  <c:v>43557</c:v>
                </c:pt>
                <c:pt idx="990">
                  <c:v>43558</c:v>
                </c:pt>
                <c:pt idx="991">
                  <c:v>43559</c:v>
                </c:pt>
                <c:pt idx="992">
                  <c:v>43560</c:v>
                </c:pt>
                <c:pt idx="993">
                  <c:v>43563</c:v>
                </c:pt>
                <c:pt idx="994">
                  <c:v>43564</c:v>
                </c:pt>
                <c:pt idx="995">
                  <c:v>43565</c:v>
                </c:pt>
                <c:pt idx="996">
                  <c:v>43566</c:v>
                </c:pt>
                <c:pt idx="997">
                  <c:v>43567</c:v>
                </c:pt>
                <c:pt idx="998">
                  <c:v>43570</c:v>
                </c:pt>
                <c:pt idx="999">
                  <c:v>43571</c:v>
                </c:pt>
                <c:pt idx="1000">
                  <c:v>43573</c:v>
                </c:pt>
                <c:pt idx="1001">
                  <c:v>43577</c:v>
                </c:pt>
                <c:pt idx="1002">
                  <c:v>43578</c:v>
                </c:pt>
                <c:pt idx="1003">
                  <c:v>43579</c:v>
                </c:pt>
                <c:pt idx="1004">
                  <c:v>43580</c:v>
                </c:pt>
                <c:pt idx="1005">
                  <c:v>43581</c:v>
                </c:pt>
                <c:pt idx="1006">
                  <c:v>43585</c:v>
                </c:pt>
                <c:pt idx="1007">
                  <c:v>43587</c:v>
                </c:pt>
                <c:pt idx="1008">
                  <c:v>43588</c:v>
                </c:pt>
                <c:pt idx="1009">
                  <c:v>43591</c:v>
                </c:pt>
                <c:pt idx="1010">
                  <c:v>43592</c:v>
                </c:pt>
                <c:pt idx="1011">
                  <c:v>43593</c:v>
                </c:pt>
                <c:pt idx="1012">
                  <c:v>43594</c:v>
                </c:pt>
                <c:pt idx="1013">
                  <c:v>43595</c:v>
                </c:pt>
                <c:pt idx="1014">
                  <c:v>43598</c:v>
                </c:pt>
                <c:pt idx="1015">
                  <c:v>43599</c:v>
                </c:pt>
                <c:pt idx="1016">
                  <c:v>43600</c:v>
                </c:pt>
                <c:pt idx="1017">
                  <c:v>43601</c:v>
                </c:pt>
                <c:pt idx="1018">
                  <c:v>43602</c:v>
                </c:pt>
                <c:pt idx="1019">
                  <c:v>43605</c:v>
                </c:pt>
                <c:pt idx="1020">
                  <c:v>43606</c:v>
                </c:pt>
                <c:pt idx="1021">
                  <c:v>43607</c:v>
                </c:pt>
                <c:pt idx="1022">
                  <c:v>43608</c:v>
                </c:pt>
                <c:pt idx="1023">
                  <c:v>43609</c:v>
                </c:pt>
                <c:pt idx="1024">
                  <c:v>43613</c:v>
                </c:pt>
                <c:pt idx="1025">
                  <c:v>43614</c:v>
                </c:pt>
                <c:pt idx="1026">
                  <c:v>43615</c:v>
                </c:pt>
                <c:pt idx="1027">
                  <c:v>43616</c:v>
                </c:pt>
                <c:pt idx="1028">
                  <c:v>43619</c:v>
                </c:pt>
                <c:pt idx="1029">
                  <c:v>43620</c:v>
                </c:pt>
                <c:pt idx="1030">
                  <c:v>43622</c:v>
                </c:pt>
                <c:pt idx="1031">
                  <c:v>43623</c:v>
                </c:pt>
                <c:pt idx="1032">
                  <c:v>43626</c:v>
                </c:pt>
                <c:pt idx="1033">
                  <c:v>43627</c:v>
                </c:pt>
                <c:pt idx="1034">
                  <c:v>43628</c:v>
                </c:pt>
                <c:pt idx="1035">
                  <c:v>43629</c:v>
                </c:pt>
                <c:pt idx="1036">
                  <c:v>43630</c:v>
                </c:pt>
                <c:pt idx="1037">
                  <c:v>43633</c:v>
                </c:pt>
                <c:pt idx="1038">
                  <c:v>43634</c:v>
                </c:pt>
                <c:pt idx="1039">
                  <c:v>43635</c:v>
                </c:pt>
                <c:pt idx="1040">
                  <c:v>43636</c:v>
                </c:pt>
                <c:pt idx="1041">
                  <c:v>43637</c:v>
                </c:pt>
                <c:pt idx="1042">
                  <c:v>43640</c:v>
                </c:pt>
                <c:pt idx="1043">
                  <c:v>43641</c:v>
                </c:pt>
                <c:pt idx="1044">
                  <c:v>43642</c:v>
                </c:pt>
                <c:pt idx="1045">
                  <c:v>43643</c:v>
                </c:pt>
                <c:pt idx="1046">
                  <c:v>43644</c:v>
                </c:pt>
                <c:pt idx="1047">
                  <c:v>43647</c:v>
                </c:pt>
                <c:pt idx="1048">
                  <c:v>43648</c:v>
                </c:pt>
                <c:pt idx="1049">
                  <c:v>43649</c:v>
                </c:pt>
                <c:pt idx="1050">
                  <c:v>43651</c:v>
                </c:pt>
                <c:pt idx="1051">
                  <c:v>43654</c:v>
                </c:pt>
                <c:pt idx="1052">
                  <c:v>43655</c:v>
                </c:pt>
                <c:pt idx="1053">
                  <c:v>43656</c:v>
                </c:pt>
                <c:pt idx="1054">
                  <c:v>43657</c:v>
                </c:pt>
                <c:pt idx="1055">
                  <c:v>43658</c:v>
                </c:pt>
                <c:pt idx="1056">
                  <c:v>43661</c:v>
                </c:pt>
                <c:pt idx="1057">
                  <c:v>43662</c:v>
                </c:pt>
                <c:pt idx="1058">
                  <c:v>43663</c:v>
                </c:pt>
                <c:pt idx="1059">
                  <c:v>43664</c:v>
                </c:pt>
                <c:pt idx="1060">
                  <c:v>43665</c:v>
                </c:pt>
                <c:pt idx="1061">
                  <c:v>43668</c:v>
                </c:pt>
                <c:pt idx="1062">
                  <c:v>43669</c:v>
                </c:pt>
                <c:pt idx="1063">
                  <c:v>43670</c:v>
                </c:pt>
                <c:pt idx="1064">
                  <c:v>43671</c:v>
                </c:pt>
                <c:pt idx="1065">
                  <c:v>43672</c:v>
                </c:pt>
                <c:pt idx="1066">
                  <c:v>43675</c:v>
                </c:pt>
                <c:pt idx="1067">
                  <c:v>43676</c:v>
                </c:pt>
                <c:pt idx="1068">
                  <c:v>43677</c:v>
                </c:pt>
                <c:pt idx="1069">
                  <c:v>43678</c:v>
                </c:pt>
                <c:pt idx="1070">
                  <c:v>43679</c:v>
                </c:pt>
                <c:pt idx="1071">
                  <c:v>43682</c:v>
                </c:pt>
                <c:pt idx="1072">
                  <c:v>43683</c:v>
                </c:pt>
                <c:pt idx="1073">
                  <c:v>43684</c:v>
                </c:pt>
                <c:pt idx="1074">
                  <c:v>43685</c:v>
                </c:pt>
                <c:pt idx="1075">
                  <c:v>43686</c:v>
                </c:pt>
                <c:pt idx="1076">
                  <c:v>43690</c:v>
                </c:pt>
                <c:pt idx="1077">
                  <c:v>43691</c:v>
                </c:pt>
                <c:pt idx="1078">
                  <c:v>43693</c:v>
                </c:pt>
                <c:pt idx="1079">
                  <c:v>43696</c:v>
                </c:pt>
                <c:pt idx="1080">
                  <c:v>43697</c:v>
                </c:pt>
                <c:pt idx="1081">
                  <c:v>43698</c:v>
                </c:pt>
                <c:pt idx="1082">
                  <c:v>43699</c:v>
                </c:pt>
                <c:pt idx="1083">
                  <c:v>43700</c:v>
                </c:pt>
                <c:pt idx="1084">
                  <c:v>43703</c:v>
                </c:pt>
                <c:pt idx="1085">
                  <c:v>43704</c:v>
                </c:pt>
                <c:pt idx="1086">
                  <c:v>43705</c:v>
                </c:pt>
                <c:pt idx="1087">
                  <c:v>43706</c:v>
                </c:pt>
                <c:pt idx="1088">
                  <c:v>43707</c:v>
                </c:pt>
                <c:pt idx="1089">
                  <c:v>43711</c:v>
                </c:pt>
                <c:pt idx="1090">
                  <c:v>43712</c:v>
                </c:pt>
                <c:pt idx="1091">
                  <c:v>43713</c:v>
                </c:pt>
                <c:pt idx="1092">
                  <c:v>43714</c:v>
                </c:pt>
                <c:pt idx="1093">
                  <c:v>43717</c:v>
                </c:pt>
                <c:pt idx="1094">
                  <c:v>43719</c:v>
                </c:pt>
                <c:pt idx="1095">
                  <c:v>43720</c:v>
                </c:pt>
                <c:pt idx="1096">
                  <c:v>43721</c:v>
                </c:pt>
                <c:pt idx="1097">
                  <c:v>43724</c:v>
                </c:pt>
                <c:pt idx="1098">
                  <c:v>43725</c:v>
                </c:pt>
                <c:pt idx="1099">
                  <c:v>43726</c:v>
                </c:pt>
                <c:pt idx="1100">
                  <c:v>43727</c:v>
                </c:pt>
                <c:pt idx="1101">
                  <c:v>43728</c:v>
                </c:pt>
                <c:pt idx="1102">
                  <c:v>43731</c:v>
                </c:pt>
                <c:pt idx="1103">
                  <c:v>43732</c:v>
                </c:pt>
                <c:pt idx="1104">
                  <c:v>43733</c:v>
                </c:pt>
                <c:pt idx="1105">
                  <c:v>43734</c:v>
                </c:pt>
                <c:pt idx="1106">
                  <c:v>43735</c:v>
                </c:pt>
                <c:pt idx="1107">
                  <c:v>43738</c:v>
                </c:pt>
                <c:pt idx="1108">
                  <c:v>43739</c:v>
                </c:pt>
                <c:pt idx="1109">
                  <c:v>43741</c:v>
                </c:pt>
                <c:pt idx="1110">
                  <c:v>43742</c:v>
                </c:pt>
                <c:pt idx="1111">
                  <c:v>43745</c:v>
                </c:pt>
                <c:pt idx="1112">
                  <c:v>43747</c:v>
                </c:pt>
                <c:pt idx="1113">
                  <c:v>43748</c:v>
                </c:pt>
                <c:pt idx="1114">
                  <c:v>43749</c:v>
                </c:pt>
                <c:pt idx="1115">
                  <c:v>43753</c:v>
                </c:pt>
                <c:pt idx="1116">
                  <c:v>43754</c:v>
                </c:pt>
                <c:pt idx="1117">
                  <c:v>43755</c:v>
                </c:pt>
                <c:pt idx="1118">
                  <c:v>43756</c:v>
                </c:pt>
                <c:pt idx="1119">
                  <c:v>43760</c:v>
                </c:pt>
                <c:pt idx="1120">
                  <c:v>43761</c:v>
                </c:pt>
                <c:pt idx="1121">
                  <c:v>43762</c:v>
                </c:pt>
                <c:pt idx="1122">
                  <c:v>43763</c:v>
                </c:pt>
                <c:pt idx="1123">
                  <c:v>43767</c:v>
                </c:pt>
                <c:pt idx="1124">
                  <c:v>43768</c:v>
                </c:pt>
                <c:pt idx="1125">
                  <c:v>43769</c:v>
                </c:pt>
                <c:pt idx="1126">
                  <c:v>43770</c:v>
                </c:pt>
                <c:pt idx="1127">
                  <c:v>43773</c:v>
                </c:pt>
                <c:pt idx="1128">
                  <c:v>43774</c:v>
                </c:pt>
                <c:pt idx="1129">
                  <c:v>43775</c:v>
                </c:pt>
                <c:pt idx="1130">
                  <c:v>43776</c:v>
                </c:pt>
                <c:pt idx="1131">
                  <c:v>43777</c:v>
                </c:pt>
                <c:pt idx="1132">
                  <c:v>43782</c:v>
                </c:pt>
                <c:pt idx="1133">
                  <c:v>43783</c:v>
                </c:pt>
                <c:pt idx="1134">
                  <c:v>43784</c:v>
                </c:pt>
                <c:pt idx="1135">
                  <c:v>43787</c:v>
                </c:pt>
                <c:pt idx="1136">
                  <c:v>43788</c:v>
                </c:pt>
                <c:pt idx="1137">
                  <c:v>43789</c:v>
                </c:pt>
                <c:pt idx="1138">
                  <c:v>43790</c:v>
                </c:pt>
                <c:pt idx="1139">
                  <c:v>43791</c:v>
                </c:pt>
                <c:pt idx="1140">
                  <c:v>43794</c:v>
                </c:pt>
                <c:pt idx="1141">
                  <c:v>43795</c:v>
                </c:pt>
                <c:pt idx="1142">
                  <c:v>43796</c:v>
                </c:pt>
                <c:pt idx="1143">
                  <c:v>43798</c:v>
                </c:pt>
                <c:pt idx="1144">
                  <c:v>43801</c:v>
                </c:pt>
                <c:pt idx="1145">
                  <c:v>43802</c:v>
                </c:pt>
                <c:pt idx="1146">
                  <c:v>43803</c:v>
                </c:pt>
                <c:pt idx="1147">
                  <c:v>43804</c:v>
                </c:pt>
                <c:pt idx="1148">
                  <c:v>43805</c:v>
                </c:pt>
                <c:pt idx="1149">
                  <c:v>43808</c:v>
                </c:pt>
                <c:pt idx="1150">
                  <c:v>43809</c:v>
                </c:pt>
                <c:pt idx="1151">
                  <c:v>43810</c:v>
                </c:pt>
                <c:pt idx="1152">
                  <c:v>43811</c:v>
                </c:pt>
                <c:pt idx="1153">
                  <c:v>43812</c:v>
                </c:pt>
                <c:pt idx="1154">
                  <c:v>43815</c:v>
                </c:pt>
                <c:pt idx="1155">
                  <c:v>43816</c:v>
                </c:pt>
                <c:pt idx="1156">
                  <c:v>43817</c:v>
                </c:pt>
                <c:pt idx="1157">
                  <c:v>43818</c:v>
                </c:pt>
                <c:pt idx="1158">
                  <c:v>43819</c:v>
                </c:pt>
                <c:pt idx="1159">
                  <c:v>43822</c:v>
                </c:pt>
                <c:pt idx="1160">
                  <c:v>43823</c:v>
                </c:pt>
                <c:pt idx="1161">
                  <c:v>43825</c:v>
                </c:pt>
                <c:pt idx="1162">
                  <c:v>43826</c:v>
                </c:pt>
                <c:pt idx="1163">
                  <c:v>43829</c:v>
                </c:pt>
                <c:pt idx="1164">
                  <c:v>43830</c:v>
                </c:pt>
                <c:pt idx="1165">
                  <c:v>43832</c:v>
                </c:pt>
                <c:pt idx="1166">
                  <c:v>43833</c:v>
                </c:pt>
                <c:pt idx="1167">
                  <c:v>43836</c:v>
                </c:pt>
                <c:pt idx="1168">
                  <c:v>43837</c:v>
                </c:pt>
                <c:pt idx="1169">
                  <c:v>43838</c:v>
                </c:pt>
                <c:pt idx="1170">
                  <c:v>43839</c:v>
                </c:pt>
                <c:pt idx="1171">
                  <c:v>43840</c:v>
                </c:pt>
                <c:pt idx="1172">
                  <c:v>43843</c:v>
                </c:pt>
                <c:pt idx="1173">
                  <c:v>43844</c:v>
                </c:pt>
                <c:pt idx="1174">
                  <c:v>43845</c:v>
                </c:pt>
                <c:pt idx="1175">
                  <c:v>43846</c:v>
                </c:pt>
                <c:pt idx="1176">
                  <c:v>43847</c:v>
                </c:pt>
                <c:pt idx="1177">
                  <c:v>43851</c:v>
                </c:pt>
                <c:pt idx="1178">
                  <c:v>43852</c:v>
                </c:pt>
                <c:pt idx="1179">
                  <c:v>43853</c:v>
                </c:pt>
                <c:pt idx="1180">
                  <c:v>43854</c:v>
                </c:pt>
                <c:pt idx="1181">
                  <c:v>43857</c:v>
                </c:pt>
                <c:pt idx="1182">
                  <c:v>43858</c:v>
                </c:pt>
                <c:pt idx="1183">
                  <c:v>43859</c:v>
                </c:pt>
                <c:pt idx="1184">
                  <c:v>43860</c:v>
                </c:pt>
                <c:pt idx="1185">
                  <c:v>43861</c:v>
                </c:pt>
                <c:pt idx="1186">
                  <c:v>43864</c:v>
                </c:pt>
                <c:pt idx="1187">
                  <c:v>43865</c:v>
                </c:pt>
                <c:pt idx="1188">
                  <c:v>43866</c:v>
                </c:pt>
                <c:pt idx="1189">
                  <c:v>43867</c:v>
                </c:pt>
                <c:pt idx="1190">
                  <c:v>43868</c:v>
                </c:pt>
                <c:pt idx="1191">
                  <c:v>43871</c:v>
                </c:pt>
                <c:pt idx="1192">
                  <c:v>43872</c:v>
                </c:pt>
                <c:pt idx="1193">
                  <c:v>43873</c:v>
                </c:pt>
                <c:pt idx="1194">
                  <c:v>43874</c:v>
                </c:pt>
                <c:pt idx="1195">
                  <c:v>43875</c:v>
                </c:pt>
                <c:pt idx="1196">
                  <c:v>43879</c:v>
                </c:pt>
                <c:pt idx="1197">
                  <c:v>43881</c:v>
                </c:pt>
                <c:pt idx="1198">
                  <c:v>43885</c:v>
                </c:pt>
                <c:pt idx="1199">
                  <c:v>43886</c:v>
                </c:pt>
                <c:pt idx="1200">
                  <c:v>43887</c:v>
                </c:pt>
                <c:pt idx="1201">
                  <c:v>43888</c:v>
                </c:pt>
                <c:pt idx="1202">
                  <c:v>43889</c:v>
                </c:pt>
                <c:pt idx="1203">
                  <c:v>43892</c:v>
                </c:pt>
                <c:pt idx="1204">
                  <c:v>43893</c:v>
                </c:pt>
                <c:pt idx="1205">
                  <c:v>43894</c:v>
                </c:pt>
                <c:pt idx="1206">
                  <c:v>43895</c:v>
                </c:pt>
                <c:pt idx="1207">
                  <c:v>43896</c:v>
                </c:pt>
                <c:pt idx="1208">
                  <c:v>43899</c:v>
                </c:pt>
                <c:pt idx="1209">
                  <c:v>43901</c:v>
                </c:pt>
                <c:pt idx="1210">
                  <c:v>43902</c:v>
                </c:pt>
                <c:pt idx="1211">
                  <c:v>43903</c:v>
                </c:pt>
                <c:pt idx="1212">
                  <c:v>43906</c:v>
                </c:pt>
                <c:pt idx="1213">
                  <c:v>43907</c:v>
                </c:pt>
                <c:pt idx="1214">
                  <c:v>43908</c:v>
                </c:pt>
                <c:pt idx="1215">
                  <c:v>43909</c:v>
                </c:pt>
                <c:pt idx="1216">
                  <c:v>43910</c:v>
                </c:pt>
                <c:pt idx="1217">
                  <c:v>43913</c:v>
                </c:pt>
                <c:pt idx="1218">
                  <c:v>43914</c:v>
                </c:pt>
                <c:pt idx="1219">
                  <c:v>43916</c:v>
                </c:pt>
                <c:pt idx="1220">
                  <c:v>43917</c:v>
                </c:pt>
                <c:pt idx="1221">
                  <c:v>43920</c:v>
                </c:pt>
                <c:pt idx="1222">
                  <c:v>43921</c:v>
                </c:pt>
                <c:pt idx="1223">
                  <c:v>43924</c:v>
                </c:pt>
                <c:pt idx="1224">
                  <c:v>43928</c:v>
                </c:pt>
                <c:pt idx="1225">
                  <c:v>43929</c:v>
                </c:pt>
                <c:pt idx="1226">
                  <c:v>43930</c:v>
                </c:pt>
                <c:pt idx="1227">
                  <c:v>43934</c:v>
                </c:pt>
                <c:pt idx="1228">
                  <c:v>43936</c:v>
                </c:pt>
                <c:pt idx="1229">
                  <c:v>43937</c:v>
                </c:pt>
                <c:pt idx="1230">
                  <c:v>43938</c:v>
                </c:pt>
                <c:pt idx="1231">
                  <c:v>43941</c:v>
                </c:pt>
                <c:pt idx="1232">
                  <c:v>43942</c:v>
                </c:pt>
                <c:pt idx="1233">
                  <c:v>43943</c:v>
                </c:pt>
                <c:pt idx="1234">
                  <c:v>43944</c:v>
                </c:pt>
                <c:pt idx="1235">
                  <c:v>43945</c:v>
                </c:pt>
                <c:pt idx="1236">
                  <c:v>43948</c:v>
                </c:pt>
                <c:pt idx="1237">
                  <c:v>43949</c:v>
                </c:pt>
                <c:pt idx="1238">
                  <c:v>43950</c:v>
                </c:pt>
                <c:pt idx="1239">
                  <c:v>43951</c:v>
                </c:pt>
                <c:pt idx="1240">
                  <c:v>43955</c:v>
                </c:pt>
                <c:pt idx="1241">
                  <c:v>43956</c:v>
                </c:pt>
                <c:pt idx="1242">
                  <c:v>43957</c:v>
                </c:pt>
                <c:pt idx="1243">
                  <c:v>43959</c:v>
                </c:pt>
                <c:pt idx="1244">
                  <c:v>43962</c:v>
                </c:pt>
                <c:pt idx="1245">
                  <c:v>43963</c:v>
                </c:pt>
                <c:pt idx="1246">
                  <c:v>43964</c:v>
                </c:pt>
                <c:pt idx="1247">
                  <c:v>43965</c:v>
                </c:pt>
                <c:pt idx="1248">
                  <c:v>43966</c:v>
                </c:pt>
                <c:pt idx="1249">
                  <c:v>43969</c:v>
                </c:pt>
                <c:pt idx="1250">
                  <c:v>43970</c:v>
                </c:pt>
                <c:pt idx="1251">
                  <c:v>43971</c:v>
                </c:pt>
                <c:pt idx="1252">
                  <c:v>43972</c:v>
                </c:pt>
                <c:pt idx="1253">
                  <c:v>43973</c:v>
                </c:pt>
                <c:pt idx="1254">
                  <c:v>43977</c:v>
                </c:pt>
                <c:pt idx="1255">
                  <c:v>43978</c:v>
                </c:pt>
                <c:pt idx="1256">
                  <c:v>43979</c:v>
                </c:pt>
                <c:pt idx="1257">
                  <c:v>43980</c:v>
                </c:pt>
                <c:pt idx="1258">
                  <c:v>43983</c:v>
                </c:pt>
                <c:pt idx="1259">
                  <c:v>43984</c:v>
                </c:pt>
                <c:pt idx="1260">
                  <c:v>43985</c:v>
                </c:pt>
                <c:pt idx="1261">
                  <c:v>43986</c:v>
                </c:pt>
                <c:pt idx="1262">
                  <c:v>43987</c:v>
                </c:pt>
                <c:pt idx="1263">
                  <c:v>43990</c:v>
                </c:pt>
                <c:pt idx="1264">
                  <c:v>43991</c:v>
                </c:pt>
                <c:pt idx="1265">
                  <c:v>43992</c:v>
                </c:pt>
                <c:pt idx="1266">
                  <c:v>43993</c:v>
                </c:pt>
                <c:pt idx="1267">
                  <c:v>43994</c:v>
                </c:pt>
                <c:pt idx="1268">
                  <c:v>43997</c:v>
                </c:pt>
                <c:pt idx="1269">
                  <c:v>43998</c:v>
                </c:pt>
                <c:pt idx="1270">
                  <c:v>43999</c:v>
                </c:pt>
                <c:pt idx="1271">
                  <c:v>44000</c:v>
                </c:pt>
                <c:pt idx="1272">
                  <c:v>44001</c:v>
                </c:pt>
                <c:pt idx="1273">
                  <c:v>44004</c:v>
                </c:pt>
                <c:pt idx="1274">
                  <c:v>44005</c:v>
                </c:pt>
                <c:pt idx="1275">
                  <c:v>44006</c:v>
                </c:pt>
                <c:pt idx="1276">
                  <c:v>44007</c:v>
                </c:pt>
                <c:pt idx="1277">
                  <c:v>44008</c:v>
                </c:pt>
                <c:pt idx="1278">
                  <c:v>44011</c:v>
                </c:pt>
                <c:pt idx="1279">
                  <c:v>44012</c:v>
                </c:pt>
                <c:pt idx="1280">
                  <c:v>44013</c:v>
                </c:pt>
                <c:pt idx="1281">
                  <c:v>44014</c:v>
                </c:pt>
                <c:pt idx="1282">
                  <c:v>44018</c:v>
                </c:pt>
                <c:pt idx="1283">
                  <c:v>44019</c:v>
                </c:pt>
                <c:pt idx="1284">
                  <c:v>44020</c:v>
                </c:pt>
                <c:pt idx="1285">
                  <c:v>44021</c:v>
                </c:pt>
                <c:pt idx="1286">
                  <c:v>44022</c:v>
                </c:pt>
                <c:pt idx="1287">
                  <c:v>44025</c:v>
                </c:pt>
                <c:pt idx="1288">
                  <c:v>44026</c:v>
                </c:pt>
                <c:pt idx="1289">
                  <c:v>44027</c:v>
                </c:pt>
                <c:pt idx="1290">
                  <c:v>44028</c:v>
                </c:pt>
                <c:pt idx="1291">
                  <c:v>44029</c:v>
                </c:pt>
                <c:pt idx="1292">
                  <c:v>44032</c:v>
                </c:pt>
                <c:pt idx="1293">
                  <c:v>44033</c:v>
                </c:pt>
                <c:pt idx="1294">
                  <c:v>44034</c:v>
                </c:pt>
                <c:pt idx="1295">
                  <c:v>44035</c:v>
                </c:pt>
                <c:pt idx="1296">
                  <c:v>44036</c:v>
                </c:pt>
                <c:pt idx="1297">
                  <c:v>44039</c:v>
                </c:pt>
                <c:pt idx="1298">
                  <c:v>44040</c:v>
                </c:pt>
                <c:pt idx="1299">
                  <c:v>44041</c:v>
                </c:pt>
                <c:pt idx="1300">
                  <c:v>44042</c:v>
                </c:pt>
                <c:pt idx="1301">
                  <c:v>44043</c:v>
                </c:pt>
                <c:pt idx="1302">
                  <c:v>44046</c:v>
                </c:pt>
                <c:pt idx="1303">
                  <c:v>44047</c:v>
                </c:pt>
                <c:pt idx="1304">
                  <c:v>44048</c:v>
                </c:pt>
                <c:pt idx="1305">
                  <c:v>44049</c:v>
                </c:pt>
                <c:pt idx="1306">
                  <c:v>44050</c:v>
                </c:pt>
                <c:pt idx="1307">
                  <c:v>44053</c:v>
                </c:pt>
                <c:pt idx="1308">
                  <c:v>44054</c:v>
                </c:pt>
                <c:pt idx="1309">
                  <c:v>44055</c:v>
                </c:pt>
                <c:pt idx="1310">
                  <c:v>44056</c:v>
                </c:pt>
                <c:pt idx="1311">
                  <c:v>44057</c:v>
                </c:pt>
                <c:pt idx="1312">
                  <c:v>44060</c:v>
                </c:pt>
                <c:pt idx="1313">
                  <c:v>44061</c:v>
                </c:pt>
                <c:pt idx="1314">
                  <c:v>44062</c:v>
                </c:pt>
                <c:pt idx="1315">
                  <c:v>44063</c:v>
                </c:pt>
                <c:pt idx="1316">
                  <c:v>44064</c:v>
                </c:pt>
                <c:pt idx="1317">
                  <c:v>44067</c:v>
                </c:pt>
                <c:pt idx="1318">
                  <c:v>44068</c:v>
                </c:pt>
                <c:pt idx="1319">
                  <c:v>44069</c:v>
                </c:pt>
                <c:pt idx="1320">
                  <c:v>44070</c:v>
                </c:pt>
                <c:pt idx="1321">
                  <c:v>44071</c:v>
                </c:pt>
                <c:pt idx="1322">
                  <c:v>44074</c:v>
                </c:pt>
                <c:pt idx="1323">
                  <c:v>44075</c:v>
                </c:pt>
                <c:pt idx="1324">
                  <c:v>44076</c:v>
                </c:pt>
                <c:pt idx="1325">
                  <c:v>44077</c:v>
                </c:pt>
                <c:pt idx="1326">
                  <c:v>44078</c:v>
                </c:pt>
                <c:pt idx="1327">
                  <c:v>44082</c:v>
                </c:pt>
                <c:pt idx="1328">
                  <c:v>44083</c:v>
                </c:pt>
                <c:pt idx="1329">
                  <c:v>44084</c:v>
                </c:pt>
                <c:pt idx="1330">
                  <c:v>44085</c:v>
                </c:pt>
                <c:pt idx="1331">
                  <c:v>44088</c:v>
                </c:pt>
                <c:pt idx="1332">
                  <c:v>44089</c:v>
                </c:pt>
                <c:pt idx="1333">
                  <c:v>44090</c:v>
                </c:pt>
                <c:pt idx="1334">
                  <c:v>44091</c:v>
                </c:pt>
                <c:pt idx="1335">
                  <c:v>44092</c:v>
                </c:pt>
                <c:pt idx="1336">
                  <c:v>44095</c:v>
                </c:pt>
                <c:pt idx="1337">
                  <c:v>44096</c:v>
                </c:pt>
                <c:pt idx="1338">
                  <c:v>44097</c:v>
                </c:pt>
                <c:pt idx="1339">
                  <c:v>44098</c:v>
                </c:pt>
                <c:pt idx="1340">
                  <c:v>44099</c:v>
                </c:pt>
                <c:pt idx="1341">
                  <c:v>44102</c:v>
                </c:pt>
                <c:pt idx="1342">
                  <c:v>44103</c:v>
                </c:pt>
                <c:pt idx="1343">
                  <c:v>44104</c:v>
                </c:pt>
                <c:pt idx="1344">
                  <c:v>44105</c:v>
                </c:pt>
                <c:pt idx="1345">
                  <c:v>44109</c:v>
                </c:pt>
                <c:pt idx="1346">
                  <c:v>44110</c:v>
                </c:pt>
                <c:pt idx="1347">
                  <c:v>44111</c:v>
                </c:pt>
                <c:pt idx="1348">
                  <c:v>44112</c:v>
                </c:pt>
                <c:pt idx="1349">
                  <c:v>44113</c:v>
                </c:pt>
                <c:pt idx="1350">
                  <c:v>44117</c:v>
                </c:pt>
                <c:pt idx="1351">
                  <c:v>44118</c:v>
                </c:pt>
                <c:pt idx="1352">
                  <c:v>44119</c:v>
                </c:pt>
                <c:pt idx="1353">
                  <c:v>44120</c:v>
                </c:pt>
                <c:pt idx="1354">
                  <c:v>44123</c:v>
                </c:pt>
                <c:pt idx="1355">
                  <c:v>44124</c:v>
                </c:pt>
                <c:pt idx="1356">
                  <c:v>44125</c:v>
                </c:pt>
                <c:pt idx="1357">
                  <c:v>44126</c:v>
                </c:pt>
                <c:pt idx="1358">
                  <c:v>44127</c:v>
                </c:pt>
                <c:pt idx="1359">
                  <c:v>44130</c:v>
                </c:pt>
                <c:pt idx="1360">
                  <c:v>44131</c:v>
                </c:pt>
                <c:pt idx="1361">
                  <c:v>44132</c:v>
                </c:pt>
                <c:pt idx="1362">
                  <c:v>44133</c:v>
                </c:pt>
                <c:pt idx="1363">
                  <c:v>44137</c:v>
                </c:pt>
                <c:pt idx="1364">
                  <c:v>44138</c:v>
                </c:pt>
                <c:pt idx="1365">
                  <c:v>44139</c:v>
                </c:pt>
                <c:pt idx="1366">
                  <c:v>44140</c:v>
                </c:pt>
                <c:pt idx="1367">
                  <c:v>44141</c:v>
                </c:pt>
                <c:pt idx="1368">
                  <c:v>44144</c:v>
                </c:pt>
                <c:pt idx="1369">
                  <c:v>44145</c:v>
                </c:pt>
                <c:pt idx="1370">
                  <c:v>44147</c:v>
                </c:pt>
                <c:pt idx="1371">
                  <c:v>44148</c:v>
                </c:pt>
                <c:pt idx="1372">
                  <c:v>44152</c:v>
                </c:pt>
                <c:pt idx="1373">
                  <c:v>44153</c:v>
                </c:pt>
                <c:pt idx="1374">
                  <c:v>44154</c:v>
                </c:pt>
                <c:pt idx="1375">
                  <c:v>44155</c:v>
                </c:pt>
                <c:pt idx="1376">
                  <c:v>44158</c:v>
                </c:pt>
                <c:pt idx="1377">
                  <c:v>44159</c:v>
                </c:pt>
                <c:pt idx="1378">
                  <c:v>44160</c:v>
                </c:pt>
                <c:pt idx="1379">
                  <c:v>44162</c:v>
                </c:pt>
                <c:pt idx="1380">
                  <c:v>44166</c:v>
                </c:pt>
                <c:pt idx="1381">
                  <c:v>44167</c:v>
                </c:pt>
                <c:pt idx="1382">
                  <c:v>44168</c:v>
                </c:pt>
                <c:pt idx="1383">
                  <c:v>44169</c:v>
                </c:pt>
                <c:pt idx="1384">
                  <c:v>44172</c:v>
                </c:pt>
                <c:pt idx="1385">
                  <c:v>44173</c:v>
                </c:pt>
                <c:pt idx="1386">
                  <c:v>44174</c:v>
                </c:pt>
                <c:pt idx="1387">
                  <c:v>44175</c:v>
                </c:pt>
                <c:pt idx="1388">
                  <c:v>44176</c:v>
                </c:pt>
                <c:pt idx="1389">
                  <c:v>44179</c:v>
                </c:pt>
                <c:pt idx="1390">
                  <c:v>44180</c:v>
                </c:pt>
                <c:pt idx="1391">
                  <c:v>44181</c:v>
                </c:pt>
                <c:pt idx="1392">
                  <c:v>44182</c:v>
                </c:pt>
                <c:pt idx="1393">
                  <c:v>44183</c:v>
                </c:pt>
                <c:pt idx="1394">
                  <c:v>44186</c:v>
                </c:pt>
                <c:pt idx="1395">
                  <c:v>44187</c:v>
                </c:pt>
                <c:pt idx="1396">
                  <c:v>44188</c:v>
                </c:pt>
                <c:pt idx="1397">
                  <c:v>44189</c:v>
                </c:pt>
                <c:pt idx="1398">
                  <c:v>44193</c:v>
                </c:pt>
                <c:pt idx="1399">
                  <c:v>44194</c:v>
                </c:pt>
                <c:pt idx="1400">
                  <c:v>44195</c:v>
                </c:pt>
                <c:pt idx="1401">
                  <c:v>44196</c:v>
                </c:pt>
                <c:pt idx="1402">
                  <c:v>44200</c:v>
                </c:pt>
                <c:pt idx="1403">
                  <c:v>44201</c:v>
                </c:pt>
                <c:pt idx="1404">
                  <c:v>44202</c:v>
                </c:pt>
                <c:pt idx="1405">
                  <c:v>44203</c:v>
                </c:pt>
                <c:pt idx="1406">
                  <c:v>44204</c:v>
                </c:pt>
                <c:pt idx="1407">
                  <c:v>44207</c:v>
                </c:pt>
                <c:pt idx="1408">
                  <c:v>44208</c:v>
                </c:pt>
                <c:pt idx="1409">
                  <c:v>44209</c:v>
                </c:pt>
                <c:pt idx="1410">
                  <c:v>44210</c:v>
                </c:pt>
                <c:pt idx="1411">
                  <c:v>44211</c:v>
                </c:pt>
                <c:pt idx="1412">
                  <c:v>44215</c:v>
                </c:pt>
                <c:pt idx="1413">
                  <c:v>44216</c:v>
                </c:pt>
                <c:pt idx="1414">
                  <c:v>44217</c:v>
                </c:pt>
                <c:pt idx="1415">
                  <c:v>44218</c:v>
                </c:pt>
                <c:pt idx="1416">
                  <c:v>44221</c:v>
                </c:pt>
                <c:pt idx="1417">
                  <c:v>44223</c:v>
                </c:pt>
                <c:pt idx="1418">
                  <c:v>44224</c:v>
                </c:pt>
                <c:pt idx="1419">
                  <c:v>44225</c:v>
                </c:pt>
                <c:pt idx="1420">
                  <c:v>44228</c:v>
                </c:pt>
                <c:pt idx="1421">
                  <c:v>44229</c:v>
                </c:pt>
                <c:pt idx="1422">
                  <c:v>44230</c:v>
                </c:pt>
                <c:pt idx="1423">
                  <c:v>44231</c:v>
                </c:pt>
                <c:pt idx="1424">
                  <c:v>44232</c:v>
                </c:pt>
                <c:pt idx="1425">
                  <c:v>44235</c:v>
                </c:pt>
                <c:pt idx="1426">
                  <c:v>44236</c:v>
                </c:pt>
                <c:pt idx="1427">
                  <c:v>44237</c:v>
                </c:pt>
                <c:pt idx="1428">
                  <c:v>44238</c:v>
                </c:pt>
                <c:pt idx="1429">
                  <c:v>44239</c:v>
                </c:pt>
                <c:pt idx="1430">
                  <c:v>44243</c:v>
                </c:pt>
                <c:pt idx="1431">
                  <c:v>44244</c:v>
                </c:pt>
                <c:pt idx="1432">
                  <c:v>44245</c:v>
                </c:pt>
                <c:pt idx="1433">
                  <c:v>44249</c:v>
                </c:pt>
                <c:pt idx="1434">
                  <c:v>44250</c:v>
                </c:pt>
                <c:pt idx="1435">
                  <c:v>44251</c:v>
                </c:pt>
                <c:pt idx="1436">
                  <c:v>44252</c:v>
                </c:pt>
                <c:pt idx="1437">
                  <c:v>44253</c:v>
                </c:pt>
                <c:pt idx="1438">
                  <c:v>44256</c:v>
                </c:pt>
                <c:pt idx="1439">
                  <c:v>44257</c:v>
                </c:pt>
                <c:pt idx="1440">
                  <c:v>44258</c:v>
                </c:pt>
                <c:pt idx="1441">
                  <c:v>44259</c:v>
                </c:pt>
                <c:pt idx="1442">
                  <c:v>44260</c:v>
                </c:pt>
                <c:pt idx="1443">
                  <c:v>44263</c:v>
                </c:pt>
                <c:pt idx="1444">
                  <c:v>44264</c:v>
                </c:pt>
                <c:pt idx="1445">
                  <c:v>44265</c:v>
                </c:pt>
                <c:pt idx="1446">
                  <c:v>44267</c:v>
                </c:pt>
                <c:pt idx="1447">
                  <c:v>44270</c:v>
                </c:pt>
                <c:pt idx="1448">
                  <c:v>44271</c:v>
                </c:pt>
                <c:pt idx="1449">
                  <c:v>44272</c:v>
                </c:pt>
                <c:pt idx="1450">
                  <c:v>44273</c:v>
                </c:pt>
                <c:pt idx="1451">
                  <c:v>44274</c:v>
                </c:pt>
                <c:pt idx="1452">
                  <c:v>44277</c:v>
                </c:pt>
                <c:pt idx="1453">
                  <c:v>44278</c:v>
                </c:pt>
                <c:pt idx="1454">
                  <c:v>44279</c:v>
                </c:pt>
                <c:pt idx="1455">
                  <c:v>44280</c:v>
                </c:pt>
                <c:pt idx="1456">
                  <c:v>44281</c:v>
                </c:pt>
                <c:pt idx="1457">
                  <c:v>44285</c:v>
                </c:pt>
                <c:pt idx="1458">
                  <c:v>44286</c:v>
                </c:pt>
                <c:pt idx="1459">
                  <c:v>44291</c:v>
                </c:pt>
                <c:pt idx="1460">
                  <c:v>44292</c:v>
                </c:pt>
                <c:pt idx="1461">
                  <c:v>44293</c:v>
                </c:pt>
                <c:pt idx="1462">
                  <c:v>44294</c:v>
                </c:pt>
                <c:pt idx="1463">
                  <c:v>44295</c:v>
                </c:pt>
                <c:pt idx="1464">
                  <c:v>44298</c:v>
                </c:pt>
                <c:pt idx="1465">
                  <c:v>44301</c:v>
                </c:pt>
                <c:pt idx="1466">
                  <c:v>44302</c:v>
                </c:pt>
                <c:pt idx="1467">
                  <c:v>44305</c:v>
                </c:pt>
                <c:pt idx="1468">
                  <c:v>44306</c:v>
                </c:pt>
                <c:pt idx="1469">
                  <c:v>44308</c:v>
                </c:pt>
                <c:pt idx="1470">
                  <c:v>44309</c:v>
                </c:pt>
                <c:pt idx="1471">
                  <c:v>44312</c:v>
                </c:pt>
                <c:pt idx="1472">
                  <c:v>44313</c:v>
                </c:pt>
                <c:pt idx="1473">
                  <c:v>44314</c:v>
                </c:pt>
                <c:pt idx="1474">
                  <c:v>44315</c:v>
                </c:pt>
                <c:pt idx="1475">
                  <c:v>44316</c:v>
                </c:pt>
                <c:pt idx="1476">
                  <c:v>44319</c:v>
                </c:pt>
                <c:pt idx="1477">
                  <c:v>44320</c:v>
                </c:pt>
                <c:pt idx="1478">
                  <c:v>44321</c:v>
                </c:pt>
                <c:pt idx="1479">
                  <c:v>44322</c:v>
                </c:pt>
                <c:pt idx="1480">
                  <c:v>44323</c:v>
                </c:pt>
                <c:pt idx="1481">
                  <c:v>44326</c:v>
                </c:pt>
                <c:pt idx="1482">
                  <c:v>44327</c:v>
                </c:pt>
                <c:pt idx="1483">
                  <c:v>44328</c:v>
                </c:pt>
                <c:pt idx="1484">
                  <c:v>44330</c:v>
                </c:pt>
                <c:pt idx="1485">
                  <c:v>44333</c:v>
                </c:pt>
                <c:pt idx="1486">
                  <c:v>44334</c:v>
                </c:pt>
                <c:pt idx="1487">
                  <c:v>44335</c:v>
                </c:pt>
                <c:pt idx="1488">
                  <c:v>44336</c:v>
                </c:pt>
                <c:pt idx="1489">
                  <c:v>44337</c:v>
                </c:pt>
                <c:pt idx="1490">
                  <c:v>44340</c:v>
                </c:pt>
                <c:pt idx="1491">
                  <c:v>44341</c:v>
                </c:pt>
                <c:pt idx="1492">
                  <c:v>44343</c:v>
                </c:pt>
                <c:pt idx="1493">
                  <c:v>44344</c:v>
                </c:pt>
                <c:pt idx="1494">
                  <c:v>44348</c:v>
                </c:pt>
                <c:pt idx="1495">
                  <c:v>44349</c:v>
                </c:pt>
                <c:pt idx="1496">
                  <c:v>44350</c:v>
                </c:pt>
                <c:pt idx="1497">
                  <c:v>44351</c:v>
                </c:pt>
                <c:pt idx="1498">
                  <c:v>44354</c:v>
                </c:pt>
                <c:pt idx="1499">
                  <c:v>44355</c:v>
                </c:pt>
                <c:pt idx="1500">
                  <c:v>44356</c:v>
                </c:pt>
                <c:pt idx="1501">
                  <c:v>44357</c:v>
                </c:pt>
                <c:pt idx="1502">
                  <c:v>44358</c:v>
                </c:pt>
                <c:pt idx="1503">
                  <c:v>44361</c:v>
                </c:pt>
                <c:pt idx="1504">
                  <c:v>44362</c:v>
                </c:pt>
                <c:pt idx="1505">
                  <c:v>44363</c:v>
                </c:pt>
                <c:pt idx="1506">
                  <c:v>44364</c:v>
                </c:pt>
                <c:pt idx="1507">
                  <c:v>44365</c:v>
                </c:pt>
                <c:pt idx="1508">
                  <c:v>44368</c:v>
                </c:pt>
                <c:pt idx="1509">
                  <c:v>44369</c:v>
                </c:pt>
                <c:pt idx="1510">
                  <c:v>44370</c:v>
                </c:pt>
                <c:pt idx="1511">
                  <c:v>44371</c:v>
                </c:pt>
                <c:pt idx="1512">
                  <c:v>44372</c:v>
                </c:pt>
                <c:pt idx="1513">
                  <c:v>44375</c:v>
                </c:pt>
                <c:pt idx="1514">
                  <c:v>44376</c:v>
                </c:pt>
                <c:pt idx="1515">
                  <c:v>44377</c:v>
                </c:pt>
                <c:pt idx="1516">
                  <c:v>44378</c:v>
                </c:pt>
                <c:pt idx="1517">
                  <c:v>44379</c:v>
                </c:pt>
                <c:pt idx="1518">
                  <c:v>44383</c:v>
                </c:pt>
                <c:pt idx="1519">
                  <c:v>44384</c:v>
                </c:pt>
                <c:pt idx="1520">
                  <c:v>44385</c:v>
                </c:pt>
                <c:pt idx="1521">
                  <c:v>44386</c:v>
                </c:pt>
                <c:pt idx="1522">
                  <c:v>44389</c:v>
                </c:pt>
                <c:pt idx="1523">
                  <c:v>44390</c:v>
                </c:pt>
                <c:pt idx="1524">
                  <c:v>44391</c:v>
                </c:pt>
                <c:pt idx="1525">
                  <c:v>44392</c:v>
                </c:pt>
                <c:pt idx="1526">
                  <c:v>44393</c:v>
                </c:pt>
                <c:pt idx="1527">
                  <c:v>44396</c:v>
                </c:pt>
                <c:pt idx="1528">
                  <c:v>44397</c:v>
                </c:pt>
                <c:pt idx="1529">
                  <c:v>44399</c:v>
                </c:pt>
                <c:pt idx="1530">
                  <c:v>44400</c:v>
                </c:pt>
                <c:pt idx="1531">
                  <c:v>44403</c:v>
                </c:pt>
                <c:pt idx="1532">
                  <c:v>44404</c:v>
                </c:pt>
                <c:pt idx="1533">
                  <c:v>44405</c:v>
                </c:pt>
                <c:pt idx="1534">
                  <c:v>44406</c:v>
                </c:pt>
                <c:pt idx="1535">
                  <c:v>44407</c:v>
                </c:pt>
                <c:pt idx="1536">
                  <c:v>44410</c:v>
                </c:pt>
                <c:pt idx="1537">
                  <c:v>44411</c:v>
                </c:pt>
                <c:pt idx="1538">
                  <c:v>44412</c:v>
                </c:pt>
                <c:pt idx="1539">
                  <c:v>44413</c:v>
                </c:pt>
                <c:pt idx="1540">
                  <c:v>44414</c:v>
                </c:pt>
                <c:pt idx="1541">
                  <c:v>44417</c:v>
                </c:pt>
                <c:pt idx="1542">
                  <c:v>44418</c:v>
                </c:pt>
                <c:pt idx="1543">
                  <c:v>44419</c:v>
                </c:pt>
                <c:pt idx="1544">
                  <c:v>44420</c:v>
                </c:pt>
                <c:pt idx="1545">
                  <c:v>44421</c:v>
                </c:pt>
                <c:pt idx="1546">
                  <c:v>44425</c:v>
                </c:pt>
                <c:pt idx="1547">
                  <c:v>44426</c:v>
                </c:pt>
                <c:pt idx="1548">
                  <c:v>44428</c:v>
                </c:pt>
                <c:pt idx="1549">
                  <c:v>44431</c:v>
                </c:pt>
                <c:pt idx="1550">
                  <c:v>44432</c:v>
                </c:pt>
                <c:pt idx="1551">
                  <c:v>44433</c:v>
                </c:pt>
                <c:pt idx="1552">
                  <c:v>44434</c:v>
                </c:pt>
                <c:pt idx="1553">
                  <c:v>44435</c:v>
                </c:pt>
                <c:pt idx="1554">
                  <c:v>44438</c:v>
                </c:pt>
                <c:pt idx="1555">
                  <c:v>44439</c:v>
                </c:pt>
                <c:pt idx="1556">
                  <c:v>44440</c:v>
                </c:pt>
                <c:pt idx="1557">
                  <c:v>44441</c:v>
                </c:pt>
                <c:pt idx="1558">
                  <c:v>44442</c:v>
                </c:pt>
                <c:pt idx="1559">
                  <c:v>44446</c:v>
                </c:pt>
                <c:pt idx="1560">
                  <c:v>44447</c:v>
                </c:pt>
                <c:pt idx="1561">
                  <c:v>44448</c:v>
                </c:pt>
                <c:pt idx="1562">
                  <c:v>44452</c:v>
                </c:pt>
                <c:pt idx="1563">
                  <c:v>44453</c:v>
                </c:pt>
                <c:pt idx="1564">
                  <c:v>44454</c:v>
                </c:pt>
                <c:pt idx="1565">
                  <c:v>44455</c:v>
                </c:pt>
                <c:pt idx="1566">
                  <c:v>44456</c:v>
                </c:pt>
                <c:pt idx="1567">
                  <c:v>44459</c:v>
                </c:pt>
                <c:pt idx="1568">
                  <c:v>44460</c:v>
                </c:pt>
                <c:pt idx="1569">
                  <c:v>44461</c:v>
                </c:pt>
                <c:pt idx="1570">
                  <c:v>44462</c:v>
                </c:pt>
                <c:pt idx="1571">
                  <c:v>44463</c:v>
                </c:pt>
                <c:pt idx="1572">
                  <c:v>44466</c:v>
                </c:pt>
                <c:pt idx="1573">
                  <c:v>44467</c:v>
                </c:pt>
                <c:pt idx="1574">
                  <c:v>44468</c:v>
                </c:pt>
                <c:pt idx="1575">
                  <c:v>44469</c:v>
                </c:pt>
                <c:pt idx="1576">
                  <c:v>44470</c:v>
                </c:pt>
                <c:pt idx="1577">
                  <c:v>44473</c:v>
                </c:pt>
                <c:pt idx="1578">
                  <c:v>44474</c:v>
                </c:pt>
                <c:pt idx="1579">
                  <c:v>44475</c:v>
                </c:pt>
                <c:pt idx="1580">
                  <c:v>44476</c:v>
                </c:pt>
                <c:pt idx="1581">
                  <c:v>44477</c:v>
                </c:pt>
                <c:pt idx="1582">
                  <c:v>44481</c:v>
                </c:pt>
                <c:pt idx="1583">
                  <c:v>44482</c:v>
                </c:pt>
                <c:pt idx="1584">
                  <c:v>44483</c:v>
                </c:pt>
                <c:pt idx="1585">
                  <c:v>44487</c:v>
                </c:pt>
                <c:pt idx="1586">
                  <c:v>44489</c:v>
                </c:pt>
                <c:pt idx="1587">
                  <c:v>44490</c:v>
                </c:pt>
                <c:pt idx="1588">
                  <c:v>44491</c:v>
                </c:pt>
                <c:pt idx="1589">
                  <c:v>44494</c:v>
                </c:pt>
                <c:pt idx="1590">
                  <c:v>44495</c:v>
                </c:pt>
                <c:pt idx="1591">
                  <c:v>44496</c:v>
                </c:pt>
                <c:pt idx="1592">
                  <c:v>44497</c:v>
                </c:pt>
                <c:pt idx="1593">
                  <c:v>44498</c:v>
                </c:pt>
                <c:pt idx="1594">
                  <c:v>44501</c:v>
                </c:pt>
                <c:pt idx="1595">
                  <c:v>44502</c:v>
                </c:pt>
                <c:pt idx="1596">
                  <c:v>44503</c:v>
                </c:pt>
                <c:pt idx="1597">
                  <c:v>44508</c:v>
                </c:pt>
                <c:pt idx="1598">
                  <c:v>44509</c:v>
                </c:pt>
                <c:pt idx="1599">
                  <c:v>44510</c:v>
                </c:pt>
                <c:pt idx="1600">
                  <c:v>44512</c:v>
                </c:pt>
                <c:pt idx="1601">
                  <c:v>44515</c:v>
                </c:pt>
                <c:pt idx="1602">
                  <c:v>44516</c:v>
                </c:pt>
                <c:pt idx="1603">
                  <c:v>44517</c:v>
                </c:pt>
                <c:pt idx="1604">
                  <c:v>44518</c:v>
                </c:pt>
                <c:pt idx="1605">
                  <c:v>44522</c:v>
                </c:pt>
                <c:pt idx="1606">
                  <c:v>44523</c:v>
                </c:pt>
                <c:pt idx="1607">
                  <c:v>44524</c:v>
                </c:pt>
                <c:pt idx="1608">
                  <c:v>44526</c:v>
                </c:pt>
                <c:pt idx="1609">
                  <c:v>44529</c:v>
                </c:pt>
                <c:pt idx="1610">
                  <c:v>44530</c:v>
                </c:pt>
                <c:pt idx="1611">
                  <c:v>44531</c:v>
                </c:pt>
                <c:pt idx="1612">
                  <c:v>44532</c:v>
                </c:pt>
                <c:pt idx="1613">
                  <c:v>44533</c:v>
                </c:pt>
                <c:pt idx="1614">
                  <c:v>44536</c:v>
                </c:pt>
                <c:pt idx="1615">
                  <c:v>44537</c:v>
                </c:pt>
                <c:pt idx="1616">
                  <c:v>44538</c:v>
                </c:pt>
                <c:pt idx="1617">
                  <c:v>44539</c:v>
                </c:pt>
                <c:pt idx="1618">
                  <c:v>44540</c:v>
                </c:pt>
                <c:pt idx="1619">
                  <c:v>44543</c:v>
                </c:pt>
                <c:pt idx="1620">
                  <c:v>44544</c:v>
                </c:pt>
                <c:pt idx="1621">
                  <c:v>44545</c:v>
                </c:pt>
                <c:pt idx="1622">
                  <c:v>44546</c:v>
                </c:pt>
                <c:pt idx="1623">
                  <c:v>44547</c:v>
                </c:pt>
                <c:pt idx="1624">
                  <c:v>44550</c:v>
                </c:pt>
                <c:pt idx="1625">
                  <c:v>44551</c:v>
                </c:pt>
                <c:pt idx="1626">
                  <c:v>44552</c:v>
                </c:pt>
                <c:pt idx="1627">
                  <c:v>44553</c:v>
                </c:pt>
                <c:pt idx="1628">
                  <c:v>44557</c:v>
                </c:pt>
                <c:pt idx="1629">
                  <c:v>44558</c:v>
                </c:pt>
                <c:pt idx="1630">
                  <c:v>44559</c:v>
                </c:pt>
                <c:pt idx="1631">
                  <c:v>44560</c:v>
                </c:pt>
                <c:pt idx="1632">
                  <c:v>44561</c:v>
                </c:pt>
                <c:pt idx="1633">
                  <c:v>44564</c:v>
                </c:pt>
                <c:pt idx="1634">
                  <c:v>44565</c:v>
                </c:pt>
                <c:pt idx="1635">
                  <c:v>44566</c:v>
                </c:pt>
                <c:pt idx="1636">
                  <c:v>44567</c:v>
                </c:pt>
                <c:pt idx="1637">
                  <c:v>44568</c:v>
                </c:pt>
                <c:pt idx="1638">
                  <c:v>44571</c:v>
                </c:pt>
                <c:pt idx="1639">
                  <c:v>44572</c:v>
                </c:pt>
                <c:pt idx="1640">
                  <c:v>44573</c:v>
                </c:pt>
                <c:pt idx="1641">
                  <c:v>44574</c:v>
                </c:pt>
                <c:pt idx="1642">
                  <c:v>44575</c:v>
                </c:pt>
                <c:pt idx="1643">
                  <c:v>44579</c:v>
                </c:pt>
                <c:pt idx="1644">
                  <c:v>44580</c:v>
                </c:pt>
                <c:pt idx="1645">
                  <c:v>44581</c:v>
                </c:pt>
                <c:pt idx="1646">
                  <c:v>44582</c:v>
                </c:pt>
                <c:pt idx="1647">
                  <c:v>44585</c:v>
                </c:pt>
                <c:pt idx="1648">
                  <c:v>44586</c:v>
                </c:pt>
                <c:pt idx="1649">
                  <c:v>44588</c:v>
                </c:pt>
                <c:pt idx="1650">
                  <c:v>44589</c:v>
                </c:pt>
                <c:pt idx="1651">
                  <c:v>44592</c:v>
                </c:pt>
                <c:pt idx="1652">
                  <c:v>44593</c:v>
                </c:pt>
                <c:pt idx="1653">
                  <c:v>44594</c:v>
                </c:pt>
                <c:pt idx="1654">
                  <c:v>44595</c:v>
                </c:pt>
                <c:pt idx="1655">
                  <c:v>44596</c:v>
                </c:pt>
                <c:pt idx="1656">
                  <c:v>44600</c:v>
                </c:pt>
                <c:pt idx="1657">
                  <c:v>44601</c:v>
                </c:pt>
                <c:pt idx="1658">
                  <c:v>44602</c:v>
                </c:pt>
                <c:pt idx="1659">
                  <c:v>44603</c:v>
                </c:pt>
                <c:pt idx="1660">
                  <c:v>44606</c:v>
                </c:pt>
                <c:pt idx="1661">
                  <c:v>44607</c:v>
                </c:pt>
                <c:pt idx="1662">
                  <c:v>44608</c:v>
                </c:pt>
                <c:pt idx="1663">
                  <c:v>44609</c:v>
                </c:pt>
                <c:pt idx="1664">
                  <c:v>44610</c:v>
                </c:pt>
                <c:pt idx="1665">
                  <c:v>44614</c:v>
                </c:pt>
                <c:pt idx="1666">
                  <c:v>44615</c:v>
                </c:pt>
                <c:pt idx="1667">
                  <c:v>44616</c:v>
                </c:pt>
                <c:pt idx="1668">
                  <c:v>44617</c:v>
                </c:pt>
                <c:pt idx="1669">
                  <c:v>44620</c:v>
                </c:pt>
                <c:pt idx="1670">
                  <c:v>44622</c:v>
                </c:pt>
                <c:pt idx="1671">
                  <c:v>44623</c:v>
                </c:pt>
                <c:pt idx="1672">
                  <c:v>44624</c:v>
                </c:pt>
                <c:pt idx="1673">
                  <c:v>44627</c:v>
                </c:pt>
                <c:pt idx="1674">
                  <c:v>44628</c:v>
                </c:pt>
                <c:pt idx="1675">
                  <c:v>44629</c:v>
                </c:pt>
                <c:pt idx="1676">
                  <c:v>44630</c:v>
                </c:pt>
                <c:pt idx="1677">
                  <c:v>44631</c:v>
                </c:pt>
                <c:pt idx="1678">
                  <c:v>44634</c:v>
                </c:pt>
                <c:pt idx="1679">
                  <c:v>44635</c:v>
                </c:pt>
                <c:pt idx="1680">
                  <c:v>44636</c:v>
                </c:pt>
                <c:pt idx="1681">
                  <c:v>44637</c:v>
                </c:pt>
                <c:pt idx="1682">
                  <c:v>44641</c:v>
                </c:pt>
                <c:pt idx="1683">
                  <c:v>44642</c:v>
                </c:pt>
                <c:pt idx="1684">
                  <c:v>44643</c:v>
                </c:pt>
                <c:pt idx="1685">
                  <c:v>44644</c:v>
                </c:pt>
                <c:pt idx="1686">
                  <c:v>44645</c:v>
                </c:pt>
                <c:pt idx="1687">
                  <c:v>44648</c:v>
                </c:pt>
                <c:pt idx="1688">
                  <c:v>44649</c:v>
                </c:pt>
                <c:pt idx="1689">
                  <c:v>44650</c:v>
                </c:pt>
                <c:pt idx="1690">
                  <c:v>44651</c:v>
                </c:pt>
                <c:pt idx="1691">
                  <c:v>44655</c:v>
                </c:pt>
                <c:pt idx="1692">
                  <c:v>44656</c:v>
                </c:pt>
                <c:pt idx="1693">
                  <c:v>44657</c:v>
                </c:pt>
                <c:pt idx="1694">
                  <c:v>44658</c:v>
                </c:pt>
                <c:pt idx="1695">
                  <c:v>44659</c:v>
                </c:pt>
                <c:pt idx="1696">
                  <c:v>44662</c:v>
                </c:pt>
                <c:pt idx="1697">
                  <c:v>44663</c:v>
                </c:pt>
                <c:pt idx="1698">
                  <c:v>44664</c:v>
                </c:pt>
                <c:pt idx="1699">
                  <c:v>44669</c:v>
                </c:pt>
                <c:pt idx="1700">
                  <c:v>44670</c:v>
                </c:pt>
                <c:pt idx="1701">
                  <c:v>44671</c:v>
                </c:pt>
                <c:pt idx="1702">
                  <c:v>44672</c:v>
                </c:pt>
                <c:pt idx="1703">
                  <c:v>44673</c:v>
                </c:pt>
                <c:pt idx="1704">
                  <c:v>44676</c:v>
                </c:pt>
                <c:pt idx="1705">
                  <c:v>44677</c:v>
                </c:pt>
                <c:pt idx="1706">
                  <c:v>44678</c:v>
                </c:pt>
                <c:pt idx="1707">
                  <c:v>44679</c:v>
                </c:pt>
                <c:pt idx="1708">
                  <c:v>44680</c:v>
                </c:pt>
                <c:pt idx="1709">
                  <c:v>44683</c:v>
                </c:pt>
                <c:pt idx="1710">
                  <c:v>44685</c:v>
                </c:pt>
                <c:pt idx="1711">
                  <c:v>44686</c:v>
                </c:pt>
                <c:pt idx="1712">
                  <c:v>44687</c:v>
                </c:pt>
                <c:pt idx="1713">
                  <c:v>44690</c:v>
                </c:pt>
                <c:pt idx="1714">
                  <c:v>44691</c:v>
                </c:pt>
                <c:pt idx="1715">
                  <c:v>44692</c:v>
                </c:pt>
                <c:pt idx="1716">
                  <c:v>44693</c:v>
                </c:pt>
                <c:pt idx="1717">
                  <c:v>44694</c:v>
                </c:pt>
                <c:pt idx="1718">
                  <c:v>44698</c:v>
                </c:pt>
                <c:pt idx="1719">
                  <c:v>44699</c:v>
                </c:pt>
                <c:pt idx="1720">
                  <c:v>44700</c:v>
                </c:pt>
                <c:pt idx="1721">
                  <c:v>44701</c:v>
                </c:pt>
                <c:pt idx="1722">
                  <c:v>44704</c:v>
                </c:pt>
                <c:pt idx="1723">
                  <c:v>44705</c:v>
                </c:pt>
                <c:pt idx="1724">
                  <c:v>44706</c:v>
                </c:pt>
                <c:pt idx="1725">
                  <c:v>44707</c:v>
                </c:pt>
                <c:pt idx="1726">
                  <c:v>44708</c:v>
                </c:pt>
                <c:pt idx="1727">
                  <c:v>44712</c:v>
                </c:pt>
                <c:pt idx="1728">
                  <c:v>44713</c:v>
                </c:pt>
                <c:pt idx="1729">
                  <c:v>44714</c:v>
                </c:pt>
                <c:pt idx="1730">
                  <c:v>44715</c:v>
                </c:pt>
                <c:pt idx="1731">
                  <c:v>44718</c:v>
                </c:pt>
                <c:pt idx="1732">
                  <c:v>44719</c:v>
                </c:pt>
                <c:pt idx="1733">
                  <c:v>44720</c:v>
                </c:pt>
                <c:pt idx="1734">
                  <c:v>44721</c:v>
                </c:pt>
                <c:pt idx="1735">
                  <c:v>44722</c:v>
                </c:pt>
                <c:pt idx="1736">
                  <c:v>44725</c:v>
                </c:pt>
                <c:pt idx="1737">
                  <c:v>44726</c:v>
                </c:pt>
                <c:pt idx="1738">
                  <c:v>44727</c:v>
                </c:pt>
                <c:pt idx="1739">
                  <c:v>44728</c:v>
                </c:pt>
                <c:pt idx="1740">
                  <c:v>44729</c:v>
                </c:pt>
                <c:pt idx="1741">
                  <c:v>44733</c:v>
                </c:pt>
                <c:pt idx="1742">
                  <c:v>44734</c:v>
                </c:pt>
                <c:pt idx="1743">
                  <c:v>44735</c:v>
                </c:pt>
                <c:pt idx="1744">
                  <c:v>44736</c:v>
                </c:pt>
                <c:pt idx="1745">
                  <c:v>44739</c:v>
                </c:pt>
                <c:pt idx="1746">
                  <c:v>44740</c:v>
                </c:pt>
                <c:pt idx="1747">
                  <c:v>44741</c:v>
                </c:pt>
                <c:pt idx="1748">
                  <c:v>44742</c:v>
                </c:pt>
                <c:pt idx="1749">
                  <c:v>44743</c:v>
                </c:pt>
                <c:pt idx="1750">
                  <c:v>44747</c:v>
                </c:pt>
                <c:pt idx="1751">
                  <c:v>44748</c:v>
                </c:pt>
                <c:pt idx="1752">
                  <c:v>44749</c:v>
                </c:pt>
                <c:pt idx="1753">
                  <c:v>44750</c:v>
                </c:pt>
                <c:pt idx="1754">
                  <c:v>44753</c:v>
                </c:pt>
                <c:pt idx="1755">
                  <c:v>44754</c:v>
                </c:pt>
                <c:pt idx="1756">
                  <c:v>44755</c:v>
                </c:pt>
                <c:pt idx="1757">
                  <c:v>44756</c:v>
                </c:pt>
                <c:pt idx="1758">
                  <c:v>44757</c:v>
                </c:pt>
                <c:pt idx="1759">
                  <c:v>44760</c:v>
                </c:pt>
                <c:pt idx="1760">
                  <c:v>44761</c:v>
                </c:pt>
                <c:pt idx="1761">
                  <c:v>44762</c:v>
                </c:pt>
                <c:pt idx="1762">
                  <c:v>44763</c:v>
                </c:pt>
                <c:pt idx="1763">
                  <c:v>44764</c:v>
                </c:pt>
                <c:pt idx="1764">
                  <c:v>44767</c:v>
                </c:pt>
                <c:pt idx="1765">
                  <c:v>44768</c:v>
                </c:pt>
                <c:pt idx="1766">
                  <c:v>44769</c:v>
                </c:pt>
                <c:pt idx="1767">
                  <c:v>44770</c:v>
                </c:pt>
                <c:pt idx="1768">
                  <c:v>44771</c:v>
                </c:pt>
                <c:pt idx="1769">
                  <c:v>44774</c:v>
                </c:pt>
                <c:pt idx="1770">
                  <c:v>44775</c:v>
                </c:pt>
                <c:pt idx="1771">
                  <c:v>44776</c:v>
                </c:pt>
                <c:pt idx="1772">
                  <c:v>44777</c:v>
                </c:pt>
                <c:pt idx="1773">
                  <c:v>44778</c:v>
                </c:pt>
                <c:pt idx="1774">
                  <c:v>44781</c:v>
                </c:pt>
                <c:pt idx="1775">
                  <c:v>44783</c:v>
                </c:pt>
                <c:pt idx="1776">
                  <c:v>44784</c:v>
                </c:pt>
                <c:pt idx="1777">
                  <c:v>44785</c:v>
                </c:pt>
                <c:pt idx="1778">
                  <c:v>44790</c:v>
                </c:pt>
                <c:pt idx="1779">
                  <c:v>44791</c:v>
                </c:pt>
                <c:pt idx="1780">
                  <c:v>44792</c:v>
                </c:pt>
                <c:pt idx="1781">
                  <c:v>44795</c:v>
                </c:pt>
                <c:pt idx="1782">
                  <c:v>44796</c:v>
                </c:pt>
                <c:pt idx="1783">
                  <c:v>44797</c:v>
                </c:pt>
                <c:pt idx="1784">
                  <c:v>44798</c:v>
                </c:pt>
                <c:pt idx="1785">
                  <c:v>44799</c:v>
                </c:pt>
                <c:pt idx="1786">
                  <c:v>44802</c:v>
                </c:pt>
                <c:pt idx="1787">
                  <c:v>44803</c:v>
                </c:pt>
                <c:pt idx="1788">
                  <c:v>44805</c:v>
                </c:pt>
                <c:pt idx="1789">
                  <c:v>44806</c:v>
                </c:pt>
                <c:pt idx="1790">
                  <c:v>44810</c:v>
                </c:pt>
                <c:pt idx="1791">
                  <c:v>44811</c:v>
                </c:pt>
                <c:pt idx="1792">
                  <c:v>44812</c:v>
                </c:pt>
                <c:pt idx="1793">
                  <c:v>44813</c:v>
                </c:pt>
                <c:pt idx="1794">
                  <c:v>44816</c:v>
                </c:pt>
                <c:pt idx="1795">
                  <c:v>44817</c:v>
                </c:pt>
                <c:pt idx="1796">
                  <c:v>44818</c:v>
                </c:pt>
                <c:pt idx="1797">
                  <c:v>44819</c:v>
                </c:pt>
                <c:pt idx="1798">
                  <c:v>44820</c:v>
                </c:pt>
                <c:pt idx="1799">
                  <c:v>44823</c:v>
                </c:pt>
                <c:pt idx="1800">
                  <c:v>44824</c:v>
                </c:pt>
                <c:pt idx="1801">
                  <c:v>44825</c:v>
                </c:pt>
                <c:pt idx="1802">
                  <c:v>44826</c:v>
                </c:pt>
                <c:pt idx="1803">
                  <c:v>44827</c:v>
                </c:pt>
                <c:pt idx="1804">
                  <c:v>44830</c:v>
                </c:pt>
                <c:pt idx="1805">
                  <c:v>44831</c:v>
                </c:pt>
                <c:pt idx="1806">
                  <c:v>44832</c:v>
                </c:pt>
                <c:pt idx="1807">
                  <c:v>44833</c:v>
                </c:pt>
                <c:pt idx="1808">
                  <c:v>44834</c:v>
                </c:pt>
                <c:pt idx="1809">
                  <c:v>44837</c:v>
                </c:pt>
                <c:pt idx="1810">
                  <c:v>44838</c:v>
                </c:pt>
                <c:pt idx="1811">
                  <c:v>44840</c:v>
                </c:pt>
                <c:pt idx="1812">
                  <c:v>44841</c:v>
                </c:pt>
                <c:pt idx="1813">
                  <c:v>44845</c:v>
                </c:pt>
                <c:pt idx="1814">
                  <c:v>44846</c:v>
                </c:pt>
                <c:pt idx="1815">
                  <c:v>44847</c:v>
                </c:pt>
                <c:pt idx="1816">
                  <c:v>44848</c:v>
                </c:pt>
                <c:pt idx="1817">
                  <c:v>44851</c:v>
                </c:pt>
                <c:pt idx="1818">
                  <c:v>44852</c:v>
                </c:pt>
                <c:pt idx="1819">
                  <c:v>44853</c:v>
                </c:pt>
                <c:pt idx="1820">
                  <c:v>44854</c:v>
                </c:pt>
                <c:pt idx="1821">
                  <c:v>44855</c:v>
                </c:pt>
                <c:pt idx="1822">
                  <c:v>44859</c:v>
                </c:pt>
                <c:pt idx="1823">
                  <c:v>44861</c:v>
                </c:pt>
                <c:pt idx="1824">
                  <c:v>44862</c:v>
                </c:pt>
                <c:pt idx="1825">
                  <c:v>44865</c:v>
                </c:pt>
                <c:pt idx="1826">
                  <c:v>44866</c:v>
                </c:pt>
                <c:pt idx="1827">
                  <c:v>44867</c:v>
                </c:pt>
                <c:pt idx="1828">
                  <c:v>44868</c:v>
                </c:pt>
                <c:pt idx="1829">
                  <c:v>44869</c:v>
                </c:pt>
                <c:pt idx="1830">
                  <c:v>44872</c:v>
                </c:pt>
                <c:pt idx="1831">
                  <c:v>44874</c:v>
                </c:pt>
                <c:pt idx="1832">
                  <c:v>44875</c:v>
                </c:pt>
                <c:pt idx="1833">
                  <c:v>44879</c:v>
                </c:pt>
                <c:pt idx="1834">
                  <c:v>44880</c:v>
                </c:pt>
                <c:pt idx="1835">
                  <c:v>44881</c:v>
                </c:pt>
                <c:pt idx="1836">
                  <c:v>44882</c:v>
                </c:pt>
                <c:pt idx="1837">
                  <c:v>44883</c:v>
                </c:pt>
                <c:pt idx="1838">
                  <c:v>44886</c:v>
                </c:pt>
                <c:pt idx="1839">
                  <c:v>44887</c:v>
                </c:pt>
                <c:pt idx="1840">
                  <c:v>44888</c:v>
                </c:pt>
                <c:pt idx="1841">
                  <c:v>44890</c:v>
                </c:pt>
                <c:pt idx="1842">
                  <c:v>44893</c:v>
                </c:pt>
                <c:pt idx="1843">
                  <c:v>44894</c:v>
                </c:pt>
                <c:pt idx="1844">
                  <c:v>44895</c:v>
                </c:pt>
                <c:pt idx="1845">
                  <c:v>44896</c:v>
                </c:pt>
                <c:pt idx="1846">
                  <c:v>44897</c:v>
                </c:pt>
                <c:pt idx="1847">
                  <c:v>44900</c:v>
                </c:pt>
                <c:pt idx="1848">
                  <c:v>44901</c:v>
                </c:pt>
                <c:pt idx="1849">
                  <c:v>44902</c:v>
                </c:pt>
                <c:pt idx="1850">
                  <c:v>44903</c:v>
                </c:pt>
                <c:pt idx="1851">
                  <c:v>44904</c:v>
                </c:pt>
                <c:pt idx="1852">
                  <c:v>44907</c:v>
                </c:pt>
                <c:pt idx="1853">
                  <c:v>44908</c:v>
                </c:pt>
                <c:pt idx="1854">
                  <c:v>44909</c:v>
                </c:pt>
                <c:pt idx="1855">
                  <c:v>44910</c:v>
                </c:pt>
                <c:pt idx="1856">
                  <c:v>44911</c:v>
                </c:pt>
                <c:pt idx="1857">
                  <c:v>44914</c:v>
                </c:pt>
                <c:pt idx="1858">
                  <c:v>44915</c:v>
                </c:pt>
                <c:pt idx="1859">
                  <c:v>44916</c:v>
                </c:pt>
                <c:pt idx="1860">
                  <c:v>44917</c:v>
                </c:pt>
                <c:pt idx="1861">
                  <c:v>44918</c:v>
                </c:pt>
                <c:pt idx="1862">
                  <c:v>44922</c:v>
                </c:pt>
                <c:pt idx="1863">
                  <c:v>44923</c:v>
                </c:pt>
                <c:pt idx="1864">
                  <c:v>44924</c:v>
                </c:pt>
                <c:pt idx="1865">
                  <c:v>44925</c:v>
                </c:pt>
                <c:pt idx="1866">
                  <c:v>44929</c:v>
                </c:pt>
                <c:pt idx="1867">
                  <c:v>44930</c:v>
                </c:pt>
                <c:pt idx="1868">
                  <c:v>44931</c:v>
                </c:pt>
                <c:pt idx="1869">
                  <c:v>44932</c:v>
                </c:pt>
                <c:pt idx="1870">
                  <c:v>44935</c:v>
                </c:pt>
                <c:pt idx="1871">
                  <c:v>44936</c:v>
                </c:pt>
                <c:pt idx="1872">
                  <c:v>44937</c:v>
                </c:pt>
                <c:pt idx="1873">
                  <c:v>44938</c:v>
                </c:pt>
                <c:pt idx="1874">
                  <c:v>44939</c:v>
                </c:pt>
                <c:pt idx="1875">
                  <c:v>44943</c:v>
                </c:pt>
                <c:pt idx="1876">
                  <c:v>44944</c:v>
                </c:pt>
                <c:pt idx="1877">
                  <c:v>44945</c:v>
                </c:pt>
                <c:pt idx="1878">
                  <c:v>44946</c:v>
                </c:pt>
                <c:pt idx="1879">
                  <c:v>44949</c:v>
                </c:pt>
                <c:pt idx="1880">
                  <c:v>44950</c:v>
                </c:pt>
                <c:pt idx="1881">
                  <c:v>44951</c:v>
                </c:pt>
                <c:pt idx="1882">
                  <c:v>44953</c:v>
                </c:pt>
                <c:pt idx="1883">
                  <c:v>44956</c:v>
                </c:pt>
                <c:pt idx="1884">
                  <c:v>44957</c:v>
                </c:pt>
                <c:pt idx="1885">
                  <c:v>44958</c:v>
                </c:pt>
                <c:pt idx="1886">
                  <c:v>44959</c:v>
                </c:pt>
                <c:pt idx="1887">
                  <c:v>44960</c:v>
                </c:pt>
                <c:pt idx="1888">
                  <c:v>44963</c:v>
                </c:pt>
                <c:pt idx="1889">
                  <c:v>44964</c:v>
                </c:pt>
                <c:pt idx="1890">
                  <c:v>44965</c:v>
                </c:pt>
                <c:pt idx="1891">
                  <c:v>44966</c:v>
                </c:pt>
                <c:pt idx="1892">
                  <c:v>44967</c:v>
                </c:pt>
                <c:pt idx="1893">
                  <c:v>44970</c:v>
                </c:pt>
                <c:pt idx="1894">
                  <c:v>44971</c:v>
                </c:pt>
                <c:pt idx="1895">
                  <c:v>44972</c:v>
                </c:pt>
                <c:pt idx="1896">
                  <c:v>44973</c:v>
                </c:pt>
                <c:pt idx="1897">
                  <c:v>44974</c:v>
                </c:pt>
                <c:pt idx="1898">
                  <c:v>44978</c:v>
                </c:pt>
                <c:pt idx="1899">
                  <c:v>44979</c:v>
                </c:pt>
                <c:pt idx="1900">
                  <c:v>44980</c:v>
                </c:pt>
                <c:pt idx="1901">
                  <c:v>44981</c:v>
                </c:pt>
                <c:pt idx="1902">
                  <c:v>44984</c:v>
                </c:pt>
                <c:pt idx="1903">
                  <c:v>44985</c:v>
                </c:pt>
                <c:pt idx="1904">
                  <c:v>44986</c:v>
                </c:pt>
                <c:pt idx="1905">
                  <c:v>44987</c:v>
                </c:pt>
                <c:pt idx="1906">
                  <c:v>44988</c:v>
                </c:pt>
                <c:pt idx="1907">
                  <c:v>44991</c:v>
                </c:pt>
                <c:pt idx="1908">
                  <c:v>44993</c:v>
                </c:pt>
                <c:pt idx="1909">
                  <c:v>44994</c:v>
                </c:pt>
                <c:pt idx="1910">
                  <c:v>44995</c:v>
                </c:pt>
                <c:pt idx="1911">
                  <c:v>44998</c:v>
                </c:pt>
                <c:pt idx="1912">
                  <c:v>44999</c:v>
                </c:pt>
                <c:pt idx="1913">
                  <c:v>45000</c:v>
                </c:pt>
                <c:pt idx="1914">
                  <c:v>45001</c:v>
                </c:pt>
                <c:pt idx="1915">
                  <c:v>45002</c:v>
                </c:pt>
                <c:pt idx="1916">
                  <c:v>45005</c:v>
                </c:pt>
                <c:pt idx="1917">
                  <c:v>45006</c:v>
                </c:pt>
                <c:pt idx="1918">
                  <c:v>45008</c:v>
                </c:pt>
                <c:pt idx="1919">
                  <c:v>45009</c:v>
                </c:pt>
                <c:pt idx="1920">
                  <c:v>45012</c:v>
                </c:pt>
                <c:pt idx="1921">
                  <c:v>45013</c:v>
                </c:pt>
                <c:pt idx="1922">
                  <c:v>45014</c:v>
                </c:pt>
                <c:pt idx="1923">
                  <c:v>45016</c:v>
                </c:pt>
                <c:pt idx="1924">
                  <c:v>45019</c:v>
                </c:pt>
                <c:pt idx="1925">
                  <c:v>45021</c:v>
                </c:pt>
                <c:pt idx="1926">
                  <c:v>45022</c:v>
                </c:pt>
                <c:pt idx="1927">
                  <c:v>45026</c:v>
                </c:pt>
                <c:pt idx="1928">
                  <c:v>45027</c:v>
                </c:pt>
                <c:pt idx="1929">
                  <c:v>45028</c:v>
                </c:pt>
                <c:pt idx="1930">
                  <c:v>45029</c:v>
                </c:pt>
                <c:pt idx="1931">
                  <c:v>45033</c:v>
                </c:pt>
                <c:pt idx="1932">
                  <c:v>45034</c:v>
                </c:pt>
                <c:pt idx="1933">
                  <c:v>45035</c:v>
                </c:pt>
                <c:pt idx="1934">
                  <c:v>45036</c:v>
                </c:pt>
                <c:pt idx="1935">
                  <c:v>45037</c:v>
                </c:pt>
                <c:pt idx="1936">
                  <c:v>45040</c:v>
                </c:pt>
                <c:pt idx="1937">
                  <c:v>45041</c:v>
                </c:pt>
                <c:pt idx="1938">
                  <c:v>45042</c:v>
                </c:pt>
                <c:pt idx="1939">
                  <c:v>45043</c:v>
                </c:pt>
                <c:pt idx="1940">
                  <c:v>45044</c:v>
                </c:pt>
                <c:pt idx="1941">
                  <c:v>45048</c:v>
                </c:pt>
                <c:pt idx="1942">
                  <c:v>45049</c:v>
                </c:pt>
                <c:pt idx="1943">
                  <c:v>45050</c:v>
                </c:pt>
                <c:pt idx="1944">
                  <c:v>45054</c:v>
                </c:pt>
                <c:pt idx="1945">
                  <c:v>45055</c:v>
                </c:pt>
                <c:pt idx="1946">
                  <c:v>45056</c:v>
                </c:pt>
                <c:pt idx="1947">
                  <c:v>45057</c:v>
                </c:pt>
                <c:pt idx="1948">
                  <c:v>45058</c:v>
                </c:pt>
                <c:pt idx="1949">
                  <c:v>45061</c:v>
                </c:pt>
                <c:pt idx="1950">
                  <c:v>45062</c:v>
                </c:pt>
                <c:pt idx="1951">
                  <c:v>45063</c:v>
                </c:pt>
                <c:pt idx="1952">
                  <c:v>45064</c:v>
                </c:pt>
                <c:pt idx="1953">
                  <c:v>45065</c:v>
                </c:pt>
                <c:pt idx="1954">
                  <c:v>45068</c:v>
                </c:pt>
                <c:pt idx="1955">
                  <c:v>45069</c:v>
                </c:pt>
                <c:pt idx="1956">
                  <c:v>45070</c:v>
                </c:pt>
                <c:pt idx="1957">
                  <c:v>45071</c:v>
                </c:pt>
                <c:pt idx="1958">
                  <c:v>45072</c:v>
                </c:pt>
                <c:pt idx="1959">
                  <c:v>45076</c:v>
                </c:pt>
                <c:pt idx="1960">
                  <c:v>45077</c:v>
                </c:pt>
                <c:pt idx="1961">
                  <c:v>45078</c:v>
                </c:pt>
                <c:pt idx="1962">
                  <c:v>45079</c:v>
                </c:pt>
                <c:pt idx="1963">
                  <c:v>45082</c:v>
                </c:pt>
                <c:pt idx="1964">
                  <c:v>45083</c:v>
                </c:pt>
                <c:pt idx="1965">
                  <c:v>45084</c:v>
                </c:pt>
                <c:pt idx="1966">
                  <c:v>45085</c:v>
                </c:pt>
                <c:pt idx="1967">
                  <c:v>45086</c:v>
                </c:pt>
                <c:pt idx="1968">
                  <c:v>45089</c:v>
                </c:pt>
                <c:pt idx="1969">
                  <c:v>45090</c:v>
                </c:pt>
                <c:pt idx="1970">
                  <c:v>45091</c:v>
                </c:pt>
                <c:pt idx="1971">
                  <c:v>45092</c:v>
                </c:pt>
                <c:pt idx="1972">
                  <c:v>45093</c:v>
                </c:pt>
                <c:pt idx="1973">
                  <c:v>45097</c:v>
                </c:pt>
                <c:pt idx="1974">
                  <c:v>45098</c:v>
                </c:pt>
                <c:pt idx="1975">
                  <c:v>45099</c:v>
                </c:pt>
                <c:pt idx="1976">
                  <c:v>45100</c:v>
                </c:pt>
                <c:pt idx="1977">
                  <c:v>45103</c:v>
                </c:pt>
                <c:pt idx="1978">
                  <c:v>45104</c:v>
                </c:pt>
                <c:pt idx="1979">
                  <c:v>45105</c:v>
                </c:pt>
                <c:pt idx="1980">
                  <c:v>45107</c:v>
                </c:pt>
                <c:pt idx="1981">
                  <c:v>45110</c:v>
                </c:pt>
                <c:pt idx="1982">
                  <c:v>45112</c:v>
                </c:pt>
                <c:pt idx="1983">
                  <c:v>45113</c:v>
                </c:pt>
                <c:pt idx="1984">
                  <c:v>45114</c:v>
                </c:pt>
                <c:pt idx="1985">
                  <c:v>45117</c:v>
                </c:pt>
                <c:pt idx="1986">
                  <c:v>45118</c:v>
                </c:pt>
                <c:pt idx="1987">
                  <c:v>45119</c:v>
                </c:pt>
                <c:pt idx="1988">
                  <c:v>45120</c:v>
                </c:pt>
                <c:pt idx="1989">
                  <c:v>45121</c:v>
                </c:pt>
                <c:pt idx="1990">
                  <c:v>45124</c:v>
                </c:pt>
                <c:pt idx="1991">
                  <c:v>45125</c:v>
                </c:pt>
                <c:pt idx="1992">
                  <c:v>45126</c:v>
                </c:pt>
                <c:pt idx="1993">
                  <c:v>45127</c:v>
                </c:pt>
                <c:pt idx="1994">
                  <c:v>45128</c:v>
                </c:pt>
                <c:pt idx="1995">
                  <c:v>45131</c:v>
                </c:pt>
                <c:pt idx="1996">
                  <c:v>45132</c:v>
                </c:pt>
                <c:pt idx="1997">
                  <c:v>45133</c:v>
                </c:pt>
                <c:pt idx="1998">
                  <c:v>45134</c:v>
                </c:pt>
                <c:pt idx="1999">
                  <c:v>45135</c:v>
                </c:pt>
                <c:pt idx="2000">
                  <c:v>45138</c:v>
                </c:pt>
                <c:pt idx="2001">
                  <c:v>45139</c:v>
                </c:pt>
                <c:pt idx="2002">
                  <c:v>45140</c:v>
                </c:pt>
                <c:pt idx="2003">
                  <c:v>45141</c:v>
                </c:pt>
                <c:pt idx="2004">
                  <c:v>45142</c:v>
                </c:pt>
                <c:pt idx="2005">
                  <c:v>45145</c:v>
                </c:pt>
                <c:pt idx="2006">
                  <c:v>45146</c:v>
                </c:pt>
                <c:pt idx="2007">
                  <c:v>45147</c:v>
                </c:pt>
                <c:pt idx="2008">
                  <c:v>45148</c:v>
                </c:pt>
                <c:pt idx="2009">
                  <c:v>45149</c:v>
                </c:pt>
                <c:pt idx="2010">
                  <c:v>45152</c:v>
                </c:pt>
                <c:pt idx="2011">
                  <c:v>45155</c:v>
                </c:pt>
                <c:pt idx="2012">
                  <c:v>45156</c:v>
                </c:pt>
                <c:pt idx="2013">
                  <c:v>45159</c:v>
                </c:pt>
                <c:pt idx="2014">
                  <c:v>45160</c:v>
                </c:pt>
                <c:pt idx="2015">
                  <c:v>45161</c:v>
                </c:pt>
                <c:pt idx="2016">
                  <c:v>45162</c:v>
                </c:pt>
                <c:pt idx="2017">
                  <c:v>45163</c:v>
                </c:pt>
                <c:pt idx="2018">
                  <c:v>45166</c:v>
                </c:pt>
                <c:pt idx="2019">
                  <c:v>45167</c:v>
                </c:pt>
                <c:pt idx="2020">
                  <c:v>45168</c:v>
                </c:pt>
                <c:pt idx="2021">
                  <c:v>45169</c:v>
                </c:pt>
                <c:pt idx="2022">
                  <c:v>45170</c:v>
                </c:pt>
                <c:pt idx="2023">
                  <c:v>45174</c:v>
                </c:pt>
                <c:pt idx="2024">
                  <c:v>45175</c:v>
                </c:pt>
                <c:pt idx="2025">
                  <c:v>45176</c:v>
                </c:pt>
                <c:pt idx="2026">
                  <c:v>45177</c:v>
                </c:pt>
                <c:pt idx="2027">
                  <c:v>45180</c:v>
                </c:pt>
                <c:pt idx="2028">
                  <c:v>45181</c:v>
                </c:pt>
                <c:pt idx="2029">
                  <c:v>45182</c:v>
                </c:pt>
                <c:pt idx="2030">
                  <c:v>45183</c:v>
                </c:pt>
                <c:pt idx="2031">
                  <c:v>45184</c:v>
                </c:pt>
                <c:pt idx="2032">
                  <c:v>45187</c:v>
                </c:pt>
                <c:pt idx="2033">
                  <c:v>45189</c:v>
                </c:pt>
                <c:pt idx="2034">
                  <c:v>45190</c:v>
                </c:pt>
                <c:pt idx="2035">
                  <c:v>45191</c:v>
                </c:pt>
                <c:pt idx="2036">
                  <c:v>45194</c:v>
                </c:pt>
                <c:pt idx="2037">
                  <c:v>45195</c:v>
                </c:pt>
                <c:pt idx="2038">
                  <c:v>45196</c:v>
                </c:pt>
                <c:pt idx="2039">
                  <c:v>45197</c:v>
                </c:pt>
                <c:pt idx="2040">
                  <c:v>45198</c:v>
                </c:pt>
                <c:pt idx="2041">
                  <c:v>45202</c:v>
                </c:pt>
                <c:pt idx="2042">
                  <c:v>45203</c:v>
                </c:pt>
                <c:pt idx="2043">
                  <c:v>45204</c:v>
                </c:pt>
                <c:pt idx="2044">
                  <c:v>45205</c:v>
                </c:pt>
                <c:pt idx="2045">
                  <c:v>45209</c:v>
                </c:pt>
                <c:pt idx="2046">
                  <c:v>45210</c:v>
                </c:pt>
                <c:pt idx="2047">
                  <c:v>45211</c:v>
                </c:pt>
                <c:pt idx="2048">
                  <c:v>45212</c:v>
                </c:pt>
                <c:pt idx="2049">
                  <c:v>45215</c:v>
                </c:pt>
                <c:pt idx="2050">
                  <c:v>45216</c:v>
                </c:pt>
                <c:pt idx="2051">
                  <c:v>45217</c:v>
                </c:pt>
                <c:pt idx="2052">
                  <c:v>45218</c:v>
                </c:pt>
                <c:pt idx="2053">
                  <c:v>45219</c:v>
                </c:pt>
                <c:pt idx="2054">
                  <c:v>45222</c:v>
                </c:pt>
                <c:pt idx="2055">
                  <c:v>45224</c:v>
                </c:pt>
                <c:pt idx="2056">
                  <c:v>45225</c:v>
                </c:pt>
                <c:pt idx="2057">
                  <c:v>45226</c:v>
                </c:pt>
                <c:pt idx="2058">
                  <c:v>45229</c:v>
                </c:pt>
                <c:pt idx="2059">
                  <c:v>45230</c:v>
                </c:pt>
                <c:pt idx="2060">
                  <c:v>45231</c:v>
                </c:pt>
                <c:pt idx="2061">
                  <c:v>45232</c:v>
                </c:pt>
                <c:pt idx="2062">
                  <c:v>45233</c:v>
                </c:pt>
                <c:pt idx="2063">
                  <c:v>45236</c:v>
                </c:pt>
                <c:pt idx="2064">
                  <c:v>45237</c:v>
                </c:pt>
                <c:pt idx="2065">
                  <c:v>45238</c:v>
                </c:pt>
                <c:pt idx="2066">
                  <c:v>45239</c:v>
                </c:pt>
                <c:pt idx="2067">
                  <c:v>45240</c:v>
                </c:pt>
                <c:pt idx="2068">
                  <c:v>45243</c:v>
                </c:pt>
                <c:pt idx="2069">
                  <c:v>45245</c:v>
                </c:pt>
                <c:pt idx="2070">
                  <c:v>45246</c:v>
                </c:pt>
                <c:pt idx="2071">
                  <c:v>45247</c:v>
                </c:pt>
                <c:pt idx="2072">
                  <c:v>45250</c:v>
                </c:pt>
                <c:pt idx="2073">
                  <c:v>45251</c:v>
                </c:pt>
                <c:pt idx="2074">
                  <c:v>45252</c:v>
                </c:pt>
                <c:pt idx="2075">
                  <c:v>45254</c:v>
                </c:pt>
                <c:pt idx="2076">
                  <c:v>45258</c:v>
                </c:pt>
                <c:pt idx="2077">
                  <c:v>45259</c:v>
                </c:pt>
                <c:pt idx="2078">
                  <c:v>45260</c:v>
                </c:pt>
                <c:pt idx="2079">
                  <c:v>45261</c:v>
                </c:pt>
                <c:pt idx="2080">
                  <c:v>45264</c:v>
                </c:pt>
                <c:pt idx="2081">
                  <c:v>45265</c:v>
                </c:pt>
                <c:pt idx="2082">
                  <c:v>45266</c:v>
                </c:pt>
                <c:pt idx="2083">
                  <c:v>45267</c:v>
                </c:pt>
                <c:pt idx="2084">
                  <c:v>45268</c:v>
                </c:pt>
                <c:pt idx="2085">
                  <c:v>45271</c:v>
                </c:pt>
                <c:pt idx="2086">
                  <c:v>45272</c:v>
                </c:pt>
                <c:pt idx="2087">
                  <c:v>45273</c:v>
                </c:pt>
                <c:pt idx="2088">
                  <c:v>45274</c:v>
                </c:pt>
                <c:pt idx="2089">
                  <c:v>45275</c:v>
                </c:pt>
                <c:pt idx="2090">
                  <c:v>45278</c:v>
                </c:pt>
                <c:pt idx="2091">
                  <c:v>45279</c:v>
                </c:pt>
                <c:pt idx="2092">
                  <c:v>45280</c:v>
                </c:pt>
                <c:pt idx="2093">
                  <c:v>45281</c:v>
                </c:pt>
                <c:pt idx="2094">
                  <c:v>45282</c:v>
                </c:pt>
                <c:pt idx="2095">
                  <c:v>45286</c:v>
                </c:pt>
                <c:pt idx="2096">
                  <c:v>45287</c:v>
                </c:pt>
                <c:pt idx="2097">
                  <c:v>45288</c:v>
                </c:pt>
                <c:pt idx="2098">
                  <c:v>45289</c:v>
                </c:pt>
                <c:pt idx="2099">
                  <c:v>45293</c:v>
                </c:pt>
                <c:pt idx="2100">
                  <c:v>45294</c:v>
                </c:pt>
                <c:pt idx="2101">
                  <c:v>45295</c:v>
                </c:pt>
                <c:pt idx="2102">
                  <c:v>45296</c:v>
                </c:pt>
                <c:pt idx="2103">
                  <c:v>45299</c:v>
                </c:pt>
                <c:pt idx="2104">
                  <c:v>45300</c:v>
                </c:pt>
                <c:pt idx="2105">
                  <c:v>45301</c:v>
                </c:pt>
                <c:pt idx="2106">
                  <c:v>45302</c:v>
                </c:pt>
                <c:pt idx="2107">
                  <c:v>45303</c:v>
                </c:pt>
                <c:pt idx="2108">
                  <c:v>45307</c:v>
                </c:pt>
                <c:pt idx="2109">
                  <c:v>45308</c:v>
                </c:pt>
                <c:pt idx="2110">
                  <c:v>45309</c:v>
                </c:pt>
                <c:pt idx="2111">
                  <c:v>45310</c:v>
                </c:pt>
                <c:pt idx="2112">
                  <c:v>45314</c:v>
                </c:pt>
                <c:pt idx="2113">
                  <c:v>45315</c:v>
                </c:pt>
                <c:pt idx="2114">
                  <c:v>45316</c:v>
                </c:pt>
                <c:pt idx="2115">
                  <c:v>45320</c:v>
                </c:pt>
                <c:pt idx="2116">
                  <c:v>45321</c:v>
                </c:pt>
                <c:pt idx="2117">
                  <c:v>45322</c:v>
                </c:pt>
                <c:pt idx="2118">
                  <c:v>45323</c:v>
                </c:pt>
                <c:pt idx="2119">
                  <c:v>45324</c:v>
                </c:pt>
                <c:pt idx="2120">
                  <c:v>45327</c:v>
                </c:pt>
                <c:pt idx="2121">
                  <c:v>45328</c:v>
                </c:pt>
                <c:pt idx="2122">
                  <c:v>45329</c:v>
                </c:pt>
                <c:pt idx="2123">
                  <c:v>45330</c:v>
                </c:pt>
                <c:pt idx="2124">
                  <c:v>45331</c:v>
                </c:pt>
                <c:pt idx="2125">
                  <c:v>45334</c:v>
                </c:pt>
                <c:pt idx="2126">
                  <c:v>45335</c:v>
                </c:pt>
                <c:pt idx="2127">
                  <c:v>45336</c:v>
                </c:pt>
                <c:pt idx="2128">
                  <c:v>45337</c:v>
                </c:pt>
                <c:pt idx="2129">
                  <c:v>45338</c:v>
                </c:pt>
                <c:pt idx="2130">
                  <c:v>45342</c:v>
                </c:pt>
                <c:pt idx="2131">
                  <c:v>45343</c:v>
                </c:pt>
                <c:pt idx="2132">
                  <c:v>45344</c:v>
                </c:pt>
                <c:pt idx="2133">
                  <c:v>45345</c:v>
                </c:pt>
                <c:pt idx="2134">
                  <c:v>45348</c:v>
                </c:pt>
                <c:pt idx="2135">
                  <c:v>45349</c:v>
                </c:pt>
                <c:pt idx="2136">
                  <c:v>45350</c:v>
                </c:pt>
                <c:pt idx="2137">
                  <c:v>45351</c:v>
                </c:pt>
                <c:pt idx="2138">
                  <c:v>45352</c:v>
                </c:pt>
                <c:pt idx="2139">
                  <c:v>45355</c:v>
                </c:pt>
                <c:pt idx="2140">
                  <c:v>45356</c:v>
                </c:pt>
                <c:pt idx="2141">
                  <c:v>45357</c:v>
                </c:pt>
                <c:pt idx="2142">
                  <c:v>45358</c:v>
                </c:pt>
                <c:pt idx="2143">
                  <c:v>45362</c:v>
                </c:pt>
                <c:pt idx="2144">
                  <c:v>45363</c:v>
                </c:pt>
                <c:pt idx="2145">
                  <c:v>45364</c:v>
                </c:pt>
                <c:pt idx="2146">
                  <c:v>45365</c:v>
                </c:pt>
                <c:pt idx="2147">
                  <c:v>45366</c:v>
                </c:pt>
                <c:pt idx="2148">
                  <c:v>45369</c:v>
                </c:pt>
                <c:pt idx="2149">
                  <c:v>45370</c:v>
                </c:pt>
                <c:pt idx="2150">
                  <c:v>45371</c:v>
                </c:pt>
                <c:pt idx="2151">
                  <c:v>45372</c:v>
                </c:pt>
                <c:pt idx="2152">
                  <c:v>45373</c:v>
                </c:pt>
                <c:pt idx="2153">
                  <c:v>45377</c:v>
                </c:pt>
                <c:pt idx="2154">
                  <c:v>45378</c:v>
                </c:pt>
                <c:pt idx="2155">
                  <c:v>45379</c:v>
                </c:pt>
                <c:pt idx="2156">
                  <c:v>45384</c:v>
                </c:pt>
                <c:pt idx="2157">
                  <c:v>45385</c:v>
                </c:pt>
                <c:pt idx="2158">
                  <c:v>45386</c:v>
                </c:pt>
                <c:pt idx="2159">
                  <c:v>45387</c:v>
                </c:pt>
                <c:pt idx="2160">
                  <c:v>45390</c:v>
                </c:pt>
                <c:pt idx="2161">
                  <c:v>45392</c:v>
                </c:pt>
                <c:pt idx="2162">
                  <c:v>45394</c:v>
                </c:pt>
                <c:pt idx="2163">
                  <c:v>45397</c:v>
                </c:pt>
                <c:pt idx="2164">
                  <c:v>45398</c:v>
                </c:pt>
                <c:pt idx="2165">
                  <c:v>45400</c:v>
                </c:pt>
                <c:pt idx="2166">
                  <c:v>45401</c:v>
                </c:pt>
                <c:pt idx="2167">
                  <c:v>45404</c:v>
                </c:pt>
                <c:pt idx="2168">
                  <c:v>45405</c:v>
                </c:pt>
                <c:pt idx="2169">
                  <c:v>45406</c:v>
                </c:pt>
                <c:pt idx="2170">
                  <c:v>45407</c:v>
                </c:pt>
                <c:pt idx="2171">
                  <c:v>45408</c:v>
                </c:pt>
                <c:pt idx="2172">
                  <c:v>45411</c:v>
                </c:pt>
                <c:pt idx="2173">
                  <c:v>45412</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45433</c:v>
                </c:pt>
                <c:pt idx="2187">
                  <c:v>45434</c:v>
                </c:pt>
                <c:pt idx="2188">
                  <c:v>45436</c:v>
                </c:pt>
                <c:pt idx="2189">
                  <c:v>45440</c:v>
                </c:pt>
                <c:pt idx="2190">
                  <c:v>45441</c:v>
                </c:pt>
                <c:pt idx="2191">
                  <c:v>45442</c:v>
                </c:pt>
                <c:pt idx="2192">
                  <c:v>45443</c:v>
                </c:pt>
                <c:pt idx="2193">
                  <c:v>45446</c:v>
                </c:pt>
                <c:pt idx="2194">
                  <c:v>45447</c:v>
                </c:pt>
                <c:pt idx="2195">
                  <c:v>45448</c:v>
                </c:pt>
                <c:pt idx="2196">
                  <c:v>45449</c:v>
                </c:pt>
                <c:pt idx="2197">
                  <c:v>45450</c:v>
                </c:pt>
                <c:pt idx="2198">
                  <c:v>45453</c:v>
                </c:pt>
                <c:pt idx="2199">
                  <c:v>45454</c:v>
                </c:pt>
                <c:pt idx="2200">
                  <c:v>45455</c:v>
                </c:pt>
                <c:pt idx="2201">
                  <c:v>45456</c:v>
                </c:pt>
                <c:pt idx="2202">
                  <c:v>45457</c:v>
                </c:pt>
                <c:pt idx="2203">
                  <c:v>45461</c:v>
                </c:pt>
                <c:pt idx="2204">
                  <c:v>45463</c:v>
                </c:pt>
                <c:pt idx="2205">
                  <c:v>45464</c:v>
                </c:pt>
                <c:pt idx="2206">
                  <c:v>45467</c:v>
                </c:pt>
                <c:pt idx="2207">
                  <c:v>45468</c:v>
                </c:pt>
                <c:pt idx="2208">
                  <c:v>45469</c:v>
                </c:pt>
                <c:pt idx="2209">
                  <c:v>45470</c:v>
                </c:pt>
                <c:pt idx="2210">
                  <c:v>45471</c:v>
                </c:pt>
                <c:pt idx="2211">
                  <c:v>45474</c:v>
                </c:pt>
                <c:pt idx="2212">
                  <c:v>45475</c:v>
                </c:pt>
                <c:pt idx="2213">
                  <c:v>45476</c:v>
                </c:pt>
                <c:pt idx="2214">
                  <c:v>45478</c:v>
                </c:pt>
                <c:pt idx="2215">
                  <c:v>45481</c:v>
                </c:pt>
                <c:pt idx="2216">
                  <c:v>45482</c:v>
                </c:pt>
                <c:pt idx="2217">
                  <c:v>45483</c:v>
                </c:pt>
                <c:pt idx="2218">
                  <c:v>45484</c:v>
                </c:pt>
                <c:pt idx="2219">
                  <c:v>45485</c:v>
                </c:pt>
                <c:pt idx="2220">
                  <c:v>45488</c:v>
                </c:pt>
                <c:pt idx="2221">
                  <c:v>45489</c:v>
                </c:pt>
                <c:pt idx="2222">
                  <c:v>45491</c:v>
                </c:pt>
                <c:pt idx="2223">
                  <c:v>45492</c:v>
                </c:pt>
                <c:pt idx="2224">
                  <c:v>45495</c:v>
                </c:pt>
                <c:pt idx="2225">
                  <c:v>45496</c:v>
                </c:pt>
                <c:pt idx="2226">
                  <c:v>45497</c:v>
                </c:pt>
                <c:pt idx="2227">
                  <c:v>45498</c:v>
                </c:pt>
                <c:pt idx="2228">
                  <c:v>45499</c:v>
                </c:pt>
                <c:pt idx="2229">
                  <c:v>45502</c:v>
                </c:pt>
                <c:pt idx="2230">
                  <c:v>45503</c:v>
                </c:pt>
                <c:pt idx="2231">
                  <c:v>45504</c:v>
                </c:pt>
                <c:pt idx="2232">
                  <c:v>45505</c:v>
                </c:pt>
                <c:pt idx="2233">
                  <c:v>45506</c:v>
                </c:pt>
                <c:pt idx="2234">
                  <c:v>45509</c:v>
                </c:pt>
                <c:pt idx="2235">
                  <c:v>45510</c:v>
                </c:pt>
                <c:pt idx="2236">
                  <c:v>45511</c:v>
                </c:pt>
                <c:pt idx="2237">
                  <c:v>45512</c:v>
                </c:pt>
                <c:pt idx="2238">
                  <c:v>45513</c:v>
                </c:pt>
                <c:pt idx="2239">
                  <c:v>45516</c:v>
                </c:pt>
                <c:pt idx="2240">
                  <c:v>45517</c:v>
                </c:pt>
                <c:pt idx="2241">
                  <c:v>45518</c:v>
                </c:pt>
                <c:pt idx="2242">
                  <c:v>45520</c:v>
                </c:pt>
                <c:pt idx="2243">
                  <c:v>45523</c:v>
                </c:pt>
                <c:pt idx="2244">
                  <c:v>45524</c:v>
                </c:pt>
                <c:pt idx="2245">
                  <c:v>45525</c:v>
                </c:pt>
                <c:pt idx="2246">
                  <c:v>45526</c:v>
                </c:pt>
                <c:pt idx="2247">
                  <c:v>45527</c:v>
                </c:pt>
                <c:pt idx="2248">
                  <c:v>45530</c:v>
                </c:pt>
                <c:pt idx="2249">
                  <c:v>45531</c:v>
                </c:pt>
                <c:pt idx="2250">
                  <c:v>45532</c:v>
                </c:pt>
                <c:pt idx="2251">
                  <c:v>45533</c:v>
                </c:pt>
                <c:pt idx="2252">
                  <c:v>45534</c:v>
                </c:pt>
                <c:pt idx="2253">
                  <c:v>45538</c:v>
                </c:pt>
                <c:pt idx="2254">
                  <c:v>45539</c:v>
                </c:pt>
                <c:pt idx="2255">
                  <c:v>45540</c:v>
                </c:pt>
                <c:pt idx="2256">
                  <c:v>45541</c:v>
                </c:pt>
                <c:pt idx="2257">
                  <c:v>45544</c:v>
                </c:pt>
                <c:pt idx="2258">
                  <c:v>45545</c:v>
                </c:pt>
                <c:pt idx="2259">
                  <c:v>45546</c:v>
                </c:pt>
                <c:pt idx="2260">
                  <c:v>45547</c:v>
                </c:pt>
                <c:pt idx="2261">
                  <c:v>45548</c:v>
                </c:pt>
                <c:pt idx="2262">
                  <c:v>45551</c:v>
                </c:pt>
                <c:pt idx="2263">
                  <c:v>45552</c:v>
                </c:pt>
                <c:pt idx="2264">
                  <c:v>45554</c:v>
                </c:pt>
                <c:pt idx="2265">
                  <c:v>45555</c:v>
                </c:pt>
                <c:pt idx="2266">
                  <c:v>45558</c:v>
                </c:pt>
                <c:pt idx="2267">
                  <c:v>45559</c:v>
                </c:pt>
                <c:pt idx="2268">
                  <c:v>45560</c:v>
                </c:pt>
                <c:pt idx="2269">
                  <c:v>45561</c:v>
                </c:pt>
                <c:pt idx="2270">
                  <c:v>45562</c:v>
                </c:pt>
                <c:pt idx="2271">
                  <c:v>45565</c:v>
                </c:pt>
                <c:pt idx="2272">
                  <c:v>45566</c:v>
                </c:pt>
                <c:pt idx="2273">
                  <c:v>45568</c:v>
                </c:pt>
                <c:pt idx="2274">
                  <c:v>45569</c:v>
                </c:pt>
                <c:pt idx="2275">
                  <c:v>45572</c:v>
                </c:pt>
                <c:pt idx="2276">
                  <c:v>45573</c:v>
                </c:pt>
                <c:pt idx="2277">
                  <c:v>45574</c:v>
                </c:pt>
                <c:pt idx="2278">
                  <c:v>45575</c:v>
                </c:pt>
                <c:pt idx="2279">
                  <c:v>45576</c:v>
                </c:pt>
                <c:pt idx="2280">
                  <c:v>45580</c:v>
                </c:pt>
                <c:pt idx="2281">
                  <c:v>45581</c:v>
                </c:pt>
                <c:pt idx="2282">
                  <c:v>45582</c:v>
                </c:pt>
                <c:pt idx="2283">
                  <c:v>45583</c:v>
                </c:pt>
                <c:pt idx="2284">
                  <c:v>45586</c:v>
                </c:pt>
                <c:pt idx="2285">
                  <c:v>45587</c:v>
                </c:pt>
                <c:pt idx="2286">
                  <c:v>45588</c:v>
                </c:pt>
                <c:pt idx="2287">
                  <c:v>45589</c:v>
                </c:pt>
                <c:pt idx="2288">
                  <c:v>45590</c:v>
                </c:pt>
                <c:pt idx="2289">
                  <c:v>45593</c:v>
                </c:pt>
                <c:pt idx="2290">
                  <c:v>45594</c:v>
                </c:pt>
                <c:pt idx="2291">
                  <c:v>45595</c:v>
                </c:pt>
                <c:pt idx="2292">
                  <c:v>45596</c:v>
                </c:pt>
                <c:pt idx="2293">
                  <c:v>45600</c:v>
                </c:pt>
                <c:pt idx="2294">
                  <c:v>45601</c:v>
                </c:pt>
                <c:pt idx="2295">
                  <c:v>45602</c:v>
                </c:pt>
                <c:pt idx="2296">
                  <c:v>45603</c:v>
                </c:pt>
                <c:pt idx="2297">
                  <c:v>45604</c:v>
                </c:pt>
                <c:pt idx="2298">
                  <c:v>45608</c:v>
                </c:pt>
                <c:pt idx="2299">
                  <c:v>45609</c:v>
                </c:pt>
                <c:pt idx="2300">
                  <c:v>45610</c:v>
                </c:pt>
                <c:pt idx="2301">
                  <c:v>45614</c:v>
                </c:pt>
                <c:pt idx="2302">
                  <c:v>45615</c:v>
                </c:pt>
                <c:pt idx="2303">
                  <c:v>45617</c:v>
                </c:pt>
                <c:pt idx="2304">
                  <c:v>45618</c:v>
                </c:pt>
                <c:pt idx="2305">
                  <c:v>45621</c:v>
                </c:pt>
                <c:pt idx="2306">
                  <c:v>45622</c:v>
                </c:pt>
                <c:pt idx="2307">
                  <c:v>45623</c:v>
                </c:pt>
                <c:pt idx="2308">
                  <c:v>45625</c:v>
                </c:pt>
                <c:pt idx="2309">
                  <c:v>45628</c:v>
                </c:pt>
                <c:pt idx="2310">
                  <c:v>45629</c:v>
                </c:pt>
                <c:pt idx="2311">
                  <c:v>45630</c:v>
                </c:pt>
                <c:pt idx="2312">
                  <c:v>45631</c:v>
                </c:pt>
                <c:pt idx="2313">
                  <c:v>45632</c:v>
                </c:pt>
                <c:pt idx="2314">
                  <c:v>45635</c:v>
                </c:pt>
                <c:pt idx="2315">
                  <c:v>45636</c:v>
                </c:pt>
                <c:pt idx="2316">
                  <c:v>45637</c:v>
                </c:pt>
                <c:pt idx="2317">
                  <c:v>45638</c:v>
                </c:pt>
                <c:pt idx="2318">
                  <c:v>45639</c:v>
                </c:pt>
                <c:pt idx="2319">
                  <c:v>45642</c:v>
                </c:pt>
                <c:pt idx="2320">
                  <c:v>45643</c:v>
                </c:pt>
                <c:pt idx="2321">
                  <c:v>45644</c:v>
                </c:pt>
                <c:pt idx="2322">
                  <c:v>45645</c:v>
                </c:pt>
                <c:pt idx="2323">
                  <c:v>45646</c:v>
                </c:pt>
                <c:pt idx="2324">
                  <c:v>45649</c:v>
                </c:pt>
                <c:pt idx="2325">
                  <c:v>45650</c:v>
                </c:pt>
                <c:pt idx="2326">
                  <c:v>45652</c:v>
                </c:pt>
                <c:pt idx="2327">
                  <c:v>45653</c:v>
                </c:pt>
                <c:pt idx="2328">
                  <c:v>45656</c:v>
                </c:pt>
                <c:pt idx="2329">
                  <c:v>45657</c:v>
                </c:pt>
                <c:pt idx="2330">
                  <c:v>45659</c:v>
                </c:pt>
                <c:pt idx="2331">
                  <c:v>45660</c:v>
                </c:pt>
                <c:pt idx="2332">
                  <c:v>45663</c:v>
                </c:pt>
                <c:pt idx="2333">
                  <c:v>45664</c:v>
                </c:pt>
                <c:pt idx="2334">
                  <c:v>45665</c:v>
                </c:pt>
                <c:pt idx="2335">
                  <c:v>45666</c:v>
                </c:pt>
                <c:pt idx="2336">
                  <c:v>45667</c:v>
                </c:pt>
                <c:pt idx="2337">
                  <c:v>45670</c:v>
                </c:pt>
                <c:pt idx="2338">
                  <c:v>45671</c:v>
                </c:pt>
                <c:pt idx="2339">
                  <c:v>45672</c:v>
                </c:pt>
                <c:pt idx="2340">
                  <c:v>45673</c:v>
                </c:pt>
                <c:pt idx="2341">
                  <c:v>45674</c:v>
                </c:pt>
                <c:pt idx="2342">
                  <c:v>45678</c:v>
                </c:pt>
                <c:pt idx="2343">
                  <c:v>45679</c:v>
                </c:pt>
                <c:pt idx="2344">
                  <c:v>45680</c:v>
                </c:pt>
                <c:pt idx="2345">
                  <c:v>45681</c:v>
                </c:pt>
                <c:pt idx="2346">
                  <c:v>45684</c:v>
                </c:pt>
                <c:pt idx="2347">
                  <c:v>45685</c:v>
                </c:pt>
                <c:pt idx="2348">
                  <c:v>45686</c:v>
                </c:pt>
                <c:pt idx="2349">
                  <c:v>45687</c:v>
                </c:pt>
                <c:pt idx="2350">
                  <c:v>45688</c:v>
                </c:pt>
                <c:pt idx="2351">
                  <c:v>45691</c:v>
                </c:pt>
                <c:pt idx="2352">
                  <c:v>45692</c:v>
                </c:pt>
                <c:pt idx="2353">
                  <c:v>45693</c:v>
                </c:pt>
                <c:pt idx="2354">
                  <c:v>45694</c:v>
                </c:pt>
                <c:pt idx="2355">
                  <c:v>45695</c:v>
                </c:pt>
                <c:pt idx="2356">
                  <c:v>45698</c:v>
                </c:pt>
                <c:pt idx="2357">
                  <c:v>45699</c:v>
                </c:pt>
                <c:pt idx="2358">
                  <c:v>45700</c:v>
                </c:pt>
                <c:pt idx="2359">
                  <c:v>45701</c:v>
                </c:pt>
                <c:pt idx="2360">
                  <c:v>45702</c:v>
                </c:pt>
                <c:pt idx="2361">
                  <c:v>45706</c:v>
                </c:pt>
                <c:pt idx="2362">
                  <c:v>45708</c:v>
                </c:pt>
                <c:pt idx="2363">
                  <c:v>45709</c:v>
                </c:pt>
                <c:pt idx="2364">
                  <c:v>45712</c:v>
                </c:pt>
                <c:pt idx="2365">
                  <c:v>45713</c:v>
                </c:pt>
                <c:pt idx="2366">
                  <c:v>45715</c:v>
                </c:pt>
                <c:pt idx="2367">
                  <c:v>45716</c:v>
                </c:pt>
                <c:pt idx="2368">
                  <c:v>45719</c:v>
                </c:pt>
                <c:pt idx="2369">
                  <c:v>45720</c:v>
                </c:pt>
                <c:pt idx="2370">
                  <c:v>45721</c:v>
                </c:pt>
                <c:pt idx="2371">
                  <c:v>45722</c:v>
                </c:pt>
                <c:pt idx="2372">
                  <c:v>45723</c:v>
                </c:pt>
                <c:pt idx="2373">
                  <c:v>45726</c:v>
                </c:pt>
                <c:pt idx="2374">
                  <c:v>45727</c:v>
                </c:pt>
                <c:pt idx="2375">
                  <c:v>45728</c:v>
                </c:pt>
                <c:pt idx="2376">
                  <c:v>45729</c:v>
                </c:pt>
                <c:pt idx="2377">
                  <c:v>45733</c:v>
                </c:pt>
                <c:pt idx="2378">
                  <c:v>45734</c:v>
                </c:pt>
                <c:pt idx="2379">
                  <c:v>45735</c:v>
                </c:pt>
                <c:pt idx="2380">
                  <c:v>45736</c:v>
                </c:pt>
                <c:pt idx="2381">
                  <c:v>45737</c:v>
                </c:pt>
                <c:pt idx="2382">
                  <c:v>45740</c:v>
                </c:pt>
                <c:pt idx="2383">
                  <c:v>45741</c:v>
                </c:pt>
                <c:pt idx="2384">
                  <c:v>45742</c:v>
                </c:pt>
                <c:pt idx="2385">
                  <c:v>45743</c:v>
                </c:pt>
                <c:pt idx="2386">
                  <c:v>45744</c:v>
                </c:pt>
                <c:pt idx="2387">
                  <c:v>45749</c:v>
                </c:pt>
                <c:pt idx="2388">
                  <c:v>45750</c:v>
                </c:pt>
              </c:numCache>
            </c:numRef>
          </c:cat>
          <c:val>
            <c:numRef>
              <c:f>'10Y G-Sec'!$AL$2:$AL$2390</c:f>
            </c:numRef>
          </c:val>
          <c:smooth val="0"/>
          <c:extLst>
            <c:ext xmlns:c16="http://schemas.microsoft.com/office/drawing/2014/chart" uri="{C3380CC4-5D6E-409C-BE32-E72D297353CC}">
              <c16:uniqueId val="{00000000-C063-C84B-AA24-B2199096610F}"/>
            </c:ext>
          </c:extLst>
        </c:ser>
        <c:ser>
          <c:idx val="1"/>
          <c:order val="1"/>
          <c:tx>
            <c:strRef>
              <c:f>'10Y G-Sec'!$AM$1</c:f>
              <c:strCache>
                <c:ptCount val="1"/>
                <c:pt idx="0">
                  <c:v>India 10Y Y</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'10Y G-Sec'!$AK$2:$AK$2390</c:f>
              <c:numCache>
                <c:formatCode>mmm\-yy</c:formatCode>
                <c:ptCount val="2389"/>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42031</c:v>
                </c:pt>
                <c:pt idx="16">
                  <c:v>42032</c:v>
                </c:pt>
                <c:pt idx="17">
                  <c:v>42033</c:v>
                </c:pt>
                <c:pt idx="18">
                  <c:v>42034</c:v>
                </c:pt>
                <c:pt idx="19">
                  <c:v>42037</c:v>
                </c:pt>
                <c:pt idx="20">
                  <c:v>42038</c:v>
                </c:pt>
                <c:pt idx="21">
                  <c:v>42039</c:v>
                </c:pt>
                <c:pt idx="22">
                  <c:v>42040</c:v>
                </c:pt>
                <c:pt idx="23">
                  <c:v>42041</c:v>
                </c:pt>
                <c:pt idx="24">
                  <c:v>42044</c:v>
                </c:pt>
                <c:pt idx="25">
                  <c:v>42045</c:v>
                </c:pt>
                <c:pt idx="26">
                  <c:v>42046</c:v>
                </c:pt>
                <c:pt idx="27">
                  <c:v>42047</c:v>
                </c:pt>
                <c:pt idx="28">
                  <c:v>42048</c:v>
                </c:pt>
                <c:pt idx="29">
                  <c:v>42053</c:v>
                </c:pt>
                <c:pt idx="30">
                  <c:v>42054</c:v>
                </c:pt>
                <c:pt idx="31">
                  <c:v>42055</c:v>
                </c:pt>
                <c:pt idx="32">
                  <c:v>42058</c:v>
                </c:pt>
                <c:pt idx="33">
                  <c:v>42059</c:v>
                </c:pt>
                <c:pt idx="34">
                  <c:v>42060</c:v>
                </c:pt>
                <c:pt idx="35">
                  <c:v>42061</c:v>
                </c:pt>
                <c:pt idx="36">
                  <c:v>42062</c:v>
                </c:pt>
                <c:pt idx="37">
                  <c:v>42065</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42090</c:v>
                </c:pt>
                <c:pt idx="56">
                  <c:v>42093</c:v>
                </c:pt>
                <c:pt idx="57">
                  <c:v>42094</c:v>
                </c:pt>
                <c:pt idx="58">
                  <c:v>42100</c:v>
                </c:pt>
                <c:pt idx="59">
                  <c:v>42101</c:v>
                </c:pt>
                <c:pt idx="60">
                  <c:v>42102</c:v>
                </c:pt>
                <c:pt idx="61">
                  <c:v>42103</c:v>
                </c:pt>
                <c:pt idx="62">
                  <c:v>42104</c:v>
                </c:pt>
                <c:pt idx="63">
                  <c:v>42107</c:v>
                </c:pt>
                <c:pt idx="64">
                  <c:v>42109</c:v>
                </c:pt>
                <c:pt idx="65">
                  <c:v>42110</c:v>
                </c:pt>
                <c:pt idx="66">
                  <c:v>42111</c:v>
                </c:pt>
                <c:pt idx="67">
                  <c:v>42114</c:v>
                </c:pt>
                <c:pt idx="68">
                  <c:v>42115</c:v>
                </c:pt>
                <c:pt idx="69">
                  <c:v>42116</c:v>
                </c:pt>
                <c:pt idx="70">
                  <c:v>42117</c:v>
                </c:pt>
                <c:pt idx="71">
                  <c:v>42118</c:v>
                </c:pt>
                <c:pt idx="72">
                  <c:v>42121</c:v>
                </c:pt>
                <c:pt idx="73">
                  <c:v>42122</c:v>
                </c:pt>
                <c:pt idx="74">
                  <c:v>42123</c:v>
                </c:pt>
                <c:pt idx="75">
                  <c:v>42124</c:v>
                </c:pt>
                <c:pt idx="76">
                  <c:v>42129</c:v>
                </c:pt>
                <c:pt idx="77">
                  <c:v>42130</c:v>
                </c:pt>
                <c:pt idx="78">
                  <c:v>42131</c:v>
                </c:pt>
                <c:pt idx="79">
                  <c:v>42132</c:v>
                </c:pt>
                <c:pt idx="80">
                  <c:v>42135</c:v>
                </c:pt>
                <c:pt idx="81">
                  <c:v>42136</c:v>
                </c:pt>
                <c:pt idx="82">
                  <c:v>42137</c:v>
                </c:pt>
                <c:pt idx="83">
                  <c:v>42138</c:v>
                </c:pt>
                <c:pt idx="84">
                  <c:v>42139</c:v>
                </c:pt>
                <c:pt idx="85">
                  <c:v>42142</c:v>
                </c:pt>
                <c:pt idx="86">
                  <c:v>42143</c:v>
                </c:pt>
                <c:pt idx="87">
                  <c:v>42144</c:v>
                </c:pt>
                <c:pt idx="88">
                  <c:v>42145</c:v>
                </c:pt>
                <c:pt idx="89">
                  <c:v>42146</c:v>
                </c:pt>
                <c:pt idx="90">
                  <c:v>42150</c:v>
                </c:pt>
                <c:pt idx="91">
                  <c:v>42151</c:v>
                </c:pt>
                <c:pt idx="92">
                  <c:v>42152</c:v>
                </c:pt>
                <c:pt idx="93">
                  <c:v>42153</c:v>
                </c:pt>
                <c:pt idx="94">
                  <c:v>42156</c:v>
                </c:pt>
                <c:pt idx="95">
                  <c:v>42157</c:v>
                </c:pt>
                <c:pt idx="96">
                  <c:v>42158</c:v>
                </c:pt>
                <c:pt idx="97">
                  <c:v>42159</c:v>
                </c:pt>
                <c:pt idx="98">
                  <c:v>42160</c:v>
                </c:pt>
                <c:pt idx="99">
                  <c:v>42163</c:v>
                </c:pt>
                <c:pt idx="100">
                  <c:v>42164</c:v>
                </c:pt>
                <c:pt idx="101">
                  <c:v>42165</c:v>
                </c:pt>
                <c:pt idx="102">
                  <c:v>42166</c:v>
                </c:pt>
                <c:pt idx="103">
                  <c:v>42167</c:v>
                </c:pt>
                <c:pt idx="104">
                  <c:v>42170</c:v>
                </c:pt>
                <c:pt idx="105">
                  <c:v>42171</c:v>
                </c:pt>
                <c:pt idx="106">
                  <c:v>42172</c:v>
                </c:pt>
                <c:pt idx="107">
                  <c:v>42173</c:v>
                </c:pt>
                <c:pt idx="108">
                  <c:v>42174</c:v>
                </c:pt>
                <c:pt idx="109">
                  <c:v>42177</c:v>
                </c:pt>
                <c:pt idx="110">
                  <c:v>42178</c:v>
                </c:pt>
                <c:pt idx="111">
                  <c:v>42179</c:v>
                </c:pt>
                <c:pt idx="112">
                  <c:v>42180</c:v>
                </c:pt>
                <c:pt idx="113">
                  <c:v>42181</c:v>
                </c:pt>
                <c:pt idx="114">
                  <c:v>42184</c:v>
                </c:pt>
                <c:pt idx="115">
                  <c:v>42185</c:v>
                </c:pt>
                <c:pt idx="116">
                  <c:v>42186</c:v>
                </c:pt>
                <c:pt idx="117">
                  <c:v>42187</c:v>
                </c:pt>
                <c:pt idx="118">
                  <c:v>42191</c:v>
                </c:pt>
                <c:pt idx="119">
                  <c:v>42192</c:v>
                </c:pt>
                <c:pt idx="120">
                  <c:v>42193</c:v>
                </c:pt>
                <c:pt idx="121">
                  <c:v>42194</c:v>
                </c:pt>
                <c:pt idx="122">
                  <c:v>42195</c:v>
                </c:pt>
                <c:pt idx="123">
                  <c:v>42198</c:v>
                </c:pt>
                <c:pt idx="124">
                  <c:v>42199</c:v>
                </c:pt>
                <c:pt idx="125">
                  <c:v>42200</c:v>
                </c:pt>
                <c:pt idx="126">
                  <c:v>42201</c:v>
                </c:pt>
                <c:pt idx="127">
                  <c:v>42202</c:v>
                </c:pt>
                <c:pt idx="128">
                  <c:v>42205</c:v>
                </c:pt>
                <c:pt idx="129">
                  <c:v>42206</c:v>
                </c:pt>
                <c:pt idx="130">
                  <c:v>42207</c:v>
                </c:pt>
                <c:pt idx="131">
                  <c:v>42208</c:v>
                </c:pt>
                <c:pt idx="132">
                  <c:v>42209</c:v>
                </c:pt>
                <c:pt idx="133">
                  <c:v>42212</c:v>
                </c:pt>
                <c:pt idx="134">
                  <c:v>42213</c:v>
                </c:pt>
                <c:pt idx="135">
                  <c:v>42214</c:v>
                </c:pt>
                <c:pt idx="136">
                  <c:v>42215</c:v>
                </c:pt>
                <c:pt idx="137">
                  <c:v>42216</c:v>
                </c:pt>
                <c:pt idx="138">
                  <c:v>42219</c:v>
                </c:pt>
                <c:pt idx="139">
                  <c:v>42220</c:v>
                </c:pt>
                <c:pt idx="140">
                  <c:v>42221</c:v>
                </c:pt>
                <c:pt idx="141">
                  <c:v>42222</c:v>
                </c:pt>
                <c:pt idx="142">
                  <c:v>42223</c:v>
                </c:pt>
                <c:pt idx="143">
                  <c:v>42226</c:v>
                </c:pt>
                <c:pt idx="144">
                  <c:v>42227</c:v>
                </c:pt>
                <c:pt idx="145">
                  <c:v>42228</c:v>
                </c:pt>
                <c:pt idx="146">
                  <c:v>42229</c:v>
                </c:pt>
                <c:pt idx="147">
                  <c:v>42230</c:v>
                </c:pt>
                <c:pt idx="148">
                  <c:v>42233</c:v>
                </c:pt>
                <c:pt idx="149">
                  <c:v>42235</c:v>
                </c:pt>
                <c:pt idx="150">
                  <c:v>42236</c:v>
                </c:pt>
                <c:pt idx="151">
                  <c:v>42237</c:v>
                </c:pt>
                <c:pt idx="152">
                  <c:v>42240</c:v>
                </c:pt>
                <c:pt idx="153">
                  <c:v>42241</c:v>
                </c:pt>
                <c:pt idx="154">
                  <c:v>42242</c:v>
                </c:pt>
                <c:pt idx="155">
                  <c:v>42243</c:v>
                </c:pt>
                <c:pt idx="156">
                  <c:v>42244</c:v>
                </c:pt>
                <c:pt idx="157">
                  <c:v>42247</c:v>
                </c:pt>
                <c:pt idx="158">
                  <c:v>42248</c:v>
                </c:pt>
                <c:pt idx="159">
                  <c:v>42249</c:v>
                </c:pt>
                <c:pt idx="160">
                  <c:v>42250</c:v>
                </c:pt>
                <c:pt idx="161">
                  <c:v>42251</c:v>
                </c:pt>
                <c:pt idx="162">
                  <c:v>42255</c:v>
                </c:pt>
                <c:pt idx="163">
                  <c:v>42256</c:v>
                </c:pt>
                <c:pt idx="164">
                  <c:v>42257</c:v>
                </c:pt>
                <c:pt idx="165">
                  <c:v>42258</c:v>
                </c:pt>
                <c:pt idx="166">
                  <c:v>42261</c:v>
                </c:pt>
                <c:pt idx="167">
                  <c:v>42262</c:v>
                </c:pt>
                <c:pt idx="168">
                  <c:v>42263</c:v>
                </c:pt>
                <c:pt idx="169">
                  <c:v>42265</c:v>
                </c:pt>
                <c:pt idx="170">
                  <c:v>42268</c:v>
                </c:pt>
                <c:pt idx="171">
                  <c:v>42269</c:v>
                </c:pt>
                <c:pt idx="172">
                  <c:v>42270</c:v>
                </c:pt>
                <c:pt idx="173">
                  <c:v>42271</c:v>
                </c:pt>
                <c:pt idx="174">
                  <c:v>42275</c:v>
                </c:pt>
                <c:pt idx="175">
                  <c:v>42276</c:v>
                </c:pt>
                <c:pt idx="176">
                  <c:v>42277</c:v>
                </c:pt>
                <c:pt idx="177">
                  <c:v>42278</c:v>
                </c:pt>
                <c:pt idx="178">
                  <c:v>42282</c:v>
                </c:pt>
                <c:pt idx="179">
                  <c:v>42283</c:v>
                </c:pt>
                <c:pt idx="180">
                  <c:v>42284</c:v>
                </c:pt>
                <c:pt idx="181">
                  <c:v>42285</c:v>
                </c:pt>
                <c:pt idx="182">
                  <c:v>42286</c:v>
                </c:pt>
                <c:pt idx="183">
                  <c:v>42290</c:v>
                </c:pt>
                <c:pt idx="184">
                  <c:v>42291</c:v>
                </c:pt>
                <c:pt idx="185">
                  <c:v>42292</c:v>
                </c:pt>
                <c:pt idx="186">
                  <c:v>42293</c:v>
                </c:pt>
                <c:pt idx="187">
                  <c:v>42296</c:v>
                </c:pt>
                <c:pt idx="188">
                  <c:v>42297</c:v>
                </c:pt>
                <c:pt idx="189">
                  <c:v>42298</c:v>
                </c:pt>
                <c:pt idx="190">
                  <c:v>42300</c:v>
                </c:pt>
                <c:pt idx="191">
                  <c:v>42303</c:v>
                </c:pt>
                <c:pt idx="192">
                  <c:v>42304</c:v>
                </c:pt>
                <c:pt idx="193">
                  <c:v>42305</c:v>
                </c:pt>
                <c:pt idx="194">
                  <c:v>42306</c:v>
                </c:pt>
                <c:pt idx="195">
                  <c:v>42307</c:v>
                </c:pt>
                <c:pt idx="196">
                  <c:v>42310</c:v>
                </c:pt>
                <c:pt idx="197">
                  <c:v>42311</c:v>
                </c:pt>
                <c:pt idx="198">
                  <c:v>42312</c:v>
                </c:pt>
                <c:pt idx="199">
                  <c:v>42313</c:v>
                </c:pt>
                <c:pt idx="200">
                  <c:v>42314</c:v>
                </c:pt>
                <c:pt idx="201">
                  <c:v>42317</c:v>
                </c:pt>
                <c:pt idx="202">
                  <c:v>42318</c:v>
                </c:pt>
                <c:pt idx="203">
                  <c:v>42321</c:v>
                </c:pt>
                <c:pt idx="204">
                  <c:v>42324</c:v>
                </c:pt>
                <c:pt idx="205">
                  <c:v>42325</c:v>
                </c:pt>
                <c:pt idx="206">
                  <c:v>42326</c:v>
                </c:pt>
                <c:pt idx="207">
                  <c:v>42327</c:v>
                </c:pt>
                <c:pt idx="208">
                  <c:v>42328</c:v>
                </c:pt>
                <c:pt idx="209">
                  <c:v>42331</c:v>
                </c:pt>
                <c:pt idx="210">
                  <c:v>42332</c:v>
                </c:pt>
                <c:pt idx="211">
                  <c:v>42335</c:v>
                </c:pt>
                <c:pt idx="212">
                  <c:v>42338</c:v>
                </c:pt>
                <c:pt idx="213">
                  <c:v>42339</c:v>
                </c:pt>
                <c:pt idx="214">
                  <c:v>42340</c:v>
                </c:pt>
                <c:pt idx="215">
                  <c:v>42341</c:v>
                </c:pt>
                <c:pt idx="216">
                  <c:v>42342</c:v>
                </c:pt>
                <c:pt idx="217">
                  <c:v>42345</c:v>
                </c:pt>
                <c:pt idx="218">
                  <c:v>42346</c:v>
                </c:pt>
                <c:pt idx="219">
                  <c:v>42347</c:v>
                </c:pt>
                <c:pt idx="220">
                  <c:v>42348</c:v>
                </c:pt>
                <c:pt idx="221">
                  <c:v>42349</c:v>
                </c:pt>
                <c:pt idx="222">
                  <c:v>42352</c:v>
                </c:pt>
                <c:pt idx="223">
                  <c:v>42353</c:v>
                </c:pt>
                <c:pt idx="224">
                  <c:v>42354</c:v>
                </c:pt>
                <c:pt idx="225">
                  <c:v>42355</c:v>
                </c:pt>
                <c:pt idx="226">
                  <c:v>42356</c:v>
                </c:pt>
                <c:pt idx="227">
                  <c:v>42359</c:v>
                </c:pt>
                <c:pt idx="228">
                  <c:v>42360</c:v>
                </c:pt>
                <c:pt idx="229">
                  <c:v>42361</c:v>
                </c:pt>
                <c:pt idx="230">
                  <c:v>42366</c:v>
                </c:pt>
                <c:pt idx="231">
                  <c:v>42367</c:v>
                </c:pt>
                <c:pt idx="232">
                  <c:v>42368</c:v>
                </c:pt>
                <c:pt idx="233">
                  <c:v>42369</c:v>
                </c:pt>
                <c:pt idx="234">
                  <c:v>42373</c:v>
                </c:pt>
                <c:pt idx="235">
                  <c:v>42374</c:v>
                </c:pt>
                <c:pt idx="236">
                  <c:v>42375</c:v>
                </c:pt>
                <c:pt idx="237">
                  <c:v>42376</c:v>
                </c:pt>
                <c:pt idx="238">
                  <c:v>42377</c:v>
                </c:pt>
                <c:pt idx="239">
                  <c:v>42380</c:v>
                </c:pt>
                <c:pt idx="240">
                  <c:v>42381</c:v>
                </c:pt>
                <c:pt idx="241">
                  <c:v>42382</c:v>
                </c:pt>
                <c:pt idx="242">
                  <c:v>42383</c:v>
                </c:pt>
                <c:pt idx="243">
                  <c:v>42384</c:v>
                </c:pt>
                <c:pt idx="244">
                  <c:v>42388</c:v>
                </c:pt>
                <c:pt idx="245">
                  <c:v>42389</c:v>
                </c:pt>
                <c:pt idx="246">
                  <c:v>42390</c:v>
                </c:pt>
                <c:pt idx="247">
                  <c:v>42391</c:v>
                </c:pt>
                <c:pt idx="248">
                  <c:v>42394</c:v>
                </c:pt>
                <c:pt idx="249">
                  <c:v>42396</c:v>
                </c:pt>
                <c:pt idx="250">
                  <c:v>42397</c:v>
                </c:pt>
                <c:pt idx="251">
                  <c:v>42398</c:v>
                </c:pt>
                <c:pt idx="252">
                  <c:v>42401</c:v>
                </c:pt>
                <c:pt idx="253">
                  <c:v>42402</c:v>
                </c:pt>
                <c:pt idx="254">
                  <c:v>42403</c:v>
                </c:pt>
                <c:pt idx="255">
                  <c:v>42404</c:v>
                </c:pt>
                <c:pt idx="256">
                  <c:v>42405</c:v>
                </c:pt>
                <c:pt idx="257">
                  <c:v>42408</c:v>
                </c:pt>
                <c:pt idx="258">
                  <c:v>42409</c:v>
                </c:pt>
                <c:pt idx="259">
                  <c:v>42410</c:v>
                </c:pt>
                <c:pt idx="260">
                  <c:v>42411</c:v>
                </c:pt>
                <c:pt idx="261">
                  <c:v>42412</c:v>
                </c:pt>
                <c:pt idx="262">
                  <c:v>42416</c:v>
                </c:pt>
                <c:pt idx="263">
                  <c:v>42417</c:v>
                </c:pt>
                <c:pt idx="264">
                  <c:v>42418</c:v>
                </c:pt>
                <c:pt idx="265">
                  <c:v>42422</c:v>
                </c:pt>
                <c:pt idx="266">
                  <c:v>42423</c:v>
                </c:pt>
                <c:pt idx="267">
                  <c:v>42424</c:v>
                </c:pt>
                <c:pt idx="268">
                  <c:v>42425</c:v>
                </c:pt>
                <c:pt idx="269">
                  <c:v>42426</c:v>
                </c:pt>
                <c:pt idx="270">
                  <c:v>42429</c:v>
                </c:pt>
                <c:pt idx="271">
                  <c:v>42430</c:v>
                </c:pt>
                <c:pt idx="272">
                  <c:v>42431</c:v>
                </c:pt>
                <c:pt idx="273">
                  <c:v>42432</c:v>
                </c:pt>
                <c:pt idx="274">
                  <c:v>42433</c:v>
                </c:pt>
                <c:pt idx="275">
                  <c:v>42437</c:v>
                </c:pt>
                <c:pt idx="276">
                  <c:v>42438</c:v>
                </c:pt>
                <c:pt idx="277">
                  <c:v>42439</c:v>
                </c:pt>
                <c:pt idx="278">
                  <c:v>42440</c:v>
                </c:pt>
                <c:pt idx="279">
                  <c:v>42443</c:v>
                </c:pt>
                <c:pt idx="280">
                  <c:v>42444</c:v>
                </c:pt>
                <c:pt idx="281">
                  <c:v>42445</c:v>
                </c:pt>
                <c:pt idx="282">
                  <c:v>42446</c:v>
                </c:pt>
                <c:pt idx="283">
                  <c:v>42447</c:v>
                </c:pt>
                <c:pt idx="284">
                  <c:v>42450</c:v>
                </c:pt>
                <c:pt idx="285">
                  <c:v>42451</c:v>
                </c:pt>
                <c:pt idx="286">
                  <c:v>42452</c:v>
                </c:pt>
                <c:pt idx="287">
                  <c:v>42457</c:v>
                </c:pt>
                <c:pt idx="288">
                  <c:v>42458</c:v>
                </c:pt>
                <c:pt idx="289">
                  <c:v>42459</c:v>
                </c:pt>
                <c:pt idx="290">
                  <c:v>42460</c:v>
                </c:pt>
                <c:pt idx="291">
                  <c:v>42464</c:v>
                </c:pt>
                <c:pt idx="292">
                  <c:v>42465</c:v>
                </c:pt>
                <c:pt idx="293">
                  <c:v>42466</c:v>
                </c:pt>
                <c:pt idx="294">
                  <c:v>42467</c:v>
                </c:pt>
                <c:pt idx="295">
                  <c:v>42471</c:v>
                </c:pt>
                <c:pt idx="296">
                  <c:v>42472</c:v>
                </c:pt>
                <c:pt idx="297">
                  <c:v>42473</c:v>
                </c:pt>
                <c:pt idx="298">
                  <c:v>42478</c:v>
                </c:pt>
                <c:pt idx="299">
                  <c:v>42480</c:v>
                </c:pt>
                <c:pt idx="300">
                  <c:v>42481</c:v>
                </c:pt>
                <c:pt idx="301">
                  <c:v>42482</c:v>
                </c:pt>
                <c:pt idx="302">
                  <c:v>42485</c:v>
                </c:pt>
                <c:pt idx="303">
                  <c:v>42486</c:v>
                </c:pt>
                <c:pt idx="304">
                  <c:v>42487</c:v>
                </c:pt>
                <c:pt idx="305">
                  <c:v>42488</c:v>
                </c:pt>
                <c:pt idx="306">
                  <c:v>42489</c:v>
                </c:pt>
                <c:pt idx="307">
                  <c:v>42492</c:v>
                </c:pt>
                <c:pt idx="308">
                  <c:v>42493</c:v>
                </c:pt>
                <c:pt idx="309">
                  <c:v>42494</c:v>
                </c:pt>
                <c:pt idx="310">
                  <c:v>42495</c:v>
                </c:pt>
                <c:pt idx="311">
                  <c:v>42496</c:v>
                </c:pt>
                <c:pt idx="312">
                  <c:v>42499</c:v>
                </c:pt>
                <c:pt idx="313">
                  <c:v>42500</c:v>
                </c:pt>
                <c:pt idx="314">
                  <c:v>42501</c:v>
                </c:pt>
                <c:pt idx="315">
                  <c:v>42502</c:v>
                </c:pt>
                <c:pt idx="316">
                  <c:v>42503</c:v>
                </c:pt>
                <c:pt idx="317">
                  <c:v>42506</c:v>
                </c:pt>
                <c:pt idx="318">
                  <c:v>42507</c:v>
                </c:pt>
                <c:pt idx="319">
                  <c:v>42508</c:v>
                </c:pt>
                <c:pt idx="320">
                  <c:v>42509</c:v>
                </c:pt>
                <c:pt idx="321">
                  <c:v>42510</c:v>
                </c:pt>
                <c:pt idx="322">
                  <c:v>42513</c:v>
                </c:pt>
                <c:pt idx="323">
                  <c:v>42514</c:v>
                </c:pt>
                <c:pt idx="324">
                  <c:v>42515</c:v>
                </c:pt>
                <c:pt idx="325">
                  <c:v>42516</c:v>
                </c:pt>
                <c:pt idx="326">
                  <c:v>42517</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42556</c:v>
                </c:pt>
                <c:pt idx="352">
                  <c:v>42558</c:v>
                </c:pt>
                <c:pt idx="353">
                  <c:v>42559</c:v>
                </c:pt>
                <c:pt idx="354">
                  <c:v>42562</c:v>
                </c:pt>
                <c:pt idx="355">
                  <c:v>42563</c:v>
                </c:pt>
                <c:pt idx="356">
                  <c:v>42564</c:v>
                </c:pt>
                <c:pt idx="357">
                  <c:v>42565</c:v>
                </c:pt>
                <c:pt idx="358">
                  <c:v>42566</c:v>
                </c:pt>
                <c:pt idx="359">
                  <c:v>42569</c:v>
                </c:pt>
                <c:pt idx="360">
                  <c:v>42570</c:v>
                </c:pt>
                <c:pt idx="361">
                  <c:v>42571</c:v>
                </c:pt>
                <c:pt idx="362">
                  <c:v>42572</c:v>
                </c:pt>
                <c:pt idx="363">
                  <c:v>42573</c:v>
                </c:pt>
                <c:pt idx="364">
                  <c:v>42576</c:v>
                </c:pt>
                <c:pt idx="365">
                  <c:v>42577</c:v>
                </c:pt>
                <c:pt idx="366">
                  <c:v>42578</c:v>
                </c:pt>
                <c:pt idx="367">
                  <c:v>42579</c:v>
                </c:pt>
                <c:pt idx="368">
                  <c:v>42580</c:v>
                </c:pt>
                <c:pt idx="369">
                  <c:v>42583</c:v>
                </c:pt>
                <c:pt idx="370">
                  <c:v>42584</c:v>
                </c:pt>
                <c:pt idx="371">
                  <c:v>42585</c:v>
                </c:pt>
                <c:pt idx="372">
                  <c:v>42586</c:v>
                </c:pt>
                <c:pt idx="373">
                  <c:v>42587</c:v>
                </c:pt>
                <c:pt idx="374">
                  <c:v>42590</c:v>
                </c:pt>
                <c:pt idx="375">
                  <c:v>42591</c:v>
                </c:pt>
                <c:pt idx="376">
                  <c:v>42592</c:v>
                </c:pt>
                <c:pt idx="377">
                  <c:v>42593</c:v>
                </c:pt>
                <c:pt idx="378">
                  <c:v>42594</c:v>
                </c:pt>
                <c:pt idx="379">
                  <c:v>42598</c:v>
                </c:pt>
                <c:pt idx="380">
                  <c:v>42600</c:v>
                </c:pt>
                <c:pt idx="381">
                  <c:v>42601</c:v>
                </c:pt>
                <c:pt idx="382">
                  <c:v>42604</c:v>
                </c:pt>
                <c:pt idx="383">
                  <c:v>42605</c:v>
                </c:pt>
                <c:pt idx="384">
                  <c:v>42606</c:v>
                </c:pt>
                <c:pt idx="385">
                  <c:v>42607</c:v>
                </c:pt>
                <c:pt idx="386">
                  <c:v>42608</c:v>
                </c:pt>
                <c:pt idx="387">
                  <c:v>42611</c:v>
                </c:pt>
                <c:pt idx="388">
                  <c:v>42612</c:v>
                </c:pt>
                <c:pt idx="389">
                  <c:v>42613</c:v>
                </c:pt>
                <c:pt idx="390">
                  <c:v>42614</c:v>
                </c:pt>
                <c:pt idx="391">
                  <c:v>42615</c:v>
                </c:pt>
                <c:pt idx="392">
                  <c:v>42619</c:v>
                </c:pt>
                <c:pt idx="393">
                  <c:v>42620</c:v>
                </c:pt>
                <c:pt idx="394">
                  <c:v>42621</c:v>
                </c:pt>
                <c:pt idx="395">
                  <c:v>42622</c:v>
                </c:pt>
                <c:pt idx="396">
                  <c:v>42625</c:v>
                </c:pt>
                <c:pt idx="397">
                  <c:v>42627</c:v>
                </c:pt>
                <c:pt idx="398">
                  <c:v>42628</c:v>
                </c:pt>
                <c:pt idx="399">
                  <c:v>42629</c:v>
                </c:pt>
                <c:pt idx="400">
                  <c:v>42632</c:v>
                </c:pt>
                <c:pt idx="401">
                  <c:v>42633</c:v>
                </c:pt>
                <c:pt idx="402">
                  <c:v>42634</c:v>
                </c:pt>
                <c:pt idx="403">
                  <c:v>42635</c:v>
                </c:pt>
                <c:pt idx="404">
                  <c:v>42636</c:v>
                </c:pt>
                <c:pt idx="405">
                  <c:v>42639</c:v>
                </c:pt>
                <c:pt idx="406">
                  <c:v>42640</c:v>
                </c:pt>
                <c:pt idx="407">
                  <c:v>42641</c:v>
                </c:pt>
                <c:pt idx="408">
                  <c:v>42642</c:v>
                </c:pt>
                <c:pt idx="409">
                  <c:v>42643</c:v>
                </c:pt>
                <c:pt idx="410">
                  <c:v>42646</c:v>
                </c:pt>
                <c:pt idx="411">
                  <c:v>42647</c:v>
                </c:pt>
                <c:pt idx="412">
                  <c:v>42648</c:v>
                </c:pt>
                <c:pt idx="413">
                  <c:v>42649</c:v>
                </c:pt>
                <c:pt idx="414">
                  <c:v>42650</c:v>
                </c:pt>
                <c:pt idx="415">
                  <c:v>42656</c:v>
                </c:pt>
                <c:pt idx="416">
                  <c:v>42657</c:v>
                </c:pt>
                <c:pt idx="417">
                  <c:v>42660</c:v>
                </c:pt>
                <c:pt idx="418">
                  <c:v>42661</c:v>
                </c:pt>
                <c:pt idx="419">
                  <c:v>42662</c:v>
                </c:pt>
                <c:pt idx="420">
                  <c:v>42663</c:v>
                </c:pt>
                <c:pt idx="421">
                  <c:v>42664</c:v>
                </c:pt>
                <c:pt idx="422">
                  <c:v>42667</c:v>
                </c:pt>
                <c:pt idx="423">
                  <c:v>42668</c:v>
                </c:pt>
                <c:pt idx="424">
                  <c:v>42669</c:v>
                </c:pt>
                <c:pt idx="425">
                  <c:v>42670</c:v>
                </c:pt>
                <c:pt idx="426">
                  <c:v>42671</c:v>
                </c:pt>
                <c:pt idx="427">
                  <c:v>42675</c:v>
                </c:pt>
                <c:pt idx="428">
                  <c:v>42676</c:v>
                </c:pt>
                <c:pt idx="429">
                  <c:v>42677</c:v>
                </c:pt>
                <c:pt idx="430">
                  <c:v>42678</c:v>
                </c:pt>
                <c:pt idx="431">
                  <c:v>42681</c:v>
                </c:pt>
                <c:pt idx="432">
                  <c:v>42682</c:v>
                </c:pt>
                <c:pt idx="433">
                  <c:v>42683</c:v>
                </c:pt>
                <c:pt idx="434">
                  <c:v>42684</c:v>
                </c:pt>
                <c:pt idx="435">
                  <c:v>42689</c:v>
                </c:pt>
                <c:pt idx="436">
                  <c:v>42690</c:v>
                </c:pt>
                <c:pt idx="437">
                  <c:v>42691</c:v>
                </c:pt>
                <c:pt idx="438">
                  <c:v>42692</c:v>
                </c:pt>
                <c:pt idx="439">
                  <c:v>42695</c:v>
                </c:pt>
                <c:pt idx="440">
                  <c:v>42696</c:v>
                </c:pt>
                <c:pt idx="441">
                  <c:v>42697</c:v>
                </c:pt>
                <c:pt idx="442">
                  <c:v>42699</c:v>
                </c:pt>
                <c:pt idx="443">
                  <c:v>42702</c:v>
                </c:pt>
                <c:pt idx="444">
                  <c:v>42703</c:v>
                </c:pt>
                <c:pt idx="445">
                  <c:v>42704</c:v>
                </c:pt>
                <c:pt idx="446">
                  <c:v>42705</c:v>
                </c:pt>
                <c:pt idx="447">
                  <c:v>42706</c:v>
                </c:pt>
                <c:pt idx="448">
                  <c:v>42709</c:v>
                </c:pt>
                <c:pt idx="449">
                  <c:v>42710</c:v>
                </c:pt>
                <c:pt idx="450">
                  <c:v>42711</c:v>
                </c:pt>
                <c:pt idx="451">
                  <c:v>42712</c:v>
                </c:pt>
                <c:pt idx="452">
                  <c:v>42713</c:v>
                </c:pt>
                <c:pt idx="453">
                  <c:v>42717</c:v>
                </c:pt>
                <c:pt idx="454">
                  <c:v>42718</c:v>
                </c:pt>
                <c:pt idx="455">
                  <c:v>42719</c:v>
                </c:pt>
                <c:pt idx="456">
                  <c:v>42720</c:v>
                </c:pt>
                <c:pt idx="457">
                  <c:v>42723</c:v>
                </c:pt>
                <c:pt idx="458">
                  <c:v>42724</c:v>
                </c:pt>
                <c:pt idx="459">
                  <c:v>42725</c:v>
                </c:pt>
                <c:pt idx="460">
                  <c:v>42726</c:v>
                </c:pt>
                <c:pt idx="461">
                  <c:v>42727</c:v>
                </c:pt>
                <c:pt idx="462">
                  <c:v>42731</c:v>
                </c:pt>
                <c:pt idx="463">
                  <c:v>42732</c:v>
                </c:pt>
                <c:pt idx="464">
                  <c:v>42733</c:v>
                </c:pt>
                <c:pt idx="465">
                  <c:v>42734</c:v>
                </c:pt>
                <c:pt idx="466">
                  <c:v>42738</c:v>
                </c:pt>
                <c:pt idx="467">
                  <c:v>42739</c:v>
                </c:pt>
                <c:pt idx="468">
                  <c:v>42740</c:v>
                </c:pt>
                <c:pt idx="469">
                  <c:v>42741</c:v>
                </c:pt>
                <c:pt idx="470">
                  <c:v>42744</c:v>
                </c:pt>
                <c:pt idx="471">
                  <c:v>42745</c:v>
                </c:pt>
                <c:pt idx="472">
                  <c:v>42746</c:v>
                </c:pt>
                <c:pt idx="473">
                  <c:v>42747</c:v>
                </c:pt>
                <c:pt idx="474">
                  <c:v>42748</c:v>
                </c:pt>
                <c:pt idx="475">
                  <c:v>42752</c:v>
                </c:pt>
                <c:pt idx="476">
                  <c:v>42753</c:v>
                </c:pt>
                <c:pt idx="477">
                  <c:v>42754</c:v>
                </c:pt>
                <c:pt idx="478">
                  <c:v>42755</c:v>
                </c:pt>
                <c:pt idx="479">
                  <c:v>42758</c:v>
                </c:pt>
                <c:pt idx="480">
                  <c:v>42759</c:v>
                </c:pt>
                <c:pt idx="481">
                  <c:v>42760</c:v>
                </c:pt>
                <c:pt idx="482">
                  <c:v>42762</c:v>
                </c:pt>
                <c:pt idx="483">
                  <c:v>42765</c:v>
                </c:pt>
                <c:pt idx="484">
                  <c:v>42766</c:v>
                </c:pt>
                <c:pt idx="485">
                  <c:v>42767</c:v>
                </c:pt>
                <c:pt idx="486">
                  <c:v>42768</c:v>
                </c:pt>
                <c:pt idx="487">
                  <c:v>42769</c:v>
                </c:pt>
                <c:pt idx="488">
                  <c:v>42772</c:v>
                </c:pt>
                <c:pt idx="489">
                  <c:v>42773</c:v>
                </c:pt>
                <c:pt idx="490">
                  <c:v>42774</c:v>
                </c:pt>
                <c:pt idx="491">
                  <c:v>42775</c:v>
                </c:pt>
                <c:pt idx="492">
                  <c:v>42776</c:v>
                </c:pt>
                <c:pt idx="493">
                  <c:v>42779</c:v>
                </c:pt>
                <c:pt idx="494">
                  <c:v>42780</c:v>
                </c:pt>
                <c:pt idx="495">
                  <c:v>42781</c:v>
                </c:pt>
                <c:pt idx="496">
                  <c:v>42782</c:v>
                </c:pt>
                <c:pt idx="497">
                  <c:v>42783</c:v>
                </c:pt>
                <c:pt idx="498">
                  <c:v>42788</c:v>
                </c:pt>
                <c:pt idx="499">
                  <c:v>42789</c:v>
                </c:pt>
                <c:pt idx="500">
                  <c:v>42793</c:v>
                </c:pt>
                <c:pt idx="501">
                  <c:v>42794</c:v>
                </c:pt>
                <c:pt idx="502">
                  <c:v>42795</c:v>
                </c:pt>
                <c:pt idx="503">
                  <c:v>42796</c:v>
                </c:pt>
                <c:pt idx="504">
                  <c:v>42797</c:v>
                </c:pt>
                <c:pt idx="505">
                  <c:v>42800</c:v>
                </c:pt>
                <c:pt idx="506">
                  <c:v>42801</c:v>
                </c:pt>
                <c:pt idx="507">
                  <c:v>42802</c:v>
                </c:pt>
                <c:pt idx="508">
                  <c:v>42803</c:v>
                </c:pt>
                <c:pt idx="509">
                  <c:v>42804</c:v>
                </c:pt>
                <c:pt idx="510">
                  <c:v>42808</c:v>
                </c:pt>
                <c:pt idx="511">
                  <c:v>42809</c:v>
                </c:pt>
                <c:pt idx="512">
                  <c:v>42810</c:v>
                </c:pt>
                <c:pt idx="513">
                  <c:v>42811</c:v>
                </c:pt>
                <c:pt idx="514">
                  <c:v>42814</c:v>
                </c:pt>
                <c:pt idx="515">
                  <c:v>42815</c:v>
                </c:pt>
                <c:pt idx="516">
                  <c:v>42816</c:v>
                </c:pt>
                <c:pt idx="517">
                  <c:v>42817</c:v>
                </c:pt>
                <c:pt idx="518">
                  <c:v>42818</c:v>
                </c:pt>
                <c:pt idx="519">
                  <c:v>42821</c:v>
                </c:pt>
                <c:pt idx="520">
                  <c:v>42823</c:v>
                </c:pt>
                <c:pt idx="521">
                  <c:v>42824</c:v>
                </c:pt>
                <c:pt idx="522">
                  <c:v>42825</c:v>
                </c:pt>
                <c:pt idx="523">
                  <c:v>42828</c:v>
                </c:pt>
                <c:pt idx="524">
                  <c:v>42830</c:v>
                </c:pt>
                <c:pt idx="525">
                  <c:v>42831</c:v>
                </c:pt>
                <c:pt idx="526">
                  <c:v>42832</c:v>
                </c:pt>
                <c:pt idx="527">
                  <c:v>42835</c:v>
                </c:pt>
                <c:pt idx="528">
                  <c:v>42836</c:v>
                </c:pt>
                <c:pt idx="529">
                  <c:v>42837</c:v>
                </c:pt>
                <c:pt idx="530">
                  <c:v>42838</c:v>
                </c:pt>
                <c:pt idx="531">
                  <c:v>42842</c:v>
                </c:pt>
                <c:pt idx="532">
                  <c:v>42843</c:v>
                </c:pt>
                <c:pt idx="533">
                  <c:v>42844</c:v>
                </c:pt>
                <c:pt idx="534">
                  <c:v>42845</c:v>
                </c:pt>
                <c:pt idx="535">
                  <c:v>42846</c:v>
                </c:pt>
                <c:pt idx="536">
                  <c:v>42849</c:v>
                </c:pt>
                <c:pt idx="537">
                  <c:v>42850</c:v>
                </c:pt>
                <c:pt idx="538">
                  <c:v>42851</c:v>
                </c:pt>
                <c:pt idx="539">
                  <c:v>42852</c:v>
                </c:pt>
                <c:pt idx="540">
                  <c:v>42853</c:v>
                </c:pt>
                <c:pt idx="541">
                  <c:v>42857</c:v>
                </c:pt>
                <c:pt idx="542">
                  <c:v>42858</c:v>
                </c:pt>
                <c:pt idx="543">
                  <c:v>42859</c:v>
                </c:pt>
                <c:pt idx="544">
                  <c:v>42860</c:v>
                </c:pt>
                <c:pt idx="545">
                  <c:v>42863</c:v>
                </c:pt>
                <c:pt idx="546">
                  <c:v>42864</c:v>
                </c:pt>
                <c:pt idx="547">
                  <c:v>42866</c:v>
                </c:pt>
                <c:pt idx="548">
                  <c:v>42867</c:v>
                </c:pt>
                <c:pt idx="549">
                  <c:v>42870</c:v>
                </c:pt>
                <c:pt idx="550">
                  <c:v>42871</c:v>
                </c:pt>
                <c:pt idx="551">
                  <c:v>42872</c:v>
                </c:pt>
                <c:pt idx="552">
                  <c:v>42873</c:v>
                </c:pt>
                <c:pt idx="553">
                  <c:v>42874</c:v>
                </c:pt>
                <c:pt idx="554">
                  <c:v>42877</c:v>
                </c:pt>
                <c:pt idx="555">
                  <c:v>42878</c:v>
                </c:pt>
                <c:pt idx="556">
                  <c:v>42879</c:v>
                </c:pt>
                <c:pt idx="557">
                  <c:v>42880</c:v>
                </c:pt>
                <c:pt idx="558">
                  <c:v>42881</c:v>
                </c:pt>
                <c:pt idx="559">
                  <c:v>42885</c:v>
                </c:pt>
                <c:pt idx="560">
                  <c:v>42886</c:v>
                </c:pt>
                <c:pt idx="561">
                  <c:v>42887</c:v>
                </c:pt>
                <c:pt idx="562">
                  <c:v>42888</c:v>
                </c:pt>
                <c:pt idx="563">
                  <c:v>42891</c:v>
                </c:pt>
                <c:pt idx="564">
                  <c:v>42892</c:v>
                </c:pt>
                <c:pt idx="565">
                  <c:v>42893</c:v>
                </c:pt>
                <c:pt idx="566">
                  <c:v>42894</c:v>
                </c:pt>
                <c:pt idx="567">
                  <c:v>42895</c:v>
                </c:pt>
                <c:pt idx="568">
                  <c:v>42898</c:v>
                </c:pt>
                <c:pt idx="569">
                  <c:v>42899</c:v>
                </c:pt>
                <c:pt idx="570">
                  <c:v>42900</c:v>
                </c:pt>
                <c:pt idx="571">
                  <c:v>42901</c:v>
                </c:pt>
                <c:pt idx="572">
                  <c:v>42902</c:v>
                </c:pt>
                <c:pt idx="573">
                  <c:v>42905</c:v>
                </c:pt>
                <c:pt idx="574">
                  <c:v>42906</c:v>
                </c:pt>
                <c:pt idx="575">
                  <c:v>42907</c:v>
                </c:pt>
                <c:pt idx="576">
                  <c:v>42908</c:v>
                </c:pt>
                <c:pt idx="577">
                  <c:v>42909</c:v>
                </c:pt>
                <c:pt idx="578">
                  <c:v>42913</c:v>
                </c:pt>
                <c:pt idx="579">
                  <c:v>42914</c:v>
                </c:pt>
                <c:pt idx="580">
                  <c:v>42915</c:v>
                </c:pt>
                <c:pt idx="581">
                  <c:v>42916</c:v>
                </c:pt>
                <c:pt idx="582">
                  <c:v>42919</c:v>
                </c:pt>
                <c:pt idx="583">
                  <c:v>42921</c:v>
                </c:pt>
                <c:pt idx="584">
                  <c:v>42922</c:v>
                </c:pt>
                <c:pt idx="585">
                  <c:v>42923</c:v>
                </c:pt>
                <c:pt idx="586">
                  <c:v>42926</c:v>
                </c:pt>
                <c:pt idx="587">
                  <c:v>42927</c:v>
                </c:pt>
                <c:pt idx="588">
                  <c:v>42928</c:v>
                </c:pt>
                <c:pt idx="589">
                  <c:v>42929</c:v>
                </c:pt>
                <c:pt idx="590">
                  <c:v>42930</c:v>
                </c:pt>
                <c:pt idx="591">
                  <c:v>42933</c:v>
                </c:pt>
                <c:pt idx="592">
                  <c:v>42934</c:v>
                </c:pt>
                <c:pt idx="593">
                  <c:v>42935</c:v>
                </c:pt>
                <c:pt idx="594">
                  <c:v>42936</c:v>
                </c:pt>
                <c:pt idx="595">
                  <c:v>42937</c:v>
                </c:pt>
                <c:pt idx="596">
                  <c:v>42940</c:v>
                </c:pt>
                <c:pt idx="597">
                  <c:v>42941</c:v>
                </c:pt>
                <c:pt idx="598">
                  <c:v>42942</c:v>
                </c:pt>
                <c:pt idx="599">
                  <c:v>42943</c:v>
                </c:pt>
                <c:pt idx="600">
                  <c:v>42944</c:v>
                </c:pt>
                <c:pt idx="601">
                  <c:v>42947</c:v>
                </c:pt>
                <c:pt idx="602">
                  <c:v>42948</c:v>
                </c:pt>
                <c:pt idx="603">
                  <c:v>42949</c:v>
                </c:pt>
                <c:pt idx="604">
                  <c:v>42950</c:v>
                </c:pt>
                <c:pt idx="605">
                  <c:v>42951</c:v>
                </c:pt>
                <c:pt idx="606">
                  <c:v>42954</c:v>
                </c:pt>
                <c:pt idx="607">
                  <c:v>42955</c:v>
                </c:pt>
                <c:pt idx="608">
                  <c:v>42956</c:v>
                </c:pt>
                <c:pt idx="609">
                  <c:v>42957</c:v>
                </c:pt>
                <c:pt idx="610">
                  <c:v>42958</c:v>
                </c:pt>
                <c:pt idx="611">
                  <c:v>42961</c:v>
                </c:pt>
                <c:pt idx="612">
                  <c:v>42963</c:v>
                </c:pt>
                <c:pt idx="613">
                  <c:v>42965</c:v>
                </c:pt>
                <c:pt idx="614">
                  <c:v>42968</c:v>
                </c:pt>
                <c:pt idx="615">
                  <c:v>42969</c:v>
                </c:pt>
                <c:pt idx="616">
                  <c:v>42970</c:v>
                </c:pt>
                <c:pt idx="617">
                  <c:v>42971</c:v>
                </c:pt>
                <c:pt idx="618">
                  <c:v>42975</c:v>
                </c:pt>
                <c:pt idx="619">
                  <c:v>42976</c:v>
                </c:pt>
                <c:pt idx="620">
                  <c:v>42977</c:v>
                </c:pt>
                <c:pt idx="621">
                  <c:v>42978</c:v>
                </c:pt>
                <c:pt idx="622">
                  <c:v>42979</c:v>
                </c:pt>
                <c:pt idx="623">
                  <c:v>42983</c:v>
                </c:pt>
                <c:pt idx="624">
                  <c:v>42984</c:v>
                </c:pt>
                <c:pt idx="625">
                  <c:v>42985</c:v>
                </c:pt>
                <c:pt idx="626">
                  <c:v>42986</c:v>
                </c:pt>
                <c:pt idx="627">
                  <c:v>42989</c:v>
                </c:pt>
                <c:pt idx="628">
                  <c:v>42990</c:v>
                </c:pt>
                <c:pt idx="629">
                  <c:v>42991</c:v>
                </c:pt>
                <c:pt idx="630">
                  <c:v>42992</c:v>
                </c:pt>
                <c:pt idx="631">
                  <c:v>42993</c:v>
                </c:pt>
                <c:pt idx="632">
                  <c:v>42996</c:v>
                </c:pt>
                <c:pt idx="633">
                  <c:v>42997</c:v>
                </c:pt>
                <c:pt idx="634">
                  <c:v>42998</c:v>
                </c:pt>
                <c:pt idx="635">
                  <c:v>42999</c:v>
                </c:pt>
                <c:pt idx="636">
                  <c:v>43000</c:v>
                </c:pt>
                <c:pt idx="637">
                  <c:v>43003</c:v>
                </c:pt>
                <c:pt idx="638">
                  <c:v>43004</c:v>
                </c:pt>
                <c:pt idx="639">
                  <c:v>43005</c:v>
                </c:pt>
                <c:pt idx="640">
                  <c:v>43006</c:v>
                </c:pt>
                <c:pt idx="641">
                  <c:v>43007</c:v>
                </c:pt>
                <c:pt idx="642">
                  <c:v>43011</c:v>
                </c:pt>
                <c:pt idx="643">
                  <c:v>43012</c:v>
                </c:pt>
                <c:pt idx="644">
                  <c:v>43013</c:v>
                </c:pt>
                <c:pt idx="645">
                  <c:v>43014</c:v>
                </c:pt>
                <c:pt idx="646">
                  <c:v>43018</c:v>
                </c:pt>
                <c:pt idx="647">
                  <c:v>43019</c:v>
                </c:pt>
                <c:pt idx="648">
                  <c:v>43020</c:v>
                </c:pt>
                <c:pt idx="649">
                  <c:v>43021</c:v>
                </c:pt>
                <c:pt idx="650">
                  <c:v>43024</c:v>
                </c:pt>
                <c:pt idx="651">
                  <c:v>43025</c:v>
                </c:pt>
                <c:pt idx="652">
                  <c:v>43026</c:v>
                </c:pt>
                <c:pt idx="653">
                  <c:v>43031</c:v>
                </c:pt>
                <c:pt idx="654">
                  <c:v>43032</c:v>
                </c:pt>
                <c:pt idx="655">
                  <c:v>43033</c:v>
                </c:pt>
                <c:pt idx="656">
                  <c:v>43034</c:v>
                </c:pt>
                <c:pt idx="657">
                  <c:v>43035</c:v>
                </c:pt>
                <c:pt idx="658">
                  <c:v>43038</c:v>
                </c:pt>
                <c:pt idx="659">
                  <c:v>43039</c:v>
                </c:pt>
                <c:pt idx="660">
                  <c:v>43040</c:v>
                </c:pt>
                <c:pt idx="661">
                  <c:v>43041</c:v>
                </c:pt>
                <c:pt idx="662">
                  <c:v>43042</c:v>
                </c:pt>
                <c:pt idx="663">
                  <c:v>43045</c:v>
                </c:pt>
                <c:pt idx="664">
                  <c:v>43046</c:v>
                </c:pt>
                <c:pt idx="665">
                  <c:v>43047</c:v>
                </c:pt>
                <c:pt idx="666">
                  <c:v>43048</c:v>
                </c:pt>
                <c:pt idx="667">
                  <c:v>43049</c:v>
                </c:pt>
                <c:pt idx="668">
                  <c:v>43052</c:v>
                </c:pt>
                <c:pt idx="669">
                  <c:v>43053</c:v>
                </c:pt>
                <c:pt idx="670">
                  <c:v>43054</c:v>
                </c:pt>
                <c:pt idx="671">
                  <c:v>43055</c:v>
                </c:pt>
                <c:pt idx="672">
                  <c:v>43056</c:v>
                </c:pt>
                <c:pt idx="673">
                  <c:v>43059</c:v>
                </c:pt>
                <c:pt idx="674">
                  <c:v>43060</c:v>
                </c:pt>
                <c:pt idx="675">
                  <c:v>43061</c:v>
                </c:pt>
                <c:pt idx="676">
                  <c:v>43063</c:v>
                </c:pt>
                <c:pt idx="677">
                  <c:v>43066</c:v>
                </c:pt>
                <c:pt idx="678">
                  <c:v>43067</c:v>
                </c:pt>
                <c:pt idx="679">
                  <c:v>43068</c:v>
                </c:pt>
                <c:pt idx="680">
                  <c:v>43069</c:v>
                </c:pt>
                <c:pt idx="681">
                  <c:v>43073</c:v>
                </c:pt>
                <c:pt idx="682">
                  <c:v>43074</c:v>
                </c:pt>
                <c:pt idx="683">
                  <c:v>43075</c:v>
                </c:pt>
                <c:pt idx="684">
                  <c:v>43076</c:v>
                </c:pt>
                <c:pt idx="685">
                  <c:v>43077</c:v>
                </c:pt>
                <c:pt idx="686">
                  <c:v>43080</c:v>
                </c:pt>
                <c:pt idx="687">
                  <c:v>43081</c:v>
                </c:pt>
                <c:pt idx="688">
                  <c:v>43082</c:v>
                </c:pt>
                <c:pt idx="689">
                  <c:v>43083</c:v>
                </c:pt>
                <c:pt idx="690">
                  <c:v>43084</c:v>
                </c:pt>
                <c:pt idx="691">
                  <c:v>43087</c:v>
                </c:pt>
                <c:pt idx="692">
                  <c:v>43088</c:v>
                </c:pt>
                <c:pt idx="693">
                  <c:v>43089</c:v>
                </c:pt>
                <c:pt idx="694">
                  <c:v>43090</c:v>
                </c:pt>
                <c:pt idx="695">
                  <c:v>43091</c:v>
                </c:pt>
                <c:pt idx="696">
                  <c:v>43095</c:v>
                </c:pt>
                <c:pt idx="697">
                  <c:v>43096</c:v>
                </c:pt>
                <c:pt idx="698">
                  <c:v>43097</c:v>
                </c:pt>
                <c:pt idx="699">
                  <c:v>43098</c:v>
                </c:pt>
                <c:pt idx="700">
                  <c:v>43102</c:v>
                </c:pt>
                <c:pt idx="701">
                  <c:v>43103</c:v>
                </c:pt>
                <c:pt idx="702">
                  <c:v>43104</c:v>
                </c:pt>
                <c:pt idx="703">
                  <c:v>43105</c:v>
                </c:pt>
                <c:pt idx="704">
                  <c:v>43108</c:v>
                </c:pt>
                <c:pt idx="705">
                  <c:v>43109</c:v>
                </c:pt>
                <c:pt idx="706">
                  <c:v>43110</c:v>
                </c:pt>
                <c:pt idx="707">
                  <c:v>43111</c:v>
                </c:pt>
                <c:pt idx="708">
                  <c:v>43112</c:v>
                </c:pt>
                <c:pt idx="709">
                  <c:v>43116</c:v>
                </c:pt>
                <c:pt idx="710">
                  <c:v>43117</c:v>
                </c:pt>
                <c:pt idx="711">
                  <c:v>43118</c:v>
                </c:pt>
                <c:pt idx="712">
                  <c:v>43119</c:v>
                </c:pt>
                <c:pt idx="713">
                  <c:v>43122</c:v>
                </c:pt>
                <c:pt idx="714">
                  <c:v>43123</c:v>
                </c:pt>
                <c:pt idx="715">
                  <c:v>43124</c:v>
                </c:pt>
                <c:pt idx="716">
                  <c:v>43125</c:v>
                </c:pt>
                <c:pt idx="717">
                  <c:v>43129</c:v>
                </c:pt>
                <c:pt idx="718">
                  <c:v>43130</c:v>
                </c:pt>
                <c:pt idx="719">
                  <c:v>43131</c:v>
                </c:pt>
                <c:pt idx="720">
                  <c:v>43132</c:v>
                </c:pt>
                <c:pt idx="721">
                  <c:v>43133</c:v>
                </c:pt>
                <c:pt idx="722">
                  <c:v>43136</c:v>
                </c:pt>
                <c:pt idx="723">
                  <c:v>43137</c:v>
                </c:pt>
                <c:pt idx="724">
                  <c:v>43138</c:v>
                </c:pt>
                <c:pt idx="725">
                  <c:v>43139</c:v>
                </c:pt>
                <c:pt idx="726">
                  <c:v>43140</c:v>
                </c:pt>
                <c:pt idx="727">
                  <c:v>43143</c:v>
                </c:pt>
                <c:pt idx="728">
                  <c:v>43145</c:v>
                </c:pt>
                <c:pt idx="729">
                  <c:v>43146</c:v>
                </c:pt>
                <c:pt idx="730">
                  <c:v>43147</c:v>
                </c:pt>
                <c:pt idx="731">
                  <c:v>43151</c:v>
                </c:pt>
                <c:pt idx="732">
                  <c:v>43152</c:v>
                </c:pt>
                <c:pt idx="733">
                  <c:v>43153</c:v>
                </c:pt>
                <c:pt idx="734">
                  <c:v>43154</c:v>
                </c:pt>
                <c:pt idx="735">
                  <c:v>43157</c:v>
                </c:pt>
                <c:pt idx="736">
                  <c:v>43158</c:v>
                </c:pt>
                <c:pt idx="737">
                  <c:v>43159</c:v>
                </c:pt>
                <c:pt idx="738">
                  <c:v>43160</c:v>
                </c:pt>
                <c:pt idx="739">
                  <c:v>43164</c:v>
                </c:pt>
                <c:pt idx="740">
                  <c:v>43165</c:v>
                </c:pt>
                <c:pt idx="741">
                  <c:v>43166</c:v>
                </c:pt>
                <c:pt idx="742">
                  <c:v>43167</c:v>
                </c:pt>
                <c:pt idx="743">
                  <c:v>43168</c:v>
                </c:pt>
                <c:pt idx="744">
                  <c:v>43171</c:v>
                </c:pt>
                <c:pt idx="745">
                  <c:v>43172</c:v>
                </c:pt>
                <c:pt idx="746">
                  <c:v>43173</c:v>
                </c:pt>
                <c:pt idx="747">
                  <c:v>43174</c:v>
                </c:pt>
                <c:pt idx="748">
                  <c:v>43175</c:v>
                </c:pt>
                <c:pt idx="749">
                  <c:v>43178</c:v>
                </c:pt>
                <c:pt idx="750">
                  <c:v>43179</c:v>
                </c:pt>
                <c:pt idx="751">
                  <c:v>43180</c:v>
                </c:pt>
                <c:pt idx="752">
                  <c:v>43181</c:v>
                </c:pt>
                <c:pt idx="753">
                  <c:v>43182</c:v>
                </c:pt>
                <c:pt idx="754">
                  <c:v>43185</c:v>
                </c:pt>
                <c:pt idx="755">
                  <c:v>43186</c:v>
                </c:pt>
                <c:pt idx="756">
                  <c:v>43187</c:v>
                </c:pt>
                <c:pt idx="757">
                  <c:v>43193</c:v>
                </c:pt>
                <c:pt idx="758">
                  <c:v>43194</c:v>
                </c:pt>
                <c:pt idx="759">
                  <c:v>43195</c:v>
                </c:pt>
                <c:pt idx="760">
                  <c:v>43196</c:v>
                </c:pt>
                <c:pt idx="761">
                  <c:v>43199</c:v>
                </c:pt>
                <c:pt idx="762">
                  <c:v>43200</c:v>
                </c:pt>
                <c:pt idx="763">
                  <c:v>43201</c:v>
                </c:pt>
                <c:pt idx="764">
                  <c:v>43202</c:v>
                </c:pt>
                <c:pt idx="765">
                  <c:v>43203</c:v>
                </c:pt>
                <c:pt idx="766">
                  <c:v>43206</c:v>
                </c:pt>
                <c:pt idx="767">
                  <c:v>43207</c:v>
                </c:pt>
                <c:pt idx="768">
                  <c:v>43208</c:v>
                </c:pt>
                <c:pt idx="769">
                  <c:v>43209</c:v>
                </c:pt>
                <c:pt idx="770">
                  <c:v>43210</c:v>
                </c:pt>
                <c:pt idx="771">
                  <c:v>43213</c:v>
                </c:pt>
                <c:pt idx="772">
                  <c:v>43214</c:v>
                </c:pt>
                <c:pt idx="773">
                  <c:v>43215</c:v>
                </c:pt>
                <c:pt idx="774">
                  <c:v>43216</c:v>
                </c:pt>
                <c:pt idx="775">
                  <c:v>43217</c:v>
                </c:pt>
                <c:pt idx="776">
                  <c:v>43222</c:v>
                </c:pt>
                <c:pt idx="777">
                  <c:v>43223</c:v>
                </c:pt>
                <c:pt idx="778">
                  <c:v>43224</c:v>
                </c:pt>
                <c:pt idx="779">
                  <c:v>43227</c:v>
                </c:pt>
                <c:pt idx="780">
                  <c:v>43228</c:v>
                </c:pt>
                <c:pt idx="781">
                  <c:v>43229</c:v>
                </c:pt>
                <c:pt idx="782">
                  <c:v>43230</c:v>
                </c:pt>
                <c:pt idx="783">
                  <c:v>43231</c:v>
                </c:pt>
                <c:pt idx="784">
                  <c:v>43234</c:v>
                </c:pt>
                <c:pt idx="785">
                  <c:v>43235</c:v>
                </c:pt>
                <c:pt idx="786">
                  <c:v>43236</c:v>
                </c:pt>
                <c:pt idx="787">
                  <c:v>43237</c:v>
                </c:pt>
                <c:pt idx="788">
                  <c:v>43238</c:v>
                </c:pt>
                <c:pt idx="789">
                  <c:v>43241</c:v>
                </c:pt>
                <c:pt idx="790">
                  <c:v>43242</c:v>
                </c:pt>
                <c:pt idx="791">
                  <c:v>43243</c:v>
                </c:pt>
                <c:pt idx="792">
                  <c:v>43244</c:v>
                </c:pt>
                <c:pt idx="793">
                  <c:v>43245</c:v>
                </c:pt>
                <c:pt idx="794">
                  <c:v>43249</c:v>
                </c:pt>
                <c:pt idx="795">
                  <c:v>43250</c:v>
                </c:pt>
                <c:pt idx="796">
                  <c:v>43251</c:v>
                </c:pt>
                <c:pt idx="797">
                  <c:v>43252</c:v>
                </c:pt>
                <c:pt idx="798">
                  <c:v>43255</c:v>
                </c:pt>
                <c:pt idx="799">
                  <c:v>43256</c:v>
                </c:pt>
                <c:pt idx="800">
                  <c:v>43257</c:v>
                </c:pt>
                <c:pt idx="801">
                  <c:v>43258</c:v>
                </c:pt>
                <c:pt idx="802">
                  <c:v>43259</c:v>
                </c:pt>
                <c:pt idx="803">
                  <c:v>43262</c:v>
                </c:pt>
                <c:pt idx="804">
                  <c:v>43263</c:v>
                </c:pt>
                <c:pt idx="805">
                  <c:v>43264</c:v>
                </c:pt>
                <c:pt idx="806">
                  <c:v>43265</c:v>
                </c:pt>
                <c:pt idx="807">
                  <c:v>43266</c:v>
                </c:pt>
                <c:pt idx="808">
                  <c:v>43269</c:v>
                </c:pt>
                <c:pt idx="809">
                  <c:v>43270</c:v>
                </c:pt>
                <c:pt idx="810">
                  <c:v>43271</c:v>
                </c:pt>
                <c:pt idx="811">
                  <c:v>43272</c:v>
                </c:pt>
                <c:pt idx="812">
                  <c:v>43273</c:v>
                </c:pt>
                <c:pt idx="813">
                  <c:v>43276</c:v>
                </c:pt>
                <c:pt idx="814">
                  <c:v>43277</c:v>
                </c:pt>
                <c:pt idx="815">
                  <c:v>43278</c:v>
                </c:pt>
                <c:pt idx="816">
                  <c:v>43279</c:v>
                </c:pt>
                <c:pt idx="817">
                  <c:v>43280</c:v>
                </c:pt>
                <c:pt idx="818">
                  <c:v>43283</c:v>
                </c:pt>
                <c:pt idx="819">
                  <c:v>43284</c:v>
                </c:pt>
                <c:pt idx="820">
                  <c:v>43286</c:v>
                </c:pt>
                <c:pt idx="821">
                  <c:v>43287</c:v>
                </c:pt>
                <c:pt idx="822">
                  <c:v>43290</c:v>
                </c:pt>
                <c:pt idx="823">
                  <c:v>43291</c:v>
                </c:pt>
                <c:pt idx="824">
                  <c:v>43292</c:v>
                </c:pt>
                <c:pt idx="825">
                  <c:v>43293</c:v>
                </c:pt>
                <c:pt idx="826">
                  <c:v>43294</c:v>
                </c:pt>
                <c:pt idx="827">
                  <c:v>43297</c:v>
                </c:pt>
                <c:pt idx="828">
                  <c:v>43298</c:v>
                </c:pt>
                <c:pt idx="829">
                  <c:v>43299</c:v>
                </c:pt>
                <c:pt idx="830">
                  <c:v>43300</c:v>
                </c:pt>
                <c:pt idx="831">
                  <c:v>43301</c:v>
                </c:pt>
                <c:pt idx="832">
                  <c:v>43304</c:v>
                </c:pt>
                <c:pt idx="833">
                  <c:v>43305</c:v>
                </c:pt>
                <c:pt idx="834">
                  <c:v>43306</c:v>
                </c:pt>
                <c:pt idx="835">
                  <c:v>43307</c:v>
                </c:pt>
                <c:pt idx="836">
                  <c:v>43308</c:v>
                </c:pt>
                <c:pt idx="837">
                  <c:v>43311</c:v>
                </c:pt>
                <c:pt idx="838">
                  <c:v>43312</c:v>
                </c:pt>
                <c:pt idx="839">
                  <c:v>43313</c:v>
                </c:pt>
                <c:pt idx="840">
                  <c:v>43314</c:v>
                </c:pt>
                <c:pt idx="841">
                  <c:v>43315</c:v>
                </c:pt>
                <c:pt idx="842">
                  <c:v>43318</c:v>
                </c:pt>
                <c:pt idx="843">
                  <c:v>43319</c:v>
                </c:pt>
                <c:pt idx="844">
                  <c:v>43320</c:v>
                </c:pt>
                <c:pt idx="845">
                  <c:v>43321</c:v>
                </c:pt>
                <c:pt idx="846">
                  <c:v>43322</c:v>
                </c:pt>
                <c:pt idx="847">
                  <c:v>43325</c:v>
                </c:pt>
                <c:pt idx="848">
                  <c:v>43326</c:v>
                </c:pt>
                <c:pt idx="849">
                  <c:v>43328</c:v>
                </c:pt>
                <c:pt idx="850">
                  <c:v>43332</c:v>
                </c:pt>
                <c:pt idx="851">
                  <c:v>43333</c:v>
                </c:pt>
                <c:pt idx="852">
                  <c:v>43335</c:v>
                </c:pt>
                <c:pt idx="853">
                  <c:v>43336</c:v>
                </c:pt>
                <c:pt idx="854">
                  <c:v>43339</c:v>
                </c:pt>
                <c:pt idx="855">
                  <c:v>43340</c:v>
                </c:pt>
                <c:pt idx="856">
                  <c:v>43341</c:v>
                </c:pt>
                <c:pt idx="857">
                  <c:v>43342</c:v>
                </c:pt>
                <c:pt idx="858">
                  <c:v>43343</c:v>
                </c:pt>
                <c:pt idx="859">
                  <c:v>43347</c:v>
                </c:pt>
                <c:pt idx="860">
                  <c:v>43348</c:v>
                </c:pt>
                <c:pt idx="861">
                  <c:v>43349</c:v>
                </c:pt>
                <c:pt idx="862">
                  <c:v>43350</c:v>
                </c:pt>
                <c:pt idx="863">
                  <c:v>43353</c:v>
                </c:pt>
                <c:pt idx="864">
                  <c:v>43354</c:v>
                </c:pt>
                <c:pt idx="865">
                  <c:v>43355</c:v>
                </c:pt>
                <c:pt idx="866">
                  <c:v>43357</c:v>
                </c:pt>
                <c:pt idx="867">
                  <c:v>43360</c:v>
                </c:pt>
                <c:pt idx="868">
                  <c:v>43361</c:v>
                </c:pt>
                <c:pt idx="869">
                  <c:v>43362</c:v>
                </c:pt>
                <c:pt idx="870">
                  <c:v>43364</c:v>
                </c:pt>
                <c:pt idx="871">
                  <c:v>43367</c:v>
                </c:pt>
                <c:pt idx="872">
                  <c:v>43368</c:v>
                </c:pt>
                <c:pt idx="873">
                  <c:v>43369</c:v>
                </c:pt>
                <c:pt idx="874">
                  <c:v>43370</c:v>
                </c:pt>
                <c:pt idx="875">
                  <c:v>43371</c:v>
                </c:pt>
                <c:pt idx="876">
                  <c:v>43374</c:v>
                </c:pt>
                <c:pt idx="877">
                  <c:v>43376</c:v>
                </c:pt>
                <c:pt idx="878">
                  <c:v>43377</c:v>
                </c:pt>
                <c:pt idx="879">
                  <c:v>43378</c:v>
                </c:pt>
                <c:pt idx="880">
                  <c:v>43382</c:v>
                </c:pt>
                <c:pt idx="881">
                  <c:v>43383</c:v>
                </c:pt>
                <c:pt idx="882">
                  <c:v>43384</c:v>
                </c:pt>
                <c:pt idx="883">
                  <c:v>43385</c:v>
                </c:pt>
                <c:pt idx="884">
                  <c:v>43388</c:v>
                </c:pt>
                <c:pt idx="885">
                  <c:v>43389</c:v>
                </c:pt>
                <c:pt idx="886">
                  <c:v>43390</c:v>
                </c:pt>
                <c:pt idx="887">
                  <c:v>43392</c:v>
                </c:pt>
                <c:pt idx="888">
                  <c:v>43395</c:v>
                </c:pt>
                <c:pt idx="889">
                  <c:v>43396</c:v>
                </c:pt>
                <c:pt idx="890">
                  <c:v>43397</c:v>
                </c:pt>
                <c:pt idx="891">
                  <c:v>43398</c:v>
                </c:pt>
                <c:pt idx="892">
                  <c:v>43399</c:v>
                </c:pt>
                <c:pt idx="893">
                  <c:v>43402</c:v>
                </c:pt>
                <c:pt idx="894">
                  <c:v>43403</c:v>
                </c:pt>
                <c:pt idx="895">
                  <c:v>43404</c:v>
                </c:pt>
                <c:pt idx="896">
                  <c:v>43405</c:v>
                </c:pt>
                <c:pt idx="897">
                  <c:v>43406</c:v>
                </c:pt>
                <c:pt idx="898">
                  <c:v>43409</c:v>
                </c:pt>
                <c:pt idx="899">
                  <c:v>43410</c:v>
                </c:pt>
                <c:pt idx="900">
                  <c:v>43413</c:v>
                </c:pt>
                <c:pt idx="901">
                  <c:v>43417</c:v>
                </c:pt>
                <c:pt idx="902">
                  <c:v>43418</c:v>
                </c:pt>
                <c:pt idx="903">
                  <c:v>43419</c:v>
                </c:pt>
                <c:pt idx="904">
                  <c:v>43420</c:v>
                </c:pt>
                <c:pt idx="905">
                  <c:v>43423</c:v>
                </c:pt>
                <c:pt idx="906">
                  <c:v>43424</c:v>
                </c:pt>
                <c:pt idx="907">
                  <c:v>43430</c:v>
                </c:pt>
                <c:pt idx="908">
                  <c:v>43431</c:v>
                </c:pt>
                <c:pt idx="909">
                  <c:v>43432</c:v>
                </c:pt>
                <c:pt idx="910">
                  <c:v>43433</c:v>
                </c:pt>
                <c:pt idx="911">
                  <c:v>43434</c:v>
                </c:pt>
                <c:pt idx="912">
                  <c:v>43437</c:v>
                </c:pt>
                <c:pt idx="913">
                  <c:v>43438</c:v>
                </c:pt>
                <c:pt idx="914">
                  <c:v>43440</c:v>
                </c:pt>
                <c:pt idx="915">
                  <c:v>43441</c:v>
                </c:pt>
                <c:pt idx="916">
                  <c:v>43444</c:v>
                </c:pt>
                <c:pt idx="917">
                  <c:v>43445</c:v>
                </c:pt>
                <c:pt idx="918">
                  <c:v>43446</c:v>
                </c:pt>
                <c:pt idx="919">
                  <c:v>43447</c:v>
                </c:pt>
                <c:pt idx="920">
                  <c:v>43448</c:v>
                </c:pt>
                <c:pt idx="921">
                  <c:v>43451</c:v>
                </c:pt>
                <c:pt idx="922">
                  <c:v>43452</c:v>
                </c:pt>
                <c:pt idx="923">
                  <c:v>43453</c:v>
                </c:pt>
                <c:pt idx="924">
                  <c:v>43454</c:v>
                </c:pt>
                <c:pt idx="925">
                  <c:v>43455</c:v>
                </c:pt>
                <c:pt idx="926">
                  <c:v>43458</c:v>
                </c:pt>
                <c:pt idx="927">
                  <c:v>43460</c:v>
                </c:pt>
                <c:pt idx="928">
                  <c:v>43461</c:v>
                </c:pt>
                <c:pt idx="929">
                  <c:v>43462</c:v>
                </c:pt>
                <c:pt idx="930">
                  <c:v>43465</c:v>
                </c:pt>
                <c:pt idx="931">
                  <c:v>43467</c:v>
                </c:pt>
                <c:pt idx="932">
                  <c:v>43468</c:v>
                </c:pt>
                <c:pt idx="933">
                  <c:v>43469</c:v>
                </c:pt>
                <c:pt idx="934">
                  <c:v>43472</c:v>
                </c:pt>
                <c:pt idx="935">
                  <c:v>43473</c:v>
                </c:pt>
                <c:pt idx="936">
                  <c:v>43474</c:v>
                </c:pt>
                <c:pt idx="937">
                  <c:v>43475</c:v>
                </c:pt>
                <c:pt idx="938">
                  <c:v>43476</c:v>
                </c:pt>
                <c:pt idx="939">
                  <c:v>43479</c:v>
                </c:pt>
                <c:pt idx="940">
                  <c:v>43480</c:v>
                </c:pt>
                <c:pt idx="941">
                  <c:v>43481</c:v>
                </c:pt>
                <c:pt idx="942">
                  <c:v>43482</c:v>
                </c:pt>
                <c:pt idx="943">
                  <c:v>43483</c:v>
                </c:pt>
                <c:pt idx="944">
                  <c:v>43487</c:v>
                </c:pt>
                <c:pt idx="945">
                  <c:v>43488</c:v>
                </c:pt>
                <c:pt idx="946">
                  <c:v>43489</c:v>
                </c:pt>
                <c:pt idx="947">
                  <c:v>43490</c:v>
                </c:pt>
                <c:pt idx="948">
                  <c:v>43493</c:v>
                </c:pt>
                <c:pt idx="949">
                  <c:v>43494</c:v>
                </c:pt>
                <c:pt idx="950">
                  <c:v>43495</c:v>
                </c:pt>
                <c:pt idx="951">
                  <c:v>43496</c:v>
                </c:pt>
                <c:pt idx="952">
                  <c:v>43497</c:v>
                </c:pt>
                <c:pt idx="953">
                  <c:v>43500</c:v>
                </c:pt>
                <c:pt idx="954">
                  <c:v>43501</c:v>
                </c:pt>
                <c:pt idx="955">
                  <c:v>43502</c:v>
                </c:pt>
                <c:pt idx="956">
                  <c:v>43503</c:v>
                </c:pt>
                <c:pt idx="957">
                  <c:v>43504</c:v>
                </c:pt>
                <c:pt idx="958">
                  <c:v>43507</c:v>
                </c:pt>
                <c:pt idx="959">
                  <c:v>43508</c:v>
                </c:pt>
                <c:pt idx="960">
                  <c:v>43509</c:v>
                </c:pt>
                <c:pt idx="961">
                  <c:v>43510</c:v>
                </c:pt>
                <c:pt idx="962">
                  <c:v>43511</c:v>
                </c:pt>
                <c:pt idx="963">
                  <c:v>43516</c:v>
                </c:pt>
                <c:pt idx="964">
                  <c:v>43517</c:v>
                </c:pt>
                <c:pt idx="965">
                  <c:v>43518</c:v>
                </c:pt>
                <c:pt idx="966">
                  <c:v>43521</c:v>
                </c:pt>
                <c:pt idx="967">
                  <c:v>43522</c:v>
                </c:pt>
                <c:pt idx="968">
                  <c:v>43523</c:v>
                </c:pt>
                <c:pt idx="969">
                  <c:v>43524</c:v>
                </c:pt>
                <c:pt idx="970">
                  <c:v>43525</c:v>
                </c:pt>
                <c:pt idx="971">
                  <c:v>43529</c:v>
                </c:pt>
                <c:pt idx="972">
                  <c:v>43530</c:v>
                </c:pt>
                <c:pt idx="973">
                  <c:v>43531</c:v>
                </c:pt>
                <c:pt idx="974">
                  <c:v>43532</c:v>
                </c:pt>
                <c:pt idx="975">
                  <c:v>43535</c:v>
                </c:pt>
                <c:pt idx="976">
                  <c:v>43536</c:v>
                </c:pt>
                <c:pt idx="977">
                  <c:v>43537</c:v>
                </c:pt>
                <c:pt idx="978">
                  <c:v>43538</c:v>
                </c:pt>
                <c:pt idx="979">
                  <c:v>43539</c:v>
                </c:pt>
                <c:pt idx="980">
                  <c:v>43542</c:v>
                </c:pt>
                <c:pt idx="981">
                  <c:v>43543</c:v>
                </c:pt>
                <c:pt idx="982">
                  <c:v>43544</c:v>
                </c:pt>
                <c:pt idx="983">
                  <c:v>43546</c:v>
                </c:pt>
                <c:pt idx="984">
                  <c:v>43549</c:v>
                </c:pt>
                <c:pt idx="985">
                  <c:v>43550</c:v>
                </c:pt>
                <c:pt idx="986">
                  <c:v>43551</c:v>
                </c:pt>
                <c:pt idx="987">
                  <c:v>43552</c:v>
                </c:pt>
                <c:pt idx="988">
                  <c:v>43553</c:v>
                </c:pt>
                <c:pt idx="989">
                  <c:v>43557</c:v>
                </c:pt>
                <c:pt idx="990">
                  <c:v>43558</c:v>
                </c:pt>
                <c:pt idx="991">
                  <c:v>43559</c:v>
                </c:pt>
                <c:pt idx="992">
                  <c:v>43560</c:v>
                </c:pt>
                <c:pt idx="993">
                  <c:v>43563</c:v>
                </c:pt>
                <c:pt idx="994">
                  <c:v>43564</c:v>
                </c:pt>
                <c:pt idx="995">
                  <c:v>43565</c:v>
                </c:pt>
                <c:pt idx="996">
                  <c:v>43566</c:v>
                </c:pt>
                <c:pt idx="997">
                  <c:v>43567</c:v>
                </c:pt>
                <c:pt idx="998">
                  <c:v>43570</c:v>
                </c:pt>
                <c:pt idx="999">
                  <c:v>43571</c:v>
                </c:pt>
                <c:pt idx="1000">
                  <c:v>43573</c:v>
                </c:pt>
                <c:pt idx="1001">
                  <c:v>43577</c:v>
                </c:pt>
                <c:pt idx="1002">
                  <c:v>43578</c:v>
                </c:pt>
                <c:pt idx="1003">
                  <c:v>43579</c:v>
                </c:pt>
                <c:pt idx="1004">
                  <c:v>43580</c:v>
                </c:pt>
                <c:pt idx="1005">
                  <c:v>43581</c:v>
                </c:pt>
                <c:pt idx="1006">
                  <c:v>43585</c:v>
                </c:pt>
                <c:pt idx="1007">
                  <c:v>43587</c:v>
                </c:pt>
                <c:pt idx="1008">
                  <c:v>43588</c:v>
                </c:pt>
                <c:pt idx="1009">
                  <c:v>43591</c:v>
                </c:pt>
                <c:pt idx="1010">
                  <c:v>43592</c:v>
                </c:pt>
                <c:pt idx="1011">
                  <c:v>43593</c:v>
                </c:pt>
                <c:pt idx="1012">
                  <c:v>43594</c:v>
                </c:pt>
                <c:pt idx="1013">
                  <c:v>43595</c:v>
                </c:pt>
                <c:pt idx="1014">
                  <c:v>43598</c:v>
                </c:pt>
                <c:pt idx="1015">
                  <c:v>43599</c:v>
                </c:pt>
                <c:pt idx="1016">
                  <c:v>43600</c:v>
                </c:pt>
                <c:pt idx="1017">
                  <c:v>43601</c:v>
                </c:pt>
                <c:pt idx="1018">
                  <c:v>43602</c:v>
                </c:pt>
                <c:pt idx="1019">
                  <c:v>43605</c:v>
                </c:pt>
                <c:pt idx="1020">
                  <c:v>43606</c:v>
                </c:pt>
                <c:pt idx="1021">
                  <c:v>43607</c:v>
                </c:pt>
                <c:pt idx="1022">
                  <c:v>43608</c:v>
                </c:pt>
                <c:pt idx="1023">
                  <c:v>43609</c:v>
                </c:pt>
                <c:pt idx="1024">
                  <c:v>43613</c:v>
                </c:pt>
                <c:pt idx="1025">
                  <c:v>43614</c:v>
                </c:pt>
                <c:pt idx="1026">
                  <c:v>43615</c:v>
                </c:pt>
                <c:pt idx="1027">
                  <c:v>43616</c:v>
                </c:pt>
                <c:pt idx="1028">
                  <c:v>43619</c:v>
                </c:pt>
                <c:pt idx="1029">
                  <c:v>43620</c:v>
                </c:pt>
                <c:pt idx="1030">
                  <c:v>43622</c:v>
                </c:pt>
                <c:pt idx="1031">
                  <c:v>43623</c:v>
                </c:pt>
                <c:pt idx="1032">
                  <c:v>43626</c:v>
                </c:pt>
                <c:pt idx="1033">
                  <c:v>43627</c:v>
                </c:pt>
                <c:pt idx="1034">
                  <c:v>43628</c:v>
                </c:pt>
                <c:pt idx="1035">
                  <c:v>43629</c:v>
                </c:pt>
                <c:pt idx="1036">
                  <c:v>43630</c:v>
                </c:pt>
                <c:pt idx="1037">
                  <c:v>43633</c:v>
                </c:pt>
                <c:pt idx="1038">
                  <c:v>43634</c:v>
                </c:pt>
                <c:pt idx="1039">
                  <c:v>43635</c:v>
                </c:pt>
                <c:pt idx="1040">
                  <c:v>43636</c:v>
                </c:pt>
                <c:pt idx="1041">
                  <c:v>43637</c:v>
                </c:pt>
                <c:pt idx="1042">
                  <c:v>43640</c:v>
                </c:pt>
                <c:pt idx="1043">
                  <c:v>43641</c:v>
                </c:pt>
                <c:pt idx="1044">
                  <c:v>43642</c:v>
                </c:pt>
                <c:pt idx="1045">
                  <c:v>43643</c:v>
                </c:pt>
                <c:pt idx="1046">
                  <c:v>43644</c:v>
                </c:pt>
                <c:pt idx="1047">
                  <c:v>43647</c:v>
                </c:pt>
                <c:pt idx="1048">
                  <c:v>43648</c:v>
                </c:pt>
                <c:pt idx="1049">
                  <c:v>43649</c:v>
                </c:pt>
                <c:pt idx="1050">
                  <c:v>43651</c:v>
                </c:pt>
                <c:pt idx="1051">
                  <c:v>43654</c:v>
                </c:pt>
                <c:pt idx="1052">
                  <c:v>43655</c:v>
                </c:pt>
                <c:pt idx="1053">
                  <c:v>43656</c:v>
                </c:pt>
                <c:pt idx="1054">
                  <c:v>43657</c:v>
                </c:pt>
                <c:pt idx="1055">
                  <c:v>43658</c:v>
                </c:pt>
                <c:pt idx="1056">
                  <c:v>43661</c:v>
                </c:pt>
                <c:pt idx="1057">
                  <c:v>43662</c:v>
                </c:pt>
                <c:pt idx="1058">
                  <c:v>43663</c:v>
                </c:pt>
                <c:pt idx="1059">
                  <c:v>43664</c:v>
                </c:pt>
                <c:pt idx="1060">
                  <c:v>43665</c:v>
                </c:pt>
                <c:pt idx="1061">
                  <c:v>43668</c:v>
                </c:pt>
                <c:pt idx="1062">
                  <c:v>43669</c:v>
                </c:pt>
                <c:pt idx="1063">
                  <c:v>43670</c:v>
                </c:pt>
                <c:pt idx="1064">
                  <c:v>43671</c:v>
                </c:pt>
                <c:pt idx="1065">
                  <c:v>43672</c:v>
                </c:pt>
                <c:pt idx="1066">
                  <c:v>43675</c:v>
                </c:pt>
                <c:pt idx="1067">
                  <c:v>43676</c:v>
                </c:pt>
                <c:pt idx="1068">
                  <c:v>43677</c:v>
                </c:pt>
                <c:pt idx="1069">
                  <c:v>43678</c:v>
                </c:pt>
                <c:pt idx="1070">
                  <c:v>43679</c:v>
                </c:pt>
                <c:pt idx="1071">
                  <c:v>43682</c:v>
                </c:pt>
                <c:pt idx="1072">
                  <c:v>43683</c:v>
                </c:pt>
                <c:pt idx="1073">
                  <c:v>43684</c:v>
                </c:pt>
                <c:pt idx="1074">
                  <c:v>43685</c:v>
                </c:pt>
                <c:pt idx="1075">
                  <c:v>43686</c:v>
                </c:pt>
                <c:pt idx="1076">
                  <c:v>43690</c:v>
                </c:pt>
                <c:pt idx="1077">
                  <c:v>43691</c:v>
                </c:pt>
                <c:pt idx="1078">
                  <c:v>43693</c:v>
                </c:pt>
                <c:pt idx="1079">
                  <c:v>43696</c:v>
                </c:pt>
                <c:pt idx="1080">
                  <c:v>43697</c:v>
                </c:pt>
                <c:pt idx="1081">
                  <c:v>43698</c:v>
                </c:pt>
                <c:pt idx="1082">
                  <c:v>43699</c:v>
                </c:pt>
                <c:pt idx="1083">
                  <c:v>43700</c:v>
                </c:pt>
                <c:pt idx="1084">
                  <c:v>43703</c:v>
                </c:pt>
                <c:pt idx="1085">
                  <c:v>43704</c:v>
                </c:pt>
                <c:pt idx="1086">
                  <c:v>43705</c:v>
                </c:pt>
                <c:pt idx="1087">
                  <c:v>43706</c:v>
                </c:pt>
                <c:pt idx="1088">
                  <c:v>43707</c:v>
                </c:pt>
                <c:pt idx="1089">
                  <c:v>43711</c:v>
                </c:pt>
                <c:pt idx="1090">
                  <c:v>43712</c:v>
                </c:pt>
                <c:pt idx="1091">
                  <c:v>43713</c:v>
                </c:pt>
                <c:pt idx="1092">
                  <c:v>43714</c:v>
                </c:pt>
                <c:pt idx="1093">
                  <c:v>43717</c:v>
                </c:pt>
                <c:pt idx="1094">
                  <c:v>43719</c:v>
                </c:pt>
                <c:pt idx="1095">
                  <c:v>43720</c:v>
                </c:pt>
                <c:pt idx="1096">
                  <c:v>43721</c:v>
                </c:pt>
                <c:pt idx="1097">
                  <c:v>43724</c:v>
                </c:pt>
                <c:pt idx="1098">
                  <c:v>43725</c:v>
                </c:pt>
                <c:pt idx="1099">
                  <c:v>43726</c:v>
                </c:pt>
                <c:pt idx="1100">
                  <c:v>43727</c:v>
                </c:pt>
                <c:pt idx="1101">
                  <c:v>43728</c:v>
                </c:pt>
                <c:pt idx="1102">
                  <c:v>43731</c:v>
                </c:pt>
                <c:pt idx="1103">
                  <c:v>43732</c:v>
                </c:pt>
                <c:pt idx="1104">
                  <c:v>43733</c:v>
                </c:pt>
                <c:pt idx="1105">
                  <c:v>43734</c:v>
                </c:pt>
                <c:pt idx="1106">
                  <c:v>43735</c:v>
                </c:pt>
                <c:pt idx="1107">
                  <c:v>43738</c:v>
                </c:pt>
                <c:pt idx="1108">
                  <c:v>43739</c:v>
                </c:pt>
                <c:pt idx="1109">
                  <c:v>43741</c:v>
                </c:pt>
                <c:pt idx="1110">
                  <c:v>43742</c:v>
                </c:pt>
                <c:pt idx="1111">
                  <c:v>43745</c:v>
                </c:pt>
                <c:pt idx="1112">
                  <c:v>43747</c:v>
                </c:pt>
                <c:pt idx="1113">
                  <c:v>43748</c:v>
                </c:pt>
                <c:pt idx="1114">
                  <c:v>43749</c:v>
                </c:pt>
                <c:pt idx="1115">
                  <c:v>43753</c:v>
                </c:pt>
                <c:pt idx="1116">
                  <c:v>43754</c:v>
                </c:pt>
                <c:pt idx="1117">
                  <c:v>43755</c:v>
                </c:pt>
                <c:pt idx="1118">
                  <c:v>43756</c:v>
                </c:pt>
                <c:pt idx="1119">
                  <c:v>43760</c:v>
                </c:pt>
                <c:pt idx="1120">
                  <c:v>43761</c:v>
                </c:pt>
                <c:pt idx="1121">
                  <c:v>43762</c:v>
                </c:pt>
                <c:pt idx="1122">
                  <c:v>43763</c:v>
                </c:pt>
                <c:pt idx="1123">
                  <c:v>43767</c:v>
                </c:pt>
                <c:pt idx="1124">
                  <c:v>43768</c:v>
                </c:pt>
                <c:pt idx="1125">
                  <c:v>43769</c:v>
                </c:pt>
                <c:pt idx="1126">
                  <c:v>43770</c:v>
                </c:pt>
                <c:pt idx="1127">
                  <c:v>43773</c:v>
                </c:pt>
                <c:pt idx="1128">
                  <c:v>43774</c:v>
                </c:pt>
                <c:pt idx="1129">
                  <c:v>43775</c:v>
                </c:pt>
                <c:pt idx="1130">
                  <c:v>43776</c:v>
                </c:pt>
                <c:pt idx="1131">
                  <c:v>43777</c:v>
                </c:pt>
                <c:pt idx="1132">
                  <c:v>43782</c:v>
                </c:pt>
                <c:pt idx="1133">
                  <c:v>43783</c:v>
                </c:pt>
                <c:pt idx="1134">
                  <c:v>43784</c:v>
                </c:pt>
                <c:pt idx="1135">
                  <c:v>43787</c:v>
                </c:pt>
                <c:pt idx="1136">
                  <c:v>43788</c:v>
                </c:pt>
                <c:pt idx="1137">
                  <c:v>43789</c:v>
                </c:pt>
                <c:pt idx="1138">
                  <c:v>43790</c:v>
                </c:pt>
                <c:pt idx="1139">
                  <c:v>43791</c:v>
                </c:pt>
                <c:pt idx="1140">
                  <c:v>43794</c:v>
                </c:pt>
                <c:pt idx="1141">
                  <c:v>43795</c:v>
                </c:pt>
                <c:pt idx="1142">
                  <c:v>43796</c:v>
                </c:pt>
                <c:pt idx="1143">
                  <c:v>43798</c:v>
                </c:pt>
                <c:pt idx="1144">
                  <c:v>43801</c:v>
                </c:pt>
                <c:pt idx="1145">
                  <c:v>43802</c:v>
                </c:pt>
                <c:pt idx="1146">
                  <c:v>43803</c:v>
                </c:pt>
                <c:pt idx="1147">
                  <c:v>43804</c:v>
                </c:pt>
                <c:pt idx="1148">
                  <c:v>43805</c:v>
                </c:pt>
                <c:pt idx="1149">
                  <c:v>43808</c:v>
                </c:pt>
                <c:pt idx="1150">
                  <c:v>43809</c:v>
                </c:pt>
                <c:pt idx="1151">
                  <c:v>43810</c:v>
                </c:pt>
                <c:pt idx="1152">
                  <c:v>43811</c:v>
                </c:pt>
                <c:pt idx="1153">
                  <c:v>43812</c:v>
                </c:pt>
                <c:pt idx="1154">
                  <c:v>43815</c:v>
                </c:pt>
                <c:pt idx="1155">
                  <c:v>43816</c:v>
                </c:pt>
                <c:pt idx="1156">
                  <c:v>43817</c:v>
                </c:pt>
                <c:pt idx="1157">
                  <c:v>43818</c:v>
                </c:pt>
                <c:pt idx="1158">
                  <c:v>43819</c:v>
                </c:pt>
                <c:pt idx="1159">
                  <c:v>43822</c:v>
                </c:pt>
                <c:pt idx="1160">
                  <c:v>43823</c:v>
                </c:pt>
                <c:pt idx="1161">
                  <c:v>43825</c:v>
                </c:pt>
                <c:pt idx="1162">
                  <c:v>43826</c:v>
                </c:pt>
                <c:pt idx="1163">
                  <c:v>43829</c:v>
                </c:pt>
                <c:pt idx="1164">
                  <c:v>43830</c:v>
                </c:pt>
                <c:pt idx="1165">
                  <c:v>43832</c:v>
                </c:pt>
                <c:pt idx="1166">
                  <c:v>43833</c:v>
                </c:pt>
                <c:pt idx="1167">
                  <c:v>43836</c:v>
                </c:pt>
                <c:pt idx="1168">
                  <c:v>43837</c:v>
                </c:pt>
                <c:pt idx="1169">
                  <c:v>43838</c:v>
                </c:pt>
                <c:pt idx="1170">
                  <c:v>43839</c:v>
                </c:pt>
                <c:pt idx="1171">
                  <c:v>43840</c:v>
                </c:pt>
                <c:pt idx="1172">
                  <c:v>43843</c:v>
                </c:pt>
                <c:pt idx="1173">
                  <c:v>43844</c:v>
                </c:pt>
                <c:pt idx="1174">
                  <c:v>43845</c:v>
                </c:pt>
                <c:pt idx="1175">
                  <c:v>43846</c:v>
                </c:pt>
                <c:pt idx="1176">
                  <c:v>43847</c:v>
                </c:pt>
                <c:pt idx="1177">
                  <c:v>43851</c:v>
                </c:pt>
                <c:pt idx="1178">
                  <c:v>43852</c:v>
                </c:pt>
                <c:pt idx="1179">
                  <c:v>43853</c:v>
                </c:pt>
                <c:pt idx="1180">
                  <c:v>43854</c:v>
                </c:pt>
                <c:pt idx="1181">
                  <c:v>43857</c:v>
                </c:pt>
                <c:pt idx="1182">
                  <c:v>43858</c:v>
                </c:pt>
                <c:pt idx="1183">
                  <c:v>43859</c:v>
                </c:pt>
                <c:pt idx="1184">
                  <c:v>43860</c:v>
                </c:pt>
                <c:pt idx="1185">
                  <c:v>43861</c:v>
                </c:pt>
                <c:pt idx="1186">
                  <c:v>43864</c:v>
                </c:pt>
                <c:pt idx="1187">
                  <c:v>43865</c:v>
                </c:pt>
                <c:pt idx="1188">
                  <c:v>43866</c:v>
                </c:pt>
                <c:pt idx="1189">
                  <c:v>43867</c:v>
                </c:pt>
                <c:pt idx="1190">
                  <c:v>43868</c:v>
                </c:pt>
                <c:pt idx="1191">
                  <c:v>43871</c:v>
                </c:pt>
                <c:pt idx="1192">
                  <c:v>43872</c:v>
                </c:pt>
                <c:pt idx="1193">
                  <c:v>43873</c:v>
                </c:pt>
                <c:pt idx="1194">
                  <c:v>43874</c:v>
                </c:pt>
                <c:pt idx="1195">
                  <c:v>43875</c:v>
                </c:pt>
                <c:pt idx="1196">
                  <c:v>43879</c:v>
                </c:pt>
                <c:pt idx="1197">
                  <c:v>43881</c:v>
                </c:pt>
                <c:pt idx="1198">
                  <c:v>43885</c:v>
                </c:pt>
                <c:pt idx="1199">
                  <c:v>43886</c:v>
                </c:pt>
                <c:pt idx="1200">
                  <c:v>43887</c:v>
                </c:pt>
                <c:pt idx="1201">
                  <c:v>43888</c:v>
                </c:pt>
                <c:pt idx="1202">
                  <c:v>43889</c:v>
                </c:pt>
                <c:pt idx="1203">
                  <c:v>43892</c:v>
                </c:pt>
                <c:pt idx="1204">
                  <c:v>43893</c:v>
                </c:pt>
                <c:pt idx="1205">
                  <c:v>43894</c:v>
                </c:pt>
                <c:pt idx="1206">
                  <c:v>43895</c:v>
                </c:pt>
                <c:pt idx="1207">
                  <c:v>43896</c:v>
                </c:pt>
                <c:pt idx="1208">
                  <c:v>43899</c:v>
                </c:pt>
                <c:pt idx="1209">
                  <c:v>43901</c:v>
                </c:pt>
                <c:pt idx="1210">
                  <c:v>43902</c:v>
                </c:pt>
                <c:pt idx="1211">
                  <c:v>43903</c:v>
                </c:pt>
                <c:pt idx="1212">
                  <c:v>43906</c:v>
                </c:pt>
                <c:pt idx="1213">
                  <c:v>43907</c:v>
                </c:pt>
                <c:pt idx="1214">
                  <c:v>43908</c:v>
                </c:pt>
                <c:pt idx="1215">
                  <c:v>43909</c:v>
                </c:pt>
                <c:pt idx="1216">
                  <c:v>43910</c:v>
                </c:pt>
                <c:pt idx="1217">
                  <c:v>43913</c:v>
                </c:pt>
                <c:pt idx="1218">
                  <c:v>43914</c:v>
                </c:pt>
                <c:pt idx="1219">
                  <c:v>43916</c:v>
                </c:pt>
                <c:pt idx="1220">
                  <c:v>43917</c:v>
                </c:pt>
                <c:pt idx="1221">
                  <c:v>43920</c:v>
                </c:pt>
                <c:pt idx="1222">
                  <c:v>43921</c:v>
                </c:pt>
                <c:pt idx="1223">
                  <c:v>43924</c:v>
                </c:pt>
                <c:pt idx="1224">
                  <c:v>43928</c:v>
                </c:pt>
                <c:pt idx="1225">
                  <c:v>43929</c:v>
                </c:pt>
                <c:pt idx="1226">
                  <c:v>43930</c:v>
                </c:pt>
                <c:pt idx="1227">
                  <c:v>43934</c:v>
                </c:pt>
                <c:pt idx="1228">
                  <c:v>43936</c:v>
                </c:pt>
                <c:pt idx="1229">
                  <c:v>43937</c:v>
                </c:pt>
                <c:pt idx="1230">
                  <c:v>43938</c:v>
                </c:pt>
                <c:pt idx="1231">
                  <c:v>43941</c:v>
                </c:pt>
                <c:pt idx="1232">
                  <c:v>43942</c:v>
                </c:pt>
                <c:pt idx="1233">
                  <c:v>43943</c:v>
                </c:pt>
                <c:pt idx="1234">
                  <c:v>43944</c:v>
                </c:pt>
                <c:pt idx="1235">
                  <c:v>43945</c:v>
                </c:pt>
                <c:pt idx="1236">
                  <c:v>43948</c:v>
                </c:pt>
                <c:pt idx="1237">
                  <c:v>43949</c:v>
                </c:pt>
                <c:pt idx="1238">
                  <c:v>43950</c:v>
                </c:pt>
                <c:pt idx="1239">
                  <c:v>43951</c:v>
                </c:pt>
                <c:pt idx="1240">
                  <c:v>43955</c:v>
                </c:pt>
                <c:pt idx="1241">
                  <c:v>43956</c:v>
                </c:pt>
                <c:pt idx="1242">
                  <c:v>43957</c:v>
                </c:pt>
                <c:pt idx="1243">
                  <c:v>43959</c:v>
                </c:pt>
                <c:pt idx="1244">
                  <c:v>43962</c:v>
                </c:pt>
                <c:pt idx="1245">
                  <c:v>43963</c:v>
                </c:pt>
                <c:pt idx="1246">
                  <c:v>43964</c:v>
                </c:pt>
                <c:pt idx="1247">
                  <c:v>43965</c:v>
                </c:pt>
                <c:pt idx="1248">
                  <c:v>43966</c:v>
                </c:pt>
                <c:pt idx="1249">
                  <c:v>43969</c:v>
                </c:pt>
                <c:pt idx="1250">
                  <c:v>43970</c:v>
                </c:pt>
                <c:pt idx="1251">
                  <c:v>43971</c:v>
                </c:pt>
                <c:pt idx="1252">
                  <c:v>43972</c:v>
                </c:pt>
                <c:pt idx="1253">
                  <c:v>43973</c:v>
                </c:pt>
                <c:pt idx="1254">
                  <c:v>43977</c:v>
                </c:pt>
                <c:pt idx="1255">
                  <c:v>43978</c:v>
                </c:pt>
                <c:pt idx="1256">
                  <c:v>43979</c:v>
                </c:pt>
                <c:pt idx="1257">
                  <c:v>43980</c:v>
                </c:pt>
                <c:pt idx="1258">
                  <c:v>43983</c:v>
                </c:pt>
                <c:pt idx="1259">
                  <c:v>43984</c:v>
                </c:pt>
                <c:pt idx="1260">
                  <c:v>43985</c:v>
                </c:pt>
                <c:pt idx="1261">
                  <c:v>43986</c:v>
                </c:pt>
                <c:pt idx="1262">
                  <c:v>43987</c:v>
                </c:pt>
                <c:pt idx="1263">
                  <c:v>43990</c:v>
                </c:pt>
                <c:pt idx="1264">
                  <c:v>43991</c:v>
                </c:pt>
                <c:pt idx="1265">
                  <c:v>43992</c:v>
                </c:pt>
                <c:pt idx="1266">
                  <c:v>43993</c:v>
                </c:pt>
                <c:pt idx="1267">
                  <c:v>43994</c:v>
                </c:pt>
                <c:pt idx="1268">
                  <c:v>43997</c:v>
                </c:pt>
                <c:pt idx="1269">
                  <c:v>43998</c:v>
                </c:pt>
                <c:pt idx="1270">
                  <c:v>43999</c:v>
                </c:pt>
                <c:pt idx="1271">
                  <c:v>44000</c:v>
                </c:pt>
                <c:pt idx="1272">
                  <c:v>44001</c:v>
                </c:pt>
                <c:pt idx="1273">
                  <c:v>44004</c:v>
                </c:pt>
                <c:pt idx="1274">
                  <c:v>44005</c:v>
                </c:pt>
                <c:pt idx="1275">
                  <c:v>44006</c:v>
                </c:pt>
                <c:pt idx="1276">
                  <c:v>44007</c:v>
                </c:pt>
                <c:pt idx="1277">
                  <c:v>44008</c:v>
                </c:pt>
                <c:pt idx="1278">
                  <c:v>44011</c:v>
                </c:pt>
                <c:pt idx="1279">
                  <c:v>44012</c:v>
                </c:pt>
                <c:pt idx="1280">
                  <c:v>44013</c:v>
                </c:pt>
                <c:pt idx="1281">
                  <c:v>44014</c:v>
                </c:pt>
                <c:pt idx="1282">
                  <c:v>44018</c:v>
                </c:pt>
                <c:pt idx="1283">
                  <c:v>44019</c:v>
                </c:pt>
                <c:pt idx="1284">
                  <c:v>44020</c:v>
                </c:pt>
                <c:pt idx="1285">
                  <c:v>44021</c:v>
                </c:pt>
                <c:pt idx="1286">
                  <c:v>44022</c:v>
                </c:pt>
                <c:pt idx="1287">
                  <c:v>44025</c:v>
                </c:pt>
                <c:pt idx="1288">
                  <c:v>44026</c:v>
                </c:pt>
                <c:pt idx="1289">
                  <c:v>44027</c:v>
                </c:pt>
                <c:pt idx="1290">
                  <c:v>44028</c:v>
                </c:pt>
                <c:pt idx="1291">
                  <c:v>44029</c:v>
                </c:pt>
                <c:pt idx="1292">
                  <c:v>44032</c:v>
                </c:pt>
                <c:pt idx="1293">
                  <c:v>44033</c:v>
                </c:pt>
                <c:pt idx="1294">
                  <c:v>44034</c:v>
                </c:pt>
                <c:pt idx="1295">
                  <c:v>44035</c:v>
                </c:pt>
                <c:pt idx="1296">
                  <c:v>44036</c:v>
                </c:pt>
                <c:pt idx="1297">
                  <c:v>44039</c:v>
                </c:pt>
                <c:pt idx="1298">
                  <c:v>44040</c:v>
                </c:pt>
                <c:pt idx="1299">
                  <c:v>44041</c:v>
                </c:pt>
                <c:pt idx="1300">
                  <c:v>44042</c:v>
                </c:pt>
                <c:pt idx="1301">
                  <c:v>44043</c:v>
                </c:pt>
                <c:pt idx="1302">
                  <c:v>44046</c:v>
                </c:pt>
                <c:pt idx="1303">
                  <c:v>44047</c:v>
                </c:pt>
                <c:pt idx="1304">
                  <c:v>44048</c:v>
                </c:pt>
                <c:pt idx="1305">
                  <c:v>44049</c:v>
                </c:pt>
                <c:pt idx="1306">
                  <c:v>44050</c:v>
                </c:pt>
                <c:pt idx="1307">
                  <c:v>44053</c:v>
                </c:pt>
                <c:pt idx="1308">
                  <c:v>44054</c:v>
                </c:pt>
                <c:pt idx="1309">
                  <c:v>44055</c:v>
                </c:pt>
                <c:pt idx="1310">
                  <c:v>44056</c:v>
                </c:pt>
                <c:pt idx="1311">
                  <c:v>44057</c:v>
                </c:pt>
                <c:pt idx="1312">
                  <c:v>44060</c:v>
                </c:pt>
                <c:pt idx="1313">
                  <c:v>44061</c:v>
                </c:pt>
                <c:pt idx="1314">
                  <c:v>44062</c:v>
                </c:pt>
                <c:pt idx="1315">
                  <c:v>44063</c:v>
                </c:pt>
                <c:pt idx="1316">
                  <c:v>44064</c:v>
                </c:pt>
                <c:pt idx="1317">
                  <c:v>44067</c:v>
                </c:pt>
                <c:pt idx="1318">
                  <c:v>44068</c:v>
                </c:pt>
                <c:pt idx="1319">
                  <c:v>44069</c:v>
                </c:pt>
                <c:pt idx="1320">
                  <c:v>44070</c:v>
                </c:pt>
                <c:pt idx="1321">
                  <c:v>44071</c:v>
                </c:pt>
                <c:pt idx="1322">
                  <c:v>44074</c:v>
                </c:pt>
                <c:pt idx="1323">
                  <c:v>44075</c:v>
                </c:pt>
                <c:pt idx="1324">
                  <c:v>44076</c:v>
                </c:pt>
                <c:pt idx="1325">
                  <c:v>44077</c:v>
                </c:pt>
                <c:pt idx="1326">
                  <c:v>44078</c:v>
                </c:pt>
                <c:pt idx="1327">
                  <c:v>44082</c:v>
                </c:pt>
                <c:pt idx="1328">
                  <c:v>44083</c:v>
                </c:pt>
                <c:pt idx="1329">
                  <c:v>44084</c:v>
                </c:pt>
                <c:pt idx="1330">
                  <c:v>44085</c:v>
                </c:pt>
                <c:pt idx="1331">
                  <c:v>44088</c:v>
                </c:pt>
                <c:pt idx="1332">
                  <c:v>44089</c:v>
                </c:pt>
                <c:pt idx="1333">
                  <c:v>44090</c:v>
                </c:pt>
                <c:pt idx="1334">
                  <c:v>44091</c:v>
                </c:pt>
                <c:pt idx="1335">
                  <c:v>44092</c:v>
                </c:pt>
                <c:pt idx="1336">
                  <c:v>44095</c:v>
                </c:pt>
                <c:pt idx="1337">
                  <c:v>44096</c:v>
                </c:pt>
                <c:pt idx="1338">
                  <c:v>44097</c:v>
                </c:pt>
                <c:pt idx="1339">
                  <c:v>44098</c:v>
                </c:pt>
                <c:pt idx="1340">
                  <c:v>44099</c:v>
                </c:pt>
                <c:pt idx="1341">
                  <c:v>44102</c:v>
                </c:pt>
                <c:pt idx="1342">
                  <c:v>44103</c:v>
                </c:pt>
                <c:pt idx="1343">
                  <c:v>44104</c:v>
                </c:pt>
                <c:pt idx="1344">
                  <c:v>44105</c:v>
                </c:pt>
                <c:pt idx="1345">
                  <c:v>44109</c:v>
                </c:pt>
                <c:pt idx="1346">
                  <c:v>44110</c:v>
                </c:pt>
                <c:pt idx="1347">
                  <c:v>44111</c:v>
                </c:pt>
                <c:pt idx="1348">
                  <c:v>44112</c:v>
                </c:pt>
                <c:pt idx="1349">
                  <c:v>44113</c:v>
                </c:pt>
                <c:pt idx="1350">
                  <c:v>44117</c:v>
                </c:pt>
                <c:pt idx="1351">
                  <c:v>44118</c:v>
                </c:pt>
                <c:pt idx="1352">
                  <c:v>44119</c:v>
                </c:pt>
                <c:pt idx="1353">
                  <c:v>44120</c:v>
                </c:pt>
                <c:pt idx="1354">
                  <c:v>44123</c:v>
                </c:pt>
                <c:pt idx="1355">
                  <c:v>44124</c:v>
                </c:pt>
                <c:pt idx="1356">
                  <c:v>44125</c:v>
                </c:pt>
                <c:pt idx="1357">
                  <c:v>44126</c:v>
                </c:pt>
                <c:pt idx="1358">
                  <c:v>44127</c:v>
                </c:pt>
                <c:pt idx="1359">
                  <c:v>44130</c:v>
                </c:pt>
                <c:pt idx="1360">
                  <c:v>44131</c:v>
                </c:pt>
                <c:pt idx="1361">
                  <c:v>44132</c:v>
                </c:pt>
                <c:pt idx="1362">
                  <c:v>44133</c:v>
                </c:pt>
                <c:pt idx="1363">
                  <c:v>44137</c:v>
                </c:pt>
                <c:pt idx="1364">
                  <c:v>44138</c:v>
                </c:pt>
                <c:pt idx="1365">
                  <c:v>44139</c:v>
                </c:pt>
                <c:pt idx="1366">
                  <c:v>44140</c:v>
                </c:pt>
                <c:pt idx="1367">
                  <c:v>44141</c:v>
                </c:pt>
                <c:pt idx="1368">
                  <c:v>44144</c:v>
                </c:pt>
                <c:pt idx="1369">
                  <c:v>44145</c:v>
                </c:pt>
                <c:pt idx="1370">
                  <c:v>44147</c:v>
                </c:pt>
                <c:pt idx="1371">
                  <c:v>44148</c:v>
                </c:pt>
                <c:pt idx="1372">
                  <c:v>44152</c:v>
                </c:pt>
                <c:pt idx="1373">
                  <c:v>44153</c:v>
                </c:pt>
                <c:pt idx="1374">
                  <c:v>44154</c:v>
                </c:pt>
                <c:pt idx="1375">
                  <c:v>44155</c:v>
                </c:pt>
                <c:pt idx="1376">
                  <c:v>44158</c:v>
                </c:pt>
                <c:pt idx="1377">
                  <c:v>44159</c:v>
                </c:pt>
                <c:pt idx="1378">
                  <c:v>44160</c:v>
                </c:pt>
                <c:pt idx="1379">
                  <c:v>44162</c:v>
                </c:pt>
                <c:pt idx="1380">
                  <c:v>44166</c:v>
                </c:pt>
                <c:pt idx="1381">
                  <c:v>44167</c:v>
                </c:pt>
                <c:pt idx="1382">
                  <c:v>44168</c:v>
                </c:pt>
                <c:pt idx="1383">
                  <c:v>44169</c:v>
                </c:pt>
                <c:pt idx="1384">
                  <c:v>44172</c:v>
                </c:pt>
                <c:pt idx="1385">
                  <c:v>44173</c:v>
                </c:pt>
                <c:pt idx="1386">
                  <c:v>44174</c:v>
                </c:pt>
                <c:pt idx="1387">
                  <c:v>44175</c:v>
                </c:pt>
                <c:pt idx="1388">
                  <c:v>44176</c:v>
                </c:pt>
                <c:pt idx="1389">
                  <c:v>44179</c:v>
                </c:pt>
                <c:pt idx="1390">
                  <c:v>44180</c:v>
                </c:pt>
                <c:pt idx="1391">
                  <c:v>44181</c:v>
                </c:pt>
                <c:pt idx="1392">
                  <c:v>44182</c:v>
                </c:pt>
                <c:pt idx="1393">
                  <c:v>44183</c:v>
                </c:pt>
                <c:pt idx="1394">
                  <c:v>44186</c:v>
                </c:pt>
                <c:pt idx="1395">
                  <c:v>44187</c:v>
                </c:pt>
                <c:pt idx="1396">
                  <c:v>44188</c:v>
                </c:pt>
                <c:pt idx="1397">
                  <c:v>44189</c:v>
                </c:pt>
                <c:pt idx="1398">
                  <c:v>44193</c:v>
                </c:pt>
                <c:pt idx="1399">
                  <c:v>44194</c:v>
                </c:pt>
                <c:pt idx="1400">
                  <c:v>44195</c:v>
                </c:pt>
                <c:pt idx="1401">
                  <c:v>44196</c:v>
                </c:pt>
                <c:pt idx="1402">
                  <c:v>44200</c:v>
                </c:pt>
                <c:pt idx="1403">
                  <c:v>44201</c:v>
                </c:pt>
                <c:pt idx="1404">
                  <c:v>44202</c:v>
                </c:pt>
                <c:pt idx="1405">
                  <c:v>44203</c:v>
                </c:pt>
                <c:pt idx="1406">
                  <c:v>44204</c:v>
                </c:pt>
                <c:pt idx="1407">
                  <c:v>44207</c:v>
                </c:pt>
                <c:pt idx="1408">
                  <c:v>44208</c:v>
                </c:pt>
                <c:pt idx="1409">
                  <c:v>44209</c:v>
                </c:pt>
                <c:pt idx="1410">
                  <c:v>44210</c:v>
                </c:pt>
                <c:pt idx="1411">
                  <c:v>44211</c:v>
                </c:pt>
                <c:pt idx="1412">
                  <c:v>44215</c:v>
                </c:pt>
                <c:pt idx="1413">
                  <c:v>44216</c:v>
                </c:pt>
                <c:pt idx="1414">
                  <c:v>44217</c:v>
                </c:pt>
                <c:pt idx="1415">
                  <c:v>44218</c:v>
                </c:pt>
                <c:pt idx="1416">
                  <c:v>44221</c:v>
                </c:pt>
                <c:pt idx="1417">
                  <c:v>44223</c:v>
                </c:pt>
                <c:pt idx="1418">
                  <c:v>44224</c:v>
                </c:pt>
                <c:pt idx="1419">
                  <c:v>44225</c:v>
                </c:pt>
                <c:pt idx="1420">
                  <c:v>44228</c:v>
                </c:pt>
                <c:pt idx="1421">
                  <c:v>44229</c:v>
                </c:pt>
                <c:pt idx="1422">
                  <c:v>44230</c:v>
                </c:pt>
                <c:pt idx="1423">
                  <c:v>44231</c:v>
                </c:pt>
                <c:pt idx="1424">
                  <c:v>44232</c:v>
                </c:pt>
                <c:pt idx="1425">
                  <c:v>44235</c:v>
                </c:pt>
                <c:pt idx="1426">
                  <c:v>44236</c:v>
                </c:pt>
                <c:pt idx="1427">
                  <c:v>44237</c:v>
                </c:pt>
                <c:pt idx="1428">
                  <c:v>44238</c:v>
                </c:pt>
                <c:pt idx="1429">
                  <c:v>44239</c:v>
                </c:pt>
                <c:pt idx="1430">
                  <c:v>44243</c:v>
                </c:pt>
                <c:pt idx="1431">
                  <c:v>44244</c:v>
                </c:pt>
                <c:pt idx="1432">
                  <c:v>44245</c:v>
                </c:pt>
                <c:pt idx="1433">
                  <c:v>44249</c:v>
                </c:pt>
                <c:pt idx="1434">
                  <c:v>44250</c:v>
                </c:pt>
                <c:pt idx="1435">
                  <c:v>44251</c:v>
                </c:pt>
                <c:pt idx="1436">
                  <c:v>44252</c:v>
                </c:pt>
                <c:pt idx="1437">
                  <c:v>44253</c:v>
                </c:pt>
                <c:pt idx="1438">
                  <c:v>44256</c:v>
                </c:pt>
                <c:pt idx="1439">
                  <c:v>44257</c:v>
                </c:pt>
                <c:pt idx="1440">
                  <c:v>44258</c:v>
                </c:pt>
                <c:pt idx="1441">
                  <c:v>44259</c:v>
                </c:pt>
                <c:pt idx="1442">
                  <c:v>44260</c:v>
                </c:pt>
                <c:pt idx="1443">
                  <c:v>44263</c:v>
                </c:pt>
                <c:pt idx="1444">
                  <c:v>44264</c:v>
                </c:pt>
                <c:pt idx="1445">
                  <c:v>44265</c:v>
                </c:pt>
                <c:pt idx="1446">
                  <c:v>44267</c:v>
                </c:pt>
                <c:pt idx="1447">
                  <c:v>44270</c:v>
                </c:pt>
                <c:pt idx="1448">
                  <c:v>44271</c:v>
                </c:pt>
                <c:pt idx="1449">
                  <c:v>44272</c:v>
                </c:pt>
                <c:pt idx="1450">
                  <c:v>44273</c:v>
                </c:pt>
                <c:pt idx="1451">
                  <c:v>44274</c:v>
                </c:pt>
                <c:pt idx="1452">
                  <c:v>44277</c:v>
                </c:pt>
                <c:pt idx="1453">
                  <c:v>44278</c:v>
                </c:pt>
                <c:pt idx="1454">
                  <c:v>44279</c:v>
                </c:pt>
                <c:pt idx="1455">
                  <c:v>44280</c:v>
                </c:pt>
                <c:pt idx="1456">
                  <c:v>44281</c:v>
                </c:pt>
                <c:pt idx="1457">
                  <c:v>44285</c:v>
                </c:pt>
                <c:pt idx="1458">
                  <c:v>44286</c:v>
                </c:pt>
                <c:pt idx="1459">
                  <c:v>44291</c:v>
                </c:pt>
                <c:pt idx="1460">
                  <c:v>44292</c:v>
                </c:pt>
                <c:pt idx="1461">
                  <c:v>44293</c:v>
                </c:pt>
                <c:pt idx="1462">
                  <c:v>44294</c:v>
                </c:pt>
                <c:pt idx="1463">
                  <c:v>44295</c:v>
                </c:pt>
                <c:pt idx="1464">
                  <c:v>44298</c:v>
                </c:pt>
                <c:pt idx="1465">
                  <c:v>44301</c:v>
                </c:pt>
                <c:pt idx="1466">
                  <c:v>44302</c:v>
                </c:pt>
                <c:pt idx="1467">
                  <c:v>44305</c:v>
                </c:pt>
                <c:pt idx="1468">
                  <c:v>44306</c:v>
                </c:pt>
                <c:pt idx="1469">
                  <c:v>44308</c:v>
                </c:pt>
                <c:pt idx="1470">
                  <c:v>44309</c:v>
                </c:pt>
                <c:pt idx="1471">
                  <c:v>44312</c:v>
                </c:pt>
                <c:pt idx="1472">
                  <c:v>44313</c:v>
                </c:pt>
                <c:pt idx="1473">
                  <c:v>44314</c:v>
                </c:pt>
                <c:pt idx="1474">
                  <c:v>44315</c:v>
                </c:pt>
                <c:pt idx="1475">
                  <c:v>44316</c:v>
                </c:pt>
                <c:pt idx="1476">
                  <c:v>44319</c:v>
                </c:pt>
                <c:pt idx="1477">
                  <c:v>44320</c:v>
                </c:pt>
                <c:pt idx="1478">
                  <c:v>44321</c:v>
                </c:pt>
                <c:pt idx="1479">
                  <c:v>44322</c:v>
                </c:pt>
                <c:pt idx="1480">
                  <c:v>44323</c:v>
                </c:pt>
                <c:pt idx="1481">
                  <c:v>44326</c:v>
                </c:pt>
                <c:pt idx="1482">
                  <c:v>44327</c:v>
                </c:pt>
                <c:pt idx="1483">
                  <c:v>44328</c:v>
                </c:pt>
                <c:pt idx="1484">
                  <c:v>44330</c:v>
                </c:pt>
                <c:pt idx="1485">
                  <c:v>44333</c:v>
                </c:pt>
                <c:pt idx="1486">
                  <c:v>44334</c:v>
                </c:pt>
                <c:pt idx="1487">
                  <c:v>44335</c:v>
                </c:pt>
                <c:pt idx="1488">
                  <c:v>44336</c:v>
                </c:pt>
                <c:pt idx="1489">
                  <c:v>44337</c:v>
                </c:pt>
                <c:pt idx="1490">
                  <c:v>44340</c:v>
                </c:pt>
                <c:pt idx="1491">
                  <c:v>44341</c:v>
                </c:pt>
                <c:pt idx="1492">
                  <c:v>44343</c:v>
                </c:pt>
                <c:pt idx="1493">
                  <c:v>44344</c:v>
                </c:pt>
                <c:pt idx="1494">
                  <c:v>44348</c:v>
                </c:pt>
                <c:pt idx="1495">
                  <c:v>44349</c:v>
                </c:pt>
                <c:pt idx="1496">
                  <c:v>44350</c:v>
                </c:pt>
                <c:pt idx="1497">
                  <c:v>44351</c:v>
                </c:pt>
                <c:pt idx="1498">
                  <c:v>44354</c:v>
                </c:pt>
                <c:pt idx="1499">
                  <c:v>44355</c:v>
                </c:pt>
                <c:pt idx="1500">
                  <c:v>44356</c:v>
                </c:pt>
                <c:pt idx="1501">
                  <c:v>44357</c:v>
                </c:pt>
                <c:pt idx="1502">
                  <c:v>44358</c:v>
                </c:pt>
                <c:pt idx="1503">
                  <c:v>44361</c:v>
                </c:pt>
                <c:pt idx="1504">
                  <c:v>44362</c:v>
                </c:pt>
                <c:pt idx="1505">
                  <c:v>44363</c:v>
                </c:pt>
                <c:pt idx="1506">
                  <c:v>44364</c:v>
                </c:pt>
                <c:pt idx="1507">
                  <c:v>44365</c:v>
                </c:pt>
                <c:pt idx="1508">
                  <c:v>44368</c:v>
                </c:pt>
                <c:pt idx="1509">
                  <c:v>44369</c:v>
                </c:pt>
                <c:pt idx="1510">
                  <c:v>44370</c:v>
                </c:pt>
                <c:pt idx="1511">
                  <c:v>44371</c:v>
                </c:pt>
                <c:pt idx="1512">
                  <c:v>44372</c:v>
                </c:pt>
                <c:pt idx="1513">
                  <c:v>44375</c:v>
                </c:pt>
                <c:pt idx="1514">
                  <c:v>44376</c:v>
                </c:pt>
                <c:pt idx="1515">
                  <c:v>44377</c:v>
                </c:pt>
                <c:pt idx="1516">
                  <c:v>44378</c:v>
                </c:pt>
                <c:pt idx="1517">
                  <c:v>44379</c:v>
                </c:pt>
                <c:pt idx="1518">
                  <c:v>44383</c:v>
                </c:pt>
                <c:pt idx="1519">
                  <c:v>44384</c:v>
                </c:pt>
                <c:pt idx="1520">
                  <c:v>44385</c:v>
                </c:pt>
                <c:pt idx="1521">
                  <c:v>44386</c:v>
                </c:pt>
                <c:pt idx="1522">
                  <c:v>44389</c:v>
                </c:pt>
                <c:pt idx="1523">
                  <c:v>44390</c:v>
                </c:pt>
                <c:pt idx="1524">
                  <c:v>44391</c:v>
                </c:pt>
                <c:pt idx="1525">
                  <c:v>44392</c:v>
                </c:pt>
                <c:pt idx="1526">
                  <c:v>44393</c:v>
                </c:pt>
                <c:pt idx="1527">
                  <c:v>44396</c:v>
                </c:pt>
                <c:pt idx="1528">
                  <c:v>44397</c:v>
                </c:pt>
                <c:pt idx="1529">
                  <c:v>44399</c:v>
                </c:pt>
                <c:pt idx="1530">
                  <c:v>44400</c:v>
                </c:pt>
                <c:pt idx="1531">
                  <c:v>44403</c:v>
                </c:pt>
                <c:pt idx="1532">
                  <c:v>44404</c:v>
                </c:pt>
                <c:pt idx="1533">
                  <c:v>44405</c:v>
                </c:pt>
                <c:pt idx="1534">
                  <c:v>44406</c:v>
                </c:pt>
                <c:pt idx="1535">
                  <c:v>44407</c:v>
                </c:pt>
                <c:pt idx="1536">
                  <c:v>44410</c:v>
                </c:pt>
                <c:pt idx="1537">
                  <c:v>44411</c:v>
                </c:pt>
                <c:pt idx="1538">
                  <c:v>44412</c:v>
                </c:pt>
                <c:pt idx="1539">
                  <c:v>44413</c:v>
                </c:pt>
                <c:pt idx="1540">
                  <c:v>44414</c:v>
                </c:pt>
                <c:pt idx="1541">
                  <c:v>44417</c:v>
                </c:pt>
                <c:pt idx="1542">
                  <c:v>44418</c:v>
                </c:pt>
                <c:pt idx="1543">
                  <c:v>44419</c:v>
                </c:pt>
                <c:pt idx="1544">
                  <c:v>44420</c:v>
                </c:pt>
                <c:pt idx="1545">
                  <c:v>44421</c:v>
                </c:pt>
                <c:pt idx="1546">
                  <c:v>44425</c:v>
                </c:pt>
                <c:pt idx="1547">
                  <c:v>44426</c:v>
                </c:pt>
                <c:pt idx="1548">
                  <c:v>44428</c:v>
                </c:pt>
                <c:pt idx="1549">
                  <c:v>44431</c:v>
                </c:pt>
                <c:pt idx="1550">
                  <c:v>44432</c:v>
                </c:pt>
                <c:pt idx="1551">
                  <c:v>44433</c:v>
                </c:pt>
                <c:pt idx="1552">
                  <c:v>44434</c:v>
                </c:pt>
                <c:pt idx="1553">
                  <c:v>44435</c:v>
                </c:pt>
                <c:pt idx="1554">
                  <c:v>44438</c:v>
                </c:pt>
                <c:pt idx="1555">
                  <c:v>44439</c:v>
                </c:pt>
                <c:pt idx="1556">
                  <c:v>44440</c:v>
                </c:pt>
                <c:pt idx="1557">
                  <c:v>44441</c:v>
                </c:pt>
                <c:pt idx="1558">
                  <c:v>44442</c:v>
                </c:pt>
                <c:pt idx="1559">
                  <c:v>44446</c:v>
                </c:pt>
                <c:pt idx="1560">
                  <c:v>44447</c:v>
                </c:pt>
                <c:pt idx="1561">
                  <c:v>44448</c:v>
                </c:pt>
                <c:pt idx="1562">
                  <c:v>44452</c:v>
                </c:pt>
                <c:pt idx="1563">
                  <c:v>44453</c:v>
                </c:pt>
                <c:pt idx="1564">
                  <c:v>44454</c:v>
                </c:pt>
                <c:pt idx="1565">
                  <c:v>44455</c:v>
                </c:pt>
                <c:pt idx="1566">
                  <c:v>44456</c:v>
                </c:pt>
                <c:pt idx="1567">
                  <c:v>44459</c:v>
                </c:pt>
                <c:pt idx="1568">
                  <c:v>44460</c:v>
                </c:pt>
                <c:pt idx="1569">
                  <c:v>44461</c:v>
                </c:pt>
                <c:pt idx="1570">
                  <c:v>44462</c:v>
                </c:pt>
                <c:pt idx="1571">
                  <c:v>44463</c:v>
                </c:pt>
                <c:pt idx="1572">
                  <c:v>44466</c:v>
                </c:pt>
                <c:pt idx="1573">
                  <c:v>44467</c:v>
                </c:pt>
                <c:pt idx="1574">
                  <c:v>44468</c:v>
                </c:pt>
                <c:pt idx="1575">
                  <c:v>44469</c:v>
                </c:pt>
                <c:pt idx="1576">
                  <c:v>44470</c:v>
                </c:pt>
                <c:pt idx="1577">
                  <c:v>44473</c:v>
                </c:pt>
                <c:pt idx="1578">
                  <c:v>44474</c:v>
                </c:pt>
                <c:pt idx="1579">
                  <c:v>44475</c:v>
                </c:pt>
                <c:pt idx="1580">
                  <c:v>44476</c:v>
                </c:pt>
                <c:pt idx="1581">
                  <c:v>44477</c:v>
                </c:pt>
                <c:pt idx="1582">
                  <c:v>44481</c:v>
                </c:pt>
                <c:pt idx="1583">
                  <c:v>44482</c:v>
                </c:pt>
                <c:pt idx="1584">
                  <c:v>44483</c:v>
                </c:pt>
                <c:pt idx="1585">
                  <c:v>44487</c:v>
                </c:pt>
                <c:pt idx="1586">
                  <c:v>44489</c:v>
                </c:pt>
                <c:pt idx="1587">
                  <c:v>44490</c:v>
                </c:pt>
                <c:pt idx="1588">
                  <c:v>44491</c:v>
                </c:pt>
                <c:pt idx="1589">
                  <c:v>44494</c:v>
                </c:pt>
                <c:pt idx="1590">
                  <c:v>44495</c:v>
                </c:pt>
                <c:pt idx="1591">
                  <c:v>44496</c:v>
                </c:pt>
                <c:pt idx="1592">
                  <c:v>44497</c:v>
                </c:pt>
                <c:pt idx="1593">
                  <c:v>44498</c:v>
                </c:pt>
                <c:pt idx="1594">
                  <c:v>44501</c:v>
                </c:pt>
                <c:pt idx="1595">
                  <c:v>44502</c:v>
                </c:pt>
                <c:pt idx="1596">
                  <c:v>44503</c:v>
                </c:pt>
                <c:pt idx="1597">
                  <c:v>44508</c:v>
                </c:pt>
                <c:pt idx="1598">
                  <c:v>44509</c:v>
                </c:pt>
                <c:pt idx="1599">
                  <c:v>44510</c:v>
                </c:pt>
                <c:pt idx="1600">
                  <c:v>44512</c:v>
                </c:pt>
                <c:pt idx="1601">
                  <c:v>44515</c:v>
                </c:pt>
                <c:pt idx="1602">
                  <c:v>44516</c:v>
                </c:pt>
                <c:pt idx="1603">
                  <c:v>44517</c:v>
                </c:pt>
                <c:pt idx="1604">
                  <c:v>44518</c:v>
                </c:pt>
                <c:pt idx="1605">
                  <c:v>44522</c:v>
                </c:pt>
                <c:pt idx="1606">
                  <c:v>44523</c:v>
                </c:pt>
                <c:pt idx="1607">
                  <c:v>44524</c:v>
                </c:pt>
                <c:pt idx="1608">
                  <c:v>44526</c:v>
                </c:pt>
                <c:pt idx="1609">
                  <c:v>44529</c:v>
                </c:pt>
                <c:pt idx="1610">
                  <c:v>44530</c:v>
                </c:pt>
                <c:pt idx="1611">
                  <c:v>44531</c:v>
                </c:pt>
                <c:pt idx="1612">
                  <c:v>44532</c:v>
                </c:pt>
                <c:pt idx="1613">
                  <c:v>44533</c:v>
                </c:pt>
                <c:pt idx="1614">
                  <c:v>44536</c:v>
                </c:pt>
                <c:pt idx="1615">
                  <c:v>44537</c:v>
                </c:pt>
                <c:pt idx="1616">
                  <c:v>44538</c:v>
                </c:pt>
                <c:pt idx="1617">
                  <c:v>44539</c:v>
                </c:pt>
                <c:pt idx="1618">
                  <c:v>44540</c:v>
                </c:pt>
                <c:pt idx="1619">
                  <c:v>44543</c:v>
                </c:pt>
                <c:pt idx="1620">
                  <c:v>44544</c:v>
                </c:pt>
                <c:pt idx="1621">
                  <c:v>44545</c:v>
                </c:pt>
                <c:pt idx="1622">
                  <c:v>44546</c:v>
                </c:pt>
                <c:pt idx="1623">
                  <c:v>44547</c:v>
                </c:pt>
                <c:pt idx="1624">
                  <c:v>44550</c:v>
                </c:pt>
                <c:pt idx="1625">
                  <c:v>44551</c:v>
                </c:pt>
                <c:pt idx="1626">
                  <c:v>44552</c:v>
                </c:pt>
                <c:pt idx="1627">
                  <c:v>44553</c:v>
                </c:pt>
                <c:pt idx="1628">
                  <c:v>44557</c:v>
                </c:pt>
                <c:pt idx="1629">
                  <c:v>44558</c:v>
                </c:pt>
                <c:pt idx="1630">
                  <c:v>44559</c:v>
                </c:pt>
                <c:pt idx="1631">
                  <c:v>44560</c:v>
                </c:pt>
                <c:pt idx="1632">
                  <c:v>44561</c:v>
                </c:pt>
                <c:pt idx="1633">
                  <c:v>44564</c:v>
                </c:pt>
                <c:pt idx="1634">
                  <c:v>44565</c:v>
                </c:pt>
                <c:pt idx="1635">
                  <c:v>44566</c:v>
                </c:pt>
                <c:pt idx="1636">
                  <c:v>44567</c:v>
                </c:pt>
                <c:pt idx="1637">
                  <c:v>44568</c:v>
                </c:pt>
                <c:pt idx="1638">
                  <c:v>44571</c:v>
                </c:pt>
                <c:pt idx="1639">
                  <c:v>44572</c:v>
                </c:pt>
                <c:pt idx="1640">
                  <c:v>44573</c:v>
                </c:pt>
                <c:pt idx="1641">
                  <c:v>44574</c:v>
                </c:pt>
                <c:pt idx="1642">
                  <c:v>44575</c:v>
                </c:pt>
                <c:pt idx="1643">
                  <c:v>44579</c:v>
                </c:pt>
                <c:pt idx="1644">
                  <c:v>44580</c:v>
                </c:pt>
                <c:pt idx="1645">
                  <c:v>44581</c:v>
                </c:pt>
                <c:pt idx="1646">
                  <c:v>44582</c:v>
                </c:pt>
                <c:pt idx="1647">
                  <c:v>44585</c:v>
                </c:pt>
                <c:pt idx="1648">
                  <c:v>44586</c:v>
                </c:pt>
                <c:pt idx="1649">
                  <c:v>44588</c:v>
                </c:pt>
                <c:pt idx="1650">
                  <c:v>44589</c:v>
                </c:pt>
                <c:pt idx="1651">
                  <c:v>44592</c:v>
                </c:pt>
                <c:pt idx="1652">
                  <c:v>44593</c:v>
                </c:pt>
                <c:pt idx="1653">
                  <c:v>44594</c:v>
                </c:pt>
                <c:pt idx="1654">
                  <c:v>44595</c:v>
                </c:pt>
                <c:pt idx="1655">
                  <c:v>44596</c:v>
                </c:pt>
                <c:pt idx="1656">
                  <c:v>44600</c:v>
                </c:pt>
                <c:pt idx="1657">
                  <c:v>44601</c:v>
                </c:pt>
                <c:pt idx="1658">
                  <c:v>44602</c:v>
                </c:pt>
                <c:pt idx="1659">
                  <c:v>44603</c:v>
                </c:pt>
                <c:pt idx="1660">
                  <c:v>44606</c:v>
                </c:pt>
                <c:pt idx="1661">
                  <c:v>44607</c:v>
                </c:pt>
                <c:pt idx="1662">
                  <c:v>44608</c:v>
                </c:pt>
                <c:pt idx="1663">
                  <c:v>44609</c:v>
                </c:pt>
                <c:pt idx="1664">
                  <c:v>44610</c:v>
                </c:pt>
                <c:pt idx="1665">
                  <c:v>44614</c:v>
                </c:pt>
                <c:pt idx="1666">
                  <c:v>44615</c:v>
                </c:pt>
                <c:pt idx="1667">
                  <c:v>44616</c:v>
                </c:pt>
                <c:pt idx="1668">
                  <c:v>44617</c:v>
                </c:pt>
                <c:pt idx="1669">
                  <c:v>44620</c:v>
                </c:pt>
                <c:pt idx="1670">
                  <c:v>44622</c:v>
                </c:pt>
                <c:pt idx="1671">
                  <c:v>44623</c:v>
                </c:pt>
                <c:pt idx="1672">
                  <c:v>44624</c:v>
                </c:pt>
                <c:pt idx="1673">
                  <c:v>44627</c:v>
                </c:pt>
                <c:pt idx="1674">
                  <c:v>44628</c:v>
                </c:pt>
                <c:pt idx="1675">
                  <c:v>44629</c:v>
                </c:pt>
                <c:pt idx="1676">
                  <c:v>44630</c:v>
                </c:pt>
                <c:pt idx="1677">
                  <c:v>44631</c:v>
                </c:pt>
                <c:pt idx="1678">
                  <c:v>44634</c:v>
                </c:pt>
                <c:pt idx="1679">
                  <c:v>44635</c:v>
                </c:pt>
                <c:pt idx="1680">
                  <c:v>44636</c:v>
                </c:pt>
                <c:pt idx="1681">
                  <c:v>44637</c:v>
                </c:pt>
                <c:pt idx="1682">
                  <c:v>44641</c:v>
                </c:pt>
                <c:pt idx="1683">
                  <c:v>44642</c:v>
                </c:pt>
                <c:pt idx="1684">
                  <c:v>44643</c:v>
                </c:pt>
                <c:pt idx="1685">
                  <c:v>44644</c:v>
                </c:pt>
                <c:pt idx="1686">
                  <c:v>44645</c:v>
                </c:pt>
                <c:pt idx="1687">
                  <c:v>44648</c:v>
                </c:pt>
                <c:pt idx="1688">
                  <c:v>44649</c:v>
                </c:pt>
                <c:pt idx="1689">
                  <c:v>44650</c:v>
                </c:pt>
                <c:pt idx="1690">
                  <c:v>44651</c:v>
                </c:pt>
                <c:pt idx="1691">
                  <c:v>44655</c:v>
                </c:pt>
                <c:pt idx="1692">
                  <c:v>44656</c:v>
                </c:pt>
                <c:pt idx="1693">
                  <c:v>44657</c:v>
                </c:pt>
                <c:pt idx="1694">
                  <c:v>44658</c:v>
                </c:pt>
                <c:pt idx="1695">
                  <c:v>44659</c:v>
                </c:pt>
                <c:pt idx="1696">
                  <c:v>44662</c:v>
                </c:pt>
                <c:pt idx="1697">
                  <c:v>44663</c:v>
                </c:pt>
                <c:pt idx="1698">
                  <c:v>44664</c:v>
                </c:pt>
                <c:pt idx="1699">
                  <c:v>44669</c:v>
                </c:pt>
                <c:pt idx="1700">
                  <c:v>44670</c:v>
                </c:pt>
                <c:pt idx="1701">
                  <c:v>44671</c:v>
                </c:pt>
                <c:pt idx="1702">
                  <c:v>44672</c:v>
                </c:pt>
                <c:pt idx="1703">
                  <c:v>44673</c:v>
                </c:pt>
                <c:pt idx="1704">
                  <c:v>44676</c:v>
                </c:pt>
                <c:pt idx="1705">
                  <c:v>44677</c:v>
                </c:pt>
                <c:pt idx="1706">
                  <c:v>44678</c:v>
                </c:pt>
                <c:pt idx="1707">
                  <c:v>44679</c:v>
                </c:pt>
                <c:pt idx="1708">
                  <c:v>44680</c:v>
                </c:pt>
                <c:pt idx="1709">
                  <c:v>44683</c:v>
                </c:pt>
                <c:pt idx="1710">
                  <c:v>44685</c:v>
                </c:pt>
                <c:pt idx="1711">
                  <c:v>44686</c:v>
                </c:pt>
                <c:pt idx="1712">
                  <c:v>44687</c:v>
                </c:pt>
                <c:pt idx="1713">
                  <c:v>44690</c:v>
                </c:pt>
                <c:pt idx="1714">
                  <c:v>44691</c:v>
                </c:pt>
                <c:pt idx="1715">
                  <c:v>44692</c:v>
                </c:pt>
                <c:pt idx="1716">
                  <c:v>44693</c:v>
                </c:pt>
                <c:pt idx="1717">
                  <c:v>44694</c:v>
                </c:pt>
                <c:pt idx="1718">
                  <c:v>44698</c:v>
                </c:pt>
                <c:pt idx="1719">
                  <c:v>44699</c:v>
                </c:pt>
                <c:pt idx="1720">
                  <c:v>44700</c:v>
                </c:pt>
                <c:pt idx="1721">
                  <c:v>44701</c:v>
                </c:pt>
                <c:pt idx="1722">
                  <c:v>44704</c:v>
                </c:pt>
                <c:pt idx="1723">
                  <c:v>44705</c:v>
                </c:pt>
                <c:pt idx="1724">
                  <c:v>44706</c:v>
                </c:pt>
                <c:pt idx="1725">
                  <c:v>44707</c:v>
                </c:pt>
                <c:pt idx="1726">
                  <c:v>44708</c:v>
                </c:pt>
                <c:pt idx="1727">
                  <c:v>44712</c:v>
                </c:pt>
                <c:pt idx="1728">
                  <c:v>44713</c:v>
                </c:pt>
                <c:pt idx="1729">
                  <c:v>44714</c:v>
                </c:pt>
                <c:pt idx="1730">
                  <c:v>44715</c:v>
                </c:pt>
                <c:pt idx="1731">
                  <c:v>44718</c:v>
                </c:pt>
                <c:pt idx="1732">
                  <c:v>44719</c:v>
                </c:pt>
                <c:pt idx="1733">
                  <c:v>44720</c:v>
                </c:pt>
                <c:pt idx="1734">
                  <c:v>44721</c:v>
                </c:pt>
                <c:pt idx="1735">
                  <c:v>44722</c:v>
                </c:pt>
                <c:pt idx="1736">
                  <c:v>44725</c:v>
                </c:pt>
                <c:pt idx="1737">
                  <c:v>44726</c:v>
                </c:pt>
                <c:pt idx="1738">
                  <c:v>44727</c:v>
                </c:pt>
                <c:pt idx="1739">
                  <c:v>44728</c:v>
                </c:pt>
                <c:pt idx="1740">
                  <c:v>44729</c:v>
                </c:pt>
                <c:pt idx="1741">
                  <c:v>44733</c:v>
                </c:pt>
                <c:pt idx="1742">
                  <c:v>44734</c:v>
                </c:pt>
                <c:pt idx="1743">
                  <c:v>44735</c:v>
                </c:pt>
                <c:pt idx="1744">
                  <c:v>44736</c:v>
                </c:pt>
                <c:pt idx="1745">
                  <c:v>44739</c:v>
                </c:pt>
                <c:pt idx="1746">
                  <c:v>44740</c:v>
                </c:pt>
                <c:pt idx="1747">
                  <c:v>44741</c:v>
                </c:pt>
                <c:pt idx="1748">
                  <c:v>44742</c:v>
                </c:pt>
                <c:pt idx="1749">
                  <c:v>44743</c:v>
                </c:pt>
                <c:pt idx="1750">
                  <c:v>44747</c:v>
                </c:pt>
                <c:pt idx="1751">
                  <c:v>44748</c:v>
                </c:pt>
                <c:pt idx="1752">
                  <c:v>44749</c:v>
                </c:pt>
                <c:pt idx="1753">
                  <c:v>44750</c:v>
                </c:pt>
                <c:pt idx="1754">
                  <c:v>44753</c:v>
                </c:pt>
                <c:pt idx="1755">
                  <c:v>44754</c:v>
                </c:pt>
                <c:pt idx="1756">
                  <c:v>44755</c:v>
                </c:pt>
                <c:pt idx="1757">
                  <c:v>44756</c:v>
                </c:pt>
                <c:pt idx="1758">
                  <c:v>44757</c:v>
                </c:pt>
                <c:pt idx="1759">
                  <c:v>44760</c:v>
                </c:pt>
                <c:pt idx="1760">
                  <c:v>44761</c:v>
                </c:pt>
                <c:pt idx="1761">
                  <c:v>44762</c:v>
                </c:pt>
                <c:pt idx="1762">
                  <c:v>44763</c:v>
                </c:pt>
                <c:pt idx="1763">
                  <c:v>44764</c:v>
                </c:pt>
                <c:pt idx="1764">
                  <c:v>44767</c:v>
                </c:pt>
                <c:pt idx="1765">
                  <c:v>44768</c:v>
                </c:pt>
                <c:pt idx="1766">
                  <c:v>44769</c:v>
                </c:pt>
                <c:pt idx="1767">
                  <c:v>44770</c:v>
                </c:pt>
                <c:pt idx="1768">
                  <c:v>44771</c:v>
                </c:pt>
                <c:pt idx="1769">
                  <c:v>44774</c:v>
                </c:pt>
                <c:pt idx="1770">
                  <c:v>44775</c:v>
                </c:pt>
                <c:pt idx="1771">
                  <c:v>44776</c:v>
                </c:pt>
                <c:pt idx="1772">
                  <c:v>44777</c:v>
                </c:pt>
                <c:pt idx="1773">
                  <c:v>44778</c:v>
                </c:pt>
                <c:pt idx="1774">
                  <c:v>44781</c:v>
                </c:pt>
                <c:pt idx="1775">
                  <c:v>44783</c:v>
                </c:pt>
                <c:pt idx="1776">
                  <c:v>44784</c:v>
                </c:pt>
                <c:pt idx="1777">
                  <c:v>44785</c:v>
                </c:pt>
                <c:pt idx="1778">
                  <c:v>44790</c:v>
                </c:pt>
                <c:pt idx="1779">
                  <c:v>44791</c:v>
                </c:pt>
                <c:pt idx="1780">
                  <c:v>44792</c:v>
                </c:pt>
                <c:pt idx="1781">
                  <c:v>44795</c:v>
                </c:pt>
                <c:pt idx="1782">
                  <c:v>44796</c:v>
                </c:pt>
                <c:pt idx="1783">
                  <c:v>44797</c:v>
                </c:pt>
                <c:pt idx="1784">
                  <c:v>44798</c:v>
                </c:pt>
                <c:pt idx="1785">
                  <c:v>44799</c:v>
                </c:pt>
                <c:pt idx="1786">
                  <c:v>44802</c:v>
                </c:pt>
                <c:pt idx="1787">
                  <c:v>44803</c:v>
                </c:pt>
                <c:pt idx="1788">
                  <c:v>44805</c:v>
                </c:pt>
                <c:pt idx="1789">
                  <c:v>44806</c:v>
                </c:pt>
                <c:pt idx="1790">
                  <c:v>44810</c:v>
                </c:pt>
                <c:pt idx="1791">
                  <c:v>44811</c:v>
                </c:pt>
                <c:pt idx="1792">
                  <c:v>44812</c:v>
                </c:pt>
                <c:pt idx="1793">
                  <c:v>44813</c:v>
                </c:pt>
                <c:pt idx="1794">
                  <c:v>44816</c:v>
                </c:pt>
                <c:pt idx="1795">
                  <c:v>44817</c:v>
                </c:pt>
                <c:pt idx="1796">
                  <c:v>44818</c:v>
                </c:pt>
                <c:pt idx="1797">
                  <c:v>44819</c:v>
                </c:pt>
                <c:pt idx="1798">
                  <c:v>44820</c:v>
                </c:pt>
                <c:pt idx="1799">
                  <c:v>44823</c:v>
                </c:pt>
                <c:pt idx="1800">
                  <c:v>44824</c:v>
                </c:pt>
                <c:pt idx="1801">
                  <c:v>44825</c:v>
                </c:pt>
                <c:pt idx="1802">
                  <c:v>44826</c:v>
                </c:pt>
                <c:pt idx="1803">
                  <c:v>44827</c:v>
                </c:pt>
                <c:pt idx="1804">
                  <c:v>44830</c:v>
                </c:pt>
                <c:pt idx="1805">
                  <c:v>44831</c:v>
                </c:pt>
                <c:pt idx="1806">
                  <c:v>44832</c:v>
                </c:pt>
                <c:pt idx="1807">
                  <c:v>44833</c:v>
                </c:pt>
                <c:pt idx="1808">
                  <c:v>44834</c:v>
                </c:pt>
                <c:pt idx="1809">
                  <c:v>44837</c:v>
                </c:pt>
                <c:pt idx="1810">
                  <c:v>44838</c:v>
                </c:pt>
                <c:pt idx="1811">
                  <c:v>44840</c:v>
                </c:pt>
                <c:pt idx="1812">
                  <c:v>44841</c:v>
                </c:pt>
                <c:pt idx="1813">
                  <c:v>44845</c:v>
                </c:pt>
                <c:pt idx="1814">
                  <c:v>44846</c:v>
                </c:pt>
                <c:pt idx="1815">
                  <c:v>44847</c:v>
                </c:pt>
                <c:pt idx="1816">
                  <c:v>44848</c:v>
                </c:pt>
                <c:pt idx="1817">
                  <c:v>44851</c:v>
                </c:pt>
                <c:pt idx="1818">
                  <c:v>44852</c:v>
                </c:pt>
                <c:pt idx="1819">
                  <c:v>44853</c:v>
                </c:pt>
                <c:pt idx="1820">
                  <c:v>44854</c:v>
                </c:pt>
                <c:pt idx="1821">
                  <c:v>44855</c:v>
                </c:pt>
                <c:pt idx="1822">
                  <c:v>44859</c:v>
                </c:pt>
                <c:pt idx="1823">
                  <c:v>44861</c:v>
                </c:pt>
                <c:pt idx="1824">
                  <c:v>44862</c:v>
                </c:pt>
                <c:pt idx="1825">
                  <c:v>44865</c:v>
                </c:pt>
                <c:pt idx="1826">
                  <c:v>44866</c:v>
                </c:pt>
                <c:pt idx="1827">
                  <c:v>44867</c:v>
                </c:pt>
                <c:pt idx="1828">
                  <c:v>44868</c:v>
                </c:pt>
                <c:pt idx="1829">
                  <c:v>44869</c:v>
                </c:pt>
                <c:pt idx="1830">
                  <c:v>44872</c:v>
                </c:pt>
                <c:pt idx="1831">
                  <c:v>44874</c:v>
                </c:pt>
                <c:pt idx="1832">
                  <c:v>44875</c:v>
                </c:pt>
                <c:pt idx="1833">
                  <c:v>44879</c:v>
                </c:pt>
                <c:pt idx="1834">
                  <c:v>44880</c:v>
                </c:pt>
                <c:pt idx="1835">
                  <c:v>44881</c:v>
                </c:pt>
                <c:pt idx="1836">
                  <c:v>44882</c:v>
                </c:pt>
                <c:pt idx="1837">
                  <c:v>44883</c:v>
                </c:pt>
                <c:pt idx="1838">
                  <c:v>44886</c:v>
                </c:pt>
                <c:pt idx="1839">
                  <c:v>44887</c:v>
                </c:pt>
                <c:pt idx="1840">
                  <c:v>44888</c:v>
                </c:pt>
                <c:pt idx="1841">
                  <c:v>44890</c:v>
                </c:pt>
                <c:pt idx="1842">
                  <c:v>44893</c:v>
                </c:pt>
                <c:pt idx="1843">
                  <c:v>44894</c:v>
                </c:pt>
                <c:pt idx="1844">
                  <c:v>44895</c:v>
                </c:pt>
                <c:pt idx="1845">
                  <c:v>44896</c:v>
                </c:pt>
                <c:pt idx="1846">
                  <c:v>44897</c:v>
                </c:pt>
                <c:pt idx="1847">
                  <c:v>44900</c:v>
                </c:pt>
                <c:pt idx="1848">
                  <c:v>44901</c:v>
                </c:pt>
                <c:pt idx="1849">
                  <c:v>44902</c:v>
                </c:pt>
                <c:pt idx="1850">
                  <c:v>44903</c:v>
                </c:pt>
                <c:pt idx="1851">
                  <c:v>44904</c:v>
                </c:pt>
                <c:pt idx="1852">
                  <c:v>44907</c:v>
                </c:pt>
                <c:pt idx="1853">
                  <c:v>44908</c:v>
                </c:pt>
                <c:pt idx="1854">
                  <c:v>44909</c:v>
                </c:pt>
                <c:pt idx="1855">
                  <c:v>44910</c:v>
                </c:pt>
                <c:pt idx="1856">
                  <c:v>44911</c:v>
                </c:pt>
                <c:pt idx="1857">
                  <c:v>44914</c:v>
                </c:pt>
                <c:pt idx="1858">
                  <c:v>44915</c:v>
                </c:pt>
                <c:pt idx="1859">
                  <c:v>44916</c:v>
                </c:pt>
                <c:pt idx="1860">
                  <c:v>44917</c:v>
                </c:pt>
                <c:pt idx="1861">
                  <c:v>44918</c:v>
                </c:pt>
                <c:pt idx="1862">
                  <c:v>44922</c:v>
                </c:pt>
                <c:pt idx="1863">
                  <c:v>44923</c:v>
                </c:pt>
                <c:pt idx="1864">
                  <c:v>44924</c:v>
                </c:pt>
                <c:pt idx="1865">
                  <c:v>44925</c:v>
                </c:pt>
                <c:pt idx="1866">
                  <c:v>44929</c:v>
                </c:pt>
                <c:pt idx="1867">
                  <c:v>44930</c:v>
                </c:pt>
                <c:pt idx="1868">
                  <c:v>44931</c:v>
                </c:pt>
                <c:pt idx="1869">
                  <c:v>44932</c:v>
                </c:pt>
                <c:pt idx="1870">
                  <c:v>44935</c:v>
                </c:pt>
                <c:pt idx="1871">
                  <c:v>44936</c:v>
                </c:pt>
                <c:pt idx="1872">
                  <c:v>44937</c:v>
                </c:pt>
                <c:pt idx="1873">
                  <c:v>44938</c:v>
                </c:pt>
                <c:pt idx="1874">
                  <c:v>44939</c:v>
                </c:pt>
                <c:pt idx="1875">
                  <c:v>44943</c:v>
                </c:pt>
                <c:pt idx="1876">
                  <c:v>44944</c:v>
                </c:pt>
                <c:pt idx="1877">
                  <c:v>44945</c:v>
                </c:pt>
                <c:pt idx="1878">
                  <c:v>44946</c:v>
                </c:pt>
                <c:pt idx="1879">
                  <c:v>44949</c:v>
                </c:pt>
                <c:pt idx="1880">
                  <c:v>44950</c:v>
                </c:pt>
                <c:pt idx="1881">
                  <c:v>44951</c:v>
                </c:pt>
                <c:pt idx="1882">
                  <c:v>44953</c:v>
                </c:pt>
                <c:pt idx="1883">
                  <c:v>44956</c:v>
                </c:pt>
                <c:pt idx="1884">
                  <c:v>44957</c:v>
                </c:pt>
                <c:pt idx="1885">
                  <c:v>44958</c:v>
                </c:pt>
                <c:pt idx="1886">
                  <c:v>44959</c:v>
                </c:pt>
                <c:pt idx="1887">
                  <c:v>44960</c:v>
                </c:pt>
                <c:pt idx="1888">
                  <c:v>44963</c:v>
                </c:pt>
                <c:pt idx="1889">
                  <c:v>44964</c:v>
                </c:pt>
                <c:pt idx="1890">
                  <c:v>44965</c:v>
                </c:pt>
                <c:pt idx="1891">
                  <c:v>44966</c:v>
                </c:pt>
                <c:pt idx="1892">
                  <c:v>44967</c:v>
                </c:pt>
                <c:pt idx="1893">
                  <c:v>44970</c:v>
                </c:pt>
                <c:pt idx="1894">
                  <c:v>44971</c:v>
                </c:pt>
                <c:pt idx="1895">
                  <c:v>44972</c:v>
                </c:pt>
                <c:pt idx="1896">
                  <c:v>44973</c:v>
                </c:pt>
                <c:pt idx="1897">
                  <c:v>44974</c:v>
                </c:pt>
                <c:pt idx="1898">
                  <c:v>44978</c:v>
                </c:pt>
                <c:pt idx="1899">
                  <c:v>44979</c:v>
                </c:pt>
                <c:pt idx="1900">
                  <c:v>44980</c:v>
                </c:pt>
                <c:pt idx="1901">
                  <c:v>44981</c:v>
                </c:pt>
                <c:pt idx="1902">
                  <c:v>44984</c:v>
                </c:pt>
                <c:pt idx="1903">
                  <c:v>44985</c:v>
                </c:pt>
                <c:pt idx="1904">
                  <c:v>44986</c:v>
                </c:pt>
                <c:pt idx="1905">
                  <c:v>44987</c:v>
                </c:pt>
                <c:pt idx="1906">
                  <c:v>44988</c:v>
                </c:pt>
                <c:pt idx="1907">
                  <c:v>44991</c:v>
                </c:pt>
                <c:pt idx="1908">
                  <c:v>44993</c:v>
                </c:pt>
                <c:pt idx="1909">
                  <c:v>44994</c:v>
                </c:pt>
                <c:pt idx="1910">
                  <c:v>44995</c:v>
                </c:pt>
                <c:pt idx="1911">
                  <c:v>44998</c:v>
                </c:pt>
                <c:pt idx="1912">
                  <c:v>44999</c:v>
                </c:pt>
                <c:pt idx="1913">
                  <c:v>45000</c:v>
                </c:pt>
                <c:pt idx="1914">
                  <c:v>45001</c:v>
                </c:pt>
                <c:pt idx="1915">
                  <c:v>45002</c:v>
                </c:pt>
                <c:pt idx="1916">
                  <c:v>45005</c:v>
                </c:pt>
                <c:pt idx="1917">
                  <c:v>45006</c:v>
                </c:pt>
                <c:pt idx="1918">
                  <c:v>45008</c:v>
                </c:pt>
                <c:pt idx="1919">
                  <c:v>45009</c:v>
                </c:pt>
                <c:pt idx="1920">
                  <c:v>45012</c:v>
                </c:pt>
                <c:pt idx="1921">
                  <c:v>45013</c:v>
                </c:pt>
                <c:pt idx="1922">
                  <c:v>45014</c:v>
                </c:pt>
                <c:pt idx="1923">
                  <c:v>45016</c:v>
                </c:pt>
                <c:pt idx="1924">
                  <c:v>45019</c:v>
                </c:pt>
                <c:pt idx="1925">
                  <c:v>45021</c:v>
                </c:pt>
                <c:pt idx="1926">
                  <c:v>45022</c:v>
                </c:pt>
                <c:pt idx="1927">
                  <c:v>45026</c:v>
                </c:pt>
                <c:pt idx="1928">
                  <c:v>45027</c:v>
                </c:pt>
                <c:pt idx="1929">
                  <c:v>45028</c:v>
                </c:pt>
                <c:pt idx="1930">
                  <c:v>45029</c:v>
                </c:pt>
                <c:pt idx="1931">
                  <c:v>45033</c:v>
                </c:pt>
                <c:pt idx="1932">
                  <c:v>45034</c:v>
                </c:pt>
                <c:pt idx="1933">
                  <c:v>45035</c:v>
                </c:pt>
                <c:pt idx="1934">
                  <c:v>45036</c:v>
                </c:pt>
                <c:pt idx="1935">
                  <c:v>45037</c:v>
                </c:pt>
                <c:pt idx="1936">
                  <c:v>45040</c:v>
                </c:pt>
                <c:pt idx="1937">
                  <c:v>45041</c:v>
                </c:pt>
                <c:pt idx="1938">
                  <c:v>45042</c:v>
                </c:pt>
                <c:pt idx="1939">
                  <c:v>45043</c:v>
                </c:pt>
                <c:pt idx="1940">
                  <c:v>45044</c:v>
                </c:pt>
                <c:pt idx="1941">
                  <c:v>45048</c:v>
                </c:pt>
                <c:pt idx="1942">
                  <c:v>45049</c:v>
                </c:pt>
                <c:pt idx="1943">
                  <c:v>45050</c:v>
                </c:pt>
                <c:pt idx="1944">
                  <c:v>45054</c:v>
                </c:pt>
                <c:pt idx="1945">
                  <c:v>45055</c:v>
                </c:pt>
                <c:pt idx="1946">
                  <c:v>45056</c:v>
                </c:pt>
                <c:pt idx="1947">
                  <c:v>45057</c:v>
                </c:pt>
                <c:pt idx="1948">
                  <c:v>45058</c:v>
                </c:pt>
                <c:pt idx="1949">
                  <c:v>45061</c:v>
                </c:pt>
                <c:pt idx="1950">
                  <c:v>45062</c:v>
                </c:pt>
                <c:pt idx="1951">
                  <c:v>45063</c:v>
                </c:pt>
                <c:pt idx="1952">
                  <c:v>45064</c:v>
                </c:pt>
                <c:pt idx="1953">
                  <c:v>45065</c:v>
                </c:pt>
                <c:pt idx="1954">
                  <c:v>45068</c:v>
                </c:pt>
                <c:pt idx="1955">
                  <c:v>45069</c:v>
                </c:pt>
                <c:pt idx="1956">
                  <c:v>45070</c:v>
                </c:pt>
                <c:pt idx="1957">
                  <c:v>45071</c:v>
                </c:pt>
                <c:pt idx="1958">
                  <c:v>45072</c:v>
                </c:pt>
                <c:pt idx="1959">
                  <c:v>45076</c:v>
                </c:pt>
                <c:pt idx="1960">
                  <c:v>45077</c:v>
                </c:pt>
                <c:pt idx="1961">
                  <c:v>45078</c:v>
                </c:pt>
                <c:pt idx="1962">
                  <c:v>45079</c:v>
                </c:pt>
                <c:pt idx="1963">
                  <c:v>45082</c:v>
                </c:pt>
                <c:pt idx="1964">
                  <c:v>45083</c:v>
                </c:pt>
                <c:pt idx="1965">
                  <c:v>45084</c:v>
                </c:pt>
                <c:pt idx="1966">
                  <c:v>45085</c:v>
                </c:pt>
                <c:pt idx="1967">
                  <c:v>45086</c:v>
                </c:pt>
                <c:pt idx="1968">
                  <c:v>45089</c:v>
                </c:pt>
                <c:pt idx="1969">
                  <c:v>45090</c:v>
                </c:pt>
                <c:pt idx="1970">
                  <c:v>45091</c:v>
                </c:pt>
                <c:pt idx="1971">
                  <c:v>45092</c:v>
                </c:pt>
                <c:pt idx="1972">
                  <c:v>45093</c:v>
                </c:pt>
                <c:pt idx="1973">
                  <c:v>45097</c:v>
                </c:pt>
                <c:pt idx="1974">
                  <c:v>45098</c:v>
                </c:pt>
                <c:pt idx="1975">
                  <c:v>45099</c:v>
                </c:pt>
                <c:pt idx="1976">
                  <c:v>45100</c:v>
                </c:pt>
                <c:pt idx="1977">
                  <c:v>45103</c:v>
                </c:pt>
                <c:pt idx="1978">
                  <c:v>45104</c:v>
                </c:pt>
                <c:pt idx="1979">
                  <c:v>45105</c:v>
                </c:pt>
                <c:pt idx="1980">
                  <c:v>45107</c:v>
                </c:pt>
                <c:pt idx="1981">
                  <c:v>45110</c:v>
                </c:pt>
                <c:pt idx="1982">
                  <c:v>45112</c:v>
                </c:pt>
                <c:pt idx="1983">
                  <c:v>45113</c:v>
                </c:pt>
                <c:pt idx="1984">
                  <c:v>45114</c:v>
                </c:pt>
                <c:pt idx="1985">
                  <c:v>45117</c:v>
                </c:pt>
                <c:pt idx="1986">
                  <c:v>45118</c:v>
                </c:pt>
                <c:pt idx="1987">
                  <c:v>45119</c:v>
                </c:pt>
                <c:pt idx="1988">
                  <c:v>45120</c:v>
                </c:pt>
                <c:pt idx="1989">
                  <c:v>45121</c:v>
                </c:pt>
                <c:pt idx="1990">
                  <c:v>45124</c:v>
                </c:pt>
                <c:pt idx="1991">
                  <c:v>45125</c:v>
                </c:pt>
                <c:pt idx="1992">
                  <c:v>45126</c:v>
                </c:pt>
                <c:pt idx="1993">
                  <c:v>45127</c:v>
                </c:pt>
                <c:pt idx="1994">
                  <c:v>45128</c:v>
                </c:pt>
                <c:pt idx="1995">
                  <c:v>45131</c:v>
                </c:pt>
                <c:pt idx="1996">
                  <c:v>45132</c:v>
                </c:pt>
                <c:pt idx="1997">
                  <c:v>45133</c:v>
                </c:pt>
                <c:pt idx="1998">
                  <c:v>45134</c:v>
                </c:pt>
                <c:pt idx="1999">
                  <c:v>45135</c:v>
                </c:pt>
                <c:pt idx="2000">
                  <c:v>45138</c:v>
                </c:pt>
                <c:pt idx="2001">
                  <c:v>45139</c:v>
                </c:pt>
                <c:pt idx="2002">
                  <c:v>45140</c:v>
                </c:pt>
                <c:pt idx="2003">
                  <c:v>45141</c:v>
                </c:pt>
                <c:pt idx="2004">
                  <c:v>45142</c:v>
                </c:pt>
                <c:pt idx="2005">
                  <c:v>45145</c:v>
                </c:pt>
                <c:pt idx="2006">
                  <c:v>45146</c:v>
                </c:pt>
                <c:pt idx="2007">
                  <c:v>45147</c:v>
                </c:pt>
                <c:pt idx="2008">
                  <c:v>45148</c:v>
                </c:pt>
                <c:pt idx="2009">
                  <c:v>45149</c:v>
                </c:pt>
                <c:pt idx="2010">
                  <c:v>45152</c:v>
                </c:pt>
                <c:pt idx="2011">
                  <c:v>45155</c:v>
                </c:pt>
                <c:pt idx="2012">
                  <c:v>45156</c:v>
                </c:pt>
                <c:pt idx="2013">
                  <c:v>45159</c:v>
                </c:pt>
                <c:pt idx="2014">
                  <c:v>45160</c:v>
                </c:pt>
                <c:pt idx="2015">
                  <c:v>45161</c:v>
                </c:pt>
                <c:pt idx="2016">
                  <c:v>45162</c:v>
                </c:pt>
                <c:pt idx="2017">
                  <c:v>45163</c:v>
                </c:pt>
                <c:pt idx="2018">
                  <c:v>45166</c:v>
                </c:pt>
                <c:pt idx="2019">
                  <c:v>45167</c:v>
                </c:pt>
                <c:pt idx="2020">
                  <c:v>45168</c:v>
                </c:pt>
                <c:pt idx="2021">
                  <c:v>45169</c:v>
                </c:pt>
                <c:pt idx="2022">
                  <c:v>45170</c:v>
                </c:pt>
                <c:pt idx="2023">
                  <c:v>45174</c:v>
                </c:pt>
                <c:pt idx="2024">
                  <c:v>45175</c:v>
                </c:pt>
                <c:pt idx="2025">
                  <c:v>45176</c:v>
                </c:pt>
                <c:pt idx="2026">
                  <c:v>45177</c:v>
                </c:pt>
                <c:pt idx="2027">
                  <c:v>45180</c:v>
                </c:pt>
                <c:pt idx="2028">
                  <c:v>45181</c:v>
                </c:pt>
                <c:pt idx="2029">
                  <c:v>45182</c:v>
                </c:pt>
                <c:pt idx="2030">
                  <c:v>45183</c:v>
                </c:pt>
                <c:pt idx="2031">
                  <c:v>45184</c:v>
                </c:pt>
                <c:pt idx="2032">
                  <c:v>45187</c:v>
                </c:pt>
                <c:pt idx="2033">
                  <c:v>45189</c:v>
                </c:pt>
                <c:pt idx="2034">
                  <c:v>45190</c:v>
                </c:pt>
                <c:pt idx="2035">
                  <c:v>45191</c:v>
                </c:pt>
                <c:pt idx="2036">
                  <c:v>45194</c:v>
                </c:pt>
                <c:pt idx="2037">
                  <c:v>45195</c:v>
                </c:pt>
                <c:pt idx="2038">
                  <c:v>45196</c:v>
                </c:pt>
                <c:pt idx="2039">
                  <c:v>45197</c:v>
                </c:pt>
                <c:pt idx="2040">
                  <c:v>45198</c:v>
                </c:pt>
                <c:pt idx="2041">
                  <c:v>45202</c:v>
                </c:pt>
                <c:pt idx="2042">
                  <c:v>45203</c:v>
                </c:pt>
                <c:pt idx="2043">
                  <c:v>45204</c:v>
                </c:pt>
                <c:pt idx="2044">
                  <c:v>45205</c:v>
                </c:pt>
                <c:pt idx="2045">
                  <c:v>45209</c:v>
                </c:pt>
                <c:pt idx="2046">
                  <c:v>45210</c:v>
                </c:pt>
                <c:pt idx="2047">
                  <c:v>45211</c:v>
                </c:pt>
                <c:pt idx="2048">
                  <c:v>45212</c:v>
                </c:pt>
                <c:pt idx="2049">
                  <c:v>45215</c:v>
                </c:pt>
                <c:pt idx="2050">
                  <c:v>45216</c:v>
                </c:pt>
                <c:pt idx="2051">
                  <c:v>45217</c:v>
                </c:pt>
                <c:pt idx="2052">
                  <c:v>45218</c:v>
                </c:pt>
                <c:pt idx="2053">
                  <c:v>45219</c:v>
                </c:pt>
                <c:pt idx="2054">
                  <c:v>45222</c:v>
                </c:pt>
                <c:pt idx="2055">
                  <c:v>45224</c:v>
                </c:pt>
                <c:pt idx="2056">
                  <c:v>45225</c:v>
                </c:pt>
                <c:pt idx="2057">
                  <c:v>45226</c:v>
                </c:pt>
                <c:pt idx="2058">
                  <c:v>45229</c:v>
                </c:pt>
                <c:pt idx="2059">
                  <c:v>45230</c:v>
                </c:pt>
                <c:pt idx="2060">
                  <c:v>45231</c:v>
                </c:pt>
                <c:pt idx="2061">
                  <c:v>45232</c:v>
                </c:pt>
                <c:pt idx="2062">
                  <c:v>45233</c:v>
                </c:pt>
                <c:pt idx="2063">
                  <c:v>45236</c:v>
                </c:pt>
                <c:pt idx="2064">
                  <c:v>45237</c:v>
                </c:pt>
                <c:pt idx="2065">
                  <c:v>45238</c:v>
                </c:pt>
                <c:pt idx="2066">
                  <c:v>45239</c:v>
                </c:pt>
                <c:pt idx="2067">
                  <c:v>45240</c:v>
                </c:pt>
                <c:pt idx="2068">
                  <c:v>45243</c:v>
                </c:pt>
                <c:pt idx="2069">
                  <c:v>45245</c:v>
                </c:pt>
                <c:pt idx="2070">
                  <c:v>45246</c:v>
                </c:pt>
                <c:pt idx="2071">
                  <c:v>45247</c:v>
                </c:pt>
                <c:pt idx="2072">
                  <c:v>45250</c:v>
                </c:pt>
                <c:pt idx="2073">
                  <c:v>45251</c:v>
                </c:pt>
                <c:pt idx="2074">
                  <c:v>45252</c:v>
                </c:pt>
                <c:pt idx="2075">
                  <c:v>45254</c:v>
                </c:pt>
                <c:pt idx="2076">
                  <c:v>45258</c:v>
                </c:pt>
                <c:pt idx="2077">
                  <c:v>45259</c:v>
                </c:pt>
                <c:pt idx="2078">
                  <c:v>45260</c:v>
                </c:pt>
                <c:pt idx="2079">
                  <c:v>45261</c:v>
                </c:pt>
                <c:pt idx="2080">
                  <c:v>45264</c:v>
                </c:pt>
                <c:pt idx="2081">
                  <c:v>45265</c:v>
                </c:pt>
                <c:pt idx="2082">
                  <c:v>45266</c:v>
                </c:pt>
                <c:pt idx="2083">
                  <c:v>45267</c:v>
                </c:pt>
                <c:pt idx="2084">
                  <c:v>45268</c:v>
                </c:pt>
                <c:pt idx="2085">
                  <c:v>45271</c:v>
                </c:pt>
                <c:pt idx="2086">
                  <c:v>45272</c:v>
                </c:pt>
                <c:pt idx="2087">
                  <c:v>45273</c:v>
                </c:pt>
                <c:pt idx="2088">
                  <c:v>45274</c:v>
                </c:pt>
                <c:pt idx="2089">
                  <c:v>45275</c:v>
                </c:pt>
                <c:pt idx="2090">
                  <c:v>45278</c:v>
                </c:pt>
                <c:pt idx="2091">
                  <c:v>45279</c:v>
                </c:pt>
                <c:pt idx="2092">
                  <c:v>45280</c:v>
                </c:pt>
                <c:pt idx="2093">
                  <c:v>45281</c:v>
                </c:pt>
                <c:pt idx="2094">
                  <c:v>45282</c:v>
                </c:pt>
                <c:pt idx="2095">
                  <c:v>45286</c:v>
                </c:pt>
                <c:pt idx="2096">
                  <c:v>45287</c:v>
                </c:pt>
                <c:pt idx="2097">
                  <c:v>45288</c:v>
                </c:pt>
                <c:pt idx="2098">
                  <c:v>45289</c:v>
                </c:pt>
                <c:pt idx="2099">
                  <c:v>45293</c:v>
                </c:pt>
                <c:pt idx="2100">
                  <c:v>45294</c:v>
                </c:pt>
                <c:pt idx="2101">
                  <c:v>45295</c:v>
                </c:pt>
                <c:pt idx="2102">
                  <c:v>45296</c:v>
                </c:pt>
                <c:pt idx="2103">
                  <c:v>45299</c:v>
                </c:pt>
                <c:pt idx="2104">
                  <c:v>45300</c:v>
                </c:pt>
                <c:pt idx="2105">
                  <c:v>45301</c:v>
                </c:pt>
                <c:pt idx="2106">
                  <c:v>45302</c:v>
                </c:pt>
                <c:pt idx="2107">
                  <c:v>45303</c:v>
                </c:pt>
                <c:pt idx="2108">
                  <c:v>45307</c:v>
                </c:pt>
                <c:pt idx="2109">
                  <c:v>45308</c:v>
                </c:pt>
                <c:pt idx="2110">
                  <c:v>45309</c:v>
                </c:pt>
                <c:pt idx="2111">
                  <c:v>45310</c:v>
                </c:pt>
                <c:pt idx="2112">
                  <c:v>45314</c:v>
                </c:pt>
                <c:pt idx="2113">
                  <c:v>45315</c:v>
                </c:pt>
                <c:pt idx="2114">
                  <c:v>45316</c:v>
                </c:pt>
                <c:pt idx="2115">
                  <c:v>45320</c:v>
                </c:pt>
                <c:pt idx="2116">
                  <c:v>45321</c:v>
                </c:pt>
                <c:pt idx="2117">
                  <c:v>45322</c:v>
                </c:pt>
                <c:pt idx="2118">
                  <c:v>45323</c:v>
                </c:pt>
                <c:pt idx="2119">
                  <c:v>45324</c:v>
                </c:pt>
                <c:pt idx="2120">
                  <c:v>45327</c:v>
                </c:pt>
                <c:pt idx="2121">
                  <c:v>45328</c:v>
                </c:pt>
                <c:pt idx="2122">
                  <c:v>45329</c:v>
                </c:pt>
                <c:pt idx="2123">
                  <c:v>45330</c:v>
                </c:pt>
                <c:pt idx="2124">
                  <c:v>45331</c:v>
                </c:pt>
                <c:pt idx="2125">
                  <c:v>45334</c:v>
                </c:pt>
                <c:pt idx="2126">
                  <c:v>45335</c:v>
                </c:pt>
                <c:pt idx="2127">
                  <c:v>45336</c:v>
                </c:pt>
                <c:pt idx="2128">
                  <c:v>45337</c:v>
                </c:pt>
                <c:pt idx="2129">
                  <c:v>45338</c:v>
                </c:pt>
                <c:pt idx="2130">
                  <c:v>45342</c:v>
                </c:pt>
                <c:pt idx="2131">
                  <c:v>45343</c:v>
                </c:pt>
                <c:pt idx="2132">
                  <c:v>45344</c:v>
                </c:pt>
                <c:pt idx="2133">
                  <c:v>45345</c:v>
                </c:pt>
                <c:pt idx="2134">
                  <c:v>45348</c:v>
                </c:pt>
                <c:pt idx="2135">
                  <c:v>45349</c:v>
                </c:pt>
                <c:pt idx="2136">
                  <c:v>45350</c:v>
                </c:pt>
                <c:pt idx="2137">
                  <c:v>45351</c:v>
                </c:pt>
                <c:pt idx="2138">
                  <c:v>45352</c:v>
                </c:pt>
                <c:pt idx="2139">
                  <c:v>45355</c:v>
                </c:pt>
                <c:pt idx="2140">
                  <c:v>45356</c:v>
                </c:pt>
                <c:pt idx="2141">
                  <c:v>45357</c:v>
                </c:pt>
                <c:pt idx="2142">
                  <c:v>45358</c:v>
                </c:pt>
                <c:pt idx="2143">
                  <c:v>45362</c:v>
                </c:pt>
                <c:pt idx="2144">
                  <c:v>45363</c:v>
                </c:pt>
                <c:pt idx="2145">
                  <c:v>45364</c:v>
                </c:pt>
                <c:pt idx="2146">
                  <c:v>45365</c:v>
                </c:pt>
                <c:pt idx="2147">
                  <c:v>45366</c:v>
                </c:pt>
                <c:pt idx="2148">
                  <c:v>45369</c:v>
                </c:pt>
                <c:pt idx="2149">
                  <c:v>45370</c:v>
                </c:pt>
                <c:pt idx="2150">
                  <c:v>45371</c:v>
                </c:pt>
                <c:pt idx="2151">
                  <c:v>45372</c:v>
                </c:pt>
                <c:pt idx="2152">
                  <c:v>45373</c:v>
                </c:pt>
                <c:pt idx="2153">
                  <c:v>45377</c:v>
                </c:pt>
                <c:pt idx="2154">
                  <c:v>45378</c:v>
                </c:pt>
                <c:pt idx="2155">
                  <c:v>45379</c:v>
                </c:pt>
                <c:pt idx="2156">
                  <c:v>45384</c:v>
                </c:pt>
                <c:pt idx="2157">
                  <c:v>45385</c:v>
                </c:pt>
                <c:pt idx="2158">
                  <c:v>45386</c:v>
                </c:pt>
                <c:pt idx="2159">
                  <c:v>45387</c:v>
                </c:pt>
                <c:pt idx="2160">
                  <c:v>45390</c:v>
                </c:pt>
                <c:pt idx="2161">
                  <c:v>45392</c:v>
                </c:pt>
                <c:pt idx="2162">
                  <c:v>45394</c:v>
                </c:pt>
                <c:pt idx="2163">
                  <c:v>45397</c:v>
                </c:pt>
                <c:pt idx="2164">
                  <c:v>45398</c:v>
                </c:pt>
                <c:pt idx="2165">
                  <c:v>45400</c:v>
                </c:pt>
                <c:pt idx="2166">
                  <c:v>45401</c:v>
                </c:pt>
                <c:pt idx="2167">
                  <c:v>45404</c:v>
                </c:pt>
                <c:pt idx="2168">
                  <c:v>45405</c:v>
                </c:pt>
                <c:pt idx="2169">
                  <c:v>45406</c:v>
                </c:pt>
                <c:pt idx="2170">
                  <c:v>45407</c:v>
                </c:pt>
                <c:pt idx="2171">
                  <c:v>45408</c:v>
                </c:pt>
                <c:pt idx="2172">
                  <c:v>45411</c:v>
                </c:pt>
                <c:pt idx="2173">
                  <c:v>45412</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45433</c:v>
                </c:pt>
                <c:pt idx="2187">
                  <c:v>45434</c:v>
                </c:pt>
                <c:pt idx="2188">
                  <c:v>45436</c:v>
                </c:pt>
                <c:pt idx="2189">
                  <c:v>45440</c:v>
                </c:pt>
                <c:pt idx="2190">
                  <c:v>45441</c:v>
                </c:pt>
                <c:pt idx="2191">
                  <c:v>45442</c:v>
                </c:pt>
                <c:pt idx="2192">
                  <c:v>45443</c:v>
                </c:pt>
                <c:pt idx="2193">
                  <c:v>45446</c:v>
                </c:pt>
                <c:pt idx="2194">
                  <c:v>45447</c:v>
                </c:pt>
                <c:pt idx="2195">
                  <c:v>45448</c:v>
                </c:pt>
                <c:pt idx="2196">
                  <c:v>45449</c:v>
                </c:pt>
                <c:pt idx="2197">
                  <c:v>45450</c:v>
                </c:pt>
                <c:pt idx="2198">
                  <c:v>45453</c:v>
                </c:pt>
                <c:pt idx="2199">
                  <c:v>45454</c:v>
                </c:pt>
                <c:pt idx="2200">
                  <c:v>45455</c:v>
                </c:pt>
                <c:pt idx="2201">
                  <c:v>45456</c:v>
                </c:pt>
                <c:pt idx="2202">
                  <c:v>45457</c:v>
                </c:pt>
                <c:pt idx="2203">
                  <c:v>45461</c:v>
                </c:pt>
                <c:pt idx="2204">
                  <c:v>45463</c:v>
                </c:pt>
                <c:pt idx="2205">
                  <c:v>45464</c:v>
                </c:pt>
                <c:pt idx="2206">
                  <c:v>45467</c:v>
                </c:pt>
                <c:pt idx="2207">
                  <c:v>45468</c:v>
                </c:pt>
                <c:pt idx="2208">
                  <c:v>45469</c:v>
                </c:pt>
                <c:pt idx="2209">
                  <c:v>45470</c:v>
                </c:pt>
                <c:pt idx="2210">
                  <c:v>45471</c:v>
                </c:pt>
                <c:pt idx="2211">
                  <c:v>45474</c:v>
                </c:pt>
                <c:pt idx="2212">
                  <c:v>45475</c:v>
                </c:pt>
                <c:pt idx="2213">
                  <c:v>45476</c:v>
                </c:pt>
                <c:pt idx="2214">
                  <c:v>45478</c:v>
                </c:pt>
                <c:pt idx="2215">
                  <c:v>45481</c:v>
                </c:pt>
                <c:pt idx="2216">
                  <c:v>45482</c:v>
                </c:pt>
                <c:pt idx="2217">
                  <c:v>45483</c:v>
                </c:pt>
                <c:pt idx="2218">
                  <c:v>45484</c:v>
                </c:pt>
                <c:pt idx="2219">
                  <c:v>45485</c:v>
                </c:pt>
                <c:pt idx="2220">
                  <c:v>45488</c:v>
                </c:pt>
                <c:pt idx="2221">
                  <c:v>45489</c:v>
                </c:pt>
                <c:pt idx="2222">
                  <c:v>45491</c:v>
                </c:pt>
                <c:pt idx="2223">
                  <c:v>45492</c:v>
                </c:pt>
                <c:pt idx="2224">
                  <c:v>45495</c:v>
                </c:pt>
                <c:pt idx="2225">
                  <c:v>45496</c:v>
                </c:pt>
                <c:pt idx="2226">
                  <c:v>45497</c:v>
                </c:pt>
                <c:pt idx="2227">
                  <c:v>45498</c:v>
                </c:pt>
                <c:pt idx="2228">
                  <c:v>45499</c:v>
                </c:pt>
                <c:pt idx="2229">
                  <c:v>45502</c:v>
                </c:pt>
                <c:pt idx="2230">
                  <c:v>45503</c:v>
                </c:pt>
                <c:pt idx="2231">
                  <c:v>45504</c:v>
                </c:pt>
                <c:pt idx="2232">
                  <c:v>45505</c:v>
                </c:pt>
                <c:pt idx="2233">
                  <c:v>45506</c:v>
                </c:pt>
                <c:pt idx="2234">
                  <c:v>45509</c:v>
                </c:pt>
                <c:pt idx="2235">
                  <c:v>45510</c:v>
                </c:pt>
                <c:pt idx="2236">
                  <c:v>45511</c:v>
                </c:pt>
                <c:pt idx="2237">
                  <c:v>45512</c:v>
                </c:pt>
                <c:pt idx="2238">
                  <c:v>45513</c:v>
                </c:pt>
                <c:pt idx="2239">
                  <c:v>45516</c:v>
                </c:pt>
                <c:pt idx="2240">
                  <c:v>45517</c:v>
                </c:pt>
                <c:pt idx="2241">
                  <c:v>45518</c:v>
                </c:pt>
                <c:pt idx="2242">
                  <c:v>45520</c:v>
                </c:pt>
                <c:pt idx="2243">
                  <c:v>45523</c:v>
                </c:pt>
                <c:pt idx="2244">
                  <c:v>45524</c:v>
                </c:pt>
                <c:pt idx="2245">
                  <c:v>45525</c:v>
                </c:pt>
                <c:pt idx="2246">
                  <c:v>45526</c:v>
                </c:pt>
                <c:pt idx="2247">
                  <c:v>45527</c:v>
                </c:pt>
                <c:pt idx="2248">
                  <c:v>45530</c:v>
                </c:pt>
                <c:pt idx="2249">
                  <c:v>45531</c:v>
                </c:pt>
                <c:pt idx="2250">
                  <c:v>45532</c:v>
                </c:pt>
                <c:pt idx="2251">
                  <c:v>45533</c:v>
                </c:pt>
                <c:pt idx="2252">
                  <c:v>45534</c:v>
                </c:pt>
                <c:pt idx="2253">
                  <c:v>45538</c:v>
                </c:pt>
                <c:pt idx="2254">
                  <c:v>45539</c:v>
                </c:pt>
                <c:pt idx="2255">
                  <c:v>45540</c:v>
                </c:pt>
                <c:pt idx="2256">
                  <c:v>45541</c:v>
                </c:pt>
                <c:pt idx="2257">
                  <c:v>45544</c:v>
                </c:pt>
                <c:pt idx="2258">
                  <c:v>45545</c:v>
                </c:pt>
                <c:pt idx="2259">
                  <c:v>45546</c:v>
                </c:pt>
                <c:pt idx="2260">
                  <c:v>45547</c:v>
                </c:pt>
                <c:pt idx="2261">
                  <c:v>45548</c:v>
                </c:pt>
                <c:pt idx="2262">
                  <c:v>45551</c:v>
                </c:pt>
                <c:pt idx="2263">
                  <c:v>45552</c:v>
                </c:pt>
                <c:pt idx="2264">
                  <c:v>45554</c:v>
                </c:pt>
                <c:pt idx="2265">
                  <c:v>45555</c:v>
                </c:pt>
                <c:pt idx="2266">
                  <c:v>45558</c:v>
                </c:pt>
                <c:pt idx="2267">
                  <c:v>45559</c:v>
                </c:pt>
                <c:pt idx="2268">
                  <c:v>45560</c:v>
                </c:pt>
                <c:pt idx="2269">
                  <c:v>45561</c:v>
                </c:pt>
                <c:pt idx="2270">
                  <c:v>45562</c:v>
                </c:pt>
                <c:pt idx="2271">
                  <c:v>45565</c:v>
                </c:pt>
                <c:pt idx="2272">
                  <c:v>45566</c:v>
                </c:pt>
                <c:pt idx="2273">
                  <c:v>45568</c:v>
                </c:pt>
                <c:pt idx="2274">
                  <c:v>45569</c:v>
                </c:pt>
                <c:pt idx="2275">
                  <c:v>45572</c:v>
                </c:pt>
                <c:pt idx="2276">
                  <c:v>45573</c:v>
                </c:pt>
                <c:pt idx="2277">
                  <c:v>45574</c:v>
                </c:pt>
                <c:pt idx="2278">
                  <c:v>45575</c:v>
                </c:pt>
                <c:pt idx="2279">
                  <c:v>45576</c:v>
                </c:pt>
                <c:pt idx="2280">
                  <c:v>45580</c:v>
                </c:pt>
                <c:pt idx="2281">
                  <c:v>45581</c:v>
                </c:pt>
                <c:pt idx="2282">
                  <c:v>45582</c:v>
                </c:pt>
                <c:pt idx="2283">
                  <c:v>45583</c:v>
                </c:pt>
                <c:pt idx="2284">
                  <c:v>45586</c:v>
                </c:pt>
                <c:pt idx="2285">
                  <c:v>45587</c:v>
                </c:pt>
                <c:pt idx="2286">
                  <c:v>45588</c:v>
                </c:pt>
                <c:pt idx="2287">
                  <c:v>45589</c:v>
                </c:pt>
                <c:pt idx="2288">
                  <c:v>45590</c:v>
                </c:pt>
                <c:pt idx="2289">
                  <c:v>45593</c:v>
                </c:pt>
                <c:pt idx="2290">
                  <c:v>45594</c:v>
                </c:pt>
                <c:pt idx="2291">
                  <c:v>45595</c:v>
                </c:pt>
                <c:pt idx="2292">
                  <c:v>45596</c:v>
                </c:pt>
                <c:pt idx="2293">
                  <c:v>45600</c:v>
                </c:pt>
                <c:pt idx="2294">
                  <c:v>45601</c:v>
                </c:pt>
                <c:pt idx="2295">
                  <c:v>45602</c:v>
                </c:pt>
                <c:pt idx="2296">
                  <c:v>45603</c:v>
                </c:pt>
                <c:pt idx="2297">
                  <c:v>45604</c:v>
                </c:pt>
                <c:pt idx="2298">
                  <c:v>45608</c:v>
                </c:pt>
                <c:pt idx="2299">
                  <c:v>45609</c:v>
                </c:pt>
                <c:pt idx="2300">
                  <c:v>45610</c:v>
                </c:pt>
                <c:pt idx="2301">
                  <c:v>45614</c:v>
                </c:pt>
                <c:pt idx="2302">
                  <c:v>45615</c:v>
                </c:pt>
                <c:pt idx="2303">
                  <c:v>45617</c:v>
                </c:pt>
                <c:pt idx="2304">
                  <c:v>45618</c:v>
                </c:pt>
                <c:pt idx="2305">
                  <c:v>45621</c:v>
                </c:pt>
                <c:pt idx="2306">
                  <c:v>45622</c:v>
                </c:pt>
                <c:pt idx="2307">
                  <c:v>45623</c:v>
                </c:pt>
                <c:pt idx="2308">
                  <c:v>45625</c:v>
                </c:pt>
                <c:pt idx="2309">
                  <c:v>45628</c:v>
                </c:pt>
                <c:pt idx="2310">
                  <c:v>45629</c:v>
                </c:pt>
                <c:pt idx="2311">
                  <c:v>45630</c:v>
                </c:pt>
                <c:pt idx="2312">
                  <c:v>45631</c:v>
                </c:pt>
                <c:pt idx="2313">
                  <c:v>45632</c:v>
                </c:pt>
                <c:pt idx="2314">
                  <c:v>45635</c:v>
                </c:pt>
                <c:pt idx="2315">
                  <c:v>45636</c:v>
                </c:pt>
                <c:pt idx="2316">
                  <c:v>45637</c:v>
                </c:pt>
                <c:pt idx="2317">
                  <c:v>45638</c:v>
                </c:pt>
                <c:pt idx="2318">
                  <c:v>45639</c:v>
                </c:pt>
                <c:pt idx="2319">
                  <c:v>45642</c:v>
                </c:pt>
                <c:pt idx="2320">
                  <c:v>45643</c:v>
                </c:pt>
                <c:pt idx="2321">
                  <c:v>45644</c:v>
                </c:pt>
                <c:pt idx="2322">
                  <c:v>45645</c:v>
                </c:pt>
                <c:pt idx="2323">
                  <c:v>45646</c:v>
                </c:pt>
                <c:pt idx="2324">
                  <c:v>45649</c:v>
                </c:pt>
                <c:pt idx="2325">
                  <c:v>45650</c:v>
                </c:pt>
                <c:pt idx="2326">
                  <c:v>45652</c:v>
                </c:pt>
                <c:pt idx="2327">
                  <c:v>45653</c:v>
                </c:pt>
                <c:pt idx="2328">
                  <c:v>45656</c:v>
                </c:pt>
                <c:pt idx="2329">
                  <c:v>45657</c:v>
                </c:pt>
                <c:pt idx="2330">
                  <c:v>45659</c:v>
                </c:pt>
                <c:pt idx="2331">
                  <c:v>45660</c:v>
                </c:pt>
                <c:pt idx="2332">
                  <c:v>45663</c:v>
                </c:pt>
                <c:pt idx="2333">
                  <c:v>45664</c:v>
                </c:pt>
                <c:pt idx="2334">
                  <c:v>45665</c:v>
                </c:pt>
                <c:pt idx="2335">
                  <c:v>45666</c:v>
                </c:pt>
                <c:pt idx="2336">
                  <c:v>45667</c:v>
                </c:pt>
                <c:pt idx="2337">
                  <c:v>45670</c:v>
                </c:pt>
                <c:pt idx="2338">
                  <c:v>45671</c:v>
                </c:pt>
                <c:pt idx="2339">
                  <c:v>45672</c:v>
                </c:pt>
                <c:pt idx="2340">
                  <c:v>45673</c:v>
                </c:pt>
                <c:pt idx="2341">
                  <c:v>45674</c:v>
                </c:pt>
                <c:pt idx="2342">
                  <c:v>45678</c:v>
                </c:pt>
                <c:pt idx="2343">
                  <c:v>45679</c:v>
                </c:pt>
                <c:pt idx="2344">
                  <c:v>45680</c:v>
                </c:pt>
                <c:pt idx="2345">
                  <c:v>45681</c:v>
                </c:pt>
                <c:pt idx="2346">
                  <c:v>45684</c:v>
                </c:pt>
                <c:pt idx="2347">
                  <c:v>45685</c:v>
                </c:pt>
                <c:pt idx="2348">
                  <c:v>45686</c:v>
                </c:pt>
                <c:pt idx="2349">
                  <c:v>45687</c:v>
                </c:pt>
                <c:pt idx="2350">
                  <c:v>45688</c:v>
                </c:pt>
                <c:pt idx="2351">
                  <c:v>45691</c:v>
                </c:pt>
                <c:pt idx="2352">
                  <c:v>45692</c:v>
                </c:pt>
                <c:pt idx="2353">
                  <c:v>45693</c:v>
                </c:pt>
                <c:pt idx="2354">
                  <c:v>45694</c:v>
                </c:pt>
                <c:pt idx="2355">
                  <c:v>45695</c:v>
                </c:pt>
                <c:pt idx="2356">
                  <c:v>45698</c:v>
                </c:pt>
                <c:pt idx="2357">
                  <c:v>45699</c:v>
                </c:pt>
                <c:pt idx="2358">
                  <c:v>45700</c:v>
                </c:pt>
                <c:pt idx="2359">
                  <c:v>45701</c:v>
                </c:pt>
                <c:pt idx="2360">
                  <c:v>45702</c:v>
                </c:pt>
                <c:pt idx="2361">
                  <c:v>45706</c:v>
                </c:pt>
                <c:pt idx="2362">
                  <c:v>45708</c:v>
                </c:pt>
                <c:pt idx="2363">
                  <c:v>45709</c:v>
                </c:pt>
                <c:pt idx="2364">
                  <c:v>45712</c:v>
                </c:pt>
                <c:pt idx="2365">
                  <c:v>45713</c:v>
                </c:pt>
                <c:pt idx="2366">
                  <c:v>45715</c:v>
                </c:pt>
                <c:pt idx="2367">
                  <c:v>45716</c:v>
                </c:pt>
                <c:pt idx="2368">
                  <c:v>45719</c:v>
                </c:pt>
                <c:pt idx="2369">
                  <c:v>45720</c:v>
                </c:pt>
                <c:pt idx="2370">
                  <c:v>45721</c:v>
                </c:pt>
                <c:pt idx="2371">
                  <c:v>45722</c:v>
                </c:pt>
                <c:pt idx="2372">
                  <c:v>45723</c:v>
                </c:pt>
                <c:pt idx="2373">
                  <c:v>45726</c:v>
                </c:pt>
                <c:pt idx="2374">
                  <c:v>45727</c:v>
                </c:pt>
                <c:pt idx="2375">
                  <c:v>45728</c:v>
                </c:pt>
                <c:pt idx="2376">
                  <c:v>45729</c:v>
                </c:pt>
                <c:pt idx="2377">
                  <c:v>45733</c:v>
                </c:pt>
                <c:pt idx="2378">
                  <c:v>45734</c:v>
                </c:pt>
                <c:pt idx="2379">
                  <c:v>45735</c:v>
                </c:pt>
                <c:pt idx="2380">
                  <c:v>45736</c:v>
                </c:pt>
                <c:pt idx="2381">
                  <c:v>45737</c:v>
                </c:pt>
                <c:pt idx="2382">
                  <c:v>45740</c:v>
                </c:pt>
                <c:pt idx="2383">
                  <c:v>45741</c:v>
                </c:pt>
                <c:pt idx="2384">
                  <c:v>45742</c:v>
                </c:pt>
                <c:pt idx="2385">
                  <c:v>45743</c:v>
                </c:pt>
                <c:pt idx="2386">
                  <c:v>45744</c:v>
                </c:pt>
                <c:pt idx="2387">
                  <c:v>45749</c:v>
                </c:pt>
                <c:pt idx="2388">
                  <c:v>45750</c:v>
                </c:pt>
              </c:numCache>
            </c:numRef>
          </c:cat>
          <c:val>
            <c:numRef>
              <c:f>'10Y G-Sec'!$AM$2:$AM$2390</c:f>
            </c:numRef>
          </c:val>
          <c:smooth val="0"/>
          <c:extLst>
            <c:ext xmlns:c16="http://schemas.microsoft.com/office/drawing/2014/chart" uri="{C3380CC4-5D6E-409C-BE32-E72D297353CC}">
              <c16:uniqueId val="{00000001-C063-C84B-AA24-B2199096610F}"/>
            </c:ext>
          </c:extLst>
        </c:ser>
        <c:ser>
          <c:idx val="2"/>
          <c:order val="2"/>
          <c:tx>
            <c:strRef>
              <c:f>'10Y G-Sec'!$AN$1</c:f>
              <c:strCache>
                <c:ptCount val="1"/>
                <c:pt idx="0">
                  <c:v>Spread-India-US10Y Yield</c:v>
                </c:pt>
              </c:strCache>
            </c:strRef>
          </c:tx>
          <c:spPr>
            <a:ln w="12700" cap="rnd">
              <a:solidFill>
                <a:schemeClr val="accent3"/>
              </a:solidFill>
              <a:round/>
            </a:ln>
            <a:effectLst>
              <a:outerShdw blurRad="50800" dist="38100" dir="2700000" algn="tl" rotWithShape="0">
                <a:prstClr val="black">
                  <a:alpha val="40000"/>
                </a:prstClr>
              </a:outerShdw>
            </a:effectLst>
          </c:spPr>
          <c:marker>
            <c:symbol val="none"/>
          </c:marker>
          <c:cat>
            <c:numRef>
              <c:f>'10Y G-Sec'!$AK$2:$AK$2390</c:f>
              <c:numCache>
                <c:formatCode>mmm\-yy</c:formatCode>
                <c:ptCount val="2389"/>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42031</c:v>
                </c:pt>
                <c:pt idx="16">
                  <c:v>42032</c:v>
                </c:pt>
                <c:pt idx="17">
                  <c:v>42033</c:v>
                </c:pt>
                <c:pt idx="18">
                  <c:v>42034</c:v>
                </c:pt>
                <c:pt idx="19">
                  <c:v>42037</c:v>
                </c:pt>
                <c:pt idx="20">
                  <c:v>42038</c:v>
                </c:pt>
                <c:pt idx="21">
                  <c:v>42039</c:v>
                </c:pt>
                <c:pt idx="22">
                  <c:v>42040</c:v>
                </c:pt>
                <c:pt idx="23">
                  <c:v>42041</c:v>
                </c:pt>
                <c:pt idx="24">
                  <c:v>42044</c:v>
                </c:pt>
                <c:pt idx="25">
                  <c:v>42045</c:v>
                </c:pt>
                <c:pt idx="26">
                  <c:v>42046</c:v>
                </c:pt>
                <c:pt idx="27">
                  <c:v>42047</c:v>
                </c:pt>
                <c:pt idx="28">
                  <c:v>42048</c:v>
                </c:pt>
                <c:pt idx="29">
                  <c:v>42053</c:v>
                </c:pt>
                <c:pt idx="30">
                  <c:v>42054</c:v>
                </c:pt>
                <c:pt idx="31">
                  <c:v>42055</c:v>
                </c:pt>
                <c:pt idx="32">
                  <c:v>42058</c:v>
                </c:pt>
                <c:pt idx="33">
                  <c:v>42059</c:v>
                </c:pt>
                <c:pt idx="34">
                  <c:v>42060</c:v>
                </c:pt>
                <c:pt idx="35">
                  <c:v>42061</c:v>
                </c:pt>
                <c:pt idx="36">
                  <c:v>42062</c:v>
                </c:pt>
                <c:pt idx="37">
                  <c:v>42065</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42090</c:v>
                </c:pt>
                <c:pt idx="56">
                  <c:v>42093</c:v>
                </c:pt>
                <c:pt idx="57">
                  <c:v>42094</c:v>
                </c:pt>
                <c:pt idx="58">
                  <c:v>42100</c:v>
                </c:pt>
                <c:pt idx="59">
                  <c:v>42101</c:v>
                </c:pt>
                <c:pt idx="60">
                  <c:v>42102</c:v>
                </c:pt>
                <c:pt idx="61">
                  <c:v>42103</c:v>
                </c:pt>
                <c:pt idx="62">
                  <c:v>42104</c:v>
                </c:pt>
                <c:pt idx="63">
                  <c:v>42107</c:v>
                </c:pt>
                <c:pt idx="64">
                  <c:v>42109</c:v>
                </c:pt>
                <c:pt idx="65">
                  <c:v>42110</c:v>
                </c:pt>
                <c:pt idx="66">
                  <c:v>42111</c:v>
                </c:pt>
                <c:pt idx="67">
                  <c:v>42114</c:v>
                </c:pt>
                <c:pt idx="68">
                  <c:v>42115</c:v>
                </c:pt>
                <c:pt idx="69">
                  <c:v>42116</c:v>
                </c:pt>
                <c:pt idx="70">
                  <c:v>42117</c:v>
                </c:pt>
                <c:pt idx="71">
                  <c:v>42118</c:v>
                </c:pt>
                <c:pt idx="72">
                  <c:v>42121</c:v>
                </c:pt>
                <c:pt idx="73">
                  <c:v>42122</c:v>
                </c:pt>
                <c:pt idx="74">
                  <c:v>42123</c:v>
                </c:pt>
                <c:pt idx="75">
                  <c:v>42124</c:v>
                </c:pt>
                <c:pt idx="76">
                  <c:v>42129</c:v>
                </c:pt>
                <c:pt idx="77">
                  <c:v>42130</c:v>
                </c:pt>
                <c:pt idx="78">
                  <c:v>42131</c:v>
                </c:pt>
                <c:pt idx="79">
                  <c:v>42132</c:v>
                </c:pt>
                <c:pt idx="80">
                  <c:v>42135</c:v>
                </c:pt>
                <c:pt idx="81">
                  <c:v>42136</c:v>
                </c:pt>
                <c:pt idx="82">
                  <c:v>42137</c:v>
                </c:pt>
                <c:pt idx="83">
                  <c:v>42138</c:v>
                </c:pt>
                <c:pt idx="84">
                  <c:v>42139</c:v>
                </c:pt>
                <c:pt idx="85">
                  <c:v>42142</c:v>
                </c:pt>
                <c:pt idx="86">
                  <c:v>42143</c:v>
                </c:pt>
                <c:pt idx="87">
                  <c:v>42144</c:v>
                </c:pt>
                <c:pt idx="88">
                  <c:v>42145</c:v>
                </c:pt>
                <c:pt idx="89">
                  <c:v>42146</c:v>
                </c:pt>
                <c:pt idx="90">
                  <c:v>42150</c:v>
                </c:pt>
                <c:pt idx="91">
                  <c:v>42151</c:v>
                </c:pt>
                <c:pt idx="92">
                  <c:v>42152</c:v>
                </c:pt>
                <c:pt idx="93">
                  <c:v>42153</c:v>
                </c:pt>
                <c:pt idx="94">
                  <c:v>42156</c:v>
                </c:pt>
                <c:pt idx="95">
                  <c:v>42157</c:v>
                </c:pt>
                <c:pt idx="96">
                  <c:v>42158</c:v>
                </c:pt>
                <c:pt idx="97">
                  <c:v>42159</c:v>
                </c:pt>
                <c:pt idx="98">
                  <c:v>42160</c:v>
                </c:pt>
                <c:pt idx="99">
                  <c:v>42163</c:v>
                </c:pt>
                <c:pt idx="100">
                  <c:v>42164</c:v>
                </c:pt>
                <c:pt idx="101">
                  <c:v>42165</c:v>
                </c:pt>
                <c:pt idx="102">
                  <c:v>42166</c:v>
                </c:pt>
                <c:pt idx="103">
                  <c:v>42167</c:v>
                </c:pt>
                <c:pt idx="104">
                  <c:v>42170</c:v>
                </c:pt>
                <c:pt idx="105">
                  <c:v>42171</c:v>
                </c:pt>
                <c:pt idx="106">
                  <c:v>42172</c:v>
                </c:pt>
                <c:pt idx="107">
                  <c:v>42173</c:v>
                </c:pt>
                <c:pt idx="108">
                  <c:v>42174</c:v>
                </c:pt>
                <c:pt idx="109">
                  <c:v>42177</c:v>
                </c:pt>
                <c:pt idx="110">
                  <c:v>42178</c:v>
                </c:pt>
                <c:pt idx="111">
                  <c:v>42179</c:v>
                </c:pt>
                <c:pt idx="112">
                  <c:v>42180</c:v>
                </c:pt>
                <c:pt idx="113">
                  <c:v>42181</c:v>
                </c:pt>
                <c:pt idx="114">
                  <c:v>42184</c:v>
                </c:pt>
                <c:pt idx="115">
                  <c:v>42185</c:v>
                </c:pt>
                <c:pt idx="116">
                  <c:v>42186</c:v>
                </c:pt>
                <c:pt idx="117">
                  <c:v>42187</c:v>
                </c:pt>
                <c:pt idx="118">
                  <c:v>42191</c:v>
                </c:pt>
                <c:pt idx="119">
                  <c:v>42192</c:v>
                </c:pt>
                <c:pt idx="120">
                  <c:v>42193</c:v>
                </c:pt>
                <c:pt idx="121">
                  <c:v>42194</c:v>
                </c:pt>
                <c:pt idx="122">
                  <c:v>42195</c:v>
                </c:pt>
                <c:pt idx="123">
                  <c:v>42198</c:v>
                </c:pt>
                <c:pt idx="124">
                  <c:v>42199</c:v>
                </c:pt>
                <c:pt idx="125">
                  <c:v>42200</c:v>
                </c:pt>
                <c:pt idx="126">
                  <c:v>42201</c:v>
                </c:pt>
                <c:pt idx="127">
                  <c:v>42202</c:v>
                </c:pt>
                <c:pt idx="128">
                  <c:v>42205</c:v>
                </c:pt>
                <c:pt idx="129">
                  <c:v>42206</c:v>
                </c:pt>
                <c:pt idx="130">
                  <c:v>42207</c:v>
                </c:pt>
                <c:pt idx="131">
                  <c:v>42208</c:v>
                </c:pt>
                <c:pt idx="132">
                  <c:v>42209</c:v>
                </c:pt>
                <c:pt idx="133">
                  <c:v>42212</c:v>
                </c:pt>
                <c:pt idx="134">
                  <c:v>42213</c:v>
                </c:pt>
                <c:pt idx="135">
                  <c:v>42214</c:v>
                </c:pt>
                <c:pt idx="136">
                  <c:v>42215</c:v>
                </c:pt>
                <c:pt idx="137">
                  <c:v>42216</c:v>
                </c:pt>
                <c:pt idx="138">
                  <c:v>42219</c:v>
                </c:pt>
                <c:pt idx="139">
                  <c:v>42220</c:v>
                </c:pt>
                <c:pt idx="140">
                  <c:v>42221</c:v>
                </c:pt>
                <c:pt idx="141">
                  <c:v>42222</c:v>
                </c:pt>
                <c:pt idx="142">
                  <c:v>42223</c:v>
                </c:pt>
                <c:pt idx="143">
                  <c:v>42226</c:v>
                </c:pt>
                <c:pt idx="144">
                  <c:v>42227</c:v>
                </c:pt>
                <c:pt idx="145">
                  <c:v>42228</c:v>
                </c:pt>
                <c:pt idx="146">
                  <c:v>42229</c:v>
                </c:pt>
                <c:pt idx="147">
                  <c:v>42230</c:v>
                </c:pt>
                <c:pt idx="148">
                  <c:v>42233</c:v>
                </c:pt>
                <c:pt idx="149">
                  <c:v>42235</c:v>
                </c:pt>
                <c:pt idx="150">
                  <c:v>42236</c:v>
                </c:pt>
                <c:pt idx="151">
                  <c:v>42237</c:v>
                </c:pt>
                <c:pt idx="152">
                  <c:v>42240</c:v>
                </c:pt>
                <c:pt idx="153">
                  <c:v>42241</c:v>
                </c:pt>
                <c:pt idx="154">
                  <c:v>42242</c:v>
                </c:pt>
                <c:pt idx="155">
                  <c:v>42243</c:v>
                </c:pt>
                <c:pt idx="156">
                  <c:v>42244</c:v>
                </c:pt>
                <c:pt idx="157">
                  <c:v>42247</c:v>
                </c:pt>
                <c:pt idx="158">
                  <c:v>42248</c:v>
                </c:pt>
                <c:pt idx="159">
                  <c:v>42249</c:v>
                </c:pt>
                <c:pt idx="160">
                  <c:v>42250</c:v>
                </c:pt>
                <c:pt idx="161">
                  <c:v>42251</c:v>
                </c:pt>
                <c:pt idx="162">
                  <c:v>42255</c:v>
                </c:pt>
                <c:pt idx="163">
                  <c:v>42256</c:v>
                </c:pt>
                <c:pt idx="164">
                  <c:v>42257</c:v>
                </c:pt>
                <c:pt idx="165">
                  <c:v>42258</c:v>
                </c:pt>
                <c:pt idx="166">
                  <c:v>42261</c:v>
                </c:pt>
                <c:pt idx="167">
                  <c:v>42262</c:v>
                </c:pt>
                <c:pt idx="168">
                  <c:v>42263</c:v>
                </c:pt>
                <c:pt idx="169">
                  <c:v>42265</c:v>
                </c:pt>
                <c:pt idx="170">
                  <c:v>42268</c:v>
                </c:pt>
                <c:pt idx="171">
                  <c:v>42269</c:v>
                </c:pt>
                <c:pt idx="172">
                  <c:v>42270</c:v>
                </c:pt>
                <c:pt idx="173">
                  <c:v>42271</c:v>
                </c:pt>
                <c:pt idx="174">
                  <c:v>42275</c:v>
                </c:pt>
                <c:pt idx="175">
                  <c:v>42276</c:v>
                </c:pt>
                <c:pt idx="176">
                  <c:v>42277</c:v>
                </c:pt>
                <c:pt idx="177">
                  <c:v>42278</c:v>
                </c:pt>
                <c:pt idx="178">
                  <c:v>42282</c:v>
                </c:pt>
                <c:pt idx="179">
                  <c:v>42283</c:v>
                </c:pt>
                <c:pt idx="180">
                  <c:v>42284</c:v>
                </c:pt>
                <c:pt idx="181">
                  <c:v>42285</c:v>
                </c:pt>
                <c:pt idx="182">
                  <c:v>42286</c:v>
                </c:pt>
                <c:pt idx="183">
                  <c:v>42290</c:v>
                </c:pt>
                <c:pt idx="184">
                  <c:v>42291</c:v>
                </c:pt>
                <c:pt idx="185">
                  <c:v>42292</c:v>
                </c:pt>
                <c:pt idx="186">
                  <c:v>42293</c:v>
                </c:pt>
                <c:pt idx="187">
                  <c:v>42296</c:v>
                </c:pt>
                <c:pt idx="188">
                  <c:v>42297</c:v>
                </c:pt>
                <c:pt idx="189">
                  <c:v>42298</c:v>
                </c:pt>
                <c:pt idx="190">
                  <c:v>42300</c:v>
                </c:pt>
                <c:pt idx="191">
                  <c:v>42303</c:v>
                </c:pt>
                <c:pt idx="192">
                  <c:v>42304</c:v>
                </c:pt>
                <c:pt idx="193">
                  <c:v>42305</c:v>
                </c:pt>
                <c:pt idx="194">
                  <c:v>42306</c:v>
                </c:pt>
                <c:pt idx="195">
                  <c:v>42307</c:v>
                </c:pt>
                <c:pt idx="196">
                  <c:v>42310</c:v>
                </c:pt>
                <c:pt idx="197">
                  <c:v>42311</c:v>
                </c:pt>
                <c:pt idx="198">
                  <c:v>42312</c:v>
                </c:pt>
                <c:pt idx="199">
                  <c:v>42313</c:v>
                </c:pt>
                <c:pt idx="200">
                  <c:v>42314</c:v>
                </c:pt>
                <c:pt idx="201">
                  <c:v>42317</c:v>
                </c:pt>
                <c:pt idx="202">
                  <c:v>42318</c:v>
                </c:pt>
                <c:pt idx="203">
                  <c:v>42321</c:v>
                </c:pt>
                <c:pt idx="204">
                  <c:v>42324</c:v>
                </c:pt>
                <c:pt idx="205">
                  <c:v>42325</c:v>
                </c:pt>
                <c:pt idx="206">
                  <c:v>42326</c:v>
                </c:pt>
                <c:pt idx="207">
                  <c:v>42327</c:v>
                </c:pt>
                <c:pt idx="208">
                  <c:v>42328</c:v>
                </c:pt>
                <c:pt idx="209">
                  <c:v>42331</c:v>
                </c:pt>
                <c:pt idx="210">
                  <c:v>42332</c:v>
                </c:pt>
                <c:pt idx="211">
                  <c:v>42335</c:v>
                </c:pt>
                <c:pt idx="212">
                  <c:v>42338</c:v>
                </c:pt>
                <c:pt idx="213">
                  <c:v>42339</c:v>
                </c:pt>
                <c:pt idx="214">
                  <c:v>42340</c:v>
                </c:pt>
                <c:pt idx="215">
                  <c:v>42341</c:v>
                </c:pt>
                <c:pt idx="216">
                  <c:v>42342</c:v>
                </c:pt>
                <c:pt idx="217">
                  <c:v>42345</c:v>
                </c:pt>
                <c:pt idx="218">
                  <c:v>42346</c:v>
                </c:pt>
                <c:pt idx="219">
                  <c:v>42347</c:v>
                </c:pt>
                <c:pt idx="220">
                  <c:v>42348</c:v>
                </c:pt>
                <c:pt idx="221">
                  <c:v>42349</c:v>
                </c:pt>
                <c:pt idx="222">
                  <c:v>42352</c:v>
                </c:pt>
                <c:pt idx="223">
                  <c:v>42353</c:v>
                </c:pt>
                <c:pt idx="224">
                  <c:v>42354</c:v>
                </c:pt>
                <c:pt idx="225">
                  <c:v>42355</c:v>
                </c:pt>
                <c:pt idx="226">
                  <c:v>42356</c:v>
                </c:pt>
                <c:pt idx="227">
                  <c:v>42359</c:v>
                </c:pt>
                <c:pt idx="228">
                  <c:v>42360</c:v>
                </c:pt>
                <c:pt idx="229">
                  <c:v>42361</c:v>
                </c:pt>
                <c:pt idx="230">
                  <c:v>42366</c:v>
                </c:pt>
                <c:pt idx="231">
                  <c:v>42367</c:v>
                </c:pt>
                <c:pt idx="232">
                  <c:v>42368</c:v>
                </c:pt>
                <c:pt idx="233">
                  <c:v>42369</c:v>
                </c:pt>
                <c:pt idx="234">
                  <c:v>42373</c:v>
                </c:pt>
                <c:pt idx="235">
                  <c:v>42374</c:v>
                </c:pt>
                <c:pt idx="236">
                  <c:v>42375</c:v>
                </c:pt>
                <c:pt idx="237">
                  <c:v>42376</c:v>
                </c:pt>
                <c:pt idx="238">
                  <c:v>42377</c:v>
                </c:pt>
                <c:pt idx="239">
                  <c:v>42380</c:v>
                </c:pt>
                <c:pt idx="240">
                  <c:v>42381</c:v>
                </c:pt>
                <c:pt idx="241">
                  <c:v>42382</c:v>
                </c:pt>
                <c:pt idx="242">
                  <c:v>42383</c:v>
                </c:pt>
                <c:pt idx="243">
                  <c:v>42384</c:v>
                </c:pt>
                <c:pt idx="244">
                  <c:v>42388</c:v>
                </c:pt>
                <c:pt idx="245">
                  <c:v>42389</c:v>
                </c:pt>
                <c:pt idx="246">
                  <c:v>42390</c:v>
                </c:pt>
                <c:pt idx="247">
                  <c:v>42391</c:v>
                </c:pt>
                <c:pt idx="248">
                  <c:v>42394</c:v>
                </c:pt>
                <c:pt idx="249">
                  <c:v>42396</c:v>
                </c:pt>
                <c:pt idx="250">
                  <c:v>42397</c:v>
                </c:pt>
                <c:pt idx="251">
                  <c:v>42398</c:v>
                </c:pt>
                <c:pt idx="252">
                  <c:v>42401</c:v>
                </c:pt>
                <c:pt idx="253">
                  <c:v>42402</c:v>
                </c:pt>
                <c:pt idx="254">
                  <c:v>42403</c:v>
                </c:pt>
                <c:pt idx="255">
                  <c:v>42404</c:v>
                </c:pt>
                <c:pt idx="256">
                  <c:v>42405</c:v>
                </c:pt>
                <c:pt idx="257">
                  <c:v>42408</c:v>
                </c:pt>
                <c:pt idx="258">
                  <c:v>42409</c:v>
                </c:pt>
                <c:pt idx="259">
                  <c:v>42410</c:v>
                </c:pt>
                <c:pt idx="260">
                  <c:v>42411</c:v>
                </c:pt>
                <c:pt idx="261">
                  <c:v>42412</c:v>
                </c:pt>
                <c:pt idx="262">
                  <c:v>42416</c:v>
                </c:pt>
                <c:pt idx="263">
                  <c:v>42417</c:v>
                </c:pt>
                <c:pt idx="264">
                  <c:v>42418</c:v>
                </c:pt>
                <c:pt idx="265">
                  <c:v>42422</c:v>
                </c:pt>
                <c:pt idx="266">
                  <c:v>42423</c:v>
                </c:pt>
                <c:pt idx="267">
                  <c:v>42424</c:v>
                </c:pt>
                <c:pt idx="268">
                  <c:v>42425</c:v>
                </c:pt>
                <c:pt idx="269">
                  <c:v>42426</c:v>
                </c:pt>
                <c:pt idx="270">
                  <c:v>42429</c:v>
                </c:pt>
                <c:pt idx="271">
                  <c:v>42430</c:v>
                </c:pt>
                <c:pt idx="272">
                  <c:v>42431</c:v>
                </c:pt>
                <c:pt idx="273">
                  <c:v>42432</c:v>
                </c:pt>
                <c:pt idx="274">
                  <c:v>42433</c:v>
                </c:pt>
                <c:pt idx="275">
                  <c:v>42437</c:v>
                </c:pt>
                <c:pt idx="276">
                  <c:v>42438</c:v>
                </c:pt>
                <c:pt idx="277">
                  <c:v>42439</c:v>
                </c:pt>
                <c:pt idx="278">
                  <c:v>42440</c:v>
                </c:pt>
                <c:pt idx="279">
                  <c:v>42443</c:v>
                </c:pt>
                <c:pt idx="280">
                  <c:v>42444</c:v>
                </c:pt>
                <c:pt idx="281">
                  <c:v>42445</c:v>
                </c:pt>
                <c:pt idx="282">
                  <c:v>42446</c:v>
                </c:pt>
                <c:pt idx="283">
                  <c:v>42447</c:v>
                </c:pt>
                <c:pt idx="284">
                  <c:v>42450</c:v>
                </c:pt>
                <c:pt idx="285">
                  <c:v>42451</c:v>
                </c:pt>
                <c:pt idx="286">
                  <c:v>42452</c:v>
                </c:pt>
                <c:pt idx="287">
                  <c:v>42457</c:v>
                </c:pt>
                <c:pt idx="288">
                  <c:v>42458</c:v>
                </c:pt>
                <c:pt idx="289">
                  <c:v>42459</c:v>
                </c:pt>
                <c:pt idx="290">
                  <c:v>42460</c:v>
                </c:pt>
                <c:pt idx="291">
                  <c:v>42464</c:v>
                </c:pt>
                <c:pt idx="292">
                  <c:v>42465</c:v>
                </c:pt>
                <c:pt idx="293">
                  <c:v>42466</c:v>
                </c:pt>
                <c:pt idx="294">
                  <c:v>42467</c:v>
                </c:pt>
                <c:pt idx="295">
                  <c:v>42471</c:v>
                </c:pt>
                <c:pt idx="296">
                  <c:v>42472</c:v>
                </c:pt>
                <c:pt idx="297">
                  <c:v>42473</c:v>
                </c:pt>
                <c:pt idx="298">
                  <c:v>42478</c:v>
                </c:pt>
                <c:pt idx="299">
                  <c:v>42480</c:v>
                </c:pt>
                <c:pt idx="300">
                  <c:v>42481</c:v>
                </c:pt>
                <c:pt idx="301">
                  <c:v>42482</c:v>
                </c:pt>
                <c:pt idx="302">
                  <c:v>42485</c:v>
                </c:pt>
                <c:pt idx="303">
                  <c:v>42486</c:v>
                </c:pt>
                <c:pt idx="304">
                  <c:v>42487</c:v>
                </c:pt>
                <c:pt idx="305">
                  <c:v>42488</c:v>
                </c:pt>
                <c:pt idx="306">
                  <c:v>42489</c:v>
                </c:pt>
                <c:pt idx="307">
                  <c:v>42492</c:v>
                </c:pt>
                <c:pt idx="308">
                  <c:v>42493</c:v>
                </c:pt>
                <c:pt idx="309">
                  <c:v>42494</c:v>
                </c:pt>
                <c:pt idx="310">
                  <c:v>42495</c:v>
                </c:pt>
                <c:pt idx="311">
                  <c:v>42496</c:v>
                </c:pt>
                <c:pt idx="312">
                  <c:v>42499</c:v>
                </c:pt>
                <c:pt idx="313">
                  <c:v>42500</c:v>
                </c:pt>
                <c:pt idx="314">
                  <c:v>42501</c:v>
                </c:pt>
                <c:pt idx="315">
                  <c:v>42502</c:v>
                </c:pt>
                <c:pt idx="316">
                  <c:v>42503</c:v>
                </c:pt>
                <c:pt idx="317">
                  <c:v>42506</c:v>
                </c:pt>
                <c:pt idx="318">
                  <c:v>42507</c:v>
                </c:pt>
                <c:pt idx="319">
                  <c:v>42508</c:v>
                </c:pt>
                <c:pt idx="320">
                  <c:v>42509</c:v>
                </c:pt>
                <c:pt idx="321">
                  <c:v>42510</c:v>
                </c:pt>
                <c:pt idx="322">
                  <c:v>42513</c:v>
                </c:pt>
                <c:pt idx="323">
                  <c:v>42514</c:v>
                </c:pt>
                <c:pt idx="324">
                  <c:v>42515</c:v>
                </c:pt>
                <c:pt idx="325">
                  <c:v>42516</c:v>
                </c:pt>
                <c:pt idx="326">
                  <c:v>42517</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42556</c:v>
                </c:pt>
                <c:pt idx="352">
                  <c:v>42558</c:v>
                </c:pt>
                <c:pt idx="353">
                  <c:v>42559</c:v>
                </c:pt>
                <c:pt idx="354">
                  <c:v>42562</c:v>
                </c:pt>
                <c:pt idx="355">
                  <c:v>42563</c:v>
                </c:pt>
                <c:pt idx="356">
                  <c:v>42564</c:v>
                </c:pt>
                <c:pt idx="357">
                  <c:v>42565</c:v>
                </c:pt>
                <c:pt idx="358">
                  <c:v>42566</c:v>
                </c:pt>
                <c:pt idx="359">
                  <c:v>42569</c:v>
                </c:pt>
                <c:pt idx="360">
                  <c:v>42570</c:v>
                </c:pt>
                <c:pt idx="361">
                  <c:v>42571</c:v>
                </c:pt>
                <c:pt idx="362">
                  <c:v>42572</c:v>
                </c:pt>
                <c:pt idx="363">
                  <c:v>42573</c:v>
                </c:pt>
                <c:pt idx="364">
                  <c:v>42576</c:v>
                </c:pt>
                <c:pt idx="365">
                  <c:v>42577</c:v>
                </c:pt>
                <c:pt idx="366">
                  <c:v>42578</c:v>
                </c:pt>
                <c:pt idx="367">
                  <c:v>42579</c:v>
                </c:pt>
                <c:pt idx="368">
                  <c:v>42580</c:v>
                </c:pt>
                <c:pt idx="369">
                  <c:v>42583</c:v>
                </c:pt>
                <c:pt idx="370">
                  <c:v>42584</c:v>
                </c:pt>
                <c:pt idx="371">
                  <c:v>42585</c:v>
                </c:pt>
                <c:pt idx="372">
                  <c:v>42586</c:v>
                </c:pt>
                <c:pt idx="373">
                  <c:v>42587</c:v>
                </c:pt>
                <c:pt idx="374">
                  <c:v>42590</c:v>
                </c:pt>
                <c:pt idx="375">
                  <c:v>42591</c:v>
                </c:pt>
                <c:pt idx="376">
                  <c:v>42592</c:v>
                </c:pt>
                <c:pt idx="377">
                  <c:v>42593</c:v>
                </c:pt>
                <c:pt idx="378">
                  <c:v>42594</c:v>
                </c:pt>
                <c:pt idx="379">
                  <c:v>42598</c:v>
                </c:pt>
                <c:pt idx="380">
                  <c:v>42600</c:v>
                </c:pt>
                <c:pt idx="381">
                  <c:v>42601</c:v>
                </c:pt>
                <c:pt idx="382">
                  <c:v>42604</c:v>
                </c:pt>
                <c:pt idx="383">
                  <c:v>42605</c:v>
                </c:pt>
                <c:pt idx="384">
                  <c:v>42606</c:v>
                </c:pt>
                <c:pt idx="385">
                  <c:v>42607</c:v>
                </c:pt>
                <c:pt idx="386">
                  <c:v>42608</c:v>
                </c:pt>
                <c:pt idx="387">
                  <c:v>42611</c:v>
                </c:pt>
                <c:pt idx="388">
                  <c:v>42612</c:v>
                </c:pt>
                <c:pt idx="389">
                  <c:v>42613</c:v>
                </c:pt>
                <c:pt idx="390">
                  <c:v>42614</c:v>
                </c:pt>
                <c:pt idx="391">
                  <c:v>42615</c:v>
                </c:pt>
                <c:pt idx="392">
                  <c:v>42619</c:v>
                </c:pt>
                <c:pt idx="393">
                  <c:v>42620</c:v>
                </c:pt>
                <c:pt idx="394">
                  <c:v>42621</c:v>
                </c:pt>
                <c:pt idx="395">
                  <c:v>42622</c:v>
                </c:pt>
                <c:pt idx="396">
                  <c:v>42625</c:v>
                </c:pt>
                <c:pt idx="397">
                  <c:v>42627</c:v>
                </c:pt>
                <c:pt idx="398">
                  <c:v>42628</c:v>
                </c:pt>
                <c:pt idx="399">
                  <c:v>42629</c:v>
                </c:pt>
                <c:pt idx="400">
                  <c:v>42632</c:v>
                </c:pt>
                <c:pt idx="401">
                  <c:v>42633</c:v>
                </c:pt>
                <c:pt idx="402">
                  <c:v>42634</c:v>
                </c:pt>
                <c:pt idx="403">
                  <c:v>42635</c:v>
                </c:pt>
                <c:pt idx="404">
                  <c:v>42636</c:v>
                </c:pt>
                <c:pt idx="405">
                  <c:v>42639</c:v>
                </c:pt>
                <c:pt idx="406">
                  <c:v>42640</c:v>
                </c:pt>
                <c:pt idx="407">
                  <c:v>42641</c:v>
                </c:pt>
                <c:pt idx="408">
                  <c:v>42642</c:v>
                </c:pt>
                <c:pt idx="409">
                  <c:v>42643</c:v>
                </c:pt>
                <c:pt idx="410">
                  <c:v>42646</c:v>
                </c:pt>
                <c:pt idx="411">
                  <c:v>42647</c:v>
                </c:pt>
                <c:pt idx="412">
                  <c:v>42648</c:v>
                </c:pt>
                <c:pt idx="413">
                  <c:v>42649</c:v>
                </c:pt>
                <c:pt idx="414">
                  <c:v>42650</c:v>
                </c:pt>
                <c:pt idx="415">
                  <c:v>42656</c:v>
                </c:pt>
                <c:pt idx="416">
                  <c:v>42657</c:v>
                </c:pt>
                <c:pt idx="417">
                  <c:v>42660</c:v>
                </c:pt>
                <c:pt idx="418">
                  <c:v>42661</c:v>
                </c:pt>
                <c:pt idx="419">
                  <c:v>42662</c:v>
                </c:pt>
                <c:pt idx="420">
                  <c:v>42663</c:v>
                </c:pt>
                <c:pt idx="421">
                  <c:v>42664</c:v>
                </c:pt>
                <c:pt idx="422">
                  <c:v>42667</c:v>
                </c:pt>
                <c:pt idx="423">
                  <c:v>42668</c:v>
                </c:pt>
                <c:pt idx="424">
                  <c:v>42669</c:v>
                </c:pt>
                <c:pt idx="425">
                  <c:v>42670</c:v>
                </c:pt>
                <c:pt idx="426">
                  <c:v>42671</c:v>
                </c:pt>
                <c:pt idx="427">
                  <c:v>42675</c:v>
                </c:pt>
                <c:pt idx="428">
                  <c:v>42676</c:v>
                </c:pt>
                <c:pt idx="429">
                  <c:v>42677</c:v>
                </c:pt>
                <c:pt idx="430">
                  <c:v>42678</c:v>
                </c:pt>
                <c:pt idx="431">
                  <c:v>42681</c:v>
                </c:pt>
                <c:pt idx="432">
                  <c:v>42682</c:v>
                </c:pt>
                <c:pt idx="433">
                  <c:v>42683</c:v>
                </c:pt>
                <c:pt idx="434">
                  <c:v>42684</c:v>
                </c:pt>
                <c:pt idx="435">
                  <c:v>42689</c:v>
                </c:pt>
                <c:pt idx="436">
                  <c:v>42690</c:v>
                </c:pt>
                <c:pt idx="437">
                  <c:v>42691</c:v>
                </c:pt>
                <c:pt idx="438">
                  <c:v>42692</c:v>
                </c:pt>
                <c:pt idx="439">
                  <c:v>42695</c:v>
                </c:pt>
                <c:pt idx="440">
                  <c:v>42696</c:v>
                </c:pt>
                <c:pt idx="441">
                  <c:v>42697</c:v>
                </c:pt>
                <c:pt idx="442">
                  <c:v>42699</c:v>
                </c:pt>
                <c:pt idx="443">
                  <c:v>42702</c:v>
                </c:pt>
                <c:pt idx="444">
                  <c:v>42703</c:v>
                </c:pt>
                <c:pt idx="445">
                  <c:v>42704</c:v>
                </c:pt>
                <c:pt idx="446">
                  <c:v>42705</c:v>
                </c:pt>
                <c:pt idx="447">
                  <c:v>42706</c:v>
                </c:pt>
                <c:pt idx="448">
                  <c:v>42709</c:v>
                </c:pt>
                <c:pt idx="449">
                  <c:v>42710</c:v>
                </c:pt>
                <c:pt idx="450">
                  <c:v>42711</c:v>
                </c:pt>
                <c:pt idx="451">
                  <c:v>42712</c:v>
                </c:pt>
                <c:pt idx="452">
                  <c:v>42713</c:v>
                </c:pt>
                <c:pt idx="453">
                  <c:v>42717</c:v>
                </c:pt>
                <c:pt idx="454">
                  <c:v>42718</c:v>
                </c:pt>
                <c:pt idx="455">
                  <c:v>42719</c:v>
                </c:pt>
                <c:pt idx="456">
                  <c:v>42720</c:v>
                </c:pt>
                <c:pt idx="457">
                  <c:v>42723</c:v>
                </c:pt>
                <c:pt idx="458">
                  <c:v>42724</c:v>
                </c:pt>
                <c:pt idx="459">
                  <c:v>42725</c:v>
                </c:pt>
                <c:pt idx="460">
                  <c:v>42726</c:v>
                </c:pt>
                <c:pt idx="461">
                  <c:v>42727</c:v>
                </c:pt>
                <c:pt idx="462">
                  <c:v>42731</c:v>
                </c:pt>
                <c:pt idx="463">
                  <c:v>42732</c:v>
                </c:pt>
                <c:pt idx="464">
                  <c:v>42733</c:v>
                </c:pt>
                <c:pt idx="465">
                  <c:v>42734</c:v>
                </c:pt>
                <c:pt idx="466">
                  <c:v>42738</c:v>
                </c:pt>
                <c:pt idx="467">
                  <c:v>42739</c:v>
                </c:pt>
                <c:pt idx="468">
                  <c:v>42740</c:v>
                </c:pt>
                <c:pt idx="469">
                  <c:v>42741</c:v>
                </c:pt>
                <c:pt idx="470">
                  <c:v>42744</c:v>
                </c:pt>
                <c:pt idx="471">
                  <c:v>42745</c:v>
                </c:pt>
                <c:pt idx="472">
                  <c:v>42746</c:v>
                </c:pt>
                <c:pt idx="473">
                  <c:v>42747</c:v>
                </c:pt>
                <c:pt idx="474">
                  <c:v>42748</c:v>
                </c:pt>
                <c:pt idx="475">
                  <c:v>42752</c:v>
                </c:pt>
                <c:pt idx="476">
                  <c:v>42753</c:v>
                </c:pt>
                <c:pt idx="477">
                  <c:v>42754</c:v>
                </c:pt>
                <c:pt idx="478">
                  <c:v>42755</c:v>
                </c:pt>
                <c:pt idx="479">
                  <c:v>42758</c:v>
                </c:pt>
                <c:pt idx="480">
                  <c:v>42759</c:v>
                </c:pt>
                <c:pt idx="481">
                  <c:v>42760</c:v>
                </c:pt>
                <c:pt idx="482">
                  <c:v>42762</c:v>
                </c:pt>
                <c:pt idx="483">
                  <c:v>42765</c:v>
                </c:pt>
                <c:pt idx="484">
                  <c:v>42766</c:v>
                </c:pt>
                <c:pt idx="485">
                  <c:v>42767</c:v>
                </c:pt>
                <c:pt idx="486">
                  <c:v>42768</c:v>
                </c:pt>
                <c:pt idx="487">
                  <c:v>42769</c:v>
                </c:pt>
                <c:pt idx="488">
                  <c:v>42772</c:v>
                </c:pt>
                <c:pt idx="489">
                  <c:v>42773</c:v>
                </c:pt>
                <c:pt idx="490">
                  <c:v>42774</c:v>
                </c:pt>
                <c:pt idx="491">
                  <c:v>42775</c:v>
                </c:pt>
                <c:pt idx="492">
                  <c:v>42776</c:v>
                </c:pt>
                <c:pt idx="493">
                  <c:v>42779</c:v>
                </c:pt>
                <c:pt idx="494">
                  <c:v>42780</c:v>
                </c:pt>
                <c:pt idx="495">
                  <c:v>42781</c:v>
                </c:pt>
                <c:pt idx="496">
                  <c:v>42782</c:v>
                </c:pt>
                <c:pt idx="497">
                  <c:v>42783</c:v>
                </c:pt>
                <c:pt idx="498">
                  <c:v>42788</c:v>
                </c:pt>
                <c:pt idx="499">
                  <c:v>42789</c:v>
                </c:pt>
                <c:pt idx="500">
                  <c:v>42793</c:v>
                </c:pt>
                <c:pt idx="501">
                  <c:v>42794</c:v>
                </c:pt>
                <c:pt idx="502">
                  <c:v>42795</c:v>
                </c:pt>
                <c:pt idx="503">
                  <c:v>42796</c:v>
                </c:pt>
                <c:pt idx="504">
                  <c:v>42797</c:v>
                </c:pt>
                <c:pt idx="505">
                  <c:v>42800</c:v>
                </c:pt>
                <c:pt idx="506">
                  <c:v>42801</c:v>
                </c:pt>
                <c:pt idx="507">
                  <c:v>42802</c:v>
                </c:pt>
                <c:pt idx="508">
                  <c:v>42803</c:v>
                </c:pt>
                <c:pt idx="509">
                  <c:v>42804</c:v>
                </c:pt>
                <c:pt idx="510">
                  <c:v>42808</c:v>
                </c:pt>
                <c:pt idx="511">
                  <c:v>42809</c:v>
                </c:pt>
                <c:pt idx="512">
                  <c:v>42810</c:v>
                </c:pt>
                <c:pt idx="513">
                  <c:v>42811</c:v>
                </c:pt>
                <c:pt idx="514">
                  <c:v>42814</c:v>
                </c:pt>
                <c:pt idx="515">
                  <c:v>42815</c:v>
                </c:pt>
                <c:pt idx="516">
                  <c:v>42816</c:v>
                </c:pt>
                <c:pt idx="517">
                  <c:v>42817</c:v>
                </c:pt>
                <c:pt idx="518">
                  <c:v>42818</c:v>
                </c:pt>
                <c:pt idx="519">
                  <c:v>42821</c:v>
                </c:pt>
                <c:pt idx="520">
                  <c:v>42823</c:v>
                </c:pt>
                <c:pt idx="521">
                  <c:v>42824</c:v>
                </c:pt>
                <c:pt idx="522">
                  <c:v>42825</c:v>
                </c:pt>
                <c:pt idx="523">
                  <c:v>42828</c:v>
                </c:pt>
                <c:pt idx="524">
                  <c:v>42830</c:v>
                </c:pt>
                <c:pt idx="525">
                  <c:v>42831</c:v>
                </c:pt>
                <c:pt idx="526">
                  <c:v>42832</c:v>
                </c:pt>
                <c:pt idx="527">
                  <c:v>42835</c:v>
                </c:pt>
                <c:pt idx="528">
                  <c:v>42836</c:v>
                </c:pt>
                <c:pt idx="529">
                  <c:v>42837</c:v>
                </c:pt>
                <c:pt idx="530">
                  <c:v>42838</c:v>
                </c:pt>
                <c:pt idx="531">
                  <c:v>42842</c:v>
                </c:pt>
                <c:pt idx="532">
                  <c:v>42843</c:v>
                </c:pt>
                <c:pt idx="533">
                  <c:v>42844</c:v>
                </c:pt>
                <c:pt idx="534">
                  <c:v>42845</c:v>
                </c:pt>
                <c:pt idx="535">
                  <c:v>42846</c:v>
                </c:pt>
                <c:pt idx="536">
                  <c:v>42849</c:v>
                </c:pt>
                <c:pt idx="537">
                  <c:v>42850</c:v>
                </c:pt>
                <c:pt idx="538">
                  <c:v>42851</c:v>
                </c:pt>
                <c:pt idx="539">
                  <c:v>42852</c:v>
                </c:pt>
                <c:pt idx="540">
                  <c:v>42853</c:v>
                </c:pt>
                <c:pt idx="541">
                  <c:v>42857</c:v>
                </c:pt>
                <c:pt idx="542">
                  <c:v>42858</c:v>
                </c:pt>
                <c:pt idx="543">
                  <c:v>42859</c:v>
                </c:pt>
                <c:pt idx="544">
                  <c:v>42860</c:v>
                </c:pt>
                <c:pt idx="545">
                  <c:v>42863</c:v>
                </c:pt>
                <c:pt idx="546">
                  <c:v>42864</c:v>
                </c:pt>
                <c:pt idx="547">
                  <c:v>42866</c:v>
                </c:pt>
                <c:pt idx="548">
                  <c:v>42867</c:v>
                </c:pt>
                <c:pt idx="549">
                  <c:v>42870</c:v>
                </c:pt>
                <c:pt idx="550">
                  <c:v>42871</c:v>
                </c:pt>
                <c:pt idx="551">
                  <c:v>42872</c:v>
                </c:pt>
                <c:pt idx="552">
                  <c:v>42873</c:v>
                </c:pt>
                <c:pt idx="553">
                  <c:v>42874</c:v>
                </c:pt>
                <c:pt idx="554">
                  <c:v>42877</c:v>
                </c:pt>
                <c:pt idx="555">
                  <c:v>42878</c:v>
                </c:pt>
                <c:pt idx="556">
                  <c:v>42879</c:v>
                </c:pt>
                <c:pt idx="557">
                  <c:v>42880</c:v>
                </c:pt>
                <c:pt idx="558">
                  <c:v>42881</c:v>
                </c:pt>
                <c:pt idx="559">
                  <c:v>42885</c:v>
                </c:pt>
                <c:pt idx="560">
                  <c:v>42886</c:v>
                </c:pt>
                <c:pt idx="561">
                  <c:v>42887</c:v>
                </c:pt>
                <c:pt idx="562">
                  <c:v>42888</c:v>
                </c:pt>
                <c:pt idx="563">
                  <c:v>42891</c:v>
                </c:pt>
                <c:pt idx="564">
                  <c:v>42892</c:v>
                </c:pt>
                <c:pt idx="565">
                  <c:v>42893</c:v>
                </c:pt>
                <c:pt idx="566">
                  <c:v>42894</c:v>
                </c:pt>
                <c:pt idx="567">
                  <c:v>42895</c:v>
                </c:pt>
                <c:pt idx="568">
                  <c:v>42898</c:v>
                </c:pt>
                <c:pt idx="569">
                  <c:v>42899</c:v>
                </c:pt>
                <c:pt idx="570">
                  <c:v>42900</c:v>
                </c:pt>
                <c:pt idx="571">
                  <c:v>42901</c:v>
                </c:pt>
                <c:pt idx="572">
                  <c:v>42902</c:v>
                </c:pt>
                <c:pt idx="573">
                  <c:v>42905</c:v>
                </c:pt>
                <c:pt idx="574">
                  <c:v>42906</c:v>
                </c:pt>
                <c:pt idx="575">
                  <c:v>42907</c:v>
                </c:pt>
                <c:pt idx="576">
                  <c:v>42908</c:v>
                </c:pt>
                <c:pt idx="577">
                  <c:v>42909</c:v>
                </c:pt>
                <c:pt idx="578">
                  <c:v>42913</c:v>
                </c:pt>
                <c:pt idx="579">
                  <c:v>42914</c:v>
                </c:pt>
                <c:pt idx="580">
                  <c:v>42915</c:v>
                </c:pt>
                <c:pt idx="581">
                  <c:v>42916</c:v>
                </c:pt>
                <c:pt idx="582">
                  <c:v>42919</c:v>
                </c:pt>
                <c:pt idx="583">
                  <c:v>42921</c:v>
                </c:pt>
                <c:pt idx="584">
                  <c:v>42922</c:v>
                </c:pt>
                <c:pt idx="585">
                  <c:v>42923</c:v>
                </c:pt>
                <c:pt idx="586">
                  <c:v>42926</c:v>
                </c:pt>
                <c:pt idx="587">
                  <c:v>42927</c:v>
                </c:pt>
                <c:pt idx="588">
                  <c:v>42928</c:v>
                </c:pt>
                <c:pt idx="589">
                  <c:v>42929</c:v>
                </c:pt>
                <c:pt idx="590">
                  <c:v>42930</c:v>
                </c:pt>
                <c:pt idx="591">
                  <c:v>42933</c:v>
                </c:pt>
                <c:pt idx="592">
                  <c:v>42934</c:v>
                </c:pt>
                <c:pt idx="593">
                  <c:v>42935</c:v>
                </c:pt>
                <c:pt idx="594">
                  <c:v>42936</c:v>
                </c:pt>
                <c:pt idx="595">
                  <c:v>42937</c:v>
                </c:pt>
                <c:pt idx="596">
                  <c:v>42940</c:v>
                </c:pt>
                <c:pt idx="597">
                  <c:v>42941</c:v>
                </c:pt>
                <c:pt idx="598">
                  <c:v>42942</c:v>
                </c:pt>
                <c:pt idx="599">
                  <c:v>42943</c:v>
                </c:pt>
                <c:pt idx="600">
                  <c:v>42944</c:v>
                </c:pt>
                <c:pt idx="601">
                  <c:v>42947</c:v>
                </c:pt>
                <c:pt idx="602">
                  <c:v>42948</c:v>
                </c:pt>
                <c:pt idx="603">
                  <c:v>42949</c:v>
                </c:pt>
                <c:pt idx="604">
                  <c:v>42950</c:v>
                </c:pt>
                <c:pt idx="605">
                  <c:v>42951</c:v>
                </c:pt>
                <c:pt idx="606">
                  <c:v>42954</c:v>
                </c:pt>
                <c:pt idx="607">
                  <c:v>42955</c:v>
                </c:pt>
                <c:pt idx="608">
                  <c:v>42956</c:v>
                </c:pt>
                <c:pt idx="609">
                  <c:v>42957</c:v>
                </c:pt>
                <c:pt idx="610">
                  <c:v>42958</c:v>
                </c:pt>
                <c:pt idx="611">
                  <c:v>42961</c:v>
                </c:pt>
                <c:pt idx="612">
                  <c:v>42963</c:v>
                </c:pt>
                <c:pt idx="613">
                  <c:v>42965</c:v>
                </c:pt>
                <c:pt idx="614">
                  <c:v>42968</c:v>
                </c:pt>
                <c:pt idx="615">
                  <c:v>42969</c:v>
                </c:pt>
                <c:pt idx="616">
                  <c:v>42970</c:v>
                </c:pt>
                <c:pt idx="617">
                  <c:v>42971</c:v>
                </c:pt>
                <c:pt idx="618">
                  <c:v>42975</c:v>
                </c:pt>
                <c:pt idx="619">
                  <c:v>42976</c:v>
                </c:pt>
                <c:pt idx="620">
                  <c:v>42977</c:v>
                </c:pt>
                <c:pt idx="621">
                  <c:v>42978</c:v>
                </c:pt>
                <c:pt idx="622">
                  <c:v>42979</c:v>
                </c:pt>
                <c:pt idx="623">
                  <c:v>42983</c:v>
                </c:pt>
                <c:pt idx="624">
                  <c:v>42984</c:v>
                </c:pt>
                <c:pt idx="625">
                  <c:v>42985</c:v>
                </c:pt>
                <c:pt idx="626">
                  <c:v>42986</c:v>
                </c:pt>
                <c:pt idx="627">
                  <c:v>42989</c:v>
                </c:pt>
                <c:pt idx="628">
                  <c:v>42990</c:v>
                </c:pt>
                <c:pt idx="629">
                  <c:v>42991</c:v>
                </c:pt>
                <c:pt idx="630">
                  <c:v>42992</c:v>
                </c:pt>
                <c:pt idx="631">
                  <c:v>42993</c:v>
                </c:pt>
                <c:pt idx="632">
                  <c:v>42996</c:v>
                </c:pt>
                <c:pt idx="633">
                  <c:v>42997</c:v>
                </c:pt>
                <c:pt idx="634">
                  <c:v>42998</c:v>
                </c:pt>
                <c:pt idx="635">
                  <c:v>42999</c:v>
                </c:pt>
                <c:pt idx="636">
                  <c:v>43000</c:v>
                </c:pt>
                <c:pt idx="637">
                  <c:v>43003</c:v>
                </c:pt>
                <c:pt idx="638">
                  <c:v>43004</c:v>
                </c:pt>
                <c:pt idx="639">
                  <c:v>43005</c:v>
                </c:pt>
                <c:pt idx="640">
                  <c:v>43006</c:v>
                </c:pt>
                <c:pt idx="641">
                  <c:v>43007</c:v>
                </c:pt>
                <c:pt idx="642">
                  <c:v>43011</c:v>
                </c:pt>
                <c:pt idx="643">
                  <c:v>43012</c:v>
                </c:pt>
                <c:pt idx="644">
                  <c:v>43013</c:v>
                </c:pt>
                <c:pt idx="645">
                  <c:v>43014</c:v>
                </c:pt>
                <c:pt idx="646">
                  <c:v>43018</c:v>
                </c:pt>
                <c:pt idx="647">
                  <c:v>43019</c:v>
                </c:pt>
                <c:pt idx="648">
                  <c:v>43020</c:v>
                </c:pt>
                <c:pt idx="649">
                  <c:v>43021</c:v>
                </c:pt>
                <c:pt idx="650">
                  <c:v>43024</c:v>
                </c:pt>
                <c:pt idx="651">
                  <c:v>43025</c:v>
                </c:pt>
                <c:pt idx="652">
                  <c:v>43026</c:v>
                </c:pt>
                <c:pt idx="653">
                  <c:v>43031</c:v>
                </c:pt>
                <c:pt idx="654">
                  <c:v>43032</c:v>
                </c:pt>
                <c:pt idx="655">
                  <c:v>43033</c:v>
                </c:pt>
                <c:pt idx="656">
                  <c:v>43034</c:v>
                </c:pt>
                <c:pt idx="657">
                  <c:v>43035</c:v>
                </c:pt>
                <c:pt idx="658">
                  <c:v>43038</c:v>
                </c:pt>
                <c:pt idx="659">
                  <c:v>43039</c:v>
                </c:pt>
                <c:pt idx="660">
                  <c:v>43040</c:v>
                </c:pt>
                <c:pt idx="661">
                  <c:v>43041</c:v>
                </c:pt>
                <c:pt idx="662">
                  <c:v>43042</c:v>
                </c:pt>
                <c:pt idx="663">
                  <c:v>43045</c:v>
                </c:pt>
                <c:pt idx="664">
                  <c:v>43046</c:v>
                </c:pt>
                <c:pt idx="665">
                  <c:v>43047</c:v>
                </c:pt>
                <c:pt idx="666">
                  <c:v>43048</c:v>
                </c:pt>
                <c:pt idx="667">
                  <c:v>43049</c:v>
                </c:pt>
                <c:pt idx="668">
                  <c:v>43052</c:v>
                </c:pt>
                <c:pt idx="669">
                  <c:v>43053</c:v>
                </c:pt>
                <c:pt idx="670">
                  <c:v>43054</c:v>
                </c:pt>
                <c:pt idx="671">
                  <c:v>43055</c:v>
                </c:pt>
                <c:pt idx="672">
                  <c:v>43056</c:v>
                </c:pt>
                <c:pt idx="673">
                  <c:v>43059</c:v>
                </c:pt>
                <c:pt idx="674">
                  <c:v>43060</c:v>
                </c:pt>
                <c:pt idx="675">
                  <c:v>43061</c:v>
                </c:pt>
                <c:pt idx="676">
                  <c:v>43063</c:v>
                </c:pt>
                <c:pt idx="677">
                  <c:v>43066</c:v>
                </c:pt>
                <c:pt idx="678">
                  <c:v>43067</c:v>
                </c:pt>
                <c:pt idx="679">
                  <c:v>43068</c:v>
                </c:pt>
                <c:pt idx="680">
                  <c:v>43069</c:v>
                </c:pt>
                <c:pt idx="681">
                  <c:v>43073</c:v>
                </c:pt>
                <c:pt idx="682">
                  <c:v>43074</c:v>
                </c:pt>
                <c:pt idx="683">
                  <c:v>43075</c:v>
                </c:pt>
                <c:pt idx="684">
                  <c:v>43076</c:v>
                </c:pt>
                <c:pt idx="685">
                  <c:v>43077</c:v>
                </c:pt>
                <c:pt idx="686">
                  <c:v>43080</c:v>
                </c:pt>
                <c:pt idx="687">
                  <c:v>43081</c:v>
                </c:pt>
                <c:pt idx="688">
                  <c:v>43082</c:v>
                </c:pt>
                <c:pt idx="689">
                  <c:v>43083</c:v>
                </c:pt>
                <c:pt idx="690">
                  <c:v>43084</c:v>
                </c:pt>
                <c:pt idx="691">
                  <c:v>43087</c:v>
                </c:pt>
                <c:pt idx="692">
                  <c:v>43088</c:v>
                </c:pt>
                <c:pt idx="693">
                  <c:v>43089</c:v>
                </c:pt>
                <c:pt idx="694">
                  <c:v>43090</c:v>
                </c:pt>
                <c:pt idx="695">
                  <c:v>43091</c:v>
                </c:pt>
                <c:pt idx="696">
                  <c:v>43095</c:v>
                </c:pt>
                <c:pt idx="697">
                  <c:v>43096</c:v>
                </c:pt>
                <c:pt idx="698">
                  <c:v>43097</c:v>
                </c:pt>
                <c:pt idx="699">
                  <c:v>43098</c:v>
                </c:pt>
                <c:pt idx="700">
                  <c:v>43102</c:v>
                </c:pt>
                <c:pt idx="701">
                  <c:v>43103</c:v>
                </c:pt>
                <c:pt idx="702">
                  <c:v>43104</c:v>
                </c:pt>
                <c:pt idx="703">
                  <c:v>43105</c:v>
                </c:pt>
                <c:pt idx="704">
                  <c:v>43108</c:v>
                </c:pt>
                <c:pt idx="705">
                  <c:v>43109</c:v>
                </c:pt>
                <c:pt idx="706">
                  <c:v>43110</c:v>
                </c:pt>
                <c:pt idx="707">
                  <c:v>43111</c:v>
                </c:pt>
                <c:pt idx="708">
                  <c:v>43112</c:v>
                </c:pt>
                <c:pt idx="709">
                  <c:v>43116</c:v>
                </c:pt>
                <c:pt idx="710">
                  <c:v>43117</c:v>
                </c:pt>
                <c:pt idx="711">
                  <c:v>43118</c:v>
                </c:pt>
                <c:pt idx="712">
                  <c:v>43119</c:v>
                </c:pt>
                <c:pt idx="713">
                  <c:v>43122</c:v>
                </c:pt>
                <c:pt idx="714">
                  <c:v>43123</c:v>
                </c:pt>
                <c:pt idx="715">
                  <c:v>43124</c:v>
                </c:pt>
                <c:pt idx="716">
                  <c:v>43125</c:v>
                </c:pt>
                <c:pt idx="717">
                  <c:v>43129</c:v>
                </c:pt>
                <c:pt idx="718">
                  <c:v>43130</c:v>
                </c:pt>
                <c:pt idx="719">
                  <c:v>43131</c:v>
                </c:pt>
                <c:pt idx="720">
                  <c:v>43132</c:v>
                </c:pt>
                <c:pt idx="721">
                  <c:v>43133</c:v>
                </c:pt>
                <c:pt idx="722">
                  <c:v>43136</c:v>
                </c:pt>
                <c:pt idx="723">
                  <c:v>43137</c:v>
                </c:pt>
                <c:pt idx="724">
                  <c:v>43138</c:v>
                </c:pt>
                <c:pt idx="725">
                  <c:v>43139</c:v>
                </c:pt>
                <c:pt idx="726">
                  <c:v>43140</c:v>
                </c:pt>
                <c:pt idx="727">
                  <c:v>43143</c:v>
                </c:pt>
                <c:pt idx="728">
                  <c:v>43145</c:v>
                </c:pt>
                <c:pt idx="729">
                  <c:v>43146</c:v>
                </c:pt>
                <c:pt idx="730">
                  <c:v>43147</c:v>
                </c:pt>
                <c:pt idx="731">
                  <c:v>43151</c:v>
                </c:pt>
                <c:pt idx="732">
                  <c:v>43152</c:v>
                </c:pt>
                <c:pt idx="733">
                  <c:v>43153</c:v>
                </c:pt>
                <c:pt idx="734">
                  <c:v>43154</c:v>
                </c:pt>
                <c:pt idx="735">
                  <c:v>43157</c:v>
                </c:pt>
                <c:pt idx="736">
                  <c:v>43158</c:v>
                </c:pt>
                <c:pt idx="737">
                  <c:v>43159</c:v>
                </c:pt>
                <c:pt idx="738">
                  <c:v>43160</c:v>
                </c:pt>
                <c:pt idx="739">
                  <c:v>43164</c:v>
                </c:pt>
                <c:pt idx="740">
                  <c:v>43165</c:v>
                </c:pt>
                <c:pt idx="741">
                  <c:v>43166</c:v>
                </c:pt>
                <c:pt idx="742">
                  <c:v>43167</c:v>
                </c:pt>
                <c:pt idx="743">
                  <c:v>43168</c:v>
                </c:pt>
                <c:pt idx="744">
                  <c:v>43171</c:v>
                </c:pt>
                <c:pt idx="745">
                  <c:v>43172</c:v>
                </c:pt>
                <c:pt idx="746">
                  <c:v>43173</c:v>
                </c:pt>
                <c:pt idx="747">
                  <c:v>43174</c:v>
                </c:pt>
                <c:pt idx="748">
                  <c:v>43175</c:v>
                </c:pt>
                <c:pt idx="749">
                  <c:v>43178</c:v>
                </c:pt>
                <c:pt idx="750">
                  <c:v>43179</c:v>
                </c:pt>
                <c:pt idx="751">
                  <c:v>43180</c:v>
                </c:pt>
                <c:pt idx="752">
                  <c:v>43181</c:v>
                </c:pt>
                <c:pt idx="753">
                  <c:v>43182</c:v>
                </c:pt>
                <c:pt idx="754">
                  <c:v>43185</c:v>
                </c:pt>
                <c:pt idx="755">
                  <c:v>43186</c:v>
                </c:pt>
                <c:pt idx="756">
                  <c:v>43187</c:v>
                </c:pt>
                <c:pt idx="757">
                  <c:v>43193</c:v>
                </c:pt>
                <c:pt idx="758">
                  <c:v>43194</c:v>
                </c:pt>
                <c:pt idx="759">
                  <c:v>43195</c:v>
                </c:pt>
                <c:pt idx="760">
                  <c:v>43196</c:v>
                </c:pt>
                <c:pt idx="761">
                  <c:v>43199</c:v>
                </c:pt>
                <c:pt idx="762">
                  <c:v>43200</c:v>
                </c:pt>
                <c:pt idx="763">
                  <c:v>43201</c:v>
                </c:pt>
                <c:pt idx="764">
                  <c:v>43202</c:v>
                </c:pt>
                <c:pt idx="765">
                  <c:v>43203</c:v>
                </c:pt>
                <c:pt idx="766">
                  <c:v>43206</c:v>
                </c:pt>
                <c:pt idx="767">
                  <c:v>43207</c:v>
                </c:pt>
                <c:pt idx="768">
                  <c:v>43208</c:v>
                </c:pt>
                <c:pt idx="769">
                  <c:v>43209</c:v>
                </c:pt>
                <c:pt idx="770">
                  <c:v>43210</c:v>
                </c:pt>
                <c:pt idx="771">
                  <c:v>43213</c:v>
                </c:pt>
                <c:pt idx="772">
                  <c:v>43214</c:v>
                </c:pt>
                <c:pt idx="773">
                  <c:v>43215</c:v>
                </c:pt>
                <c:pt idx="774">
                  <c:v>43216</c:v>
                </c:pt>
                <c:pt idx="775">
                  <c:v>43217</c:v>
                </c:pt>
                <c:pt idx="776">
                  <c:v>43222</c:v>
                </c:pt>
                <c:pt idx="777">
                  <c:v>43223</c:v>
                </c:pt>
                <c:pt idx="778">
                  <c:v>43224</c:v>
                </c:pt>
                <c:pt idx="779">
                  <c:v>43227</c:v>
                </c:pt>
                <c:pt idx="780">
                  <c:v>43228</c:v>
                </c:pt>
                <c:pt idx="781">
                  <c:v>43229</c:v>
                </c:pt>
                <c:pt idx="782">
                  <c:v>43230</c:v>
                </c:pt>
                <c:pt idx="783">
                  <c:v>43231</c:v>
                </c:pt>
                <c:pt idx="784">
                  <c:v>43234</c:v>
                </c:pt>
                <c:pt idx="785">
                  <c:v>43235</c:v>
                </c:pt>
                <c:pt idx="786">
                  <c:v>43236</c:v>
                </c:pt>
                <c:pt idx="787">
                  <c:v>43237</c:v>
                </c:pt>
                <c:pt idx="788">
                  <c:v>43238</c:v>
                </c:pt>
                <c:pt idx="789">
                  <c:v>43241</c:v>
                </c:pt>
                <c:pt idx="790">
                  <c:v>43242</c:v>
                </c:pt>
                <c:pt idx="791">
                  <c:v>43243</c:v>
                </c:pt>
                <c:pt idx="792">
                  <c:v>43244</c:v>
                </c:pt>
                <c:pt idx="793">
                  <c:v>43245</c:v>
                </c:pt>
                <c:pt idx="794">
                  <c:v>43249</c:v>
                </c:pt>
                <c:pt idx="795">
                  <c:v>43250</c:v>
                </c:pt>
                <c:pt idx="796">
                  <c:v>43251</c:v>
                </c:pt>
                <c:pt idx="797">
                  <c:v>43252</c:v>
                </c:pt>
                <c:pt idx="798">
                  <c:v>43255</c:v>
                </c:pt>
                <c:pt idx="799">
                  <c:v>43256</c:v>
                </c:pt>
                <c:pt idx="800">
                  <c:v>43257</c:v>
                </c:pt>
                <c:pt idx="801">
                  <c:v>43258</c:v>
                </c:pt>
                <c:pt idx="802">
                  <c:v>43259</c:v>
                </c:pt>
                <c:pt idx="803">
                  <c:v>43262</c:v>
                </c:pt>
                <c:pt idx="804">
                  <c:v>43263</c:v>
                </c:pt>
                <c:pt idx="805">
                  <c:v>43264</c:v>
                </c:pt>
                <c:pt idx="806">
                  <c:v>43265</c:v>
                </c:pt>
                <c:pt idx="807">
                  <c:v>43266</c:v>
                </c:pt>
                <c:pt idx="808">
                  <c:v>43269</c:v>
                </c:pt>
                <c:pt idx="809">
                  <c:v>43270</c:v>
                </c:pt>
                <c:pt idx="810">
                  <c:v>43271</c:v>
                </c:pt>
                <c:pt idx="811">
                  <c:v>43272</c:v>
                </c:pt>
                <c:pt idx="812">
                  <c:v>43273</c:v>
                </c:pt>
                <c:pt idx="813">
                  <c:v>43276</c:v>
                </c:pt>
                <c:pt idx="814">
                  <c:v>43277</c:v>
                </c:pt>
                <c:pt idx="815">
                  <c:v>43278</c:v>
                </c:pt>
                <c:pt idx="816">
                  <c:v>43279</c:v>
                </c:pt>
                <c:pt idx="817">
                  <c:v>43280</c:v>
                </c:pt>
                <c:pt idx="818">
                  <c:v>43283</c:v>
                </c:pt>
                <c:pt idx="819">
                  <c:v>43284</c:v>
                </c:pt>
                <c:pt idx="820">
                  <c:v>43286</c:v>
                </c:pt>
                <c:pt idx="821">
                  <c:v>43287</c:v>
                </c:pt>
                <c:pt idx="822">
                  <c:v>43290</c:v>
                </c:pt>
                <c:pt idx="823">
                  <c:v>43291</c:v>
                </c:pt>
                <c:pt idx="824">
                  <c:v>43292</c:v>
                </c:pt>
                <c:pt idx="825">
                  <c:v>43293</c:v>
                </c:pt>
                <c:pt idx="826">
                  <c:v>43294</c:v>
                </c:pt>
                <c:pt idx="827">
                  <c:v>43297</c:v>
                </c:pt>
                <c:pt idx="828">
                  <c:v>43298</c:v>
                </c:pt>
                <c:pt idx="829">
                  <c:v>43299</c:v>
                </c:pt>
                <c:pt idx="830">
                  <c:v>43300</c:v>
                </c:pt>
                <c:pt idx="831">
                  <c:v>43301</c:v>
                </c:pt>
                <c:pt idx="832">
                  <c:v>43304</c:v>
                </c:pt>
                <c:pt idx="833">
                  <c:v>43305</c:v>
                </c:pt>
                <c:pt idx="834">
                  <c:v>43306</c:v>
                </c:pt>
                <c:pt idx="835">
                  <c:v>43307</c:v>
                </c:pt>
                <c:pt idx="836">
                  <c:v>43308</c:v>
                </c:pt>
                <c:pt idx="837">
                  <c:v>43311</c:v>
                </c:pt>
                <c:pt idx="838">
                  <c:v>43312</c:v>
                </c:pt>
                <c:pt idx="839">
                  <c:v>43313</c:v>
                </c:pt>
                <c:pt idx="840">
                  <c:v>43314</c:v>
                </c:pt>
                <c:pt idx="841">
                  <c:v>43315</c:v>
                </c:pt>
                <c:pt idx="842">
                  <c:v>43318</c:v>
                </c:pt>
                <c:pt idx="843">
                  <c:v>43319</c:v>
                </c:pt>
                <c:pt idx="844">
                  <c:v>43320</c:v>
                </c:pt>
                <c:pt idx="845">
                  <c:v>43321</c:v>
                </c:pt>
                <c:pt idx="846">
                  <c:v>43322</c:v>
                </c:pt>
                <c:pt idx="847">
                  <c:v>43325</c:v>
                </c:pt>
                <c:pt idx="848">
                  <c:v>43326</c:v>
                </c:pt>
                <c:pt idx="849">
                  <c:v>43328</c:v>
                </c:pt>
                <c:pt idx="850">
                  <c:v>43332</c:v>
                </c:pt>
                <c:pt idx="851">
                  <c:v>43333</c:v>
                </c:pt>
                <c:pt idx="852">
                  <c:v>43335</c:v>
                </c:pt>
                <c:pt idx="853">
                  <c:v>43336</c:v>
                </c:pt>
                <c:pt idx="854">
                  <c:v>43339</c:v>
                </c:pt>
                <c:pt idx="855">
                  <c:v>43340</c:v>
                </c:pt>
                <c:pt idx="856">
                  <c:v>43341</c:v>
                </c:pt>
                <c:pt idx="857">
                  <c:v>43342</c:v>
                </c:pt>
                <c:pt idx="858">
                  <c:v>43343</c:v>
                </c:pt>
                <c:pt idx="859">
                  <c:v>43347</c:v>
                </c:pt>
                <c:pt idx="860">
                  <c:v>43348</c:v>
                </c:pt>
                <c:pt idx="861">
                  <c:v>43349</c:v>
                </c:pt>
                <c:pt idx="862">
                  <c:v>43350</c:v>
                </c:pt>
                <c:pt idx="863">
                  <c:v>43353</c:v>
                </c:pt>
                <c:pt idx="864">
                  <c:v>43354</c:v>
                </c:pt>
                <c:pt idx="865">
                  <c:v>43355</c:v>
                </c:pt>
                <c:pt idx="866">
                  <c:v>43357</c:v>
                </c:pt>
                <c:pt idx="867">
                  <c:v>43360</c:v>
                </c:pt>
                <c:pt idx="868">
                  <c:v>43361</c:v>
                </c:pt>
                <c:pt idx="869">
                  <c:v>43362</c:v>
                </c:pt>
                <c:pt idx="870">
                  <c:v>43364</c:v>
                </c:pt>
                <c:pt idx="871">
                  <c:v>43367</c:v>
                </c:pt>
                <c:pt idx="872">
                  <c:v>43368</c:v>
                </c:pt>
                <c:pt idx="873">
                  <c:v>43369</c:v>
                </c:pt>
                <c:pt idx="874">
                  <c:v>43370</c:v>
                </c:pt>
                <c:pt idx="875">
                  <c:v>43371</c:v>
                </c:pt>
                <c:pt idx="876">
                  <c:v>43374</c:v>
                </c:pt>
                <c:pt idx="877">
                  <c:v>43376</c:v>
                </c:pt>
                <c:pt idx="878">
                  <c:v>43377</c:v>
                </c:pt>
                <c:pt idx="879">
                  <c:v>43378</c:v>
                </c:pt>
                <c:pt idx="880">
                  <c:v>43382</c:v>
                </c:pt>
                <c:pt idx="881">
                  <c:v>43383</c:v>
                </c:pt>
                <c:pt idx="882">
                  <c:v>43384</c:v>
                </c:pt>
                <c:pt idx="883">
                  <c:v>43385</c:v>
                </c:pt>
                <c:pt idx="884">
                  <c:v>43388</c:v>
                </c:pt>
                <c:pt idx="885">
                  <c:v>43389</c:v>
                </c:pt>
                <c:pt idx="886">
                  <c:v>43390</c:v>
                </c:pt>
                <c:pt idx="887">
                  <c:v>43392</c:v>
                </c:pt>
                <c:pt idx="888">
                  <c:v>43395</c:v>
                </c:pt>
                <c:pt idx="889">
                  <c:v>43396</c:v>
                </c:pt>
                <c:pt idx="890">
                  <c:v>43397</c:v>
                </c:pt>
                <c:pt idx="891">
                  <c:v>43398</c:v>
                </c:pt>
                <c:pt idx="892">
                  <c:v>43399</c:v>
                </c:pt>
                <c:pt idx="893">
                  <c:v>43402</c:v>
                </c:pt>
                <c:pt idx="894">
                  <c:v>43403</c:v>
                </c:pt>
                <c:pt idx="895">
                  <c:v>43404</c:v>
                </c:pt>
                <c:pt idx="896">
                  <c:v>43405</c:v>
                </c:pt>
                <c:pt idx="897">
                  <c:v>43406</c:v>
                </c:pt>
                <c:pt idx="898">
                  <c:v>43409</c:v>
                </c:pt>
                <c:pt idx="899">
                  <c:v>43410</c:v>
                </c:pt>
                <c:pt idx="900">
                  <c:v>43413</c:v>
                </c:pt>
                <c:pt idx="901">
                  <c:v>43417</c:v>
                </c:pt>
                <c:pt idx="902">
                  <c:v>43418</c:v>
                </c:pt>
                <c:pt idx="903">
                  <c:v>43419</c:v>
                </c:pt>
                <c:pt idx="904">
                  <c:v>43420</c:v>
                </c:pt>
                <c:pt idx="905">
                  <c:v>43423</c:v>
                </c:pt>
                <c:pt idx="906">
                  <c:v>43424</c:v>
                </c:pt>
                <c:pt idx="907">
                  <c:v>43430</c:v>
                </c:pt>
                <c:pt idx="908">
                  <c:v>43431</c:v>
                </c:pt>
                <c:pt idx="909">
                  <c:v>43432</c:v>
                </c:pt>
                <c:pt idx="910">
                  <c:v>43433</c:v>
                </c:pt>
                <c:pt idx="911">
                  <c:v>43434</c:v>
                </c:pt>
                <c:pt idx="912">
                  <c:v>43437</c:v>
                </c:pt>
                <c:pt idx="913">
                  <c:v>43438</c:v>
                </c:pt>
                <c:pt idx="914">
                  <c:v>43440</c:v>
                </c:pt>
                <c:pt idx="915">
                  <c:v>43441</c:v>
                </c:pt>
                <c:pt idx="916">
                  <c:v>43444</c:v>
                </c:pt>
                <c:pt idx="917">
                  <c:v>43445</c:v>
                </c:pt>
                <c:pt idx="918">
                  <c:v>43446</c:v>
                </c:pt>
                <c:pt idx="919">
                  <c:v>43447</c:v>
                </c:pt>
                <c:pt idx="920">
                  <c:v>43448</c:v>
                </c:pt>
                <c:pt idx="921">
                  <c:v>43451</c:v>
                </c:pt>
                <c:pt idx="922">
                  <c:v>43452</c:v>
                </c:pt>
                <c:pt idx="923">
                  <c:v>43453</c:v>
                </c:pt>
                <c:pt idx="924">
                  <c:v>43454</c:v>
                </c:pt>
                <c:pt idx="925">
                  <c:v>43455</c:v>
                </c:pt>
                <c:pt idx="926">
                  <c:v>43458</c:v>
                </c:pt>
                <c:pt idx="927">
                  <c:v>43460</c:v>
                </c:pt>
                <c:pt idx="928">
                  <c:v>43461</c:v>
                </c:pt>
                <c:pt idx="929">
                  <c:v>43462</c:v>
                </c:pt>
                <c:pt idx="930">
                  <c:v>43465</c:v>
                </c:pt>
                <c:pt idx="931">
                  <c:v>43467</c:v>
                </c:pt>
                <c:pt idx="932">
                  <c:v>43468</c:v>
                </c:pt>
                <c:pt idx="933">
                  <c:v>43469</c:v>
                </c:pt>
                <c:pt idx="934">
                  <c:v>43472</c:v>
                </c:pt>
                <c:pt idx="935">
                  <c:v>43473</c:v>
                </c:pt>
                <c:pt idx="936">
                  <c:v>43474</c:v>
                </c:pt>
                <c:pt idx="937">
                  <c:v>43475</c:v>
                </c:pt>
                <c:pt idx="938">
                  <c:v>43476</c:v>
                </c:pt>
                <c:pt idx="939">
                  <c:v>43479</c:v>
                </c:pt>
                <c:pt idx="940">
                  <c:v>43480</c:v>
                </c:pt>
                <c:pt idx="941">
                  <c:v>43481</c:v>
                </c:pt>
                <c:pt idx="942">
                  <c:v>43482</c:v>
                </c:pt>
                <c:pt idx="943">
                  <c:v>43483</c:v>
                </c:pt>
                <c:pt idx="944">
                  <c:v>43487</c:v>
                </c:pt>
                <c:pt idx="945">
                  <c:v>43488</c:v>
                </c:pt>
                <c:pt idx="946">
                  <c:v>43489</c:v>
                </c:pt>
                <c:pt idx="947">
                  <c:v>43490</c:v>
                </c:pt>
                <c:pt idx="948">
                  <c:v>43493</c:v>
                </c:pt>
                <c:pt idx="949">
                  <c:v>43494</c:v>
                </c:pt>
                <c:pt idx="950">
                  <c:v>43495</c:v>
                </c:pt>
                <c:pt idx="951">
                  <c:v>43496</c:v>
                </c:pt>
                <c:pt idx="952">
                  <c:v>43497</c:v>
                </c:pt>
                <c:pt idx="953">
                  <c:v>43500</c:v>
                </c:pt>
                <c:pt idx="954">
                  <c:v>43501</c:v>
                </c:pt>
                <c:pt idx="955">
                  <c:v>43502</c:v>
                </c:pt>
                <c:pt idx="956">
                  <c:v>43503</c:v>
                </c:pt>
                <c:pt idx="957">
                  <c:v>43504</c:v>
                </c:pt>
                <c:pt idx="958">
                  <c:v>43507</c:v>
                </c:pt>
                <c:pt idx="959">
                  <c:v>43508</c:v>
                </c:pt>
                <c:pt idx="960">
                  <c:v>43509</c:v>
                </c:pt>
                <c:pt idx="961">
                  <c:v>43510</c:v>
                </c:pt>
                <c:pt idx="962">
                  <c:v>43511</c:v>
                </c:pt>
                <c:pt idx="963">
                  <c:v>43516</c:v>
                </c:pt>
                <c:pt idx="964">
                  <c:v>43517</c:v>
                </c:pt>
                <c:pt idx="965">
                  <c:v>43518</c:v>
                </c:pt>
                <c:pt idx="966">
                  <c:v>43521</c:v>
                </c:pt>
                <c:pt idx="967">
                  <c:v>43522</c:v>
                </c:pt>
                <c:pt idx="968">
                  <c:v>43523</c:v>
                </c:pt>
                <c:pt idx="969">
                  <c:v>43524</c:v>
                </c:pt>
                <c:pt idx="970">
                  <c:v>43525</c:v>
                </c:pt>
                <c:pt idx="971">
                  <c:v>43529</c:v>
                </c:pt>
                <c:pt idx="972">
                  <c:v>43530</c:v>
                </c:pt>
                <c:pt idx="973">
                  <c:v>43531</c:v>
                </c:pt>
                <c:pt idx="974">
                  <c:v>43532</c:v>
                </c:pt>
                <c:pt idx="975">
                  <c:v>43535</c:v>
                </c:pt>
                <c:pt idx="976">
                  <c:v>43536</c:v>
                </c:pt>
                <c:pt idx="977">
                  <c:v>43537</c:v>
                </c:pt>
                <c:pt idx="978">
                  <c:v>43538</c:v>
                </c:pt>
                <c:pt idx="979">
                  <c:v>43539</c:v>
                </c:pt>
                <c:pt idx="980">
                  <c:v>43542</c:v>
                </c:pt>
                <c:pt idx="981">
                  <c:v>43543</c:v>
                </c:pt>
                <c:pt idx="982">
                  <c:v>43544</c:v>
                </c:pt>
                <c:pt idx="983">
                  <c:v>43546</c:v>
                </c:pt>
                <c:pt idx="984">
                  <c:v>43549</c:v>
                </c:pt>
                <c:pt idx="985">
                  <c:v>43550</c:v>
                </c:pt>
                <c:pt idx="986">
                  <c:v>43551</c:v>
                </c:pt>
                <c:pt idx="987">
                  <c:v>43552</c:v>
                </c:pt>
                <c:pt idx="988">
                  <c:v>43553</c:v>
                </c:pt>
                <c:pt idx="989">
                  <c:v>43557</c:v>
                </c:pt>
                <c:pt idx="990">
                  <c:v>43558</c:v>
                </c:pt>
                <c:pt idx="991">
                  <c:v>43559</c:v>
                </c:pt>
                <c:pt idx="992">
                  <c:v>43560</c:v>
                </c:pt>
                <c:pt idx="993">
                  <c:v>43563</c:v>
                </c:pt>
                <c:pt idx="994">
                  <c:v>43564</c:v>
                </c:pt>
                <c:pt idx="995">
                  <c:v>43565</c:v>
                </c:pt>
                <c:pt idx="996">
                  <c:v>43566</c:v>
                </c:pt>
                <c:pt idx="997">
                  <c:v>43567</c:v>
                </c:pt>
                <c:pt idx="998">
                  <c:v>43570</c:v>
                </c:pt>
                <c:pt idx="999">
                  <c:v>43571</c:v>
                </c:pt>
                <c:pt idx="1000">
                  <c:v>43573</c:v>
                </c:pt>
                <c:pt idx="1001">
                  <c:v>43577</c:v>
                </c:pt>
                <c:pt idx="1002">
                  <c:v>43578</c:v>
                </c:pt>
                <c:pt idx="1003">
                  <c:v>43579</c:v>
                </c:pt>
                <c:pt idx="1004">
                  <c:v>43580</c:v>
                </c:pt>
                <c:pt idx="1005">
                  <c:v>43581</c:v>
                </c:pt>
                <c:pt idx="1006">
                  <c:v>43585</c:v>
                </c:pt>
                <c:pt idx="1007">
                  <c:v>43587</c:v>
                </c:pt>
                <c:pt idx="1008">
                  <c:v>43588</c:v>
                </c:pt>
                <c:pt idx="1009">
                  <c:v>43591</c:v>
                </c:pt>
                <c:pt idx="1010">
                  <c:v>43592</c:v>
                </c:pt>
                <c:pt idx="1011">
                  <c:v>43593</c:v>
                </c:pt>
                <c:pt idx="1012">
                  <c:v>43594</c:v>
                </c:pt>
                <c:pt idx="1013">
                  <c:v>43595</c:v>
                </c:pt>
                <c:pt idx="1014">
                  <c:v>43598</c:v>
                </c:pt>
                <c:pt idx="1015">
                  <c:v>43599</c:v>
                </c:pt>
                <c:pt idx="1016">
                  <c:v>43600</c:v>
                </c:pt>
                <c:pt idx="1017">
                  <c:v>43601</c:v>
                </c:pt>
                <c:pt idx="1018">
                  <c:v>43602</c:v>
                </c:pt>
                <c:pt idx="1019">
                  <c:v>43605</c:v>
                </c:pt>
                <c:pt idx="1020">
                  <c:v>43606</c:v>
                </c:pt>
                <c:pt idx="1021">
                  <c:v>43607</c:v>
                </c:pt>
                <c:pt idx="1022">
                  <c:v>43608</c:v>
                </c:pt>
                <c:pt idx="1023">
                  <c:v>43609</c:v>
                </c:pt>
                <c:pt idx="1024">
                  <c:v>43613</c:v>
                </c:pt>
                <c:pt idx="1025">
                  <c:v>43614</c:v>
                </c:pt>
                <c:pt idx="1026">
                  <c:v>43615</c:v>
                </c:pt>
                <c:pt idx="1027">
                  <c:v>43616</c:v>
                </c:pt>
                <c:pt idx="1028">
                  <c:v>43619</c:v>
                </c:pt>
                <c:pt idx="1029">
                  <c:v>43620</c:v>
                </c:pt>
                <c:pt idx="1030">
                  <c:v>43622</c:v>
                </c:pt>
                <c:pt idx="1031">
                  <c:v>43623</c:v>
                </c:pt>
                <c:pt idx="1032">
                  <c:v>43626</c:v>
                </c:pt>
                <c:pt idx="1033">
                  <c:v>43627</c:v>
                </c:pt>
                <c:pt idx="1034">
                  <c:v>43628</c:v>
                </c:pt>
                <c:pt idx="1035">
                  <c:v>43629</c:v>
                </c:pt>
                <c:pt idx="1036">
                  <c:v>43630</c:v>
                </c:pt>
                <c:pt idx="1037">
                  <c:v>43633</c:v>
                </c:pt>
                <c:pt idx="1038">
                  <c:v>43634</c:v>
                </c:pt>
                <c:pt idx="1039">
                  <c:v>43635</c:v>
                </c:pt>
                <c:pt idx="1040">
                  <c:v>43636</c:v>
                </c:pt>
                <c:pt idx="1041">
                  <c:v>43637</c:v>
                </c:pt>
                <c:pt idx="1042">
                  <c:v>43640</c:v>
                </c:pt>
                <c:pt idx="1043">
                  <c:v>43641</c:v>
                </c:pt>
                <c:pt idx="1044">
                  <c:v>43642</c:v>
                </c:pt>
                <c:pt idx="1045">
                  <c:v>43643</c:v>
                </c:pt>
                <c:pt idx="1046">
                  <c:v>43644</c:v>
                </c:pt>
                <c:pt idx="1047">
                  <c:v>43647</c:v>
                </c:pt>
                <c:pt idx="1048">
                  <c:v>43648</c:v>
                </c:pt>
                <c:pt idx="1049">
                  <c:v>43649</c:v>
                </c:pt>
                <c:pt idx="1050">
                  <c:v>43651</c:v>
                </c:pt>
                <c:pt idx="1051">
                  <c:v>43654</c:v>
                </c:pt>
                <c:pt idx="1052">
                  <c:v>43655</c:v>
                </c:pt>
                <c:pt idx="1053">
                  <c:v>43656</c:v>
                </c:pt>
                <c:pt idx="1054">
                  <c:v>43657</c:v>
                </c:pt>
                <c:pt idx="1055">
                  <c:v>43658</c:v>
                </c:pt>
                <c:pt idx="1056">
                  <c:v>43661</c:v>
                </c:pt>
                <c:pt idx="1057">
                  <c:v>43662</c:v>
                </c:pt>
                <c:pt idx="1058">
                  <c:v>43663</c:v>
                </c:pt>
                <c:pt idx="1059">
                  <c:v>43664</c:v>
                </c:pt>
                <c:pt idx="1060">
                  <c:v>43665</c:v>
                </c:pt>
                <c:pt idx="1061">
                  <c:v>43668</c:v>
                </c:pt>
                <c:pt idx="1062">
                  <c:v>43669</c:v>
                </c:pt>
                <c:pt idx="1063">
                  <c:v>43670</c:v>
                </c:pt>
                <c:pt idx="1064">
                  <c:v>43671</c:v>
                </c:pt>
                <c:pt idx="1065">
                  <c:v>43672</c:v>
                </c:pt>
                <c:pt idx="1066">
                  <c:v>43675</c:v>
                </c:pt>
                <c:pt idx="1067">
                  <c:v>43676</c:v>
                </c:pt>
                <c:pt idx="1068">
                  <c:v>43677</c:v>
                </c:pt>
                <c:pt idx="1069">
                  <c:v>43678</c:v>
                </c:pt>
                <c:pt idx="1070">
                  <c:v>43679</c:v>
                </c:pt>
                <c:pt idx="1071">
                  <c:v>43682</c:v>
                </c:pt>
                <c:pt idx="1072">
                  <c:v>43683</c:v>
                </c:pt>
                <c:pt idx="1073">
                  <c:v>43684</c:v>
                </c:pt>
                <c:pt idx="1074">
                  <c:v>43685</c:v>
                </c:pt>
                <c:pt idx="1075">
                  <c:v>43686</c:v>
                </c:pt>
                <c:pt idx="1076">
                  <c:v>43690</c:v>
                </c:pt>
                <c:pt idx="1077">
                  <c:v>43691</c:v>
                </c:pt>
                <c:pt idx="1078">
                  <c:v>43693</c:v>
                </c:pt>
                <c:pt idx="1079">
                  <c:v>43696</c:v>
                </c:pt>
                <c:pt idx="1080">
                  <c:v>43697</c:v>
                </c:pt>
                <c:pt idx="1081">
                  <c:v>43698</c:v>
                </c:pt>
                <c:pt idx="1082">
                  <c:v>43699</c:v>
                </c:pt>
                <c:pt idx="1083">
                  <c:v>43700</c:v>
                </c:pt>
                <c:pt idx="1084">
                  <c:v>43703</c:v>
                </c:pt>
                <c:pt idx="1085">
                  <c:v>43704</c:v>
                </c:pt>
                <c:pt idx="1086">
                  <c:v>43705</c:v>
                </c:pt>
                <c:pt idx="1087">
                  <c:v>43706</c:v>
                </c:pt>
                <c:pt idx="1088">
                  <c:v>43707</c:v>
                </c:pt>
                <c:pt idx="1089">
                  <c:v>43711</c:v>
                </c:pt>
                <c:pt idx="1090">
                  <c:v>43712</c:v>
                </c:pt>
                <c:pt idx="1091">
                  <c:v>43713</c:v>
                </c:pt>
                <c:pt idx="1092">
                  <c:v>43714</c:v>
                </c:pt>
                <c:pt idx="1093">
                  <c:v>43717</c:v>
                </c:pt>
                <c:pt idx="1094">
                  <c:v>43719</c:v>
                </c:pt>
                <c:pt idx="1095">
                  <c:v>43720</c:v>
                </c:pt>
                <c:pt idx="1096">
                  <c:v>43721</c:v>
                </c:pt>
                <c:pt idx="1097">
                  <c:v>43724</c:v>
                </c:pt>
                <c:pt idx="1098">
                  <c:v>43725</c:v>
                </c:pt>
                <c:pt idx="1099">
                  <c:v>43726</c:v>
                </c:pt>
                <c:pt idx="1100">
                  <c:v>43727</c:v>
                </c:pt>
                <c:pt idx="1101">
                  <c:v>43728</c:v>
                </c:pt>
                <c:pt idx="1102">
                  <c:v>43731</c:v>
                </c:pt>
                <c:pt idx="1103">
                  <c:v>43732</c:v>
                </c:pt>
                <c:pt idx="1104">
                  <c:v>43733</c:v>
                </c:pt>
                <c:pt idx="1105">
                  <c:v>43734</c:v>
                </c:pt>
                <c:pt idx="1106">
                  <c:v>43735</c:v>
                </c:pt>
                <c:pt idx="1107">
                  <c:v>43738</c:v>
                </c:pt>
                <c:pt idx="1108">
                  <c:v>43739</c:v>
                </c:pt>
                <c:pt idx="1109">
                  <c:v>43741</c:v>
                </c:pt>
                <c:pt idx="1110">
                  <c:v>43742</c:v>
                </c:pt>
                <c:pt idx="1111">
                  <c:v>43745</c:v>
                </c:pt>
                <c:pt idx="1112">
                  <c:v>43747</c:v>
                </c:pt>
                <c:pt idx="1113">
                  <c:v>43748</c:v>
                </c:pt>
                <c:pt idx="1114">
                  <c:v>43749</c:v>
                </c:pt>
                <c:pt idx="1115">
                  <c:v>43753</c:v>
                </c:pt>
                <c:pt idx="1116">
                  <c:v>43754</c:v>
                </c:pt>
                <c:pt idx="1117">
                  <c:v>43755</c:v>
                </c:pt>
                <c:pt idx="1118">
                  <c:v>43756</c:v>
                </c:pt>
                <c:pt idx="1119">
                  <c:v>43760</c:v>
                </c:pt>
                <c:pt idx="1120">
                  <c:v>43761</c:v>
                </c:pt>
                <c:pt idx="1121">
                  <c:v>43762</c:v>
                </c:pt>
                <c:pt idx="1122">
                  <c:v>43763</c:v>
                </c:pt>
                <c:pt idx="1123">
                  <c:v>43767</c:v>
                </c:pt>
                <c:pt idx="1124">
                  <c:v>43768</c:v>
                </c:pt>
                <c:pt idx="1125">
                  <c:v>43769</c:v>
                </c:pt>
                <c:pt idx="1126">
                  <c:v>43770</c:v>
                </c:pt>
                <c:pt idx="1127">
                  <c:v>43773</c:v>
                </c:pt>
                <c:pt idx="1128">
                  <c:v>43774</c:v>
                </c:pt>
                <c:pt idx="1129">
                  <c:v>43775</c:v>
                </c:pt>
                <c:pt idx="1130">
                  <c:v>43776</c:v>
                </c:pt>
                <c:pt idx="1131">
                  <c:v>43777</c:v>
                </c:pt>
                <c:pt idx="1132">
                  <c:v>43782</c:v>
                </c:pt>
                <c:pt idx="1133">
                  <c:v>43783</c:v>
                </c:pt>
                <c:pt idx="1134">
                  <c:v>43784</c:v>
                </c:pt>
                <c:pt idx="1135">
                  <c:v>43787</c:v>
                </c:pt>
                <c:pt idx="1136">
                  <c:v>43788</c:v>
                </c:pt>
                <c:pt idx="1137">
                  <c:v>43789</c:v>
                </c:pt>
                <c:pt idx="1138">
                  <c:v>43790</c:v>
                </c:pt>
                <c:pt idx="1139">
                  <c:v>43791</c:v>
                </c:pt>
                <c:pt idx="1140">
                  <c:v>43794</c:v>
                </c:pt>
                <c:pt idx="1141">
                  <c:v>43795</c:v>
                </c:pt>
                <c:pt idx="1142">
                  <c:v>43796</c:v>
                </c:pt>
                <c:pt idx="1143">
                  <c:v>43798</c:v>
                </c:pt>
                <c:pt idx="1144">
                  <c:v>43801</c:v>
                </c:pt>
                <c:pt idx="1145">
                  <c:v>43802</c:v>
                </c:pt>
                <c:pt idx="1146">
                  <c:v>43803</c:v>
                </c:pt>
                <c:pt idx="1147">
                  <c:v>43804</c:v>
                </c:pt>
                <c:pt idx="1148">
                  <c:v>43805</c:v>
                </c:pt>
                <c:pt idx="1149">
                  <c:v>43808</c:v>
                </c:pt>
                <c:pt idx="1150">
                  <c:v>43809</c:v>
                </c:pt>
                <c:pt idx="1151">
                  <c:v>43810</c:v>
                </c:pt>
                <c:pt idx="1152">
                  <c:v>43811</c:v>
                </c:pt>
                <c:pt idx="1153">
                  <c:v>43812</c:v>
                </c:pt>
                <c:pt idx="1154">
                  <c:v>43815</c:v>
                </c:pt>
                <c:pt idx="1155">
                  <c:v>43816</c:v>
                </c:pt>
                <c:pt idx="1156">
                  <c:v>43817</c:v>
                </c:pt>
                <c:pt idx="1157">
                  <c:v>43818</c:v>
                </c:pt>
                <c:pt idx="1158">
                  <c:v>43819</c:v>
                </c:pt>
                <c:pt idx="1159">
                  <c:v>43822</c:v>
                </c:pt>
                <c:pt idx="1160">
                  <c:v>43823</c:v>
                </c:pt>
                <c:pt idx="1161">
                  <c:v>43825</c:v>
                </c:pt>
                <c:pt idx="1162">
                  <c:v>43826</c:v>
                </c:pt>
                <c:pt idx="1163">
                  <c:v>43829</c:v>
                </c:pt>
                <c:pt idx="1164">
                  <c:v>43830</c:v>
                </c:pt>
                <c:pt idx="1165">
                  <c:v>43832</c:v>
                </c:pt>
                <c:pt idx="1166">
                  <c:v>43833</c:v>
                </c:pt>
                <c:pt idx="1167">
                  <c:v>43836</c:v>
                </c:pt>
                <c:pt idx="1168">
                  <c:v>43837</c:v>
                </c:pt>
                <c:pt idx="1169">
                  <c:v>43838</c:v>
                </c:pt>
                <c:pt idx="1170">
                  <c:v>43839</c:v>
                </c:pt>
                <c:pt idx="1171">
                  <c:v>43840</c:v>
                </c:pt>
                <c:pt idx="1172">
                  <c:v>43843</c:v>
                </c:pt>
                <c:pt idx="1173">
                  <c:v>43844</c:v>
                </c:pt>
                <c:pt idx="1174">
                  <c:v>43845</c:v>
                </c:pt>
                <c:pt idx="1175">
                  <c:v>43846</c:v>
                </c:pt>
                <c:pt idx="1176">
                  <c:v>43847</c:v>
                </c:pt>
                <c:pt idx="1177">
                  <c:v>43851</c:v>
                </c:pt>
                <c:pt idx="1178">
                  <c:v>43852</c:v>
                </c:pt>
                <c:pt idx="1179">
                  <c:v>43853</c:v>
                </c:pt>
                <c:pt idx="1180">
                  <c:v>43854</c:v>
                </c:pt>
                <c:pt idx="1181">
                  <c:v>43857</c:v>
                </c:pt>
                <c:pt idx="1182">
                  <c:v>43858</c:v>
                </c:pt>
                <c:pt idx="1183">
                  <c:v>43859</c:v>
                </c:pt>
                <c:pt idx="1184">
                  <c:v>43860</c:v>
                </c:pt>
                <c:pt idx="1185">
                  <c:v>43861</c:v>
                </c:pt>
                <c:pt idx="1186">
                  <c:v>43864</c:v>
                </c:pt>
                <c:pt idx="1187">
                  <c:v>43865</c:v>
                </c:pt>
                <c:pt idx="1188">
                  <c:v>43866</c:v>
                </c:pt>
                <c:pt idx="1189">
                  <c:v>43867</c:v>
                </c:pt>
                <c:pt idx="1190">
                  <c:v>43868</c:v>
                </c:pt>
                <c:pt idx="1191">
                  <c:v>43871</c:v>
                </c:pt>
                <c:pt idx="1192">
                  <c:v>43872</c:v>
                </c:pt>
                <c:pt idx="1193">
                  <c:v>43873</c:v>
                </c:pt>
                <c:pt idx="1194">
                  <c:v>43874</c:v>
                </c:pt>
                <c:pt idx="1195">
                  <c:v>43875</c:v>
                </c:pt>
                <c:pt idx="1196">
                  <c:v>43879</c:v>
                </c:pt>
                <c:pt idx="1197">
                  <c:v>43881</c:v>
                </c:pt>
                <c:pt idx="1198">
                  <c:v>43885</c:v>
                </c:pt>
                <c:pt idx="1199">
                  <c:v>43886</c:v>
                </c:pt>
                <c:pt idx="1200">
                  <c:v>43887</c:v>
                </c:pt>
                <c:pt idx="1201">
                  <c:v>43888</c:v>
                </c:pt>
                <c:pt idx="1202">
                  <c:v>43889</c:v>
                </c:pt>
                <c:pt idx="1203">
                  <c:v>43892</c:v>
                </c:pt>
                <c:pt idx="1204">
                  <c:v>43893</c:v>
                </c:pt>
                <c:pt idx="1205">
                  <c:v>43894</c:v>
                </c:pt>
                <c:pt idx="1206">
                  <c:v>43895</c:v>
                </c:pt>
                <c:pt idx="1207">
                  <c:v>43896</c:v>
                </c:pt>
                <c:pt idx="1208">
                  <c:v>43899</c:v>
                </c:pt>
                <c:pt idx="1209">
                  <c:v>43901</c:v>
                </c:pt>
                <c:pt idx="1210">
                  <c:v>43902</c:v>
                </c:pt>
                <c:pt idx="1211">
                  <c:v>43903</c:v>
                </c:pt>
                <c:pt idx="1212">
                  <c:v>43906</c:v>
                </c:pt>
                <c:pt idx="1213">
                  <c:v>43907</c:v>
                </c:pt>
                <c:pt idx="1214">
                  <c:v>43908</c:v>
                </c:pt>
                <c:pt idx="1215">
                  <c:v>43909</c:v>
                </c:pt>
                <c:pt idx="1216">
                  <c:v>43910</c:v>
                </c:pt>
                <c:pt idx="1217">
                  <c:v>43913</c:v>
                </c:pt>
                <c:pt idx="1218">
                  <c:v>43914</c:v>
                </c:pt>
                <c:pt idx="1219">
                  <c:v>43916</c:v>
                </c:pt>
                <c:pt idx="1220">
                  <c:v>43917</c:v>
                </c:pt>
                <c:pt idx="1221">
                  <c:v>43920</c:v>
                </c:pt>
                <c:pt idx="1222">
                  <c:v>43921</c:v>
                </c:pt>
                <c:pt idx="1223">
                  <c:v>43924</c:v>
                </c:pt>
                <c:pt idx="1224">
                  <c:v>43928</c:v>
                </c:pt>
                <c:pt idx="1225">
                  <c:v>43929</c:v>
                </c:pt>
                <c:pt idx="1226">
                  <c:v>43930</c:v>
                </c:pt>
                <c:pt idx="1227">
                  <c:v>43934</c:v>
                </c:pt>
                <c:pt idx="1228">
                  <c:v>43936</c:v>
                </c:pt>
                <c:pt idx="1229">
                  <c:v>43937</c:v>
                </c:pt>
                <c:pt idx="1230">
                  <c:v>43938</c:v>
                </c:pt>
                <c:pt idx="1231">
                  <c:v>43941</c:v>
                </c:pt>
                <c:pt idx="1232">
                  <c:v>43942</c:v>
                </c:pt>
                <c:pt idx="1233">
                  <c:v>43943</c:v>
                </c:pt>
                <c:pt idx="1234">
                  <c:v>43944</c:v>
                </c:pt>
                <c:pt idx="1235">
                  <c:v>43945</c:v>
                </c:pt>
                <c:pt idx="1236">
                  <c:v>43948</c:v>
                </c:pt>
                <c:pt idx="1237">
                  <c:v>43949</c:v>
                </c:pt>
                <c:pt idx="1238">
                  <c:v>43950</c:v>
                </c:pt>
                <c:pt idx="1239">
                  <c:v>43951</c:v>
                </c:pt>
                <c:pt idx="1240">
                  <c:v>43955</c:v>
                </c:pt>
                <c:pt idx="1241">
                  <c:v>43956</c:v>
                </c:pt>
                <c:pt idx="1242">
                  <c:v>43957</c:v>
                </c:pt>
                <c:pt idx="1243">
                  <c:v>43959</c:v>
                </c:pt>
                <c:pt idx="1244">
                  <c:v>43962</c:v>
                </c:pt>
                <c:pt idx="1245">
                  <c:v>43963</c:v>
                </c:pt>
                <c:pt idx="1246">
                  <c:v>43964</c:v>
                </c:pt>
                <c:pt idx="1247">
                  <c:v>43965</c:v>
                </c:pt>
                <c:pt idx="1248">
                  <c:v>43966</c:v>
                </c:pt>
                <c:pt idx="1249">
                  <c:v>43969</c:v>
                </c:pt>
                <c:pt idx="1250">
                  <c:v>43970</c:v>
                </c:pt>
                <c:pt idx="1251">
                  <c:v>43971</c:v>
                </c:pt>
                <c:pt idx="1252">
                  <c:v>43972</c:v>
                </c:pt>
                <c:pt idx="1253">
                  <c:v>43973</c:v>
                </c:pt>
                <c:pt idx="1254">
                  <c:v>43977</c:v>
                </c:pt>
                <c:pt idx="1255">
                  <c:v>43978</c:v>
                </c:pt>
                <c:pt idx="1256">
                  <c:v>43979</c:v>
                </c:pt>
                <c:pt idx="1257">
                  <c:v>43980</c:v>
                </c:pt>
                <c:pt idx="1258">
                  <c:v>43983</c:v>
                </c:pt>
                <c:pt idx="1259">
                  <c:v>43984</c:v>
                </c:pt>
                <c:pt idx="1260">
                  <c:v>43985</c:v>
                </c:pt>
                <c:pt idx="1261">
                  <c:v>43986</c:v>
                </c:pt>
                <c:pt idx="1262">
                  <c:v>43987</c:v>
                </c:pt>
                <c:pt idx="1263">
                  <c:v>43990</c:v>
                </c:pt>
                <c:pt idx="1264">
                  <c:v>43991</c:v>
                </c:pt>
                <c:pt idx="1265">
                  <c:v>43992</c:v>
                </c:pt>
                <c:pt idx="1266">
                  <c:v>43993</c:v>
                </c:pt>
                <c:pt idx="1267">
                  <c:v>43994</c:v>
                </c:pt>
                <c:pt idx="1268">
                  <c:v>43997</c:v>
                </c:pt>
                <c:pt idx="1269">
                  <c:v>43998</c:v>
                </c:pt>
                <c:pt idx="1270">
                  <c:v>43999</c:v>
                </c:pt>
                <c:pt idx="1271">
                  <c:v>44000</c:v>
                </c:pt>
                <c:pt idx="1272">
                  <c:v>44001</c:v>
                </c:pt>
                <c:pt idx="1273">
                  <c:v>44004</c:v>
                </c:pt>
                <c:pt idx="1274">
                  <c:v>44005</c:v>
                </c:pt>
                <c:pt idx="1275">
                  <c:v>44006</c:v>
                </c:pt>
                <c:pt idx="1276">
                  <c:v>44007</c:v>
                </c:pt>
                <c:pt idx="1277">
                  <c:v>44008</c:v>
                </c:pt>
                <c:pt idx="1278">
                  <c:v>44011</c:v>
                </c:pt>
                <c:pt idx="1279">
                  <c:v>44012</c:v>
                </c:pt>
                <c:pt idx="1280">
                  <c:v>44013</c:v>
                </c:pt>
                <c:pt idx="1281">
                  <c:v>44014</c:v>
                </c:pt>
                <c:pt idx="1282">
                  <c:v>44018</c:v>
                </c:pt>
                <c:pt idx="1283">
                  <c:v>44019</c:v>
                </c:pt>
                <c:pt idx="1284">
                  <c:v>44020</c:v>
                </c:pt>
                <c:pt idx="1285">
                  <c:v>44021</c:v>
                </c:pt>
                <c:pt idx="1286">
                  <c:v>44022</c:v>
                </c:pt>
                <c:pt idx="1287">
                  <c:v>44025</c:v>
                </c:pt>
                <c:pt idx="1288">
                  <c:v>44026</c:v>
                </c:pt>
                <c:pt idx="1289">
                  <c:v>44027</c:v>
                </c:pt>
                <c:pt idx="1290">
                  <c:v>44028</c:v>
                </c:pt>
                <c:pt idx="1291">
                  <c:v>44029</c:v>
                </c:pt>
                <c:pt idx="1292">
                  <c:v>44032</c:v>
                </c:pt>
                <c:pt idx="1293">
                  <c:v>44033</c:v>
                </c:pt>
                <c:pt idx="1294">
                  <c:v>44034</c:v>
                </c:pt>
                <c:pt idx="1295">
                  <c:v>44035</c:v>
                </c:pt>
                <c:pt idx="1296">
                  <c:v>44036</c:v>
                </c:pt>
                <c:pt idx="1297">
                  <c:v>44039</c:v>
                </c:pt>
                <c:pt idx="1298">
                  <c:v>44040</c:v>
                </c:pt>
                <c:pt idx="1299">
                  <c:v>44041</c:v>
                </c:pt>
                <c:pt idx="1300">
                  <c:v>44042</c:v>
                </c:pt>
                <c:pt idx="1301">
                  <c:v>44043</c:v>
                </c:pt>
                <c:pt idx="1302">
                  <c:v>44046</c:v>
                </c:pt>
                <c:pt idx="1303">
                  <c:v>44047</c:v>
                </c:pt>
                <c:pt idx="1304">
                  <c:v>44048</c:v>
                </c:pt>
                <c:pt idx="1305">
                  <c:v>44049</c:v>
                </c:pt>
                <c:pt idx="1306">
                  <c:v>44050</c:v>
                </c:pt>
                <c:pt idx="1307">
                  <c:v>44053</c:v>
                </c:pt>
                <c:pt idx="1308">
                  <c:v>44054</c:v>
                </c:pt>
                <c:pt idx="1309">
                  <c:v>44055</c:v>
                </c:pt>
                <c:pt idx="1310">
                  <c:v>44056</c:v>
                </c:pt>
                <c:pt idx="1311">
                  <c:v>44057</c:v>
                </c:pt>
                <c:pt idx="1312">
                  <c:v>44060</c:v>
                </c:pt>
                <c:pt idx="1313">
                  <c:v>44061</c:v>
                </c:pt>
                <c:pt idx="1314">
                  <c:v>44062</c:v>
                </c:pt>
                <c:pt idx="1315">
                  <c:v>44063</c:v>
                </c:pt>
                <c:pt idx="1316">
                  <c:v>44064</c:v>
                </c:pt>
                <c:pt idx="1317">
                  <c:v>44067</c:v>
                </c:pt>
                <c:pt idx="1318">
                  <c:v>44068</c:v>
                </c:pt>
                <c:pt idx="1319">
                  <c:v>44069</c:v>
                </c:pt>
                <c:pt idx="1320">
                  <c:v>44070</c:v>
                </c:pt>
                <c:pt idx="1321">
                  <c:v>44071</c:v>
                </c:pt>
                <c:pt idx="1322">
                  <c:v>44074</c:v>
                </c:pt>
                <c:pt idx="1323">
                  <c:v>44075</c:v>
                </c:pt>
                <c:pt idx="1324">
                  <c:v>44076</c:v>
                </c:pt>
                <c:pt idx="1325">
                  <c:v>44077</c:v>
                </c:pt>
                <c:pt idx="1326">
                  <c:v>44078</c:v>
                </c:pt>
                <c:pt idx="1327">
                  <c:v>44082</c:v>
                </c:pt>
                <c:pt idx="1328">
                  <c:v>44083</c:v>
                </c:pt>
                <c:pt idx="1329">
                  <c:v>44084</c:v>
                </c:pt>
                <c:pt idx="1330">
                  <c:v>44085</c:v>
                </c:pt>
                <c:pt idx="1331">
                  <c:v>44088</c:v>
                </c:pt>
                <c:pt idx="1332">
                  <c:v>44089</c:v>
                </c:pt>
                <c:pt idx="1333">
                  <c:v>44090</c:v>
                </c:pt>
                <c:pt idx="1334">
                  <c:v>44091</c:v>
                </c:pt>
                <c:pt idx="1335">
                  <c:v>44092</c:v>
                </c:pt>
                <c:pt idx="1336">
                  <c:v>44095</c:v>
                </c:pt>
                <c:pt idx="1337">
                  <c:v>44096</c:v>
                </c:pt>
                <c:pt idx="1338">
                  <c:v>44097</c:v>
                </c:pt>
                <c:pt idx="1339">
                  <c:v>44098</c:v>
                </c:pt>
                <c:pt idx="1340">
                  <c:v>44099</c:v>
                </c:pt>
                <c:pt idx="1341">
                  <c:v>44102</c:v>
                </c:pt>
                <c:pt idx="1342">
                  <c:v>44103</c:v>
                </c:pt>
                <c:pt idx="1343">
                  <c:v>44104</c:v>
                </c:pt>
                <c:pt idx="1344">
                  <c:v>44105</c:v>
                </c:pt>
                <c:pt idx="1345">
                  <c:v>44109</c:v>
                </c:pt>
                <c:pt idx="1346">
                  <c:v>44110</c:v>
                </c:pt>
                <c:pt idx="1347">
                  <c:v>44111</c:v>
                </c:pt>
                <c:pt idx="1348">
                  <c:v>44112</c:v>
                </c:pt>
                <c:pt idx="1349">
                  <c:v>44113</c:v>
                </c:pt>
                <c:pt idx="1350">
                  <c:v>44117</c:v>
                </c:pt>
                <c:pt idx="1351">
                  <c:v>44118</c:v>
                </c:pt>
                <c:pt idx="1352">
                  <c:v>44119</c:v>
                </c:pt>
                <c:pt idx="1353">
                  <c:v>44120</c:v>
                </c:pt>
                <c:pt idx="1354">
                  <c:v>44123</c:v>
                </c:pt>
                <c:pt idx="1355">
                  <c:v>44124</c:v>
                </c:pt>
                <c:pt idx="1356">
                  <c:v>44125</c:v>
                </c:pt>
                <c:pt idx="1357">
                  <c:v>44126</c:v>
                </c:pt>
                <c:pt idx="1358">
                  <c:v>44127</c:v>
                </c:pt>
                <c:pt idx="1359">
                  <c:v>44130</c:v>
                </c:pt>
                <c:pt idx="1360">
                  <c:v>44131</c:v>
                </c:pt>
                <c:pt idx="1361">
                  <c:v>44132</c:v>
                </c:pt>
                <c:pt idx="1362">
                  <c:v>44133</c:v>
                </c:pt>
                <c:pt idx="1363">
                  <c:v>44137</c:v>
                </c:pt>
                <c:pt idx="1364">
                  <c:v>44138</c:v>
                </c:pt>
                <c:pt idx="1365">
                  <c:v>44139</c:v>
                </c:pt>
                <c:pt idx="1366">
                  <c:v>44140</c:v>
                </c:pt>
                <c:pt idx="1367">
                  <c:v>44141</c:v>
                </c:pt>
                <c:pt idx="1368">
                  <c:v>44144</c:v>
                </c:pt>
                <c:pt idx="1369">
                  <c:v>44145</c:v>
                </c:pt>
                <c:pt idx="1370">
                  <c:v>44147</c:v>
                </c:pt>
                <c:pt idx="1371">
                  <c:v>44148</c:v>
                </c:pt>
                <c:pt idx="1372">
                  <c:v>44152</c:v>
                </c:pt>
                <c:pt idx="1373">
                  <c:v>44153</c:v>
                </c:pt>
                <c:pt idx="1374">
                  <c:v>44154</c:v>
                </c:pt>
                <c:pt idx="1375">
                  <c:v>44155</c:v>
                </c:pt>
                <c:pt idx="1376">
                  <c:v>44158</c:v>
                </c:pt>
                <c:pt idx="1377">
                  <c:v>44159</c:v>
                </c:pt>
                <c:pt idx="1378">
                  <c:v>44160</c:v>
                </c:pt>
                <c:pt idx="1379">
                  <c:v>44162</c:v>
                </c:pt>
                <c:pt idx="1380">
                  <c:v>44166</c:v>
                </c:pt>
                <c:pt idx="1381">
                  <c:v>44167</c:v>
                </c:pt>
                <c:pt idx="1382">
                  <c:v>44168</c:v>
                </c:pt>
                <c:pt idx="1383">
                  <c:v>44169</c:v>
                </c:pt>
                <c:pt idx="1384">
                  <c:v>44172</c:v>
                </c:pt>
                <c:pt idx="1385">
                  <c:v>44173</c:v>
                </c:pt>
                <c:pt idx="1386">
                  <c:v>44174</c:v>
                </c:pt>
                <c:pt idx="1387">
                  <c:v>44175</c:v>
                </c:pt>
                <c:pt idx="1388">
                  <c:v>44176</c:v>
                </c:pt>
                <c:pt idx="1389">
                  <c:v>44179</c:v>
                </c:pt>
                <c:pt idx="1390">
                  <c:v>44180</c:v>
                </c:pt>
                <c:pt idx="1391">
                  <c:v>44181</c:v>
                </c:pt>
                <c:pt idx="1392">
                  <c:v>44182</c:v>
                </c:pt>
                <c:pt idx="1393">
                  <c:v>44183</c:v>
                </c:pt>
                <c:pt idx="1394">
                  <c:v>44186</c:v>
                </c:pt>
                <c:pt idx="1395">
                  <c:v>44187</c:v>
                </c:pt>
                <c:pt idx="1396">
                  <c:v>44188</c:v>
                </c:pt>
                <c:pt idx="1397">
                  <c:v>44189</c:v>
                </c:pt>
                <c:pt idx="1398">
                  <c:v>44193</c:v>
                </c:pt>
                <c:pt idx="1399">
                  <c:v>44194</c:v>
                </c:pt>
                <c:pt idx="1400">
                  <c:v>44195</c:v>
                </c:pt>
                <c:pt idx="1401">
                  <c:v>44196</c:v>
                </c:pt>
                <c:pt idx="1402">
                  <c:v>44200</c:v>
                </c:pt>
                <c:pt idx="1403">
                  <c:v>44201</c:v>
                </c:pt>
                <c:pt idx="1404">
                  <c:v>44202</c:v>
                </c:pt>
                <c:pt idx="1405">
                  <c:v>44203</c:v>
                </c:pt>
                <c:pt idx="1406">
                  <c:v>44204</c:v>
                </c:pt>
                <c:pt idx="1407">
                  <c:v>44207</c:v>
                </c:pt>
                <c:pt idx="1408">
                  <c:v>44208</c:v>
                </c:pt>
                <c:pt idx="1409">
                  <c:v>44209</c:v>
                </c:pt>
                <c:pt idx="1410">
                  <c:v>44210</c:v>
                </c:pt>
                <c:pt idx="1411">
                  <c:v>44211</c:v>
                </c:pt>
                <c:pt idx="1412">
                  <c:v>44215</c:v>
                </c:pt>
                <c:pt idx="1413">
                  <c:v>44216</c:v>
                </c:pt>
                <c:pt idx="1414">
                  <c:v>44217</c:v>
                </c:pt>
                <c:pt idx="1415">
                  <c:v>44218</c:v>
                </c:pt>
                <c:pt idx="1416">
                  <c:v>44221</c:v>
                </c:pt>
                <c:pt idx="1417">
                  <c:v>44223</c:v>
                </c:pt>
                <c:pt idx="1418">
                  <c:v>44224</c:v>
                </c:pt>
                <c:pt idx="1419">
                  <c:v>44225</c:v>
                </c:pt>
                <c:pt idx="1420">
                  <c:v>44228</c:v>
                </c:pt>
                <c:pt idx="1421">
                  <c:v>44229</c:v>
                </c:pt>
                <c:pt idx="1422">
                  <c:v>44230</c:v>
                </c:pt>
                <c:pt idx="1423">
                  <c:v>44231</c:v>
                </c:pt>
                <c:pt idx="1424">
                  <c:v>44232</c:v>
                </c:pt>
                <c:pt idx="1425">
                  <c:v>44235</c:v>
                </c:pt>
                <c:pt idx="1426">
                  <c:v>44236</c:v>
                </c:pt>
                <c:pt idx="1427">
                  <c:v>44237</c:v>
                </c:pt>
                <c:pt idx="1428">
                  <c:v>44238</c:v>
                </c:pt>
                <c:pt idx="1429">
                  <c:v>44239</c:v>
                </c:pt>
                <c:pt idx="1430">
                  <c:v>44243</c:v>
                </c:pt>
                <c:pt idx="1431">
                  <c:v>44244</c:v>
                </c:pt>
                <c:pt idx="1432">
                  <c:v>44245</c:v>
                </c:pt>
                <c:pt idx="1433">
                  <c:v>44249</c:v>
                </c:pt>
                <c:pt idx="1434">
                  <c:v>44250</c:v>
                </c:pt>
                <c:pt idx="1435">
                  <c:v>44251</c:v>
                </c:pt>
                <c:pt idx="1436">
                  <c:v>44252</c:v>
                </c:pt>
                <c:pt idx="1437">
                  <c:v>44253</c:v>
                </c:pt>
                <c:pt idx="1438">
                  <c:v>44256</c:v>
                </c:pt>
                <c:pt idx="1439">
                  <c:v>44257</c:v>
                </c:pt>
                <c:pt idx="1440">
                  <c:v>44258</c:v>
                </c:pt>
                <c:pt idx="1441">
                  <c:v>44259</c:v>
                </c:pt>
                <c:pt idx="1442">
                  <c:v>44260</c:v>
                </c:pt>
                <c:pt idx="1443">
                  <c:v>44263</c:v>
                </c:pt>
                <c:pt idx="1444">
                  <c:v>44264</c:v>
                </c:pt>
                <c:pt idx="1445">
                  <c:v>44265</c:v>
                </c:pt>
                <c:pt idx="1446">
                  <c:v>44267</c:v>
                </c:pt>
                <c:pt idx="1447">
                  <c:v>44270</c:v>
                </c:pt>
                <c:pt idx="1448">
                  <c:v>44271</c:v>
                </c:pt>
                <c:pt idx="1449">
                  <c:v>44272</c:v>
                </c:pt>
                <c:pt idx="1450">
                  <c:v>44273</c:v>
                </c:pt>
                <c:pt idx="1451">
                  <c:v>44274</c:v>
                </c:pt>
                <c:pt idx="1452">
                  <c:v>44277</c:v>
                </c:pt>
                <c:pt idx="1453">
                  <c:v>44278</c:v>
                </c:pt>
                <c:pt idx="1454">
                  <c:v>44279</c:v>
                </c:pt>
                <c:pt idx="1455">
                  <c:v>44280</c:v>
                </c:pt>
                <c:pt idx="1456">
                  <c:v>44281</c:v>
                </c:pt>
                <c:pt idx="1457">
                  <c:v>44285</c:v>
                </c:pt>
                <c:pt idx="1458">
                  <c:v>44286</c:v>
                </c:pt>
                <c:pt idx="1459">
                  <c:v>44291</c:v>
                </c:pt>
                <c:pt idx="1460">
                  <c:v>44292</c:v>
                </c:pt>
                <c:pt idx="1461">
                  <c:v>44293</c:v>
                </c:pt>
                <c:pt idx="1462">
                  <c:v>44294</c:v>
                </c:pt>
                <c:pt idx="1463">
                  <c:v>44295</c:v>
                </c:pt>
                <c:pt idx="1464">
                  <c:v>44298</c:v>
                </c:pt>
                <c:pt idx="1465">
                  <c:v>44301</c:v>
                </c:pt>
                <c:pt idx="1466">
                  <c:v>44302</c:v>
                </c:pt>
                <c:pt idx="1467">
                  <c:v>44305</c:v>
                </c:pt>
                <c:pt idx="1468">
                  <c:v>44306</c:v>
                </c:pt>
                <c:pt idx="1469">
                  <c:v>44308</c:v>
                </c:pt>
                <c:pt idx="1470">
                  <c:v>44309</c:v>
                </c:pt>
                <c:pt idx="1471">
                  <c:v>44312</c:v>
                </c:pt>
                <c:pt idx="1472">
                  <c:v>44313</c:v>
                </c:pt>
                <c:pt idx="1473">
                  <c:v>44314</c:v>
                </c:pt>
                <c:pt idx="1474">
                  <c:v>44315</c:v>
                </c:pt>
                <c:pt idx="1475">
                  <c:v>44316</c:v>
                </c:pt>
                <c:pt idx="1476">
                  <c:v>44319</c:v>
                </c:pt>
                <c:pt idx="1477">
                  <c:v>44320</c:v>
                </c:pt>
                <c:pt idx="1478">
                  <c:v>44321</c:v>
                </c:pt>
                <c:pt idx="1479">
                  <c:v>44322</c:v>
                </c:pt>
                <c:pt idx="1480">
                  <c:v>44323</c:v>
                </c:pt>
                <c:pt idx="1481">
                  <c:v>44326</c:v>
                </c:pt>
                <c:pt idx="1482">
                  <c:v>44327</c:v>
                </c:pt>
                <c:pt idx="1483">
                  <c:v>44328</c:v>
                </c:pt>
                <c:pt idx="1484">
                  <c:v>44330</c:v>
                </c:pt>
                <c:pt idx="1485">
                  <c:v>44333</c:v>
                </c:pt>
                <c:pt idx="1486">
                  <c:v>44334</c:v>
                </c:pt>
                <c:pt idx="1487">
                  <c:v>44335</c:v>
                </c:pt>
                <c:pt idx="1488">
                  <c:v>44336</c:v>
                </c:pt>
                <c:pt idx="1489">
                  <c:v>44337</c:v>
                </c:pt>
                <c:pt idx="1490">
                  <c:v>44340</c:v>
                </c:pt>
                <c:pt idx="1491">
                  <c:v>44341</c:v>
                </c:pt>
                <c:pt idx="1492">
                  <c:v>44343</c:v>
                </c:pt>
                <c:pt idx="1493">
                  <c:v>44344</c:v>
                </c:pt>
                <c:pt idx="1494">
                  <c:v>44348</c:v>
                </c:pt>
                <c:pt idx="1495">
                  <c:v>44349</c:v>
                </c:pt>
                <c:pt idx="1496">
                  <c:v>44350</c:v>
                </c:pt>
                <c:pt idx="1497">
                  <c:v>44351</c:v>
                </c:pt>
                <c:pt idx="1498">
                  <c:v>44354</c:v>
                </c:pt>
                <c:pt idx="1499">
                  <c:v>44355</c:v>
                </c:pt>
                <c:pt idx="1500">
                  <c:v>44356</c:v>
                </c:pt>
                <c:pt idx="1501">
                  <c:v>44357</c:v>
                </c:pt>
                <c:pt idx="1502">
                  <c:v>44358</c:v>
                </c:pt>
                <c:pt idx="1503">
                  <c:v>44361</c:v>
                </c:pt>
                <c:pt idx="1504">
                  <c:v>44362</c:v>
                </c:pt>
                <c:pt idx="1505">
                  <c:v>44363</c:v>
                </c:pt>
                <c:pt idx="1506">
                  <c:v>44364</c:v>
                </c:pt>
                <c:pt idx="1507">
                  <c:v>44365</c:v>
                </c:pt>
                <c:pt idx="1508">
                  <c:v>44368</c:v>
                </c:pt>
                <c:pt idx="1509">
                  <c:v>44369</c:v>
                </c:pt>
                <c:pt idx="1510">
                  <c:v>44370</c:v>
                </c:pt>
                <c:pt idx="1511">
                  <c:v>44371</c:v>
                </c:pt>
                <c:pt idx="1512">
                  <c:v>44372</c:v>
                </c:pt>
                <c:pt idx="1513">
                  <c:v>44375</c:v>
                </c:pt>
                <c:pt idx="1514">
                  <c:v>44376</c:v>
                </c:pt>
                <c:pt idx="1515">
                  <c:v>44377</c:v>
                </c:pt>
                <c:pt idx="1516">
                  <c:v>44378</c:v>
                </c:pt>
                <c:pt idx="1517">
                  <c:v>44379</c:v>
                </c:pt>
                <c:pt idx="1518">
                  <c:v>44383</c:v>
                </c:pt>
                <c:pt idx="1519">
                  <c:v>44384</c:v>
                </c:pt>
                <c:pt idx="1520">
                  <c:v>44385</c:v>
                </c:pt>
                <c:pt idx="1521">
                  <c:v>44386</c:v>
                </c:pt>
                <c:pt idx="1522">
                  <c:v>44389</c:v>
                </c:pt>
                <c:pt idx="1523">
                  <c:v>44390</c:v>
                </c:pt>
                <c:pt idx="1524">
                  <c:v>44391</c:v>
                </c:pt>
                <c:pt idx="1525">
                  <c:v>44392</c:v>
                </c:pt>
                <c:pt idx="1526">
                  <c:v>44393</c:v>
                </c:pt>
                <c:pt idx="1527">
                  <c:v>44396</c:v>
                </c:pt>
                <c:pt idx="1528">
                  <c:v>44397</c:v>
                </c:pt>
                <c:pt idx="1529">
                  <c:v>44399</c:v>
                </c:pt>
                <c:pt idx="1530">
                  <c:v>44400</c:v>
                </c:pt>
                <c:pt idx="1531">
                  <c:v>44403</c:v>
                </c:pt>
                <c:pt idx="1532">
                  <c:v>44404</c:v>
                </c:pt>
                <c:pt idx="1533">
                  <c:v>44405</c:v>
                </c:pt>
                <c:pt idx="1534">
                  <c:v>44406</c:v>
                </c:pt>
                <c:pt idx="1535">
                  <c:v>44407</c:v>
                </c:pt>
                <c:pt idx="1536">
                  <c:v>44410</c:v>
                </c:pt>
                <c:pt idx="1537">
                  <c:v>44411</c:v>
                </c:pt>
                <c:pt idx="1538">
                  <c:v>44412</c:v>
                </c:pt>
                <c:pt idx="1539">
                  <c:v>44413</c:v>
                </c:pt>
                <c:pt idx="1540">
                  <c:v>44414</c:v>
                </c:pt>
                <c:pt idx="1541">
                  <c:v>44417</c:v>
                </c:pt>
                <c:pt idx="1542">
                  <c:v>44418</c:v>
                </c:pt>
                <c:pt idx="1543">
                  <c:v>44419</c:v>
                </c:pt>
                <c:pt idx="1544">
                  <c:v>44420</c:v>
                </c:pt>
                <c:pt idx="1545">
                  <c:v>44421</c:v>
                </c:pt>
                <c:pt idx="1546">
                  <c:v>44425</c:v>
                </c:pt>
                <c:pt idx="1547">
                  <c:v>44426</c:v>
                </c:pt>
                <c:pt idx="1548">
                  <c:v>44428</c:v>
                </c:pt>
                <c:pt idx="1549">
                  <c:v>44431</c:v>
                </c:pt>
                <c:pt idx="1550">
                  <c:v>44432</c:v>
                </c:pt>
                <c:pt idx="1551">
                  <c:v>44433</c:v>
                </c:pt>
                <c:pt idx="1552">
                  <c:v>44434</c:v>
                </c:pt>
                <c:pt idx="1553">
                  <c:v>44435</c:v>
                </c:pt>
                <c:pt idx="1554">
                  <c:v>44438</c:v>
                </c:pt>
                <c:pt idx="1555">
                  <c:v>44439</c:v>
                </c:pt>
                <c:pt idx="1556">
                  <c:v>44440</c:v>
                </c:pt>
                <c:pt idx="1557">
                  <c:v>44441</c:v>
                </c:pt>
                <c:pt idx="1558">
                  <c:v>44442</c:v>
                </c:pt>
                <c:pt idx="1559">
                  <c:v>44446</c:v>
                </c:pt>
                <c:pt idx="1560">
                  <c:v>44447</c:v>
                </c:pt>
                <c:pt idx="1561">
                  <c:v>44448</c:v>
                </c:pt>
                <c:pt idx="1562">
                  <c:v>44452</c:v>
                </c:pt>
                <c:pt idx="1563">
                  <c:v>44453</c:v>
                </c:pt>
                <c:pt idx="1564">
                  <c:v>44454</c:v>
                </c:pt>
                <c:pt idx="1565">
                  <c:v>44455</c:v>
                </c:pt>
                <c:pt idx="1566">
                  <c:v>44456</c:v>
                </c:pt>
                <c:pt idx="1567">
                  <c:v>44459</c:v>
                </c:pt>
                <c:pt idx="1568">
                  <c:v>44460</c:v>
                </c:pt>
                <c:pt idx="1569">
                  <c:v>44461</c:v>
                </c:pt>
                <c:pt idx="1570">
                  <c:v>44462</c:v>
                </c:pt>
                <c:pt idx="1571">
                  <c:v>44463</c:v>
                </c:pt>
                <c:pt idx="1572">
                  <c:v>44466</c:v>
                </c:pt>
                <c:pt idx="1573">
                  <c:v>44467</c:v>
                </c:pt>
                <c:pt idx="1574">
                  <c:v>44468</c:v>
                </c:pt>
                <c:pt idx="1575">
                  <c:v>44469</c:v>
                </c:pt>
                <c:pt idx="1576">
                  <c:v>44470</c:v>
                </c:pt>
                <c:pt idx="1577">
                  <c:v>44473</c:v>
                </c:pt>
                <c:pt idx="1578">
                  <c:v>44474</c:v>
                </c:pt>
                <c:pt idx="1579">
                  <c:v>44475</c:v>
                </c:pt>
                <c:pt idx="1580">
                  <c:v>44476</c:v>
                </c:pt>
                <c:pt idx="1581">
                  <c:v>44477</c:v>
                </c:pt>
                <c:pt idx="1582">
                  <c:v>44481</c:v>
                </c:pt>
                <c:pt idx="1583">
                  <c:v>44482</c:v>
                </c:pt>
                <c:pt idx="1584">
                  <c:v>44483</c:v>
                </c:pt>
                <c:pt idx="1585">
                  <c:v>44487</c:v>
                </c:pt>
                <c:pt idx="1586">
                  <c:v>44489</c:v>
                </c:pt>
                <c:pt idx="1587">
                  <c:v>44490</c:v>
                </c:pt>
                <c:pt idx="1588">
                  <c:v>44491</c:v>
                </c:pt>
                <c:pt idx="1589">
                  <c:v>44494</c:v>
                </c:pt>
                <c:pt idx="1590">
                  <c:v>44495</c:v>
                </c:pt>
                <c:pt idx="1591">
                  <c:v>44496</c:v>
                </c:pt>
                <c:pt idx="1592">
                  <c:v>44497</c:v>
                </c:pt>
                <c:pt idx="1593">
                  <c:v>44498</c:v>
                </c:pt>
                <c:pt idx="1594">
                  <c:v>44501</c:v>
                </c:pt>
                <c:pt idx="1595">
                  <c:v>44502</c:v>
                </c:pt>
                <c:pt idx="1596">
                  <c:v>44503</c:v>
                </c:pt>
                <c:pt idx="1597">
                  <c:v>44508</c:v>
                </c:pt>
                <c:pt idx="1598">
                  <c:v>44509</c:v>
                </c:pt>
                <c:pt idx="1599">
                  <c:v>44510</c:v>
                </c:pt>
                <c:pt idx="1600">
                  <c:v>44512</c:v>
                </c:pt>
                <c:pt idx="1601">
                  <c:v>44515</c:v>
                </c:pt>
                <c:pt idx="1602">
                  <c:v>44516</c:v>
                </c:pt>
                <c:pt idx="1603">
                  <c:v>44517</c:v>
                </c:pt>
                <c:pt idx="1604">
                  <c:v>44518</c:v>
                </c:pt>
                <c:pt idx="1605">
                  <c:v>44522</c:v>
                </c:pt>
                <c:pt idx="1606">
                  <c:v>44523</c:v>
                </c:pt>
                <c:pt idx="1607">
                  <c:v>44524</c:v>
                </c:pt>
                <c:pt idx="1608">
                  <c:v>44526</c:v>
                </c:pt>
                <c:pt idx="1609">
                  <c:v>44529</c:v>
                </c:pt>
                <c:pt idx="1610">
                  <c:v>44530</c:v>
                </c:pt>
                <c:pt idx="1611">
                  <c:v>44531</c:v>
                </c:pt>
                <c:pt idx="1612">
                  <c:v>44532</c:v>
                </c:pt>
                <c:pt idx="1613">
                  <c:v>44533</c:v>
                </c:pt>
                <c:pt idx="1614">
                  <c:v>44536</c:v>
                </c:pt>
                <c:pt idx="1615">
                  <c:v>44537</c:v>
                </c:pt>
                <c:pt idx="1616">
                  <c:v>44538</c:v>
                </c:pt>
                <c:pt idx="1617">
                  <c:v>44539</c:v>
                </c:pt>
                <c:pt idx="1618">
                  <c:v>44540</c:v>
                </c:pt>
                <c:pt idx="1619">
                  <c:v>44543</c:v>
                </c:pt>
                <c:pt idx="1620">
                  <c:v>44544</c:v>
                </c:pt>
                <c:pt idx="1621">
                  <c:v>44545</c:v>
                </c:pt>
                <c:pt idx="1622">
                  <c:v>44546</c:v>
                </c:pt>
                <c:pt idx="1623">
                  <c:v>44547</c:v>
                </c:pt>
                <c:pt idx="1624">
                  <c:v>44550</c:v>
                </c:pt>
                <c:pt idx="1625">
                  <c:v>44551</c:v>
                </c:pt>
                <c:pt idx="1626">
                  <c:v>44552</c:v>
                </c:pt>
                <c:pt idx="1627">
                  <c:v>44553</c:v>
                </c:pt>
                <c:pt idx="1628">
                  <c:v>44557</c:v>
                </c:pt>
                <c:pt idx="1629">
                  <c:v>44558</c:v>
                </c:pt>
                <c:pt idx="1630">
                  <c:v>44559</c:v>
                </c:pt>
                <c:pt idx="1631">
                  <c:v>44560</c:v>
                </c:pt>
                <c:pt idx="1632">
                  <c:v>44561</c:v>
                </c:pt>
                <c:pt idx="1633">
                  <c:v>44564</c:v>
                </c:pt>
                <c:pt idx="1634">
                  <c:v>44565</c:v>
                </c:pt>
                <c:pt idx="1635">
                  <c:v>44566</c:v>
                </c:pt>
                <c:pt idx="1636">
                  <c:v>44567</c:v>
                </c:pt>
                <c:pt idx="1637">
                  <c:v>44568</c:v>
                </c:pt>
                <c:pt idx="1638">
                  <c:v>44571</c:v>
                </c:pt>
                <c:pt idx="1639">
                  <c:v>44572</c:v>
                </c:pt>
                <c:pt idx="1640">
                  <c:v>44573</c:v>
                </c:pt>
                <c:pt idx="1641">
                  <c:v>44574</c:v>
                </c:pt>
                <c:pt idx="1642">
                  <c:v>44575</c:v>
                </c:pt>
                <c:pt idx="1643">
                  <c:v>44579</c:v>
                </c:pt>
                <c:pt idx="1644">
                  <c:v>44580</c:v>
                </c:pt>
                <c:pt idx="1645">
                  <c:v>44581</c:v>
                </c:pt>
                <c:pt idx="1646">
                  <c:v>44582</c:v>
                </c:pt>
                <c:pt idx="1647">
                  <c:v>44585</c:v>
                </c:pt>
                <c:pt idx="1648">
                  <c:v>44586</c:v>
                </c:pt>
                <c:pt idx="1649">
                  <c:v>44588</c:v>
                </c:pt>
                <c:pt idx="1650">
                  <c:v>44589</c:v>
                </c:pt>
                <c:pt idx="1651">
                  <c:v>44592</c:v>
                </c:pt>
                <c:pt idx="1652">
                  <c:v>44593</c:v>
                </c:pt>
                <c:pt idx="1653">
                  <c:v>44594</c:v>
                </c:pt>
                <c:pt idx="1654">
                  <c:v>44595</c:v>
                </c:pt>
                <c:pt idx="1655">
                  <c:v>44596</c:v>
                </c:pt>
                <c:pt idx="1656">
                  <c:v>44600</c:v>
                </c:pt>
                <c:pt idx="1657">
                  <c:v>44601</c:v>
                </c:pt>
                <c:pt idx="1658">
                  <c:v>44602</c:v>
                </c:pt>
                <c:pt idx="1659">
                  <c:v>44603</c:v>
                </c:pt>
                <c:pt idx="1660">
                  <c:v>44606</c:v>
                </c:pt>
                <c:pt idx="1661">
                  <c:v>44607</c:v>
                </c:pt>
                <c:pt idx="1662">
                  <c:v>44608</c:v>
                </c:pt>
                <c:pt idx="1663">
                  <c:v>44609</c:v>
                </c:pt>
                <c:pt idx="1664">
                  <c:v>44610</c:v>
                </c:pt>
                <c:pt idx="1665">
                  <c:v>44614</c:v>
                </c:pt>
                <c:pt idx="1666">
                  <c:v>44615</c:v>
                </c:pt>
                <c:pt idx="1667">
                  <c:v>44616</c:v>
                </c:pt>
                <c:pt idx="1668">
                  <c:v>44617</c:v>
                </c:pt>
                <c:pt idx="1669">
                  <c:v>44620</c:v>
                </c:pt>
                <c:pt idx="1670">
                  <c:v>44622</c:v>
                </c:pt>
                <c:pt idx="1671">
                  <c:v>44623</c:v>
                </c:pt>
                <c:pt idx="1672">
                  <c:v>44624</c:v>
                </c:pt>
                <c:pt idx="1673">
                  <c:v>44627</c:v>
                </c:pt>
                <c:pt idx="1674">
                  <c:v>44628</c:v>
                </c:pt>
                <c:pt idx="1675">
                  <c:v>44629</c:v>
                </c:pt>
                <c:pt idx="1676">
                  <c:v>44630</c:v>
                </c:pt>
                <c:pt idx="1677">
                  <c:v>44631</c:v>
                </c:pt>
                <c:pt idx="1678">
                  <c:v>44634</c:v>
                </c:pt>
                <c:pt idx="1679">
                  <c:v>44635</c:v>
                </c:pt>
                <c:pt idx="1680">
                  <c:v>44636</c:v>
                </c:pt>
                <c:pt idx="1681">
                  <c:v>44637</c:v>
                </c:pt>
                <c:pt idx="1682">
                  <c:v>44641</c:v>
                </c:pt>
                <c:pt idx="1683">
                  <c:v>44642</c:v>
                </c:pt>
                <c:pt idx="1684">
                  <c:v>44643</c:v>
                </c:pt>
                <c:pt idx="1685">
                  <c:v>44644</c:v>
                </c:pt>
                <c:pt idx="1686">
                  <c:v>44645</c:v>
                </c:pt>
                <c:pt idx="1687">
                  <c:v>44648</c:v>
                </c:pt>
                <c:pt idx="1688">
                  <c:v>44649</c:v>
                </c:pt>
                <c:pt idx="1689">
                  <c:v>44650</c:v>
                </c:pt>
                <c:pt idx="1690">
                  <c:v>44651</c:v>
                </c:pt>
                <c:pt idx="1691">
                  <c:v>44655</c:v>
                </c:pt>
                <c:pt idx="1692">
                  <c:v>44656</c:v>
                </c:pt>
                <c:pt idx="1693">
                  <c:v>44657</c:v>
                </c:pt>
                <c:pt idx="1694">
                  <c:v>44658</c:v>
                </c:pt>
                <c:pt idx="1695">
                  <c:v>44659</c:v>
                </c:pt>
                <c:pt idx="1696">
                  <c:v>44662</c:v>
                </c:pt>
                <c:pt idx="1697">
                  <c:v>44663</c:v>
                </c:pt>
                <c:pt idx="1698">
                  <c:v>44664</c:v>
                </c:pt>
                <c:pt idx="1699">
                  <c:v>44669</c:v>
                </c:pt>
                <c:pt idx="1700">
                  <c:v>44670</c:v>
                </c:pt>
                <c:pt idx="1701">
                  <c:v>44671</c:v>
                </c:pt>
                <c:pt idx="1702">
                  <c:v>44672</c:v>
                </c:pt>
                <c:pt idx="1703">
                  <c:v>44673</c:v>
                </c:pt>
                <c:pt idx="1704">
                  <c:v>44676</c:v>
                </c:pt>
                <c:pt idx="1705">
                  <c:v>44677</c:v>
                </c:pt>
                <c:pt idx="1706">
                  <c:v>44678</c:v>
                </c:pt>
                <c:pt idx="1707">
                  <c:v>44679</c:v>
                </c:pt>
                <c:pt idx="1708">
                  <c:v>44680</c:v>
                </c:pt>
                <c:pt idx="1709">
                  <c:v>44683</c:v>
                </c:pt>
                <c:pt idx="1710">
                  <c:v>44685</c:v>
                </c:pt>
                <c:pt idx="1711">
                  <c:v>44686</c:v>
                </c:pt>
                <c:pt idx="1712">
                  <c:v>44687</c:v>
                </c:pt>
                <c:pt idx="1713">
                  <c:v>44690</c:v>
                </c:pt>
                <c:pt idx="1714">
                  <c:v>44691</c:v>
                </c:pt>
                <c:pt idx="1715">
                  <c:v>44692</c:v>
                </c:pt>
                <c:pt idx="1716">
                  <c:v>44693</c:v>
                </c:pt>
                <c:pt idx="1717">
                  <c:v>44694</c:v>
                </c:pt>
                <c:pt idx="1718">
                  <c:v>44698</c:v>
                </c:pt>
                <c:pt idx="1719">
                  <c:v>44699</c:v>
                </c:pt>
                <c:pt idx="1720">
                  <c:v>44700</c:v>
                </c:pt>
                <c:pt idx="1721">
                  <c:v>44701</c:v>
                </c:pt>
                <c:pt idx="1722">
                  <c:v>44704</c:v>
                </c:pt>
                <c:pt idx="1723">
                  <c:v>44705</c:v>
                </c:pt>
                <c:pt idx="1724">
                  <c:v>44706</c:v>
                </c:pt>
                <c:pt idx="1725">
                  <c:v>44707</c:v>
                </c:pt>
                <c:pt idx="1726">
                  <c:v>44708</c:v>
                </c:pt>
                <c:pt idx="1727">
                  <c:v>44712</c:v>
                </c:pt>
                <c:pt idx="1728">
                  <c:v>44713</c:v>
                </c:pt>
                <c:pt idx="1729">
                  <c:v>44714</c:v>
                </c:pt>
                <c:pt idx="1730">
                  <c:v>44715</c:v>
                </c:pt>
                <c:pt idx="1731">
                  <c:v>44718</c:v>
                </c:pt>
                <c:pt idx="1732">
                  <c:v>44719</c:v>
                </c:pt>
                <c:pt idx="1733">
                  <c:v>44720</c:v>
                </c:pt>
                <c:pt idx="1734">
                  <c:v>44721</c:v>
                </c:pt>
                <c:pt idx="1735">
                  <c:v>44722</c:v>
                </c:pt>
                <c:pt idx="1736">
                  <c:v>44725</c:v>
                </c:pt>
                <c:pt idx="1737">
                  <c:v>44726</c:v>
                </c:pt>
                <c:pt idx="1738">
                  <c:v>44727</c:v>
                </c:pt>
                <c:pt idx="1739">
                  <c:v>44728</c:v>
                </c:pt>
                <c:pt idx="1740">
                  <c:v>44729</c:v>
                </c:pt>
                <c:pt idx="1741">
                  <c:v>44733</c:v>
                </c:pt>
                <c:pt idx="1742">
                  <c:v>44734</c:v>
                </c:pt>
                <c:pt idx="1743">
                  <c:v>44735</c:v>
                </c:pt>
                <c:pt idx="1744">
                  <c:v>44736</c:v>
                </c:pt>
                <c:pt idx="1745">
                  <c:v>44739</c:v>
                </c:pt>
                <c:pt idx="1746">
                  <c:v>44740</c:v>
                </c:pt>
                <c:pt idx="1747">
                  <c:v>44741</c:v>
                </c:pt>
                <c:pt idx="1748">
                  <c:v>44742</c:v>
                </c:pt>
                <c:pt idx="1749">
                  <c:v>44743</c:v>
                </c:pt>
                <c:pt idx="1750">
                  <c:v>44747</c:v>
                </c:pt>
                <c:pt idx="1751">
                  <c:v>44748</c:v>
                </c:pt>
                <c:pt idx="1752">
                  <c:v>44749</c:v>
                </c:pt>
                <c:pt idx="1753">
                  <c:v>44750</c:v>
                </c:pt>
                <c:pt idx="1754">
                  <c:v>44753</c:v>
                </c:pt>
                <c:pt idx="1755">
                  <c:v>44754</c:v>
                </c:pt>
                <c:pt idx="1756">
                  <c:v>44755</c:v>
                </c:pt>
                <c:pt idx="1757">
                  <c:v>44756</c:v>
                </c:pt>
                <c:pt idx="1758">
                  <c:v>44757</c:v>
                </c:pt>
                <c:pt idx="1759">
                  <c:v>44760</c:v>
                </c:pt>
                <c:pt idx="1760">
                  <c:v>44761</c:v>
                </c:pt>
                <c:pt idx="1761">
                  <c:v>44762</c:v>
                </c:pt>
                <c:pt idx="1762">
                  <c:v>44763</c:v>
                </c:pt>
                <c:pt idx="1763">
                  <c:v>44764</c:v>
                </c:pt>
                <c:pt idx="1764">
                  <c:v>44767</c:v>
                </c:pt>
                <c:pt idx="1765">
                  <c:v>44768</c:v>
                </c:pt>
                <c:pt idx="1766">
                  <c:v>44769</c:v>
                </c:pt>
                <c:pt idx="1767">
                  <c:v>44770</c:v>
                </c:pt>
                <c:pt idx="1768">
                  <c:v>44771</c:v>
                </c:pt>
                <c:pt idx="1769">
                  <c:v>44774</c:v>
                </c:pt>
                <c:pt idx="1770">
                  <c:v>44775</c:v>
                </c:pt>
                <c:pt idx="1771">
                  <c:v>44776</c:v>
                </c:pt>
                <c:pt idx="1772">
                  <c:v>44777</c:v>
                </c:pt>
                <c:pt idx="1773">
                  <c:v>44778</c:v>
                </c:pt>
                <c:pt idx="1774">
                  <c:v>44781</c:v>
                </c:pt>
                <c:pt idx="1775">
                  <c:v>44783</c:v>
                </c:pt>
                <c:pt idx="1776">
                  <c:v>44784</c:v>
                </c:pt>
                <c:pt idx="1777">
                  <c:v>44785</c:v>
                </c:pt>
                <c:pt idx="1778">
                  <c:v>44790</c:v>
                </c:pt>
                <c:pt idx="1779">
                  <c:v>44791</c:v>
                </c:pt>
                <c:pt idx="1780">
                  <c:v>44792</c:v>
                </c:pt>
                <c:pt idx="1781">
                  <c:v>44795</c:v>
                </c:pt>
                <c:pt idx="1782">
                  <c:v>44796</c:v>
                </c:pt>
                <c:pt idx="1783">
                  <c:v>44797</c:v>
                </c:pt>
                <c:pt idx="1784">
                  <c:v>44798</c:v>
                </c:pt>
                <c:pt idx="1785">
                  <c:v>44799</c:v>
                </c:pt>
                <c:pt idx="1786">
                  <c:v>44802</c:v>
                </c:pt>
                <c:pt idx="1787">
                  <c:v>44803</c:v>
                </c:pt>
                <c:pt idx="1788">
                  <c:v>44805</c:v>
                </c:pt>
                <c:pt idx="1789">
                  <c:v>44806</c:v>
                </c:pt>
                <c:pt idx="1790">
                  <c:v>44810</c:v>
                </c:pt>
                <c:pt idx="1791">
                  <c:v>44811</c:v>
                </c:pt>
                <c:pt idx="1792">
                  <c:v>44812</c:v>
                </c:pt>
                <c:pt idx="1793">
                  <c:v>44813</c:v>
                </c:pt>
                <c:pt idx="1794">
                  <c:v>44816</c:v>
                </c:pt>
                <c:pt idx="1795">
                  <c:v>44817</c:v>
                </c:pt>
                <c:pt idx="1796">
                  <c:v>44818</c:v>
                </c:pt>
                <c:pt idx="1797">
                  <c:v>44819</c:v>
                </c:pt>
                <c:pt idx="1798">
                  <c:v>44820</c:v>
                </c:pt>
                <c:pt idx="1799">
                  <c:v>44823</c:v>
                </c:pt>
                <c:pt idx="1800">
                  <c:v>44824</c:v>
                </c:pt>
                <c:pt idx="1801">
                  <c:v>44825</c:v>
                </c:pt>
                <c:pt idx="1802">
                  <c:v>44826</c:v>
                </c:pt>
                <c:pt idx="1803">
                  <c:v>44827</c:v>
                </c:pt>
                <c:pt idx="1804">
                  <c:v>44830</c:v>
                </c:pt>
                <c:pt idx="1805">
                  <c:v>44831</c:v>
                </c:pt>
                <c:pt idx="1806">
                  <c:v>44832</c:v>
                </c:pt>
                <c:pt idx="1807">
                  <c:v>44833</c:v>
                </c:pt>
                <c:pt idx="1808">
                  <c:v>44834</c:v>
                </c:pt>
                <c:pt idx="1809">
                  <c:v>44837</c:v>
                </c:pt>
                <c:pt idx="1810">
                  <c:v>44838</c:v>
                </c:pt>
                <c:pt idx="1811">
                  <c:v>44840</c:v>
                </c:pt>
                <c:pt idx="1812">
                  <c:v>44841</c:v>
                </c:pt>
                <c:pt idx="1813">
                  <c:v>44845</c:v>
                </c:pt>
                <c:pt idx="1814">
                  <c:v>44846</c:v>
                </c:pt>
                <c:pt idx="1815">
                  <c:v>44847</c:v>
                </c:pt>
                <c:pt idx="1816">
                  <c:v>44848</c:v>
                </c:pt>
                <c:pt idx="1817">
                  <c:v>44851</c:v>
                </c:pt>
                <c:pt idx="1818">
                  <c:v>44852</c:v>
                </c:pt>
                <c:pt idx="1819">
                  <c:v>44853</c:v>
                </c:pt>
                <c:pt idx="1820">
                  <c:v>44854</c:v>
                </c:pt>
                <c:pt idx="1821">
                  <c:v>44855</c:v>
                </c:pt>
                <c:pt idx="1822">
                  <c:v>44859</c:v>
                </c:pt>
                <c:pt idx="1823">
                  <c:v>44861</c:v>
                </c:pt>
                <c:pt idx="1824">
                  <c:v>44862</c:v>
                </c:pt>
                <c:pt idx="1825">
                  <c:v>44865</c:v>
                </c:pt>
                <c:pt idx="1826">
                  <c:v>44866</c:v>
                </c:pt>
                <c:pt idx="1827">
                  <c:v>44867</c:v>
                </c:pt>
                <c:pt idx="1828">
                  <c:v>44868</c:v>
                </c:pt>
                <c:pt idx="1829">
                  <c:v>44869</c:v>
                </c:pt>
                <c:pt idx="1830">
                  <c:v>44872</c:v>
                </c:pt>
                <c:pt idx="1831">
                  <c:v>44874</c:v>
                </c:pt>
                <c:pt idx="1832">
                  <c:v>44875</c:v>
                </c:pt>
                <c:pt idx="1833">
                  <c:v>44879</c:v>
                </c:pt>
                <c:pt idx="1834">
                  <c:v>44880</c:v>
                </c:pt>
                <c:pt idx="1835">
                  <c:v>44881</c:v>
                </c:pt>
                <c:pt idx="1836">
                  <c:v>44882</c:v>
                </c:pt>
                <c:pt idx="1837">
                  <c:v>44883</c:v>
                </c:pt>
                <c:pt idx="1838">
                  <c:v>44886</c:v>
                </c:pt>
                <c:pt idx="1839">
                  <c:v>44887</c:v>
                </c:pt>
                <c:pt idx="1840">
                  <c:v>44888</c:v>
                </c:pt>
                <c:pt idx="1841">
                  <c:v>44890</c:v>
                </c:pt>
                <c:pt idx="1842">
                  <c:v>44893</c:v>
                </c:pt>
                <c:pt idx="1843">
                  <c:v>44894</c:v>
                </c:pt>
                <c:pt idx="1844">
                  <c:v>44895</c:v>
                </c:pt>
                <c:pt idx="1845">
                  <c:v>44896</c:v>
                </c:pt>
                <c:pt idx="1846">
                  <c:v>44897</c:v>
                </c:pt>
                <c:pt idx="1847">
                  <c:v>44900</c:v>
                </c:pt>
                <c:pt idx="1848">
                  <c:v>44901</c:v>
                </c:pt>
                <c:pt idx="1849">
                  <c:v>44902</c:v>
                </c:pt>
                <c:pt idx="1850">
                  <c:v>44903</c:v>
                </c:pt>
                <c:pt idx="1851">
                  <c:v>44904</c:v>
                </c:pt>
                <c:pt idx="1852">
                  <c:v>44907</c:v>
                </c:pt>
                <c:pt idx="1853">
                  <c:v>44908</c:v>
                </c:pt>
                <c:pt idx="1854">
                  <c:v>44909</c:v>
                </c:pt>
                <c:pt idx="1855">
                  <c:v>44910</c:v>
                </c:pt>
                <c:pt idx="1856">
                  <c:v>44911</c:v>
                </c:pt>
                <c:pt idx="1857">
                  <c:v>44914</c:v>
                </c:pt>
                <c:pt idx="1858">
                  <c:v>44915</c:v>
                </c:pt>
                <c:pt idx="1859">
                  <c:v>44916</c:v>
                </c:pt>
                <c:pt idx="1860">
                  <c:v>44917</c:v>
                </c:pt>
                <c:pt idx="1861">
                  <c:v>44918</c:v>
                </c:pt>
                <c:pt idx="1862">
                  <c:v>44922</c:v>
                </c:pt>
                <c:pt idx="1863">
                  <c:v>44923</c:v>
                </c:pt>
                <c:pt idx="1864">
                  <c:v>44924</c:v>
                </c:pt>
                <c:pt idx="1865">
                  <c:v>44925</c:v>
                </c:pt>
                <c:pt idx="1866">
                  <c:v>44929</c:v>
                </c:pt>
                <c:pt idx="1867">
                  <c:v>44930</c:v>
                </c:pt>
                <c:pt idx="1868">
                  <c:v>44931</c:v>
                </c:pt>
                <c:pt idx="1869">
                  <c:v>44932</c:v>
                </c:pt>
                <c:pt idx="1870">
                  <c:v>44935</c:v>
                </c:pt>
                <c:pt idx="1871">
                  <c:v>44936</c:v>
                </c:pt>
                <c:pt idx="1872">
                  <c:v>44937</c:v>
                </c:pt>
                <c:pt idx="1873">
                  <c:v>44938</c:v>
                </c:pt>
                <c:pt idx="1874">
                  <c:v>44939</c:v>
                </c:pt>
                <c:pt idx="1875">
                  <c:v>44943</c:v>
                </c:pt>
                <c:pt idx="1876">
                  <c:v>44944</c:v>
                </c:pt>
                <c:pt idx="1877">
                  <c:v>44945</c:v>
                </c:pt>
                <c:pt idx="1878">
                  <c:v>44946</c:v>
                </c:pt>
                <c:pt idx="1879">
                  <c:v>44949</c:v>
                </c:pt>
                <c:pt idx="1880">
                  <c:v>44950</c:v>
                </c:pt>
                <c:pt idx="1881">
                  <c:v>44951</c:v>
                </c:pt>
                <c:pt idx="1882">
                  <c:v>44953</c:v>
                </c:pt>
                <c:pt idx="1883">
                  <c:v>44956</c:v>
                </c:pt>
                <c:pt idx="1884">
                  <c:v>44957</c:v>
                </c:pt>
                <c:pt idx="1885">
                  <c:v>44958</c:v>
                </c:pt>
                <c:pt idx="1886">
                  <c:v>44959</c:v>
                </c:pt>
                <c:pt idx="1887">
                  <c:v>44960</c:v>
                </c:pt>
                <c:pt idx="1888">
                  <c:v>44963</c:v>
                </c:pt>
                <c:pt idx="1889">
                  <c:v>44964</c:v>
                </c:pt>
                <c:pt idx="1890">
                  <c:v>44965</c:v>
                </c:pt>
                <c:pt idx="1891">
                  <c:v>44966</c:v>
                </c:pt>
                <c:pt idx="1892">
                  <c:v>44967</c:v>
                </c:pt>
                <c:pt idx="1893">
                  <c:v>44970</c:v>
                </c:pt>
                <c:pt idx="1894">
                  <c:v>44971</c:v>
                </c:pt>
                <c:pt idx="1895">
                  <c:v>44972</c:v>
                </c:pt>
                <c:pt idx="1896">
                  <c:v>44973</c:v>
                </c:pt>
                <c:pt idx="1897">
                  <c:v>44974</c:v>
                </c:pt>
                <c:pt idx="1898">
                  <c:v>44978</c:v>
                </c:pt>
                <c:pt idx="1899">
                  <c:v>44979</c:v>
                </c:pt>
                <c:pt idx="1900">
                  <c:v>44980</c:v>
                </c:pt>
                <c:pt idx="1901">
                  <c:v>44981</c:v>
                </c:pt>
                <c:pt idx="1902">
                  <c:v>44984</c:v>
                </c:pt>
                <c:pt idx="1903">
                  <c:v>44985</c:v>
                </c:pt>
                <c:pt idx="1904">
                  <c:v>44986</c:v>
                </c:pt>
                <c:pt idx="1905">
                  <c:v>44987</c:v>
                </c:pt>
                <c:pt idx="1906">
                  <c:v>44988</c:v>
                </c:pt>
                <c:pt idx="1907">
                  <c:v>44991</c:v>
                </c:pt>
                <c:pt idx="1908">
                  <c:v>44993</c:v>
                </c:pt>
                <c:pt idx="1909">
                  <c:v>44994</c:v>
                </c:pt>
                <c:pt idx="1910">
                  <c:v>44995</c:v>
                </c:pt>
                <c:pt idx="1911">
                  <c:v>44998</c:v>
                </c:pt>
                <c:pt idx="1912">
                  <c:v>44999</c:v>
                </c:pt>
                <c:pt idx="1913">
                  <c:v>45000</c:v>
                </c:pt>
                <c:pt idx="1914">
                  <c:v>45001</c:v>
                </c:pt>
                <c:pt idx="1915">
                  <c:v>45002</c:v>
                </c:pt>
                <c:pt idx="1916">
                  <c:v>45005</c:v>
                </c:pt>
                <c:pt idx="1917">
                  <c:v>45006</c:v>
                </c:pt>
                <c:pt idx="1918">
                  <c:v>45008</c:v>
                </c:pt>
                <c:pt idx="1919">
                  <c:v>45009</c:v>
                </c:pt>
                <c:pt idx="1920">
                  <c:v>45012</c:v>
                </c:pt>
                <c:pt idx="1921">
                  <c:v>45013</c:v>
                </c:pt>
                <c:pt idx="1922">
                  <c:v>45014</c:v>
                </c:pt>
                <c:pt idx="1923">
                  <c:v>45016</c:v>
                </c:pt>
                <c:pt idx="1924">
                  <c:v>45019</c:v>
                </c:pt>
                <c:pt idx="1925">
                  <c:v>45021</c:v>
                </c:pt>
                <c:pt idx="1926">
                  <c:v>45022</c:v>
                </c:pt>
                <c:pt idx="1927">
                  <c:v>45026</c:v>
                </c:pt>
                <c:pt idx="1928">
                  <c:v>45027</c:v>
                </c:pt>
                <c:pt idx="1929">
                  <c:v>45028</c:v>
                </c:pt>
                <c:pt idx="1930">
                  <c:v>45029</c:v>
                </c:pt>
                <c:pt idx="1931">
                  <c:v>45033</c:v>
                </c:pt>
                <c:pt idx="1932">
                  <c:v>45034</c:v>
                </c:pt>
                <c:pt idx="1933">
                  <c:v>45035</c:v>
                </c:pt>
                <c:pt idx="1934">
                  <c:v>45036</c:v>
                </c:pt>
                <c:pt idx="1935">
                  <c:v>45037</c:v>
                </c:pt>
                <c:pt idx="1936">
                  <c:v>45040</c:v>
                </c:pt>
                <c:pt idx="1937">
                  <c:v>45041</c:v>
                </c:pt>
                <c:pt idx="1938">
                  <c:v>45042</c:v>
                </c:pt>
                <c:pt idx="1939">
                  <c:v>45043</c:v>
                </c:pt>
                <c:pt idx="1940">
                  <c:v>45044</c:v>
                </c:pt>
                <c:pt idx="1941">
                  <c:v>45048</c:v>
                </c:pt>
                <c:pt idx="1942">
                  <c:v>45049</c:v>
                </c:pt>
                <c:pt idx="1943">
                  <c:v>45050</c:v>
                </c:pt>
                <c:pt idx="1944">
                  <c:v>45054</c:v>
                </c:pt>
                <c:pt idx="1945">
                  <c:v>45055</c:v>
                </c:pt>
                <c:pt idx="1946">
                  <c:v>45056</c:v>
                </c:pt>
                <c:pt idx="1947">
                  <c:v>45057</c:v>
                </c:pt>
                <c:pt idx="1948">
                  <c:v>45058</c:v>
                </c:pt>
                <c:pt idx="1949">
                  <c:v>45061</c:v>
                </c:pt>
                <c:pt idx="1950">
                  <c:v>45062</c:v>
                </c:pt>
                <c:pt idx="1951">
                  <c:v>45063</c:v>
                </c:pt>
                <c:pt idx="1952">
                  <c:v>45064</c:v>
                </c:pt>
                <c:pt idx="1953">
                  <c:v>45065</c:v>
                </c:pt>
                <c:pt idx="1954">
                  <c:v>45068</c:v>
                </c:pt>
                <c:pt idx="1955">
                  <c:v>45069</c:v>
                </c:pt>
                <c:pt idx="1956">
                  <c:v>45070</c:v>
                </c:pt>
                <c:pt idx="1957">
                  <c:v>45071</c:v>
                </c:pt>
                <c:pt idx="1958">
                  <c:v>45072</c:v>
                </c:pt>
                <c:pt idx="1959">
                  <c:v>45076</c:v>
                </c:pt>
                <c:pt idx="1960">
                  <c:v>45077</c:v>
                </c:pt>
                <c:pt idx="1961">
                  <c:v>45078</c:v>
                </c:pt>
                <c:pt idx="1962">
                  <c:v>45079</c:v>
                </c:pt>
                <c:pt idx="1963">
                  <c:v>45082</c:v>
                </c:pt>
                <c:pt idx="1964">
                  <c:v>45083</c:v>
                </c:pt>
                <c:pt idx="1965">
                  <c:v>45084</c:v>
                </c:pt>
                <c:pt idx="1966">
                  <c:v>45085</c:v>
                </c:pt>
                <c:pt idx="1967">
                  <c:v>45086</c:v>
                </c:pt>
                <c:pt idx="1968">
                  <c:v>45089</c:v>
                </c:pt>
                <c:pt idx="1969">
                  <c:v>45090</c:v>
                </c:pt>
                <c:pt idx="1970">
                  <c:v>45091</c:v>
                </c:pt>
                <c:pt idx="1971">
                  <c:v>45092</c:v>
                </c:pt>
                <c:pt idx="1972">
                  <c:v>45093</c:v>
                </c:pt>
                <c:pt idx="1973">
                  <c:v>45097</c:v>
                </c:pt>
                <c:pt idx="1974">
                  <c:v>45098</c:v>
                </c:pt>
                <c:pt idx="1975">
                  <c:v>45099</c:v>
                </c:pt>
                <c:pt idx="1976">
                  <c:v>45100</c:v>
                </c:pt>
                <c:pt idx="1977">
                  <c:v>45103</c:v>
                </c:pt>
                <c:pt idx="1978">
                  <c:v>45104</c:v>
                </c:pt>
                <c:pt idx="1979">
                  <c:v>45105</c:v>
                </c:pt>
                <c:pt idx="1980">
                  <c:v>45107</c:v>
                </c:pt>
                <c:pt idx="1981">
                  <c:v>45110</c:v>
                </c:pt>
                <c:pt idx="1982">
                  <c:v>45112</c:v>
                </c:pt>
                <c:pt idx="1983">
                  <c:v>45113</c:v>
                </c:pt>
                <c:pt idx="1984">
                  <c:v>45114</c:v>
                </c:pt>
                <c:pt idx="1985">
                  <c:v>45117</c:v>
                </c:pt>
                <c:pt idx="1986">
                  <c:v>45118</c:v>
                </c:pt>
                <c:pt idx="1987">
                  <c:v>45119</c:v>
                </c:pt>
                <c:pt idx="1988">
                  <c:v>45120</c:v>
                </c:pt>
                <c:pt idx="1989">
                  <c:v>45121</c:v>
                </c:pt>
                <c:pt idx="1990">
                  <c:v>45124</c:v>
                </c:pt>
                <c:pt idx="1991">
                  <c:v>45125</c:v>
                </c:pt>
                <c:pt idx="1992">
                  <c:v>45126</c:v>
                </c:pt>
                <c:pt idx="1993">
                  <c:v>45127</c:v>
                </c:pt>
                <c:pt idx="1994">
                  <c:v>45128</c:v>
                </c:pt>
                <c:pt idx="1995">
                  <c:v>45131</c:v>
                </c:pt>
                <c:pt idx="1996">
                  <c:v>45132</c:v>
                </c:pt>
                <c:pt idx="1997">
                  <c:v>45133</c:v>
                </c:pt>
                <c:pt idx="1998">
                  <c:v>45134</c:v>
                </c:pt>
                <c:pt idx="1999">
                  <c:v>45135</c:v>
                </c:pt>
                <c:pt idx="2000">
                  <c:v>45138</c:v>
                </c:pt>
                <c:pt idx="2001">
                  <c:v>45139</c:v>
                </c:pt>
                <c:pt idx="2002">
                  <c:v>45140</c:v>
                </c:pt>
                <c:pt idx="2003">
                  <c:v>45141</c:v>
                </c:pt>
                <c:pt idx="2004">
                  <c:v>45142</c:v>
                </c:pt>
                <c:pt idx="2005">
                  <c:v>45145</c:v>
                </c:pt>
                <c:pt idx="2006">
                  <c:v>45146</c:v>
                </c:pt>
                <c:pt idx="2007">
                  <c:v>45147</c:v>
                </c:pt>
                <c:pt idx="2008">
                  <c:v>45148</c:v>
                </c:pt>
                <c:pt idx="2009">
                  <c:v>45149</c:v>
                </c:pt>
                <c:pt idx="2010">
                  <c:v>45152</c:v>
                </c:pt>
                <c:pt idx="2011">
                  <c:v>45155</c:v>
                </c:pt>
                <c:pt idx="2012">
                  <c:v>45156</c:v>
                </c:pt>
                <c:pt idx="2013">
                  <c:v>45159</c:v>
                </c:pt>
                <c:pt idx="2014">
                  <c:v>45160</c:v>
                </c:pt>
                <c:pt idx="2015">
                  <c:v>45161</c:v>
                </c:pt>
                <c:pt idx="2016">
                  <c:v>45162</c:v>
                </c:pt>
                <c:pt idx="2017">
                  <c:v>45163</c:v>
                </c:pt>
                <c:pt idx="2018">
                  <c:v>45166</c:v>
                </c:pt>
                <c:pt idx="2019">
                  <c:v>45167</c:v>
                </c:pt>
                <c:pt idx="2020">
                  <c:v>45168</c:v>
                </c:pt>
                <c:pt idx="2021">
                  <c:v>45169</c:v>
                </c:pt>
                <c:pt idx="2022">
                  <c:v>45170</c:v>
                </c:pt>
                <c:pt idx="2023">
                  <c:v>45174</c:v>
                </c:pt>
                <c:pt idx="2024">
                  <c:v>45175</c:v>
                </c:pt>
                <c:pt idx="2025">
                  <c:v>45176</c:v>
                </c:pt>
                <c:pt idx="2026">
                  <c:v>45177</c:v>
                </c:pt>
                <c:pt idx="2027">
                  <c:v>45180</c:v>
                </c:pt>
                <c:pt idx="2028">
                  <c:v>45181</c:v>
                </c:pt>
                <c:pt idx="2029">
                  <c:v>45182</c:v>
                </c:pt>
                <c:pt idx="2030">
                  <c:v>45183</c:v>
                </c:pt>
                <c:pt idx="2031">
                  <c:v>45184</c:v>
                </c:pt>
                <c:pt idx="2032">
                  <c:v>45187</c:v>
                </c:pt>
                <c:pt idx="2033">
                  <c:v>45189</c:v>
                </c:pt>
                <c:pt idx="2034">
                  <c:v>45190</c:v>
                </c:pt>
                <c:pt idx="2035">
                  <c:v>45191</c:v>
                </c:pt>
                <c:pt idx="2036">
                  <c:v>45194</c:v>
                </c:pt>
                <c:pt idx="2037">
                  <c:v>45195</c:v>
                </c:pt>
                <c:pt idx="2038">
                  <c:v>45196</c:v>
                </c:pt>
                <c:pt idx="2039">
                  <c:v>45197</c:v>
                </c:pt>
                <c:pt idx="2040">
                  <c:v>45198</c:v>
                </c:pt>
                <c:pt idx="2041">
                  <c:v>45202</c:v>
                </c:pt>
                <c:pt idx="2042">
                  <c:v>45203</c:v>
                </c:pt>
                <c:pt idx="2043">
                  <c:v>45204</c:v>
                </c:pt>
                <c:pt idx="2044">
                  <c:v>45205</c:v>
                </c:pt>
                <c:pt idx="2045">
                  <c:v>45209</c:v>
                </c:pt>
                <c:pt idx="2046">
                  <c:v>45210</c:v>
                </c:pt>
                <c:pt idx="2047">
                  <c:v>45211</c:v>
                </c:pt>
                <c:pt idx="2048">
                  <c:v>45212</c:v>
                </c:pt>
                <c:pt idx="2049">
                  <c:v>45215</c:v>
                </c:pt>
                <c:pt idx="2050">
                  <c:v>45216</c:v>
                </c:pt>
                <c:pt idx="2051">
                  <c:v>45217</c:v>
                </c:pt>
                <c:pt idx="2052">
                  <c:v>45218</c:v>
                </c:pt>
                <c:pt idx="2053">
                  <c:v>45219</c:v>
                </c:pt>
                <c:pt idx="2054">
                  <c:v>45222</c:v>
                </c:pt>
                <c:pt idx="2055">
                  <c:v>45224</c:v>
                </c:pt>
                <c:pt idx="2056">
                  <c:v>45225</c:v>
                </c:pt>
                <c:pt idx="2057">
                  <c:v>45226</c:v>
                </c:pt>
                <c:pt idx="2058">
                  <c:v>45229</c:v>
                </c:pt>
                <c:pt idx="2059">
                  <c:v>45230</c:v>
                </c:pt>
                <c:pt idx="2060">
                  <c:v>45231</c:v>
                </c:pt>
                <c:pt idx="2061">
                  <c:v>45232</c:v>
                </c:pt>
                <c:pt idx="2062">
                  <c:v>45233</c:v>
                </c:pt>
                <c:pt idx="2063">
                  <c:v>45236</c:v>
                </c:pt>
                <c:pt idx="2064">
                  <c:v>45237</c:v>
                </c:pt>
                <c:pt idx="2065">
                  <c:v>45238</c:v>
                </c:pt>
                <c:pt idx="2066">
                  <c:v>45239</c:v>
                </c:pt>
                <c:pt idx="2067">
                  <c:v>45240</c:v>
                </c:pt>
                <c:pt idx="2068">
                  <c:v>45243</c:v>
                </c:pt>
                <c:pt idx="2069">
                  <c:v>45245</c:v>
                </c:pt>
                <c:pt idx="2070">
                  <c:v>45246</c:v>
                </c:pt>
                <c:pt idx="2071">
                  <c:v>45247</c:v>
                </c:pt>
                <c:pt idx="2072">
                  <c:v>45250</c:v>
                </c:pt>
                <c:pt idx="2073">
                  <c:v>45251</c:v>
                </c:pt>
                <c:pt idx="2074">
                  <c:v>45252</c:v>
                </c:pt>
                <c:pt idx="2075">
                  <c:v>45254</c:v>
                </c:pt>
                <c:pt idx="2076">
                  <c:v>45258</c:v>
                </c:pt>
                <c:pt idx="2077">
                  <c:v>45259</c:v>
                </c:pt>
                <c:pt idx="2078">
                  <c:v>45260</c:v>
                </c:pt>
                <c:pt idx="2079">
                  <c:v>45261</c:v>
                </c:pt>
                <c:pt idx="2080">
                  <c:v>45264</c:v>
                </c:pt>
                <c:pt idx="2081">
                  <c:v>45265</c:v>
                </c:pt>
                <c:pt idx="2082">
                  <c:v>45266</c:v>
                </c:pt>
                <c:pt idx="2083">
                  <c:v>45267</c:v>
                </c:pt>
                <c:pt idx="2084">
                  <c:v>45268</c:v>
                </c:pt>
                <c:pt idx="2085">
                  <c:v>45271</c:v>
                </c:pt>
                <c:pt idx="2086">
                  <c:v>45272</c:v>
                </c:pt>
                <c:pt idx="2087">
                  <c:v>45273</c:v>
                </c:pt>
                <c:pt idx="2088">
                  <c:v>45274</c:v>
                </c:pt>
                <c:pt idx="2089">
                  <c:v>45275</c:v>
                </c:pt>
                <c:pt idx="2090">
                  <c:v>45278</c:v>
                </c:pt>
                <c:pt idx="2091">
                  <c:v>45279</c:v>
                </c:pt>
                <c:pt idx="2092">
                  <c:v>45280</c:v>
                </c:pt>
                <c:pt idx="2093">
                  <c:v>45281</c:v>
                </c:pt>
                <c:pt idx="2094">
                  <c:v>45282</c:v>
                </c:pt>
                <c:pt idx="2095">
                  <c:v>45286</c:v>
                </c:pt>
                <c:pt idx="2096">
                  <c:v>45287</c:v>
                </c:pt>
                <c:pt idx="2097">
                  <c:v>45288</c:v>
                </c:pt>
                <c:pt idx="2098">
                  <c:v>45289</c:v>
                </c:pt>
                <c:pt idx="2099">
                  <c:v>45293</c:v>
                </c:pt>
                <c:pt idx="2100">
                  <c:v>45294</c:v>
                </c:pt>
                <c:pt idx="2101">
                  <c:v>45295</c:v>
                </c:pt>
                <c:pt idx="2102">
                  <c:v>45296</c:v>
                </c:pt>
                <c:pt idx="2103">
                  <c:v>45299</c:v>
                </c:pt>
                <c:pt idx="2104">
                  <c:v>45300</c:v>
                </c:pt>
                <c:pt idx="2105">
                  <c:v>45301</c:v>
                </c:pt>
                <c:pt idx="2106">
                  <c:v>45302</c:v>
                </c:pt>
                <c:pt idx="2107">
                  <c:v>45303</c:v>
                </c:pt>
                <c:pt idx="2108">
                  <c:v>45307</c:v>
                </c:pt>
                <c:pt idx="2109">
                  <c:v>45308</c:v>
                </c:pt>
                <c:pt idx="2110">
                  <c:v>45309</c:v>
                </c:pt>
                <c:pt idx="2111">
                  <c:v>45310</c:v>
                </c:pt>
                <c:pt idx="2112">
                  <c:v>45314</c:v>
                </c:pt>
                <c:pt idx="2113">
                  <c:v>45315</c:v>
                </c:pt>
                <c:pt idx="2114">
                  <c:v>45316</c:v>
                </c:pt>
                <c:pt idx="2115">
                  <c:v>45320</c:v>
                </c:pt>
                <c:pt idx="2116">
                  <c:v>45321</c:v>
                </c:pt>
                <c:pt idx="2117">
                  <c:v>45322</c:v>
                </c:pt>
                <c:pt idx="2118">
                  <c:v>45323</c:v>
                </c:pt>
                <c:pt idx="2119">
                  <c:v>45324</c:v>
                </c:pt>
                <c:pt idx="2120">
                  <c:v>45327</c:v>
                </c:pt>
                <c:pt idx="2121">
                  <c:v>45328</c:v>
                </c:pt>
                <c:pt idx="2122">
                  <c:v>45329</c:v>
                </c:pt>
                <c:pt idx="2123">
                  <c:v>45330</c:v>
                </c:pt>
                <c:pt idx="2124">
                  <c:v>45331</c:v>
                </c:pt>
                <c:pt idx="2125">
                  <c:v>45334</c:v>
                </c:pt>
                <c:pt idx="2126">
                  <c:v>45335</c:v>
                </c:pt>
                <c:pt idx="2127">
                  <c:v>45336</c:v>
                </c:pt>
                <c:pt idx="2128">
                  <c:v>45337</c:v>
                </c:pt>
                <c:pt idx="2129">
                  <c:v>45338</c:v>
                </c:pt>
                <c:pt idx="2130">
                  <c:v>45342</c:v>
                </c:pt>
                <c:pt idx="2131">
                  <c:v>45343</c:v>
                </c:pt>
                <c:pt idx="2132">
                  <c:v>45344</c:v>
                </c:pt>
                <c:pt idx="2133">
                  <c:v>45345</c:v>
                </c:pt>
                <c:pt idx="2134">
                  <c:v>45348</c:v>
                </c:pt>
                <c:pt idx="2135">
                  <c:v>45349</c:v>
                </c:pt>
                <c:pt idx="2136">
                  <c:v>45350</c:v>
                </c:pt>
                <c:pt idx="2137">
                  <c:v>45351</c:v>
                </c:pt>
                <c:pt idx="2138">
                  <c:v>45352</c:v>
                </c:pt>
                <c:pt idx="2139">
                  <c:v>45355</c:v>
                </c:pt>
                <c:pt idx="2140">
                  <c:v>45356</c:v>
                </c:pt>
                <c:pt idx="2141">
                  <c:v>45357</c:v>
                </c:pt>
                <c:pt idx="2142">
                  <c:v>45358</c:v>
                </c:pt>
                <c:pt idx="2143">
                  <c:v>45362</c:v>
                </c:pt>
                <c:pt idx="2144">
                  <c:v>45363</c:v>
                </c:pt>
                <c:pt idx="2145">
                  <c:v>45364</c:v>
                </c:pt>
                <c:pt idx="2146">
                  <c:v>45365</c:v>
                </c:pt>
                <c:pt idx="2147">
                  <c:v>45366</c:v>
                </c:pt>
                <c:pt idx="2148">
                  <c:v>45369</c:v>
                </c:pt>
                <c:pt idx="2149">
                  <c:v>45370</c:v>
                </c:pt>
                <c:pt idx="2150">
                  <c:v>45371</c:v>
                </c:pt>
                <c:pt idx="2151">
                  <c:v>45372</c:v>
                </c:pt>
                <c:pt idx="2152">
                  <c:v>45373</c:v>
                </c:pt>
                <c:pt idx="2153">
                  <c:v>45377</c:v>
                </c:pt>
                <c:pt idx="2154">
                  <c:v>45378</c:v>
                </c:pt>
                <c:pt idx="2155">
                  <c:v>45379</c:v>
                </c:pt>
                <c:pt idx="2156">
                  <c:v>45384</c:v>
                </c:pt>
                <c:pt idx="2157">
                  <c:v>45385</c:v>
                </c:pt>
                <c:pt idx="2158">
                  <c:v>45386</c:v>
                </c:pt>
                <c:pt idx="2159">
                  <c:v>45387</c:v>
                </c:pt>
                <c:pt idx="2160">
                  <c:v>45390</c:v>
                </c:pt>
                <c:pt idx="2161">
                  <c:v>45392</c:v>
                </c:pt>
                <c:pt idx="2162">
                  <c:v>45394</c:v>
                </c:pt>
                <c:pt idx="2163">
                  <c:v>45397</c:v>
                </c:pt>
                <c:pt idx="2164">
                  <c:v>45398</c:v>
                </c:pt>
                <c:pt idx="2165">
                  <c:v>45400</c:v>
                </c:pt>
                <c:pt idx="2166">
                  <c:v>45401</c:v>
                </c:pt>
                <c:pt idx="2167">
                  <c:v>45404</c:v>
                </c:pt>
                <c:pt idx="2168">
                  <c:v>45405</c:v>
                </c:pt>
                <c:pt idx="2169">
                  <c:v>45406</c:v>
                </c:pt>
                <c:pt idx="2170">
                  <c:v>45407</c:v>
                </c:pt>
                <c:pt idx="2171">
                  <c:v>45408</c:v>
                </c:pt>
                <c:pt idx="2172">
                  <c:v>45411</c:v>
                </c:pt>
                <c:pt idx="2173">
                  <c:v>45412</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45433</c:v>
                </c:pt>
                <c:pt idx="2187">
                  <c:v>45434</c:v>
                </c:pt>
                <c:pt idx="2188">
                  <c:v>45436</c:v>
                </c:pt>
                <c:pt idx="2189">
                  <c:v>45440</c:v>
                </c:pt>
                <c:pt idx="2190">
                  <c:v>45441</c:v>
                </c:pt>
                <c:pt idx="2191">
                  <c:v>45442</c:v>
                </c:pt>
                <c:pt idx="2192">
                  <c:v>45443</c:v>
                </c:pt>
                <c:pt idx="2193">
                  <c:v>45446</c:v>
                </c:pt>
                <c:pt idx="2194">
                  <c:v>45447</c:v>
                </c:pt>
                <c:pt idx="2195">
                  <c:v>45448</c:v>
                </c:pt>
                <c:pt idx="2196">
                  <c:v>45449</c:v>
                </c:pt>
                <c:pt idx="2197">
                  <c:v>45450</c:v>
                </c:pt>
                <c:pt idx="2198">
                  <c:v>45453</c:v>
                </c:pt>
                <c:pt idx="2199">
                  <c:v>45454</c:v>
                </c:pt>
                <c:pt idx="2200">
                  <c:v>45455</c:v>
                </c:pt>
                <c:pt idx="2201">
                  <c:v>45456</c:v>
                </c:pt>
                <c:pt idx="2202">
                  <c:v>45457</c:v>
                </c:pt>
                <c:pt idx="2203">
                  <c:v>45461</c:v>
                </c:pt>
                <c:pt idx="2204">
                  <c:v>45463</c:v>
                </c:pt>
                <c:pt idx="2205">
                  <c:v>45464</c:v>
                </c:pt>
                <c:pt idx="2206">
                  <c:v>45467</c:v>
                </c:pt>
                <c:pt idx="2207">
                  <c:v>45468</c:v>
                </c:pt>
                <c:pt idx="2208">
                  <c:v>45469</c:v>
                </c:pt>
                <c:pt idx="2209">
                  <c:v>45470</c:v>
                </c:pt>
                <c:pt idx="2210">
                  <c:v>45471</c:v>
                </c:pt>
                <c:pt idx="2211">
                  <c:v>45474</c:v>
                </c:pt>
                <c:pt idx="2212">
                  <c:v>45475</c:v>
                </c:pt>
                <c:pt idx="2213">
                  <c:v>45476</c:v>
                </c:pt>
                <c:pt idx="2214">
                  <c:v>45478</c:v>
                </c:pt>
                <c:pt idx="2215">
                  <c:v>45481</c:v>
                </c:pt>
                <c:pt idx="2216">
                  <c:v>45482</c:v>
                </c:pt>
                <c:pt idx="2217">
                  <c:v>45483</c:v>
                </c:pt>
                <c:pt idx="2218">
                  <c:v>45484</c:v>
                </c:pt>
                <c:pt idx="2219">
                  <c:v>45485</c:v>
                </c:pt>
                <c:pt idx="2220">
                  <c:v>45488</c:v>
                </c:pt>
                <c:pt idx="2221">
                  <c:v>45489</c:v>
                </c:pt>
                <c:pt idx="2222">
                  <c:v>45491</c:v>
                </c:pt>
                <c:pt idx="2223">
                  <c:v>45492</c:v>
                </c:pt>
                <c:pt idx="2224">
                  <c:v>45495</c:v>
                </c:pt>
                <c:pt idx="2225">
                  <c:v>45496</c:v>
                </c:pt>
                <c:pt idx="2226">
                  <c:v>45497</c:v>
                </c:pt>
                <c:pt idx="2227">
                  <c:v>45498</c:v>
                </c:pt>
                <c:pt idx="2228">
                  <c:v>45499</c:v>
                </c:pt>
                <c:pt idx="2229">
                  <c:v>45502</c:v>
                </c:pt>
                <c:pt idx="2230">
                  <c:v>45503</c:v>
                </c:pt>
                <c:pt idx="2231">
                  <c:v>45504</c:v>
                </c:pt>
                <c:pt idx="2232">
                  <c:v>45505</c:v>
                </c:pt>
                <c:pt idx="2233">
                  <c:v>45506</c:v>
                </c:pt>
                <c:pt idx="2234">
                  <c:v>45509</c:v>
                </c:pt>
                <c:pt idx="2235">
                  <c:v>45510</c:v>
                </c:pt>
                <c:pt idx="2236">
                  <c:v>45511</c:v>
                </c:pt>
                <c:pt idx="2237">
                  <c:v>45512</c:v>
                </c:pt>
                <c:pt idx="2238">
                  <c:v>45513</c:v>
                </c:pt>
                <c:pt idx="2239">
                  <c:v>45516</c:v>
                </c:pt>
                <c:pt idx="2240">
                  <c:v>45517</c:v>
                </c:pt>
                <c:pt idx="2241">
                  <c:v>45518</c:v>
                </c:pt>
                <c:pt idx="2242">
                  <c:v>45520</c:v>
                </c:pt>
                <c:pt idx="2243">
                  <c:v>45523</c:v>
                </c:pt>
                <c:pt idx="2244">
                  <c:v>45524</c:v>
                </c:pt>
                <c:pt idx="2245">
                  <c:v>45525</c:v>
                </c:pt>
                <c:pt idx="2246">
                  <c:v>45526</c:v>
                </c:pt>
                <c:pt idx="2247">
                  <c:v>45527</c:v>
                </c:pt>
                <c:pt idx="2248">
                  <c:v>45530</c:v>
                </c:pt>
                <c:pt idx="2249">
                  <c:v>45531</c:v>
                </c:pt>
                <c:pt idx="2250">
                  <c:v>45532</c:v>
                </c:pt>
                <c:pt idx="2251">
                  <c:v>45533</c:v>
                </c:pt>
                <c:pt idx="2252">
                  <c:v>45534</c:v>
                </c:pt>
                <c:pt idx="2253">
                  <c:v>45538</c:v>
                </c:pt>
                <c:pt idx="2254">
                  <c:v>45539</c:v>
                </c:pt>
                <c:pt idx="2255">
                  <c:v>45540</c:v>
                </c:pt>
                <c:pt idx="2256">
                  <c:v>45541</c:v>
                </c:pt>
                <c:pt idx="2257">
                  <c:v>45544</c:v>
                </c:pt>
                <c:pt idx="2258">
                  <c:v>45545</c:v>
                </c:pt>
                <c:pt idx="2259">
                  <c:v>45546</c:v>
                </c:pt>
                <c:pt idx="2260">
                  <c:v>45547</c:v>
                </c:pt>
                <c:pt idx="2261">
                  <c:v>45548</c:v>
                </c:pt>
                <c:pt idx="2262">
                  <c:v>45551</c:v>
                </c:pt>
                <c:pt idx="2263">
                  <c:v>45552</c:v>
                </c:pt>
                <c:pt idx="2264">
                  <c:v>45554</c:v>
                </c:pt>
                <c:pt idx="2265">
                  <c:v>45555</c:v>
                </c:pt>
                <c:pt idx="2266">
                  <c:v>45558</c:v>
                </c:pt>
                <c:pt idx="2267">
                  <c:v>45559</c:v>
                </c:pt>
                <c:pt idx="2268">
                  <c:v>45560</c:v>
                </c:pt>
                <c:pt idx="2269">
                  <c:v>45561</c:v>
                </c:pt>
                <c:pt idx="2270">
                  <c:v>45562</c:v>
                </c:pt>
                <c:pt idx="2271">
                  <c:v>45565</c:v>
                </c:pt>
                <c:pt idx="2272">
                  <c:v>45566</c:v>
                </c:pt>
                <c:pt idx="2273">
                  <c:v>45568</c:v>
                </c:pt>
                <c:pt idx="2274">
                  <c:v>45569</c:v>
                </c:pt>
                <c:pt idx="2275">
                  <c:v>45572</c:v>
                </c:pt>
                <c:pt idx="2276">
                  <c:v>45573</c:v>
                </c:pt>
                <c:pt idx="2277">
                  <c:v>45574</c:v>
                </c:pt>
                <c:pt idx="2278">
                  <c:v>45575</c:v>
                </c:pt>
                <c:pt idx="2279">
                  <c:v>45576</c:v>
                </c:pt>
                <c:pt idx="2280">
                  <c:v>45580</c:v>
                </c:pt>
                <c:pt idx="2281">
                  <c:v>45581</c:v>
                </c:pt>
                <c:pt idx="2282">
                  <c:v>45582</c:v>
                </c:pt>
                <c:pt idx="2283">
                  <c:v>45583</c:v>
                </c:pt>
                <c:pt idx="2284">
                  <c:v>45586</c:v>
                </c:pt>
                <c:pt idx="2285">
                  <c:v>45587</c:v>
                </c:pt>
                <c:pt idx="2286">
                  <c:v>45588</c:v>
                </c:pt>
                <c:pt idx="2287">
                  <c:v>45589</c:v>
                </c:pt>
                <c:pt idx="2288">
                  <c:v>45590</c:v>
                </c:pt>
                <c:pt idx="2289">
                  <c:v>45593</c:v>
                </c:pt>
                <c:pt idx="2290">
                  <c:v>45594</c:v>
                </c:pt>
                <c:pt idx="2291">
                  <c:v>45595</c:v>
                </c:pt>
                <c:pt idx="2292">
                  <c:v>45596</c:v>
                </c:pt>
                <c:pt idx="2293">
                  <c:v>45600</c:v>
                </c:pt>
                <c:pt idx="2294">
                  <c:v>45601</c:v>
                </c:pt>
                <c:pt idx="2295">
                  <c:v>45602</c:v>
                </c:pt>
                <c:pt idx="2296">
                  <c:v>45603</c:v>
                </c:pt>
                <c:pt idx="2297">
                  <c:v>45604</c:v>
                </c:pt>
                <c:pt idx="2298">
                  <c:v>45608</c:v>
                </c:pt>
                <c:pt idx="2299">
                  <c:v>45609</c:v>
                </c:pt>
                <c:pt idx="2300">
                  <c:v>45610</c:v>
                </c:pt>
                <c:pt idx="2301">
                  <c:v>45614</c:v>
                </c:pt>
                <c:pt idx="2302">
                  <c:v>45615</c:v>
                </c:pt>
                <c:pt idx="2303">
                  <c:v>45617</c:v>
                </c:pt>
                <c:pt idx="2304">
                  <c:v>45618</c:v>
                </c:pt>
                <c:pt idx="2305">
                  <c:v>45621</c:v>
                </c:pt>
                <c:pt idx="2306">
                  <c:v>45622</c:v>
                </c:pt>
                <c:pt idx="2307">
                  <c:v>45623</c:v>
                </c:pt>
                <c:pt idx="2308">
                  <c:v>45625</c:v>
                </c:pt>
                <c:pt idx="2309">
                  <c:v>45628</c:v>
                </c:pt>
                <c:pt idx="2310">
                  <c:v>45629</c:v>
                </c:pt>
                <c:pt idx="2311">
                  <c:v>45630</c:v>
                </c:pt>
                <c:pt idx="2312">
                  <c:v>45631</c:v>
                </c:pt>
                <c:pt idx="2313">
                  <c:v>45632</c:v>
                </c:pt>
                <c:pt idx="2314">
                  <c:v>45635</c:v>
                </c:pt>
                <c:pt idx="2315">
                  <c:v>45636</c:v>
                </c:pt>
                <c:pt idx="2316">
                  <c:v>45637</c:v>
                </c:pt>
                <c:pt idx="2317">
                  <c:v>45638</c:v>
                </c:pt>
                <c:pt idx="2318">
                  <c:v>45639</c:v>
                </c:pt>
                <c:pt idx="2319">
                  <c:v>45642</c:v>
                </c:pt>
                <c:pt idx="2320">
                  <c:v>45643</c:v>
                </c:pt>
                <c:pt idx="2321">
                  <c:v>45644</c:v>
                </c:pt>
                <c:pt idx="2322">
                  <c:v>45645</c:v>
                </c:pt>
                <c:pt idx="2323">
                  <c:v>45646</c:v>
                </c:pt>
                <c:pt idx="2324">
                  <c:v>45649</c:v>
                </c:pt>
                <c:pt idx="2325">
                  <c:v>45650</c:v>
                </c:pt>
                <c:pt idx="2326">
                  <c:v>45652</c:v>
                </c:pt>
                <c:pt idx="2327">
                  <c:v>45653</c:v>
                </c:pt>
                <c:pt idx="2328">
                  <c:v>45656</c:v>
                </c:pt>
                <c:pt idx="2329">
                  <c:v>45657</c:v>
                </c:pt>
                <c:pt idx="2330">
                  <c:v>45659</c:v>
                </c:pt>
                <c:pt idx="2331">
                  <c:v>45660</c:v>
                </c:pt>
                <c:pt idx="2332">
                  <c:v>45663</c:v>
                </c:pt>
                <c:pt idx="2333">
                  <c:v>45664</c:v>
                </c:pt>
                <c:pt idx="2334">
                  <c:v>45665</c:v>
                </c:pt>
                <c:pt idx="2335">
                  <c:v>45666</c:v>
                </c:pt>
                <c:pt idx="2336">
                  <c:v>45667</c:v>
                </c:pt>
                <c:pt idx="2337">
                  <c:v>45670</c:v>
                </c:pt>
                <c:pt idx="2338">
                  <c:v>45671</c:v>
                </c:pt>
                <c:pt idx="2339">
                  <c:v>45672</c:v>
                </c:pt>
                <c:pt idx="2340">
                  <c:v>45673</c:v>
                </c:pt>
                <c:pt idx="2341">
                  <c:v>45674</c:v>
                </c:pt>
                <c:pt idx="2342">
                  <c:v>45678</c:v>
                </c:pt>
                <c:pt idx="2343">
                  <c:v>45679</c:v>
                </c:pt>
                <c:pt idx="2344">
                  <c:v>45680</c:v>
                </c:pt>
                <c:pt idx="2345">
                  <c:v>45681</c:v>
                </c:pt>
                <c:pt idx="2346">
                  <c:v>45684</c:v>
                </c:pt>
                <c:pt idx="2347">
                  <c:v>45685</c:v>
                </c:pt>
                <c:pt idx="2348">
                  <c:v>45686</c:v>
                </c:pt>
                <c:pt idx="2349">
                  <c:v>45687</c:v>
                </c:pt>
                <c:pt idx="2350">
                  <c:v>45688</c:v>
                </c:pt>
                <c:pt idx="2351">
                  <c:v>45691</c:v>
                </c:pt>
                <c:pt idx="2352">
                  <c:v>45692</c:v>
                </c:pt>
                <c:pt idx="2353">
                  <c:v>45693</c:v>
                </c:pt>
                <c:pt idx="2354">
                  <c:v>45694</c:v>
                </c:pt>
                <c:pt idx="2355">
                  <c:v>45695</c:v>
                </c:pt>
                <c:pt idx="2356">
                  <c:v>45698</c:v>
                </c:pt>
                <c:pt idx="2357">
                  <c:v>45699</c:v>
                </c:pt>
                <c:pt idx="2358">
                  <c:v>45700</c:v>
                </c:pt>
                <c:pt idx="2359">
                  <c:v>45701</c:v>
                </c:pt>
                <c:pt idx="2360">
                  <c:v>45702</c:v>
                </c:pt>
                <c:pt idx="2361">
                  <c:v>45706</c:v>
                </c:pt>
                <c:pt idx="2362">
                  <c:v>45708</c:v>
                </c:pt>
                <c:pt idx="2363">
                  <c:v>45709</c:v>
                </c:pt>
                <c:pt idx="2364">
                  <c:v>45712</c:v>
                </c:pt>
                <c:pt idx="2365">
                  <c:v>45713</c:v>
                </c:pt>
                <c:pt idx="2366">
                  <c:v>45715</c:v>
                </c:pt>
                <c:pt idx="2367">
                  <c:v>45716</c:v>
                </c:pt>
                <c:pt idx="2368">
                  <c:v>45719</c:v>
                </c:pt>
                <c:pt idx="2369">
                  <c:v>45720</c:v>
                </c:pt>
                <c:pt idx="2370">
                  <c:v>45721</c:v>
                </c:pt>
                <c:pt idx="2371">
                  <c:v>45722</c:v>
                </c:pt>
                <c:pt idx="2372">
                  <c:v>45723</c:v>
                </c:pt>
                <c:pt idx="2373">
                  <c:v>45726</c:v>
                </c:pt>
                <c:pt idx="2374">
                  <c:v>45727</c:v>
                </c:pt>
                <c:pt idx="2375">
                  <c:v>45728</c:v>
                </c:pt>
                <c:pt idx="2376">
                  <c:v>45729</c:v>
                </c:pt>
                <c:pt idx="2377">
                  <c:v>45733</c:v>
                </c:pt>
                <c:pt idx="2378">
                  <c:v>45734</c:v>
                </c:pt>
                <c:pt idx="2379">
                  <c:v>45735</c:v>
                </c:pt>
                <c:pt idx="2380">
                  <c:v>45736</c:v>
                </c:pt>
                <c:pt idx="2381">
                  <c:v>45737</c:v>
                </c:pt>
                <c:pt idx="2382">
                  <c:v>45740</c:v>
                </c:pt>
                <c:pt idx="2383">
                  <c:v>45741</c:v>
                </c:pt>
                <c:pt idx="2384">
                  <c:v>45742</c:v>
                </c:pt>
                <c:pt idx="2385">
                  <c:v>45743</c:v>
                </c:pt>
                <c:pt idx="2386">
                  <c:v>45744</c:v>
                </c:pt>
                <c:pt idx="2387">
                  <c:v>45749</c:v>
                </c:pt>
                <c:pt idx="2388">
                  <c:v>45750</c:v>
                </c:pt>
              </c:numCache>
            </c:numRef>
          </c:cat>
          <c:val>
            <c:numRef>
              <c:f>'10Y G-Sec'!$AN$2:$AN$2390</c:f>
              <c:numCache>
                <c:formatCode>_(* #,##0.00_);_(* \(#,##0.00\);_(* "-"??_);_(@_)</c:formatCode>
                <c:ptCount val="2389"/>
                <c:pt idx="0">
                  <c:v>5.7519999999999998</c:v>
                </c:pt>
                <c:pt idx="1">
                  <c:v>5.8520000000000003</c:v>
                </c:pt>
                <c:pt idx="2">
                  <c:v>5.9290000000000003</c:v>
                </c:pt>
                <c:pt idx="3">
                  <c:v>5.8959999999999999</c:v>
                </c:pt>
                <c:pt idx="4">
                  <c:v>5.83</c:v>
                </c:pt>
                <c:pt idx="5">
                  <c:v>5.8640000000000008</c:v>
                </c:pt>
                <c:pt idx="6">
                  <c:v>5.8920000000000003</c:v>
                </c:pt>
                <c:pt idx="7">
                  <c:v>5.8579999999999997</c:v>
                </c:pt>
                <c:pt idx="8">
                  <c:v>5.9119999999999999</c:v>
                </c:pt>
                <c:pt idx="9">
                  <c:v>5.9239999999999995</c:v>
                </c:pt>
                <c:pt idx="10">
                  <c:v>5.8760000000000003</c:v>
                </c:pt>
                <c:pt idx="11">
                  <c:v>5.9029999999999996</c:v>
                </c:pt>
                <c:pt idx="12">
                  <c:v>5.82</c:v>
                </c:pt>
                <c:pt idx="13">
                  <c:v>5.8119999999999994</c:v>
                </c:pt>
                <c:pt idx="14">
                  <c:v>5.8940000000000001</c:v>
                </c:pt>
                <c:pt idx="15">
                  <c:v>5.8739999999999997</c:v>
                </c:pt>
                <c:pt idx="16">
                  <c:v>5.9749999999999996</c:v>
                </c:pt>
                <c:pt idx="17">
                  <c:v>5.9410000000000007</c:v>
                </c:pt>
                <c:pt idx="18">
                  <c:v>6.0110000000000001</c:v>
                </c:pt>
                <c:pt idx="19">
                  <c:v>5.9720000000000004</c:v>
                </c:pt>
                <c:pt idx="20">
                  <c:v>5.9370000000000003</c:v>
                </c:pt>
                <c:pt idx="21">
                  <c:v>5.907</c:v>
                </c:pt>
                <c:pt idx="22">
                  <c:v>5.8689999999999998</c:v>
                </c:pt>
                <c:pt idx="23">
                  <c:v>5.75</c:v>
                </c:pt>
                <c:pt idx="24">
                  <c:v>5.7679999999999998</c:v>
                </c:pt>
                <c:pt idx="25">
                  <c:v>5.718</c:v>
                </c:pt>
                <c:pt idx="26">
                  <c:v>5.7320000000000002</c:v>
                </c:pt>
                <c:pt idx="27">
                  <c:v>5.7530000000000001</c:v>
                </c:pt>
                <c:pt idx="28">
                  <c:v>5.6769999999999996</c:v>
                </c:pt>
                <c:pt idx="29">
                  <c:v>5.6379999999999999</c:v>
                </c:pt>
                <c:pt idx="30">
                  <c:v>5.6</c:v>
                </c:pt>
                <c:pt idx="31">
                  <c:v>5.5650000000000004</c:v>
                </c:pt>
                <c:pt idx="32">
                  <c:v>5.6419999999999995</c:v>
                </c:pt>
                <c:pt idx="33">
                  <c:v>5.726</c:v>
                </c:pt>
                <c:pt idx="34">
                  <c:v>5.7460000000000004</c:v>
                </c:pt>
                <c:pt idx="35">
                  <c:v>5.7080000000000002</c:v>
                </c:pt>
                <c:pt idx="36">
                  <c:v>5.7240000000000002</c:v>
                </c:pt>
                <c:pt idx="37">
                  <c:v>5.6609999999999996</c:v>
                </c:pt>
                <c:pt idx="38">
                  <c:v>5.6339999999999995</c:v>
                </c:pt>
                <c:pt idx="39">
                  <c:v>5.5649999999999995</c:v>
                </c:pt>
                <c:pt idx="40">
                  <c:v>5.5950000000000006</c:v>
                </c:pt>
                <c:pt idx="41">
                  <c:v>5.54</c:v>
                </c:pt>
                <c:pt idx="42">
                  <c:v>5.6069999999999993</c:v>
                </c:pt>
                <c:pt idx="43">
                  <c:v>5.6490000000000009</c:v>
                </c:pt>
                <c:pt idx="44">
                  <c:v>5.6219999999999999</c:v>
                </c:pt>
                <c:pt idx="45">
                  <c:v>5.6660000000000004</c:v>
                </c:pt>
                <c:pt idx="46">
                  <c:v>5.7040000000000006</c:v>
                </c:pt>
                <c:pt idx="47">
                  <c:v>5.7219999999999995</c:v>
                </c:pt>
                <c:pt idx="48">
                  <c:v>5.8620000000000001</c:v>
                </c:pt>
                <c:pt idx="49">
                  <c:v>5.7759999999999998</c:v>
                </c:pt>
                <c:pt idx="50">
                  <c:v>5.8160000000000007</c:v>
                </c:pt>
                <c:pt idx="51">
                  <c:v>5.8360000000000003</c:v>
                </c:pt>
                <c:pt idx="52">
                  <c:v>5.87</c:v>
                </c:pt>
                <c:pt idx="53">
                  <c:v>5.8420000000000005</c:v>
                </c:pt>
                <c:pt idx="54">
                  <c:v>5.7869999999999999</c:v>
                </c:pt>
                <c:pt idx="55">
                  <c:v>5.8259999999999996</c:v>
                </c:pt>
                <c:pt idx="56">
                  <c:v>5.8010000000000002</c:v>
                </c:pt>
                <c:pt idx="57">
                  <c:v>5.798</c:v>
                </c:pt>
                <c:pt idx="58">
                  <c:v>5.8010000000000002</c:v>
                </c:pt>
                <c:pt idx="59">
                  <c:v>5.8959999999999999</c:v>
                </c:pt>
                <c:pt idx="60">
                  <c:v>5.8659999999999997</c:v>
                </c:pt>
                <c:pt idx="61">
                  <c:v>5.8040000000000003</c:v>
                </c:pt>
                <c:pt idx="62">
                  <c:v>5.8410000000000002</c:v>
                </c:pt>
                <c:pt idx="63">
                  <c:v>5.8559999999999999</c:v>
                </c:pt>
                <c:pt idx="64">
                  <c:v>5.8719999999999999</c:v>
                </c:pt>
                <c:pt idx="65">
                  <c:v>5.8990000000000009</c:v>
                </c:pt>
                <c:pt idx="66">
                  <c:v>5.9210000000000003</c:v>
                </c:pt>
                <c:pt idx="67">
                  <c:v>5.8940000000000001</c:v>
                </c:pt>
                <c:pt idx="68">
                  <c:v>5.8529999999999998</c:v>
                </c:pt>
                <c:pt idx="69">
                  <c:v>5.7629999999999999</c:v>
                </c:pt>
                <c:pt idx="70">
                  <c:v>5.7969999999999997</c:v>
                </c:pt>
                <c:pt idx="71">
                  <c:v>5.8570000000000002</c:v>
                </c:pt>
                <c:pt idx="72">
                  <c:v>5.8379999999999992</c:v>
                </c:pt>
                <c:pt idx="73">
                  <c:v>5.7610000000000001</c:v>
                </c:pt>
                <c:pt idx="74">
                  <c:v>5.7550000000000008</c:v>
                </c:pt>
                <c:pt idx="75">
                  <c:v>5.8100000000000005</c:v>
                </c:pt>
                <c:pt idx="76">
                  <c:v>5.6590000000000007</c:v>
                </c:pt>
                <c:pt idx="77">
                  <c:v>5.641</c:v>
                </c:pt>
                <c:pt idx="78">
                  <c:v>5.8130000000000006</c:v>
                </c:pt>
                <c:pt idx="79">
                  <c:v>5.8170000000000002</c:v>
                </c:pt>
                <c:pt idx="80">
                  <c:v>5.6059999999999999</c:v>
                </c:pt>
                <c:pt idx="81">
                  <c:v>5.67</c:v>
                </c:pt>
                <c:pt idx="82">
                  <c:v>5.6869999999999994</c:v>
                </c:pt>
                <c:pt idx="83">
                  <c:v>5.7089999999999996</c:v>
                </c:pt>
                <c:pt idx="84">
                  <c:v>5.8059999999999992</c:v>
                </c:pt>
                <c:pt idx="85">
                  <c:v>5.6679999999999993</c:v>
                </c:pt>
                <c:pt idx="86">
                  <c:v>5.5879999999999992</c:v>
                </c:pt>
                <c:pt idx="87">
                  <c:v>5.5950000000000006</c:v>
                </c:pt>
                <c:pt idx="88">
                  <c:v>5.6859999999999999</c:v>
                </c:pt>
                <c:pt idx="89">
                  <c:v>5.6479999999999997</c:v>
                </c:pt>
                <c:pt idx="90">
                  <c:v>5.7509999999999994</c:v>
                </c:pt>
                <c:pt idx="91">
                  <c:v>5.7279999999999998</c:v>
                </c:pt>
                <c:pt idx="92">
                  <c:v>5.7240000000000002</c:v>
                </c:pt>
                <c:pt idx="93">
                  <c:v>5.6950000000000003</c:v>
                </c:pt>
                <c:pt idx="94">
                  <c:v>5.6319999999999997</c:v>
                </c:pt>
                <c:pt idx="95">
                  <c:v>5.6630000000000003</c:v>
                </c:pt>
                <c:pt idx="96">
                  <c:v>5.5709999999999997</c:v>
                </c:pt>
                <c:pt idx="97">
                  <c:v>5.6999999999999993</c:v>
                </c:pt>
                <c:pt idx="98">
                  <c:v>5.5729999999999995</c:v>
                </c:pt>
                <c:pt idx="99">
                  <c:v>5.4109999999999996</c:v>
                </c:pt>
                <c:pt idx="100">
                  <c:v>5.3689999999999998</c:v>
                </c:pt>
                <c:pt idx="101">
                  <c:v>5.3250000000000002</c:v>
                </c:pt>
                <c:pt idx="102">
                  <c:v>5.488999999999999</c:v>
                </c:pt>
                <c:pt idx="103">
                  <c:v>5.4960000000000004</c:v>
                </c:pt>
                <c:pt idx="104">
                  <c:v>5.5030000000000001</c:v>
                </c:pt>
                <c:pt idx="105">
                  <c:v>5.5619999999999994</c:v>
                </c:pt>
                <c:pt idx="106">
                  <c:v>5.5259999999999998</c:v>
                </c:pt>
                <c:pt idx="107">
                  <c:v>5.4130000000000003</c:v>
                </c:pt>
                <c:pt idx="108">
                  <c:v>5.4480000000000004</c:v>
                </c:pt>
                <c:pt idx="109">
                  <c:v>5.3659999999999997</c:v>
                </c:pt>
                <c:pt idx="110">
                  <c:v>5.3280000000000003</c:v>
                </c:pt>
                <c:pt idx="111">
                  <c:v>5.4240000000000004</c:v>
                </c:pt>
                <c:pt idx="112">
                  <c:v>5.423</c:v>
                </c:pt>
                <c:pt idx="113">
                  <c:v>5.3309999999999995</c:v>
                </c:pt>
                <c:pt idx="114">
                  <c:v>5.556</c:v>
                </c:pt>
                <c:pt idx="115">
                  <c:v>5.5109999999999992</c:v>
                </c:pt>
                <c:pt idx="116">
                  <c:v>5.3870000000000005</c:v>
                </c:pt>
                <c:pt idx="117">
                  <c:v>5.4109999999999996</c:v>
                </c:pt>
                <c:pt idx="118">
                  <c:v>5.4530000000000003</c:v>
                </c:pt>
                <c:pt idx="119">
                  <c:v>5.51</c:v>
                </c:pt>
                <c:pt idx="120">
                  <c:v>5.5609999999999999</c:v>
                </c:pt>
                <c:pt idx="121">
                  <c:v>5.4719999999999995</c:v>
                </c:pt>
                <c:pt idx="122">
                  <c:v>5.3819999999999997</c:v>
                </c:pt>
                <c:pt idx="123">
                  <c:v>5.4269999999999996</c:v>
                </c:pt>
                <c:pt idx="124">
                  <c:v>5.4130000000000003</c:v>
                </c:pt>
                <c:pt idx="125">
                  <c:v>5.479000000000001</c:v>
                </c:pt>
                <c:pt idx="126">
                  <c:v>5.4849999999999994</c:v>
                </c:pt>
                <c:pt idx="127">
                  <c:v>5.49</c:v>
                </c:pt>
                <c:pt idx="128">
                  <c:v>5.46</c:v>
                </c:pt>
                <c:pt idx="129">
                  <c:v>5.4860000000000007</c:v>
                </c:pt>
                <c:pt idx="130">
                  <c:v>5.4980000000000002</c:v>
                </c:pt>
                <c:pt idx="131">
                  <c:v>5.5229999999999997</c:v>
                </c:pt>
                <c:pt idx="132">
                  <c:v>5.5600000000000005</c:v>
                </c:pt>
                <c:pt idx="133">
                  <c:v>5.5980000000000008</c:v>
                </c:pt>
                <c:pt idx="134">
                  <c:v>5.5449999999999999</c:v>
                </c:pt>
                <c:pt idx="135">
                  <c:v>5.5190000000000001</c:v>
                </c:pt>
                <c:pt idx="136">
                  <c:v>5.5410000000000004</c:v>
                </c:pt>
                <c:pt idx="137">
                  <c:v>5.6059999999999999</c:v>
                </c:pt>
                <c:pt idx="138">
                  <c:v>5.6529999999999996</c:v>
                </c:pt>
                <c:pt idx="139">
                  <c:v>5.6099999999999994</c:v>
                </c:pt>
                <c:pt idx="140">
                  <c:v>5.5560000000000009</c:v>
                </c:pt>
                <c:pt idx="141">
                  <c:v>5.5760000000000005</c:v>
                </c:pt>
                <c:pt idx="142">
                  <c:v>5.6289999999999996</c:v>
                </c:pt>
                <c:pt idx="143">
                  <c:v>5.548</c:v>
                </c:pt>
                <c:pt idx="144">
                  <c:v>5.6460000000000008</c:v>
                </c:pt>
                <c:pt idx="145">
                  <c:v>5.6560000000000006</c:v>
                </c:pt>
                <c:pt idx="146">
                  <c:v>5.5540000000000003</c:v>
                </c:pt>
                <c:pt idx="147">
                  <c:v>5.5449999999999999</c:v>
                </c:pt>
                <c:pt idx="148">
                  <c:v>5.5839999999999996</c:v>
                </c:pt>
                <c:pt idx="149">
                  <c:v>5.6209999999999996</c:v>
                </c:pt>
                <c:pt idx="150">
                  <c:v>5.657</c:v>
                </c:pt>
                <c:pt idx="151">
                  <c:v>5.734</c:v>
                </c:pt>
                <c:pt idx="152">
                  <c:v>5.883</c:v>
                </c:pt>
                <c:pt idx="153">
                  <c:v>5.694</c:v>
                </c:pt>
                <c:pt idx="154">
                  <c:v>5.6110000000000007</c:v>
                </c:pt>
                <c:pt idx="155">
                  <c:v>5.5860000000000003</c:v>
                </c:pt>
                <c:pt idx="156">
                  <c:v>5.5869999999999997</c:v>
                </c:pt>
                <c:pt idx="157">
                  <c:v>5.5739999999999998</c:v>
                </c:pt>
                <c:pt idx="158">
                  <c:v>5.5810000000000004</c:v>
                </c:pt>
                <c:pt idx="159">
                  <c:v>5.55</c:v>
                </c:pt>
                <c:pt idx="160">
                  <c:v>5.5660000000000007</c:v>
                </c:pt>
                <c:pt idx="161">
                  <c:v>5.6230000000000002</c:v>
                </c:pt>
                <c:pt idx="162">
                  <c:v>5.5709999999999997</c:v>
                </c:pt>
                <c:pt idx="163">
                  <c:v>5.556</c:v>
                </c:pt>
                <c:pt idx="164">
                  <c:v>5.5419999999999998</c:v>
                </c:pt>
                <c:pt idx="165">
                  <c:v>5.5709999999999997</c:v>
                </c:pt>
                <c:pt idx="166">
                  <c:v>5.5749999999999993</c:v>
                </c:pt>
                <c:pt idx="167">
                  <c:v>5.4760000000000009</c:v>
                </c:pt>
                <c:pt idx="168">
                  <c:v>5.4530000000000003</c:v>
                </c:pt>
                <c:pt idx="169">
                  <c:v>5.5670000000000002</c:v>
                </c:pt>
                <c:pt idx="170">
                  <c:v>5.5030000000000001</c:v>
                </c:pt>
                <c:pt idx="171">
                  <c:v>5.5749999999999993</c:v>
                </c:pt>
                <c:pt idx="172">
                  <c:v>5.5549999999999997</c:v>
                </c:pt>
                <c:pt idx="173">
                  <c:v>5.585</c:v>
                </c:pt>
                <c:pt idx="174">
                  <c:v>5.625</c:v>
                </c:pt>
                <c:pt idx="175">
                  <c:v>5.5609999999999999</c:v>
                </c:pt>
                <c:pt idx="176">
                  <c:v>5.4789999999999992</c:v>
                </c:pt>
                <c:pt idx="177">
                  <c:v>5.5110000000000001</c:v>
                </c:pt>
                <c:pt idx="178">
                  <c:v>5.4429999999999996</c:v>
                </c:pt>
                <c:pt idx="179">
                  <c:v>5.4770000000000003</c:v>
                </c:pt>
                <c:pt idx="180">
                  <c:v>5.46</c:v>
                </c:pt>
                <c:pt idx="181">
                  <c:v>5.4159999999999995</c:v>
                </c:pt>
                <c:pt idx="182">
                  <c:v>5.4249999999999998</c:v>
                </c:pt>
                <c:pt idx="183">
                  <c:v>5.5</c:v>
                </c:pt>
                <c:pt idx="184">
                  <c:v>5.5640000000000001</c:v>
                </c:pt>
                <c:pt idx="185">
                  <c:v>5.508</c:v>
                </c:pt>
                <c:pt idx="186">
                  <c:v>5.524</c:v>
                </c:pt>
                <c:pt idx="187">
                  <c:v>5.5309999999999997</c:v>
                </c:pt>
                <c:pt idx="188">
                  <c:v>5.4989999999999997</c:v>
                </c:pt>
                <c:pt idx="189">
                  <c:v>5.5430000000000001</c:v>
                </c:pt>
                <c:pt idx="190">
                  <c:v>5.4950000000000001</c:v>
                </c:pt>
                <c:pt idx="191">
                  <c:v>5.5410000000000004</c:v>
                </c:pt>
                <c:pt idx="192">
                  <c:v>5.5540000000000003</c:v>
                </c:pt>
                <c:pt idx="193">
                  <c:v>5.4909999999999997</c:v>
                </c:pt>
                <c:pt idx="194">
                  <c:v>5.4390000000000001</c:v>
                </c:pt>
                <c:pt idx="195">
                  <c:v>5.4799999999999995</c:v>
                </c:pt>
                <c:pt idx="196">
                  <c:v>5.4289999999999994</c:v>
                </c:pt>
                <c:pt idx="197">
                  <c:v>5.4160000000000004</c:v>
                </c:pt>
                <c:pt idx="198">
                  <c:v>5.4020000000000001</c:v>
                </c:pt>
                <c:pt idx="199">
                  <c:v>5.4190000000000005</c:v>
                </c:pt>
                <c:pt idx="200">
                  <c:v>5.3449999999999998</c:v>
                </c:pt>
                <c:pt idx="201">
                  <c:v>5.3650000000000002</c:v>
                </c:pt>
                <c:pt idx="202">
                  <c:v>5.3620000000000001</c:v>
                </c:pt>
                <c:pt idx="203">
                  <c:v>5.3659999999999997</c:v>
                </c:pt>
                <c:pt idx="204">
                  <c:v>5.3819999999999997</c:v>
                </c:pt>
                <c:pt idx="205">
                  <c:v>5.4169999999999998</c:v>
                </c:pt>
                <c:pt idx="206">
                  <c:v>5.4090000000000007</c:v>
                </c:pt>
                <c:pt idx="207">
                  <c:v>5.4319999999999995</c:v>
                </c:pt>
                <c:pt idx="208">
                  <c:v>5.4370000000000003</c:v>
                </c:pt>
                <c:pt idx="209">
                  <c:v>5.4649999999999999</c:v>
                </c:pt>
                <c:pt idx="210">
                  <c:v>5.4630000000000001</c:v>
                </c:pt>
                <c:pt idx="211">
                  <c:v>5.5459999999999994</c:v>
                </c:pt>
                <c:pt idx="212">
                  <c:v>5.5759999999999996</c:v>
                </c:pt>
                <c:pt idx="213">
                  <c:v>5.57</c:v>
                </c:pt>
                <c:pt idx="214">
                  <c:v>5.5619999999999994</c:v>
                </c:pt>
                <c:pt idx="215">
                  <c:v>5.3819999999999997</c:v>
                </c:pt>
                <c:pt idx="216">
                  <c:v>5.4770000000000003</c:v>
                </c:pt>
                <c:pt idx="217">
                  <c:v>5.5239999999999991</c:v>
                </c:pt>
                <c:pt idx="218">
                  <c:v>5.5549999999999997</c:v>
                </c:pt>
                <c:pt idx="219">
                  <c:v>5.5570000000000004</c:v>
                </c:pt>
                <c:pt idx="220">
                  <c:v>5.54</c:v>
                </c:pt>
                <c:pt idx="221">
                  <c:v>5.6429999999999998</c:v>
                </c:pt>
                <c:pt idx="222">
                  <c:v>5.5860000000000003</c:v>
                </c:pt>
                <c:pt idx="223">
                  <c:v>5.5069999999999997</c:v>
                </c:pt>
                <c:pt idx="224">
                  <c:v>5.4340000000000002</c:v>
                </c:pt>
                <c:pt idx="225">
                  <c:v>5.468</c:v>
                </c:pt>
                <c:pt idx="226">
                  <c:v>5.5350000000000001</c:v>
                </c:pt>
                <c:pt idx="227">
                  <c:v>5.5729999999999995</c:v>
                </c:pt>
                <c:pt idx="228">
                  <c:v>5.516</c:v>
                </c:pt>
                <c:pt idx="229">
                  <c:v>5.4789999999999992</c:v>
                </c:pt>
                <c:pt idx="230">
                  <c:v>5.516</c:v>
                </c:pt>
                <c:pt idx="231">
                  <c:v>5.4350000000000005</c:v>
                </c:pt>
                <c:pt idx="232">
                  <c:v>5.4390000000000001</c:v>
                </c:pt>
                <c:pt idx="233">
                  <c:v>5.4879999999999995</c:v>
                </c:pt>
                <c:pt idx="234">
                  <c:v>5.4829999999999997</c:v>
                </c:pt>
                <c:pt idx="235">
                  <c:v>5.4889999999999999</c:v>
                </c:pt>
                <c:pt idx="236">
                  <c:v>5.5559999999999992</c:v>
                </c:pt>
                <c:pt idx="237">
                  <c:v>5.5759999999999996</c:v>
                </c:pt>
                <c:pt idx="238">
                  <c:v>5.6109999999999998</c:v>
                </c:pt>
                <c:pt idx="239">
                  <c:v>5.5839999999999996</c:v>
                </c:pt>
                <c:pt idx="240">
                  <c:v>5.6390000000000002</c:v>
                </c:pt>
                <c:pt idx="241">
                  <c:v>5.6849999999999996</c:v>
                </c:pt>
                <c:pt idx="242">
                  <c:v>5.6859999999999999</c:v>
                </c:pt>
                <c:pt idx="243">
                  <c:v>5.7759999999999998</c:v>
                </c:pt>
                <c:pt idx="244">
                  <c:v>5.7200000000000006</c:v>
                </c:pt>
                <c:pt idx="245">
                  <c:v>5.7439999999999998</c:v>
                </c:pt>
                <c:pt idx="246">
                  <c:v>5.7279999999999998</c:v>
                </c:pt>
                <c:pt idx="247">
                  <c:v>5.7050000000000001</c:v>
                </c:pt>
                <c:pt idx="248">
                  <c:v>5.7750000000000004</c:v>
                </c:pt>
                <c:pt idx="249">
                  <c:v>5.7680000000000007</c:v>
                </c:pt>
                <c:pt idx="250">
                  <c:v>5.8049999999999997</c:v>
                </c:pt>
                <c:pt idx="251">
                  <c:v>5.8390000000000004</c:v>
                </c:pt>
                <c:pt idx="252">
                  <c:v>5.8220000000000001</c:v>
                </c:pt>
                <c:pt idx="253">
                  <c:v>5.9790000000000001</c:v>
                </c:pt>
                <c:pt idx="254">
                  <c:v>5.9690000000000003</c:v>
                </c:pt>
                <c:pt idx="255">
                  <c:v>5.9649999999999999</c:v>
                </c:pt>
                <c:pt idx="256">
                  <c:v>5.9619999999999997</c:v>
                </c:pt>
                <c:pt idx="257">
                  <c:v>5.9749999999999996</c:v>
                </c:pt>
                <c:pt idx="258">
                  <c:v>5.9980000000000002</c:v>
                </c:pt>
                <c:pt idx="259">
                  <c:v>6.0120000000000005</c:v>
                </c:pt>
                <c:pt idx="260">
                  <c:v>6.0860000000000003</c:v>
                </c:pt>
                <c:pt idx="261">
                  <c:v>5.9829999999999997</c:v>
                </c:pt>
                <c:pt idx="262">
                  <c:v>6</c:v>
                </c:pt>
                <c:pt idx="263">
                  <c:v>5.9759999999999991</c:v>
                </c:pt>
                <c:pt idx="264">
                  <c:v>5.9880000000000004</c:v>
                </c:pt>
                <c:pt idx="265">
                  <c:v>6.0030000000000001</c:v>
                </c:pt>
                <c:pt idx="266">
                  <c:v>6.0819999999999999</c:v>
                </c:pt>
                <c:pt idx="267">
                  <c:v>6.0819999999999999</c:v>
                </c:pt>
                <c:pt idx="268">
                  <c:v>6.1509999999999998</c:v>
                </c:pt>
                <c:pt idx="269">
                  <c:v>6.0190000000000001</c:v>
                </c:pt>
                <c:pt idx="270">
                  <c:v>5.883</c:v>
                </c:pt>
                <c:pt idx="271">
                  <c:v>5.774</c:v>
                </c:pt>
                <c:pt idx="272">
                  <c:v>5.7830000000000004</c:v>
                </c:pt>
                <c:pt idx="273">
                  <c:v>5.8280000000000003</c:v>
                </c:pt>
                <c:pt idx="274">
                  <c:v>5.7530000000000001</c:v>
                </c:pt>
                <c:pt idx="275">
                  <c:v>5.8120000000000003</c:v>
                </c:pt>
                <c:pt idx="276">
                  <c:v>5.7539999999999996</c:v>
                </c:pt>
                <c:pt idx="277">
                  <c:v>5.7050000000000001</c:v>
                </c:pt>
                <c:pt idx="278">
                  <c:v>5.6470000000000002</c:v>
                </c:pt>
                <c:pt idx="279">
                  <c:v>5.6290000000000004</c:v>
                </c:pt>
                <c:pt idx="280">
                  <c:v>5.61</c:v>
                </c:pt>
                <c:pt idx="281">
                  <c:v>5.6310000000000002</c:v>
                </c:pt>
                <c:pt idx="282">
                  <c:v>5.6019999999999994</c:v>
                </c:pt>
                <c:pt idx="283">
                  <c:v>5.64</c:v>
                </c:pt>
                <c:pt idx="284">
                  <c:v>5.5839999999999996</c:v>
                </c:pt>
                <c:pt idx="285">
                  <c:v>5.5640000000000001</c:v>
                </c:pt>
                <c:pt idx="286">
                  <c:v>5.6269999999999998</c:v>
                </c:pt>
                <c:pt idx="287">
                  <c:v>5.6080000000000005</c:v>
                </c:pt>
                <c:pt idx="288">
                  <c:v>5.7040000000000006</c:v>
                </c:pt>
                <c:pt idx="289">
                  <c:v>5.6660000000000004</c:v>
                </c:pt>
                <c:pt idx="290">
                  <c:v>5.6789999999999994</c:v>
                </c:pt>
                <c:pt idx="291">
                  <c:v>5.6280000000000001</c:v>
                </c:pt>
                <c:pt idx="292">
                  <c:v>5.7319999999999993</c:v>
                </c:pt>
                <c:pt idx="293">
                  <c:v>5.7</c:v>
                </c:pt>
                <c:pt idx="294">
                  <c:v>5.7469999999999999</c:v>
                </c:pt>
                <c:pt idx="295">
                  <c:v>5.6850000000000005</c:v>
                </c:pt>
                <c:pt idx="296">
                  <c:v>5.6269999999999998</c:v>
                </c:pt>
                <c:pt idx="297">
                  <c:v>5.6649999999999991</c:v>
                </c:pt>
                <c:pt idx="298">
                  <c:v>5.6369999999999996</c:v>
                </c:pt>
                <c:pt idx="299">
                  <c:v>5.5869999999999997</c:v>
                </c:pt>
                <c:pt idx="300">
                  <c:v>5.593</c:v>
                </c:pt>
                <c:pt idx="301">
                  <c:v>5.5660000000000007</c:v>
                </c:pt>
                <c:pt idx="302">
                  <c:v>5.56</c:v>
                </c:pt>
                <c:pt idx="303">
                  <c:v>5.5289999999999999</c:v>
                </c:pt>
                <c:pt idx="304">
                  <c:v>5.59</c:v>
                </c:pt>
                <c:pt idx="305">
                  <c:v>5.6029999999999998</c:v>
                </c:pt>
                <c:pt idx="306">
                  <c:v>5.6049999999999995</c:v>
                </c:pt>
                <c:pt idx="307">
                  <c:v>5.5590000000000002</c:v>
                </c:pt>
                <c:pt idx="308">
                  <c:v>5.6319999999999997</c:v>
                </c:pt>
                <c:pt idx="309">
                  <c:v>5.6420000000000003</c:v>
                </c:pt>
                <c:pt idx="310">
                  <c:v>5.6749999999999998</c:v>
                </c:pt>
                <c:pt idx="311">
                  <c:v>5.6449999999999996</c:v>
                </c:pt>
                <c:pt idx="312">
                  <c:v>5.6549999999999994</c:v>
                </c:pt>
                <c:pt idx="313">
                  <c:v>5.6579999999999995</c:v>
                </c:pt>
                <c:pt idx="314">
                  <c:v>5.6980000000000004</c:v>
                </c:pt>
                <c:pt idx="315">
                  <c:v>5.6719999999999997</c:v>
                </c:pt>
                <c:pt idx="316">
                  <c:v>5.7380000000000004</c:v>
                </c:pt>
                <c:pt idx="317">
                  <c:v>5.702</c:v>
                </c:pt>
                <c:pt idx="318">
                  <c:v>5.6920000000000002</c:v>
                </c:pt>
                <c:pt idx="319">
                  <c:v>5.6040000000000001</c:v>
                </c:pt>
                <c:pt idx="320">
                  <c:v>5.6199999999999992</c:v>
                </c:pt>
                <c:pt idx="321">
                  <c:v>5.6259999999999994</c:v>
                </c:pt>
                <c:pt idx="322">
                  <c:v>5.6240000000000006</c:v>
                </c:pt>
                <c:pt idx="323">
                  <c:v>5.6059999999999999</c:v>
                </c:pt>
                <c:pt idx="324">
                  <c:v>5.593</c:v>
                </c:pt>
                <c:pt idx="325">
                  <c:v>5.6390000000000002</c:v>
                </c:pt>
                <c:pt idx="326">
                  <c:v>5.6199999999999992</c:v>
                </c:pt>
                <c:pt idx="327">
                  <c:v>5.6310000000000002</c:v>
                </c:pt>
                <c:pt idx="328">
                  <c:v>5.6359999999999992</c:v>
                </c:pt>
                <c:pt idx="329">
                  <c:v>5.6760000000000002</c:v>
                </c:pt>
                <c:pt idx="330">
                  <c:v>5.7780000000000005</c:v>
                </c:pt>
                <c:pt idx="331">
                  <c:v>5.7449999999999992</c:v>
                </c:pt>
                <c:pt idx="332">
                  <c:v>5.7620000000000005</c:v>
                </c:pt>
                <c:pt idx="333">
                  <c:v>5.7780000000000005</c:v>
                </c:pt>
                <c:pt idx="334">
                  <c:v>5.806</c:v>
                </c:pt>
                <c:pt idx="335">
                  <c:v>5.851</c:v>
                </c:pt>
                <c:pt idx="336">
                  <c:v>5.9050000000000002</c:v>
                </c:pt>
                <c:pt idx="337">
                  <c:v>5.8970000000000002</c:v>
                </c:pt>
                <c:pt idx="338">
                  <c:v>5.9169999999999998</c:v>
                </c:pt>
                <c:pt idx="339">
                  <c:v>5.9339999999999993</c:v>
                </c:pt>
                <c:pt idx="340">
                  <c:v>5.8810000000000002</c:v>
                </c:pt>
                <c:pt idx="341">
                  <c:v>5.8239999999999998</c:v>
                </c:pt>
                <c:pt idx="342">
                  <c:v>5.7880000000000003</c:v>
                </c:pt>
                <c:pt idx="343">
                  <c:v>5.7859999999999996</c:v>
                </c:pt>
                <c:pt idx="344">
                  <c:v>5.7389999999999999</c:v>
                </c:pt>
                <c:pt idx="345">
                  <c:v>5.9029999999999996</c:v>
                </c:pt>
                <c:pt idx="346">
                  <c:v>5.9989999999999997</c:v>
                </c:pt>
                <c:pt idx="347">
                  <c:v>5.9930000000000003</c:v>
                </c:pt>
                <c:pt idx="348">
                  <c:v>5.944</c:v>
                </c:pt>
                <c:pt idx="349">
                  <c:v>5.9580000000000002</c:v>
                </c:pt>
                <c:pt idx="350">
                  <c:v>5.9589999999999996</c:v>
                </c:pt>
                <c:pt idx="351">
                  <c:v>6.024</c:v>
                </c:pt>
                <c:pt idx="352">
                  <c:v>5.9809999999999999</c:v>
                </c:pt>
                <c:pt idx="353">
                  <c:v>6.0140000000000002</c:v>
                </c:pt>
                <c:pt idx="354">
                  <c:v>5.9540000000000006</c:v>
                </c:pt>
                <c:pt idx="355">
                  <c:v>5.8069999999999995</c:v>
                </c:pt>
                <c:pt idx="356">
                  <c:v>5.8040000000000003</c:v>
                </c:pt>
                <c:pt idx="357">
                  <c:v>5.7549999999999999</c:v>
                </c:pt>
                <c:pt idx="358">
                  <c:v>5.6720000000000006</c:v>
                </c:pt>
                <c:pt idx="359">
                  <c:v>5.7039999999999997</c:v>
                </c:pt>
                <c:pt idx="360">
                  <c:v>5.7200000000000006</c:v>
                </c:pt>
                <c:pt idx="361">
                  <c:v>5.68</c:v>
                </c:pt>
                <c:pt idx="362">
                  <c:v>5.6909999999999998</c:v>
                </c:pt>
                <c:pt idx="363">
                  <c:v>5.6789999999999994</c:v>
                </c:pt>
                <c:pt idx="364">
                  <c:v>5.6680000000000001</c:v>
                </c:pt>
                <c:pt idx="365">
                  <c:v>5.6819999999999995</c:v>
                </c:pt>
                <c:pt idx="366">
                  <c:v>5.73</c:v>
                </c:pt>
                <c:pt idx="367">
                  <c:v>5.6649999999999991</c:v>
                </c:pt>
                <c:pt idx="368">
                  <c:v>5.7030000000000003</c:v>
                </c:pt>
                <c:pt idx="369">
                  <c:v>5.6290000000000004</c:v>
                </c:pt>
                <c:pt idx="370">
                  <c:v>5.6240000000000006</c:v>
                </c:pt>
                <c:pt idx="371">
                  <c:v>5.6440000000000001</c:v>
                </c:pt>
                <c:pt idx="372">
                  <c:v>5.6589999999999998</c:v>
                </c:pt>
                <c:pt idx="373">
                  <c:v>5.5760000000000005</c:v>
                </c:pt>
                <c:pt idx="374">
                  <c:v>5.5830000000000002</c:v>
                </c:pt>
                <c:pt idx="375">
                  <c:v>5.5739999999999998</c:v>
                </c:pt>
                <c:pt idx="376">
                  <c:v>5.601</c:v>
                </c:pt>
                <c:pt idx="377">
                  <c:v>5.5129999999999999</c:v>
                </c:pt>
                <c:pt idx="378">
                  <c:v>5.5910000000000002</c:v>
                </c:pt>
                <c:pt idx="379">
                  <c:v>5.5339999999999998</c:v>
                </c:pt>
                <c:pt idx="380">
                  <c:v>5.6099999999999994</c:v>
                </c:pt>
                <c:pt idx="381">
                  <c:v>5.5190000000000001</c:v>
                </c:pt>
                <c:pt idx="382">
                  <c:v>5.6059999999999999</c:v>
                </c:pt>
                <c:pt idx="383">
                  <c:v>5.6080000000000005</c:v>
                </c:pt>
                <c:pt idx="384">
                  <c:v>5.5739999999999998</c:v>
                </c:pt>
                <c:pt idx="385">
                  <c:v>5.5419999999999998</c:v>
                </c:pt>
                <c:pt idx="386">
                  <c:v>5.5069999999999997</c:v>
                </c:pt>
                <c:pt idx="387">
                  <c:v>5.5510000000000002</c:v>
                </c:pt>
                <c:pt idx="388">
                  <c:v>5.5369999999999999</c:v>
                </c:pt>
                <c:pt idx="389">
                  <c:v>5.53</c:v>
                </c:pt>
                <c:pt idx="390">
                  <c:v>5.548</c:v>
                </c:pt>
                <c:pt idx="391">
                  <c:v>5.5190000000000001</c:v>
                </c:pt>
                <c:pt idx="392">
                  <c:v>5.5470000000000006</c:v>
                </c:pt>
                <c:pt idx="393">
                  <c:v>5.5149999999999997</c:v>
                </c:pt>
                <c:pt idx="394">
                  <c:v>5.4319999999999995</c:v>
                </c:pt>
                <c:pt idx="395">
                  <c:v>5.3870000000000005</c:v>
                </c:pt>
                <c:pt idx="396">
                  <c:v>5.4030000000000005</c:v>
                </c:pt>
                <c:pt idx="397">
                  <c:v>5.38</c:v>
                </c:pt>
                <c:pt idx="398">
                  <c:v>5.3570000000000002</c:v>
                </c:pt>
                <c:pt idx="399">
                  <c:v>5.351</c:v>
                </c:pt>
                <c:pt idx="400">
                  <c:v>5.3519999999999994</c:v>
                </c:pt>
                <c:pt idx="401">
                  <c:v>5.375</c:v>
                </c:pt>
                <c:pt idx="402">
                  <c:v>5.3789999999999996</c:v>
                </c:pt>
                <c:pt idx="403">
                  <c:v>5.3470000000000004</c:v>
                </c:pt>
                <c:pt idx="404">
                  <c:v>5.3460000000000001</c:v>
                </c:pt>
                <c:pt idx="405">
                  <c:v>5.3440000000000003</c:v>
                </c:pt>
                <c:pt idx="406">
                  <c:v>5.3729999999999993</c:v>
                </c:pt>
                <c:pt idx="407">
                  <c:v>5.351</c:v>
                </c:pt>
                <c:pt idx="408">
                  <c:v>5.4529999999999994</c:v>
                </c:pt>
                <c:pt idx="409">
                  <c:v>5.3580000000000005</c:v>
                </c:pt>
                <c:pt idx="410">
                  <c:v>5.2690000000000001</c:v>
                </c:pt>
                <c:pt idx="411">
                  <c:v>5.1470000000000002</c:v>
                </c:pt>
                <c:pt idx="412">
                  <c:v>5.077</c:v>
                </c:pt>
                <c:pt idx="413">
                  <c:v>5.07</c:v>
                </c:pt>
                <c:pt idx="414">
                  <c:v>5.1180000000000003</c:v>
                </c:pt>
                <c:pt idx="415">
                  <c:v>5.0780000000000003</c:v>
                </c:pt>
                <c:pt idx="416">
                  <c:v>5.0520000000000005</c:v>
                </c:pt>
                <c:pt idx="417">
                  <c:v>5.0739999999999998</c:v>
                </c:pt>
                <c:pt idx="418">
                  <c:v>5.0620000000000003</c:v>
                </c:pt>
                <c:pt idx="419">
                  <c:v>5.0590000000000002</c:v>
                </c:pt>
                <c:pt idx="420">
                  <c:v>5.0870000000000006</c:v>
                </c:pt>
                <c:pt idx="421">
                  <c:v>5.1079999999999997</c:v>
                </c:pt>
                <c:pt idx="422">
                  <c:v>5.0860000000000003</c:v>
                </c:pt>
                <c:pt idx="423">
                  <c:v>5.0999999999999996</c:v>
                </c:pt>
                <c:pt idx="424">
                  <c:v>5.0810000000000004</c:v>
                </c:pt>
                <c:pt idx="425">
                  <c:v>5.0380000000000003</c:v>
                </c:pt>
                <c:pt idx="426">
                  <c:v>5.0249999999999995</c:v>
                </c:pt>
                <c:pt idx="427">
                  <c:v>5.0780000000000003</c:v>
                </c:pt>
                <c:pt idx="428">
                  <c:v>5.09</c:v>
                </c:pt>
                <c:pt idx="429">
                  <c:v>5.0030000000000001</c:v>
                </c:pt>
                <c:pt idx="430">
                  <c:v>5.048</c:v>
                </c:pt>
                <c:pt idx="431">
                  <c:v>5.0039999999999996</c:v>
                </c:pt>
                <c:pt idx="432">
                  <c:v>4.9160000000000004</c:v>
                </c:pt>
                <c:pt idx="433">
                  <c:v>4.5960000000000001</c:v>
                </c:pt>
                <c:pt idx="434">
                  <c:v>4.5069999999999997</c:v>
                </c:pt>
                <c:pt idx="435">
                  <c:v>4.3000000000000007</c:v>
                </c:pt>
                <c:pt idx="436">
                  <c:v>4.2240000000000002</c:v>
                </c:pt>
                <c:pt idx="437">
                  <c:v>4.1289999999999996</c:v>
                </c:pt>
                <c:pt idx="438">
                  <c:v>4.0880000000000001</c:v>
                </c:pt>
                <c:pt idx="439">
                  <c:v>3.9740000000000002</c:v>
                </c:pt>
                <c:pt idx="440">
                  <c:v>3.9970000000000003</c:v>
                </c:pt>
                <c:pt idx="441">
                  <c:v>3.9179999999999997</c:v>
                </c:pt>
                <c:pt idx="442">
                  <c:v>3.8690000000000002</c:v>
                </c:pt>
                <c:pt idx="443">
                  <c:v>4.0030000000000001</c:v>
                </c:pt>
                <c:pt idx="444">
                  <c:v>4.0170000000000003</c:v>
                </c:pt>
                <c:pt idx="445">
                  <c:v>3.8730000000000002</c:v>
                </c:pt>
                <c:pt idx="446">
                  <c:v>3.7619999999999996</c:v>
                </c:pt>
                <c:pt idx="447">
                  <c:v>3.8409999999999997</c:v>
                </c:pt>
                <c:pt idx="448">
                  <c:v>3.8260000000000001</c:v>
                </c:pt>
                <c:pt idx="449">
                  <c:v>3.8109999999999995</c:v>
                </c:pt>
                <c:pt idx="450">
                  <c:v>4.07</c:v>
                </c:pt>
                <c:pt idx="451">
                  <c:v>4</c:v>
                </c:pt>
                <c:pt idx="452">
                  <c:v>3.9670000000000001</c:v>
                </c:pt>
                <c:pt idx="453">
                  <c:v>3.9430000000000001</c:v>
                </c:pt>
                <c:pt idx="454">
                  <c:v>3.8639999999999999</c:v>
                </c:pt>
                <c:pt idx="455">
                  <c:v>3.9380000000000002</c:v>
                </c:pt>
                <c:pt idx="456">
                  <c:v>3.9039999999999995</c:v>
                </c:pt>
                <c:pt idx="457">
                  <c:v>3.9699999999999998</c:v>
                </c:pt>
                <c:pt idx="458">
                  <c:v>3.9100000000000006</c:v>
                </c:pt>
                <c:pt idx="459">
                  <c:v>3.91</c:v>
                </c:pt>
                <c:pt idx="460">
                  <c:v>3.968</c:v>
                </c:pt>
                <c:pt idx="461">
                  <c:v>3.9939999999999998</c:v>
                </c:pt>
                <c:pt idx="462">
                  <c:v>4.0169999999999995</c:v>
                </c:pt>
                <c:pt idx="463">
                  <c:v>4.0710000000000006</c:v>
                </c:pt>
                <c:pt idx="464">
                  <c:v>4.0329999999999995</c:v>
                </c:pt>
                <c:pt idx="465">
                  <c:v>4.0619999999999994</c:v>
                </c:pt>
                <c:pt idx="466">
                  <c:v>3.99</c:v>
                </c:pt>
                <c:pt idx="467">
                  <c:v>3.9000000000000004</c:v>
                </c:pt>
                <c:pt idx="468">
                  <c:v>4.0149999999999997</c:v>
                </c:pt>
                <c:pt idx="469">
                  <c:v>3.9649999999999999</c:v>
                </c:pt>
                <c:pt idx="470">
                  <c:v>4.0140000000000002</c:v>
                </c:pt>
                <c:pt idx="471">
                  <c:v>4.0179999999999998</c:v>
                </c:pt>
                <c:pt idx="472">
                  <c:v>4.0110000000000001</c:v>
                </c:pt>
                <c:pt idx="473">
                  <c:v>4.0120000000000005</c:v>
                </c:pt>
                <c:pt idx="474">
                  <c:v>4.0169999999999995</c:v>
                </c:pt>
                <c:pt idx="475">
                  <c:v>4.0889999999999995</c:v>
                </c:pt>
                <c:pt idx="476">
                  <c:v>4.032</c:v>
                </c:pt>
                <c:pt idx="477">
                  <c:v>4.0039999999999996</c:v>
                </c:pt>
                <c:pt idx="478">
                  <c:v>3.9819999999999998</c:v>
                </c:pt>
                <c:pt idx="479">
                  <c:v>4.0409999999999995</c:v>
                </c:pt>
                <c:pt idx="480">
                  <c:v>3.9670000000000001</c:v>
                </c:pt>
                <c:pt idx="481">
                  <c:v>3.8930000000000002</c:v>
                </c:pt>
                <c:pt idx="482">
                  <c:v>3.9079999999999995</c:v>
                </c:pt>
                <c:pt idx="483">
                  <c:v>3.915</c:v>
                </c:pt>
                <c:pt idx="484">
                  <c:v>3.9569999999999999</c:v>
                </c:pt>
                <c:pt idx="485">
                  <c:v>3.9460000000000002</c:v>
                </c:pt>
                <c:pt idx="486">
                  <c:v>3.9200000000000004</c:v>
                </c:pt>
                <c:pt idx="487">
                  <c:v>3.9180000000000001</c:v>
                </c:pt>
                <c:pt idx="488">
                  <c:v>3.992</c:v>
                </c:pt>
                <c:pt idx="489">
                  <c:v>4.0310000000000006</c:v>
                </c:pt>
                <c:pt idx="490">
                  <c:v>4.407</c:v>
                </c:pt>
                <c:pt idx="491">
                  <c:v>4.4550000000000001</c:v>
                </c:pt>
                <c:pt idx="492">
                  <c:v>4.3949999999999996</c:v>
                </c:pt>
                <c:pt idx="493">
                  <c:v>4.3979999999999997</c:v>
                </c:pt>
                <c:pt idx="494">
                  <c:v>4.4049999999999994</c:v>
                </c:pt>
                <c:pt idx="495">
                  <c:v>4.3520000000000003</c:v>
                </c:pt>
                <c:pt idx="496">
                  <c:v>4.3919999999999995</c:v>
                </c:pt>
                <c:pt idx="497">
                  <c:v>4.4290000000000003</c:v>
                </c:pt>
                <c:pt idx="498">
                  <c:v>4.5149999999999997</c:v>
                </c:pt>
                <c:pt idx="499">
                  <c:v>4.5350000000000001</c:v>
                </c:pt>
                <c:pt idx="500">
                  <c:v>4.5199999999999996</c:v>
                </c:pt>
                <c:pt idx="501">
                  <c:v>4.51</c:v>
                </c:pt>
                <c:pt idx="502">
                  <c:v>4.468</c:v>
                </c:pt>
                <c:pt idx="503">
                  <c:v>4.3410000000000002</c:v>
                </c:pt>
                <c:pt idx="504">
                  <c:v>4.2809999999999997</c:v>
                </c:pt>
                <c:pt idx="505">
                  <c:v>4.3769999999999998</c:v>
                </c:pt>
                <c:pt idx="506">
                  <c:v>4.3119999999999994</c:v>
                </c:pt>
                <c:pt idx="507">
                  <c:v>4.2940000000000005</c:v>
                </c:pt>
                <c:pt idx="508">
                  <c:v>4.2539999999999996</c:v>
                </c:pt>
                <c:pt idx="509">
                  <c:v>4.3239999999999998</c:v>
                </c:pt>
                <c:pt idx="510">
                  <c:v>4.3000000000000007</c:v>
                </c:pt>
                <c:pt idx="511">
                  <c:v>4.3159999999999998</c:v>
                </c:pt>
                <c:pt idx="512">
                  <c:v>4.3119999999999994</c:v>
                </c:pt>
                <c:pt idx="513">
                  <c:v>4.3600000000000003</c:v>
                </c:pt>
                <c:pt idx="514">
                  <c:v>4.4249999999999989</c:v>
                </c:pt>
                <c:pt idx="515">
                  <c:v>4.4559999999999995</c:v>
                </c:pt>
                <c:pt idx="516">
                  <c:v>4.4109999999999996</c:v>
                </c:pt>
                <c:pt idx="517">
                  <c:v>4.42</c:v>
                </c:pt>
                <c:pt idx="518">
                  <c:v>4.4280000000000008</c:v>
                </c:pt>
                <c:pt idx="519">
                  <c:v>4.3280000000000003</c:v>
                </c:pt>
                <c:pt idx="520">
                  <c:v>4.359</c:v>
                </c:pt>
                <c:pt idx="521">
                  <c:v>4.2670000000000003</c:v>
                </c:pt>
                <c:pt idx="522">
                  <c:v>4.2580000000000009</c:v>
                </c:pt>
                <c:pt idx="523">
                  <c:v>4.298</c:v>
                </c:pt>
                <c:pt idx="524">
                  <c:v>4.3109999999999999</c:v>
                </c:pt>
                <c:pt idx="525">
                  <c:v>4.4279999999999999</c:v>
                </c:pt>
                <c:pt idx="526">
                  <c:v>4.4390000000000001</c:v>
                </c:pt>
                <c:pt idx="527">
                  <c:v>4.4950000000000001</c:v>
                </c:pt>
                <c:pt idx="528">
                  <c:v>4.4909999999999997</c:v>
                </c:pt>
                <c:pt idx="529">
                  <c:v>4.4990000000000006</c:v>
                </c:pt>
                <c:pt idx="530">
                  <c:v>4.5809999999999995</c:v>
                </c:pt>
                <c:pt idx="531">
                  <c:v>4.5870000000000006</c:v>
                </c:pt>
                <c:pt idx="532">
                  <c:v>4.6829999999999998</c:v>
                </c:pt>
                <c:pt idx="533">
                  <c:v>4.6429999999999998</c:v>
                </c:pt>
                <c:pt idx="534">
                  <c:v>4.6379999999999999</c:v>
                </c:pt>
                <c:pt idx="535">
                  <c:v>4.6779999999999999</c:v>
                </c:pt>
                <c:pt idx="536">
                  <c:v>4.6630000000000003</c:v>
                </c:pt>
                <c:pt idx="537">
                  <c:v>4.5839999999999996</c:v>
                </c:pt>
                <c:pt idx="538">
                  <c:v>4.6370000000000005</c:v>
                </c:pt>
                <c:pt idx="539">
                  <c:v>4.6429999999999998</c:v>
                </c:pt>
                <c:pt idx="540">
                  <c:v>4.6710000000000003</c:v>
                </c:pt>
                <c:pt idx="541">
                  <c:v>4.702</c:v>
                </c:pt>
                <c:pt idx="542">
                  <c:v>4.625</c:v>
                </c:pt>
                <c:pt idx="543">
                  <c:v>4.6099999999999994</c:v>
                </c:pt>
                <c:pt idx="544">
                  <c:v>4.5820000000000007</c:v>
                </c:pt>
                <c:pt idx="545">
                  <c:v>4.5380000000000003</c:v>
                </c:pt>
                <c:pt idx="546">
                  <c:v>4.5200000000000005</c:v>
                </c:pt>
                <c:pt idx="547">
                  <c:v>4.5510000000000002</c:v>
                </c:pt>
                <c:pt idx="548">
                  <c:v>4.5750000000000002</c:v>
                </c:pt>
                <c:pt idx="549">
                  <c:v>4.4660000000000002</c:v>
                </c:pt>
                <c:pt idx="550">
                  <c:v>4.5110000000000001</c:v>
                </c:pt>
                <c:pt idx="551">
                  <c:v>4.6229999999999993</c:v>
                </c:pt>
                <c:pt idx="552">
                  <c:v>4.6110000000000007</c:v>
                </c:pt>
                <c:pt idx="553">
                  <c:v>4.6240000000000006</c:v>
                </c:pt>
                <c:pt idx="554">
                  <c:v>4.5170000000000003</c:v>
                </c:pt>
                <c:pt idx="555">
                  <c:v>4.4989999999999997</c:v>
                </c:pt>
                <c:pt idx="556">
                  <c:v>4.5369999999999999</c:v>
                </c:pt>
                <c:pt idx="557">
                  <c:v>4.5410000000000004</c:v>
                </c:pt>
                <c:pt idx="558">
                  <c:v>4.5369999999999999</c:v>
                </c:pt>
                <c:pt idx="559">
                  <c:v>4.4509999999999996</c:v>
                </c:pt>
                <c:pt idx="560">
                  <c:v>4.4509999999999996</c:v>
                </c:pt>
                <c:pt idx="561">
                  <c:v>4.4130000000000003</c:v>
                </c:pt>
                <c:pt idx="562">
                  <c:v>4.4740000000000002</c:v>
                </c:pt>
                <c:pt idx="563">
                  <c:v>4.4659999999999993</c:v>
                </c:pt>
                <c:pt idx="564">
                  <c:v>4.4949999999999992</c:v>
                </c:pt>
                <c:pt idx="565">
                  <c:v>4.3819999999999997</c:v>
                </c:pt>
                <c:pt idx="566">
                  <c:v>4.3420000000000005</c:v>
                </c:pt>
                <c:pt idx="567">
                  <c:v>4.2910000000000004</c:v>
                </c:pt>
                <c:pt idx="568">
                  <c:v>4.3049999999999997</c:v>
                </c:pt>
                <c:pt idx="569">
                  <c:v>4.282</c:v>
                </c:pt>
                <c:pt idx="570">
                  <c:v>4.3170000000000002</c:v>
                </c:pt>
                <c:pt idx="571">
                  <c:v>4.319</c:v>
                </c:pt>
                <c:pt idx="572">
                  <c:v>4.33</c:v>
                </c:pt>
                <c:pt idx="573">
                  <c:v>4.2750000000000004</c:v>
                </c:pt>
                <c:pt idx="574">
                  <c:v>4.2850000000000001</c:v>
                </c:pt>
                <c:pt idx="575">
                  <c:v>4.2699999999999996</c:v>
                </c:pt>
                <c:pt idx="576">
                  <c:v>4.3030000000000008</c:v>
                </c:pt>
                <c:pt idx="577">
                  <c:v>4.3089999999999993</c:v>
                </c:pt>
                <c:pt idx="578">
                  <c:v>4.2530000000000001</c:v>
                </c:pt>
                <c:pt idx="579">
                  <c:v>4.2769999999999992</c:v>
                </c:pt>
                <c:pt idx="580">
                  <c:v>4.2370000000000001</c:v>
                </c:pt>
                <c:pt idx="581">
                  <c:v>4.2010000000000005</c:v>
                </c:pt>
                <c:pt idx="582">
                  <c:v>4.202</c:v>
                </c:pt>
                <c:pt idx="583">
                  <c:v>4.22</c:v>
                </c:pt>
                <c:pt idx="584">
                  <c:v>4.1659999999999995</c:v>
                </c:pt>
                <c:pt idx="585">
                  <c:v>4.1389999999999993</c:v>
                </c:pt>
                <c:pt idx="586">
                  <c:v>4.0880000000000001</c:v>
                </c:pt>
                <c:pt idx="587">
                  <c:v>4.1139999999999999</c:v>
                </c:pt>
                <c:pt idx="588">
                  <c:v>4.1289999999999996</c:v>
                </c:pt>
                <c:pt idx="589">
                  <c:v>4.1059999999999999</c:v>
                </c:pt>
                <c:pt idx="590">
                  <c:v>4.133</c:v>
                </c:pt>
                <c:pt idx="591">
                  <c:v>4.1460000000000008</c:v>
                </c:pt>
                <c:pt idx="592">
                  <c:v>4.1850000000000005</c:v>
                </c:pt>
                <c:pt idx="593">
                  <c:v>4.1790000000000003</c:v>
                </c:pt>
                <c:pt idx="594">
                  <c:v>4.1829999999999998</c:v>
                </c:pt>
                <c:pt idx="595">
                  <c:v>4.1959999999999997</c:v>
                </c:pt>
                <c:pt idx="596">
                  <c:v>4.1539999999999999</c:v>
                </c:pt>
                <c:pt idx="597">
                  <c:v>4.101</c:v>
                </c:pt>
                <c:pt idx="598">
                  <c:v>4.1559999999999997</c:v>
                </c:pt>
                <c:pt idx="599">
                  <c:v>4.120000000000001</c:v>
                </c:pt>
                <c:pt idx="600">
                  <c:v>4.1619999999999999</c:v>
                </c:pt>
                <c:pt idx="601">
                  <c:v>4.165</c:v>
                </c:pt>
                <c:pt idx="602">
                  <c:v>4.1800000000000006</c:v>
                </c:pt>
                <c:pt idx="603">
                  <c:v>4.1899999999999995</c:v>
                </c:pt>
                <c:pt idx="604">
                  <c:v>4.1890000000000001</c:v>
                </c:pt>
                <c:pt idx="605">
                  <c:v>4.1679999999999993</c:v>
                </c:pt>
                <c:pt idx="606">
                  <c:v>4.1970000000000001</c:v>
                </c:pt>
                <c:pt idx="607">
                  <c:v>4.1669999999999998</c:v>
                </c:pt>
                <c:pt idx="608">
                  <c:v>4.2249999999999996</c:v>
                </c:pt>
                <c:pt idx="609">
                  <c:v>4.2939999999999996</c:v>
                </c:pt>
                <c:pt idx="610">
                  <c:v>4.3119999999999994</c:v>
                </c:pt>
                <c:pt idx="611">
                  <c:v>4.2999999999999989</c:v>
                </c:pt>
                <c:pt idx="612">
                  <c:v>4.3030000000000008</c:v>
                </c:pt>
                <c:pt idx="613">
                  <c:v>4.3190000000000008</c:v>
                </c:pt>
                <c:pt idx="614">
                  <c:v>4.33</c:v>
                </c:pt>
                <c:pt idx="615">
                  <c:v>4.3149999999999995</c:v>
                </c:pt>
                <c:pt idx="616">
                  <c:v>4.3650000000000002</c:v>
                </c:pt>
                <c:pt idx="617">
                  <c:v>4.3480000000000008</c:v>
                </c:pt>
                <c:pt idx="618">
                  <c:v>4.4079999999999995</c:v>
                </c:pt>
                <c:pt idx="619">
                  <c:v>4.4030000000000005</c:v>
                </c:pt>
                <c:pt idx="620">
                  <c:v>4.3859999999999992</c:v>
                </c:pt>
                <c:pt idx="621">
                  <c:v>4.4050000000000002</c:v>
                </c:pt>
                <c:pt idx="622">
                  <c:v>4.3229999999999995</c:v>
                </c:pt>
                <c:pt idx="623">
                  <c:v>4.4269999999999996</c:v>
                </c:pt>
                <c:pt idx="624">
                  <c:v>4.407</c:v>
                </c:pt>
                <c:pt idx="625">
                  <c:v>4.4649999999999999</c:v>
                </c:pt>
                <c:pt idx="626">
                  <c:v>4.4830000000000005</c:v>
                </c:pt>
                <c:pt idx="627">
                  <c:v>4.4220000000000006</c:v>
                </c:pt>
                <c:pt idx="628">
                  <c:v>4.3870000000000005</c:v>
                </c:pt>
                <c:pt idx="629">
                  <c:v>4.3860000000000001</c:v>
                </c:pt>
                <c:pt idx="630">
                  <c:v>4.3899999999999997</c:v>
                </c:pt>
                <c:pt idx="631">
                  <c:v>4.3979999999999997</c:v>
                </c:pt>
                <c:pt idx="632">
                  <c:v>4.3800000000000008</c:v>
                </c:pt>
                <c:pt idx="633">
                  <c:v>4.351</c:v>
                </c:pt>
                <c:pt idx="634">
                  <c:v>4.2970000000000006</c:v>
                </c:pt>
                <c:pt idx="635">
                  <c:v>4.4039999999999999</c:v>
                </c:pt>
                <c:pt idx="636">
                  <c:v>4.4030000000000005</c:v>
                </c:pt>
                <c:pt idx="637">
                  <c:v>4.3979999999999997</c:v>
                </c:pt>
                <c:pt idx="638">
                  <c:v>4.4289999999999994</c:v>
                </c:pt>
                <c:pt idx="639">
                  <c:v>4.3559999999999999</c:v>
                </c:pt>
                <c:pt idx="640">
                  <c:v>4.3309999999999995</c:v>
                </c:pt>
                <c:pt idx="641">
                  <c:v>4.3330000000000002</c:v>
                </c:pt>
                <c:pt idx="642">
                  <c:v>4.3179999999999996</c:v>
                </c:pt>
                <c:pt idx="643">
                  <c:v>4.3730000000000002</c:v>
                </c:pt>
                <c:pt idx="644">
                  <c:v>4.3789999999999996</c:v>
                </c:pt>
                <c:pt idx="645">
                  <c:v>4.3869999999999996</c:v>
                </c:pt>
                <c:pt idx="646">
                  <c:v>4.391</c:v>
                </c:pt>
                <c:pt idx="647">
                  <c:v>4.3900000000000006</c:v>
                </c:pt>
                <c:pt idx="648">
                  <c:v>4.423</c:v>
                </c:pt>
                <c:pt idx="649">
                  <c:v>4.4540000000000006</c:v>
                </c:pt>
                <c:pt idx="650">
                  <c:v>4.4340000000000002</c:v>
                </c:pt>
                <c:pt idx="651">
                  <c:v>4.4630000000000001</c:v>
                </c:pt>
                <c:pt idx="652">
                  <c:v>4.42</c:v>
                </c:pt>
                <c:pt idx="653">
                  <c:v>4.4190000000000005</c:v>
                </c:pt>
                <c:pt idx="654">
                  <c:v>4.3620000000000001</c:v>
                </c:pt>
                <c:pt idx="655">
                  <c:v>4.3740000000000006</c:v>
                </c:pt>
                <c:pt idx="656">
                  <c:v>4.3380000000000001</c:v>
                </c:pt>
                <c:pt idx="657">
                  <c:v>4.3870000000000005</c:v>
                </c:pt>
                <c:pt idx="658">
                  <c:v>4.5119999999999996</c:v>
                </c:pt>
                <c:pt idx="659">
                  <c:v>4.4820000000000002</c:v>
                </c:pt>
                <c:pt idx="660">
                  <c:v>4.5220000000000002</c:v>
                </c:pt>
                <c:pt idx="661">
                  <c:v>4.51</c:v>
                </c:pt>
                <c:pt idx="662">
                  <c:v>4.5179999999999998</c:v>
                </c:pt>
                <c:pt idx="663">
                  <c:v>4.5739999999999998</c:v>
                </c:pt>
                <c:pt idx="664">
                  <c:v>4.6080000000000005</c:v>
                </c:pt>
                <c:pt idx="665">
                  <c:v>4.6189999999999998</c:v>
                </c:pt>
                <c:pt idx="666">
                  <c:v>4.601</c:v>
                </c:pt>
                <c:pt idx="667">
                  <c:v>4.5560000000000009</c:v>
                </c:pt>
                <c:pt idx="668">
                  <c:v>4.572000000000001</c:v>
                </c:pt>
                <c:pt idx="669">
                  <c:v>4.67</c:v>
                </c:pt>
                <c:pt idx="670">
                  <c:v>4.6859999999999999</c:v>
                </c:pt>
                <c:pt idx="671">
                  <c:v>4.6920000000000002</c:v>
                </c:pt>
                <c:pt idx="672">
                  <c:v>4.6989999999999998</c:v>
                </c:pt>
                <c:pt idx="673">
                  <c:v>4.5190000000000001</c:v>
                </c:pt>
                <c:pt idx="674">
                  <c:v>4.5359999999999996</c:v>
                </c:pt>
                <c:pt idx="675">
                  <c:v>4.6389999999999993</c:v>
                </c:pt>
                <c:pt idx="676">
                  <c:v>4.6619999999999999</c:v>
                </c:pt>
                <c:pt idx="677">
                  <c:v>4.7360000000000007</c:v>
                </c:pt>
                <c:pt idx="678">
                  <c:v>4.6900000000000004</c:v>
                </c:pt>
                <c:pt idx="679">
                  <c:v>4.6550000000000002</c:v>
                </c:pt>
                <c:pt idx="680">
                  <c:v>4.6379999999999999</c:v>
                </c:pt>
                <c:pt idx="681">
                  <c:v>4.7130000000000001</c:v>
                </c:pt>
                <c:pt idx="682">
                  <c:v>4.6989999999999998</c:v>
                </c:pt>
                <c:pt idx="683">
                  <c:v>4.7009999999999996</c:v>
                </c:pt>
                <c:pt idx="684">
                  <c:v>4.6840000000000002</c:v>
                </c:pt>
                <c:pt idx="685">
                  <c:v>4.7090000000000005</c:v>
                </c:pt>
                <c:pt idx="686">
                  <c:v>4.782</c:v>
                </c:pt>
                <c:pt idx="687">
                  <c:v>4.7910000000000004</c:v>
                </c:pt>
                <c:pt idx="688">
                  <c:v>4.8130000000000006</c:v>
                </c:pt>
                <c:pt idx="689">
                  <c:v>4.7799999999999994</c:v>
                </c:pt>
                <c:pt idx="690">
                  <c:v>4.7840000000000007</c:v>
                </c:pt>
                <c:pt idx="691">
                  <c:v>4.7910000000000004</c:v>
                </c:pt>
                <c:pt idx="692">
                  <c:v>4.718</c:v>
                </c:pt>
                <c:pt idx="693">
                  <c:v>4.7290000000000001</c:v>
                </c:pt>
                <c:pt idx="694">
                  <c:v>4.734</c:v>
                </c:pt>
                <c:pt idx="695">
                  <c:v>4.7910000000000004</c:v>
                </c:pt>
                <c:pt idx="696">
                  <c:v>4.8049999999999997</c:v>
                </c:pt>
                <c:pt idx="697">
                  <c:v>4.7990000000000004</c:v>
                </c:pt>
                <c:pt idx="698">
                  <c:v>4.9659999999999993</c:v>
                </c:pt>
                <c:pt idx="699">
                  <c:v>4.9260000000000002</c:v>
                </c:pt>
                <c:pt idx="700">
                  <c:v>4.9240000000000004</c:v>
                </c:pt>
                <c:pt idx="701">
                  <c:v>4.8819999999999997</c:v>
                </c:pt>
                <c:pt idx="702">
                  <c:v>4.8710000000000004</c:v>
                </c:pt>
                <c:pt idx="703">
                  <c:v>4.8179999999999996</c:v>
                </c:pt>
                <c:pt idx="704">
                  <c:v>4.8540000000000001</c:v>
                </c:pt>
                <c:pt idx="705">
                  <c:v>4.8170000000000002</c:v>
                </c:pt>
                <c:pt idx="706">
                  <c:v>4.891</c:v>
                </c:pt>
                <c:pt idx="707">
                  <c:v>4.8959999999999999</c:v>
                </c:pt>
                <c:pt idx="708">
                  <c:v>4.9050000000000002</c:v>
                </c:pt>
                <c:pt idx="709">
                  <c:v>5.0119999999999996</c:v>
                </c:pt>
                <c:pt idx="710">
                  <c:v>4.8450000000000006</c:v>
                </c:pt>
                <c:pt idx="711">
                  <c:v>4.851</c:v>
                </c:pt>
                <c:pt idx="712">
                  <c:v>4.8390000000000004</c:v>
                </c:pt>
                <c:pt idx="713">
                  <c:v>4.8019999999999996</c:v>
                </c:pt>
                <c:pt idx="714">
                  <c:v>4.7830000000000004</c:v>
                </c:pt>
                <c:pt idx="715">
                  <c:v>4.6259999999999994</c:v>
                </c:pt>
                <c:pt idx="716">
                  <c:v>4.6770000000000005</c:v>
                </c:pt>
                <c:pt idx="717">
                  <c:v>4.7409999999999997</c:v>
                </c:pt>
                <c:pt idx="718">
                  <c:v>4.7040000000000006</c:v>
                </c:pt>
                <c:pt idx="719">
                  <c:v>4.7099999999999991</c:v>
                </c:pt>
                <c:pt idx="720">
                  <c:v>4.8250000000000011</c:v>
                </c:pt>
                <c:pt idx="721">
                  <c:v>4.7220000000000004</c:v>
                </c:pt>
                <c:pt idx="722">
                  <c:v>4.8350000000000009</c:v>
                </c:pt>
                <c:pt idx="723">
                  <c:v>4.7779999999999996</c:v>
                </c:pt>
                <c:pt idx="724">
                  <c:v>4.6909999999999998</c:v>
                </c:pt>
                <c:pt idx="725">
                  <c:v>4.6159999999999997</c:v>
                </c:pt>
                <c:pt idx="726">
                  <c:v>4.66</c:v>
                </c:pt>
                <c:pt idx="727">
                  <c:v>4.636000000000001</c:v>
                </c:pt>
                <c:pt idx="728">
                  <c:v>4.5809999999999995</c:v>
                </c:pt>
                <c:pt idx="729">
                  <c:v>4.6679999999999993</c:v>
                </c:pt>
                <c:pt idx="730">
                  <c:v>4.7069999999999999</c:v>
                </c:pt>
                <c:pt idx="731">
                  <c:v>4.7880000000000003</c:v>
                </c:pt>
                <c:pt idx="732">
                  <c:v>4.7699999999999996</c:v>
                </c:pt>
                <c:pt idx="733">
                  <c:v>4.8260000000000005</c:v>
                </c:pt>
                <c:pt idx="734">
                  <c:v>4.7869999999999999</c:v>
                </c:pt>
                <c:pt idx="735">
                  <c:v>4.8279999999999994</c:v>
                </c:pt>
                <c:pt idx="736">
                  <c:v>4.766</c:v>
                </c:pt>
                <c:pt idx="737">
                  <c:v>4.8559999999999999</c:v>
                </c:pt>
                <c:pt idx="738">
                  <c:v>4.9280000000000008</c:v>
                </c:pt>
                <c:pt idx="739">
                  <c:v>4.8959999999999999</c:v>
                </c:pt>
                <c:pt idx="740">
                  <c:v>4.8950000000000005</c:v>
                </c:pt>
                <c:pt idx="741">
                  <c:v>4.7880000000000003</c:v>
                </c:pt>
                <c:pt idx="742">
                  <c:v>4.8019999999999996</c:v>
                </c:pt>
                <c:pt idx="743">
                  <c:v>4.7710000000000008</c:v>
                </c:pt>
                <c:pt idx="744">
                  <c:v>4.7589999999999995</c:v>
                </c:pt>
                <c:pt idx="745">
                  <c:v>4.8129999999999997</c:v>
                </c:pt>
                <c:pt idx="746">
                  <c:v>4.875</c:v>
                </c:pt>
                <c:pt idx="747">
                  <c:v>4.8130000000000006</c:v>
                </c:pt>
                <c:pt idx="748">
                  <c:v>4.7070000000000007</c:v>
                </c:pt>
                <c:pt idx="749">
                  <c:v>4.7579999999999991</c:v>
                </c:pt>
                <c:pt idx="750">
                  <c:v>4.7249999999999996</c:v>
                </c:pt>
                <c:pt idx="751">
                  <c:v>4.6910000000000007</c:v>
                </c:pt>
                <c:pt idx="752">
                  <c:v>4.7299999999999995</c:v>
                </c:pt>
                <c:pt idx="753">
                  <c:v>4.7370000000000001</c:v>
                </c:pt>
                <c:pt idx="754">
                  <c:v>4.7729999999999997</c:v>
                </c:pt>
                <c:pt idx="755">
                  <c:v>4.5530000000000008</c:v>
                </c:pt>
                <c:pt idx="756">
                  <c:v>4.6280000000000001</c:v>
                </c:pt>
                <c:pt idx="757">
                  <c:v>4.5419999999999998</c:v>
                </c:pt>
                <c:pt idx="758">
                  <c:v>4.5039999999999996</c:v>
                </c:pt>
                <c:pt idx="759">
                  <c:v>4.2969999999999997</c:v>
                </c:pt>
                <c:pt idx="760">
                  <c:v>4.4049999999999994</c:v>
                </c:pt>
                <c:pt idx="761">
                  <c:v>4.4459999999999997</c:v>
                </c:pt>
                <c:pt idx="762">
                  <c:v>4.5789999999999997</c:v>
                </c:pt>
                <c:pt idx="763">
                  <c:v>4.7459999999999996</c:v>
                </c:pt>
                <c:pt idx="764">
                  <c:v>4.6379999999999999</c:v>
                </c:pt>
                <c:pt idx="765">
                  <c:v>4.6110000000000007</c:v>
                </c:pt>
                <c:pt idx="766">
                  <c:v>4.6559999999999997</c:v>
                </c:pt>
                <c:pt idx="767">
                  <c:v>4.6690000000000005</c:v>
                </c:pt>
                <c:pt idx="768">
                  <c:v>4.6659999999999995</c:v>
                </c:pt>
                <c:pt idx="769">
                  <c:v>4.7110000000000003</c:v>
                </c:pt>
                <c:pt idx="770">
                  <c:v>4.758</c:v>
                </c:pt>
                <c:pt idx="771">
                  <c:v>4.76</c:v>
                </c:pt>
                <c:pt idx="772">
                  <c:v>4.6829999999999998</c:v>
                </c:pt>
                <c:pt idx="773">
                  <c:v>4.7080000000000002</c:v>
                </c:pt>
                <c:pt idx="774">
                  <c:v>4.7549999999999999</c:v>
                </c:pt>
                <c:pt idx="775">
                  <c:v>4.8070000000000004</c:v>
                </c:pt>
                <c:pt idx="776">
                  <c:v>4.7629999999999999</c:v>
                </c:pt>
                <c:pt idx="777">
                  <c:v>4.7940000000000005</c:v>
                </c:pt>
                <c:pt idx="778">
                  <c:v>4.7779999999999996</c:v>
                </c:pt>
                <c:pt idx="779">
                  <c:v>4.6719999999999997</c:v>
                </c:pt>
                <c:pt idx="780">
                  <c:v>4.6099999999999994</c:v>
                </c:pt>
                <c:pt idx="781">
                  <c:v>4.7089999999999996</c:v>
                </c:pt>
                <c:pt idx="782">
                  <c:v>4.7449999999999992</c:v>
                </c:pt>
                <c:pt idx="783">
                  <c:v>4.7560000000000002</c:v>
                </c:pt>
                <c:pt idx="784">
                  <c:v>4.8259999999999996</c:v>
                </c:pt>
                <c:pt idx="785">
                  <c:v>4.8229999999999995</c:v>
                </c:pt>
                <c:pt idx="786">
                  <c:v>4.8120000000000003</c:v>
                </c:pt>
                <c:pt idx="787">
                  <c:v>4.7699999999999996</c:v>
                </c:pt>
                <c:pt idx="788">
                  <c:v>4.7750000000000004</c:v>
                </c:pt>
                <c:pt idx="789">
                  <c:v>4.7490000000000006</c:v>
                </c:pt>
                <c:pt idx="790">
                  <c:v>4.7490000000000006</c:v>
                </c:pt>
                <c:pt idx="791">
                  <c:v>4.8390000000000004</c:v>
                </c:pt>
                <c:pt idx="792">
                  <c:v>4.891</c:v>
                </c:pt>
                <c:pt idx="793">
                  <c:v>4.863999999999999</c:v>
                </c:pt>
                <c:pt idx="794">
                  <c:v>4.9860000000000007</c:v>
                </c:pt>
                <c:pt idx="795">
                  <c:v>4.9420000000000002</c:v>
                </c:pt>
                <c:pt idx="796">
                  <c:v>4.9959999999999996</c:v>
                </c:pt>
                <c:pt idx="797">
                  <c:v>4.9580000000000002</c:v>
                </c:pt>
                <c:pt idx="798">
                  <c:v>4.9359999999999999</c:v>
                </c:pt>
                <c:pt idx="799">
                  <c:v>4.9139999999999997</c:v>
                </c:pt>
                <c:pt idx="800">
                  <c:v>4.9469999999999992</c:v>
                </c:pt>
                <c:pt idx="801">
                  <c:v>5.0630000000000006</c:v>
                </c:pt>
                <c:pt idx="802">
                  <c:v>5.0169999999999995</c:v>
                </c:pt>
                <c:pt idx="803">
                  <c:v>5.0030000000000001</c:v>
                </c:pt>
                <c:pt idx="804">
                  <c:v>5.0060000000000002</c:v>
                </c:pt>
                <c:pt idx="805">
                  <c:v>4.9499999999999993</c:v>
                </c:pt>
                <c:pt idx="806">
                  <c:v>5.0050000000000008</c:v>
                </c:pt>
                <c:pt idx="807">
                  <c:v>4.9589999999999996</c:v>
                </c:pt>
                <c:pt idx="808">
                  <c:v>4.9569999999999999</c:v>
                </c:pt>
                <c:pt idx="809">
                  <c:v>4.9730000000000008</c:v>
                </c:pt>
                <c:pt idx="810">
                  <c:v>4.8970000000000002</c:v>
                </c:pt>
                <c:pt idx="811">
                  <c:v>4.8719999999999999</c:v>
                </c:pt>
                <c:pt idx="812">
                  <c:v>4.9190000000000005</c:v>
                </c:pt>
                <c:pt idx="813">
                  <c:v>4.9539999999999997</c:v>
                </c:pt>
                <c:pt idx="814">
                  <c:v>4.9489999999999998</c:v>
                </c:pt>
                <c:pt idx="815">
                  <c:v>5.0410000000000004</c:v>
                </c:pt>
                <c:pt idx="816">
                  <c:v>5.0949999999999998</c:v>
                </c:pt>
                <c:pt idx="817">
                  <c:v>5.052999999999999</c:v>
                </c:pt>
                <c:pt idx="818">
                  <c:v>5.0419999999999998</c:v>
                </c:pt>
                <c:pt idx="819">
                  <c:v>5.0529999999999999</c:v>
                </c:pt>
                <c:pt idx="820">
                  <c:v>5.0570000000000004</c:v>
                </c:pt>
                <c:pt idx="821">
                  <c:v>5.0500000000000007</c:v>
                </c:pt>
                <c:pt idx="822">
                  <c:v>5.0299999999999994</c:v>
                </c:pt>
                <c:pt idx="823">
                  <c:v>5.03</c:v>
                </c:pt>
                <c:pt idx="824">
                  <c:v>5.0220000000000002</c:v>
                </c:pt>
                <c:pt idx="825">
                  <c:v>4.93</c:v>
                </c:pt>
                <c:pt idx="826">
                  <c:v>4.9610000000000003</c:v>
                </c:pt>
                <c:pt idx="827">
                  <c:v>4.9499999999999993</c:v>
                </c:pt>
                <c:pt idx="828">
                  <c:v>4.886000000000001</c:v>
                </c:pt>
                <c:pt idx="829">
                  <c:v>4.8719999999999999</c:v>
                </c:pt>
                <c:pt idx="830">
                  <c:v>4.9450000000000003</c:v>
                </c:pt>
                <c:pt idx="831">
                  <c:v>4.8949999999999996</c:v>
                </c:pt>
                <c:pt idx="832">
                  <c:v>4.8499999999999996</c:v>
                </c:pt>
                <c:pt idx="833">
                  <c:v>4.8339999999999996</c:v>
                </c:pt>
                <c:pt idx="834">
                  <c:v>4.8450000000000006</c:v>
                </c:pt>
                <c:pt idx="835">
                  <c:v>4.7789999999999999</c:v>
                </c:pt>
                <c:pt idx="836">
                  <c:v>4.82</c:v>
                </c:pt>
                <c:pt idx="837">
                  <c:v>4.8100000000000005</c:v>
                </c:pt>
                <c:pt idx="838">
                  <c:v>4.8120000000000003</c:v>
                </c:pt>
                <c:pt idx="839">
                  <c:v>4.7009999999999996</c:v>
                </c:pt>
                <c:pt idx="840">
                  <c:v>4.7409999999999997</c:v>
                </c:pt>
                <c:pt idx="841">
                  <c:v>4.8129999999999997</c:v>
                </c:pt>
                <c:pt idx="842">
                  <c:v>4.8279999999999994</c:v>
                </c:pt>
                <c:pt idx="843">
                  <c:v>4.8059999999999992</c:v>
                </c:pt>
                <c:pt idx="844">
                  <c:v>4.8220000000000001</c:v>
                </c:pt>
                <c:pt idx="845">
                  <c:v>4.8149999999999995</c:v>
                </c:pt>
                <c:pt idx="846">
                  <c:v>4.8839999999999995</c:v>
                </c:pt>
                <c:pt idx="847">
                  <c:v>4.9430000000000005</c:v>
                </c:pt>
                <c:pt idx="848">
                  <c:v>4.927999999999999</c:v>
                </c:pt>
                <c:pt idx="849">
                  <c:v>4.9909999999999997</c:v>
                </c:pt>
                <c:pt idx="850">
                  <c:v>5.0180000000000007</c:v>
                </c:pt>
                <c:pt idx="851">
                  <c:v>4.9770000000000003</c:v>
                </c:pt>
                <c:pt idx="852">
                  <c:v>5.0589999999999993</c:v>
                </c:pt>
                <c:pt idx="853">
                  <c:v>5.0510000000000002</c:v>
                </c:pt>
                <c:pt idx="854">
                  <c:v>5.0440000000000005</c:v>
                </c:pt>
                <c:pt idx="855">
                  <c:v>5.0149999999999997</c:v>
                </c:pt>
                <c:pt idx="856">
                  <c:v>5.0280000000000005</c:v>
                </c:pt>
                <c:pt idx="857">
                  <c:v>5.07</c:v>
                </c:pt>
                <c:pt idx="858">
                  <c:v>5.0909999999999993</c:v>
                </c:pt>
                <c:pt idx="859">
                  <c:v>5.161999999999999</c:v>
                </c:pt>
                <c:pt idx="860">
                  <c:v>5.1489999999999991</c:v>
                </c:pt>
                <c:pt idx="861">
                  <c:v>5.1759999999999993</c:v>
                </c:pt>
                <c:pt idx="862">
                  <c:v>5.0910000000000011</c:v>
                </c:pt>
                <c:pt idx="863">
                  <c:v>5.218</c:v>
                </c:pt>
                <c:pt idx="864">
                  <c:v>5.202</c:v>
                </c:pt>
                <c:pt idx="865">
                  <c:v>5.1639999999999997</c:v>
                </c:pt>
                <c:pt idx="866">
                  <c:v>5.1370000000000005</c:v>
                </c:pt>
                <c:pt idx="867">
                  <c:v>5.1080000000000005</c:v>
                </c:pt>
                <c:pt idx="868">
                  <c:v>5.0900000000000007</c:v>
                </c:pt>
                <c:pt idx="869">
                  <c:v>4.9939999999999998</c:v>
                </c:pt>
                <c:pt idx="870">
                  <c:v>5.0060000000000002</c:v>
                </c:pt>
                <c:pt idx="871">
                  <c:v>5.0419999999999998</c:v>
                </c:pt>
                <c:pt idx="872">
                  <c:v>5.0250000000000004</c:v>
                </c:pt>
                <c:pt idx="873">
                  <c:v>5.0119999999999987</c:v>
                </c:pt>
                <c:pt idx="874">
                  <c:v>4.9669999999999987</c:v>
                </c:pt>
                <c:pt idx="875">
                  <c:v>4.9739999999999993</c:v>
                </c:pt>
                <c:pt idx="876">
                  <c:v>4.8980000000000006</c:v>
                </c:pt>
                <c:pt idx="877">
                  <c:v>4.9619999999999997</c:v>
                </c:pt>
                <c:pt idx="878">
                  <c:v>4.968</c:v>
                </c:pt>
                <c:pt idx="879">
                  <c:v>4.7939999999999987</c:v>
                </c:pt>
                <c:pt idx="880">
                  <c:v>4.8660000000000005</c:v>
                </c:pt>
                <c:pt idx="881">
                  <c:v>4.8109999999999999</c:v>
                </c:pt>
                <c:pt idx="882">
                  <c:v>4.8460000000000001</c:v>
                </c:pt>
                <c:pt idx="883">
                  <c:v>4.8339999999999996</c:v>
                </c:pt>
                <c:pt idx="884">
                  <c:v>4.7610000000000001</c:v>
                </c:pt>
                <c:pt idx="885">
                  <c:v>4.7119999999999997</c:v>
                </c:pt>
                <c:pt idx="886">
                  <c:v>4.7189999999999994</c:v>
                </c:pt>
                <c:pt idx="887">
                  <c:v>4.7210000000000001</c:v>
                </c:pt>
                <c:pt idx="888">
                  <c:v>4.7299999999999995</c:v>
                </c:pt>
                <c:pt idx="889">
                  <c:v>4.7240000000000002</c:v>
                </c:pt>
                <c:pt idx="890">
                  <c:v>4.7720000000000002</c:v>
                </c:pt>
                <c:pt idx="891">
                  <c:v>4.7270000000000003</c:v>
                </c:pt>
                <c:pt idx="892">
                  <c:v>4.7969999999999997</c:v>
                </c:pt>
                <c:pt idx="893">
                  <c:v>4.7299999999999995</c:v>
                </c:pt>
                <c:pt idx="894">
                  <c:v>4.7139999999999995</c:v>
                </c:pt>
                <c:pt idx="895">
                  <c:v>4.7029999999999994</c:v>
                </c:pt>
                <c:pt idx="896">
                  <c:v>4.6829999999999998</c:v>
                </c:pt>
                <c:pt idx="897">
                  <c:v>4.5609999999999999</c:v>
                </c:pt>
                <c:pt idx="898">
                  <c:v>4.6079999999999997</c:v>
                </c:pt>
                <c:pt idx="899">
                  <c:v>4.5760000000000005</c:v>
                </c:pt>
                <c:pt idx="900">
                  <c:v>4.5749999999999993</c:v>
                </c:pt>
                <c:pt idx="901">
                  <c:v>4.6219999999999999</c:v>
                </c:pt>
                <c:pt idx="902">
                  <c:v>4.6129999999999995</c:v>
                </c:pt>
                <c:pt idx="903">
                  <c:v>4.6460000000000008</c:v>
                </c:pt>
                <c:pt idx="904">
                  <c:v>4.7350000000000003</c:v>
                </c:pt>
                <c:pt idx="905">
                  <c:v>4.7309999999999999</c:v>
                </c:pt>
                <c:pt idx="906">
                  <c:v>4.7319999999999993</c:v>
                </c:pt>
                <c:pt idx="907">
                  <c:v>4.6560000000000006</c:v>
                </c:pt>
                <c:pt idx="908">
                  <c:v>4.6739999999999995</c:v>
                </c:pt>
                <c:pt idx="909">
                  <c:v>4.5839999999999996</c:v>
                </c:pt>
                <c:pt idx="910">
                  <c:v>4.5779999999999994</c:v>
                </c:pt>
                <c:pt idx="911">
                  <c:v>4.5970000000000004</c:v>
                </c:pt>
                <c:pt idx="912">
                  <c:v>4.6460000000000008</c:v>
                </c:pt>
                <c:pt idx="913">
                  <c:v>4.6639999999999997</c:v>
                </c:pt>
                <c:pt idx="914">
                  <c:v>4.5529999999999999</c:v>
                </c:pt>
                <c:pt idx="915">
                  <c:v>4.6140000000000008</c:v>
                </c:pt>
                <c:pt idx="916">
                  <c:v>4.7370000000000001</c:v>
                </c:pt>
                <c:pt idx="917">
                  <c:v>4.6379999999999999</c:v>
                </c:pt>
                <c:pt idx="918">
                  <c:v>4.5009999999999994</c:v>
                </c:pt>
                <c:pt idx="919">
                  <c:v>4.4980000000000002</c:v>
                </c:pt>
                <c:pt idx="920">
                  <c:v>4.5510000000000002</c:v>
                </c:pt>
                <c:pt idx="921">
                  <c:v>4.6010000000000009</c:v>
                </c:pt>
                <c:pt idx="922">
                  <c:v>4.5250000000000004</c:v>
                </c:pt>
                <c:pt idx="923">
                  <c:v>4.4489999999999998</c:v>
                </c:pt>
                <c:pt idx="924">
                  <c:v>4.4820000000000002</c:v>
                </c:pt>
                <c:pt idx="925">
                  <c:v>4.4859999999999998</c:v>
                </c:pt>
                <c:pt idx="926">
                  <c:v>4.5469999999999997</c:v>
                </c:pt>
                <c:pt idx="927">
                  <c:v>4.4529999999999994</c:v>
                </c:pt>
                <c:pt idx="928">
                  <c:v>4.5069999999999997</c:v>
                </c:pt>
                <c:pt idx="929">
                  <c:v>4.6709999999999994</c:v>
                </c:pt>
                <c:pt idx="930">
                  <c:v>4.68</c:v>
                </c:pt>
                <c:pt idx="931">
                  <c:v>4.694</c:v>
                </c:pt>
                <c:pt idx="932">
                  <c:v>4.8669999999999991</c:v>
                </c:pt>
                <c:pt idx="933">
                  <c:v>4.7780000000000005</c:v>
                </c:pt>
                <c:pt idx="934">
                  <c:v>4.8079999999999998</c:v>
                </c:pt>
                <c:pt idx="935">
                  <c:v>4.7240000000000002</c:v>
                </c:pt>
                <c:pt idx="936">
                  <c:v>4.7299999999999995</c:v>
                </c:pt>
                <c:pt idx="937">
                  <c:v>4.7359999999999998</c:v>
                </c:pt>
                <c:pt idx="938">
                  <c:v>4.7930000000000001</c:v>
                </c:pt>
                <c:pt idx="939">
                  <c:v>4.7210000000000001</c:v>
                </c:pt>
                <c:pt idx="940">
                  <c:v>4.7530000000000001</c:v>
                </c:pt>
                <c:pt idx="941">
                  <c:v>4.8330000000000002</c:v>
                </c:pt>
                <c:pt idx="942">
                  <c:v>4.7990000000000004</c:v>
                </c:pt>
                <c:pt idx="943">
                  <c:v>4.806</c:v>
                </c:pt>
                <c:pt idx="944">
                  <c:v>4.7930000000000001</c:v>
                </c:pt>
                <c:pt idx="945">
                  <c:v>4.8170000000000002</c:v>
                </c:pt>
                <c:pt idx="946">
                  <c:v>4.8369999999999997</c:v>
                </c:pt>
                <c:pt idx="947">
                  <c:v>4.7860000000000005</c:v>
                </c:pt>
                <c:pt idx="948">
                  <c:v>4.7910000000000004</c:v>
                </c:pt>
                <c:pt idx="949">
                  <c:v>4.8049999999999997</c:v>
                </c:pt>
                <c:pt idx="950">
                  <c:v>4.851</c:v>
                </c:pt>
                <c:pt idx="951">
                  <c:v>4.8529999999999998</c:v>
                </c:pt>
                <c:pt idx="952">
                  <c:v>4.91</c:v>
                </c:pt>
                <c:pt idx="953">
                  <c:v>4.9420000000000002</c:v>
                </c:pt>
                <c:pt idx="954">
                  <c:v>4.9050000000000002</c:v>
                </c:pt>
                <c:pt idx="955">
                  <c:v>4.8650000000000002</c:v>
                </c:pt>
                <c:pt idx="956">
                  <c:v>4.8510000000000009</c:v>
                </c:pt>
                <c:pt idx="957">
                  <c:v>4.8940000000000001</c:v>
                </c:pt>
                <c:pt idx="958">
                  <c:v>4.8789999999999996</c:v>
                </c:pt>
                <c:pt idx="959">
                  <c:v>4.8539999999999992</c:v>
                </c:pt>
                <c:pt idx="960">
                  <c:v>4.7560000000000002</c:v>
                </c:pt>
                <c:pt idx="961">
                  <c:v>4.8609999999999998</c:v>
                </c:pt>
                <c:pt idx="962">
                  <c:v>4.9169999999999998</c:v>
                </c:pt>
                <c:pt idx="963">
                  <c:v>4.8949999999999996</c:v>
                </c:pt>
                <c:pt idx="964">
                  <c:v>4.8539999999999992</c:v>
                </c:pt>
                <c:pt idx="965">
                  <c:v>4.9550000000000001</c:v>
                </c:pt>
                <c:pt idx="966">
                  <c:v>4.9139999999999997</c:v>
                </c:pt>
                <c:pt idx="967">
                  <c:v>4.9469999999999992</c:v>
                </c:pt>
                <c:pt idx="968">
                  <c:v>4.9819999999999993</c:v>
                </c:pt>
                <c:pt idx="969">
                  <c:v>4.8610000000000007</c:v>
                </c:pt>
                <c:pt idx="970">
                  <c:v>4.7960000000000003</c:v>
                </c:pt>
                <c:pt idx="971">
                  <c:v>4.8360000000000003</c:v>
                </c:pt>
                <c:pt idx="972">
                  <c:v>4.8819999999999997</c:v>
                </c:pt>
                <c:pt idx="973">
                  <c:v>4.9399999999999995</c:v>
                </c:pt>
                <c:pt idx="974">
                  <c:v>4.9119999999999999</c:v>
                </c:pt>
                <c:pt idx="975">
                  <c:v>4.8719999999999999</c:v>
                </c:pt>
                <c:pt idx="976">
                  <c:v>4.9030000000000005</c:v>
                </c:pt>
                <c:pt idx="977">
                  <c:v>4.9380000000000006</c:v>
                </c:pt>
                <c:pt idx="978">
                  <c:v>4.923</c:v>
                </c:pt>
                <c:pt idx="979">
                  <c:v>4.9119999999999999</c:v>
                </c:pt>
                <c:pt idx="980">
                  <c:v>4.8800000000000008</c:v>
                </c:pt>
                <c:pt idx="981">
                  <c:v>4.9260000000000002</c:v>
                </c:pt>
                <c:pt idx="982">
                  <c:v>4.9770000000000003</c:v>
                </c:pt>
                <c:pt idx="983">
                  <c:v>5.0640000000000001</c:v>
                </c:pt>
                <c:pt idx="984">
                  <c:v>5.0410000000000004</c:v>
                </c:pt>
                <c:pt idx="985">
                  <c:v>4.9319999999999995</c:v>
                </c:pt>
                <c:pt idx="986">
                  <c:v>4.9369999999999994</c:v>
                </c:pt>
                <c:pt idx="987">
                  <c:v>4.9329999999999998</c:v>
                </c:pt>
                <c:pt idx="988">
                  <c:v>4.9359999999999999</c:v>
                </c:pt>
                <c:pt idx="989">
                  <c:v>4.7919999999999998</c:v>
                </c:pt>
                <c:pt idx="990">
                  <c:v>4.7509999999999994</c:v>
                </c:pt>
                <c:pt idx="991">
                  <c:v>4.8380000000000001</c:v>
                </c:pt>
                <c:pt idx="992">
                  <c:v>4.8529999999999998</c:v>
                </c:pt>
                <c:pt idx="993">
                  <c:v>4.8800000000000008</c:v>
                </c:pt>
                <c:pt idx="994">
                  <c:v>4.8639999999999999</c:v>
                </c:pt>
                <c:pt idx="995">
                  <c:v>4.8870000000000005</c:v>
                </c:pt>
                <c:pt idx="996">
                  <c:v>4.8610000000000007</c:v>
                </c:pt>
                <c:pt idx="997">
                  <c:v>4.8490000000000002</c:v>
                </c:pt>
                <c:pt idx="998">
                  <c:v>4.8420000000000005</c:v>
                </c:pt>
                <c:pt idx="999">
                  <c:v>4.7899999999999991</c:v>
                </c:pt>
                <c:pt idx="1000">
                  <c:v>4.8499999999999996</c:v>
                </c:pt>
                <c:pt idx="1001">
                  <c:v>4.8840000000000003</c:v>
                </c:pt>
                <c:pt idx="1002">
                  <c:v>4.9030000000000005</c:v>
                </c:pt>
                <c:pt idx="1003">
                  <c:v>4.8940000000000001</c:v>
                </c:pt>
                <c:pt idx="1004">
                  <c:v>4.9109999999999996</c:v>
                </c:pt>
                <c:pt idx="1005">
                  <c:v>4.8980000000000006</c:v>
                </c:pt>
                <c:pt idx="1006">
                  <c:v>4.9039999999999999</c:v>
                </c:pt>
                <c:pt idx="1007">
                  <c:v>4.8360000000000003</c:v>
                </c:pt>
                <c:pt idx="1008">
                  <c:v>4.8570000000000002</c:v>
                </c:pt>
                <c:pt idx="1009">
                  <c:v>4.8840000000000003</c:v>
                </c:pt>
                <c:pt idx="1010">
                  <c:v>4.9319999999999995</c:v>
                </c:pt>
                <c:pt idx="1011">
                  <c:v>4.8849999999999998</c:v>
                </c:pt>
                <c:pt idx="1012">
                  <c:v>4.9470000000000001</c:v>
                </c:pt>
                <c:pt idx="1013">
                  <c:v>4.9429999999999996</c:v>
                </c:pt>
                <c:pt idx="1014">
                  <c:v>4.9879999999999995</c:v>
                </c:pt>
                <c:pt idx="1015">
                  <c:v>4.9580000000000002</c:v>
                </c:pt>
                <c:pt idx="1016">
                  <c:v>5.0089999999999995</c:v>
                </c:pt>
                <c:pt idx="1017">
                  <c:v>4.9770000000000003</c:v>
                </c:pt>
                <c:pt idx="1018">
                  <c:v>4.9719999999999995</c:v>
                </c:pt>
                <c:pt idx="1019">
                  <c:v>4.8759999999999994</c:v>
                </c:pt>
                <c:pt idx="1020">
                  <c:v>4.8729999999999993</c:v>
                </c:pt>
                <c:pt idx="1021">
                  <c:v>4.8699999999999992</c:v>
                </c:pt>
                <c:pt idx="1022">
                  <c:v>4.9290000000000003</c:v>
                </c:pt>
                <c:pt idx="1023">
                  <c:v>4.9060000000000006</c:v>
                </c:pt>
                <c:pt idx="1024">
                  <c:v>4.8890000000000002</c:v>
                </c:pt>
                <c:pt idx="1025">
                  <c:v>4.875</c:v>
                </c:pt>
                <c:pt idx="1026">
                  <c:v>4.9130000000000003</c:v>
                </c:pt>
                <c:pt idx="1027">
                  <c:v>4.8919999999999995</c:v>
                </c:pt>
                <c:pt idx="1028">
                  <c:v>4.9120000000000008</c:v>
                </c:pt>
                <c:pt idx="1029">
                  <c:v>4.9020000000000001</c:v>
                </c:pt>
                <c:pt idx="1030">
                  <c:v>4.8109999999999999</c:v>
                </c:pt>
                <c:pt idx="1031">
                  <c:v>4.8840000000000003</c:v>
                </c:pt>
                <c:pt idx="1032">
                  <c:v>4.9269999999999996</c:v>
                </c:pt>
                <c:pt idx="1033">
                  <c:v>4.8870000000000005</c:v>
                </c:pt>
                <c:pt idx="1034">
                  <c:v>4.8819999999999997</c:v>
                </c:pt>
                <c:pt idx="1035">
                  <c:v>4.9090000000000007</c:v>
                </c:pt>
                <c:pt idx="1036">
                  <c:v>4.8289999999999997</c:v>
                </c:pt>
                <c:pt idx="1037">
                  <c:v>4.8410000000000002</c:v>
                </c:pt>
                <c:pt idx="1038">
                  <c:v>4.7479999999999993</c:v>
                </c:pt>
                <c:pt idx="1039">
                  <c:v>4.8109999999999999</c:v>
                </c:pt>
                <c:pt idx="1040">
                  <c:v>4.7810000000000006</c:v>
                </c:pt>
                <c:pt idx="1041">
                  <c:v>4.7910000000000004</c:v>
                </c:pt>
                <c:pt idx="1042">
                  <c:v>4.8309999999999995</c:v>
                </c:pt>
                <c:pt idx="1043">
                  <c:v>4.8819999999999997</c:v>
                </c:pt>
                <c:pt idx="1044">
                  <c:v>4.883</c:v>
                </c:pt>
                <c:pt idx="1045">
                  <c:v>4.8870000000000005</c:v>
                </c:pt>
                <c:pt idx="1046">
                  <c:v>4.8789999999999996</c:v>
                </c:pt>
                <c:pt idx="1047">
                  <c:v>4.8520000000000003</c:v>
                </c:pt>
                <c:pt idx="1048">
                  <c:v>4.8659999999999997</c:v>
                </c:pt>
                <c:pt idx="1049">
                  <c:v>4.8730000000000002</c:v>
                </c:pt>
                <c:pt idx="1050">
                  <c:v>4.6550000000000002</c:v>
                </c:pt>
                <c:pt idx="1051">
                  <c:v>4.5120000000000005</c:v>
                </c:pt>
                <c:pt idx="1052">
                  <c:v>4.5180000000000007</c:v>
                </c:pt>
                <c:pt idx="1053">
                  <c:v>4.4730000000000008</c:v>
                </c:pt>
                <c:pt idx="1054">
                  <c:v>4.3630000000000004</c:v>
                </c:pt>
                <c:pt idx="1055">
                  <c:v>4.3680000000000003</c:v>
                </c:pt>
                <c:pt idx="1056">
                  <c:v>4.343</c:v>
                </c:pt>
                <c:pt idx="1057">
                  <c:v>4.2010000000000005</c:v>
                </c:pt>
                <c:pt idx="1058">
                  <c:v>4.2850000000000001</c:v>
                </c:pt>
                <c:pt idx="1059">
                  <c:v>4.3469999999999995</c:v>
                </c:pt>
                <c:pt idx="1060">
                  <c:v>4.3109999999999999</c:v>
                </c:pt>
                <c:pt idx="1061">
                  <c:v>4.3680000000000003</c:v>
                </c:pt>
                <c:pt idx="1062">
                  <c:v>4.3840000000000003</c:v>
                </c:pt>
                <c:pt idx="1063">
                  <c:v>4.3879999999999999</c:v>
                </c:pt>
                <c:pt idx="1064">
                  <c:v>4.4340000000000002</c:v>
                </c:pt>
                <c:pt idx="1065">
                  <c:v>4.4450000000000003</c:v>
                </c:pt>
                <c:pt idx="1066">
                  <c:v>4.3520000000000003</c:v>
                </c:pt>
                <c:pt idx="1067">
                  <c:v>4.327</c:v>
                </c:pt>
                <c:pt idx="1068">
                  <c:v>4.3490000000000002</c:v>
                </c:pt>
                <c:pt idx="1069">
                  <c:v>4.5229999999999997</c:v>
                </c:pt>
                <c:pt idx="1070">
                  <c:v>4.492</c:v>
                </c:pt>
                <c:pt idx="1071">
                  <c:v>4.6399999999999997</c:v>
                </c:pt>
                <c:pt idx="1072">
                  <c:v>4.6080000000000005</c:v>
                </c:pt>
                <c:pt idx="1073">
                  <c:v>4.6589999999999998</c:v>
                </c:pt>
                <c:pt idx="1074">
                  <c:v>4.6820000000000004</c:v>
                </c:pt>
                <c:pt idx="1075">
                  <c:v>4.7539999999999996</c:v>
                </c:pt>
                <c:pt idx="1076">
                  <c:v>4.8380000000000001</c:v>
                </c:pt>
                <c:pt idx="1077">
                  <c:v>5.03</c:v>
                </c:pt>
                <c:pt idx="1078">
                  <c:v>4.9850000000000003</c:v>
                </c:pt>
                <c:pt idx="1079">
                  <c:v>4.9809999999999999</c:v>
                </c:pt>
                <c:pt idx="1080">
                  <c:v>5.0280000000000005</c:v>
                </c:pt>
                <c:pt idx="1081">
                  <c:v>4.97</c:v>
                </c:pt>
                <c:pt idx="1082">
                  <c:v>4.9340000000000002</c:v>
                </c:pt>
                <c:pt idx="1083">
                  <c:v>5.0440000000000005</c:v>
                </c:pt>
                <c:pt idx="1084">
                  <c:v>4.9320000000000004</c:v>
                </c:pt>
                <c:pt idx="1085">
                  <c:v>5.0309999999999997</c:v>
                </c:pt>
                <c:pt idx="1086">
                  <c:v>5.0940000000000003</c:v>
                </c:pt>
                <c:pt idx="1087">
                  <c:v>5.0430000000000001</c:v>
                </c:pt>
                <c:pt idx="1088">
                  <c:v>5.056</c:v>
                </c:pt>
                <c:pt idx="1089">
                  <c:v>5.0460000000000003</c:v>
                </c:pt>
                <c:pt idx="1090">
                  <c:v>5.0750000000000002</c:v>
                </c:pt>
                <c:pt idx="1091">
                  <c:v>5.0009999999999994</c:v>
                </c:pt>
                <c:pt idx="1092">
                  <c:v>5.0470000000000006</c:v>
                </c:pt>
                <c:pt idx="1093">
                  <c:v>4.9400000000000004</c:v>
                </c:pt>
                <c:pt idx="1094">
                  <c:v>4.9240000000000004</c:v>
                </c:pt>
                <c:pt idx="1095">
                  <c:v>4.8680000000000003</c:v>
                </c:pt>
                <c:pt idx="1096">
                  <c:v>4.7309999999999999</c:v>
                </c:pt>
                <c:pt idx="1097">
                  <c:v>4.87</c:v>
                </c:pt>
                <c:pt idx="1098">
                  <c:v>4.9179999999999993</c:v>
                </c:pt>
                <c:pt idx="1099">
                  <c:v>4.8170000000000002</c:v>
                </c:pt>
                <c:pt idx="1100">
                  <c:v>4.8440000000000003</c:v>
                </c:pt>
                <c:pt idx="1101">
                  <c:v>5.0419999999999998</c:v>
                </c:pt>
                <c:pt idx="1102">
                  <c:v>5.0190000000000001</c:v>
                </c:pt>
                <c:pt idx="1103">
                  <c:v>5.1350000000000007</c:v>
                </c:pt>
                <c:pt idx="1104">
                  <c:v>5.0239999999999991</c:v>
                </c:pt>
                <c:pt idx="1105">
                  <c:v>5.01</c:v>
                </c:pt>
                <c:pt idx="1106">
                  <c:v>5.0389999999999997</c:v>
                </c:pt>
                <c:pt idx="1107">
                  <c:v>5.0150000000000006</c:v>
                </c:pt>
                <c:pt idx="1108">
                  <c:v>5.0069999999999997</c:v>
                </c:pt>
                <c:pt idx="1109">
                  <c:v>5.0659999999999998</c:v>
                </c:pt>
                <c:pt idx="1110">
                  <c:v>5.16</c:v>
                </c:pt>
                <c:pt idx="1111">
                  <c:v>5.109</c:v>
                </c:pt>
                <c:pt idx="1112">
                  <c:v>5.0650000000000004</c:v>
                </c:pt>
                <c:pt idx="1113">
                  <c:v>5.0090000000000003</c:v>
                </c:pt>
                <c:pt idx="1114">
                  <c:v>4.9670000000000005</c:v>
                </c:pt>
                <c:pt idx="1115">
                  <c:v>4.8900000000000006</c:v>
                </c:pt>
                <c:pt idx="1116">
                  <c:v>4.9059999999999997</c:v>
                </c:pt>
                <c:pt idx="1117">
                  <c:v>4.9390000000000001</c:v>
                </c:pt>
                <c:pt idx="1118">
                  <c:v>4.9320000000000004</c:v>
                </c:pt>
                <c:pt idx="1119">
                  <c:v>4.92</c:v>
                </c:pt>
                <c:pt idx="1120">
                  <c:v>4.9079999999999995</c:v>
                </c:pt>
                <c:pt idx="1121">
                  <c:v>4.9079999999999995</c:v>
                </c:pt>
                <c:pt idx="1122">
                  <c:v>4.87</c:v>
                </c:pt>
                <c:pt idx="1123">
                  <c:v>4.8390000000000004</c:v>
                </c:pt>
                <c:pt idx="1124">
                  <c:v>4.8839999999999995</c:v>
                </c:pt>
                <c:pt idx="1125">
                  <c:v>4.9529999999999994</c:v>
                </c:pt>
                <c:pt idx="1126">
                  <c:v>4.7149999999999999</c:v>
                </c:pt>
                <c:pt idx="1127">
                  <c:v>4.681</c:v>
                </c:pt>
                <c:pt idx="1128">
                  <c:v>4.6539999999999999</c:v>
                </c:pt>
                <c:pt idx="1129">
                  <c:v>4.6760000000000002</c:v>
                </c:pt>
                <c:pt idx="1130">
                  <c:v>4.5819999999999999</c:v>
                </c:pt>
                <c:pt idx="1131">
                  <c:v>4.6140000000000008</c:v>
                </c:pt>
                <c:pt idx="1132">
                  <c:v>4.6479999999999997</c:v>
                </c:pt>
                <c:pt idx="1133">
                  <c:v>4.6949999999999994</c:v>
                </c:pt>
                <c:pt idx="1134">
                  <c:v>4.6790000000000003</c:v>
                </c:pt>
                <c:pt idx="1135">
                  <c:v>4.6669999999999998</c:v>
                </c:pt>
                <c:pt idx="1136">
                  <c:v>4.6829999999999998</c:v>
                </c:pt>
                <c:pt idx="1137">
                  <c:v>4.7279999999999998</c:v>
                </c:pt>
                <c:pt idx="1138">
                  <c:v>4.7349999999999994</c:v>
                </c:pt>
                <c:pt idx="1139">
                  <c:v>4.7249999999999996</c:v>
                </c:pt>
                <c:pt idx="1140">
                  <c:v>4.7080000000000002</c:v>
                </c:pt>
                <c:pt idx="1141">
                  <c:v>4.7379999999999995</c:v>
                </c:pt>
                <c:pt idx="1142">
                  <c:v>4.6969999999999992</c:v>
                </c:pt>
                <c:pt idx="1143">
                  <c:v>4.68</c:v>
                </c:pt>
                <c:pt idx="1144">
                  <c:v>4.6539999999999999</c:v>
                </c:pt>
                <c:pt idx="1145">
                  <c:v>4.742</c:v>
                </c:pt>
                <c:pt idx="1146">
                  <c:v>4.6920000000000002</c:v>
                </c:pt>
                <c:pt idx="1147">
                  <c:v>4.8079999999999998</c:v>
                </c:pt>
                <c:pt idx="1148">
                  <c:v>4.8209999999999997</c:v>
                </c:pt>
                <c:pt idx="1149">
                  <c:v>4.8289999999999997</c:v>
                </c:pt>
                <c:pt idx="1150">
                  <c:v>4.8529999999999998</c:v>
                </c:pt>
                <c:pt idx="1151">
                  <c:v>4.97</c:v>
                </c:pt>
                <c:pt idx="1152">
                  <c:v>4.8699999999999992</c:v>
                </c:pt>
                <c:pt idx="1153">
                  <c:v>4.9619999999999997</c:v>
                </c:pt>
                <c:pt idx="1154">
                  <c:v>4.9039999999999999</c:v>
                </c:pt>
                <c:pt idx="1155">
                  <c:v>4.8540000000000001</c:v>
                </c:pt>
                <c:pt idx="1156">
                  <c:v>4.7850000000000001</c:v>
                </c:pt>
                <c:pt idx="1157">
                  <c:v>4.8260000000000005</c:v>
                </c:pt>
                <c:pt idx="1158">
                  <c:v>4.6779999999999999</c:v>
                </c:pt>
                <c:pt idx="1159">
                  <c:v>4.6320000000000006</c:v>
                </c:pt>
                <c:pt idx="1160">
                  <c:v>4.6709999999999994</c:v>
                </c:pt>
                <c:pt idx="1161">
                  <c:v>4.6760000000000002</c:v>
                </c:pt>
                <c:pt idx="1162">
                  <c:v>4.62</c:v>
                </c:pt>
                <c:pt idx="1163">
                  <c:v>4.6440000000000001</c:v>
                </c:pt>
                <c:pt idx="1164">
                  <c:v>4.6340000000000003</c:v>
                </c:pt>
                <c:pt idx="1165">
                  <c:v>4.6219999999999999</c:v>
                </c:pt>
                <c:pt idx="1166">
                  <c:v>4.71</c:v>
                </c:pt>
                <c:pt idx="1167">
                  <c:v>4.7550000000000008</c:v>
                </c:pt>
                <c:pt idx="1168">
                  <c:v>4.72</c:v>
                </c:pt>
                <c:pt idx="1169">
                  <c:v>4.6870000000000003</c:v>
                </c:pt>
                <c:pt idx="1170">
                  <c:v>4.6739999999999995</c:v>
                </c:pt>
                <c:pt idx="1171">
                  <c:v>4.7549999999999999</c:v>
                </c:pt>
                <c:pt idx="1172">
                  <c:v>4.7419999999999991</c:v>
                </c:pt>
                <c:pt idx="1173">
                  <c:v>4.8419999999999996</c:v>
                </c:pt>
                <c:pt idx="1174">
                  <c:v>4.8330000000000002</c:v>
                </c:pt>
                <c:pt idx="1175">
                  <c:v>4.7880000000000003</c:v>
                </c:pt>
                <c:pt idx="1176">
                  <c:v>4.782</c:v>
                </c:pt>
                <c:pt idx="1177">
                  <c:v>4.8529999999999998</c:v>
                </c:pt>
                <c:pt idx="1178">
                  <c:v>4.8650000000000002</c:v>
                </c:pt>
                <c:pt idx="1179">
                  <c:v>4.8559999999999999</c:v>
                </c:pt>
                <c:pt idx="1180">
                  <c:v>4.8780000000000001</c:v>
                </c:pt>
                <c:pt idx="1181">
                  <c:v>4.9409999999999998</c:v>
                </c:pt>
                <c:pt idx="1182">
                  <c:v>4.9250000000000007</c:v>
                </c:pt>
                <c:pt idx="1183">
                  <c:v>4.968</c:v>
                </c:pt>
                <c:pt idx="1184">
                  <c:v>4.9879999999999995</c:v>
                </c:pt>
                <c:pt idx="1185">
                  <c:v>5.0890000000000004</c:v>
                </c:pt>
                <c:pt idx="1186">
                  <c:v>4.9630000000000001</c:v>
                </c:pt>
                <c:pt idx="1187">
                  <c:v>4.8939999999999992</c:v>
                </c:pt>
                <c:pt idx="1188">
                  <c:v>4.8449999999999998</c:v>
                </c:pt>
                <c:pt idx="1189">
                  <c:v>4.7959999999999994</c:v>
                </c:pt>
                <c:pt idx="1190">
                  <c:v>4.8490000000000002</c:v>
                </c:pt>
                <c:pt idx="1191">
                  <c:v>4.8800000000000008</c:v>
                </c:pt>
                <c:pt idx="1192">
                  <c:v>4.8740000000000006</c:v>
                </c:pt>
                <c:pt idx="1193">
                  <c:v>4.8529999999999998</c:v>
                </c:pt>
                <c:pt idx="1194">
                  <c:v>4.8129999999999997</c:v>
                </c:pt>
                <c:pt idx="1195">
                  <c:v>4.7789999999999999</c:v>
                </c:pt>
                <c:pt idx="1196">
                  <c:v>4.8340000000000005</c:v>
                </c:pt>
                <c:pt idx="1197">
                  <c:v>4.9019999999999992</c:v>
                </c:pt>
                <c:pt idx="1198">
                  <c:v>4.9870000000000001</c:v>
                </c:pt>
                <c:pt idx="1199">
                  <c:v>5.0369999999999999</c:v>
                </c:pt>
                <c:pt idx="1200">
                  <c:v>5.016</c:v>
                </c:pt>
                <c:pt idx="1201">
                  <c:v>5.0780000000000003</c:v>
                </c:pt>
                <c:pt idx="1202">
                  <c:v>5.2410000000000005</c:v>
                </c:pt>
                <c:pt idx="1203">
                  <c:v>5.2460000000000004</c:v>
                </c:pt>
                <c:pt idx="1204">
                  <c:v>5.3219999999999992</c:v>
                </c:pt>
                <c:pt idx="1205">
                  <c:v>5.2059999999999995</c:v>
                </c:pt>
                <c:pt idx="1206">
                  <c:v>5.319</c:v>
                </c:pt>
                <c:pt idx="1207">
                  <c:v>5.4449999999999994</c:v>
                </c:pt>
                <c:pt idx="1208">
                  <c:v>5.5259999999999998</c:v>
                </c:pt>
                <c:pt idx="1209">
                  <c:v>5.3049999999999997</c:v>
                </c:pt>
                <c:pt idx="1210">
                  <c:v>5.3559999999999999</c:v>
                </c:pt>
                <c:pt idx="1211">
                  <c:v>5.3819999999999997</c:v>
                </c:pt>
                <c:pt idx="1212">
                  <c:v>5.4779999999999998</c:v>
                </c:pt>
                <c:pt idx="1213">
                  <c:v>5.2449999999999992</c:v>
                </c:pt>
                <c:pt idx="1214">
                  <c:v>5.1160000000000005</c:v>
                </c:pt>
                <c:pt idx="1215">
                  <c:v>5.29</c:v>
                </c:pt>
                <c:pt idx="1216">
                  <c:v>5.3390000000000004</c:v>
                </c:pt>
                <c:pt idx="1217">
                  <c:v>5.6189999999999998</c:v>
                </c:pt>
                <c:pt idx="1218">
                  <c:v>5.4640000000000004</c:v>
                </c:pt>
                <c:pt idx="1219">
                  <c:v>5.3949999999999996</c:v>
                </c:pt>
                <c:pt idx="1220">
                  <c:v>5.4240000000000004</c:v>
                </c:pt>
                <c:pt idx="1221">
                  <c:v>5.5089999999999995</c:v>
                </c:pt>
                <c:pt idx="1222">
                  <c:v>5.4379999999999997</c:v>
                </c:pt>
                <c:pt idx="1223">
                  <c:v>5.6859999999999999</c:v>
                </c:pt>
                <c:pt idx="1224">
                  <c:v>5.6639999999999997</c:v>
                </c:pt>
                <c:pt idx="1225">
                  <c:v>5.6709999999999994</c:v>
                </c:pt>
                <c:pt idx="1226">
                  <c:v>5.76</c:v>
                </c:pt>
                <c:pt idx="1227">
                  <c:v>5.7350000000000003</c:v>
                </c:pt>
                <c:pt idx="1228">
                  <c:v>5.7949999999999999</c:v>
                </c:pt>
                <c:pt idx="1229">
                  <c:v>5.83</c:v>
                </c:pt>
                <c:pt idx="1230">
                  <c:v>5.6970000000000001</c:v>
                </c:pt>
                <c:pt idx="1231">
                  <c:v>5.5789999999999997</c:v>
                </c:pt>
                <c:pt idx="1232">
                  <c:v>5.6319999999999997</c:v>
                </c:pt>
                <c:pt idx="1233">
                  <c:v>5.5940000000000003</c:v>
                </c:pt>
                <c:pt idx="1234">
                  <c:v>5.4499999999999993</c:v>
                </c:pt>
                <c:pt idx="1235">
                  <c:v>5.5670000000000002</c:v>
                </c:pt>
                <c:pt idx="1236">
                  <c:v>5.4829999999999997</c:v>
                </c:pt>
                <c:pt idx="1237">
                  <c:v>5.5169999999999995</c:v>
                </c:pt>
                <c:pt idx="1238">
                  <c:v>5.4950000000000001</c:v>
                </c:pt>
                <c:pt idx="1239">
                  <c:v>5.4700000000000006</c:v>
                </c:pt>
                <c:pt idx="1240">
                  <c:v>5.444</c:v>
                </c:pt>
                <c:pt idx="1241">
                  <c:v>5.4130000000000003</c:v>
                </c:pt>
                <c:pt idx="1242">
                  <c:v>5.3079999999999998</c:v>
                </c:pt>
                <c:pt idx="1243">
                  <c:v>5.2769999999999992</c:v>
                </c:pt>
                <c:pt idx="1244">
                  <c:v>5.4369999999999994</c:v>
                </c:pt>
                <c:pt idx="1245">
                  <c:v>5.4730000000000008</c:v>
                </c:pt>
                <c:pt idx="1246">
                  <c:v>5.4550000000000001</c:v>
                </c:pt>
                <c:pt idx="1247">
                  <c:v>5.4260000000000002</c:v>
                </c:pt>
                <c:pt idx="1248">
                  <c:v>5.4410000000000007</c:v>
                </c:pt>
                <c:pt idx="1249">
                  <c:v>5.32</c:v>
                </c:pt>
                <c:pt idx="1250">
                  <c:v>5.335</c:v>
                </c:pt>
                <c:pt idx="1251">
                  <c:v>5.3610000000000007</c:v>
                </c:pt>
                <c:pt idx="1252">
                  <c:v>5.3540000000000001</c:v>
                </c:pt>
                <c:pt idx="1253">
                  <c:v>5.3010000000000002</c:v>
                </c:pt>
                <c:pt idx="1254">
                  <c:v>5.2850000000000001</c:v>
                </c:pt>
                <c:pt idx="1255">
                  <c:v>5.3040000000000003</c:v>
                </c:pt>
                <c:pt idx="1256">
                  <c:v>5.29</c:v>
                </c:pt>
                <c:pt idx="1257">
                  <c:v>5.3629999999999995</c:v>
                </c:pt>
                <c:pt idx="1258">
                  <c:v>5.3819999999999997</c:v>
                </c:pt>
                <c:pt idx="1259">
                  <c:v>5.3180000000000005</c:v>
                </c:pt>
                <c:pt idx="1260">
                  <c:v>5.2609999999999992</c:v>
                </c:pt>
                <c:pt idx="1261">
                  <c:v>4.976</c:v>
                </c:pt>
                <c:pt idx="1262">
                  <c:v>4.9109999999999996</c:v>
                </c:pt>
                <c:pt idx="1263">
                  <c:v>4.9270000000000005</c:v>
                </c:pt>
                <c:pt idx="1264">
                  <c:v>4.9350000000000005</c:v>
                </c:pt>
                <c:pt idx="1265">
                  <c:v>5.0220000000000002</c:v>
                </c:pt>
                <c:pt idx="1266">
                  <c:v>5.1209999999999996</c:v>
                </c:pt>
                <c:pt idx="1267">
                  <c:v>5.0860000000000003</c:v>
                </c:pt>
                <c:pt idx="1268">
                  <c:v>5.0819999999999999</c:v>
                </c:pt>
                <c:pt idx="1269">
                  <c:v>5.0960000000000001</c:v>
                </c:pt>
                <c:pt idx="1270">
                  <c:v>5.0949999999999998</c:v>
                </c:pt>
                <c:pt idx="1271">
                  <c:v>5.1120000000000001</c:v>
                </c:pt>
                <c:pt idx="1272">
                  <c:v>5.149</c:v>
                </c:pt>
                <c:pt idx="1273">
                  <c:v>5.1669999999999998</c:v>
                </c:pt>
                <c:pt idx="1274">
                  <c:v>5.1829999999999998</c:v>
                </c:pt>
                <c:pt idx="1275">
                  <c:v>5.2279999999999998</c:v>
                </c:pt>
                <c:pt idx="1276">
                  <c:v>5.2110000000000003</c:v>
                </c:pt>
                <c:pt idx="1277">
                  <c:v>5.2730000000000006</c:v>
                </c:pt>
                <c:pt idx="1278">
                  <c:v>5.2629999999999999</c:v>
                </c:pt>
                <c:pt idx="1279">
                  <c:v>5.2279999999999998</c:v>
                </c:pt>
                <c:pt idx="1280">
                  <c:v>5.1479999999999997</c:v>
                </c:pt>
                <c:pt idx="1281">
                  <c:v>5.1610000000000005</c:v>
                </c:pt>
                <c:pt idx="1282">
                  <c:v>5.1460000000000008</c:v>
                </c:pt>
                <c:pt idx="1283">
                  <c:v>5.1419999999999995</c:v>
                </c:pt>
                <c:pt idx="1284">
                  <c:v>5.1079999999999997</c:v>
                </c:pt>
                <c:pt idx="1285">
                  <c:v>5.1520000000000001</c:v>
                </c:pt>
                <c:pt idx="1286">
                  <c:v>5.1099999999999994</c:v>
                </c:pt>
                <c:pt idx="1287">
                  <c:v>5.1459999999999999</c:v>
                </c:pt>
                <c:pt idx="1288">
                  <c:v>5.1950000000000003</c:v>
                </c:pt>
                <c:pt idx="1289">
                  <c:v>5.1750000000000007</c:v>
                </c:pt>
                <c:pt idx="1290">
                  <c:v>5.1929999999999996</c:v>
                </c:pt>
                <c:pt idx="1291">
                  <c:v>5.165</c:v>
                </c:pt>
                <c:pt idx="1292">
                  <c:v>5.1790000000000003</c:v>
                </c:pt>
                <c:pt idx="1293">
                  <c:v>5.2189999999999994</c:v>
                </c:pt>
                <c:pt idx="1294">
                  <c:v>5.2140000000000004</c:v>
                </c:pt>
                <c:pt idx="1295">
                  <c:v>5.2149999999999999</c:v>
                </c:pt>
                <c:pt idx="1296">
                  <c:v>5.2270000000000003</c:v>
                </c:pt>
                <c:pt idx="1297">
                  <c:v>5.2389999999999999</c:v>
                </c:pt>
                <c:pt idx="1298">
                  <c:v>5.26</c:v>
                </c:pt>
                <c:pt idx="1299">
                  <c:v>5.2549999999999999</c:v>
                </c:pt>
                <c:pt idx="1300">
                  <c:v>5.2750000000000004</c:v>
                </c:pt>
                <c:pt idx="1301">
                  <c:v>5.2869999999999999</c:v>
                </c:pt>
                <c:pt idx="1302">
                  <c:v>5.2769999999999992</c:v>
                </c:pt>
                <c:pt idx="1303">
                  <c:v>5.3130000000000006</c:v>
                </c:pt>
                <c:pt idx="1304">
                  <c:v>5.2759999999999998</c:v>
                </c:pt>
                <c:pt idx="1305">
                  <c:v>5.3120000000000003</c:v>
                </c:pt>
                <c:pt idx="1306">
                  <c:v>5.3159999999999998</c:v>
                </c:pt>
                <c:pt idx="1307">
                  <c:v>5.3029999999999999</c:v>
                </c:pt>
                <c:pt idx="1308">
                  <c:v>5.2629999999999999</c:v>
                </c:pt>
                <c:pt idx="1309">
                  <c:v>5.1940000000000008</c:v>
                </c:pt>
                <c:pt idx="1310">
                  <c:v>5.1849999999999996</c:v>
                </c:pt>
                <c:pt idx="1311">
                  <c:v>5.2549999999999999</c:v>
                </c:pt>
                <c:pt idx="1312">
                  <c:v>5.2850000000000001</c:v>
                </c:pt>
                <c:pt idx="1313">
                  <c:v>5.3159999999999998</c:v>
                </c:pt>
                <c:pt idx="1314">
                  <c:v>5.3280000000000003</c:v>
                </c:pt>
                <c:pt idx="1315">
                  <c:v>5.35</c:v>
                </c:pt>
                <c:pt idx="1316">
                  <c:v>5.5</c:v>
                </c:pt>
                <c:pt idx="1317">
                  <c:v>5.5709999999999997</c:v>
                </c:pt>
                <c:pt idx="1318">
                  <c:v>5.4670000000000005</c:v>
                </c:pt>
                <c:pt idx="1319">
                  <c:v>5.5129999999999999</c:v>
                </c:pt>
                <c:pt idx="1320">
                  <c:v>5.407</c:v>
                </c:pt>
                <c:pt idx="1321">
                  <c:v>5.3570000000000002</c:v>
                </c:pt>
                <c:pt idx="1322">
                  <c:v>5.3580000000000005</c:v>
                </c:pt>
                <c:pt idx="1323">
                  <c:v>5.2629999999999999</c:v>
                </c:pt>
                <c:pt idx="1324">
                  <c:v>5.26</c:v>
                </c:pt>
                <c:pt idx="1325">
                  <c:v>5.266</c:v>
                </c:pt>
                <c:pt idx="1326">
                  <c:v>5.21</c:v>
                </c:pt>
                <c:pt idx="1327">
                  <c:v>5.3659999999999997</c:v>
                </c:pt>
                <c:pt idx="1328">
                  <c:v>5.2789999999999999</c:v>
                </c:pt>
                <c:pt idx="1329">
                  <c:v>5.3730000000000002</c:v>
                </c:pt>
                <c:pt idx="1330">
                  <c:v>5.3710000000000004</c:v>
                </c:pt>
                <c:pt idx="1331">
                  <c:v>5.351</c:v>
                </c:pt>
                <c:pt idx="1332">
                  <c:v>5.3490000000000002</c:v>
                </c:pt>
                <c:pt idx="1333">
                  <c:v>5.3019999999999996</c:v>
                </c:pt>
                <c:pt idx="1334">
                  <c:v>5.343</c:v>
                </c:pt>
                <c:pt idx="1335">
                  <c:v>5.3140000000000001</c:v>
                </c:pt>
                <c:pt idx="1336">
                  <c:v>5.3360000000000003</c:v>
                </c:pt>
                <c:pt idx="1337">
                  <c:v>5.33</c:v>
                </c:pt>
                <c:pt idx="1338">
                  <c:v>5.3100000000000005</c:v>
                </c:pt>
                <c:pt idx="1339">
                  <c:v>5.3220000000000001</c:v>
                </c:pt>
                <c:pt idx="1340">
                  <c:v>5.3780000000000001</c:v>
                </c:pt>
                <c:pt idx="1341">
                  <c:v>5.3860000000000001</c:v>
                </c:pt>
                <c:pt idx="1342">
                  <c:v>5.3769999999999998</c:v>
                </c:pt>
                <c:pt idx="1343">
                  <c:v>5.3249999999999993</c:v>
                </c:pt>
                <c:pt idx="1344">
                  <c:v>5.3160000000000007</c:v>
                </c:pt>
                <c:pt idx="1345">
                  <c:v>5.2239999999999993</c:v>
                </c:pt>
                <c:pt idx="1346">
                  <c:v>5.266</c:v>
                </c:pt>
                <c:pt idx="1347">
                  <c:v>5.2040000000000006</c:v>
                </c:pt>
                <c:pt idx="1348">
                  <c:v>5.2349999999999994</c:v>
                </c:pt>
                <c:pt idx="1349">
                  <c:v>5.1470000000000002</c:v>
                </c:pt>
                <c:pt idx="1350">
                  <c:v>5.1639999999999997</c:v>
                </c:pt>
                <c:pt idx="1351">
                  <c:v>5.17</c:v>
                </c:pt>
                <c:pt idx="1352">
                  <c:v>5.1579999999999995</c:v>
                </c:pt>
                <c:pt idx="1353">
                  <c:v>5.1749999999999998</c:v>
                </c:pt>
                <c:pt idx="1354">
                  <c:v>5.16</c:v>
                </c:pt>
                <c:pt idx="1355">
                  <c:v>5.1210000000000004</c:v>
                </c:pt>
                <c:pt idx="1356">
                  <c:v>5.0819999999999999</c:v>
                </c:pt>
                <c:pt idx="1357">
                  <c:v>5.0449999999999999</c:v>
                </c:pt>
                <c:pt idx="1358">
                  <c:v>4.9940000000000007</c:v>
                </c:pt>
                <c:pt idx="1359">
                  <c:v>5.0239999999999991</c:v>
                </c:pt>
                <c:pt idx="1360">
                  <c:v>5.056</c:v>
                </c:pt>
                <c:pt idx="1361">
                  <c:v>5.069</c:v>
                </c:pt>
                <c:pt idx="1362">
                  <c:v>5.0310000000000006</c:v>
                </c:pt>
                <c:pt idx="1363">
                  <c:v>5.0199999999999996</c:v>
                </c:pt>
                <c:pt idx="1364">
                  <c:v>4.9979999999999993</c:v>
                </c:pt>
                <c:pt idx="1365">
                  <c:v>5.1059999999999999</c:v>
                </c:pt>
                <c:pt idx="1366">
                  <c:v>5.07</c:v>
                </c:pt>
                <c:pt idx="1367">
                  <c:v>5.0410000000000004</c:v>
                </c:pt>
                <c:pt idx="1368">
                  <c:v>4.9160000000000004</c:v>
                </c:pt>
                <c:pt idx="1369">
                  <c:v>4.9359999999999999</c:v>
                </c:pt>
                <c:pt idx="1370">
                  <c:v>5.0229999999999997</c:v>
                </c:pt>
                <c:pt idx="1371">
                  <c:v>4.9880000000000004</c:v>
                </c:pt>
                <c:pt idx="1372">
                  <c:v>5.0069999999999997</c:v>
                </c:pt>
                <c:pt idx="1373">
                  <c:v>4.9980000000000002</c:v>
                </c:pt>
                <c:pt idx="1374">
                  <c:v>5.016</c:v>
                </c:pt>
                <c:pt idx="1375">
                  <c:v>5.0469999999999997</c:v>
                </c:pt>
                <c:pt idx="1376">
                  <c:v>5.04</c:v>
                </c:pt>
                <c:pt idx="1377">
                  <c:v>5</c:v>
                </c:pt>
                <c:pt idx="1378">
                  <c:v>5.0049999999999999</c:v>
                </c:pt>
                <c:pt idx="1379">
                  <c:v>5.0709999999999997</c:v>
                </c:pt>
                <c:pt idx="1380">
                  <c:v>5.01</c:v>
                </c:pt>
                <c:pt idx="1381">
                  <c:v>4.97</c:v>
                </c:pt>
                <c:pt idx="1382">
                  <c:v>5.0120000000000005</c:v>
                </c:pt>
                <c:pt idx="1383">
                  <c:v>4.9270000000000005</c:v>
                </c:pt>
                <c:pt idx="1384">
                  <c:v>4.984</c:v>
                </c:pt>
                <c:pt idx="1385">
                  <c:v>5.0190000000000001</c:v>
                </c:pt>
                <c:pt idx="1386">
                  <c:v>4.9669999999999996</c:v>
                </c:pt>
                <c:pt idx="1387">
                  <c:v>4.9960000000000004</c:v>
                </c:pt>
                <c:pt idx="1388">
                  <c:v>5.056</c:v>
                </c:pt>
                <c:pt idx="1389">
                  <c:v>5.0459999999999994</c:v>
                </c:pt>
                <c:pt idx="1390">
                  <c:v>5.0209999999999999</c:v>
                </c:pt>
                <c:pt idx="1391">
                  <c:v>5.024</c:v>
                </c:pt>
                <c:pt idx="1392">
                  <c:v>5.0120000000000005</c:v>
                </c:pt>
                <c:pt idx="1393">
                  <c:v>5.0089999999999995</c:v>
                </c:pt>
                <c:pt idx="1394">
                  <c:v>5.0069999999999997</c:v>
                </c:pt>
                <c:pt idx="1395">
                  <c:v>5.0209999999999999</c:v>
                </c:pt>
                <c:pt idx="1396">
                  <c:v>4.99</c:v>
                </c:pt>
                <c:pt idx="1397">
                  <c:v>4.9890000000000008</c:v>
                </c:pt>
                <c:pt idx="1398">
                  <c:v>4.9849999999999994</c:v>
                </c:pt>
                <c:pt idx="1399">
                  <c:v>4.9870000000000001</c:v>
                </c:pt>
                <c:pt idx="1400">
                  <c:v>4.9690000000000003</c:v>
                </c:pt>
                <c:pt idx="1401">
                  <c:v>4.9640000000000004</c:v>
                </c:pt>
                <c:pt idx="1402">
                  <c:v>4.9279999999999999</c:v>
                </c:pt>
                <c:pt idx="1403">
                  <c:v>4.8899999999999997</c:v>
                </c:pt>
                <c:pt idx="1404">
                  <c:v>4.8540000000000001</c:v>
                </c:pt>
                <c:pt idx="1405">
                  <c:v>4.8120000000000003</c:v>
                </c:pt>
                <c:pt idx="1406">
                  <c:v>4.7620000000000005</c:v>
                </c:pt>
                <c:pt idx="1407">
                  <c:v>4.7740000000000009</c:v>
                </c:pt>
                <c:pt idx="1408">
                  <c:v>4.7810000000000006</c:v>
                </c:pt>
                <c:pt idx="1409">
                  <c:v>4.8469999999999995</c:v>
                </c:pt>
                <c:pt idx="1410">
                  <c:v>4.7740000000000009</c:v>
                </c:pt>
                <c:pt idx="1411">
                  <c:v>4.8780000000000001</c:v>
                </c:pt>
                <c:pt idx="1412">
                  <c:v>4.8360000000000003</c:v>
                </c:pt>
                <c:pt idx="1413">
                  <c:v>4.8420000000000005</c:v>
                </c:pt>
                <c:pt idx="1414">
                  <c:v>4.8360000000000003</c:v>
                </c:pt>
                <c:pt idx="1415">
                  <c:v>4.8390000000000004</c:v>
                </c:pt>
                <c:pt idx="1416">
                  <c:v>4.9039999999999999</c:v>
                </c:pt>
                <c:pt idx="1417">
                  <c:v>4.9139999999999997</c:v>
                </c:pt>
                <c:pt idx="1418">
                  <c:v>4.8629999999999995</c:v>
                </c:pt>
                <c:pt idx="1419">
                  <c:v>4.8389999999999995</c:v>
                </c:pt>
                <c:pt idx="1420">
                  <c:v>4.97</c:v>
                </c:pt>
                <c:pt idx="1421">
                  <c:v>5.0069999999999997</c:v>
                </c:pt>
                <c:pt idx="1422">
                  <c:v>4.9339999999999993</c:v>
                </c:pt>
                <c:pt idx="1423">
                  <c:v>4.9239999999999995</c:v>
                </c:pt>
                <c:pt idx="1424">
                  <c:v>4.8810000000000002</c:v>
                </c:pt>
                <c:pt idx="1425">
                  <c:v>4.8499999999999996</c:v>
                </c:pt>
                <c:pt idx="1426">
                  <c:v>4.8940000000000001</c:v>
                </c:pt>
                <c:pt idx="1427">
                  <c:v>4.8599999999999994</c:v>
                </c:pt>
                <c:pt idx="1428">
                  <c:v>4.8019999999999996</c:v>
                </c:pt>
                <c:pt idx="1429">
                  <c:v>4.79</c:v>
                </c:pt>
                <c:pt idx="1430">
                  <c:v>4.7220000000000004</c:v>
                </c:pt>
                <c:pt idx="1431">
                  <c:v>4.74</c:v>
                </c:pt>
                <c:pt idx="1432">
                  <c:v>4.8419999999999996</c:v>
                </c:pt>
                <c:pt idx="1433">
                  <c:v>4.8319999999999999</c:v>
                </c:pt>
                <c:pt idx="1434">
                  <c:v>4.8019999999999996</c:v>
                </c:pt>
                <c:pt idx="1435">
                  <c:v>4.7670000000000003</c:v>
                </c:pt>
                <c:pt idx="1436">
                  <c:v>4.6420000000000003</c:v>
                </c:pt>
                <c:pt idx="1437">
                  <c:v>4.7889999999999997</c:v>
                </c:pt>
                <c:pt idx="1438">
                  <c:v>4.7589999999999995</c:v>
                </c:pt>
                <c:pt idx="1439">
                  <c:v>4.8159999999999998</c:v>
                </c:pt>
                <c:pt idx="1440">
                  <c:v>4.7680000000000007</c:v>
                </c:pt>
                <c:pt idx="1441">
                  <c:v>4.6719999999999997</c:v>
                </c:pt>
                <c:pt idx="1442">
                  <c:v>4.6720000000000006</c:v>
                </c:pt>
                <c:pt idx="1443">
                  <c:v>4.633</c:v>
                </c:pt>
                <c:pt idx="1444">
                  <c:v>4.6560000000000006</c:v>
                </c:pt>
                <c:pt idx="1445">
                  <c:v>4.7169999999999996</c:v>
                </c:pt>
                <c:pt idx="1446">
                  <c:v>4.5920000000000005</c:v>
                </c:pt>
                <c:pt idx="1447">
                  <c:v>4.5809999999999995</c:v>
                </c:pt>
                <c:pt idx="1448">
                  <c:v>4.5599999999999996</c:v>
                </c:pt>
                <c:pt idx="1449">
                  <c:v>4.5549999999999997</c:v>
                </c:pt>
                <c:pt idx="1450">
                  <c:v>4.492</c:v>
                </c:pt>
                <c:pt idx="1451">
                  <c:v>4.4529999999999994</c:v>
                </c:pt>
                <c:pt idx="1452">
                  <c:v>4.49</c:v>
                </c:pt>
                <c:pt idx="1453">
                  <c:v>4.5140000000000002</c:v>
                </c:pt>
                <c:pt idx="1454">
                  <c:v>4.532</c:v>
                </c:pt>
                <c:pt idx="1455">
                  <c:v>4.5010000000000003</c:v>
                </c:pt>
                <c:pt idx="1456">
                  <c:v>4.4530000000000003</c:v>
                </c:pt>
                <c:pt idx="1457">
                  <c:v>4.4130000000000003</c:v>
                </c:pt>
                <c:pt idx="1458">
                  <c:v>4.4369999999999994</c:v>
                </c:pt>
                <c:pt idx="1459">
                  <c:v>4.3930000000000007</c:v>
                </c:pt>
                <c:pt idx="1460">
                  <c:v>4.452</c:v>
                </c:pt>
                <c:pt idx="1461">
                  <c:v>4.4020000000000001</c:v>
                </c:pt>
                <c:pt idx="1462">
                  <c:v>4.391</c:v>
                </c:pt>
                <c:pt idx="1463">
                  <c:v>4.3470000000000004</c:v>
                </c:pt>
                <c:pt idx="1464">
                  <c:v>4.3209999999999997</c:v>
                </c:pt>
                <c:pt idx="1465">
                  <c:v>4.5660000000000007</c:v>
                </c:pt>
                <c:pt idx="1466">
                  <c:v>4.4980000000000002</c:v>
                </c:pt>
                <c:pt idx="1467">
                  <c:v>4.4710000000000001</c:v>
                </c:pt>
                <c:pt idx="1468">
                  <c:v>4.4939999999999998</c:v>
                </c:pt>
                <c:pt idx="1469">
                  <c:v>4.4799999999999995</c:v>
                </c:pt>
                <c:pt idx="1470">
                  <c:v>4.4550000000000001</c:v>
                </c:pt>
                <c:pt idx="1471">
                  <c:v>4.4580000000000002</c:v>
                </c:pt>
                <c:pt idx="1472">
                  <c:v>4.4249999999999998</c:v>
                </c:pt>
                <c:pt idx="1473">
                  <c:v>4.423</c:v>
                </c:pt>
                <c:pt idx="1474">
                  <c:v>4.4090000000000007</c:v>
                </c:pt>
                <c:pt idx="1475">
                  <c:v>4.3800000000000008</c:v>
                </c:pt>
                <c:pt idx="1476">
                  <c:v>4.3710000000000004</c:v>
                </c:pt>
                <c:pt idx="1477">
                  <c:v>4.4049999999999994</c:v>
                </c:pt>
                <c:pt idx="1478">
                  <c:v>4.3879999999999999</c:v>
                </c:pt>
                <c:pt idx="1479">
                  <c:v>4.3940000000000001</c:v>
                </c:pt>
                <c:pt idx="1480">
                  <c:v>4.4149999999999991</c:v>
                </c:pt>
                <c:pt idx="1481">
                  <c:v>4.3840000000000003</c:v>
                </c:pt>
                <c:pt idx="1482">
                  <c:v>4.3680000000000003</c:v>
                </c:pt>
                <c:pt idx="1483">
                  <c:v>4.32</c:v>
                </c:pt>
                <c:pt idx="1484">
                  <c:v>4.3559999999999999</c:v>
                </c:pt>
                <c:pt idx="1485">
                  <c:v>4.3320000000000007</c:v>
                </c:pt>
                <c:pt idx="1486">
                  <c:v>4.3360000000000003</c:v>
                </c:pt>
                <c:pt idx="1487">
                  <c:v>4.2949999999999999</c:v>
                </c:pt>
                <c:pt idx="1488">
                  <c:v>4.3380000000000001</c:v>
                </c:pt>
                <c:pt idx="1489">
                  <c:v>4.3470000000000004</c:v>
                </c:pt>
                <c:pt idx="1490">
                  <c:v>4.3620000000000001</c:v>
                </c:pt>
                <c:pt idx="1491">
                  <c:v>4.4120000000000008</c:v>
                </c:pt>
                <c:pt idx="1492">
                  <c:v>4.3769999999999998</c:v>
                </c:pt>
                <c:pt idx="1493">
                  <c:v>4.423</c:v>
                </c:pt>
                <c:pt idx="1494">
                  <c:v>4.4050000000000002</c:v>
                </c:pt>
                <c:pt idx="1495">
                  <c:v>4.415</c:v>
                </c:pt>
                <c:pt idx="1496">
                  <c:v>4.367</c:v>
                </c:pt>
                <c:pt idx="1497">
                  <c:v>4.468</c:v>
                </c:pt>
                <c:pt idx="1498">
                  <c:v>4.452</c:v>
                </c:pt>
                <c:pt idx="1499">
                  <c:v>4.476</c:v>
                </c:pt>
                <c:pt idx="1500">
                  <c:v>4.516</c:v>
                </c:pt>
                <c:pt idx="1501">
                  <c:v>4.569</c:v>
                </c:pt>
                <c:pt idx="1502">
                  <c:v>4.5360000000000005</c:v>
                </c:pt>
                <c:pt idx="1503">
                  <c:v>4.4939999999999998</c:v>
                </c:pt>
                <c:pt idx="1504">
                  <c:v>4.53</c:v>
                </c:pt>
                <c:pt idx="1505">
                  <c:v>4.4749999999999996</c:v>
                </c:pt>
                <c:pt idx="1506">
                  <c:v>4.4990000000000006</c:v>
                </c:pt>
                <c:pt idx="1507">
                  <c:v>4.556</c:v>
                </c:pt>
                <c:pt idx="1508">
                  <c:v>4.5289999999999999</c:v>
                </c:pt>
                <c:pt idx="1509">
                  <c:v>4.5449999999999999</c:v>
                </c:pt>
                <c:pt idx="1510">
                  <c:v>4.5179999999999998</c:v>
                </c:pt>
                <c:pt idx="1511">
                  <c:v>4.5219999999999994</c:v>
                </c:pt>
                <c:pt idx="1512">
                  <c:v>4.4879999999999995</c:v>
                </c:pt>
                <c:pt idx="1513">
                  <c:v>4.5659999999999998</c:v>
                </c:pt>
                <c:pt idx="1514">
                  <c:v>4.5459999999999994</c:v>
                </c:pt>
                <c:pt idx="1515">
                  <c:v>4.601</c:v>
                </c:pt>
                <c:pt idx="1516">
                  <c:v>4.5589999999999993</c:v>
                </c:pt>
                <c:pt idx="1517">
                  <c:v>4.625</c:v>
                </c:pt>
                <c:pt idx="1518">
                  <c:v>4.8049999999999997</c:v>
                </c:pt>
                <c:pt idx="1519">
                  <c:v>4.8339999999999996</c:v>
                </c:pt>
                <c:pt idx="1520">
                  <c:v>4.8239999999999998</c:v>
                </c:pt>
                <c:pt idx="1521">
                  <c:v>4.8159999999999998</c:v>
                </c:pt>
                <c:pt idx="1522">
                  <c:v>4.84</c:v>
                </c:pt>
                <c:pt idx="1523">
                  <c:v>4.6829999999999998</c:v>
                </c:pt>
                <c:pt idx="1524">
                  <c:v>4.7389999999999999</c:v>
                </c:pt>
                <c:pt idx="1525">
                  <c:v>4.8070000000000004</c:v>
                </c:pt>
                <c:pt idx="1526">
                  <c:v>4.82</c:v>
                </c:pt>
                <c:pt idx="1527">
                  <c:v>4.9369999999999994</c:v>
                </c:pt>
                <c:pt idx="1528">
                  <c:v>4.8889999999999993</c:v>
                </c:pt>
                <c:pt idx="1529">
                  <c:v>4.8680000000000003</c:v>
                </c:pt>
                <c:pt idx="1530">
                  <c:v>4.8650000000000002</c:v>
                </c:pt>
                <c:pt idx="1531">
                  <c:v>4.8789999999999996</c:v>
                </c:pt>
                <c:pt idx="1532">
                  <c:v>4.9279999999999999</c:v>
                </c:pt>
                <c:pt idx="1533">
                  <c:v>4.9279999999999999</c:v>
                </c:pt>
                <c:pt idx="1534">
                  <c:v>4.9180000000000001</c:v>
                </c:pt>
                <c:pt idx="1535">
                  <c:v>4.9639999999999995</c:v>
                </c:pt>
                <c:pt idx="1536">
                  <c:v>4.9969999999999999</c:v>
                </c:pt>
                <c:pt idx="1537">
                  <c:v>5.01</c:v>
                </c:pt>
                <c:pt idx="1538">
                  <c:v>5.0090000000000003</c:v>
                </c:pt>
                <c:pt idx="1539">
                  <c:v>4.9770000000000003</c:v>
                </c:pt>
                <c:pt idx="1540">
                  <c:v>4.9239999999999995</c:v>
                </c:pt>
                <c:pt idx="1541">
                  <c:v>4.891</c:v>
                </c:pt>
                <c:pt idx="1542">
                  <c:v>4.8729999999999993</c:v>
                </c:pt>
                <c:pt idx="1543">
                  <c:v>4.8859999999999992</c:v>
                </c:pt>
                <c:pt idx="1544">
                  <c:v>4.8659999999999997</c:v>
                </c:pt>
                <c:pt idx="1545">
                  <c:v>4.9509999999999996</c:v>
                </c:pt>
                <c:pt idx="1546">
                  <c:v>4.9740000000000002</c:v>
                </c:pt>
                <c:pt idx="1547">
                  <c:v>4.9580000000000002</c:v>
                </c:pt>
                <c:pt idx="1548">
                  <c:v>4.9740000000000002</c:v>
                </c:pt>
                <c:pt idx="1549">
                  <c:v>4.9930000000000003</c:v>
                </c:pt>
                <c:pt idx="1550">
                  <c:v>4.96</c:v>
                </c:pt>
                <c:pt idx="1551">
                  <c:v>4.891</c:v>
                </c:pt>
                <c:pt idx="1552">
                  <c:v>4.9110000000000005</c:v>
                </c:pt>
                <c:pt idx="1553">
                  <c:v>4.9439999999999991</c:v>
                </c:pt>
                <c:pt idx="1554">
                  <c:v>4.9349999999999996</c:v>
                </c:pt>
                <c:pt idx="1555">
                  <c:v>4.915</c:v>
                </c:pt>
                <c:pt idx="1556">
                  <c:v>4.8889999999999993</c:v>
                </c:pt>
                <c:pt idx="1557">
                  <c:v>4.8810000000000002</c:v>
                </c:pt>
                <c:pt idx="1558">
                  <c:v>4.8259999999999996</c:v>
                </c:pt>
                <c:pt idx="1559">
                  <c:v>4.8150000000000004</c:v>
                </c:pt>
                <c:pt idx="1560">
                  <c:v>4.8379999999999992</c:v>
                </c:pt>
                <c:pt idx="1561">
                  <c:v>4.8780000000000001</c:v>
                </c:pt>
                <c:pt idx="1562">
                  <c:v>4.8620000000000001</c:v>
                </c:pt>
                <c:pt idx="1563">
                  <c:v>4.9180000000000001</c:v>
                </c:pt>
                <c:pt idx="1564">
                  <c:v>4.8529999999999998</c:v>
                </c:pt>
                <c:pt idx="1565">
                  <c:v>4.8289999999999997</c:v>
                </c:pt>
                <c:pt idx="1566">
                  <c:v>4.7969999999999997</c:v>
                </c:pt>
                <c:pt idx="1567">
                  <c:v>4.8279999999999994</c:v>
                </c:pt>
                <c:pt idx="1568">
                  <c:v>4.7919999999999998</c:v>
                </c:pt>
                <c:pt idx="1569">
                  <c:v>4.8179999999999996</c:v>
                </c:pt>
                <c:pt idx="1570">
                  <c:v>4.7299999999999995</c:v>
                </c:pt>
                <c:pt idx="1571">
                  <c:v>4.7110000000000003</c:v>
                </c:pt>
                <c:pt idx="1572">
                  <c:v>4.7289999999999992</c:v>
                </c:pt>
                <c:pt idx="1573">
                  <c:v>4.6879999999999997</c:v>
                </c:pt>
                <c:pt idx="1574">
                  <c:v>4.6560000000000006</c:v>
                </c:pt>
                <c:pt idx="1575">
                  <c:v>4.7029999999999994</c:v>
                </c:pt>
                <c:pt idx="1576">
                  <c:v>4.7639999999999993</c:v>
                </c:pt>
                <c:pt idx="1577">
                  <c:v>4.758</c:v>
                </c:pt>
                <c:pt idx="1578">
                  <c:v>4.72</c:v>
                </c:pt>
                <c:pt idx="1579">
                  <c:v>4.7459999999999996</c:v>
                </c:pt>
                <c:pt idx="1580">
                  <c:v>4.6870000000000003</c:v>
                </c:pt>
                <c:pt idx="1581">
                  <c:v>4.7079999999999993</c:v>
                </c:pt>
                <c:pt idx="1582">
                  <c:v>4.7359999999999998</c:v>
                </c:pt>
                <c:pt idx="1583">
                  <c:v>4.7539999999999996</c:v>
                </c:pt>
                <c:pt idx="1584">
                  <c:v>4.8079999999999998</c:v>
                </c:pt>
                <c:pt idx="1585">
                  <c:v>4.7969999999999997</c:v>
                </c:pt>
                <c:pt idx="1586">
                  <c:v>4.7230000000000008</c:v>
                </c:pt>
                <c:pt idx="1587">
                  <c:v>4.6580000000000004</c:v>
                </c:pt>
                <c:pt idx="1588">
                  <c:v>4.7039999999999997</c:v>
                </c:pt>
                <c:pt idx="1589">
                  <c:v>4.71</c:v>
                </c:pt>
                <c:pt idx="1590">
                  <c:v>4.7320000000000002</c:v>
                </c:pt>
                <c:pt idx="1591">
                  <c:v>4.7960000000000003</c:v>
                </c:pt>
                <c:pt idx="1592">
                  <c:v>4.7969999999999997</c:v>
                </c:pt>
                <c:pt idx="1593">
                  <c:v>4.8380000000000001</c:v>
                </c:pt>
                <c:pt idx="1594">
                  <c:v>4.8069999999999995</c:v>
                </c:pt>
                <c:pt idx="1595">
                  <c:v>4.8000000000000007</c:v>
                </c:pt>
                <c:pt idx="1596">
                  <c:v>4.7569999999999997</c:v>
                </c:pt>
                <c:pt idx="1597">
                  <c:v>4.7910000000000004</c:v>
                </c:pt>
                <c:pt idx="1598">
                  <c:v>4.8330000000000002</c:v>
                </c:pt>
                <c:pt idx="1599">
                  <c:v>4.7759999999999998</c:v>
                </c:pt>
                <c:pt idx="1600">
                  <c:v>4.7880000000000003</c:v>
                </c:pt>
                <c:pt idx="1601">
                  <c:v>4.7119999999999997</c:v>
                </c:pt>
                <c:pt idx="1602">
                  <c:v>4.734</c:v>
                </c:pt>
                <c:pt idx="1603">
                  <c:v>4.7609999999999992</c:v>
                </c:pt>
                <c:pt idx="1604">
                  <c:v>4.7549999999999999</c:v>
                </c:pt>
                <c:pt idx="1605">
                  <c:v>4.7210000000000001</c:v>
                </c:pt>
                <c:pt idx="1606">
                  <c:v>4.694</c:v>
                </c:pt>
                <c:pt idx="1607">
                  <c:v>4.7270000000000003</c:v>
                </c:pt>
                <c:pt idx="1608">
                  <c:v>4.8499999999999996</c:v>
                </c:pt>
                <c:pt idx="1609">
                  <c:v>4.8149999999999995</c:v>
                </c:pt>
                <c:pt idx="1610">
                  <c:v>4.8959999999999999</c:v>
                </c:pt>
                <c:pt idx="1611">
                  <c:v>4.923</c:v>
                </c:pt>
                <c:pt idx="1612">
                  <c:v>4.9120000000000008</c:v>
                </c:pt>
                <c:pt idx="1613">
                  <c:v>5.0190000000000001</c:v>
                </c:pt>
                <c:pt idx="1614">
                  <c:v>4.9290000000000003</c:v>
                </c:pt>
                <c:pt idx="1615">
                  <c:v>4.9109999999999996</c:v>
                </c:pt>
                <c:pt idx="1616">
                  <c:v>4.827</c:v>
                </c:pt>
                <c:pt idx="1617">
                  <c:v>4.8579999999999997</c:v>
                </c:pt>
                <c:pt idx="1618">
                  <c:v>4.8900000000000006</c:v>
                </c:pt>
                <c:pt idx="1619">
                  <c:v>4.95</c:v>
                </c:pt>
                <c:pt idx="1620">
                  <c:v>4.9160000000000004</c:v>
                </c:pt>
                <c:pt idx="1621">
                  <c:v>4.8940000000000001</c:v>
                </c:pt>
                <c:pt idx="1622">
                  <c:v>4.9339999999999993</c:v>
                </c:pt>
                <c:pt idx="1623">
                  <c:v>5.0009999999999994</c:v>
                </c:pt>
                <c:pt idx="1624">
                  <c:v>5.0049999999999999</c:v>
                </c:pt>
                <c:pt idx="1625">
                  <c:v>4.9879999999999995</c:v>
                </c:pt>
                <c:pt idx="1626">
                  <c:v>5.0040000000000004</c:v>
                </c:pt>
                <c:pt idx="1627">
                  <c:v>4.96</c:v>
                </c:pt>
                <c:pt idx="1628">
                  <c:v>4.9849999999999994</c:v>
                </c:pt>
                <c:pt idx="1629">
                  <c:v>4.9879999999999995</c:v>
                </c:pt>
                <c:pt idx="1630">
                  <c:v>4.9110000000000005</c:v>
                </c:pt>
                <c:pt idx="1631">
                  <c:v>4.9489999999999998</c:v>
                </c:pt>
                <c:pt idx="1632">
                  <c:v>4.9339999999999993</c:v>
                </c:pt>
                <c:pt idx="1633">
                  <c:v>4.83</c:v>
                </c:pt>
                <c:pt idx="1634">
                  <c:v>4.8579999999999997</c:v>
                </c:pt>
                <c:pt idx="1635">
                  <c:v>4.798</c:v>
                </c:pt>
                <c:pt idx="1636">
                  <c:v>4.7949999999999999</c:v>
                </c:pt>
                <c:pt idx="1637">
                  <c:v>4.782</c:v>
                </c:pt>
                <c:pt idx="1638">
                  <c:v>4.8099999999999996</c:v>
                </c:pt>
                <c:pt idx="1639">
                  <c:v>4.82</c:v>
                </c:pt>
                <c:pt idx="1640">
                  <c:v>4.8529999999999998</c:v>
                </c:pt>
                <c:pt idx="1641">
                  <c:v>4.8609999999999998</c:v>
                </c:pt>
                <c:pt idx="1642">
                  <c:v>4.8019999999999996</c:v>
                </c:pt>
                <c:pt idx="1643">
                  <c:v>4.7569999999999997</c:v>
                </c:pt>
                <c:pt idx="1644">
                  <c:v>4.7679999999999998</c:v>
                </c:pt>
                <c:pt idx="1645">
                  <c:v>4.7779999999999996</c:v>
                </c:pt>
                <c:pt idx="1646">
                  <c:v>4.87</c:v>
                </c:pt>
                <c:pt idx="1647">
                  <c:v>4.9020000000000001</c:v>
                </c:pt>
                <c:pt idx="1648">
                  <c:v>4.8819999999999997</c:v>
                </c:pt>
                <c:pt idx="1649">
                  <c:v>4.9359999999999999</c:v>
                </c:pt>
                <c:pt idx="1650">
                  <c:v>4.9879999999999995</c:v>
                </c:pt>
                <c:pt idx="1651">
                  <c:v>4.8940000000000001</c:v>
                </c:pt>
                <c:pt idx="1652">
                  <c:v>5.0180000000000007</c:v>
                </c:pt>
                <c:pt idx="1653">
                  <c:v>5.0999999999999996</c:v>
                </c:pt>
                <c:pt idx="1654">
                  <c:v>5.069</c:v>
                </c:pt>
                <c:pt idx="1655">
                  <c:v>4.9489999999999998</c:v>
                </c:pt>
                <c:pt idx="1656">
                  <c:v>4.8499999999999996</c:v>
                </c:pt>
                <c:pt idx="1657">
                  <c:v>4.8580000000000005</c:v>
                </c:pt>
                <c:pt idx="1658">
                  <c:v>4.6950000000000003</c:v>
                </c:pt>
                <c:pt idx="1659">
                  <c:v>4.7780000000000005</c:v>
                </c:pt>
                <c:pt idx="1660">
                  <c:v>4.6869999999999994</c:v>
                </c:pt>
                <c:pt idx="1661">
                  <c:v>4.6230000000000002</c:v>
                </c:pt>
                <c:pt idx="1662">
                  <c:v>4.6560000000000006</c:v>
                </c:pt>
                <c:pt idx="1663">
                  <c:v>4.7040000000000006</c:v>
                </c:pt>
                <c:pt idx="1664">
                  <c:v>4.7430000000000003</c:v>
                </c:pt>
                <c:pt idx="1665">
                  <c:v>4.8089999999999993</c:v>
                </c:pt>
                <c:pt idx="1666">
                  <c:v>4.7489999999999997</c:v>
                </c:pt>
                <c:pt idx="1667">
                  <c:v>4.7990000000000004</c:v>
                </c:pt>
                <c:pt idx="1668">
                  <c:v>4.7789999999999999</c:v>
                </c:pt>
                <c:pt idx="1669">
                  <c:v>4.9399999999999995</c:v>
                </c:pt>
                <c:pt idx="1670">
                  <c:v>4.9539999999999997</c:v>
                </c:pt>
                <c:pt idx="1671">
                  <c:v>4.9659999999999993</c:v>
                </c:pt>
                <c:pt idx="1672">
                  <c:v>5.0729999999999995</c:v>
                </c:pt>
                <c:pt idx="1673">
                  <c:v>5.1079999999999997</c:v>
                </c:pt>
                <c:pt idx="1674">
                  <c:v>5.0349999999999993</c:v>
                </c:pt>
                <c:pt idx="1675">
                  <c:v>4.9049999999999994</c:v>
                </c:pt>
                <c:pt idx="1676">
                  <c:v>4.8290000000000006</c:v>
                </c:pt>
                <c:pt idx="1677">
                  <c:v>4.8550000000000004</c:v>
                </c:pt>
                <c:pt idx="1678">
                  <c:v>4.7140000000000004</c:v>
                </c:pt>
                <c:pt idx="1679">
                  <c:v>4.6709999999999994</c:v>
                </c:pt>
                <c:pt idx="1680">
                  <c:v>4.5980000000000008</c:v>
                </c:pt>
                <c:pt idx="1681">
                  <c:v>4.5779999999999994</c:v>
                </c:pt>
                <c:pt idx="1682">
                  <c:v>4.4610000000000003</c:v>
                </c:pt>
                <c:pt idx="1683">
                  <c:v>4.4510000000000005</c:v>
                </c:pt>
                <c:pt idx="1684">
                  <c:v>4.511000000000001</c:v>
                </c:pt>
                <c:pt idx="1685">
                  <c:v>4.4939999999999998</c:v>
                </c:pt>
                <c:pt idx="1686">
                  <c:v>4.3309999999999995</c:v>
                </c:pt>
                <c:pt idx="1687">
                  <c:v>4.3760000000000003</c:v>
                </c:pt>
                <c:pt idx="1688">
                  <c:v>4.4109999999999996</c:v>
                </c:pt>
                <c:pt idx="1689">
                  <c:v>4.4339999999999993</c:v>
                </c:pt>
                <c:pt idx="1690">
                  <c:v>4.5229999999999997</c:v>
                </c:pt>
                <c:pt idx="1691">
                  <c:v>4.4779999999999998</c:v>
                </c:pt>
                <c:pt idx="1692">
                  <c:v>4.359</c:v>
                </c:pt>
                <c:pt idx="1693">
                  <c:v>4.3070000000000004</c:v>
                </c:pt>
                <c:pt idx="1694">
                  <c:v>4.2539999999999996</c:v>
                </c:pt>
                <c:pt idx="1695">
                  <c:v>4.3989999999999991</c:v>
                </c:pt>
                <c:pt idx="1696">
                  <c:v>4.359</c:v>
                </c:pt>
                <c:pt idx="1697">
                  <c:v>4.4689999999999994</c:v>
                </c:pt>
                <c:pt idx="1698">
                  <c:v>4.5149999999999997</c:v>
                </c:pt>
                <c:pt idx="1699">
                  <c:v>4.302999999999999</c:v>
                </c:pt>
                <c:pt idx="1700">
                  <c:v>4.2210000000000001</c:v>
                </c:pt>
                <c:pt idx="1701">
                  <c:v>4.2550000000000008</c:v>
                </c:pt>
                <c:pt idx="1702">
                  <c:v>4.2439999999999998</c:v>
                </c:pt>
                <c:pt idx="1703">
                  <c:v>4.2669999999999995</c:v>
                </c:pt>
                <c:pt idx="1704">
                  <c:v>4.2330000000000005</c:v>
                </c:pt>
                <c:pt idx="1705">
                  <c:v>4.2829999999999995</c:v>
                </c:pt>
                <c:pt idx="1706">
                  <c:v>4.2629999999999999</c:v>
                </c:pt>
                <c:pt idx="1707">
                  <c:v>4.3049999999999997</c:v>
                </c:pt>
                <c:pt idx="1708">
                  <c:v>4.2490000000000006</c:v>
                </c:pt>
                <c:pt idx="1709">
                  <c:v>4.1289999999999996</c:v>
                </c:pt>
                <c:pt idx="1710">
                  <c:v>4.4480000000000004</c:v>
                </c:pt>
                <c:pt idx="1711">
                  <c:v>4.3529999999999998</c:v>
                </c:pt>
                <c:pt idx="1712">
                  <c:v>4.3309999999999995</c:v>
                </c:pt>
                <c:pt idx="1713">
                  <c:v>4.415</c:v>
                </c:pt>
                <c:pt idx="1714">
                  <c:v>4.3109999999999999</c:v>
                </c:pt>
                <c:pt idx="1715">
                  <c:v>4.3049999999999997</c:v>
                </c:pt>
                <c:pt idx="1716">
                  <c:v>4.4039999999999999</c:v>
                </c:pt>
                <c:pt idx="1717">
                  <c:v>4.3879999999999999</c:v>
                </c:pt>
                <c:pt idx="1718">
                  <c:v>4.3859999999999992</c:v>
                </c:pt>
                <c:pt idx="1719">
                  <c:v>4.4649999999999999</c:v>
                </c:pt>
                <c:pt idx="1720">
                  <c:v>4.4800000000000004</c:v>
                </c:pt>
                <c:pt idx="1721">
                  <c:v>4.5790000000000006</c:v>
                </c:pt>
                <c:pt idx="1722">
                  <c:v>4.5259999999999998</c:v>
                </c:pt>
                <c:pt idx="1723">
                  <c:v>4.5990000000000002</c:v>
                </c:pt>
                <c:pt idx="1724">
                  <c:v>4.5549999999999997</c:v>
                </c:pt>
                <c:pt idx="1725">
                  <c:v>4.5439999999999996</c:v>
                </c:pt>
                <c:pt idx="1726">
                  <c:v>4.6099999999999994</c:v>
                </c:pt>
                <c:pt idx="1727">
                  <c:v>4.5649999999999995</c:v>
                </c:pt>
                <c:pt idx="1728">
                  <c:v>4.4740000000000002</c:v>
                </c:pt>
                <c:pt idx="1729">
                  <c:v>4.5140000000000002</c:v>
                </c:pt>
                <c:pt idx="1730">
                  <c:v>4.4960000000000004</c:v>
                </c:pt>
                <c:pt idx="1731">
                  <c:v>4.46</c:v>
                </c:pt>
                <c:pt idx="1732">
                  <c:v>4.5380000000000003</c:v>
                </c:pt>
                <c:pt idx="1733">
                  <c:v>4.4640000000000004</c:v>
                </c:pt>
                <c:pt idx="1734">
                  <c:v>4.4560000000000004</c:v>
                </c:pt>
                <c:pt idx="1735">
                  <c:v>4.3689999999999998</c:v>
                </c:pt>
                <c:pt idx="1736">
                  <c:v>4.1739999999999995</c:v>
                </c:pt>
                <c:pt idx="1737">
                  <c:v>4.0910000000000002</c:v>
                </c:pt>
                <c:pt idx="1738">
                  <c:v>4.2619999999999996</c:v>
                </c:pt>
                <c:pt idx="1739">
                  <c:v>4.3369999999999997</c:v>
                </c:pt>
                <c:pt idx="1740">
                  <c:v>4.2960000000000003</c:v>
                </c:pt>
                <c:pt idx="1741">
                  <c:v>4.1720000000000006</c:v>
                </c:pt>
                <c:pt idx="1742">
                  <c:v>4.2359999999999998</c:v>
                </c:pt>
                <c:pt idx="1743">
                  <c:v>4.3289999999999997</c:v>
                </c:pt>
                <c:pt idx="1744">
                  <c:v>4.3140000000000001</c:v>
                </c:pt>
                <c:pt idx="1745">
                  <c:v>4.2069999999999999</c:v>
                </c:pt>
                <c:pt idx="1746">
                  <c:v>4.266</c:v>
                </c:pt>
                <c:pt idx="1747">
                  <c:v>4.359</c:v>
                </c:pt>
                <c:pt idx="1748">
                  <c:v>4.4700000000000006</c:v>
                </c:pt>
                <c:pt idx="1749">
                  <c:v>4.5440000000000005</c:v>
                </c:pt>
                <c:pt idx="1750">
                  <c:v>4.5709999999999997</c:v>
                </c:pt>
                <c:pt idx="1751">
                  <c:v>4.363999999999999</c:v>
                </c:pt>
                <c:pt idx="1752">
                  <c:v>4.3440000000000003</c:v>
                </c:pt>
                <c:pt idx="1753">
                  <c:v>4.3250000000000002</c:v>
                </c:pt>
                <c:pt idx="1754">
                  <c:v>4.4369999999999994</c:v>
                </c:pt>
                <c:pt idx="1755">
                  <c:v>4.431</c:v>
                </c:pt>
                <c:pt idx="1756">
                  <c:v>4.4269999999999996</c:v>
                </c:pt>
                <c:pt idx="1757">
                  <c:v>4.4240000000000004</c:v>
                </c:pt>
                <c:pt idx="1758">
                  <c:v>4.5079999999999991</c:v>
                </c:pt>
                <c:pt idx="1759">
                  <c:v>4.4770000000000003</c:v>
                </c:pt>
                <c:pt idx="1760">
                  <c:v>4.4240000000000004</c:v>
                </c:pt>
                <c:pt idx="1761">
                  <c:v>4.4089999999999998</c:v>
                </c:pt>
                <c:pt idx="1762">
                  <c:v>4.53</c:v>
                </c:pt>
                <c:pt idx="1763">
                  <c:v>4.6440000000000001</c:v>
                </c:pt>
                <c:pt idx="1764">
                  <c:v>4.5809999999999995</c:v>
                </c:pt>
                <c:pt idx="1765">
                  <c:v>4.5570000000000004</c:v>
                </c:pt>
                <c:pt idx="1766">
                  <c:v>4.5579999999999998</c:v>
                </c:pt>
                <c:pt idx="1767">
                  <c:v>4.6519999999999992</c:v>
                </c:pt>
                <c:pt idx="1768">
                  <c:v>4.6500000000000004</c:v>
                </c:pt>
                <c:pt idx="1769">
                  <c:v>4.6400000000000006</c:v>
                </c:pt>
                <c:pt idx="1770">
                  <c:v>4.4459999999999997</c:v>
                </c:pt>
                <c:pt idx="1771">
                  <c:v>4.5120000000000005</c:v>
                </c:pt>
                <c:pt idx="1772">
                  <c:v>4.4770000000000003</c:v>
                </c:pt>
                <c:pt idx="1773">
                  <c:v>4.47</c:v>
                </c:pt>
                <c:pt idx="1774">
                  <c:v>4.5779999999999994</c:v>
                </c:pt>
                <c:pt idx="1775">
                  <c:v>4.5299999999999994</c:v>
                </c:pt>
                <c:pt idx="1776">
                  <c:v>4.3970000000000002</c:v>
                </c:pt>
                <c:pt idx="1777">
                  <c:v>4.4489999999999998</c:v>
                </c:pt>
                <c:pt idx="1778">
                  <c:v>4.2919999999999998</c:v>
                </c:pt>
                <c:pt idx="1779">
                  <c:v>4.3620000000000001</c:v>
                </c:pt>
                <c:pt idx="1780">
                  <c:v>4.2840000000000007</c:v>
                </c:pt>
                <c:pt idx="1781">
                  <c:v>4.24</c:v>
                </c:pt>
                <c:pt idx="1782">
                  <c:v>4.2309999999999999</c:v>
                </c:pt>
                <c:pt idx="1783">
                  <c:v>4.1760000000000002</c:v>
                </c:pt>
                <c:pt idx="1784">
                  <c:v>4.2620000000000005</c:v>
                </c:pt>
                <c:pt idx="1785">
                  <c:v>4.1769999999999996</c:v>
                </c:pt>
                <c:pt idx="1786">
                  <c:v>4.133</c:v>
                </c:pt>
                <c:pt idx="1787">
                  <c:v>4.0779999999999994</c:v>
                </c:pt>
                <c:pt idx="1788">
                  <c:v>3.9550000000000001</c:v>
                </c:pt>
                <c:pt idx="1789">
                  <c:v>4.032</c:v>
                </c:pt>
                <c:pt idx="1790">
                  <c:v>3.8490000000000002</c:v>
                </c:pt>
                <c:pt idx="1791">
                  <c:v>3.9149999999999996</c:v>
                </c:pt>
                <c:pt idx="1792">
                  <c:v>3.8449999999999998</c:v>
                </c:pt>
                <c:pt idx="1793">
                  <c:v>3.8369999999999997</c:v>
                </c:pt>
                <c:pt idx="1794">
                  <c:v>3.8109999999999999</c:v>
                </c:pt>
                <c:pt idx="1795">
                  <c:v>3.6879999999999997</c:v>
                </c:pt>
                <c:pt idx="1796">
                  <c:v>3.7450000000000001</c:v>
                </c:pt>
                <c:pt idx="1797">
                  <c:v>3.7880000000000003</c:v>
                </c:pt>
                <c:pt idx="1798">
                  <c:v>3.8159999999999998</c:v>
                </c:pt>
                <c:pt idx="1799">
                  <c:v>3.7869999999999999</c:v>
                </c:pt>
                <c:pt idx="1800">
                  <c:v>3.7239999999999998</c:v>
                </c:pt>
                <c:pt idx="1801">
                  <c:v>3.7229999999999999</c:v>
                </c:pt>
                <c:pt idx="1802">
                  <c:v>3.6120000000000001</c:v>
                </c:pt>
                <c:pt idx="1803">
                  <c:v>3.7029999999999998</c:v>
                </c:pt>
                <c:pt idx="1804">
                  <c:v>3.4790000000000001</c:v>
                </c:pt>
                <c:pt idx="1805">
                  <c:v>3.3219999999999996</c:v>
                </c:pt>
                <c:pt idx="1806">
                  <c:v>3.613</c:v>
                </c:pt>
                <c:pt idx="1807">
                  <c:v>3.58</c:v>
                </c:pt>
                <c:pt idx="1808">
                  <c:v>3.5679999999999996</c:v>
                </c:pt>
                <c:pt idx="1809">
                  <c:v>3.798</c:v>
                </c:pt>
                <c:pt idx="1810">
                  <c:v>3.742</c:v>
                </c:pt>
                <c:pt idx="1811">
                  <c:v>3.6239999999999997</c:v>
                </c:pt>
                <c:pt idx="1812">
                  <c:v>3.57</c:v>
                </c:pt>
                <c:pt idx="1813">
                  <c:v>3.496</c:v>
                </c:pt>
                <c:pt idx="1814">
                  <c:v>3.5249999999999995</c:v>
                </c:pt>
                <c:pt idx="1815">
                  <c:v>3.4519999999999995</c:v>
                </c:pt>
                <c:pt idx="1816">
                  <c:v>3.4699999999999998</c:v>
                </c:pt>
                <c:pt idx="1817">
                  <c:v>3.3870000000000005</c:v>
                </c:pt>
                <c:pt idx="1818">
                  <c:v>3.4160000000000004</c:v>
                </c:pt>
                <c:pt idx="1819">
                  <c:v>3.3109999999999999</c:v>
                </c:pt>
                <c:pt idx="1820">
                  <c:v>3.2359999999999998</c:v>
                </c:pt>
                <c:pt idx="1821">
                  <c:v>3.3010000000000002</c:v>
                </c:pt>
                <c:pt idx="1822">
                  <c:v>3.3420000000000005</c:v>
                </c:pt>
                <c:pt idx="1823">
                  <c:v>3.452</c:v>
                </c:pt>
                <c:pt idx="1824">
                  <c:v>3.3960000000000008</c:v>
                </c:pt>
                <c:pt idx="1825">
                  <c:v>3.3450000000000006</c:v>
                </c:pt>
                <c:pt idx="1826">
                  <c:v>3.3259999999999996</c:v>
                </c:pt>
                <c:pt idx="1827">
                  <c:v>3.3040000000000003</c:v>
                </c:pt>
                <c:pt idx="1828">
                  <c:v>3.3420000000000005</c:v>
                </c:pt>
                <c:pt idx="1829">
                  <c:v>3.2990000000000004</c:v>
                </c:pt>
                <c:pt idx="1830">
                  <c:v>3.2140000000000004</c:v>
                </c:pt>
                <c:pt idx="1831">
                  <c:v>3.2669999999999995</c:v>
                </c:pt>
                <c:pt idx="1832">
                  <c:v>3.5260000000000002</c:v>
                </c:pt>
                <c:pt idx="1833">
                  <c:v>3.407</c:v>
                </c:pt>
                <c:pt idx="1834">
                  <c:v>3.4610000000000003</c:v>
                </c:pt>
                <c:pt idx="1835">
                  <c:v>3.6040000000000001</c:v>
                </c:pt>
                <c:pt idx="1836">
                  <c:v>3.5109999999999997</c:v>
                </c:pt>
                <c:pt idx="1837">
                  <c:v>3.4870000000000005</c:v>
                </c:pt>
                <c:pt idx="1838">
                  <c:v>3.49</c:v>
                </c:pt>
                <c:pt idx="1839">
                  <c:v>3.5250000000000004</c:v>
                </c:pt>
                <c:pt idx="1840">
                  <c:v>3.5810000000000004</c:v>
                </c:pt>
                <c:pt idx="1841">
                  <c:v>3.621</c:v>
                </c:pt>
                <c:pt idx="1842">
                  <c:v>3.5840000000000001</c:v>
                </c:pt>
                <c:pt idx="1843">
                  <c:v>3.5289999999999999</c:v>
                </c:pt>
                <c:pt idx="1844">
                  <c:v>3.6</c:v>
                </c:pt>
                <c:pt idx="1845">
                  <c:v>3.68</c:v>
                </c:pt>
                <c:pt idx="1846">
                  <c:v>3.7110000000000003</c:v>
                </c:pt>
                <c:pt idx="1847">
                  <c:v>3.6259999999999999</c:v>
                </c:pt>
                <c:pt idx="1848">
                  <c:v>3.7389999999999999</c:v>
                </c:pt>
                <c:pt idx="1849">
                  <c:v>3.8490000000000002</c:v>
                </c:pt>
                <c:pt idx="1850">
                  <c:v>3.8080000000000003</c:v>
                </c:pt>
                <c:pt idx="1851">
                  <c:v>3.7290000000000005</c:v>
                </c:pt>
                <c:pt idx="1852">
                  <c:v>3.6839999999999997</c:v>
                </c:pt>
                <c:pt idx="1853">
                  <c:v>3.7549999999999999</c:v>
                </c:pt>
                <c:pt idx="1854">
                  <c:v>3.7309999999999999</c:v>
                </c:pt>
                <c:pt idx="1855">
                  <c:v>3.8279999999999998</c:v>
                </c:pt>
                <c:pt idx="1856">
                  <c:v>3.8009999999999997</c:v>
                </c:pt>
                <c:pt idx="1857">
                  <c:v>3.7269999999999999</c:v>
                </c:pt>
                <c:pt idx="1858">
                  <c:v>3.6090000000000004</c:v>
                </c:pt>
                <c:pt idx="1859">
                  <c:v>3.6069999999999998</c:v>
                </c:pt>
                <c:pt idx="1860">
                  <c:v>3.6459999999999999</c:v>
                </c:pt>
                <c:pt idx="1861">
                  <c:v>3.5679999999999996</c:v>
                </c:pt>
                <c:pt idx="1862">
                  <c:v>3.468</c:v>
                </c:pt>
                <c:pt idx="1863">
                  <c:v>3.4340000000000002</c:v>
                </c:pt>
                <c:pt idx="1864">
                  <c:v>3.4809999999999999</c:v>
                </c:pt>
                <c:pt idx="1865">
                  <c:v>3.4470000000000001</c:v>
                </c:pt>
                <c:pt idx="1866">
                  <c:v>3.5309999999999997</c:v>
                </c:pt>
                <c:pt idx="1867">
                  <c:v>3.6309999999999998</c:v>
                </c:pt>
                <c:pt idx="1868">
                  <c:v>3.617</c:v>
                </c:pt>
                <c:pt idx="1869">
                  <c:v>3.8230000000000004</c:v>
                </c:pt>
                <c:pt idx="1870">
                  <c:v>3.8119999999999998</c:v>
                </c:pt>
                <c:pt idx="1871">
                  <c:v>3.7029999999999998</c:v>
                </c:pt>
                <c:pt idx="1872">
                  <c:v>3.7510000000000003</c:v>
                </c:pt>
                <c:pt idx="1873">
                  <c:v>3.8559999999999994</c:v>
                </c:pt>
                <c:pt idx="1874">
                  <c:v>3.8090000000000002</c:v>
                </c:pt>
                <c:pt idx="1875">
                  <c:v>3.8030000000000004</c:v>
                </c:pt>
                <c:pt idx="1876">
                  <c:v>3.9550000000000001</c:v>
                </c:pt>
                <c:pt idx="1877">
                  <c:v>3.9229999999999996</c:v>
                </c:pt>
                <c:pt idx="1878">
                  <c:v>3.8670000000000004</c:v>
                </c:pt>
                <c:pt idx="1879">
                  <c:v>3.8320000000000003</c:v>
                </c:pt>
                <c:pt idx="1880">
                  <c:v>3.8860000000000001</c:v>
                </c:pt>
                <c:pt idx="1881">
                  <c:v>3.8870000000000005</c:v>
                </c:pt>
                <c:pt idx="1882">
                  <c:v>3.8669999999999995</c:v>
                </c:pt>
                <c:pt idx="1883">
                  <c:v>3.851</c:v>
                </c:pt>
                <c:pt idx="1884">
                  <c:v>3.823</c:v>
                </c:pt>
                <c:pt idx="1885">
                  <c:v>3.887</c:v>
                </c:pt>
                <c:pt idx="1886">
                  <c:v>3.8960000000000004</c:v>
                </c:pt>
                <c:pt idx="1887">
                  <c:v>3.7470000000000003</c:v>
                </c:pt>
                <c:pt idx="1888">
                  <c:v>3.6900000000000004</c:v>
                </c:pt>
                <c:pt idx="1889">
                  <c:v>3.6390000000000002</c:v>
                </c:pt>
                <c:pt idx="1890">
                  <c:v>3.7140000000000004</c:v>
                </c:pt>
                <c:pt idx="1891">
                  <c:v>3.6740000000000004</c:v>
                </c:pt>
                <c:pt idx="1892">
                  <c:v>3.6230000000000002</c:v>
                </c:pt>
                <c:pt idx="1893">
                  <c:v>3.6459999999999995</c:v>
                </c:pt>
                <c:pt idx="1894">
                  <c:v>3.6010000000000004</c:v>
                </c:pt>
                <c:pt idx="1895">
                  <c:v>3.5370000000000004</c:v>
                </c:pt>
                <c:pt idx="1896">
                  <c:v>3.4819999999999998</c:v>
                </c:pt>
                <c:pt idx="1897">
                  <c:v>3.5680000000000001</c:v>
                </c:pt>
                <c:pt idx="1898">
                  <c:v>3.4409999999999998</c:v>
                </c:pt>
                <c:pt idx="1899">
                  <c:v>3.4990000000000001</c:v>
                </c:pt>
                <c:pt idx="1900">
                  <c:v>3.5110000000000001</c:v>
                </c:pt>
                <c:pt idx="1901">
                  <c:v>3.4689999999999994</c:v>
                </c:pt>
                <c:pt idx="1902">
                  <c:v>3.5280000000000005</c:v>
                </c:pt>
                <c:pt idx="1903">
                  <c:v>3.5369999999999999</c:v>
                </c:pt>
                <c:pt idx="1904">
                  <c:v>3.4240000000000004</c:v>
                </c:pt>
                <c:pt idx="1905">
                  <c:v>3.3499999999999996</c:v>
                </c:pt>
                <c:pt idx="1906">
                  <c:v>3.4460000000000002</c:v>
                </c:pt>
                <c:pt idx="1907">
                  <c:v>3.4380000000000002</c:v>
                </c:pt>
                <c:pt idx="1908">
                  <c:v>3.4789999999999996</c:v>
                </c:pt>
                <c:pt idx="1909">
                  <c:v>3.5109999999999997</c:v>
                </c:pt>
                <c:pt idx="1910">
                  <c:v>3.7290000000000001</c:v>
                </c:pt>
                <c:pt idx="1911">
                  <c:v>3.8150000000000004</c:v>
                </c:pt>
                <c:pt idx="1912">
                  <c:v>3.738</c:v>
                </c:pt>
                <c:pt idx="1913">
                  <c:v>3.8530000000000006</c:v>
                </c:pt>
                <c:pt idx="1914">
                  <c:v>3.7920000000000003</c:v>
                </c:pt>
                <c:pt idx="1915">
                  <c:v>3.964</c:v>
                </c:pt>
                <c:pt idx="1916">
                  <c:v>3.8639999999999994</c:v>
                </c:pt>
                <c:pt idx="1917">
                  <c:v>3.7640000000000002</c:v>
                </c:pt>
                <c:pt idx="1918">
                  <c:v>3.9649999999999999</c:v>
                </c:pt>
                <c:pt idx="1919">
                  <c:v>3.9379999999999997</c:v>
                </c:pt>
                <c:pt idx="1920">
                  <c:v>3.7820000000000005</c:v>
                </c:pt>
                <c:pt idx="1921">
                  <c:v>3.7709999999999999</c:v>
                </c:pt>
                <c:pt idx="1922">
                  <c:v>3.7260000000000004</c:v>
                </c:pt>
                <c:pt idx="1923">
                  <c:v>3.8350000000000004</c:v>
                </c:pt>
                <c:pt idx="1924">
                  <c:v>3.8850000000000002</c:v>
                </c:pt>
                <c:pt idx="1925">
                  <c:v>3.9729999999999999</c:v>
                </c:pt>
                <c:pt idx="1926">
                  <c:v>3.9190000000000005</c:v>
                </c:pt>
                <c:pt idx="1927">
                  <c:v>3.8170000000000002</c:v>
                </c:pt>
                <c:pt idx="1928">
                  <c:v>3.794</c:v>
                </c:pt>
                <c:pt idx="1929">
                  <c:v>3.8029999999999999</c:v>
                </c:pt>
                <c:pt idx="1930">
                  <c:v>3.7789999999999999</c:v>
                </c:pt>
                <c:pt idx="1931">
                  <c:v>3.6469999999999998</c:v>
                </c:pt>
                <c:pt idx="1932">
                  <c:v>3.641</c:v>
                </c:pt>
                <c:pt idx="1933">
                  <c:v>3.6270000000000002</c:v>
                </c:pt>
                <c:pt idx="1934">
                  <c:v>3.6799999999999997</c:v>
                </c:pt>
                <c:pt idx="1935">
                  <c:v>3.6149999999999998</c:v>
                </c:pt>
                <c:pt idx="1936">
                  <c:v>3.5909999999999997</c:v>
                </c:pt>
                <c:pt idx="1937">
                  <c:v>3.7100000000000004</c:v>
                </c:pt>
                <c:pt idx="1938">
                  <c:v>3.6859999999999995</c:v>
                </c:pt>
                <c:pt idx="1939">
                  <c:v>3.5670000000000006</c:v>
                </c:pt>
                <c:pt idx="1940">
                  <c:v>3.6759999999999997</c:v>
                </c:pt>
                <c:pt idx="1941">
                  <c:v>3.6659999999999999</c:v>
                </c:pt>
                <c:pt idx="1942">
                  <c:v>3.6310000000000002</c:v>
                </c:pt>
                <c:pt idx="1943">
                  <c:v>3.6440000000000001</c:v>
                </c:pt>
                <c:pt idx="1944">
                  <c:v>3.5269999999999997</c:v>
                </c:pt>
                <c:pt idx="1945">
                  <c:v>3.5160000000000005</c:v>
                </c:pt>
                <c:pt idx="1946">
                  <c:v>3.6059999999999994</c:v>
                </c:pt>
                <c:pt idx="1947">
                  <c:v>3.6329999999999996</c:v>
                </c:pt>
                <c:pt idx="1948">
                  <c:v>3.5350000000000001</c:v>
                </c:pt>
                <c:pt idx="1949">
                  <c:v>3.5010000000000003</c:v>
                </c:pt>
                <c:pt idx="1950">
                  <c:v>3.423</c:v>
                </c:pt>
                <c:pt idx="1951">
                  <c:v>3.4020000000000006</c:v>
                </c:pt>
                <c:pt idx="1952">
                  <c:v>3.3329999999999997</c:v>
                </c:pt>
                <c:pt idx="1953">
                  <c:v>3.3039999999999994</c:v>
                </c:pt>
                <c:pt idx="1954">
                  <c:v>3.2650000000000001</c:v>
                </c:pt>
                <c:pt idx="1955">
                  <c:v>3.3159999999999998</c:v>
                </c:pt>
                <c:pt idx="1956">
                  <c:v>3.2600000000000002</c:v>
                </c:pt>
                <c:pt idx="1957">
                  <c:v>3.1769999999999996</c:v>
                </c:pt>
                <c:pt idx="1958">
                  <c:v>3.2030000000000003</c:v>
                </c:pt>
                <c:pt idx="1959">
                  <c:v>3.3210000000000002</c:v>
                </c:pt>
                <c:pt idx="1960">
                  <c:v>3.3489999999999998</c:v>
                </c:pt>
                <c:pt idx="1961">
                  <c:v>3.3690000000000002</c:v>
                </c:pt>
                <c:pt idx="1962">
                  <c:v>3.294</c:v>
                </c:pt>
                <c:pt idx="1963">
                  <c:v>3.3069999999999999</c:v>
                </c:pt>
                <c:pt idx="1964">
                  <c:v>3.2770000000000001</c:v>
                </c:pt>
                <c:pt idx="1965">
                  <c:v>3.1920000000000002</c:v>
                </c:pt>
                <c:pt idx="1966">
                  <c:v>3.2909999999999999</c:v>
                </c:pt>
                <c:pt idx="1967">
                  <c:v>3.2889999999999997</c:v>
                </c:pt>
                <c:pt idx="1968">
                  <c:v>3.286</c:v>
                </c:pt>
                <c:pt idx="1969">
                  <c:v>3.1619999999999999</c:v>
                </c:pt>
                <c:pt idx="1970">
                  <c:v>3.181</c:v>
                </c:pt>
                <c:pt idx="1971">
                  <c:v>3.3159999999999994</c:v>
                </c:pt>
                <c:pt idx="1972">
                  <c:v>3.2639999999999998</c:v>
                </c:pt>
                <c:pt idx="1973">
                  <c:v>3.319</c:v>
                </c:pt>
                <c:pt idx="1974">
                  <c:v>3.347</c:v>
                </c:pt>
                <c:pt idx="1975">
                  <c:v>3.2860000000000005</c:v>
                </c:pt>
                <c:pt idx="1976">
                  <c:v>3.3339999999999996</c:v>
                </c:pt>
                <c:pt idx="1977">
                  <c:v>3.3459999999999996</c:v>
                </c:pt>
                <c:pt idx="1978">
                  <c:v>3.2929999999999997</c:v>
                </c:pt>
                <c:pt idx="1979">
                  <c:v>3.3460000000000001</c:v>
                </c:pt>
                <c:pt idx="1980">
                  <c:v>3.3000000000000003</c:v>
                </c:pt>
                <c:pt idx="1981">
                  <c:v>3.2570000000000001</c:v>
                </c:pt>
                <c:pt idx="1982">
                  <c:v>3.1550000000000002</c:v>
                </c:pt>
                <c:pt idx="1983">
                  <c:v>3.0970000000000004</c:v>
                </c:pt>
                <c:pt idx="1984">
                  <c:v>3.0990000000000002</c:v>
                </c:pt>
                <c:pt idx="1985">
                  <c:v>3.1390000000000002</c:v>
                </c:pt>
                <c:pt idx="1986">
                  <c:v>3.1049999999999995</c:v>
                </c:pt>
                <c:pt idx="1987">
                  <c:v>3.2580000000000005</c:v>
                </c:pt>
                <c:pt idx="1988">
                  <c:v>3.3109999999999999</c:v>
                </c:pt>
                <c:pt idx="1989">
                  <c:v>3.2590000000000003</c:v>
                </c:pt>
                <c:pt idx="1990">
                  <c:v>3.2639999999999998</c:v>
                </c:pt>
                <c:pt idx="1991">
                  <c:v>3.258</c:v>
                </c:pt>
                <c:pt idx="1992">
                  <c:v>3.3220000000000001</c:v>
                </c:pt>
                <c:pt idx="1993">
                  <c:v>3.2330000000000001</c:v>
                </c:pt>
                <c:pt idx="1994">
                  <c:v>3.2469999999999999</c:v>
                </c:pt>
                <c:pt idx="1995">
                  <c:v>3.2109999999999999</c:v>
                </c:pt>
                <c:pt idx="1996">
                  <c:v>3.1899999999999995</c:v>
                </c:pt>
                <c:pt idx="1997">
                  <c:v>3.2360000000000002</c:v>
                </c:pt>
                <c:pt idx="1998">
                  <c:v>3.1100000000000003</c:v>
                </c:pt>
                <c:pt idx="1999">
                  <c:v>3.2009999999999996</c:v>
                </c:pt>
                <c:pt idx="2000">
                  <c:v>3.2019999999999995</c:v>
                </c:pt>
                <c:pt idx="2001">
                  <c:v>3.1059999999999999</c:v>
                </c:pt>
                <c:pt idx="2002">
                  <c:v>3.0739999999999998</c:v>
                </c:pt>
                <c:pt idx="2003">
                  <c:v>2.9939999999999998</c:v>
                </c:pt>
                <c:pt idx="2004">
                  <c:v>3.1429999999999998</c:v>
                </c:pt>
                <c:pt idx="2005">
                  <c:v>3.1070000000000002</c:v>
                </c:pt>
                <c:pt idx="2006">
                  <c:v>3.1480000000000006</c:v>
                </c:pt>
                <c:pt idx="2007">
                  <c:v>3.1779999999999999</c:v>
                </c:pt>
                <c:pt idx="2008">
                  <c:v>3.0640000000000001</c:v>
                </c:pt>
                <c:pt idx="2009">
                  <c:v>3.0380000000000003</c:v>
                </c:pt>
                <c:pt idx="2010">
                  <c:v>3.0189999999999992</c:v>
                </c:pt>
                <c:pt idx="2011">
                  <c:v>2.95</c:v>
                </c:pt>
                <c:pt idx="2012">
                  <c:v>2.9540000000000006</c:v>
                </c:pt>
                <c:pt idx="2013">
                  <c:v>2.88</c:v>
                </c:pt>
                <c:pt idx="2014">
                  <c:v>2.8780000000000001</c:v>
                </c:pt>
                <c:pt idx="2015">
                  <c:v>3.0039999999999996</c:v>
                </c:pt>
                <c:pt idx="2016">
                  <c:v>2.9629999999999992</c:v>
                </c:pt>
                <c:pt idx="2017">
                  <c:v>2.9560000000000004</c:v>
                </c:pt>
                <c:pt idx="2018">
                  <c:v>2.9779999999999998</c:v>
                </c:pt>
                <c:pt idx="2019">
                  <c:v>3.0599999999999996</c:v>
                </c:pt>
                <c:pt idx="2020">
                  <c:v>3.0649999999999995</c:v>
                </c:pt>
                <c:pt idx="2021">
                  <c:v>3.0760000000000005</c:v>
                </c:pt>
                <c:pt idx="2022">
                  <c:v>2.9950000000000001</c:v>
                </c:pt>
                <c:pt idx="2023">
                  <c:v>2.9360000000000008</c:v>
                </c:pt>
                <c:pt idx="2024">
                  <c:v>2.91</c:v>
                </c:pt>
                <c:pt idx="2025">
                  <c:v>2.9030000000000005</c:v>
                </c:pt>
                <c:pt idx="2026">
                  <c:v>2.9390000000000001</c:v>
                </c:pt>
                <c:pt idx="2027">
                  <c:v>2.9189999999999996</c:v>
                </c:pt>
                <c:pt idx="2028">
                  <c:v>2.9330000000000007</c:v>
                </c:pt>
                <c:pt idx="2029">
                  <c:v>2.9219999999999997</c:v>
                </c:pt>
                <c:pt idx="2030">
                  <c:v>2.8109999999999999</c:v>
                </c:pt>
                <c:pt idx="2031">
                  <c:v>2.8280000000000003</c:v>
                </c:pt>
                <c:pt idx="2032">
                  <c:v>2.8289999999999997</c:v>
                </c:pt>
                <c:pt idx="2033">
                  <c:v>2.8029999999999999</c:v>
                </c:pt>
                <c:pt idx="2034">
                  <c:v>2.6459999999999999</c:v>
                </c:pt>
                <c:pt idx="2035">
                  <c:v>2.71</c:v>
                </c:pt>
                <c:pt idx="2036">
                  <c:v>2.6000000000000005</c:v>
                </c:pt>
                <c:pt idx="2037">
                  <c:v>2.5860000000000003</c:v>
                </c:pt>
                <c:pt idx="2038">
                  <c:v>2.5629999999999997</c:v>
                </c:pt>
                <c:pt idx="2039">
                  <c:v>2.6480000000000006</c:v>
                </c:pt>
                <c:pt idx="2040">
                  <c:v>2.62</c:v>
                </c:pt>
                <c:pt idx="2041">
                  <c:v>2.4250000000000007</c:v>
                </c:pt>
                <c:pt idx="2042">
                  <c:v>2.508</c:v>
                </c:pt>
                <c:pt idx="2043">
                  <c:v>2.4940000000000007</c:v>
                </c:pt>
                <c:pt idx="2044">
                  <c:v>2.5590000000000002</c:v>
                </c:pt>
                <c:pt idx="2045">
                  <c:v>2.6909999999999998</c:v>
                </c:pt>
                <c:pt idx="2046">
                  <c:v>2.7270000000000003</c:v>
                </c:pt>
                <c:pt idx="2047">
                  <c:v>2.6019999999999994</c:v>
                </c:pt>
                <c:pt idx="2048">
                  <c:v>2.6900000000000004</c:v>
                </c:pt>
                <c:pt idx="2049">
                  <c:v>2.6230000000000002</c:v>
                </c:pt>
                <c:pt idx="2050">
                  <c:v>2.4980000000000002</c:v>
                </c:pt>
                <c:pt idx="2051">
                  <c:v>2.4429999999999996</c:v>
                </c:pt>
                <c:pt idx="2052">
                  <c:v>2.3889999999999993</c:v>
                </c:pt>
                <c:pt idx="2053">
                  <c:v>2.4350000000000005</c:v>
                </c:pt>
                <c:pt idx="2054">
                  <c:v>2.5219999999999994</c:v>
                </c:pt>
                <c:pt idx="2055">
                  <c:v>2.3929999999999998</c:v>
                </c:pt>
                <c:pt idx="2056">
                  <c:v>2.5059999999999993</c:v>
                </c:pt>
                <c:pt idx="2057">
                  <c:v>2.5110000000000001</c:v>
                </c:pt>
                <c:pt idx="2058">
                  <c:v>2.4889999999999999</c:v>
                </c:pt>
                <c:pt idx="2059">
                  <c:v>2.4710000000000001</c:v>
                </c:pt>
                <c:pt idx="2060">
                  <c:v>2.5880000000000001</c:v>
                </c:pt>
                <c:pt idx="2061">
                  <c:v>2.6520000000000001</c:v>
                </c:pt>
                <c:pt idx="2062">
                  <c:v>2.7469999999999999</c:v>
                </c:pt>
                <c:pt idx="2063">
                  <c:v>2.6349999999999998</c:v>
                </c:pt>
                <c:pt idx="2064">
                  <c:v>2.7</c:v>
                </c:pt>
                <c:pt idx="2065">
                  <c:v>2.7759999999999998</c:v>
                </c:pt>
                <c:pt idx="2066">
                  <c:v>2.649</c:v>
                </c:pt>
                <c:pt idx="2067">
                  <c:v>2.6899999999999995</c:v>
                </c:pt>
                <c:pt idx="2068">
                  <c:v>2.6530000000000005</c:v>
                </c:pt>
                <c:pt idx="2069">
                  <c:v>2.6949999999999994</c:v>
                </c:pt>
                <c:pt idx="2070">
                  <c:v>2.782</c:v>
                </c:pt>
                <c:pt idx="2071">
                  <c:v>2.7719999999999994</c:v>
                </c:pt>
                <c:pt idx="2072">
                  <c:v>2.8319999999999999</c:v>
                </c:pt>
                <c:pt idx="2073">
                  <c:v>2.859</c:v>
                </c:pt>
                <c:pt idx="2074">
                  <c:v>2.827</c:v>
                </c:pt>
                <c:pt idx="2075">
                  <c:v>2.8020000000000005</c:v>
                </c:pt>
                <c:pt idx="2076">
                  <c:v>2.9329999999999998</c:v>
                </c:pt>
                <c:pt idx="2077">
                  <c:v>2.9820000000000002</c:v>
                </c:pt>
                <c:pt idx="2078">
                  <c:v>2.9089999999999998</c:v>
                </c:pt>
                <c:pt idx="2079">
                  <c:v>3.0700000000000003</c:v>
                </c:pt>
                <c:pt idx="2080">
                  <c:v>2.9909999999999997</c:v>
                </c:pt>
                <c:pt idx="2081">
                  <c:v>3.0819999999999999</c:v>
                </c:pt>
                <c:pt idx="2082">
                  <c:v>3.1280000000000001</c:v>
                </c:pt>
                <c:pt idx="2083">
                  <c:v>3.0960000000000001</c:v>
                </c:pt>
                <c:pt idx="2084">
                  <c:v>3.0359999999999996</c:v>
                </c:pt>
                <c:pt idx="2085">
                  <c:v>3.0509999999999993</c:v>
                </c:pt>
                <c:pt idx="2086">
                  <c:v>3.0750000000000002</c:v>
                </c:pt>
                <c:pt idx="2087">
                  <c:v>3.2190000000000003</c:v>
                </c:pt>
                <c:pt idx="2088">
                  <c:v>3.274</c:v>
                </c:pt>
                <c:pt idx="2089">
                  <c:v>3.2530000000000001</c:v>
                </c:pt>
                <c:pt idx="2090">
                  <c:v>3.2029999999999994</c:v>
                </c:pt>
                <c:pt idx="2091">
                  <c:v>3.2410000000000001</c:v>
                </c:pt>
                <c:pt idx="2092">
                  <c:v>3.3110000000000004</c:v>
                </c:pt>
                <c:pt idx="2093">
                  <c:v>3.294</c:v>
                </c:pt>
                <c:pt idx="2094">
                  <c:v>3.2879999999999998</c:v>
                </c:pt>
                <c:pt idx="2095">
                  <c:v>3.2929999999999997</c:v>
                </c:pt>
                <c:pt idx="2096">
                  <c:v>3.415</c:v>
                </c:pt>
                <c:pt idx="2097">
                  <c:v>3.367</c:v>
                </c:pt>
                <c:pt idx="2098">
                  <c:v>3.2960000000000003</c:v>
                </c:pt>
                <c:pt idx="2099">
                  <c:v>3.2560000000000002</c:v>
                </c:pt>
                <c:pt idx="2100">
                  <c:v>3.306</c:v>
                </c:pt>
                <c:pt idx="2101">
                  <c:v>3.2299999999999995</c:v>
                </c:pt>
                <c:pt idx="2102">
                  <c:v>3.1850000000000005</c:v>
                </c:pt>
                <c:pt idx="2103">
                  <c:v>3.1930000000000005</c:v>
                </c:pt>
                <c:pt idx="2104">
                  <c:v>3.1690000000000005</c:v>
                </c:pt>
                <c:pt idx="2105">
                  <c:v>3.1379999999999999</c:v>
                </c:pt>
                <c:pt idx="2106">
                  <c:v>3.1850000000000001</c:v>
                </c:pt>
                <c:pt idx="2107">
                  <c:v>3.218</c:v>
                </c:pt>
                <c:pt idx="2108">
                  <c:v>3.0759999999999996</c:v>
                </c:pt>
                <c:pt idx="2109">
                  <c:v>3.0630000000000006</c:v>
                </c:pt>
                <c:pt idx="2110">
                  <c:v>3.0380000000000003</c:v>
                </c:pt>
                <c:pt idx="2111">
                  <c:v>3.0339999999999998</c:v>
                </c:pt>
                <c:pt idx="2112">
                  <c:v>3.0340000000000007</c:v>
                </c:pt>
                <c:pt idx="2113">
                  <c:v>3.0010000000000003</c:v>
                </c:pt>
                <c:pt idx="2114">
                  <c:v>3.0310000000000006</c:v>
                </c:pt>
                <c:pt idx="2115">
                  <c:v>3.0910000000000002</c:v>
                </c:pt>
                <c:pt idx="2116">
                  <c:v>3.0950000000000006</c:v>
                </c:pt>
                <c:pt idx="2117">
                  <c:v>3.1539999999999999</c:v>
                </c:pt>
                <c:pt idx="2118">
                  <c:v>3.194</c:v>
                </c:pt>
                <c:pt idx="2119">
                  <c:v>3.0199999999999996</c:v>
                </c:pt>
                <c:pt idx="2120">
                  <c:v>2.9210000000000003</c:v>
                </c:pt>
                <c:pt idx="2121">
                  <c:v>3.0019999999999998</c:v>
                </c:pt>
                <c:pt idx="2122">
                  <c:v>2.984</c:v>
                </c:pt>
                <c:pt idx="2123">
                  <c:v>2.9319999999999995</c:v>
                </c:pt>
                <c:pt idx="2124">
                  <c:v>2.944</c:v>
                </c:pt>
                <c:pt idx="2125">
                  <c:v>2.9270000000000005</c:v>
                </c:pt>
                <c:pt idx="2126">
                  <c:v>2.7870000000000008</c:v>
                </c:pt>
                <c:pt idx="2127">
                  <c:v>2.8440000000000003</c:v>
                </c:pt>
                <c:pt idx="2128">
                  <c:v>2.8449999999999998</c:v>
                </c:pt>
                <c:pt idx="2129">
                  <c:v>2.7990000000000004</c:v>
                </c:pt>
                <c:pt idx="2130">
                  <c:v>2.7920000000000007</c:v>
                </c:pt>
                <c:pt idx="2131">
                  <c:v>2.7249999999999996</c:v>
                </c:pt>
                <c:pt idx="2132">
                  <c:v>2.7320000000000002</c:v>
                </c:pt>
                <c:pt idx="2133">
                  <c:v>2.8170000000000002</c:v>
                </c:pt>
                <c:pt idx="2134">
                  <c:v>2.7829999999999995</c:v>
                </c:pt>
                <c:pt idx="2135">
                  <c:v>2.758</c:v>
                </c:pt>
                <c:pt idx="2136">
                  <c:v>2.7950000000000008</c:v>
                </c:pt>
                <c:pt idx="2137">
                  <c:v>2.8280000000000003</c:v>
                </c:pt>
                <c:pt idx="2138">
                  <c:v>2.8699999999999992</c:v>
                </c:pt>
                <c:pt idx="2139">
                  <c:v>2.84</c:v>
                </c:pt>
                <c:pt idx="2140">
                  <c:v>2.9270000000000005</c:v>
                </c:pt>
                <c:pt idx="2141">
                  <c:v>2.944</c:v>
                </c:pt>
                <c:pt idx="2142">
                  <c:v>2.9409999999999998</c:v>
                </c:pt>
                <c:pt idx="2143">
                  <c:v>2.9140000000000006</c:v>
                </c:pt>
                <c:pt idx="2144">
                  <c:v>2.8659999999999997</c:v>
                </c:pt>
                <c:pt idx="2145">
                  <c:v>2.8489999999999993</c:v>
                </c:pt>
                <c:pt idx="2146">
                  <c:v>2.7510000000000003</c:v>
                </c:pt>
                <c:pt idx="2147">
                  <c:v>2.7520000000000007</c:v>
                </c:pt>
                <c:pt idx="2148">
                  <c:v>2.7469999999999999</c:v>
                </c:pt>
                <c:pt idx="2149">
                  <c:v>2.7949999999999999</c:v>
                </c:pt>
                <c:pt idx="2150">
                  <c:v>2.8270000000000008</c:v>
                </c:pt>
                <c:pt idx="2151">
                  <c:v>2.7800000000000002</c:v>
                </c:pt>
                <c:pt idx="2152">
                  <c:v>2.867</c:v>
                </c:pt>
                <c:pt idx="2153">
                  <c:v>2.8490000000000002</c:v>
                </c:pt>
                <c:pt idx="2154">
                  <c:v>2.8719999999999999</c:v>
                </c:pt>
                <c:pt idx="2155">
                  <c:v>2.8519999999999994</c:v>
                </c:pt>
                <c:pt idx="2156">
                  <c:v>2.7479999999999993</c:v>
                </c:pt>
                <c:pt idx="2157">
                  <c:v>2.7439999999999998</c:v>
                </c:pt>
                <c:pt idx="2158">
                  <c:v>2.7840000000000007</c:v>
                </c:pt>
                <c:pt idx="2159">
                  <c:v>2.7270000000000003</c:v>
                </c:pt>
                <c:pt idx="2160">
                  <c:v>2.734</c:v>
                </c:pt>
                <c:pt idx="2161">
                  <c:v>2.5659999999999998</c:v>
                </c:pt>
                <c:pt idx="2162">
                  <c:v>2.6790000000000003</c:v>
                </c:pt>
                <c:pt idx="2163">
                  <c:v>2.5449999999999999</c:v>
                </c:pt>
                <c:pt idx="2164">
                  <c:v>2.5229999999999997</c:v>
                </c:pt>
                <c:pt idx="2165">
                  <c:v>2.54</c:v>
                </c:pt>
                <c:pt idx="2166">
                  <c:v>2.6049999999999995</c:v>
                </c:pt>
                <c:pt idx="2167">
                  <c:v>2.5720000000000001</c:v>
                </c:pt>
                <c:pt idx="2168">
                  <c:v>2.5569999999999995</c:v>
                </c:pt>
                <c:pt idx="2169">
                  <c:v>2.5359999999999996</c:v>
                </c:pt>
                <c:pt idx="2170">
                  <c:v>2.5039999999999996</c:v>
                </c:pt>
                <c:pt idx="2171">
                  <c:v>2.5289999999999999</c:v>
                </c:pt>
                <c:pt idx="2172">
                  <c:v>2.5659999999999998</c:v>
                </c:pt>
                <c:pt idx="2173">
                  <c:v>2.5049999999999999</c:v>
                </c:pt>
                <c:pt idx="2174">
                  <c:v>2.5819999999999999</c:v>
                </c:pt>
                <c:pt idx="2175">
                  <c:v>2.649</c:v>
                </c:pt>
                <c:pt idx="2176">
                  <c:v>2.6179999999999994</c:v>
                </c:pt>
                <c:pt idx="2177">
                  <c:v>2.6589999999999998</c:v>
                </c:pt>
                <c:pt idx="2178">
                  <c:v>2.6579999999999995</c:v>
                </c:pt>
                <c:pt idx="2179">
                  <c:v>2.6849999999999996</c:v>
                </c:pt>
                <c:pt idx="2180">
                  <c:v>2.6269999999999998</c:v>
                </c:pt>
                <c:pt idx="2181">
                  <c:v>2.6359999999999992</c:v>
                </c:pt>
                <c:pt idx="2182">
                  <c:v>2.6589999999999998</c:v>
                </c:pt>
                <c:pt idx="2183">
                  <c:v>2.726</c:v>
                </c:pt>
                <c:pt idx="2184">
                  <c:v>2.6959999999999997</c:v>
                </c:pt>
                <c:pt idx="2185">
                  <c:v>2.6749999999999998</c:v>
                </c:pt>
                <c:pt idx="2186">
                  <c:v>2.6680000000000001</c:v>
                </c:pt>
                <c:pt idx="2187">
                  <c:v>2.5670000000000002</c:v>
                </c:pt>
                <c:pt idx="2188">
                  <c:v>2.5380000000000003</c:v>
                </c:pt>
                <c:pt idx="2189">
                  <c:v>2.4550000000000001</c:v>
                </c:pt>
                <c:pt idx="2190">
                  <c:v>2.3979999999999997</c:v>
                </c:pt>
                <c:pt idx="2191">
                  <c:v>2.4530000000000003</c:v>
                </c:pt>
                <c:pt idx="2192">
                  <c:v>2.476</c:v>
                </c:pt>
                <c:pt idx="2193">
                  <c:v>2.5369999999999999</c:v>
                </c:pt>
                <c:pt idx="2194">
                  <c:v>2.7030000000000003</c:v>
                </c:pt>
                <c:pt idx="2195">
                  <c:v>2.7359999999999998</c:v>
                </c:pt>
                <c:pt idx="2196">
                  <c:v>2.7349999999999994</c:v>
                </c:pt>
                <c:pt idx="2197">
                  <c:v>2.5880000000000001</c:v>
                </c:pt>
                <c:pt idx="2198">
                  <c:v>2.5620000000000003</c:v>
                </c:pt>
                <c:pt idx="2199">
                  <c:v>2.6240000000000006</c:v>
                </c:pt>
                <c:pt idx="2200">
                  <c:v>2.702</c:v>
                </c:pt>
                <c:pt idx="2201">
                  <c:v>2.7459999999999996</c:v>
                </c:pt>
                <c:pt idx="2202">
                  <c:v>2.7839999999999998</c:v>
                </c:pt>
                <c:pt idx="2203">
                  <c:v>2.7610000000000001</c:v>
                </c:pt>
                <c:pt idx="2204">
                  <c:v>2.726</c:v>
                </c:pt>
                <c:pt idx="2205">
                  <c:v>2.7229999999999999</c:v>
                </c:pt>
                <c:pt idx="2206">
                  <c:v>2.7210000000000001</c:v>
                </c:pt>
                <c:pt idx="2207">
                  <c:v>2.7529999999999992</c:v>
                </c:pt>
                <c:pt idx="2208">
                  <c:v>2.6769999999999996</c:v>
                </c:pt>
                <c:pt idx="2209">
                  <c:v>2.71</c:v>
                </c:pt>
                <c:pt idx="2210">
                  <c:v>2.6479999999999997</c:v>
                </c:pt>
                <c:pt idx="2211">
                  <c:v>2.5329999999999995</c:v>
                </c:pt>
                <c:pt idx="2212">
                  <c:v>2.5790000000000006</c:v>
                </c:pt>
                <c:pt idx="2213">
                  <c:v>2.641</c:v>
                </c:pt>
                <c:pt idx="2214">
                  <c:v>2.7130000000000001</c:v>
                </c:pt>
                <c:pt idx="2215">
                  <c:v>2.7089999999999996</c:v>
                </c:pt>
                <c:pt idx="2216">
                  <c:v>2.6890000000000001</c:v>
                </c:pt>
                <c:pt idx="2217">
                  <c:v>2.6959999999999997</c:v>
                </c:pt>
                <c:pt idx="2218">
                  <c:v>2.782</c:v>
                </c:pt>
                <c:pt idx="2219">
                  <c:v>2.806</c:v>
                </c:pt>
                <c:pt idx="2220">
                  <c:v>2.7509999999999994</c:v>
                </c:pt>
                <c:pt idx="2221">
                  <c:v>2.7960000000000003</c:v>
                </c:pt>
                <c:pt idx="2222">
                  <c:v>2.766</c:v>
                </c:pt>
                <c:pt idx="2223">
                  <c:v>2.7149999999999999</c:v>
                </c:pt>
                <c:pt idx="2224">
                  <c:v>2.7069999999999999</c:v>
                </c:pt>
                <c:pt idx="2225">
                  <c:v>2.7199999999999998</c:v>
                </c:pt>
                <c:pt idx="2226">
                  <c:v>2.6840000000000002</c:v>
                </c:pt>
                <c:pt idx="2227">
                  <c:v>2.6820000000000004</c:v>
                </c:pt>
                <c:pt idx="2228">
                  <c:v>2.74</c:v>
                </c:pt>
                <c:pt idx="2229">
                  <c:v>2.7489999999999997</c:v>
                </c:pt>
                <c:pt idx="2230">
                  <c:v>2.7809999999999997</c:v>
                </c:pt>
                <c:pt idx="2231">
                  <c:v>2.8340000000000005</c:v>
                </c:pt>
                <c:pt idx="2232">
                  <c:v>2.9260000000000002</c:v>
                </c:pt>
                <c:pt idx="2233">
                  <c:v>3.1000000000000005</c:v>
                </c:pt>
                <c:pt idx="2234">
                  <c:v>3.0800000000000005</c:v>
                </c:pt>
                <c:pt idx="2235">
                  <c:v>2.972</c:v>
                </c:pt>
                <c:pt idx="2236">
                  <c:v>2.9020000000000001</c:v>
                </c:pt>
                <c:pt idx="2237">
                  <c:v>2.8869999999999996</c:v>
                </c:pt>
                <c:pt idx="2238">
                  <c:v>2.94</c:v>
                </c:pt>
                <c:pt idx="2239">
                  <c:v>2.9789999999999996</c:v>
                </c:pt>
                <c:pt idx="2240">
                  <c:v>3.03</c:v>
                </c:pt>
                <c:pt idx="2241">
                  <c:v>3.0279999999999996</c:v>
                </c:pt>
                <c:pt idx="2242">
                  <c:v>2.9769999999999999</c:v>
                </c:pt>
                <c:pt idx="2243">
                  <c:v>3.004</c:v>
                </c:pt>
                <c:pt idx="2244">
                  <c:v>3.036</c:v>
                </c:pt>
                <c:pt idx="2245">
                  <c:v>3.0629999999999997</c:v>
                </c:pt>
                <c:pt idx="2246">
                  <c:v>2.9920000000000004</c:v>
                </c:pt>
                <c:pt idx="2247">
                  <c:v>3.0489999999999999</c:v>
                </c:pt>
                <c:pt idx="2248">
                  <c:v>3.0310000000000001</c:v>
                </c:pt>
                <c:pt idx="2249">
                  <c:v>3.0309999999999997</c:v>
                </c:pt>
                <c:pt idx="2250">
                  <c:v>3.0209999999999999</c:v>
                </c:pt>
                <c:pt idx="2251">
                  <c:v>2.9939999999999998</c:v>
                </c:pt>
                <c:pt idx="2252">
                  <c:v>2.9530000000000003</c:v>
                </c:pt>
                <c:pt idx="2253">
                  <c:v>3.0300000000000002</c:v>
                </c:pt>
                <c:pt idx="2254">
                  <c:v>3.089</c:v>
                </c:pt>
                <c:pt idx="2255">
                  <c:v>3.1250000000000004</c:v>
                </c:pt>
                <c:pt idx="2256">
                  <c:v>3.1339999999999999</c:v>
                </c:pt>
                <c:pt idx="2257">
                  <c:v>3.1539999999999999</c:v>
                </c:pt>
                <c:pt idx="2258">
                  <c:v>3.2010000000000001</c:v>
                </c:pt>
                <c:pt idx="2259">
                  <c:v>3.18</c:v>
                </c:pt>
                <c:pt idx="2260">
                  <c:v>3.1309999999999998</c:v>
                </c:pt>
                <c:pt idx="2261">
                  <c:v>3.1319999999999997</c:v>
                </c:pt>
                <c:pt idx="2262">
                  <c:v>3.1319999999999997</c:v>
                </c:pt>
                <c:pt idx="2263">
                  <c:v>3.129</c:v>
                </c:pt>
                <c:pt idx="2264">
                  <c:v>3.028</c:v>
                </c:pt>
                <c:pt idx="2265">
                  <c:v>3.0310000000000001</c:v>
                </c:pt>
                <c:pt idx="2266">
                  <c:v>3.0170000000000003</c:v>
                </c:pt>
                <c:pt idx="2267">
                  <c:v>3.0209999999999999</c:v>
                </c:pt>
                <c:pt idx="2268">
                  <c:v>2.9480000000000004</c:v>
                </c:pt>
                <c:pt idx="2269">
                  <c:v>2.9279999999999999</c:v>
                </c:pt>
                <c:pt idx="2270">
                  <c:v>3.0090000000000003</c:v>
                </c:pt>
                <c:pt idx="2271">
                  <c:v>2.94</c:v>
                </c:pt>
                <c:pt idx="2272">
                  <c:v>2.992</c:v>
                </c:pt>
                <c:pt idx="2273">
                  <c:v>2.927</c:v>
                </c:pt>
                <c:pt idx="2274">
                  <c:v>2.8489999999999998</c:v>
                </c:pt>
                <c:pt idx="2275">
                  <c:v>2.8159999999999998</c:v>
                </c:pt>
                <c:pt idx="2276">
                  <c:v>2.766</c:v>
                </c:pt>
                <c:pt idx="2277">
                  <c:v>2.7060000000000004</c:v>
                </c:pt>
                <c:pt idx="2278">
                  <c:v>2.6859999999999999</c:v>
                </c:pt>
                <c:pt idx="2279">
                  <c:v>2.7080000000000002</c:v>
                </c:pt>
                <c:pt idx="2280">
                  <c:v>2.7389999999999999</c:v>
                </c:pt>
                <c:pt idx="2281">
                  <c:v>2.7530000000000001</c:v>
                </c:pt>
                <c:pt idx="2282">
                  <c:v>2.694</c:v>
                </c:pt>
                <c:pt idx="2283">
                  <c:v>2.7290000000000001</c:v>
                </c:pt>
                <c:pt idx="2284">
                  <c:v>2.6469999999999994</c:v>
                </c:pt>
                <c:pt idx="2285">
                  <c:v>2.6319999999999997</c:v>
                </c:pt>
                <c:pt idx="2286">
                  <c:v>2.5779999999999994</c:v>
                </c:pt>
                <c:pt idx="2287">
                  <c:v>2.6120000000000001</c:v>
                </c:pt>
                <c:pt idx="2288">
                  <c:v>2.5949999999999998</c:v>
                </c:pt>
                <c:pt idx="2289">
                  <c:v>2.5809999999999995</c:v>
                </c:pt>
                <c:pt idx="2290">
                  <c:v>2.5670000000000002</c:v>
                </c:pt>
                <c:pt idx="2291">
                  <c:v>2.5369999999999999</c:v>
                </c:pt>
                <c:pt idx="2292">
                  <c:v>2.5609999999999999</c:v>
                </c:pt>
                <c:pt idx="2293">
                  <c:v>2.4870000000000001</c:v>
                </c:pt>
                <c:pt idx="2294">
                  <c:v>2.5390000000000006</c:v>
                </c:pt>
                <c:pt idx="2295">
                  <c:v>2.3780000000000001</c:v>
                </c:pt>
                <c:pt idx="2296">
                  <c:v>2.4860000000000007</c:v>
                </c:pt>
                <c:pt idx="2297">
                  <c:v>2.4740000000000002</c:v>
                </c:pt>
                <c:pt idx="2298">
                  <c:v>2.3650000000000002</c:v>
                </c:pt>
                <c:pt idx="2299">
                  <c:v>2.3639999999999999</c:v>
                </c:pt>
                <c:pt idx="2300">
                  <c:v>2.3970000000000002</c:v>
                </c:pt>
                <c:pt idx="2301">
                  <c:v>2.4009999999999998</c:v>
                </c:pt>
                <c:pt idx="2302">
                  <c:v>2.4210000000000003</c:v>
                </c:pt>
                <c:pt idx="2303">
                  <c:v>2.4010000000000007</c:v>
                </c:pt>
                <c:pt idx="2304">
                  <c:v>2.4399999999999995</c:v>
                </c:pt>
                <c:pt idx="2305">
                  <c:v>2.5520000000000005</c:v>
                </c:pt>
                <c:pt idx="2306">
                  <c:v>2.5270000000000001</c:v>
                </c:pt>
                <c:pt idx="2307">
                  <c:v>2.5620000000000003</c:v>
                </c:pt>
                <c:pt idx="2308">
                  <c:v>2.5710000000000006</c:v>
                </c:pt>
                <c:pt idx="2309">
                  <c:v>2.5199999999999996</c:v>
                </c:pt>
                <c:pt idx="2310">
                  <c:v>2.484</c:v>
                </c:pt>
                <c:pt idx="2311">
                  <c:v>2.4959999999999996</c:v>
                </c:pt>
                <c:pt idx="2312">
                  <c:v>2.5099999999999998</c:v>
                </c:pt>
                <c:pt idx="2313">
                  <c:v>2.59</c:v>
                </c:pt>
                <c:pt idx="2314">
                  <c:v>2.5169999999999995</c:v>
                </c:pt>
                <c:pt idx="2315">
                  <c:v>2.4850000000000003</c:v>
                </c:pt>
                <c:pt idx="2316">
                  <c:v>2.4580000000000002</c:v>
                </c:pt>
                <c:pt idx="2317">
                  <c:v>2.4159999999999995</c:v>
                </c:pt>
                <c:pt idx="2318">
                  <c:v>2.3289999999999997</c:v>
                </c:pt>
                <c:pt idx="2319">
                  <c:v>2.351</c:v>
                </c:pt>
                <c:pt idx="2320">
                  <c:v>2.359</c:v>
                </c:pt>
                <c:pt idx="2321">
                  <c:v>2.2510000000000003</c:v>
                </c:pt>
                <c:pt idx="2322">
                  <c:v>2.2169999999999996</c:v>
                </c:pt>
                <c:pt idx="2323">
                  <c:v>2.2710000000000008</c:v>
                </c:pt>
                <c:pt idx="2324">
                  <c:v>2.1859999999999999</c:v>
                </c:pt>
                <c:pt idx="2325">
                  <c:v>2.1859999999999999</c:v>
                </c:pt>
                <c:pt idx="2326">
                  <c:v>2.2039999999999997</c:v>
                </c:pt>
                <c:pt idx="2327">
                  <c:v>2.1669999999999998</c:v>
                </c:pt>
                <c:pt idx="2328">
                  <c:v>2.2250000000000005</c:v>
                </c:pt>
                <c:pt idx="2329">
                  <c:v>2.1790000000000003</c:v>
                </c:pt>
                <c:pt idx="2330">
                  <c:v>2.2169999999999996</c:v>
                </c:pt>
                <c:pt idx="2331">
                  <c:v>2.1790000000000003</c:v>
                </c:pt>
                <c:pt idx="2332">
                  <c:v>2.1429999999999998</c:v>
                </c:pt>
                <c:pt idx="2333">
                  <c:v>2.0760000000000005</c:v>
                </c:pt>
                <c:pt idx="2334">
                  <c:v>2.0970000000000004</c:v>
                </c:pt>
                <c:pt idx="2335">
                  <c:v>2.0840000000000005</c:v>
                </c:pt>
                <c:pt idx="2336">
                  <c:v>1.9990000000000006</c:v>
                </c:pt>
                <c:pt idx="2337">
                  <c:v>2.0529999999999999</c:v>
                </c:pt>
                <c:pt idx="2338">
                  <c:v>2.0489999999999995</c:v>
                </c:pt>
                <c:pt idx="2339">
                  <c:v>2.1529999999999996</c:v>
                </c:pt>
                <c:pt idx="2340">
                  <c:v>2.1439999999999992</c:v>
                </c:pt>
                <c:pt idx="2341">
                  <c:v>2.1639999999999997</c:v>
                </c:pt>
                <c:pt idx="2342">
                  <c:v>2.1639999999999997</c:v>
                </c:pt>
                <c:pt idx="2343">
                  <c:v>2.1190000000000007</c:v>
                </c:pt>
                <c:pt idx="2344">
                  <c:v>2.0859999999999994</c:v>
                </c:pt>
                <c:pt idx="2345">
                  <c:v>2.09</c:v>
                </c:pt>
                <c:pt idx="2346">
                  <c:v>2.1449999999999996</c:v>
                </c:pt>
                <c:pt idx="2347">
                  <c:v>2.1310000000000002</c:v>
                </c:pt>
                <c:pt idx="2348">
                  <c:v>2.133</c:v>
                </c:pt>
                <c:pt idx="2349">
                  <c:v>2.1580000000000004</c:v>
                </c:pt>
                <c:pt idx="2350">
                  <c:v>2.1139999999999999</c:v>
                </c:pt>
                <c:pt idx="2351">
                  <c:v>2.13</c:v>
                </c:pt>
                <c:pt idx="2352">
                  <c:v>2.1520000000000001</c:v>
                </c:pt>
                <c:pt idx="2353">
                  <c:v>2.234</c:v>
                </c:pt>
                <c:pt idx="2354">
                  <c:v>2.2069999999999999</c:v>
                </c:pt>
                <c:pt idx="2355">
                  <c:v>2.2089999999999996</c:v>
                </c:pt>
                <c:pt idx="2356">
                  <c:v>2.2030000000000003</c:v>
                </c:pt>
                <c:pt idx="2357">
                  <c:v>2.157</c:v>
                </c:pt>
                <c:pt idx="2358">
                  <c:v>2.077</c:v>
                </c:pt>
                <c:pt idx="2359">
                  <c:v>2.1920000000000002</c:v>
                </c:pt>
                <c:pt idx="2360">
                  <c:v>2.2350000000000003</c:v>
                </c:pt>
                <c:pt idx="2361">
                  <c:v>2.1320000000000006</c:v>
                </c:pt>
                <c:pt idx="2362">
                  <c:v>2.2030000000000003</c:v>
                </c:pt>
                <c:pt idx="2363">
                  <c:v>2.2880000000000003</c:v>
                </c:pt>
                <c:pt idx="2364">
                  <c:v>2.2999999999999998</c:v>
                </c:pt>
                <c:pt idx="2365">
                  <c:v>2.4060000000000006</c:v>
                </c:pt>
                <c:pt idx="2366">
                  <c:v>2.42</c:v>
                </c:pt>
                <c:pt idx="2367">
                  <c:v>2.4799999999999995</c:v>
                </c:pt>
                <c:pt idx="2368">
                  <c:v>2.5700000000000003</c:v>
                </c:pt>
                <c:pt idx="2369">
                  <c:v>2.5200000000000005</c:v>
                </c:pt>
                <c:pt idx="2370">
                  <c:v>2.4299999999999997</c:v>
                </c:pt>
                <c:pt idx="2371">
                  <c:v>2.3899999999999997</c:v>
                </c:pt>
                <c:pt idx="2372">
                  <c:v>2.3599999999999994</c:v>
                </c:pt>
                <c:pt idx="2373">
                  <c:v>2.4800000000000004</c:v>
                </c:pt>
                <c:pt idx="2374">
                  <c:v>2.41</c:v>
                </c:pt>
                <c:pt idx="2375">
                  <c:v>2.3599999999999994</c:v>
                </c:pt>
                <c:pt idx="2376">
                  <c:v>2.4200000000000008</c:v>
                </c:pt>
                <c:pt idx="2377">
                  <c:v>2.3800000000000008</c:v>
                </c:pt>
                <c:pt idx="2378">
                  <c:v>2.38</c:v>
                </c:pt>
                <c:pt idx="2379">
                  <c:v>2.41</c:v>
                </c:pt>
                <c:pt idx="2380">
                  <c:v>2.3999999999999995</c:v>
                </c:pt>
                <c:pt idx="2381">
                  <c:v>2.37</c:v>
                </c:pt>
                <c:pt idx="2382">
                  <c:v>2.2800000000000002</c:v>
                </c:pt>
                <c:pt idx="2383">
                  <c:v>2.3200000000000003</c:v>
                </c:pt>
                <c:pt idx="2384">
                  <c:v>2.25</c:v>
                </c:pt>
                <c:pt idx="2385">
                  <c:v>2.21</c:v>
                </c:pt>
                <c:pt idx="2386">
                  <c:v>2.3100000000000005</c:v>
                </c:pt>
                <c:pt idx="2387">
                  <c:v>2.2800000000000002</c:v>
                </c:pt>
                <c:pt idx="2388">
                  <c:v>2.4400000000000004</c:v>
                </c:pt>
              </c:numCache>
            </c:numRef>
          </c:val>
          <c:smooth val="0"/>
          <c:extLst>
            <c:ext xmlns:c16="http://schemas.microsoft.com/office/drawing/2014/chart" uri="{C3380CC4-5D6E-409C-BE32-E72D297353CC}">
              <c16:uniqueId val="{00000002-C063-C84B-AA24-B2199096610F}"/>
            </c:ext>
          </c:extLst>
        </c:ser>
        <c:ser>
          <c:idx val="3"/>
          <c:order val="3"/>
          <c:tx>
            <c:strRef>
              <c:f>'10Y G-Sec'!$AO$1</c:f>
              <c:strCache>
                <c:ptCount val="1"/>
                <c:pt idx="0">
                  <c:v>Average</c:v>
                </c:pt>
              </c:strCache>
            </c:strRef>
          </c:tx>
          <c:spPr>
            <a:ln w="12700" cap="rnd">
              <a:solidFill>
                <a:schemeClr val="accent4"/>
              </a:solidFill>
              <a:round/>
            </a:ln>
            <a:effectLst>
              <a:outerShdw blurRad="50800" dist="38100" dir="2700000" algn="tl" rotWithShape="0">
                <a:prstClr val="black">
                  <a:alpha val="40000"/>
                </a:prstClr>
              </a:outerShdw>
            </a:effectLst>
          </c:spPr>
          <c:marker>
            <c:symbol val="none"/>
          </c:marker>
          <c:cat>
            <c:numRef>
              <c:f>'10Y G-Sec'!$AK$2:$AK$2390</c:f>
              <c:numCache>
                <c:formatCode>mmm\-yy</c:formatCode>
                <c:ptCount val="2389"/>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42031</c:v>
                </c:pt>
                <c:pt idx="16">
                  <c:v>42032</c:v>
                </c:pt>
                <c:pt idx="17">
                  <c:v>42033</c:v>
                </c:pt>
                <c:pt idx="18">
                  <c:v>42034</c:v>
                </c:pt>
                <c:pt idx="19">
                  <c:v>42037</c:v>
                </c:pt>
                <c:pt idx="20">
                  <c:v>42038</c:v>
                </c:pt>
                <c:pt idx="21">
                  <c:v>42039</c:v>
                </c:pt>
                <c:pt idx="22">
                  <c:v>42040</c:v>
                </c:pt>
                <c:pt idx="23">
                  <c:v>42041</c:v>
                </c:pt>
                <c:pt idx="24">
                  <c:v>42044</c:v>
                </c:pt>
                <c:pt idx="25">
                  <c:v>42045</c:v>
                </c:pt>
                <c:pt idx="26">
                  <c:v>42046</c:v>
                </c:pt>
                <c:pt idx="27">
                  <c:v>42047</c:v>
                </c:pt>
                <c:pt idx="28">
                  <c:v>42048</c:v>
                </c:pt>
                <c:pt idx="29">
                  <c:v>42053</c:v>
                </c:pt>
                <c:pt idx="30">
                  <c:v>42054</c:v>
                </c:pt>
                <c:pt idx="31">
                  <c:v>42055</c:v>
                </c:pt>
                <c:pt idx="32">
                  <c:v>42058</c:v>
                </c:pt>
                <c:pt idx="33">
                  <c:v>42059</c:v>
                </c:pt>
                <c:pt idx="34">
                  <c:v>42060</c:v>
                </c:pt>
                <c:pt idx="35">
                  <c:v>42061</c:v>
                </c:pt>
                <c:pt idx="36">
                  <c:v>42062</c:v>
                </c:pt>
                <c:pt idx="37">
                  <c:v>42065</c:v>
                </c:pt>
                <c:pt idx="38">
                  <c:v>42066</c:v>
                </c:pt>
                <c:pt idx="39">
                  <c:v>42067</c:v>
                </c:pt>
                <c:pt idx="40">
                  <c:v>42068</c:v>
                </c:pt>
                <c:pt idx="41">
                  <c:v>42072</c:v>
                </c:pt>
                <c:pt idx="42">
                  <c:v>42073</c:v>
                </c:pt>
                <c:pt idx="43">
                  <c:v>42074</c:v>
                </c:pt>
                <c:pt idx="44">
                  <c:v>42075</c:v>
                </c:pt>
                <c:pt idx="45">
                  <c:v>42076</c:v>
                </c:pt>
                <c:pt idx="46">
                  <c:v>42079</c:v>
                </c:pt>
                <c:pt idx="47">
                  <c:v>42080</c:v>
                </c:pt>
                <c:pt idx="48">
                  <c:v>42081</c:v>
                </c:pt>
                <c:pt idx="49">
                  <c:v>42082</c:v>
                </c:pt>
                <c:pt idx="50">
                  <c:v>42083</c:v>
                </c:pt>
                <c:pt idx="51">
                  <c:v>42086</c:v>
                </c:pt>
                <c:pt idx="52">
                  <c:v>42087</c:v>
                </c:pt>
                <c:pt idx="53">
                  <c:v>42088</c:v>
                </c:pt>
                <c:pt idx="54">
                  <c:v>42089</c:v>
                </c:pt>
                <c:pt idx="55">
                  <c:v>42090</c:v>
                </c:pt>
                <c:pt idx="56">
                  <c:v>42093</c:v>
                </c:pt>
                <c:pt idx="57">
                  <c:v>42094</c:v>
                </c:pt>
                <c:pt idx="58">
                  <c:v>42100</c:v>
                </c:pt>
                <c:pt idx="59">
                  <c:v>42101</c:v>
                </c:pt>
                <c:pt idx="60">
                  <c:v>42102</c:v>
                </c:pt>
                <c:pt idx="61">
                  <c:v>42103</c:v>
                </c:pt>
                <c:pt idx="62">
                  <c:v>42104</c:v>
                </c:pt>
                <c:pt idx="63">
                  <c:v>42107</c:v>
                </c:pt>
                <c:pt idx="64">
                  <c:v>42109</c:v>
                </c:pt>
                <c:pt idx="65">
                  <c:v>42110</c:v>
                </c:pt>
                <c:pt idx="66">
                  <c:v>42111</c:v>
                </c:pt>
                <c:pt idx="67">
                  <c:v>42114</c:v>
                </c:pt>
                <c:pt idx="68">
                  <c:v>42115</c:v>
                </c:pt>
                <c:pt idx="69">
                  <c:v>42116</c:v>
                </c:pt>
                <c:pt idx="70">
                  <c:v>42117</c:v>
                </c:pt>
                <c:pt idx="71">
                  <c:v>42118</c:v>
                </c:pt>
                <c:pt idx="72">
                  <c:v>42121</c:v>
                </c:pt>
                <c:pt idx="73">
                  <c:v>42122</c:v>
                </c:pt>
                <c:pt idx="74">
                  <c:v>42123</c:v>
                </c:pt>
                <c:pt idx="75">
                  <c:v>42124</c:v>
                </c:pt>
                <c:pt idx="76">
                  <c:v>42129</c:v>
                </c:pt>
                <c:pt idx="77">
                  <c:v>42130</c:v>
                </c:pt>
                <c:pt idx="78">
                  <c:v>42131</c:v>
                </c:pt>
                <c:pt idx="79">
                  <c:v>42132</c:v>
                </c:pt>
                <c:pt idx="80">
                  <c:v>42135</c:v>
                </c:pt>
                <c:pt idx="81">
                  <c:v>42136</c:v>
                </c:pt>
                <c:pt idx="82">
                  <c:v>42137</c:v>
                </c:pt>
                <c:pt idx="83">
                  <c:v>42138</c:v>
                </c:pt>
                <c:pt idx="84">
                  <c:v>42139</c:v>
                </c:pt>
                <c:pt idx="85">
                  <c:v>42142</c:v>
                </c:pt>
                <c:pt idx="86">
                  <c:v>42143</c:v>
                </c:pt>
                <c:pt idx="87">
                  <c:v>42144</c:v>
                </c:pt>
                <c:pt idx="88">
                  <c:v>42145</c:v>
                </c:pt>
                <c:pt idx="89">
                  <c:v>42146</c:v>
                </c:pt>
                <c:pt idx="90">
                  <c:v>42150</c:v>
                </c:pt>
                <c:pt idx="91">
                  <c:v>42151</c:v>
                </c:pt>
                <c:pt idx="92">
                  <c:v>42152</c:v>
                </c:pt>
                <c:pt idx="93">
                  <c:v>42153</c:v>
                </c:pt>
                <c:pt idx="94">
                  <c:v>42156</c:v>
                </c:pt>
                <c:pt idx="95">
                  <c:v>42157</c:v>
                </c:pt>
                <c:pt idx="96">
                  <c:v>42158</c:v>
                </c:pt>
                <c:pt idx="97">
                  <c:v>42159</c:v>
                </c:pt>
                <c:pt idx="98">
                  <c:v>42160</c:v>
                </c:pt>
                <c:pt idx="99">
                  <c:v>42163</c:v>
                </c:pt>
                <c:pt idx="100">
                  <c:v>42164</c:v>
                </c:pt>
                <c:pt idx="101">
                  <c:v>42165</c:v>
                </c:pt>
                <c:pt idx="102">
                  <c:v>42166</c:v>
                </c:pt>
                <c:pt idx="103">
                  <c:v>42167</c:v>
                </c:pt>
                <c:pt idx="104">
                  <c:v>42170</c:v>
                </c:pt>
                <c:pt idx="105">
                  <c:v>42171</c:v>
                </c:pt>
                <c:pt idx="106">
                  <c:v>42172</c:v>
                </c:pt>
                <c:pt idx="107">
                  <c:v>42173</c:v>
                </c:pt>
                <c:pt idx="108">
                  <c:v>42174</c:v>
                </c:pt>
                <c:pt idx="109">
                  <c:v>42177</c:v>
                </c:pt>
                <c:pt idx="110">
                  <c:v>42178</c:v>
                </c:pt>
                <c:pt idx="111">
                  <c:v>42179</c:v>
                </c:pt>
                <c:pt idx="112">
                  <c:v>42180</c:v>
                </c:pt>
                <c:pt idx="113">
                  <c:v>42181</c:v>
                </c:pt>
                <c:pt idx="114">
                  <c:v>42184</c:v>
                </c:pt>
                <c:pt idx="115">
                  <c:v>42185</c:v>
                </c:pt>
                <c:pt idx="116">
                  <c:v>42186</c:v>
                </c:pt>
                <c:pt idx="117">
                  <c:v>42187</c:v>
                </c:pt>
                <c:pt idx="118">
                  <c:v>42191</c:v>
                </c:pt>
                <c:pt idx="119">
                  <c:v>42192</c:v>
                </c:pt>
                <c:pt idx="120">
                  <c:v>42193</c:v>
                </c:pt>
                <c:pt idx="121">
                  <c:v>42194</c:v>
                </c:pt>
                <c:pt idx="122">
                  <c:v>42195</c:v>
                </c:pt>
                <c:pt idx="123">
                  <c:v>42198</c:v>
                </c:pt>
                <c:pt idx="124">
                  <c:v>42199</c:v>
                </c:pt>
                <c:pt idx="125">
                  <c:v>42200</c:v>
                </c:pt>
                <c:pt idx="126">
                  <c:v>42201</c:v>
                </c:pt>
                <c:pt idx="127">
                  <c:v>42202</c:v>
                </c:pt>
                <c:pt idx="128">
                  <c:v>42205</c:v>
                </c:pt>
                <c:pt idx="129">
                  <c:v>42206</c:v>
                </c:pt>
                <c:pt idx="130">
                  <c:v>42207</c:v>
                </c:pt>
                <c:pt idx="131">
                  <c:v>42208</c:v>
                </c:pt>
                <c:pt idx="132">
                  <c:v>42209</c:v>
                </c:pt>
                <c:pt idx="133">
                  <c:v>42212</c:v>
                </c:pt>
                <c:pt idx="134">
                  <c:v>42213</c:v>
                </c:pt>
                <c:pt idx="135">
                  <c:v>42214</c:v>
                </c:pt>
                <c:pt idx="136">
                  <c:v>42215</c:v>
                </c:pt>
                <c:pt idx="137">
                  <c:v>42216</c:v>
                </c:pt>
                <c:pt idx="138">
                  <c:v>42219</c:v>
                </c:pt>
                <c:pt idx="139">
                  <c:v>42220</c:v>
                </c:pt>
                <c:pt idx="140">
                  <c:v>42221</c:v>
                </c:pt>
                <c:pt idx="141">
                  <c:v>42222</c:v>
                </c:pt>
                <c:pt idx="142">
                  <c:v>42223</c:v>
                </c:pt>
                <c:pt idx="143">
                  <c:v>42226</c:v>
                </c:pt>
                <c:pt idx="144">
                  <c:v>42227</c:v>
                </c:pt>
                <c:pt idx="145">
                  <c:v>42228</c:v>
                </c:pt>
                <c:pt idx="146">
                  <c:v>42229</c:v>
                </c:pt>
                <c:pt idx="147">
                  <c:v>42230</c:v>
                </c:pt>
                <c:pt idx="148">
                  <c:v>42233</c:v>
                </c:pt>
                <c:pt idx="149">
                  <c:v>42235</c:v>
                </c:pt>
                <c:pt idx="150">
                  <c:v>42236</c:v>
                </c:pt>
                <c:pt idx="151">
                  <c:v>42237</c:v>
                </c:pt>
                <c:pt idx="152">
                  <c:v>42240</c:v>
                </c:pt>
                <c:pt idx="153">
                  <c:v>42241</c:v>
                </c:pt>
                <c:pt idx="154">
                  <c:v>42242</c:v>
                </c:pt>
                <c:pt idx="155">
                  <c:v>42243</c:v>
                </c:pt>
                <c:pt idx="156">
                  <c:v>42244</c:v>
                </c:pt>
                <c:pt idx="157">
                  <c:v>42247</c:v>
                </c:pt>
                <c:pt idx="158">
                  <c:v>42248</c:v>
                </c:pt>
                <c:pt idx="159">
                  <c:v>42249</c:v>
                </c:pt>
                <c:pt idx="160">
                  <c:v>42250</c:v>
                </c:pt>
                <c:pt idx="161">
                  <c:v>42251</c:v>
                </c:pt>
                <c:pt idx="162">
                  <c:v>42255</c:v>
                </c:pt>
                <c:pt idx="163">
                  <c:v>42256</c:v>
                </c:pt>
                <c:pt idx="164">
                  <c:v>42257</c:v>
                </c:pt>
                <c:pt idx="165">
                  <c:v>42258</c:v>
                </c:pt>
                <c:pt idx="166">
                  <c:v>42261</c:v>
                </c:pt>
                <c:pt idx="167">
                  <c:v>42262</c:v>
                </c:pt>
                <c:pt idx="168">
                  <c:v>42263</c:v>
                </c:pt>
                <c:pt idx="169">
                  <c:v>42265</c:v>
                </c:pt>
                <c:pt idx="170">
                  <c:v>42268</c:v>
                </c:pt>
                <c:pt idx="171">
                  <c:v>42269</c:v>
                </c:pt>
                <c:pt idx="172">
                  <c:v>42270</c:v>
                </c:pt>
                <c:pt idx="173">
                  <c:v>42271</c:v>
                </c:pt>
                <c:pt idx="174">
                  <c:v>42275</c:v>
                </c:pt>
                <c:pt idx="175">
                  <c:v>42276</c:v>
                </c:pt>
                <c:pt idx="176">
                  <c:v>42277</c:v>
                </c:pt>
                <c:pt idx="177">
                  <c:v>42278</c:v>
                </c:pt>
                <c:pt idx="178">
                  <c:v>42282</c:v>
                </c:pt>
                <c:pt idx="179">
                  <c:v>42283</c:v>
                </c:pt>
                <c:pt idx="180">
                  <c:v>42284</c:v>
                </c:pt>
                <c:pt idx="181">
                  <c:v>42285</c:v>
                </c:pt>
                <c:pt idx="182">
                  <c:v>42286</c:v>
                </c:pt>
                <c:pt idx="183">
                  <c:v>42290</c:v>
                </c:pt>
                <c:pt idx="184">
                  <c:v>42291</c:v>
                </c:pt>
                <c:pt idx="185">
                  <c:v>42292</c:v>
                </c:pt>
                <c:pt idx="186">
                  <c:v>42293</c:v>
                </c:pt>
                <c:pt idx="187">
                  <c:v>42296</c:v>
                </c:pt>
                <c:pt idx="188">
                  <c:v>42297</c:v>
                </c:pt>
                <c:pt idx="189">
                  <c:v>42298</c:v>
                </c:pt>
                <c:pt idx="190">
                  <c:v>42300</c:v>
                </c:pt>
                <c:pt idx="191">
                  <c:v>42303</c:v>
                </c:pt>
                <c:pt idx="192">
                  <c:v>42304</c:v>
                </c:pt>
                <c:pt idx="193">
                  <c:v>42305</c:v>
                </c:pt>
                <c:pt idx="194">
                  <c:v>42306</c:v>
                </c:pt>
                <c:pt idx="195">
                  <c:v>42307</c:v>
                </c:pt>
                <c:pt idx="196">
                  <c:v>42310</c:v>
                </c:pt>
                <c:pt idx="197">
                  <c:v>42311</c:v>
                </c:pt>
                <c:pt idx="198">
                  <c:v>42312</c:v>
                </c:pt>
                <c:pt idx="199">
                  <c:v>42313</c:v>
                </c:pt>
                <c:pt idx="200">
                  <c:v>42314</c:v>
                </c:pt>
                <c:pt idx="201">
                  <c:v>42317</c:v>
                </c:pt>
                <c:pt idx="202">
                  <c:v>42318</c:v>
                </c:pt>
                <c:pt idx="203">
                  <c:v>42321</c:v>
                </c:pt>
                <c:pt idx="204">
                  <c:v>42324</c:v>
                </c:pt>
                <c:pt idx="205">
                  <c:v>42325</c:v>
                </c:pt>
                <c:pt idx="206">
                  <c:v>42326</c:v>
                </c:pt>
                <c:pt idx="207">
                  <c:v>42327</c:v>
                </c:pt>
                <c:pt idx="208">
                  <c:v>42328</c:v>
                </c:pt>
                <c:pt idx="209">
                  <c:v>42331</c:v>
                </c:pt>
                <c:pt idx="210">
                  <c:v>42332</c:v>
                </c:pt>
                <c:pt idx="211">
                  <c:v>42335</c:v>
                </c:pt>
                <c:pt idx="212">
                  <c:v>42338</c:v>
                </c:pt>
                <c:pt idx="213">
                  <c:v>42339</c:v>
                </c:pt>
                <c:pt idx="214">
                  <c:v>42340</c:v>
                </c:pt>
                <c:pt idx="215">
                  <c:v>42341</c:v>
                </c:pt>
                <c:pt idx="216">
                  <c:v>42342</c:v>
                </c:pt>
                <c:pt idx="217">
                  <c:v>42345</c:v>
                </c:pt>
                <c:pt idx="218">
                  <c:v>42346</c:v>
                </c:pt>
                <c:pt idx="219">
                  <c:v>42347</c:v>
                </c:pt>
                <c:pt idx="220">
                  <c:v>42348</c:v>
                </c:pt>
                <c:pt idx="221">
                  <c:v>42349</c:v>
                </c:pt>
                <c:pt idx="222">
                  <c:v>42352</c:v>
                </c:pt>
                <c:pt idx="223">
                  <c:v>42353</c:v>
                </c:pt>
                <c:pt idx="224">
                  <c:v>42354</c:v>
                </c:pt>
                <c:pt idx="225">
                  <c:v>42355</c:v>
                </c:pt>
                <c:pt idx="226">
                  <c:v>42356</c:v>
                </c:pt>
                <c:pt idx="227">
                  <c:v>42359</c:v>
                </c:pt>
                <c:pt idx="228">
                  <c:v>42360</c:v>
                </c:pt>
                <c:pt idx="229">
                  <c:v>42361</c:v>
                </c:pt>
                <c:pt idx="230">
                  <c:v>42366</c:v>
                </c:pt>
                <c:pt idx="231">
                  <c:v>42367</c:v>
                </c:pt>
                <c:pt idx="232">
                  <c:v>42368</c:v>
                </c:pt>
                <c:pt idx="233">
                  <c:v>42369</c:v>
                </c:pt>
                <c:pt idx="234">
                  <c:v>42373</c:v>
                </c:pt>
                <c:pt idx="235">
                  <c:v>42374</c:v>
                </c:pt>
                <c:pt idx="236">
                  <c:v>42375</c:v>
                </c:pt>
                <c:pt idx="237">
                  <c:v>42376</c:v>
                </c:pt>
                <c:pt idx="238">
                  <c:v>42377</c:v>
                </c:pt>
                <c:pt idx="239">
                  <c:v>42380</c:v>
                </c:pt>
                <c:pt idx="240">
                  <c:v>42381</c:v>
                </c:pt>
                <c:pt idx="241">
                  <c:v>42382</c:v>
                </c:pt>
                <c:pt idx="242">
                  <c:v>42383</c:v>
                </c:pt>
                <c:pt idx="243">
                  <c:v>42384</c:v>
                </c:pt>
                <c:pt idx="244">
                  <c:v>42388</c:v>
                </c:pt>
                <c:pt idx="245">
                  <c:v>42389</c:v>
                </c:pt>
                <c:pt idx="246">
                  <c:v>42390</c:v>
                </c:pt>
                <c:pt idx="247">
                  <c:v>42391</c:v>
                </c:pt>
                <c:pt idx="248">
                  <c:v>42394</c:v>
                </c:pt>
                <c:pt idx="249">
                  <c:v>42396</c:v>
                </c:pt>
                <c:pt idx="250">
                  <c:v>42397</c:v>
                </c:pt>
                <c:pt idx="251">
                  <c:v>42398</c:v>
                </c:pt>
                <c:pt idx="252">
                  <c:v>42401</c:v>
                </c:pt>
                <c:pt idx="253">
                  <c:v>42402</c:v>
                </c:pt>
                <c:pt idx="254">
                  <c:v>42403</c:v>
                </c:pt>
                <c:pt idx="255">
                  <c:v>42404</c:v>
                </c:pt>
                <c:pt idx="256">
                  <c:v>42405</c:v>
                </c:pt>
                <c:pt idx="257">
                  <c:v>42408</c:v>
                </c:pt>
                <c:pt idx="258">
                  <c:v>42409</c:v>
                </c:pt>
                <c:pt idx="259">
                  <c:v>42410</c:v>
                </c:pt>
                <c:pt idx="260">
                  <c:v>42411</c:v>
                </c:pt>
                <c:pt idx="261">
                  <c:v>42412</c:v>
                </c:pt>
                <c:pt idx="262">
                  <c:v>42416</c:v>
                </c:pt>
                <c:pt idx="263">
                  <c:v>42417</c:v>
                </c:pt>
                <c:pt idx="264">
                  <c:v>42418</c:v>
                </c:pt>
                <c:pt idx="265">
                  <c:v>42422</c:v>
                </c:pt>
                <c:pt idx="266">
                  <c:v>42423</c:v>
                </c:pt>
                <c:pt idx="267">
                  <c:v>42424</c:v>
                </c:pt>
                <c:pt idx="268">
                  <c:v>42425</c:v>
                </c:pt>
                <c:pt idx="269">
                  <c:v>42426</c:v>
                </c:pt>
                <c:pt idx="270">
                  <c:v>42429</c:v>
                </c:pt>
                <c:pt idx="271">
                  <c:v>42430</c:v>
                </c:pt>
                <c:pt idx="272">
                  <c:v>42431</c:v>
                </c:pt>
                <c:pt idx="273">
                  <c:v>42432</c:v>
                </c:pt>
                <c:pt idx="274">
                  <c:v>42433</c:v>
                </c:pt>
                <c:pt idx="275">
                  <c:v>42437</c:v>
                </c:pt>
                <c:pt idx="276">
                  <c:v>42438</c:v>
                </c:pt>
                <c:pt idx="277">
                  <c:v>42439</c:v>
                </c:pt>
                <c:pt idx="278">
                  <c:v>42440</c:v>
                </c:pt>
                <c:pt idx="279">
                  <c:v>42443</c:v>
                </c:pt>
                <c:pt idx="280">
                  <c:v>42444</c:v>
                </c:pt>
                <c:pt idx="281">
                  <c:v>42445</c:v>
                </c:pt>
                <c:pt idx="282">
                  <c:v>42446</c:v>
                </c:pt>
                <c:pt idx="283">
                  <c:v>42447</c:v>
                </c:pt>
                <c:pt idx="284">
                  <c:v>42450</c:v>
                </c:pt>
                <c:pt idx="285">
                  <c:v>42451</c:v>
                </c:pt>
                <c:pt idx="286">
                  <c:v>42452</c:v>
                </c:pt>
                <c:pt idx="287">
                  <c:v>42457</c:v>
                </c:pt>
                <c:pt idx="288">
                  <c:v>42458</c:v>
                </c:pt>
                <c:pt idx="289">
                  <c:v>42459</c:v>
                </c:pt>
                <c:pt idx="290">
                  <c:v>42460</c:v>
                </c:pt>
                <c:pt idx="291">
                  <c:v>42464</c:v>
                </c:pt>
                <c:pt idx="292">
                  <c:v>42465</c:v>
                </c:pt>
                <c:pt idx="293">
                  <c:v>42466</c:v>
                </c:pt>
                <c:pt idx="294">
                  <c:v>42467</c:v>
                </c:pt>
                <c:pt idx="295">
                  <c:v>42471</c:v>
                </c:pt>
                <c:pt idx="296">
                  <c:v>42472</c:v>
                </c:pt>
                <c:pt idx="297">
                  <c:v>42473</c:v>
                </c:pt>
                <c:pt idx="298">
                  <c:v>42478</c:v>
                </c:pt>
                <c:pt idx="299">
                  <c:v>42480</c:v>
                </c:pt>
                <c:pt idx="300">
                  <c:v>42481</c:v>
                </c:pt>
                <c:pt idx="301">
                  <c:v>42482</c:v>
                </c:pt>
                <c:pt idx="302">
                  <c:v>42485</c:v>
                </c:pt>
                <c:pt idx="303">
                  <c:v>42486</c:v>
                </c:pt>
                <c:pt idx="304">
                  <c:v>42487</c:v>
                </c:pt>
                <c:pt idx="305">
                  <c:v>42488</c:v>
                </c:pt>
                <c:pt idx="306">
                  <c:v>42489</c:v>
                </c:pt>
                <c:pt idx="307">
                  <c:v>42492</c:v>
                </c:pt>
                <c:pt idx="308">
                  <c:v>42493</c:v>
                </c:pt>
                <c:pt idx="309">
                  <c:v>42494</c:v>
                </c:pt>
                <c:pt idx="310">
                  <c:v>42495</c:v>
                </c:pt>
                <c:pt idx="311">
                  <c:v>42496</c:v>
                </c:pt>
                <c:pt idx="312">
                  <c:v>42499</c:v>
                </c:pt>
                <c:pt idx="313">
                  <c:v>42500</c:v>
                </c:pt>
                <c:pt idx="314">
                  <c:v>42501</c:v>
                </c:pt>
                <c:pt idx="315">
                  <c:v>42502</c:v>
                </c:pt>
                <c:pt idx="316">
                  <c:v>42503</c:v>
                </c:pt>
                <c:pt idx="317">
                  <c:v>42506</c:v>
                </c:pt>
                <c:pt idx="318">
                  <c:v>42507</c:v>
                </c:pt>
                <c:pt idx="319">
                  <c:v>42508</c:v>
                </c:pt>
                <c:pt idx="320">
                  <c:v>42509</c:v>
                </c:pt>
                <c:pt idx="321">
                  <c:v>42510</c:v>
                </c:pt>
                <c:pt idx="322">
                  <c:v>42513</c:v>
                </c:pt>
                <c:pt idx="323">
                  <c:v>42514</c:v>
                </c:pt>
                <c:pt idx="324">
                  <c:v>42515</c:v>
                </c:pt>
                <c:pt idx="325">
                  <c:v>42516</c:v>
                </c:pt>
                <c:pt idx="326">
                  <c:v>42517</c:v>
                </c:pt>
                <c:pt idx="327">
                  <c:v>42521</c:v>
                </c:pt>
                <c:pt idx="328">
                  <c:v>42522</c:v>
                </c:pt>
                <c:pt idx="329">
                  <c:v>42523</c:v>
                </c:pt>
                <c:pt idx="330">
                  <c:v>42524</c:v>
                </c:pt>
                <c:pt idx="331">
                  <c:v>42527</c:v>
                </c:pt>
                <c:pt idx="332">
                  <c:v>42528</c:v>
                </c:pt>
                <c:pt idx="333">
                  <c:v>42529</c:v>
                </c:pt>
                <c:pt idx="334">
                  <c:v>42530</c:v>
                </c:pt>
                <c:pt idx="335">
                  <c:v>42531</c:v>
                </c:pt>
                <c:pt idx="336">
                  <c:v>42534</c:v>
                </c:pt>
                <c:pt idx="337">
                  <c:v>42535</c:v>
                </c:pt>
                <c:pt idx="338">
                  <c:v>42536</c:v>
                </c:pt>
                <c:pt idx="339">
                  <c:v>42537</c:v>
                </c:pt>
                <c:pt idx="340">
                  <c:v>42538</c:v>
                </c:pt>
                <c:pt idx="341">
                  <c:v>42541</c:v>
                </c:pt>
                <c:pt idx="342">
                  <c:v>42542</c:v>
                </c:pt>
                <c:pt idx="343">
                  <c:v>42543</c:v>
                </c:pt>
                <c:pt idx="344">
                  <c:v>42544</c:v>
                </c:pt>
                <c:pt idx="345">
                  <c:v>42545</c:v>
                </c:pt>
                <c:pt idx="346">
                  <c:v>42548</c:v>
                </c:pt>
                <c:pt idx="347">
                  <c:v>42549</c:v>
                </c:pt>
                <c:pt idx="348">
                  <c:v>42550</c:v>
                </c:pt>
                <c:pt idx="349">
                  <c:v>42551</c:v>
                </c:pt>
                <c:pt idx="350">
                  <c:v>42552</c:v>
                </c:pt>
                <c:pt idx="351">
                  <c:v>42556</c:v>
                </c:pt>
                <c:pt idx="352">
                  <c:v>42558</c:v>
                </c:pt>
                <c:pt idx="353">
                  <c:v>42559</c:v>
                </c:pt>
                <c:pt idx="354">
                  <c:v>42562</c:v>
                </c:pt>
                <c:pt idx="355">
                  <c:v>42563</c:v>
                </c:pt>
                <c:pt idx="356">
                  <c:v>42564</c:v>
                </c:pt>
                <c:pt idx="357">
                  <c:v>42565</c:v>
                </c:pt>
                <c:pt idx="358">
                  <c:v>42566</c:v>
                </c:pt>
                <c:pt idx="359">
                  <c:v>42569</c:v>
                </c:pt>
                <c:pt idx="360">
                  <c:v>42570</c:v>
                </c:pt>
                <c:pt idx="361">
                  <c:v>42571</c:v>
                </c:pt>
                <c:pt idx="362">
                  <c:v>42572</c:v>
                </c:pt>
                <c:pt idx="363">
                  <c:v>42573</c:v>
                </c:pt>
                <c:pt idx="364">
                  <c:v>42576</c:v>
                </c:pt>
                <c:pt idx="365">
                  <c:v>42577</c:v>
                </c:pt>
                <c:pt idx="366">
                  <c:v>42578</c:v>
                </c:pt>
                <c:pt idx="367">
                  <c:v>42579</c:v>
                </c:pt>
                <c:pt idx="368">
                  <c:v>42580</c:v>
                </c:pt>
                <c:pt idx="369">
                  <c:v>42583</c:v>
                </c:pt>
                <c:pt idx="370">
                  <c:v>42584</c:v>
                </c:pt>
                <c:pt idx="371">
                  <c:v>42585</c:v>
                </c:pt>
                <c:pt idx="372">
                  <c:v>42586</c:v>
                </c:pt>
                <c:pt idx="373">
                  <c:v>42587</c:v>
                </c:pt>
                <c:pt idx="374">
                  <c:v>42590</c:v>
                </c:pt>
                <c:pt idx="375">
                  <c:v>42591</c:v>
                </c:pt>
                <c:pt idx="376">
                  <c:v>42592</c:v>
                </c:pt>
                <c:pt idx="377">
                  <c:v>42593</c:v>
                </c:pt>
                <c:pt idx="378">
                  <c:v>42594</c:v>
                </c:pt>
                <c:pt idx="379">
                  <c:v>42598</c:v>
                </c:pt>
                <c:pt idx="380">
                  <c:v>42600</c:v>
                </c:pt>
                <c:pt idx="381">
                  <c:v>42601</c:v>
                </c:pt>
                <c:pt idx="382">
                  <c:v>42604</c:v>
                </c:pt>
                <c:pt idx="383">
                  <c:v>42605</c:v>
                </c:pt>
                <c:pt idx="384">
                  <c:v>42606</c:v>
                </c:pt>
                <c:pt idx="385">
                  <c:v>42607</c:v>
                </c:pt>
                <c:pt idx="386">
                  <c:v>42608</c:v>
                </c:pt>
                <c:pt idx="387">
                  <c:v>42611</c:v>
                </c:pt>
                <c:pt idx="388">
                  <c:v>42612</c:v>
                </c:pt>
                <c:pt idx="389">
                  <c:v>42613</c:v>
                </c:pt>
                <c:pt idx="390">
                  <c:v>42614</c:v>
                </c:pt>
                <c:pt idx="391">
                  <c:v>42615</c:v>
                </c:pt>
                <c:pt idx="392">
                  <c:v>42619</c:v>
                </c:pt>
                <c:pt idx="393">
                  <c:v>42620</c:v>
                </c:pt>
                <c:pt idx="394">
                  <c:v>42621</c:v>
                </c:pt>
                <c:pt idx="395">
                  <c:v>42622</c:v>
                </c:pt>
                <c:pt idx="396">
                  <c:v>42625</c:v>
                </c:pt>
                <c:pt idx="397">
                  <c:v>42627</c:v>
                </c:pt>
                <c:pt idx="398">
                  <c:v>42628</c:v>
                </c:pt>
                <c:pt idx="399">
                  <c:v>42629</c:v>
                </c:pt>
                <c:pt idx="400">
                  <c:v>42632</c:v>
                </c:pt>
                <c:pt idx="401">
                  <c:v>42633</c:v>
                </c:pt>
                <c:pt idx="402">
                  <c:v>42634</c:v>
                </c:pt>
                <c:pt idx="403">
                  <c:v>42635</c:v>
                </c:pt>
                <c:pt idx="404">
                  <c:v>42636</c:v>
                </c:pt>
                <c:pt idx="405">
                  <c:v>42639</c:v>
                </c:pt>
                <c:pt idx="406">
                  <c:v>42640</c:v>
                </c:pt>
                <c:pt idx="407">
                  <c:v>42641</c:v>
                </c:pt>
                <c:pt idx="408">
                  <c:v>42642</c:v>
                </c:pt>
                <c:pt idx="409">
                  <c:v>42643</c:v>
                </c:pt>
                <c:pt idx="410">
                  <c:v>42646</c:v>
                </c:pt>
                <c:pt idx="411">
                  <c:v>42647</c:v>
                </c:pt>
                <c:pt idx="412">
                  <c:v>42648</c:v>
                </c:pt>
                <c:pt idx="413">
                  <c:v>42649</c:v>
                </c:pt>
                <c:pt idx="414">
                  <c:v>42650</c:v>
                </c:pt>
                <c:pt idx="415">
                  <c:v>42656</c:v>
                </c:pt>
                <c:pt idx="416">
                  <c:v>42657</c:v>
                </c:pt>
                <c:pt idx="417">
                  <c:v>42660</c:v>
                </c:pt>
                <c:pt idx="418">
                  <c:v>42661</c:v>
                </c:pt>
                <c:pt idx="419">
                  <c:v>42662</c:v>
                </c:pt>
                <c:pt idx="420">
                  <c:v>42663</c:v>
                </c:pt>
                <c:pt idx="421">
                  <c:v>42664</c:v>
                </c:pt>
                <c:pt idx="422">
                  <c:v>42667</c:v>
                </c:pt>
                <c:pt idx="423">
                  <c:v>42668</c:v>
                </c:pt>
                <c:pt idx="424">
                  <c:v>42669</c:v>
                </c:pt>
                <c:pt idx="425">
                  <c:v>42670</c:v>
                </c:pt>
                <c:pt idx="426">
                  <c:v>42671</c:v>
                </c:pt>
                <c:pt idx="427">
                  <c:v>42675</c:v>
                </c:pt>
                <c:pt idx="428">
                  <c:v>42676</c:v>
                </c:pt>
                <c:pt idx="429">
                  <c:v>42677</c:v>
                </c:pt>
                <c:pt idx="430">
                  <c:v>42678</c:v>
                </c:pt>
                <c:pt idx="431">
                  <c:v>42681</c:v>
                </c:pt>
                <c:pt idx="432">
                  <c:v>42682</c:v>
                </c:pt>
                <c:pt idx="433">
                  <c:v>42683</c:v>
                </c:pt>
                <c:pt idx="434">
                  <c:v>42684</c:v>
                </c:pt>
                <c:pt idx="435">
                  <c:v>42689</c:v>
                </c:pt>
                <c:pt idx="436">
                  <c:v>42690</c:v>
                </c:pt>
                <c:pt idx="437">
                  <c:v>42691</c:v>
                </c:pt>
                <c:pt idx="438">
                  <c:v>42692</c:v>
                </c:pt>
                <c:pt idx="439">
                  <c:v>42695</c:v>
                </c:pt>
                <c:pt idx="440">
                  <c:v>42696</c:v>
                </c:pt>
                <c:pt idx="441">
                  <c:v>42697</c:v>
                </c:pt>
                <c:pt idx="442">
                  <c:v>42699</c:v>
                </c:pt>
                <c:pt idx="443">
                  <c:v>42702</c:v>
                </c:pt>
                <c:pt idx="444">
                  <c:v>42703</c:v>
                </c:pt>
                <c:pt idx="445">
                  <c:v>42704</c:v>
                </c:pt>
                <c:pt idx="446">
                  <c:v>42705</c:v>
                </c:pt>
                <c:pt idx="447">
                  <c:v>42706</c:v>
                </c:pt>
                <c:pt idx="448">
                  <c:v>42709</c:v>
                </c:pt>
                <c:pt idx="449">
                  <c:v>42710</c:v>
                </c:pt>
                <c:pt idx="450">
                  <c:v>42711</c:v>
                </c:pt>
                <c:pt idx="451">
                  <c:v>42712</c:v>
                </c:pt>
                <c:pt idx="452">
                  <c:v>42713</c:v>
                </c:pt>
                <c:pt idx="453">
                  <c:v>42717</c:v>
                </c:pt>
                <c:pt idx="454">
                  <c:v>42718</c:v>
                </c:pt>
                <c:pt idx="455">
                  <c:v>42719</c:v>
                </c:pt>
                <c:pt idx="456">
                  <c:v>42720</c:v>
                </c:pt>
                <c:pt idx="457">
                  <c:v>42723</c:v>
                </c:pt>
                <c:pt idx="458">
                  <c:v>42724</c:v>
                </c:pt>
                <c:pt idx="459">
                  <c:v>42725</c:v>
                </c:pt>
                <c:pt idx="460">
                  <c:v>42726</c:v>
                </c:pt>
                <c:pt idx="461">
                  <c:v>42727</c:v>
                </c:pt>
                <c:pt idx="462">
                  <c:v>42731</c:v>
                </c:pt>
                <c:pt idx="463">
                  <c:v>42732</c:v>
                </c:pt>
                <c:pt idx="464">
                  <c:v>42733</c:v>
                </c:pt>
                <c:pt idx="465">
                  <c:v>42734</c:v>
                </c:pt>
                <c:pt idx="466">
                  <c:v>42738</c:v>
                </c:pt>
                <c:pt idx="467">
                  <c:v>42739</c:v>
                </c:pt>
                <c:pt idx="468">
                  <c:v>42740</c:v>
                </c:pt>
                <c:pt idx="469">
                  <c:v>42741</c:v>
                </c:pt>
                <c:pt idx="470">
                  <c:v>42744</c:v>
                </c:pt>
                <c:pt idx="471">
                  <c:v>42745</c:v>
                </c:pt>
                <c:pt idx="472">
                  <c:v>42746</c:v>
                </c:pt>
                <c:pt idx="473">
                  <c:v>42747</c:v>
                </c:pt>
                <c:pt idx="474">
                  <c:v>42748</c:v>
                </c:pt>
                <c:pt idx="475">
                  <c:v>42752</c:v>
                </c:pt>
                <c:pt idx="476">
                  <c:v>42753</c:v>
                </c:pt>
                <c:pt idx="477">
                  <c:v>42754</c:v>
                </c:pt>
                <c:pt idx="478">
                  <c:v>42755</c:v>
                </c:pt>
                <c:pt idx="479">
                  <c:v>42758</c:v>
                </c:pt>
                <c:pt idx="480">
                  <c:v>42759</c:v>
                </c:pt>
                <c:pt idx="481">
                  <c:v>42760</c:v>
                </c:pt>
                <c:pt idx="482">
                  <c:v>42762</c:v>
                </c:pt>
                <c:pt idx="483">
                  <c:v>42765</c:v>
                </c:pt>
                <c:pt idx="484">
                  <c:v>42766</c:v>
                </c:pt>
                <c:pt idx="485">
                  <c:v>42767</c:v>
                </c:pt>
                <c:pt idx="486">
                  <c:v>42768</c:v>
                </c:pt>
                <c:pt idx="487">
                  <c:v>42769</c:v>
                </c:pt>
                <c:pt idx="488">
                  <c:v>42772</c:v>
                </c:pt>
                <c:pt idx="489">
                  <c:v>42773</c:v>
                </c:pt>
                <c:pt idx="490">
                  <c:v>42774</c:v>
                </c:pt>
                <c:pt idx="491">
                  <c:v>42775</c:v>
                </c:pt>
                <c:pt idx="492">
                  <c:v>42776</c:v>
                </c:pt>
                <c:pt idx="493">
                  <c:v>42779</c:v>
                </c:pt>
                <c:pt idx="494">
                  <c:v>42780</c:v>
                </c:pt>
                <c:pt idx="495">
                  <c:v>42781</c:v>
                </c:pt>
                <c:pt idx="496">
                  <c:v>42782</c:v>
                </c:pt>
                <c:pt idx="497">
                  <c:v>42783</c:v>
                </c:pt>
                <c:pt idx="498">
                  <c:v>42788</c:v>
                </c:pt>
                <c:pt idx="499">
                  <c:v>42789</c:v>
                </c:pt>
                <c:pt idx="500">
                  <c:v>42793</c:v>
                </c:pt>
                <c:pt idx="501">
                  <c:v>42794</c:v>
                </c:pt>
                <c:pt idx="502">
                  <c:v>42795</c:v>
                </c:pt>
                <c:pt idx="503">
                  <c:v>42796</c:v>
                </c:pt>
                <c:pt idx="504">
                  <c:v>42797</c:v>
                </c:pt>
                <c:pt idx="505">
                  <c:v>42800</c:v>
                </c:pt>
                <c:pt idx="506">
                  <c:v>42801</c:v>
                </c:pt>
                <c:pt idx="507">
                  <c:v>42802</c:v>
                </c:pt>
                <c:pt idx="508">
                  <c:v>42803</c:v>
                </c:pt>
                <c:pt idx="509">
                  <c:v>42804</c:v>
                </c:pt>
                <c:pt idx="510">
                  <c:v>42808</c:v>
                </c:pt>
                <c:pt idx="511">
                  <c:v>42809</c:v>
                </c:pt>
                <c:pt idx="512">
                  <c:v>42810</c:v>
                </c:pt>
                <c:pt idx="513">
                  <c:v>42811</c:v>
                </c:pt>
                <c:pt idx="514">
                  <c:v>42814</c:v>
                </c:pt>
                <c:pt idx="515">
                  <c:v>42815</c:v>
                </c:pt>
                <c:pt idx="516">
                  <c:v>42816</c:v>
                </c:pt>
                <c:pt idx="517">
                  <c:v>42817</c:v>
                </c:pt>
                <c:pt idx="518">
                  <c:v>42818</c:v>
                </c:pt>
                <c:pt idx="519">
                  <c:v>42821</c:v>
                </c:pt>
                <c:pt idx="520">
                  <c:v>42823</c:v>
                </c:pt>
                <c:pt idx="521">
                  <c:v>42824</c:v>
                </c:pt>
                <c:pt idx="522">
                  <c:v>42825</c:v>
                </c:pt>
                <c:pt idx="523">
                  <c:v>42828</c:v>
                </c:pt>
                <c:pt idx="524">
                  <c:v>42830</c:v>
                </c:pt>
                <c:pt idx="525">
                  <c:v>42831</c:v>
                </c:pt>
                <c:pt idx="526">
                  <c:v>42832</c:v>
                </c:pt>
                <c:pt idx="527">
                  <c:v>42835</c:v>
                </c:pt>
                <c:pt idx="528">
                  <c:v>42836</c:v>
                </c:pt>
                <c:pt idx="529">
                  <c:v>42837</c:v>
                </c:pt>
                <c:pt idx="530">
                  <c:v>42838</c:v>
                </c:pt>
                <c:pt idx="531">
                  <c:v>42842</c:v>
                </c:pt>
                <c:pt idx="532">
                  <c:v>42843</c:v>
                </c:pt>
                <c:pt idx="533">
                  <c:v>42844</c:v>
                </c:pt>
                <c:pt idx="534">
                  <c:v>42845</c:v>
                </c:pt>
                <c:pt idx="535">
                  <c:v>42846</c:v>
                </c:pt>
                <c:pt idx="536">
                  <c:v>42849</c:v>
                </c:pt>
                <c:pt idx="537">
                  <c:v>42850</c:v>
                </c:pt>
                <c:pt idx="538">
                  <c:v>42851</c:v>
                </c:pt>
                <c:pt idx="539">
                  <c:v>42852</c:v>
                </c:pt>
                <c:pt idx="540">
                  <c:v>42853</c:v>
                </c:pt>
                <c:pt idx="541">
                  <c:v>42857</c:v>
                </c:pt>
                <c:pt idx="542">
                  <c:v>42858</c:v>
                </c:pt>
                <c:pt idx="543">
                  <c:v>42859</c:v>
                </c:pt>
                <c:pt idx="544">
                  <c:v>42860</c:v>
                </c:pt>
                <c:pt idx="545">
                  <c:v>42863</c:v>
                </c:pt>
                <c:pt idx="546">
                  <c:v>42864</c:v>
                </c:pt>
                <c:pt idx="547">
                  <c:v>42866</c:v>
                </c:pt>
                <c:pt idx="548">
                  <c:v>42867</c:v>
                </c:pt>
                <c:pt idx="549">
                  <c:v>42870</c:v>
                </c:pt>
                <c:pt idx="550">
                  <c:v>42871</c:v>
                </c:pt>
                <c:pt idx="551">
                  <c:v>42872</c:v>
                </c:pt>
                <c:pt idx="552">
                  <c:v>42873</c:v>
                </c:pt>
                <c:pt idx="553">
                  <c:v>42874</c:v>
                </c:pt>
                <c:pt idx="554">
                  <c:v>42877</c:v>
                </c:pt>
                <c:pt idx="555">
                  <c:v>42878</c:v>
                </c:pt>
                <c:pt idx="556">
                  <c:v>42879</c:v>
                </c:pt>
                <c:pt idx="557">
                  <c:v>42880</c:v>
                </c:pt>
                <c:pt idx="558">
                  <c:v>42881</c:v>
                </c:pt>
                <c:pt idx="559">
                  <c:v>42885</c:v>
                </c:pt>
                <c:pt idx="560">
                  <c:v>42886</c:v>
                </c:pt>
                <c:pt idx="561">
                  <c:v>42887</c:v>
                </c:pt>
                <c:pt idx="562">
                  <c:v>42888</c:v>
                </c:pt>
                <c:pt idx="563">
                  <c:v>42891</c:v>
                </c:pt>
                <c:pt idx="564">
                  <c:v>42892</c:v>
                </c:pt>
                <c:pt idx="565">
                  <c:v>42893</c:v>
                </c:pt>
                <c:pt idx="566">
                  <c:v>42894</c:v>
                </c:pt>
                <c:pt idx="567">
                  <c:v>42895</c:v>
                </c:pt>
                <c:pt idx="568">
                  <c:v>42898</c:v>
                </c:pt>
                <c:pt idx="569">
                  <c:v>42899</c:v>
                </c:pt>
                <c:pt idx="570">
                  <c:v>42900</c:v>
                </c:pt>
                <c:pt idx="571">
                  <c:v>42901</c:v>
                </c:pt>
                <c:pt idx="572">
                  <c:v>42902</c:v>
                </c:pt>
                <c:pt idx="573">
                  <c:v>42905</c:v>
                </c:pt>
                <c:pt idx="574">
                  <c:v>42906</c:v>
                </c:pt>
                <c:pt idx="575">
                  <c:v>42907</c:v>
                </c:pt>
                <c:pt idx="576">
                  <c:v>42908</c:v>
                </c:pt>
                <c:pt idx="577">
                  <c:v>42909</c:v>
                </c:pt>
                <c:pt idx="578">
                  <c:v>42913</c:v>
                </c:pt>
                <c:pt idx="579">
                  <c:v>42914</c:v>
                </c:pt>
                <c:pt idx="580">
                  <c:v>42915</c:v>
                </c:pt>
                <c:pt idx="581">
                  <c:v>42916</c:v>
                </c:pt>
                <c:pt idx="582">
                  <c:v>42919</c:v>
                </c:pt>
                <c:pt idx="583">
                  <c:v>42921</c:v>
                </c:pt>
                <c:pt idx="584">
                  <c:v>42922</c:v>
                </c:pt>
                <c:pt idx="585">
                  <c:v>42923</c:v>
                </c:pt>
                <c:pt idx="586">
                  <c:v>42926</c:v>
                </c:pt>
                <c:pt idx="587">
                  <c:v>42927</c:v>
                </c:pt>
                <c:pt idx="588">
                  <c:v>42928</c:v>
                </c:pt>
                <c:pt idx="589">
                  <c:v>42929</c:v>
                </c:pt>
                <c:pt idx="590">
                  <c:v>42930</c:v>
                </c:pt>
                <c:pt idx="591">
                  <c:v>42933</c:v>
                </c:pt>
                <c:pt idx="592">
                  <c:v>42934</c:v>
                </c:pt>
                <c:pt idx="593">
                  <c:v>42935</c:v>
                </c:pt>
                <c:pt idx="594">
                  <c:v>42936</c:v>
                </c:pt>
                <c:pt idx="595">
                  <c:v>42937</c:v>
                </c:pt>
                <c:pt idx="596">
                  <c:v>42940</c:v>
                </c:pt>
                <c:pt idx="597">
                  <c:v>42941</c:v>
                </c:pt>
                <c:pt idx="598">
                  <c:v>42942</c:v>
                </c:pt>
                <c:pt idx="599">
                  <c:v>42943</c:v>
                </c:pt>
                <c:pt idx="600">
                  <c:v>42944</c:v>
                </c:pt>
                <c:pt idx="601">
                  <c:v>42947</c:v>
                </c:pt>
                <c:pt idx="602">
                  <c:v>42948</c:v>
                </c:pt>
                <c:pt idx="603">
                  <c:v>42949</c:v>
                </c:pt>
                <c:pt idx="604">
                  <c:v>42950</c:v>
                </c:pt>
                <c:pt idx="605">
                  <c:v>42951</c:v>
                </c:pt>
                <c:pt idx="606">
                  <c:v>42954</c:v>
                </c:pt>
                <c:pt idx="607">
                  <c:v>42955</c:v>
                </c:pt>
                <c:pt idx="608">
                  <c:v>42956</c:v>
                </c:pt>
                <c:pt idx="609">
                  <c:v>42957</c:v>
                </c:pt>
                <c:pt idx="610">
                  <c:v>42958</c:v>
                </c:pt>
                <c:pt idx="611">
                  <c:v>42961</c:v>
                </c:pt>
                <c:pt idx="612">
                  <c:v>42963</c:v>
                </c:pt>
                <c:pt idx="613">
                  <c:v>42965</c:v>
                </c:pt>
                <c:pt idx="614">
                  <c:v>42968</c:v>
                </c:pt>
                <c:pt idx="615">
                  <c:v>42969</c:v>
                </c:pt>
                <c:pt idx="616">
                  <c:v>42970</c:v>
                </c:pt>
                <c:pt idx="617">
                  <c:v>42971</c:v>
                </c:pt>
                <c:pt idx="618">
                  <c:v>42975</c:v>
                </c:pt>
                <c:pt idx="619">
                  <c:v>42976</c:v>
                </c:pt>
                <c:pt idx="620">
                  <c:v>42977</c:v>
                </c:pt>
                <c:pt idx="621">
                  <c:v>42978</c:v>
                </c:pt>
                <c:pt idx="622">
                  <c:v>42979</c:v>
                </c:pt>
                <c:pt idx="623">
                  <c:v>42983</c:v>
                </c:pt>
                <c:pt idx="624">
                  <c:v>42984</c:v>
                </c:pt>
                <c:pt idx="625">
                  <c:v>42985</c:v>
                </c:pt>
                <c:pt idx="626">
                  <c:v>42986</c:v>
                </c:pt>
                <c:pt idx="627">
                  <c:v>42989</c:v>
                </c:pt>
                <c:pt idx="628">
                  <c:v>42990</c:v>
                </c:pt>
                <c:pt idx="629">
                  <c:v>42991</c:v>
                </c:pt>
                <c:pt idx="630">
                  <c:v>42992</c:v>
                </c:pt>
                <c:pt idx="631">
                  <c:v>42993</c:v>
                </c:pt>
                <c:pt idx="632">
                  <c:v>42996</c:v>
                </c:pt>
                <c:pt idx="633">
                  <c:v>42997</c:v>
                </c:pt>
                <c:pt idx="634">
                  <c:v>42998</c:v>
                </c:pt>
                <c:pt idx="635">
                  <c:v>42999</c:v>
                </c:pt>
                <c:pt idx="636">
                  <c:v>43000</c:v>
                </c:pt>
                <c:pt idx="637">
                  <c:v>43003</c:v>
                </c:pt>
                <c:pt idx="638">
                  <c:v>43004</c:v>
                </c:pt>
                <c:pt idx="639">
                  <c:v>43005</c:v>
                </c:pt>
                <c:pt idx="640">
                  <c:v>43006</c:v>
                </c:pt>
                <c:pt idx="641">
                  <c:v>43007</c:v>
                </c:pt>
                <c:pt idx="642">
                  <c:v>43011</c:v>
                </c:pt>
                <c:pt idx="643">
                  <c:v>43012</c:v>
                </c:pt>
                <c:pt idx="644">
                  <c:v>43013</c:v>
                </c:pt>
                <c:pt idx="645">
                  <c:v>43014</c:v>
                </c:pt>
                <c:pt idx="646">
                  <c:v>43018</c:v>
                </c:pt>
                <c:pt idx="647">
                  <c:v>43019</c:v>
                </c:pt>
                <c:pt idx="648">
                  <c:v>43020</c:v>
                </c:pt>
                <c:pt idx="649">
                  <c:v>43021</c:v>
                </c:pt>
                <c:pt idx="650">
                  <c:v>43024</c:v>
                </c:pt>
                <c:pt idx="651">
                  <c:v>43025</c:v>
                </c:pt>
                <c:pt idx="652">
                  <c:v>43026</c:v>
                </c:pt>
                <c:pt idx="653">
                  <c:v>43031</c:v>
                </c:pt>
                <c:pt idx="654">
                  <c:v>43032</c:v>
                </c:pt>
                <c:pt idx="655">
                  <c:v>43033</c:v>
                </c:pt>
                <c:pt idx="656">
                  <c:v>43034</c:v>
                </c:pt>
                <c:pt idx="657">
                  <c:v>43035</c:v>
                </c:pt>
                <c:pt idx="658">
                  <c:v>43038</c:v>
                </c:pt>
                <c:pt idx="659">
                  <c:v>43039</c:v>
                </c:pt>
                <c:pt idx="660">
                  <c:v>43040</c:v>
                </c:pt>
                <c:pt idx="661">
                  <c:v>43041</c:v>
                </c:pt>
                <c:pt idx="662">
                  <c:v>43042</c:v>
                </c:pt>
                <c:pt idx="663">
                  <c:v>43045</c:v>
                </c:pt>
                <c:pt idx="664">
                  <c:v>43046</c:v>
                </c:pt>
                <c:pt idx="665">
                  <c:v>43047</c:v>
                </c:pt>
                <c:pt idx="666">
                  <c:v>43048</c:v>
                </c:pt>
                <c:pt idx="667">
                  <c:v>43049</c:v>
                </c:pt>
                <c:pt idx="668">
                  <c:v>43052</c:v>
                </c:pt>
                <c:pt idx="669">
                  <c:v>43053</c:v>
                </c:pt>
                <c:pt idx="670">
                  <c:v>43054</c:v>
                </c:pt>
                <c:pt idx="671">
                  <c:v>43055</c:v>
                </c:pt>
                <c:pt idx="672">
                  <c:v>43056</c:v>
                </c:pt>
                <c:pt idx="673">
                  <c:v>43059</c:v>
                </c:pt>
                <c:pt idx="674">
                  <c:v>43060</c:v>
                </c:pt>
                <c:pt idx="675">
                  <c:v>43061</c:v>
                </c:pt>
                <c:pt idx="676">
                  <c:v>43063</c:v>
                </c:pt>
                <c:pt idx="677">
                  <c:v>43066</c:v>
                </c:pt>
                <c:pt idx="678">
                  <c:v>43067</c:v>
                </c:pt>
                <c:pt idx="679">
                  <c:v>43068</c:v>
                </c:pt>
                <c:pt idx="680">
                  <c:v>43069</c:v>
                </c:pt>
                <c:pt idx="681">
                  <c:v>43073</c:v>
                </c:pt>
                <c:pt idx="682">
                  <c:v>43074</c:v>
                </c:pt>
                <c:pt idx="683">
                  <c:v>43075</c:v>
                </c:pt>
                <c:pt idx="684">
                  <c:v>43076</c:v>
                </c:pt>
                <c:pt idx="685">
                  <c:v>43077</c:v>
                </c:pt>
                <c:pt idx="686">
                  <c:v>43080</c:v>
                </c:pt>
                <c:pt idx="687">
                  <c:v>43081</c:v>
                </c:pt>
                <c:pt idx="688">
                  <c:v>43082</c:v>
                </c:pt>
                <c:pt idx="689">
                  <c:v>43083</c:v>
                </c:pt>
                <c:pt idx="690">
                  <c:v>43084</c:v>
                </c:pt>
                <c:pt idx="691">
                  <c:v>43087</c:v>
                </c:pt>
                <c:pt idx="692">
                  <c:v>43088</c:v>
                </c:pt>
                <c:pt idx="693">
                  <c:v>43089</c:v>
                </c:pt>
                <c:pt idx="694">
                  <c:v>43090</c:v>
                </c:pt>
                <c:pt idx="695">
                  <c:v>43091</c:v>
                </c:pt>
                <c:pt idx="696">
                  <c:v>43095</c:v>
                </c:pt>
                <c:pt idx="697">
                  <c:v>43096</c:v>
                </c:pt>
                <c:pt idx="698">
                  <c:v>43097</c:v>
                </c:pt>
                <c:pt idx="699">
                  <c:v>43098</c:v>
                </c:pt>
                <c:pt idx="700">
                  <c:v>43102</c:v>
                </c:pt>
                <c:pt idx="701">
                  <c:v>43103</c:v>
                </c:pt>
                <c:pt idx="702">
                  <c:v>43104</c:v>
                </c:pt>
                <c:pt idx="703">
                  <c:v>43105</c:v>
                </c:pt>
                <c:pt idx="704">
                  <c:v>43108</c:v>
                </c:pt>
                <c:pt idx="705">
                  <c:v>43109</c:v>
                </c:pt>
                <c:pt idx="706">
                  <c:v>43110</c:v>
                </c:pt>
                <c:pt idx="707">
                  <c:v>43111</c:v>
                </c:pt>
                <c:pt idx="708">
                  <c:v>43112</c:v>
                </c:pt>
                <c:pt idx="709">
                  <c:v>43116</c:v>
                </c:pt>
                <c:pt idx="710">
                  <c:v>43117</c:v>
                </c:pt>
                <c:pt idx="711">
                  <c:v>43118</c:v>
                </c:pt>
                <c:pt idx="712">
                  <c:v>43119</c:v>
                </c:pt>
                <c:pt idx="713">
                  <c:v>43122</c:v>
                </c:pt>
                <c:pt idx="714">
                  <c:v>43123</c:v>
                </c:pt>
                <c:pt idx="715">
                  <c:v>43124</c:v>
                </c:pt>
                <c:pt idx="716">
                  <c:v>43125</c:v>
                </c:pt>
                <c:pt idx="717">
                  <c:v>43129</c:v>
                </c:pt>
                <c:pt idx="718">
                  <c:v>43130</c:v>
                </c:pt>
                <c:pt idx="719">
                  <c:v>43131</c:v>
                </c:pt>
                <c:pt idx="720">
                  <c:v>43132</c:v>
                </c:pt>
                <c:pt idx="721">
                  <c:v>43133</c:v>
                </c:pt>
                <c:pt idx="722">
                  <c:v>43136</c:v>
                </c:pt>
                <c:pt idx="723">
                  <c:v>43137</c:v>
                </c:pt>
                <c:pt idx="724">
                  <c:v>43138</c:v>
                </c:pt>
                <c:pt idx="725">
                  <c:v>43139</c:v>
                </c:pt>
                <c:pt idx="726">
                  <c:v>43140</c:v>
                </c:pt>
                <c:pt idx="727">
                  <c:v>43143</c:v>
                </c:pt>
                <c:pt idx="728">
                  <c:v>43145</c:v>
                </c:pt>
                <c:pt idx="729">
                  <c:v>43146</c:v>
                </c:pt>
                <c:pt idx="730">
                  <c:v>43147</c:v>
                </c:pt>
                <c:pt idx="731">
                  <c:v>43151</c:v>
                </c:pt>
                <c:pt idx="732">
                  <c:v>43152</c:v>
                </c:pt>
                <c:pt idx="733">
                  <c:v>43153</c:v>
                </c:pt>
                <c:pt idx="734">
                  <c:v>43154</c:v>
                </c:pt>
                <c:pt idx="735">
                  <c:v>43157</c:v>
                </c:pt>
                <c:pt idx="736">
                  <c:v>43158</c:v>
                </c:pt>
                <c:pt idx="737">
                  <c:v>43159</c:v>
                </c:pt>
                <c:pt idx="738">
                  <c:v>43160</c:v>
                </c:pt>
                <c:pt idx="739">
                  <c:v>43164</c:v>
                </c:pt>
                <c:pt idx="740">
                  <c:v>43165</c:v>
                </c:pt>
                <c:pt idx="741">
                  <c:v>43166</c:v>
                </c:pt>
                <c:pt idx="742">
                  <c:v>43167</c:v>
                </c:pt>
                <c:pt idx="743">
                  <c:v>43168</c:v>
                </c:pt>
                <c:pt idx="744">
                  <c:v>43171</c:v>
                </c:pt>
                <c:pt idx="745">
                  <c:v>43172</c:v>
                </c:pt>
                <c:pt idx="746">
                  <c:v>43173</c:v>
                </c:pt>
                <c:pt idx="747">
                  <c:v>43174</c:v>
                </c:pt>
                <c:pt idx="748">
                  <c:v>43175</c:v>
                </c:pt>
                <c:pt idx="749">
                  <c:v>43178</c:v>
                </c:pt>
                <c:pt idx="750">
                  <c:v>43179</c:v>
                </c:pt>
                <c:pt idx="751">
                  <c:v>43180</c:v>
                </c:pt>
                <c:pt idx="752">
                  <c:v>43181</c:v>
                </c:pt>
                <c:pt idx="753">
                  <c:v>43182</c:v>
                </c:pt>
                <c:pt idx="754">
                  <c:v>43185</c:v>
                </c:pt>
                <c:pt idx="755">
                  <c:v>43186</c:v>
                </c:pt>
                <c:pt idx="756">
                  <c:v>43187</c:v>
                </c:pt>
                <c:pt idx="757">
                  <c:v>43193</c:v>
                </c:pt>
                <c:pt idx="758">
                  <c:v>43194</c:v>
                </c:pt>
                <c:pt idx="759">
                  <c:v>43195</c:v>
                </c:pt>
                <c:pt idx="760">
                  <c:v>43196</c:v>
                </c:pt>
                <c:pt idx="761">
                  <c:v>43199</c:v>
                </c:pt>
                <c:pt idx="762">
                  <c:v>43200</c:v>
                </c:pt>
                <c:pt idx="763">
                  <c:v>43201</c:v>
                </c:pt>
                <c:pt idx="764">
                  <c:v>43202</c:v>
                </c:pt>
                <c:pt idx="765">
                  <c:v>43203</c:v>
                </c:pt>
                <c:pt idx="766">
                  <c:v>43206</c:v>
                </c:pt>
                <c:pt idx="767">
                  <c:v>43207</c:v>
                </c:pt>
                <c:pt idx="768">
                  <c:v>43208</c:v>
                </c:pt>
                <c:pt idx="769">
                  <c:v>43209</c:v>
                </c:pt>
                <c:pt idx="770">
                  <c:v>43210</c:v>
                </c:pt>
                <c:pt idx="771">
                  <c:v>43213</c:v>
                </c:pt>
                <c:pt idx="772">
                  <c:v>43214</c:v>
                </c:pt>
                <c:pt idx="773">
                  <c:v>43215</c:v>
                </c:pt>
                <c:pt idx="774">
                  <c:v>43216</c:v>
                </c:pt>
                <c:pt idx="775">
                  <c:v>43217</c:v>
                </c:pt>
                <c:pt idx="776">
                  <c:v>43222</c:v>
                </c:pt>
                <c:pt idx="777">
                  <c:v>43223</c:v>
                </c:pt>
                <c:pt idx="778">
                  <c:v>43224</c:v>
                </c:pt>
                <c:pt idx="779">
                  <c:v>43227</c:v>
                </c:pt>
                <c:pt idx="780">
                  <c:v>43228</c:v>
                </c:pt>
                <c:pt idx="781">
                  <c:v>43229</c:v>
                </c:pt>
                <c:pt idx="782">
                  <c:v>43230</c:v>
                </c:pt>
                <c:pt idx="783">
                  <c:v>43231</c:v>
                </c:pt>
                <c:pt idx="784">
                  <c:v>43234</c:v>
                </c:pt>
                <c:pt idx="785">
                  <c:v>43235</c:v>
                </c:pt>
                <c:pt idx="786">
                  <c:v>43236</c:v>
                </c:pt>
                <c:pt idx="787">
                  <c:v>43237</c:v>
                </c:pt>
                <c:pt idx="788">
                  <c:v>43238</c:v>
                </c:pt>
                <c:pt idx="789">
                  <c:v>43241</c:v>
                </c:pt>
                <c:pt idx="790">
                  <c:v>43242</c:v>
                </c:pt>
                <c:pt idx="791">
                  <c:v>43243</c:v>
                </c:pt>
                <c:pt idx="792">
                  <c:v>43244</c:v>
                </c:pt>
                <c:pt idx="793">
                  <c:v>43245</c:v>
                </c:pt>
                <c:pt idx="794">
                  <c:v>43249</c:v>
                </c:pt>
                <c:pt idx="795">
                  <c:v>43250</c:v>
                </c:pt>
                <c:pt idx="796">
                  <c:v>43251</c:v>
                </c:pt>
                <c:pt idx="797">
                  <c:v>43252</c:v>
                </c:pt>
                <c:pt idx="798">
                  <c:v>43255</c:v>
                </c:pt>
                <c:pt idx="799">
                  <c:v>43256</c:v>
                </c:pt>
                <c:pt idx="800">
                  <c:v>43257</c:v>
                </c:pt>
                <c:pt idx="801">
                  <c:v>43258</c:v>
                </c:pt>
                <c:pt idx="802">
                  <c:v>43259</c:v>
                </c:pt>
                <c:pt idx="803">
                  <c:v>43262</c:v>
                </c:pt>
                <c:pt idx="804">
                  <c:v>43263</c:v>
                </c:pt>
                <c:pt idx="805">
                  <c:v>43264</c:v>
                </c:pt>
                <c:pt idx="806">
                  <c:v>43265</c:v>
                </c:pt>
                <c:pt idx="807">
                  <c:v>43266</c:v>
                </c:pt>
                <c:pt idx="808">
                  <c:v>43269</c:v>
                </c:pt>
                <c:pt idx="809">
                  <c:v>43270</c:v>
                </c:pt>
                <c:pt idx="810">
                  <c:v>43271</c:v>
                </c:pt>
                <c:pt idx="811">
                  <c:v>43272</c:v>
                </c:pt>
                <c:pt idx="812">
                  <c:v>43273</c:v>
                </c:pt>
                <c:pt idx="813">
                  <c:v>43276</c:v>
                </c:pt>
                <c:pt idx="814">
                  <c:v>43277</c:v>
                </c:pt>
                <c:pt idx="815">
                  <c:v>43278</c:v>
                </c:pt>
                <c:pt idx="816">
                  <c:v>43279</c:v>
                </c:pt>
                <c:pt idx="817">
                  <c:v>43280</c:v>
                </c:pt>
                <c:pt idx="818">
                  <c:v>43283</c:v>
                </c:pt>
                <c:pt idx="819">
                  <c:v>43284</c:v>
                </c:pt>
                <c:pt idx="820">
                  <c:v>43286</c:v>
                </c:pt>
                <c:pt idx="821">
                  <c:v>43287</c:v>
                </c:pt>
                <c:pt idx="822">
                  <c:v>43290</c:v>
                </c:pt>
                <c:pt idx="823">
                  <c:v>43291</c:v>
                </c:pt>
                <c:pt idx="824">
                  <c:v>43292</c:v>
                </c:pt>
                <c:pt idx="825">
                  <c:v>43293</c:v>
                </c:pt>
                <c:pt idx="826">
                  <c:v>43294</c:v>
                </c:pt>
                <c:pt idx="827">
                  <c:v>43297</c:v>
                </c:pt>
                <c:pt idx="828">
                  <c:v>43298</c:v>
                </c:pt>
                <c:pt idx="829">
                  <c:v>43299</c:v>
                </c:pt>
                <c:pt idx="830">
                  <c:v>43300</c:v>
                </c:pt>
                <c:pt idx="831">
                  <c:v>43301</c:v>
                </c:pt>
                <c:pt idx="832">
                  <c:v>43304</c:v>
                </c:pt>
                <c:pt idx="833">
                  <c:v>43305</c:v>
                </c:pt>
                <c:pt idx="834">
                  <c:v>43306</c:v>
                </c:pt>
                <c:pt idx="835">
                  <c:v>43307</c:v>
                </c:pt>
                <c:pt idx="836">
                  <c:v>43308</c:v>
                </c:pt>
                <c:pt idx="837">
                  <c:v>43311</c:v>
                </c:pt>
                <c:pt idx="838">
                  <c:v>43312</c:v>
                </c:pt>
                <c:pt idx="839">
                  <c:v>43313</c:v>
                </c:pt>
                <c:pt idx="840">
                  <c:v>43314</c:v>
                </c:pt>
                <c:pt idx="841">
                  <c:v>43315</c:v>
                </c:pt>
                <c:pt idx="842">
                  <c:v>43318</c:v>
                </c:pt>
                <c:pt idx="843">
                  <c:v>43319</c:v>
                </c:pt>
                <c:pt idx="844">
                  <c:v>43320</c:v>
                </c:pt>
                <c:pt idx="845">
                  <c:v>43321</c:v>
                </c:pt>
                <c:pt idx="846">
                  <c:v>43322</c:v>
                </c:pt>
                <c:pt idx="847">
                  <c:v>43325</c:v>
                </c:pt>
                <c:pt idx="848">
                  <c:v>43326</c:v>
                </c:pt>
                <c:pt idx="849">
                  <c:v>43328</c:v>
                </c:pt>
                <c:pt idx="850">
                  <c:v>43332</c:v>
                </c:pt>
                <c:pt idx="851">
                  <c:v>43333</c:v>
                </c:pt>
                <c:pt idx="852">
                  <c:v>43335</c:v>
                </c:pt>
                <c:pt idx="853">
                  <c:v>43336</c:v>
                </c:pt>
                <c:pt idx="854">
                  <c:v>43339</c:v>
                </c:pt>
                <c:pt idx="855">
                  <c:v>43340</c:v>
                </c:pt>
                <c:pt idx="856">
                  <c:v>43341</c:v>
                </c:pt>
                <c:pt idx="857">
                  <c:v>43342</c:v>
                </c:pt>
                <c:pt idx="858">
                  <c:v>43343</c:v>
                </c:pt>
                <c:pt idx="859">
                  <c:v>43347</c:v>
                </c:pt>
                <c:pt idx="860">
                  <c:v>43348</c:v>
                </c:pt>
                <c:pt idx="861">
                  <c:v>43349</c:v>
                </c:pt>
                <c:pt idx="862">
                  <c:v>43350</c:v>
                </c:pt>
                <c:pt idx="863">
                  <c:v>43353</c:v>
                </c:pt>
                <c:pt idx="864">
                  <c:v>43354</c:v>
                </c:pt>
                <c:pt idx="865">
                  <c:v>43355</c:v>
                </c:pt>
                <c:pt idx="866">
                  <c:v>43357</c:v>
                </c:pt>
                <c:pt idx="867">
                  <c:v>43360</c:v>
                </c:pt>
                <c:pt idx="868">
                  <c:v>43361</c:v>
                </c:pt>
                <c:pt idx="869">
                  <c:v>43362</c:v>
                </c:pt>
                <c:pt idx="870">
                  <c:v>43364</c:v>
                </c:pt>
                <c:pt idx="871">
                  <c:v>43367</c:v>
                </c:pt>
                <c:pt idx="872">
                  <c:v>43368</c:v>
                </c:pt>
                <c:pt idx="873">
                  <c:v>43369</c:v>
                </c:pt>
                <c:pt idx="874">
                  <c:v>43370</c:v>
                </c:pt>
                <c:pt idx="875">
                  <c:v>43371</c:v>
                </c:pt>
                <c:pt idx="876">
                  <c:v>43374</c:v>
                </c:pt>
                <c:pt idx="877">
                  <c:v>43376</c:v>
                </c:pt>
                <c:pt idx="878">
                  <c:v>43377</c:v>
                </c:pt>
                <c:pt idx="879">
                  <c:v>43378</c:v>
                </c:pt>
                <c:pt idx="880">
                  <c:v>43382</c:v>
                </c:pt>
                <c:pt idx="881">
                  <c:v>43383</c:v>
                </c:pt>
                <c:pt idx="882">
                  <c:v>43384</c:v>
                </c:pt>
                <c:pt idx="883">
                  <c:v>43385</c:v>
                </c:pt>
                <c:pt idx="884">
                  <c:v>43388</c:v>
                </c:pt>
                <c:pt idx="885">
                  <c:v>43389</c:v>
                </c:pt>
                <c:pt idx="886">
                  <c:v>43390</c:v>
                </c:pt>
                <c:pt idx="887">
                  <c:v>43392</c:v>
                </c:pt>
                <c:pt idx="888">
                  <c:v>43395</c:v>
                </c:pt>
                <c:pt idx="889">
                  <c:v>43396</c:v>
                </c:pt>
                <c:pt idx="890">
                  <c:v>43397</c:v>
                </c:pt>
                <c:pt idx="891">
                  <c:v>43398</c:v>
                </c:pt>
                <c:pt idx="892">
                  <c:v>43399</c:v>
                </c:pt>
                <c:pt idx="893">
                  <c:v>43402</c:v>
                </c:pt>
                <c:pt idx="894">
                  <c:v>43403</c:v>
                </c:pt>
                <c:pt idx="895">
                  <c:v>43404</c:v>
                </c:pt>
                <c:pt idx="896">
                  <c:v>43405</c:v>
                </c:pt>
                <c:pt idx="897">
                  <c:v>43406</c:v>
                </c:pt>
                <c:pt idx="898">
                  <c:v>43409</c:v>
                </c:pt>
                <c:pt idx="899">
                  <c:v>43410</c:v>
                </c:pt>
                <c:pt idx="900">
                  <c:v>43413</c:v>
                </c:pt>
                <c:pt idx="901">
                  <c:v>43417</c:v>
                </c:pt>
                <c:pt idx="902">
                  <c:v>43418</c:v>
                </c:pt>
                <c:pt idx="903">
                  <c:v>43419</c:v>
                </c:pt>
                <c:pt idx="904">
                  <c:v>43420</c:v>
                </c:pt>
                <c:pt idx="905">
                  <c:v>43423</c:v>
                </c:pt>
                <c:pt idx="906">
                  <c:v>43424</c:v>
                </c:pt>
                <c:pt idx="907">
                  <c:v>43430</c:v>
                </c:pt>
                <c:pt idx="908">
                  <c:v>43431</c:v>
                </c:pt>
                <c:pt idx="909">
                  <c:v>43432</c:v>
                </c:pt>
                <c:pt idx="910">
                  <c:v>43433</c:v>
                </c:pt>
                <c:pt idx="911">
                  <c:v>43434</c:v>
                </c:pt>
                <c:pt idx="912">
                  <c:v>43437</c:v>
                </c:pt>
                <c:pt idx="913">
                  <c:v>43438</c:v>
                </c:pt>
                <c:pt idx="914">
                  <c:v>43440</c:v>
                </c:pt>
                <c:pt idx="915">
                  <c:v>43441</c:v>
                </c:pt>
                <c:pt idx="916">
                  <c:v>43444</c:v>
                </c:pt>
                <c:pt idx="917">
                  <c:v>43445</c:v>
                </c:pt>
                <c:pt idx="918">
                  <c:v>43446</c:v>
                </c:pt>
                <c:pt idx="919">
                  <c:v>43447</c:v>
                </c:pt>
                <c:pt idx="920">
                  <c:v>43448</c:v>
                </c:pt>
                <c:pt idx="921">
                  <c:v>43451</c:v>
                </c:pt>
                <c:pt idx="922">
                  <c:v>43452</c:v>
                </c:pt>
                <c:pt idx="923">
                  <c:v>43453</c:v>
                </c:pt>
                <c:pt idx="924">
                  <c:v>43454</c:v>
                </c:pt>
                <c:pt idx="925">
                  <c:v>43455</c:v>
                </c:pt>
                <c:pt idx="926">
                  <c:v>43458</c:v>
                </c:pt>
                <c:pt idx="927">
                  <c:v>43460</c:v>
                </c:pt>
                <c:pt idx="928">
                  <c:v>43461</c:v>
                </c:pt>
                <c:pt idx="929">
                  <c:v>43462</c:v>
                </c:pt>
                <c:pt idx="930">
                  <c:v>43465</c:v>
                </c:pt>
                <c:pt idx="931">
                  <c:v>43467</c:v>
                </c:pt>
                <c:pt idx="932">
                  <c:v>43468</c:v>
                </c:pt>
                <c:pt idx="933">
                  <c:v>43469</c:v>
                </c:pt>
                <c:pt idx="934">
                  <c:v>43472</c:v>
                </c:pt>
                <c:pt idx="935">
                  <c:v>43473</c:v>
                </c:pt>
                <c:pt idx="936">
                  <c:v>43474</c:v>
                </c:pt>
                <c:pt idx="937">
                  <c:v>43475</c:v>
                </c:pt>
                <c:pt idx="938">
                  <c:v>43476</c:v>
                </c:pt>
                <c:pt idx="939">
                  <c:v>43479</c:v>
                </c:pt>
                <c:pt idx="940">
                  <c:v>43480</c:v>
                </c:pt>
                <c:pt idx="941">
                  <c:v>43481</c:v>
                </c:pt>
                <c:pt idx="942">
                  <c:v>43482</c:v>
                </c:pt>
                <c:pt idx="943">
                  <c:v>43483</c:v>
                </c:pt>
                <c:pt idx="944">
                  <c:v>43487</c:v>
                </c:pt>
                <c:pt idx="945">
                  <c:v>43488</c:v>
                </c:pt>
                <c:pt idx="946">
                  <c:v>43489</c:v>
                </c:pt>
                <c:pt idx="947">
                  <c:v>43490</c:v>
                </c:pt>
                <c:pt idx="948">
                  <c:v>43493</c:v>
                </c:pt>
                <c:pt idx="949">
                  <c:v>43494</c:v>
                </c:pt>
                <c:pt idx="950">
                  <c:v>43495</c:v>
                </c:pt>
                <c:pt idx="951">
                  <c:v>43496</c:v>
                </c:pt>
                <c:pt idx="952">
                  <c:v>43497</c:v>
                </c:pt>
                <c:pt idx="953">
                  <c:v>43500</c:v>
                </c:pt>
                <c:pt idx="954">
                  <c:v>43501</c:v>
                </c:pt>
                <c:pt idx="955">
                  <c:v>43502</c:v>
                </c:pt>
                <c:pt idx="956">
                  <c:v>43503</c:v>
                </c:pt>
                <c:pt idx="957">
                  <c:v>43504</c:v>
                </c:pt>
                <c:pt idx="958">
                  <c:v>43507</c:v>
                </c:pt>
                <c:pt idx="959">
                  <c:v>43508</c:v>
                </c:pt>
                <c:pt idx="960">
                  <c:v>43509</c:v>
                </c:pt>
                <c:pt idx="961">
                  <c:v>43510</c:v>
                </c:pt>
                <c:pt idx="962">
                  <c:v>43511</c:v>
                </c:pt>
                <c:pt idx="963">
                  <c:v>43516</c:v>
                </c:pt>
                <c:pt idx="964">
                  <c:v>43517</c:v>
                </c:pt>
                <c:pt idx="965">
                  <c:v>43518</c:v>
                </c:pt>
                <c:pt idx="966">
                  <c:v>43521</c:v>
                </c:pt>
                <c:pt idx="967">
                  <c:v>43522</c:v>
                </c:pt>
                <c:pt idx="968">
                  <c:v>43523</c:v>
                </c:pt>
                <c:pt idx="969">
                  <c:v>43524</c:v>
                </c:pt>
                <c:pt idx="970">
                  <c:v>43525</c:v>
                </c:pt>
                <c:pt idx="971">
                  <c:v>43529</c:v>
                </c:pt>
                <c:pt idx="972">
                  <c:v>43530</c:v>
                </c:pt>
                <c:pt idx="973">
                  <c:v>43531</c:v>
                </c:pt>
                <c:pt idx="974">
                  <c:v>43532</c:v>
                </c:pt>
                <c:pt idx="975">
                  <c:v>43535</c:v>
                </c:pt>
                <c:pt idx="976">
                  <c:v>43536</c:v>
                </c:pt>
                <c:pt idx="977">
                  <c:v>43537</c:v>
                </c:pt>
                <c:pt idx="978">
                  <c:v>43538</c:v>
                </c:pt>
                <c:pt idx="979">
                  <c:v>43539</c:v>
                </c:pt>
                <c:pt idx="980">
                  <c:v>43542</c:v>
                </c:pt>
                <c:pt idx="981">
                  <c:v>43543</c:v>
                </c:pt>
                <c:pt idx="982">
                  <c:v>43544</c:v>
                </c:pt>
                <c:pt idx="983">
                  <c:v>43546</c:v>
                </c:pt>
                <c:pt idx="984">
                  <c:v>43549</c:v>
                </c:pt>
                <c:pt idx="985">
                  <c:v>43550</c:v>
                </c:pt>
                <c:pt idx="986">
                  <c:v>43551</c:v>
                </c:pt>
                <c:pt idx="987">
                  <c:v>43552</c:v>
                </c:pt>
                <c:pt idx="988">
                  <c:v>43553</c:v>
                </c:pt>
                <c:pt idx="989">
                  <c:v>43557</c:v>
                </c:pt>
                <c:pt idx="990">
                  <c:v>43558</c:v>
                </c:pt>
                <c:pt idx="991">
                  <c:v>43559</c:v>
                </c:pt>
                <c:pt idx="992">
                  <c:v>43560</c:v>
                </c:pt>
                <c:pt idx="993">
                  <c:v>43563</c:v>
                </c:pt>
                <c:pt idx="994">
                  <c:v>43564</c:v>
                </c:pt>
                <c:pt idx="995">
                  <c:v>43565</c:v>
                </c:pt>
                <c:pt idx="996">
                  <c:v>43566</c:v>
                </c:pt>
                <c:pt idx="997">
                  <c:v>43567</c:v>
                </c:pt>
                <c:pt idx="998">
                  <c:v>43570</c:v>
                </c:pt>
                <c:pt idx="999">
                  <c:v>43571</c:v>
                </c:pt>
                <c:pt idx="1000">
                  <c:v>43573</c:v>
                </c:pt>
                <c:pt idx="1001">
                  <c:v>43577</c:v>
                </c:pt>
                <c:pt idx="1002">
                  <c:v>43578</c:v>
                </c:pt>
                <c:pt idx="1003">
                  <c:v>43579</c:v>
                </c:pt>
                <c:pt idx="1004">
                  <c:v>43580</c:v>
                </c:pt>
                <c:pt idx="1005">
                  <c:v>43581</c:v>
                </c:pt>
                <c:pt idx="1006">
                  <c:v>43585</c:v>
                </c:pt>
                <c:pt idx="1007">
                  <c:v>43587</c:v>
                </c:pt>
                <c:pt idx="1008">
                  <c:v>43588</c:v>
                </c:pt>
                <c:pt idx="1009">
                  <c:v>43591</c:v>
                </c:pt>
                <c:pt idx="1010">
                  <c:v>43592</c:v>
                </c:pt>
                <c:pt idx="1011">
                  <c:v>43593</c:v>
                </c:pt>
                <c:pt idx="1012">
                  <c:v>43594</c:v>
                </c:pt>
                <c:pt idx="1013">
                  <c:v>43595</c:v>
                </c:pt>
                <c:pt idx="1014">
                  <c:v>43598</c:v>
                </c:pt>
                <c:pt idx="1015">
                  <c:v>43599</c:v>
                </c:pt>
                <c:pt idx="1016">
                  <c:v>43600</c:v>
                </c:pt>
                <c:pt idx="1017">
                  <c:v>43601</c:v>
                </c:pt>
                <c:pt idx="1018">
                  <c:v>43602</c:v>
                </c:pt>
                <c:pt idx="1019">
                  <c:v>43605</c:v>
                </c:pt>
                <c:pt idx="1020">
                  <c:v>43606</c:v>
                </c:pt>
                <c:pt idx="1021">
                  <c:v>43607</c:v>
                </c:pt>
                <c:pt idx="1022">
                  <c:v>43608</c:v>
                </c:pt>
                <c:pt idx="1023">
                  <c:v>43609</c:v>
                </c:pt>
                <c:pt idx="1024">
                  <c:v>43613</c:v>
                </c:pt>
                <c:pt idx="1025">
                  <c:v>43614</c:v>
                </c:pt>
                <c:pt idx="1026">
                  <c:v>43615</c:v>
                </c:pt>
                <c:pt idx="1027">
                  <c:v>43616</c:v>
                </c:pt>
                <c:pt idx="1028">
                  <c:v>43619</c:v>
                </c:pt>
                <c:pt idx="1029">
                  <c:v>43620</c:v>
                </c:pt>
                <c:pt idx="1030">
                  <c:v>43622</c:v>
                </c:pt>
                <c:pt idx="1031">
                  <c:v>43623</c:v>
                </c:pt>
                <c:pt idx="1032">
                  <c:v>43626</c:v>
                </c:pt>
                <c:pt idx="1033">
                  <c:v>43627</c:v>
                </c:pt>
                <c:pt idx="1034">
                  <c:v>43628</c:v>
                </c:pt>
                <c:pt idx="1035">
                  <c:v>43629</c:v>
                </c:pt>
                <c:pt idx="1036">
                  <c:v>43630</c:v>
                </c:pt>
                <c:pt idx="1037">
                  <c:v>43633</c:v>
                </c:pt>
                <c:pt idx="1038">
                  <c:v>43634</c:v>
                </c:pt>
                <c:pt idx="1039">
                  <c:v>43635</c:v>
                </c:pt>
                <c:pt idx="1040">
                  <c:v>43636</c:v>
                </c:pt>
                <c:pt idx="1041">
                  <c:v>43637</c:v>
                </c:pt>
                <c:pt idx="1042">
                  <c:v>43640</c:v>
                </c:pt>
                <c:pt idx="1043">
                  <c:v>43641</c:v>
                </c:pt>
                <c:pt idx="1044">
                  <c:v>43642</c:v>
                </c:pt>
                <c:pt idx="1045">
                  <c:v>43643</c:v>
                </c:pt>
                <c:pt idx="1046">
                  <c:v>43644</c:v>
                </c:pt>
                <c:pt idx="1047">
                  <c:v>43647</c:v>
                </c:pt>
                <c:pt idx="1048">
                  <c:v>43648</c:v>
                </c:pt>
                <c:pt idx="1049">
                  <c:v>43649</c:v>
                </c:pt>
                <c:pt idx="1050">
                  <c:v>43651</c:v>
                </c:pt>
                <c:pt idx="1051">
                  <c:v>43654</c:v>
                </c:pt>
                <c:pt idx="1052">
                  <c:v>43655</c:v>
                </c:pt>
                <c:pt idx="1053">
                  <c:v>43656</c:v>
                </c:pt>
                <c:pt idx="1054">
                  <c:v>43657</c:v>
                </c:pt>
                <c:pt idx="1055">
                  <c:v>43658</c:v>
                </c:pt>
                <c:pt idx="1056">
                  <c:v>43661</c:v>
                </c:pt>
                <c:pt idx="1057">
                  <c:v>43662</c:v>
                </c:pt>
                <c:pt idx="1058">
                  <c:v>43663</c:v>
                </c:pt>
                <c:pt idx="1059">
                  <c:v>43664</c:v>
                </c:pt>
                <c:pt idx="1060">
                  <c:v>43665</c:v>
                </c:pt>
                <c:pt idx="1061">
                  <c:v>43668</c:v>
                </c:pt>
                <c:pt idx="1062">
                  <c:v>43669</c:v>
                </c:pt>
                <c:pt idx="1063">
                  <c:v>43670</c:v>
                </c:pt>
                <c:pt idx="1064">
                  <c:v>43671</c:v>
                </c:pt>
                <c:pt idx="1065">
                  <c:v>43672</c:v>
                </c:pt>
                <c:pt idx="1066">
                  <c:v>43675</c:v>
                </c:pt>
                <c:pt idx="1067">
                  <c:v>43676</c:v>
                </c:pt>
                <c:pt idx="1068">
                  <c:v>43677</c:v>
                </c:pt>
                <c:pt idx="1069">
                  <c:v>43678</c:v>
                </c:pt>
                <c:pt idx="1070">
                  <c:v>43679</c:v>
                </c:pt>
                <c:pt idx="1071">
                  <c:v>43682</c:v>
                </c:pt>
                <c:pt idx="1072">
                  <c:v>43683</c:v>
                </c:pt>
                <c:pt idx="1073">
                  <c:v>43684</c:v>
                </c:pt>
                <c:pt idx="1074">
                  <c:v>43685</c:v>
                </c:pt>
                <c:pt idx="1075">
                  <c:v>43686</c:v>
                </c:pt>
                <c:pt idx="1076">
                  <c:v>43690</c:v>
                </c:pt>
                <c:pt idx="1077">
                  <c:v>43691</c:v>
                </c:pt>
                <c:pt idx="1078">
                  <c:v>43693</c:v>
                </c:pt>
                <c:pt idx="1079">
                  <c:v>43696</c:v>
                </c:pt>
                <c:pt idx="1080">
                  <c:v>43697</c:v>
                </c:pt>
                <c:pt idx="1081">
                  <c:v>43698</c:v>
                </c:pt>
                <c:pt idx="1082">
                  <c:v>43699</c:v>
                </c:pt>
                <c:pt idx="1083">
                  <c:v>43700</c:v>
                </c:pt>
                <c:pt idx="1084">
                  <c:v>43703</c:v>
                </c:pt>
                <c:pt idx="1085">
                  <c:v>43704</c:v>
                </c:pt>
                <c:pt idx="1086">
                  <c:v>43705</c:v>
                </c:pt>
                <c:pt idx="1087">
                  <c:v>43706</c:v>
                </c:pt>
                <c:pt idx="1088">
                  <c:v>43707</c:v>
                </c:pt>
                <c:pt idx="1089">
                  <c:v>43711</c:v>
                </c:pt>
                <c:pt idx="1090">
                  <c:v>43712</c:v>
                </c:pt>
                <c:pt idx="1091">
                  <c:v>43713</c:v>
                </c:pt>
                <c:pt idx="1092">
                  <c:v>43714</c:v>
                </c:pt>
                <c:pt idx="1093">
                  <c:v>43717</c:v>
                </c:pt>
                <c:pt idx="1094">
                  <c:v>43719</c:v>
                </c:pt>
                <c:pt idx="1095">
                  <c:v>43720</c:v>
                </c:pt>
                <c:pt idx="1096">
                  <c:v>43721</c:v>
                </c:pt>
                <c:pt idx="1097">
                  <c:v>43724</c:v>
                </c:pt>
                <c:pt idx="1098">
                  <c:v>43725</c:v>
                </c:pt>
                <c:pt idx="1099">
                  <c:v>43726</c:v>
                </c:pt>
                <c:pt idx="1100">
                  <c:v>43727</c:v>
                </c:pt>
                <c:pt idx="1101">
                  <c:v>43728</c:v>
                </c:pt>
                <c:pt idx="1102">
                  <c:v>43731</c:v>
                </c:pt>
                <c:pt idx="1103">
                  <c:v>43732</c:v>
                </c:pt>
                <c:pt idx="1104">
                  <c:v>43733</c:v>
                </c:pt>
                <c:pt idx="1105">
                  <c:v>43734</c:v>
                </c:pt>
                <c:pt idx="1106">
                  <c:v>43735</c:v>
                </c:pt>
                <c:pt idx="1107">
                  <c:v>43738</c:v>
                </c:pt>
                <c:pt idx="1108">
                  <c:v>43739</c:v>
                </c:pt>
                <c:pt idx="1109">
                  <c:v>43741</c:v>
                </c:pt>
                <c:pt idx="1110">
                  <c:v>43742</c:v>
                </c:pt>
                <c:pt idx="1111">
                  <c:v>43745</c:v>
                </c:pt>
                <c:pt idx="1112">
                  <c:v>43747</c:v>
                </c:pt>
                <c:pt idx="1113">
                  <c:v>43748</c:v>
                </c:pt>
                <c:pt idx="1114">
                  <c:v>43749</c:v>
                </c:pt>
                <c:pt idx="1115">
                  <c:v>43753</c:v>
                </c:pt>
                <c:pt idx="1116">
                  <c:v>43754</c:v>
                </c:pt>
                <c:pt idx="1117">
                  <c:v>43755</c:v>
                </c:pt>
                <c:pt idx="1118">
                  <c:v>43756</c:v>
                </c:pt>
                <c:pt idx="1119">
                  <c:v>43760</c:v>
                </c:pt>
                <c:pt idx="1120">
                  <c:v>43761</c:v>
                </c:pt>
                <c:pt idx="1121">
                  <c:v>43762</c:v>
                </c:pt>
                <c:pt idx="1122">
                  <c:v>43763</c:v>
                </c:pt>
                <c:pt idx="1123">
                  <c:v>43767</c:v>
                </c:pt>
                <c:pt idx="1124">
                  <c:v>43768</c:v>
                </c:pt>
                <c:pt idx="1125">
                  <c:v>43769</c:v>
                </c:pt>
                <c:pt idx="1126">
                  <c:v>43770</c:v>
                </c:pt>
                <c:pt idx="1127">
                  <c:v>43773</c:v>
                </c:pt>
                <c:pt idx="1128">
                  <c:v>43774</c:v>
                </c:pt>
                <c:pt idx="1129">
                  <c:v>43775</c:v>
                </c:pt>
                <c:pt idx="1130">
                  <c:v>43776</c:v>
                </c:pt>
                <c:pt idx="1131">
                  <c:v>43777</c:v>
                </c:pt>
                <c:pt idx="1132">
                  <c:v>43782</c:v>
                </c:pt>
                <c:pt idx="1133">
                  <c:v>43783</c:v>
                </c:pt>
                <c:pt idx="1134">
                  <c:v>43784</c:v>
                </c:pt>
                <c:pt idx="1135">
                  <c:v>43787</c:v>
                </c:pt>
                <c:pt idx="1136">
                  <c:v>43788</c:v>
                </c:pt>
                <c:pt idx="1137">
                  <c:v>43789</c:v>
                </c:pt>
                <c:pt idx="1138">
                  <c:v>43790</c:v>
                </c:pt>
                <c:pt idx="1139">
                  <c:v>43791</c:v>
                </c:pt>
                <c:pt idx="1140">
                  <c:v>43794</c:v>
                </c:pt>
                <c:pt idx="1141">
                  <c:v>43795</c:v>
                </c:pt>
                <c:pt idx="1142">
                  <c:v>43796</c:v>
                </c:pt>
                <c:pt idx="1143">
                  <c:v>43798</c:v>
                </c:pt>
                <c:pt idx="1144">
                  <c:v>43801</c:v>
                </c:pt>
                <c:pt idx="1145">
                  <c:v>43802</c:v>
                </c:pt>
                <c:pt idx="1146">
                  <c:v>43803</c:v>
                </c:pt>
                <c:pt idx="1147">
                  <c:v>43804</c:v>
                </c:pt>
                <c:pt idx="1148">
                  <c:v>43805</c:v>
                </c:pt>
                <c:pt idx="1149">
                  <c:v>43808</c:v>
                </c:pt>
                <c:pt idx="1150">
                  <c:v>43809</c:v>
                </c:pt>
                <c:pt idx="1151">
                  <c:v>43810</c:v>
                </c:pt>
                <c:pt idx="1152">
                  <c:v>43811</c:v>
                </c:pt>
                <c:pt idx="1153">
                  <c:v>43812</c:v>
                </c:pt>
                <c:pt idx="1154">
                  <c:v>43815</c:v>
                </c:pt>
                <c:pt idx="1155">
                  <c:v>43816</c:v>
                </c:pt>
                <c:pt idx="1156">
                  <c:v>43817</c:v>
                </c:pt>
                <c:pt idx="1157">
                  <c:v>43818</c:v>
                </c:pt>
                <c:pt idx="1158">
                  <c:v>43819</c:v>
                </c:pt>
                <c:pt idx="1159">
                  <c:v>43822</c:v>
                </c:pt>
                <c:pt idx="1160">
                  <c:v>43823</c:v>
                </c:pt>
                <c:pt idx="1161">
                  <c:v>43825</c:v>
                </c:pt>
                <c:pt idx="1162">
                  <c:v>43826</c:v>
                </c:pt>
                <c:pt idx="1163">
                  <c:v>43829</c:v>
                </c:pt>
                <c:pt idx="1164">
                  <c:v>43830</c:v>
                </c:pt>
                <c:pt idx="1165">
                  <c:v>43832</c:v>
                </c:pt>
                <c:pt idx="1166">
                  <c:v>43833</c:v>
                </c:pt>
                <c:pt idx="1167">
                  <c:v>43836</c:v>
                </c:pt>
                <c:pt idx="1168">
                  <c:v>43837</c:v>
                </c:pt>
                <c:pt idx="1169">
                  <c:v>43838</c:v>
                </c:pt>
                <c:pt idx="1170">
                  <c:v>43839</c:v>
                </c:pt>
                <c:pt idx="1171">
                  <c:v>43840</c:v>
                </c:pt>
                <c:pt idx="1172">
                  <c:v>43843</c:v>
                </c:pt>
                <c:pt idx="1173">
                  <c:v>43844</c:v>
                </c:pt>
                <c:pt idx="1174">
                  <c:v>43845</c:v>
                </c:pt>
                <c:pt idx="1175">
                  <c:v>43846</c:v>
                </c:pt>
                <c:pt idx="1176">
                  <c:v>43847</c:v>
                </c:pt>
                <c:pt idx="1177">
                  <c:v>43851</c:v>
                </c:pt>
                <c:pt idx="1178">
                  <c:v>43852</c:v>
                </c:pt>
                <c:pt idx="1179">
                  <c:v>43853</c:v>
                </c:pt>
                <c:pt idx="1180">
                  <c:v>43854</c:v>
                </c:pt>
                <c:pt idx="1181">
                  <c:v>43857</c:v>
                </c:pt>
                <c:pt idx="1182">
                  <c:v>43858</c:v>
                </c:pt>
                <c:pt idx="1183">
                  <c:v>43859</c:v>
                </c:pt>
                <c:pt idx="1184">
                  <c:v>43860</c:v>
                </c:pt>
                <c:pt idx="1185">
                  <c:v>43861</c:v>
                </c:pt>
                <c:pt idx="1186">
                  <c:v>43864</c:v>
                </c:pt>
                <c:pt idx="1187">
                  <c:v>43865</c:v>
                </c:pt>
                <c:pt idx="1188">
                  <c:v>43866</c:v>
                </c:pt>
                <c:pt idx="1189">
                  <c:v>43867</c:v>
                </c:pt>
                <c:pt idx="1190">
                  <c:v>43868</c:v>
                </c:pt>
                <c:pt idx="1191">
                  <c:v>43871</c:v>
                </c:pt>
                <c:pt idx="1192">
                  <c:v>43872</c:v>
                </c:pt>
                <c:pt idx="1193">
                  <c:v>43873</c:v>
                </c:pt>
                <c:pt idx="1194">
                  <c:v>43874</c:v>
                </c:pt>
                <c:pt idx="1195">
                  <c:v>43875</c:v>
                </c:pt>
                <c:pt idx="1196">
                  <c:v>43879</c:v>
                </c:pt>
                <c:pt idx="1197">
                  <c:v>43881</c:v>
                </c:pt>
                <c:pt idx="1198">
                  <c:v>43885</c:v>
                </c:pt>
                <c:pt idx="1199">
                  <c:v>43886</c:v>
                </c:pt>
                <c:pt idx="1200">
                  <c:v>43887</c:v>
                </c:pt>
                <c:pt idx="1201">
                  <c:v>43888</c:v>
                </c:pt>
                <c:pt idx="1202">
                  <c:v>43889</c:v>
                </c:pt>
                <c:pt idx="1203">
                  <c:v>43892</c:v>
                </c:pt>
                <c:pt idx="1204">
                  <c:v>43893</c:v>
                </c:pt>
                <c:pt idx="1205">
                  <c:v>43894</c:v>
                </c:pt>
                <c:pt idx="1206">
                  <c:v>43895</c:v>
                </c:pt>
                <c:pt idx="1207">
                  <c:v>43896</c:v>
                </c:pt>
                <c:pt idx="1208">
                  <c:v>43899</c:v>
                </c:pt>
                <c:pt idx="1209">
                  <c:v>43901</c:v>
                </c:pt>
                <c:pt idx="1210">
                  <c:v>43902</c:v>
                </c:pt>
                <c:pt idx="1211">
                  <c:v>43903</c:v>
                </c:pt>
                <c:pt idx="1212">
                  <c:v>43906</c:v>
                </c:pt>
                <c:pt idx="1213">
                  <c:v>43907</c:v>
                </c:pt>
                <c:pt idx="1214">
                  <c:v>43908</c:v>
                </c:pt>
                <c:pt idx="1215">
                  <c:v>43909</c:v>
                </c:pt>
                <c:pt idx="1216">
                  <c:v>43910</c:v>
                </c:pt>
                <c:pt idx="1217">
                  <c:v>43913</c:v>
                </c:pt>
                <c:pt idx="1218">
                  <c:v>43914</c:v>
                </c:pt>
                <c:pt idx="1219">
                  <c:v>43916</c:v>
                </c:pt>
                <c:pt idx="1220">
                  <c:v>43917</c:v>
                </c:pt>
                <c:pt idx="1221">
                  <c:v>43920</c:v>
                </c:pt>
                <c:pt idx="1222">
                  <c:v>43921</c:v>
                </c:pt>
                <c:pt idx="1223">
                  <c:v>43924</c:v>
                </c:pt>
                <c:pt idx="1224">
                  <c:v>43928</c:v>
                </c:pt>
                <c:pt idx="1225">
                  <c:v>43929</c:v>
                </c:pt>
                <c:pt idx="1226">
                  <c:v>43930</c:v>
                </c:pt>
                <c:pt idx="1227">
                  <c:v>43934</c:v>
                </c:pt>
                <c:pt idx="1228">
                  <c:v>43936</c:v>
                </c:pt>
                <c:pt idx="1229">
                  <c:v>43937</c:v>
                </c:pt>
                <c:pt idx="1230">
                  <c:v>43938</c:v>
                </c:pt>
                <c:pt idx="1231">
                  <c:v>43941</c:v>
                </c:pt>
                <c:pt idx="1232">
                  <c:v>43942</c:v>
                </c:pt>
                <c:pt idx="1233">
                  <c:v>43943</c:v>
                </c:pt>
                <c:pt idx="1234">
                  <c:v>43944</c:v>
                </c:pt>
                <c:pt idx="1235">
                  <c:v>43945</c:v>
                </c:pt>
                <c:pt idx="1236">
                  <c:v>43948</c:v>
                </c:pt>
                <c:pt idx="1237">
                  <c:v>43949</c:v>
                </c:pt>
                <c:pt idx="1238">
                  <c:v>43950</c:v>
                </c:pt>
                <c:pt idx="1239">
                  <c:v>43951</c:v>
                </c:pt>
                <c:pt idx="1240">
                  <c:v>43955</c:v>
                </c:pt>
                <c:pt idx="1241">
                  <c:v>43956</c:v>
                </c:pt>
                <c:pt idx="1242">
                  <c:v>43957</c:v>
                </c:pt>
                <c:pt idx="1243">
                  <c:v>43959</c:v>
                </c:pt>
                <c:pt idx="1244">
                  <c:v>43962</c:v>
                </c:pt>
                <c:pt idx="1245">
                  <c:v>43963</c:v>
                </c:pt>
                <c:pt idx="1246">
                  <c:v>43964</c:v>
                </c:pt>
                <c:pt idx="1247">
                  <c:v>43965</c:v>
                </c:pt>
                <c:pt idx="1248">
                  <c:v>43966</c:v>
                </c:pt>
                <c:pt idx="1249">
                  <c:v>43969</c:v>
                </c:pt>
                <c:pt idx="1250">
                  <c:v>43970</c:v>
                </c:pt>
                <c:pt idx="1251">
                  <c:v>43971</c:v>
                </c:pt>
                <c:pt idx="1252">
                  <c:v>43972</c:v>
                </c:pt>
                <c:pt idx="1253">
                  <c:v>43973</c:v>
                </c:pt>
                <c:pt idx="1254">
                  <c:v>43977</c:v>
                </c:pt>
                <c:pt idx="1255">
                  <c:v>43978</c:v>
                </c:pt>
                <c:pt idx="1256">
                  <c:v>43979</c:v>
                </c:pt>
                <c:pt idx="1257">
                  <c:v>43980</c:v>
                </c:pt>
                <c:pt idx="1258">
                  <c:v>43983</c:v>
                </c:pt>
                <c:pt idx="1259">
                  <c:v>43984</c:v>
                </c:pt>
                <c:pt idx="1260">
                  <c:v>43985</c:v>
                </c:pt>
                <c:pt idx="1261">
                  <c:v>43986</c:v>
                </c:pt>
                <c:pt idx="1262">
                  <c:v>43987</c:v>
                </c:pt>
                <c:pt idx="1263">
                  <c:v>43990</c:v>
                </c:pt>
                <c:pt idx="1264">
                  <c:v>43991</c:v>
                </c:pt>
                <c:pt idx="1265">
                  <c:v>43992</c:v>
                </c:pt>
                <c:pt idx="1266">
                  <c:v>43993</c:v>
                </c:pt>
                <c:pt idx="1267">
                  <c:v>43994</c:v>
                </c:pt>
                <c:pt idx="1268">
                  <c:v>43997</c:v>
                </c:pt>
                <c:pt idx="1269">
                  <c:v>43998</c:v>
                </c:pt>
                <c:pt idx="1270">
                  <c:v>43999</c:v>
                </c:pt>
                <c:pt idx="1271">
                  <c:v>44000</c:v>
                </c:pt>
                <c:pt idx="1272">
                  <c:v>44001</c:v>
                </c:pt>
                <c:pt idx="1273">
                  <c:v>44004</c:v>
                </c:pt>
                <c:pt idx="1274">
                  <c:v>44005</c:v>
                </c:pt>
                <c:pt idx="1275">
                  <c:v>44006</c:v>
                </c:pt>
                <c:pt idx="1276">
                  <c:v>44007</c:v>
                </c:pt>
                <c:pt idx="1277">
                  <c:v>44008</c:v>
                </c:pt>
                <c:pt idx="1278">
                  <c:v>44011</c:v>
                </c:pt>
                <c:pt idx="1279">
                  <c:v>44012</c:v>
                </c:pt>
                <c:pt idx="1280">
                  <c:v>44013</c:v>
                </c:pt>
                <c:pt idx="1281">
                  <c:v>44014</c:v>
                </c:pt>
                <c:pt idx="1282">
                  <c:v>44018</c:v>
                </c:pt>
                <c:pt idx="1283">
                  <c:v>44019</c:v>
                </c:pt>
                <c:pt idx="1284">
                  <c:v>44020</c:v>
                </c:pt>
                <c:pt idx="1285">
                  <c:v>44021</c:v>
                </c:pt>
                <c:pt idx="1286">
                  <c:v>44022</c:v>
                </c:pt>
                <c:pt idx="1287">
                  <c:v>44025</c:v>
                </c:pt>
                <c:pt idx="1288">
                  <c:v>44026</c:v>
                </c:pt>
                <c:pt idx="1289">
                  <c:v>44027</c:v>
                </c:pt>
                <c:pt idx="1290">
                  <c:v>44028</c:v>
                </c:pt>
                <c:pt idx="1291">
                  <c:v>44029</c:v>
                </c:pt>
                <c:pt idx="1292">
                  <c:v>44032</c:v>
                </c:pt>
                <c:pt idx="1293">
                  <c:v>44033</c:v>
                </c:pt>
                <c:pt idx="1294">
                  <c:v>44034</c:v>
                </c:pt>
                <c:pt idx="1295">
                  <c:v>44035</c:v>
                </c:pt>
                <c:pt idx="1296">
                  <c:v>44036</c:v>
                </c:pt>
                <c:pt idx="1297">
                  <c:v>44039</c:v>
                </c:pt>
                <c:pt idx="1298">
                  <c:v>44040</c:v>
                </c:pt>
                <c:pt idx="1299">
                  <c:v>44041</c:v>
                </c:pt>
                <c:pt idx="1300">
                  <c:v>44042</c:v>
                </c:pt>
                <c:pt idx="1301">
                  <c:v>44043</c:v>
                </c:pt>
                <c:pt idx="1302">
                  <c:v>44046</c:v>
                </c:pt>
                <c:pt idx="1303">
                  <c:v>44047</c:v>
                </c:pt>
                <c:pt idx="1304">
                  <c:v>44048</c:v>
                </c:pt>
                <c:pt idx="1305">
                  <c:v>44049</c:v>
                </c:pt>
                <c:pt idx="1306">
                  <c:v>44050</c:v>
                </c:pt>
                <c:pt idx="1307">
                  <c:v>44053</c:v>
                </c:pt>
                <c:pt idx="1308">
                  <c:v>44054</c:v>
                </c:pt>
                <c:pt idx="1309">
                  <c:v>44055</c:v>
                </c:pt>
                <c:pt idx="1310">
                  <c:v>44056</c:v>
                </c:pt>
                <c:pt idx="1311">
                  <c:v>44057</c:v>
                </c:pt>
                <c:pt idx="1312">
                  <c:v>44060</c:v>
                </c:pt>
                <c:pt idx="1313">
                  <c:v>44061</c:v>
                </c:pt>
                <c:pt idx="1314">
                  <c:v>44062</c:v>
                </c:pt>
                <c:pt idx="1315">
                  <c:v>44063</c:v>
                </c:pt>
                <c:pt idx="1316">
                  <c:v>44064</c:v>
                </c:pt>
                <c:pt idx="1317">
                  <c:v>44067</c:v>
                </c:pt>
                <c:pt idx="1318">
                  <c:v>44068</c:v>
                </c:pt>
                <c:pt idx="1319">
                  <c:v>44069</c:v>
                </c:pt>
                <c:pt idx="1320">
                  <c:v>44070</c:v>
                </c:pt>
                <c:pt idx="1321">
                  <c:v>44071</c:v>
                </c:pt>
                <c:pt idx="1322">
                  <c:v>44074</c:v>
                </c:pt>
                <c:pt idx="1323">
                  <c:v>44075</c:v>
                </c:pt>
                <c:pt idx="1324">
                  <c:v>44076</c:v>
                </c:pt>
                <c:pt idx="1325">
                  <c:v>44077</c:v>
                </c:pt>
                <c:pt idx="1326">
                  <c:v>44078</c:v>
                </c:pt>
                <c:pt idx="1327">
                  <c:v>44082</c:v>
                </c:pt>
                <c:pt idx="1328">
                  <c:v>44083</c:v>
                </c:pt>
                <c:pt idx="1329">
                  <c:v>44084</c:v>
                </c:pt>
                <c:pt idx="1330">
                  <c:v>44085</c:v>
                </c:pt>
                <c:pt idx="1331">
                  <c:v>44088</c:v>
                </c:pt>
                <c:pt idx="1332">
                  <c:v>44089</c:v>
                </c:pt>
                <c:pt idx="1333">
                  <c:v>44090</c:v>
                </c:pt>
                <c:pt idx="1334">
                  <c:v>44091</c:v>
                </c:pt>
                <c:pt idx="1335">
                  <c:v>44092</c:v>
                </c:pt>
                <c:pt idx="1336">
                  <c:v>44095</c:v>
                </c:pt>
                <c:pt idx="1337">
                  <c:v>44096</c:v>
                </c:pt>
                <c:pt idx="1338">
                  <c:v>44097</c:v>
                </c:pt>
                <c:pt idx="1339">
                  <c:v>44098</c:v>
                </c:pt>
                <c:pt idx="1340">
                  <c:v>44099</c:v>
                </c:pt>
                <c:pt idx="1341">
                  <c:v>44102</c:v>
                </c:pt>
                <c:pt idx="1342">
                  <c:v>44103</c:v>
                </c:pt>
                <c:pt idx="1343">
                  <c:v>44104</c:v>
                </c:pt>
                <c:pt idx="1344">
                  <c:v>44105</c:v>
                </c:pt>
                <c:pt idx="1345">
                  <c:v>44109</c:v>
                </c:pt>
                <c:pt idx="1346">
                  <c:v>44110</c:v>
                </c:pt>
                <c:pt idx="1347">
                  <c:v>44111</c:v>
                </c:pt>
                <c:pt idx="1348">
                  <c:v>44112</c:v>
                </c:pt>
                <c:pt idx="1349">
                  <c:v>44113</c:v>
                </c:pt>
                <c:pt idx="1350">
                  <c:v>44117</c:v>
                </c:pt>
                <c:pt idx="1351">
                  <c:v>44118</c:v>
                </c:pt>
                <c:pt idx="1352">
                  <c:v>44119</c:v>
                </c:pt>
                <c:pt idx="1353">
                  <c:v>44120</c:v>
                </c:pt>
                <c:pt idx="1354">
                  <c:v>44123</c:v>
                </c:pt>
                <c:pt idx="1355">
                  <c:v>44124</c:v>
                </c:pt>
                <c:pt idx="1356">
                  <c:v>44125</c:v>
                </c:pt>
                <c:pt idx="1357">
                  <c:v>44126</c:v>
                </c:pt>
                <c:pt idx="1358">
                  <c:v>44127</c:v>
                </c:pt>
                <c:pt idx="1359">
                  <c:v>44130</c:v>
                </c:pt>
                <c:pt idx="1360">
                  <c:v>44131</c:v>
                </c:pt>
                <c:pt idx="1361">
                  <c:v>44132</c:v>
                </c:pt>
                <c:pt idx="1362">
                  <c:v>44133</c:v>
                </c:pt>
                <c:pt idx="1363">
                  <c:v>44137</c:v>
                </c:pt>
                <c:pt idx="1364">
                  <c:v>44138</c:v>
                </c:pt>
                <c:pt idx="1365">
                  <c:v>44139</c:v>
                </c:pt>
                <c:pt idx="1366">
                  <c:v>44140</c:v>
                </c:pt>
                <c:pt idx="1367">
                  <c:v>44141</c:v>
                </c:pt>
                <c:pt idx="1368">
                  <c:v>44144</c:v>
                </c:pt>
                <c:pt idx="1369">
                  <c:v>44145</c:v>
                </c:pt>
                <c:pt idx="1370">
                  <c:v>44147</c:v>
                </c:pt>
                <c:pt idx="1371">
                  <c:v>44148</c:v>
                </c:pt>
                <c:pt idx="1372">
                  <c:v>44152</c:v>
                </c:pt>
                <c:pt idx="1373">
                  <c:v>44153</c:v>
                </c:pt>
                <c:pt idx="1374">
                  <c:v>44154</c:v>
                </c:pt>
                <c:pt idx="1375">
                  <c:v>44155</c:v>
                </c:pt>
                <c:pt idx="1376">
                  <c:v>44158</c:v>
                </c:pt>
                <c:pt idx="1377">
                  <c:v>44159</c:v>
                </c:pt>
                <c:pt idx="1378">
                  <c:v>44160</c:v>
                </c:pt>
                <c:pt idx="1379">
                  <c:v>44162</c:v>
                </c:pt>
                <c:pt idx="1380">
                  <c:v>44166</c:v>
                </c:pt>
                <c:pt idx="1381">
                  <c:v>44167</c:v>
                </c:pt>
                <c:pt idx="1382">
                  <c:v>44168</c:v>
                </c:pt>
                <c:pt idx="1383">
                  <c:v>44169</c:v>
                </c:pt>
                <c:pt idx="1384">
                  <c:v>44172</c:v>
                </c:pt>
                <c:pt idx="1385">
                  <c:v>44173</c:v>
                </c:pt>
                <c:pt idx="1386">
                  <c:v>44174</c:v>
                </c:pt>
                <c:pt idx="1387">
                  <c:v>44175</c:v>
                </c:pt>
                <c:pt idx="1388">
                  <c:v>44176</c:v>
                </c:pt>
                <c:pt idx="1389">
                  <c:v>44179</c:v>
                </c:pt>
                <c:pt idx="1390">
                  <c:v>44180</c:v>
                </c:pt>
                <c:pt idx="1391">
                  <c:v>44181</c:v>
                </c:pt>
                <c:pt idx="1392">
                  <c:v>44182</c:v>
                </c:pt>
                <c:pt idx="1393">
                  <c:v>44183</c:v>
                </c:pt>
                <c:pt idx="1394">
                  <c:v>44186</c:v>
                </c:pt>
                <c:pt idx="1395">
                  <c:v>44187</c:v>
                </c:pt>
                <c:pt idx="1396">
                  <c:v>44188</c:v>
                </c:pt>
                <c:pt idx="1397">
                  <c:v>44189</c:v>
                </c:pt>
                <c:pt idx="1398">
                  <c:v>44193</c:v>
                </c:pt>
                <c:pt idx="1399">
                  <c:v>44194</c:v>
                </c:pt>
                <c:pt idx="1400">
                  <c:v>44195</c:v>
                </c:pt>
                <c:pt idx="1401">
                  <c:v>44196</c:v>
                </c:pt>
                <c:pt idx="1402">
                  <c:v>44200</c:v>
                </c:pt>
                <c:pt idx="1403">
                  <c:v>44201</c:v>
                </c:pt>
                <c:pt idx="1404">
                  <c:v>44202</c:v>
                </c:pt>
                <c:pt idx="1405">
                  <c:v>44203</c:v>
                </c:pt>
                <c:pt idx="1406">
                  <c:v>44204</c:v>
                </c:pt>
                <c:pt idx="1407">
                  <c:v>44207</c:v>
                </c:pt>
                <c:pt idx="1408">
                  <c:v>44208</c:v>
                </c:pt>
                <c:pt idx="1409">
                  <c:v>44209</c:v>
                </c:pt>
                <c:pt idx="1410">
                  <c:v>44210</c:v>
                </c:pt>
                <c:pt idx="1411">
                  <c:v>44211</c:v>
                </c:pt>
                <c:pt idx="1412">
                  <c:v>44215</c:v>
                </c:pt>
                <c:pt idx="1413">
                  <c:v>44216</c:v>
                </c:pt>
                <c:pt idx="1414">
                  <c:v>44217</c:v>
                </c:pt>
                <c:pt idx="1415">
                  <c:v>44218</c:v>
                </c:pt>
                <c:pt idx="1416">
                  <c:v>44221</c:v>
                </c:pt>
                <c:pt idx="1417">
                  <c:v>44223</c:v>
                </c:pt>
                <c:pt idx="1418">
                  <c:v>44224</c:v>
                </c:pt>
                <c:pt idx="1419">
                  <c:v>44225</c:v>
                </c:pt>
                <c:pt idx="1420">
                  <c:v>44228</c:v>
                </c:pt>
                <c:pt idx="1421">
                  <c:v>44229</c:v>
                </c:pt>
                <c:pt idx="1422">
                  <c:v>44230</c:v>
                </c:pt>
                <c:pt idx="1423">
                  <c:v>44231</c:v>
                </c:pt>
                <c:pt idx="1424">
                  <c:v>44232</c:v>
                </c:pt>
                <c:pt idx="1425">
                  <c:v>44235</c:v>
                </c:pt>
                <c:pt idx="1426">
                  <c:v>44236</c:v>
                </c:pt>
                <c:pt idx="1427">
                  <c:v>44237</c:v>
                </c:pt>
                <c:pt idx="1428">
                  <c:v>44238</c:v>
                </c:pt>
                <c:pt idx="1429">
                  <c:v>44239</c:v>
                </c:pt>
                <c:pt idx="1430">
                  <c:v>44243</c:v>
                </c:pt>
                <c:pt idx="1431">
                  <c:v>44244</c:v>
                </c:pt>
                <c:pt idx="1432">
                  <c:v>44245</c:v>
                </c:pt>
                <c:pt idx="1433">
                  <c:v>44249</c:v>
                </c:pt>
                <c:pt idx="1434">
                  <c:v>44250</c:v>
                </c:pt>
                <c:pt idx="1435">
                  <c:v>44251</c:v>
                </c:pt>
                <c:pt idx="1436">
                  <c:v>44252</c:v>
                </c:pt>
                <c:pt idx="1437">
                  <c:v>44253</c:v>
                </c:pt>
                <c:pt idx="1438">
                  <c:v>44256</c:v>
                </c:pt>
                <c:pt idx="1439">
                  <c:v>44257</c:v>
                </c:pt>
                <c:pt idx="1440">
                  <c:v>44258</c:v>
                </c:pt>
                <c:pt idx="1441">
                  <c:v>44259</c:v>
                </c:pt>
                <c:pt idx="1442">
                  <c:v>44260</c:v>
                </c:pt>
                <c:pt idx="1443">
                  <c:v>44263</c:v>
                </c:pt>
                <c:pt idx="1444">
                  <c:v>44264</c:v>
                </c:pt>
                <c:pt idx="1445">
                  <c:v>44265</c:v>
                </c:pt>
                <c:pt idx="1446">
                  <c:v>44267</c:v>
                </c:pt>
                <c:pt idx="1447">
                  <c:v>44270</c:v>
                </c:pt>
                <c:pt idx="1448">
                  <c:v>44271</c:v>
                </c:pt>
                <c:pt idx="1449">
                  <c:v>44272</c:v>
                </c:pt>
                <c:pt idx="1450">
                  <c:v>44273</c:v>
                </c:pt>
                <c:pt idx="1451">
                  <c:v>44274</c:v>
                </c:pt>
                <c:pt idx="1452">
                  <c:v>44277</c:v>
                </c:pt>
                <c:pt idx="1453">
                  <c:v>44278</c:v>
                </c:pt>
                <c:pt idx="1454">
                  <c:v>44279</c:v>
                </c:pt>
                <c:pt idx="1455">
                  <c:v>44280</c:v>
                </c:pt>
                <c:pt idx="1456">
                  <c:v>44281</c:v>
                </c:pt>
                <c:pt idx="1457">
                  <c:v>44285</c:v>
                </c:pt>
                <c:pt idx="1458">
                  <c:v>44286</c:v>
                </c:pt>
                <c:pt idx="1459">
                  <c:v>44291</c:v>
                </c:pt>
                <c:pt idx="1460">
                  <c:v>44292</c:v>
                </c:pt>
                <c:pt idx="1461">
                  <c:v>44293</c:v>
                </c:pt>
                <c:pt idx="1462">
                  <c:v>44294</c:v>
                </c:pt>
                <c:pt idx="1463">
                  <c:v>44295</c:v>
                </c:pt>
                <c:pt idx="1464">
                  <c:v>44298</c:v>
                </c:pt>
                <c:pt idx="1465">
                  <c:v>44301</c:v>
                </c:pt>
                <c:pt idx="1466">
                  <c:v>44302</c:v>
                </c:pt>
                <c:pt idx="1467">
                  <c:v>44305</c:v>
                </c:pt>
                <c:pt idx="1468">
                  <c:v>44306</c:v>
                </c:pt>
                <c:pt idx="1469">
                  <c:v>44308</c:v>
                </c:pt>
                <c:pt idx="1470">
                  <c:v>44309</c:v>
                </c:pt>
                <c:pt idx="1471">
                  <c:v>44312</c:v>
                </c:pt>
                <c:pt idx="1472">
                  <c:v>44313</c:v>
                </c:pt>
                <c:pt idx="1473">
                  <c:v>44314</c:v>
                </c:pt>
                <c:pt idx="1474">
                  <c:v>44315</c:v>
                </c:pt>
                <c:pt idx="1475">
                  <c:v>44316</c:v>
                </c:pt>
                <c:pt idx="1476">
                  <c:v>44319</c:v>
                </c:pt>
                <c:pt idx="1477">
                  <c:v>44320</c:v>
                </c:pt>
                <c:pt idx="1478">
                  <c:v>44321</c:v>
                </c:pt>
                <c:pt idx="1479">
                  <c:v>44322</c:v>
                </c:pt>
                <c:pt idx="1480">
                  <c:v>44323</c:v>
                </c:pt>
                <c:pt idx="1481">
                  <c:v>44326</c:v>
                </c:pt>
                <c:pt idx="1482">
                  <c:v>44327</c:v>
                </c:pt>
                <c:pt idx="1483">
                  <c:v>44328</c:v>
                </c:pt>
                <c:pt idx="1484">
                  <c:v>44330</c:v>
                </c:pt>
                <c:pt idx="1485">
                  <c:v>44333</c:v>
                </c:pt>
                <c:pt idx="1486">
                  <c:v>44334</c:v>
                </c:pt>
                <c:pt idx="1487">
                  <c:v>44335</c:v>
                </c:pt>
                <c:pt idx="1488">
                  <c:v>44336</c:v>
                </c:pt>
                <c:pt idx="1489">
                  <c:v>44337</c:v>
                </c:pt>
                <c:pt idx="1490">
                  <c:v>44340</c:v>
                </c:pt>
                <c:pt idx="1491">
                  <c:v>44341</c:v>
                </c:pt>
                <c:pt idx="1492">
                  <c:v>44343</c:v>
                </c:pt>
                <c:pt idx="1493">
                  <c:v>44344</c:v>
                </c:pt>
                <c:pt idx="1494">
                  <c:v>44348</c:v>
                </c:pt>
                <c:pt idx="1495">
                  <c:v>44349</c:v>
                </c:pt>
                <c:pt idx="1496">
                  <c:v>44350</c:v>
                </c:pt>
                <c:pt idx="1497">
                  <c:v>44351</c:v>
                </c:pt>
                <c:pt idx="1498">
                  <c:v>44354</c:v>
                </c:pt>
                <c:pt idx="1499">
                  <c:v>44355</c:v>
                </c:pt>
                <c:pt idx="1500">
                  <c:v>44356</c:v>
                </c:pt>
                <c:pt idx="1501">
                  <c:v>44357</c:v>
                </c:pt>
                <c:pt idx="1502">
                  <c:v>44358</c:v>
                </c:pt>
                <c:pt idx="1503">
                  <c:v>44361</c:v>
                </c:pt>
                <c:pt idx="1504">
                  <c:v>44362</c:v>
                </c:pt>
                <c:pt idx="1505">
                  <c:v>44363</c:v>
                </c:pt>
                <c:pt idx="1506">
                  <c:v>44364</c:v>
                </c:pt>
                <c:pt idx="1507">
                  <c:v>44365</c:v>
                </c:pt>
                <c:pt idx="1508">
                  <c:v>44368</c:v>
                </c:pt>
                <c:pt idx="1509">
                  <c:v>44369</c:v>
                </c:pt>
                <c:pt idx="1510">
                  <c:v>44370</c:v>
                </c:pt>
                <c:pt idx="1511">
                  <c:v>44371</c:v>
                </c:pt>
                <c:pt idx="1512">
                  <c:v>44372</c:v>
                </c:pt>
                <c:pt idx="1513">
                  <c:v>44375</c:v>
                </c:pt>
                <c:pt idx="1514">
                  <c:v>44376</c:v>
                </c:pt>
                <c:pt idx="1515">
                  <c:v>44377</c:v>
                </c:pt>
                <c:pt idx="1516">
                  <c:v>44378</c:v>
                </c:pt>
                <c:pt idx="1517">
                  <c:v>44379</c:v>
                </c:pt>
                <c:pt idx="1518">
                  <c:v>44383</c:v>
                </c:pt>
                <c:pt idx="1519">
                  <c:v>44384</c:v>
                </c:pt>
                <c:pt idx="1520">
                  <c:v>44385</c:v>
                </c:pt>
                <c:pt idx="1521">
                  <c:v>44386</c:v>
                </c:pt>
                <c:pt idx="1522">
                  <c:v>44389</c:v>
                </c:pt>
                <c:pt idx="1523">
                  <c:v>44390</c:v>
                </c:pt>
                <c:pt idx="1524">
                  <c:v>44391</c:v>
                </c:pt>
                <c:pt idx="1525">
                  <c:v>44392</c:v>
                </c:pt>
                <c:pt idx="1526">
                  <c:v>44393</c:v>
                </c:pt>
                <c:pt idx="1527">
                  <c:v>44396</c:v>
                </c:pt>
                <c:pt idx="1528">
                  <c:v>44397</c:v>
                </c:pt>
                <c:pt idx="1529">
                  <c:v>44399</c:v>
                </c:pt>
                <c:pt idx="1530">
                  <c:v>44400</c:v>
                </c:pt>
                <c:pt idx="1531">
                  <c:v>44403</c:v>
                </c:pt>
                <c:pt idx="1532">
                  <c:v>44404</c:v>
                </c:pt>
                <c:pt idx="1533">
                  <c:v>44405</c:v>
                </c:pt>
                <c:pt idx="1534">
                  <c:v>44406</c:v>
                </c:pt>
                <c:pt idx="1535">
                  <c:v>44407</c:v>
                </c:pt>
                <c:pt idx="1536">
                  <c:v>44410</c:v>
                </c:pt>
                <c:pt idx="1537">
                  <c:v>44411</c:v>
                </c:pt>
                <c:pt idx="1538">
                  <c:v>44412</c:v>
                </c:pt>
                <c:pt idx="1539">
                  <c:v>44413</c:v>
                </c:pt>
                <c:pt idx="1540">
                  <c:v>44414</c:v>
                </c:pt>
                <c:pt idx="1541">
                  <c:v>44417</c:v>
                </c:pt>
                <c:pt idx="1542">
                  <c:v>44418</c:v>
                </c:pt>
                <c:pt idx="1543">
                  <c:v>44419</c:v>
                </c:pt>
                <c:pt idx="1544">
                  <c:v>44420</c:v>
                </c:pt>
                <c:pt idx="1545">
                  <c:v>44421</c:v>
                </c:pt>
                <c:pt idx="1546">
                  <c:v>44425</c:v>
                </c:pt>
                <c:pt idx="1547">
                  <c:v>44426</c:v>
                </c:pt>
                <c:pt idx="1548">
                  <c:v>44428</c:v>
                </c:pt>
                <c:pt idx="1549">
                  <c:v>44431</c:v>
                </c:pt>
                <c:pt idx="1550">
                  <c:v>44432</c:v>
                </c:pt>
                <c:pt idx="1551">
                  <c:v>44433</c:v>
                </c:pt>
                <c:pt idx="1552">
                  <c:v>44434</c:v>
                </c:pt>
                <c:pt idx="1553">
                  <c:v>44435</c:v>
                </c:pt>
                <c:pt idx="1554">
                  <c:v>44438</c:v>
                </c:pt>
                <c:pt idx="1555">
                  <c:v>44439</c:v>
                </c:pt>
                <c:pt idx="1556">
                  <c:v>44440</c:v>
                </c:pt>
                <c:pt idx="1557">
                  <c:v>44441</c:v>
                </c:pt>
                <c:pt idx="1558">
                  <c:v>44442</c:v>
                </c:pt>
                <c:pt idx="1559">
                  <c:v>44446</c:v>
                </c:pt>
                <c:pt idx="1560">
                  <c:v>44447</c:v>
                </c:pt>
                <c:pt idx="1561">
                  <c:v>44448</c:v>
                </c:pt>
                <c:pt idx="1562">
                  <c:v>44452</c:v>
                </c:pt>
                <c:pt idx="1563">
                  <c:v>44453</c:v>
                </c:pt>
                <c:pt idx="1564">
                  <c:v>44454</c:v>
                </c:pt>
                <c:pt idx="1565">
                  <c:v>44455</c:v>
                </c:pt>
                <c:pt idx="1566">
                  <c:v>44456</c:v>
                </c:pt>
                <c:pt idx="1567">
                  <c:v>44459</c:v>
                </c:pt>
                <c:pt idx="1568">
                  <c:v>44460</c:v>
                </c:pt>
                <c:pt idx="1569">
                  <c:v>44461</c:v>
                </c:pt>
                <c:pt idx="1570">
                  <c:v>44462</c:v>
                </c:pt>
                <c:pt idx="1571">
                  <c:v>44463</c:v>
                </c:pt>
                <c:pt idx="1572">
                  <c:v>44466</c:v>
                </c:pt>
                <c:pt idx="1573">
                  <c:v>44467</c:v>
                </c:pt>
                <c:pt idx="1574">
                  <c:v>44468</c:v>
                </c:pt>
                <c:pt idx="1575">
                  <c:v>44469</c:v>
                </c:pt>
                <c:pt idx="1576">
                  <c:v>44470</c:v>
                </c:pt>
                <c:pt idx="1577">
                  <c:v>44473</c:v>
                </c:pt>
                <c:pt idx="1578">
                  <c:v>44474</c:v>
                </c:pt>
                <c:pt idx="1579">
                  <c:v>44475</c:v>
                </c:pt>
                <c:pt idx="1580">
                  <c:v>44476</c:v>
                </c:pt>
                <c:pt idx="1581">
                  <c:v>44477</c:v>
                </c:pt>
                <c:pt idx="1582">
                  <c:v>44481</c:v>
                </c:pt>
                <c:pt idx="1583">
                  <c:v>44482</c:v>
                </c:pt>
                <c:pt idx="1584">
                  <c:v>44483</c:v>
                </c:pt>
                <c:pt idx="1585">
                  <c:v>44487</c:v>
                </c:pt>
                <c:pt idx="1586">
                  <c:v>44489</c:v>
                </c:pt>
                <c:pt idx="1587">
                  <c:v>44490</c:v>
                </c:pt>
                <c:pt idx="1588">
                  <c:v>44491</c:v>
                </c:pt>
                <c:pt idx="1589">
                  <c:v>44494</c:v>
                </c:pt>
                <c:pt idx="1590">
                  <c:v>44495</c:v>
                </c:pt>
                <c:pt idx="1591">
                  <c:v>44496</c:v>
                </c:pt>
                <c:pt idx="1592">
                  <c:v>44497</c:v>
                </c:pt>
                <c:pt idx="1593">
                  <c:v>44498</c:v>
                </c:pt>
                <c:pt idx="1594">
                  <c:v>44501</c:v>
                </c:pt>
                <c:pt idx="1595">
                  <c:v>44502</c:v>
                </c:pt>
                <c:pt idx="1596">
                  <c:v>44503</c:v>
                </c:pt>
                <c:pt idx="1597">
                  <c:v>44508</c:v>
                </c:pt>
                <c:pt idx="1598">
                  <c:v>44509</c:v>
                </c:pt>
                <c:pt idx="1599">
                  <c:v>44510</c:v>
                </c:pt>
                <c:pt idx="1600">
                  <c:v>44512</c:v>
                </c:pt>
                <c:pt idx="1601">
                  <c:v>44515</c:v>
                </c:pt>
                <c:pt idx="1602">
                  <c:v>44516</c:v>
                </c:pt>
                <c:pt idx="1603">
                  <c:v>44517</c:v>
                </c:pt>
                <c:pt idx="1604">
                  <c:v>44518</c:v>
                </c:pt>
                <c:pt idx="1605">
                  <c:v>44522</c:v>
                </c:pt>
                <c:pt idx="1606">
                  <c:v>44523</c:v>
                </c:pt>
                <c:pt idx="1607">
                  <c:v>44524</c:v>
                </c:pt>
                <c:pt idx="1608">
                  <c:v>44526</c:v>
                </c:pt>
                <c:pt idx="1609">
                  <c:v>44529</c:v>
                </c:pt>
                <c:pt idx="1610">
                  <c:v>44530</c:v>
                </c:pt>
                <c:pt idx="1611">
                  <c:v>44531</c:v>
                </c:pt>
                <c:pt idx="1612">
                  <c:v>44532</c:v>
                </c:pt>
                <c:pt idx="1613">
                  <c:v>44533</c:v>
                </c:pt>
                <c:pt idx="1614">
                  <c:v>44536</c:v>
                </c:pt>
                <c:pt idx="1615">
                  <c:v>44537</c:v>
                </c:pt>
                <c:pt idx="1616">
                  <c:v>44538</c:v>
                </c:pt>
                <c:pt idx="1617">
                  <c:v>44539</c:v>
                </c:pt>
                <c:pt idx="1618">
                  <c:v>44540</c:v>
                </c:pt>
                <c:pt idx="1619">
                  <c:v>44543</c:v>
                </c:pt>
                <c:pt idx="1620">
                  <c:v>44544</c:v>
                </c:pt>
                <c:pt idx="1621">
                  <c:v>44545</c:v>
                </c:pt>
                <c:pt idx="1622">
                  <c:v>44546</c:v>
                </c:pt>
                <c:pt idx="1623">
                  <c:v>44547</c:v>
                </c:pt>
                <c:pt idx="1624">
                  <c:v>44550</c:v>
                </c:pt>
                <c:pt idx="1625">
                  <c:v>44551</c:v>
                </c:pt>
                <c:pt idx="1626">
                  <c:v>44552</c:v>
                </c:pt>
                <c:pt idx="1627">
                  <c:v>44553</c:v>
                </c:pt>
                <c:pt idx="1628">
                  <c:v>44557</c:v>
                </c:pt>
                <c:pt idx="1629">
                  <c:v>44558</c:v>
                </c:pt>
                <c:pt idx="1630">
                  <c:v>44559</c:v>
                </c:pt>
                <c:pt idx="1631">
                  <c:v>44560</c:v>
                </c:pt>
                <c:pt idx="1632">
                  <c:v>44561</c:v>
                </c:pt>
                <c:pt idx="1633">
                  <c:v>44564</c:v>
                </c:pt>
                <c:pt idx="1634">
                  <c:v>44565</c:v>
                </c:pt>
                <c:pt idx="1635">
                  <c:v>44566</c:v>
                </c:pt>
                <c:pt idx="1636">
                  <c:v>44567</c:v>
                </c:pt>
                <c:pt idx="1637">
                  <c:v>44568</c:v>
                </c:pt>
                <c:pt idx="1638">
                  <c:v>44571</c:v>
                </c:pt>
                <c:pt idx="1639">
                  <c:v>44572</c:v>
                </c:pt>
                <c:pt idx="1640">
                  <c:v>44573</c:v>
                </c:pt>
                <c:pt idx="1641">
                  <c:v>44574</c:v>
                </c:pt>
                <c:pt idx="1642">
                  <c:v>44575</c:v>
                </c:pt>
                <c:pt idx="1643">
                  <c:v>44579</c:v>
                </c:pt>
                <c:pt idx="1644">
                  <c:v>44580</c:v>
                </c:pt>
                <c:pt idx="1645">
                  <c:v>44581</c:v>
                </c:pt>
                <c:pt idx="1646">
                  <c:v>44582</c:v>
                </c:pt>
                <c:pt idx="1647">
                  <c:v>44585</c:v>
                </c:pt>
                <c:pt idx="1648">
                  <c:v>44586</c:v>
                </c:pt>
                <c:pt idx="1649">
                  <c:v>44588</c:v>
                </c:pt>
                <c:pt idx="1650">
                  <c:v>44589</c:v>
                </c:pt>
                <c:pt idx="1651">
                  <c:v>44592</c:v>
                </c:pt>
                <c:pt idx="1652">
                  <c:v>44593</c:v>
                </c:pt>
                <c:pt idx="1653">
                  <c:v>44594</c:v>
                </c:pt>
                <c:pt idx="1654">
                  <c:v>44595</c:v>
                </c:pt>
                <c:pt idx="1655">
                  <c:v>44596</c:v>
                </c:pt>
                <c:pt idx="1656">
                  <c:v>44600</c:v>
                </c:pt>
                <c:pt idx="1657">
                  <c:v>44601</c:v>
                </c:pt>
                <c:pt idx="1658">
                  <c:v>44602</c:v>
                </c:pt>
                <c:pt idx="1659">
                  <c:v>44603</c:v>
                </c:pt>
                <c:pt idx="1660">
                  <c:v>44606</c:v>
                </c:pt>
                <c:pt idx="1661">
                  <c:v>44607</c:v>
                </c:pt>
                <c:pt idx="1662">
                  <c:v>44608</c:v>
                </c:pt>
                <c:pt idx="1663">
                  <c:v>44609</c:v>
                </c:pt>
                <c:pt idx="1664">
                  <c:v>44610</c:v>
                </c:pt>
                <c:pt idx="1665">
                  <c:v>44614</c:v>
                </c:pt>
                <c:pt idx="1666">
                  <c:v>44615</c:v>
                </c:pt>
                <c:pt idx="1667">
                  <c:v>44616</c:v>
                </c:pt>
                <c:pt idx="1668">
                  <c:v>44617</c:v>
                </c:pt>
                <c:pt idx="1669">
                  <c:v>44620</c:v>
                </c:pt>
                <c:pt idx="1670">
                  <c:v>44622</c:v>
                </c:pt>
                <c:pt idx="1671">
                  <c:v>44623</c:v>
                </c:pt>
                <c:pt idx="1672">
                  <c:v>44624</c:v>
                </c:pt>
                <c:pt idx="1673">
                  <c:v>44627</c:v>
                </c:pt>
                <c:pt idx="1674">
                  <c:v>44628</c:v>
                </c:pt>
                <c:pt idx="1675">
                  <c:v>44629</c:v>
                </c:pt>
                <c:pt idx="1676">
                  <c:v>44630</c:v>
                </c:pt>
                <c:pt idx="1677">
                  <c:v>44631</c:v>
                </c:pt>
                <c:pt idx="1678">
                  <c:v>44634</c:v>
                </c:pt>
                <c:pt idx="1679">
                  <c:v>44635</c:v>
                </c:pt>
                <c:pt idx="1680">
                  <c:v>44636</c:v>
                </c:pt>
                <c:pt idx="1681">
                  <c:v>44637</c:v>
                </c:pt>
                <c:pt idx="1682">
                  <c:v>44641</c:v>
                </c:pt>
                <c:pt idx="1683">
                  <c:v>44642</c:v>
                </c:pt>
                <c:pt idx="1684">
                  <c:v>44643</c:v>
                </c:pt>
                <c:pt idx="1685">
                  <c:v>44644</c:v>
                </c:pt>
                <c:pt idx="1686">
                  <c:v>44645</c:v>
                </c:pt>
                <c:pt idx="1687">
                  <c:v>44648</c:v>
                </c:pt>
                <c:pt idx="1688">
                  <c:v>44649</c:v>
                </c:pt>
                <c:pt idx="1689">
                  <c:v>44650</c:v>
                </c:pt>
                <c:pt idx="1690">
                  <c:v>44651</c:v>
                </c:pt>
                <c:pt idx="1691">
                  <c:v>44655</c:v>
                </c:pt>
                <c:pt idx="1692">
                  <c:v>44656</c:v>
                </c:pt>
                <c:pt idx="1693">
                  <c:v>44657</c:v>
                </c:pt>
                <c:pt idx="1694">
                  <c:v>44658</c:v>
                </c:pt>
                <c:pt idx="1695">
                  <c:v>44659</c:v>
                </c:pt>
                <c:pt idx="1696">
                  <c:v>44662</c:v>
                </c:pt>
                <c:pt idx="1697">
                  <c:v>44663</c:v>
                </c:pt>
                <c:pt idx="1698">
                  <c:v>44664</c:v>
                </c:pt>
                <c:pt idx="1699">
                  <c:v>44669</c:v>
                </c:pt>
                <c:pt idx="1700">
                  <c:v>44670</c:v>
                </c:pt>
                <c:pt idx="1701">
                  <c:v>44671</c:v>
                </c:pt>
                <c:pt idx="1702">
                  <c:v>44672</c:v>
                </c:pt>
                <c:pt idx="1703">
                  <c:v>44673</c:v>
                </c:pt>
                <c:pt idx="1704">
                  <c:v>44676</c:v>
                </c:pt>
                <c:pt idx="1705">
                  <c:v>44677</c:v>
                </c:pt>
                <c:pt idx="1706">
                  <c:v>44678</c:v>
                </c:pt>
                <c:pt idx="1707">
                  <c:v>44679</c:v>
                </c:pt>
                <c:pt idx="1708">
                  <c:v>44680</c:v>
                </c:pt>
                <c:pt idx="1709">
                  <c:v>44683</c:v>
                </c:pt>
                <c:pt idx="1710">
                  <c:v>44685</c:v>
                </c:pt>
                <c:pt idx="1711">
                  <c:v>44686</c:v>
                </c:pt>
                <c:pt idx="1712">
                  <c:v>44687</c:v>
                </c:pt>
                <c:pt idx="1713">
                  <c:v>44690</c:v>
                </c:pt>
                <c:pt idx="1714">
                  <c:v>44691</c:v>
                </c:pt>
                <c:pt idx="1715">
                  <c:v>44692</c:v>
                </c:pt>
                <c:pt idx="1716">
                  <c:v>44693</c:v>
                </c:pt>
                <c:pt idx="1717">
                  <c:v>44694</c:v>
                </c:pt>
                <c:pt idx="1718">
                  <c:v>44698</c:v>
                </c:pt>
                <c:pt idx="1719">
                  <c:v>44699</c:v>
                </c:pt>
                <c:pt idx="1720">
                  <c:v>44700</c:v>
                </c:pt>
                <c:pt idx="1721">
                  <c:v>44701</c:v>
                </c:pt>
                <c:pt idx="1722">
                  <c:v>44704</c:v>
                </c:pt>
                <c:pt idx="1723">
                  <c:v>44705</c:v>
                </c:pt>
                <c:pt idx="1724">
                  <c:v>44706</c:v>
                </c:pt>
                <c:pt idx="1725">
                  <c:v>44707</c:v>
                </c:pt>
                <c:pt idx="1726">
                  <c:v>44708</c:v>
                </c:pt>
                <c:pt idx="1727">
                  <c:v>44712</c:v>
                </c:pt>
                <c:pt idx="1728">
                  <c:v>44713</c:v>
                </c:pt>
                <c:pt idx="1729">
                  <c:v>44714</c:v>
                </c:pt>
                <c:pt idx="1730">
                  <c:v>44715</c:v>
                </c:pt>
                <c:pt idx="1731">
                  <c:v>44718</c:v>
                </c:pt>
                <c:pt idx="1732">
                  <c:v>44719</c:v>
                </c:pt>
                <c:pt idx="1733">
                  <c:v>44720</c:v>
                </c:pt>
                <c:pt idx="1734">
                  <c:v>44721</c:v>
                </c:pt>
                <c:pt idx="1735">
                  <c:v>44722</c:v>
                </c:pt>
                <c:pt idx="1736">
                  <c:v>44725</c:v>
                </c:pt>
                <c:pt idx="1737">
                  <c:v>44726</c:v>
                </c:pt>
                <c:pt idx="1738">
                  <c:v>44727</c:v>
                </c:pt>
                <c:pt idx="1739">
                  <c:v>44728</c:v>
                </c:pt>
                <c:pt idx="1740">
                  <c:v>44729</c:v>
                </c:pt>
                <c:pt idx="1741">
                  <c:v>44733</c:v>
                </c:pt>
                <c:pt idx="1742">
                  <c:v>44734</c:v>
                </c:pt>
                <c:pt idx="1743">
                  <c:v>44735</c:v>
                </c:pt>
                <c:pt idx="1744">
                  <c:v>44736</c:v>
                </c:pt>
                <c:pt idx="1745">
                  <c:v>44739</c:v>
                </c:pt>
                <c:pt idx="1746">
                  <c:v>44740</c:v>
                </c:pt>
                <c:pt idx="1747">
                  <c:v>44741</c:v>
                </c:pt>
                <c:pt idx="1748">
                  <c:v>44742</c:v>
                </c:pt>
                <c:pt idx="1749">
                  <c:v>44743</c:v>
                </c:pt>
                <c:pt idx="1750">
                  <c:v>44747</c:v>
                </c:pt>
                <c:pt idx="1751">
                  <c:v>44748</c:v>
                </c:pt>
                <c:pt idx="1752">
                  <c:v>44749</c:v>
                </c:pt>
                <c:pt idx="1753">
                  <c:v>44750</c:v>
                </c:pt>
                <c:pt idx="1754">
                  <c:v>44753</c:v>
                </c:pt>
                <c:pt idx="1755">
                  <c:v>44754</c:v>
                </c:pt>
                <c:pt idx="1756">
                  <c:v>44755</c:v>
                </c:pt>
                <c:pt idx="1757">
                  <c:v>44756</c:v>
                </c:pt>
                <c:pt idx="1758">
                  <c:v>44757</c:v>
                </c:pt>
                <c:pt idx="1759">
                  <c:v>44760</c:v>
                </c:pt>
                <c:pt idx="1760">
                  <c:v>44761</c:v>
                </c:pt>
                <c:pt idx="1761">
                  <c:v>44762</c:v>
                </c:pt>
                <c:pt idx="1762">
                  <c:v>44763</c:v>
                </c:pt>
                <c:pt idx="1763">
                  <c:v>44764</c:v>
                </c:pt>
                <c:pt idx="1764">
                  <c:v>44767</c:v>
                </c:pt>
                <c:pt idx="1765">
                  <c:v>44768</c:v>
                </c:pt>
                <c:pt idx="1766">
                  <c:v>44769</c:v>
                </c:pt>
                <c:pt idx="1767">
                  <c:v>44770</c:v>
                </c:pt>
                <c:pt idx="1768">
                  <c:v>44771</c:v>
                </c:pt>
                <c:pt idx="1769">
                  <c:v>44774</c:v>
                </c:pt>
                <c:pt idx="1770">
                  <c:v>44775</c:v>
                </c:pt>
                <c:pt idx="1771">
                  <c:v>44776</c:v>
                </c:pt>
                <c:pt idx="1772">
                  <c:v>44777</c:v>
                </c:pt>
                <c:pt idx="1773">
                  <c:v>44778</c:v>
                </c:pt>
                <c:pt idx="1774">
                  <c:v>44781</c:v>
                </c:pt>
                <c:pt idx="1775">
                  <c:v>44783</c:v>
                </c:pt>
                <c:pt idx="1776">
                  <c:v>44784</c:v>
                </c:pt>
                <c:pt idx="1777">
                  <c:v>44785</c:v>
                </c:pt>
                <c:pt idx="1778">
                  <c:v>44790</c:v>
                </c:pt>
                <c:pt idx="1779">
                  <c:v>44791</c:v>
                </c:pt>
                <c:pt idx="1780">
                  <c:v>44792</c:v>
                </c:pt>
                <c:pt idx="1781">
                  <c:v>44795</c:v>
                </c:pt>
                <c:pt idx="1782">
                  <c:v>44796</c:v>
                </c:pt>
                <c:pt idx="1783">
                  <c:v>44797</c:v>
                </c:pt>
                <c:pt idx="1784">
                  <c:v>44798</c:v>
                </c:pt>
                <c:pt idx="1785">
                  <c:v>44799</c:v>
                </c:pt>
                <c:pt idx="1786">
                  <c:v>44802</c:v>
                </c:pt>
                <c:pt idx="1787">
                  <c:v>44803</c:v>
                </c:pt>
                <c:pt idx="1788">
                  <c:v>44805</c:v>
                </c:pt>
                <c:pt idx="1789">
                  <c:v>44806</c:v>
                </c:pt>
                <c:pt idx="1790">
                  <c:v>44810</c:v>
                </c:pt>
                <c:pt idx="1791">
                  <c:v>44811</c:v>
                </c:pt>
                <c:pt idx="1792">
                  <c:v>44812</c:v>
                </c:pt>
                <c:pt idx="1793">
                  <c:v>44813</c:v>
                </c:pt>
                <c:pt idx="1794">
                  <c:v>44816</c:v>
                </c:pt>
                <c:pt idx="1795">
                  <c:v>44817</c:v>
                </c:pt>
                <c:pt idx="1796">
                  <c:v>44818</c:v>
                </c:pt>
                <c:pt idx="1797">
                  <c:v>44819</c:v>
                </c:pt>
                <c:pt idx="1798">
                  <c:v>44820</c:v>
                </c:pt>
                <c:pt idx="1799">
                  <c:v>44823</c:v>
                </c:pt>
                <c:pt idx="1800">
                  <c:v>44824</c:v>
                </c:pt>
                <c:pt idx="1801">
                  <c:v>44825</c:v>
                </c:pt>
                <c:pt idx="1802">
                  <c:v>44826</c:v>
                </c:pt>
                <c:pt idx="1803">
                  <c:v>44827</c:v>
                </c:pt>
                <c:pt idx="1804">
                  <c:v>44830</c:v>
                </c:pt>
                <c:pt idx="1805">
                  <c:v>44831</c:v>
                </c:pt>
                <c:pt idx="1806">
                  <c:v>44832</c:v>
                </c:pt>
                <c:pt idx="1807">
                  <c:v>44833</c:v>
                </c:pt>
                <c:pt idx="1808">
                  <c:v>44834</c:v>
                </c:pt>
                <c:pt idx="1809">
                  <c:v>44837</c:v>
                </c:pt>
                <c:pt idx="1810">
                  <c:v>44838</c:v>
                </c:pt>
                <c:pt idx="1811">
                  <c:v>44840</c:v>
                </c:pt>
                <c:pt idx="1812">
                  <c:v>44841</c:v>
                </c:pt>
                <c:pt idx="1813">
                  <c:v>44845</c:v>
                </c:pt>
                <c:pt idx="1814">
                  <c:v>44846</c:v>
                </c:pt>
                <c:pt idx="1815">
                  <c:v>44847</c:v>
                </c:pt>
                <c:pt idx="1816">
                  <c:v>44848</c:v>
                </c:pt>
                <c:pt idx="1817">
                  <c:v>44851</c:v>
                </c:pt>
                <c:pt idx="1818">
                  <c:v>44852</c:v>
                </c:pt>
                <c:pt idx="1819">
                  <c:v>44853</c:v>
                </c:pt>
                <c:pt idx="1820">
                  <c:v>44854</c:v>
                </c:pt>
                <c:pt idx="1821">
                  <c:v>44855</c:v>
                </c:pt>
                <c:pt idx="1822">
                  <c:v>44859</c:v>
                </c:pt>
                <c:pt idx="1823">
                  <c:v>44861</c:v>
                </c:pt>
                <c:pt idx="1824">
                  <c:v>44862</c:v>
                </c:pt>
                <c:pt idx="1825">
                  <c:v>44865</c:v>
                </c:pt>
                <c:pt idx="1826">
                  <c:v>44866</c:v>
                </c:pt>
                <c:pt idx="1827">
                  <c:v>44867</c:v>
                </c:pt>
                <c:pt idx="1828">
                  <c:v>44868</c:v>
                </c:pt>
                <c:pt idx="1829">
                  <c:v>44869</c:v>
                </c:pt>
                <c:pt idx="1830">
                  <c:v>44872</c:v>
                </c:pt>
                <c:pt idx="1831">
                  <c:v>44874</c:v>
                </c:pt>
                <c:pt idx="1832">
                  <c:v>44875</c:v>
                </c:pt>
                <c:pt idx="1833">
                  <c:v>44879</c:v>
                </c:pt>
                <c:pt idx="1834">
                  <c:v>44880</c:v>
                </c:pt>
                <c:pt idx="1835">
                  <c:v>44881</c:v>
                </c:pt>
                <c:pt idx="1836">
                  <c:v>44882</c:v>
                </c:pt>
                <c:pt idx="1837">
                  <c:v>44883</c:v>
                </c:pt>
                <c:pt idx="1838">
                  <c:v>44886</c:v>
                </c:pt>
                <c:pt idx="1839">
                  <c:v>44887</c:v>
                </c:pt>
                <c:pt idx="1840">
                  <c:v>44888</c:v>
                </c:pt>
                <c:pt idx="1841">
                  <c:v>44890</c:v>
                </c:pt>
                <c:pt idx="1842">
                  <c:v>44893</c:v>
                </c:pt>
                <c:pt idx="1843">
                  <c:v>44894</c:v>
                </c:pt>
                <c:pt idx="1844">
                  <c:v>44895</c:v>
                </c:pt>
                <c:pt idx="1845">
                  <c:v>44896</c:v>
                </c:pt>
                <c:pt idx="1846">
                  <c:v>44897</c:v>
                </c:pt>
                <c:pt idx="1847">
                  <c:v>44900</c:v>
                </c:pt>
                <c:pt idx="1848">
                  <c:v>44901</c:v>
                </c:pt>
                <c:pt idx="1849">
                  <c:v>44902</c:v>
                </c:pt>
                <c:pt idx="1850">
                  <c:v>44903</c:v>
                </c:pt>
                <c:pt idx="1851">
                  <c:v>44904</c:v>
                </c:pt>
                <c:pt idx="1852">
                  <c:v>44907</c:v>
                </c:pt>
                <c:pt idx="1853">
                  <c:v>44908</c:v>
                </c:pt>
                <c:pt idx="1854">
                  <c:v>44909</c:v>
                </c:pt>
                <c:pt idx="1855">
                  <c:v>44910</c:v>
                </c:pt>
                <c:pt idx="1856">
                  <c:v>44911</c:v>
                </c:pt>
                <c:pt idx="1857">
                  <c:v>44914</c:v>
                </c:pt>
                <c:pt idx="1858">
                  <c:v>44915</c:v>
                </c:pt>
                <c:pt idx="1859">
                  <c:v>44916</c:v>
                </c:pt>
                <c:pt idx="1860">
                  <c:v>44917</c:v>
                </c:pt>
                <c:pt idx="1861">
                  <c:v>44918</c:v>
                </c:pt>
                <c:pt idx="1862">
                  <c:v>44922</c:v>
                </c:pt>
                <c:pt idx="1863">
                  <c:v>44923</c:v>
                </c:pt>
                <c:pt idx="1864">
                  <c:v>44924</c:v>
                </c:pt>
                <c:pt idx="1865">
                  <c:v>44925</c:v>
                </c:pt>
                <c:pt idx="1866">
                  <c:v>44929</c:v>
                </c:pt>
                <c:pt idx="1867">
                  <c:v>44930</c:v>
                </c:pt>
                <c:pt idx="1868">
                  <c:v>44931</c:v>
                </c:pt>
                <c:pt idx="1869">
                  <c:v>44932</c:v>
                </c:pt>
                <c:pt idx="1870">
                  <c:v>44935</c:v>
                </c:pt>
                <c:pt idx="1871">
                  <c:v>44936</c:v>
                </c:pt>
                <c:pt idx="1872">
                  <c:v>44937</c:v>
                </c:pt>
                <c:pt idx="1873">
                  <c:v>44938</c:v>
                </c:pt>
                <c:pt idx="1874">
                  <c:v>44939</c:v>
                </c:pt>
                <c:pt idx="1875">
                  <c:v>44943</c:v>
                </c:pt>
                <c:pt idx="1876">
                  <c:v>44944</c:v>
                </c:pt>
                <c:pt idx="1877">
                  <c:v>44945</c:v>
                </c:pt>
                <c:pt idx="1878">
                  <c:v>44946</c:v>
                </c:pt>
                <c:pt idx="1879">
                  <c:v>44949</c:v>
                </c:pt>
                <c:pt idx="1880">
                  <c:v>44950</c:v>
                </c:pt>
                <c:pt idx="1881">
                  <c:v>44951</c:v>
                </c:pt>
                <c:pt idx="1882">
                  <c:v>44953</c:v>
                </c:pt>
                <c:pt idx="1883">
                  <c:v>44956</c:v>
                </c:pt>
                <c:pt idx="1884">
                  <c:v>44957</c:v>
                </c:pt>
                <c:pt idx="1885">
                  <c:v>44958</c:v>
                </c:pt>
                <c:pt idx="1886">
                  <c:v>44959</c:v>
                </c:pt>
                <c:pt idx="1887">
                  <c:v>44960</c:v>
                </c:pt>
                <c:pt idx="1888">
                  <c:v>44963</c:v>
                </c:pt>
                <c:pt idx="1889">
                  <c:v>44964</c:v>
                </c:pt>
                <c:pt idx="1890">
                  <c:v>44965</c:v>
                </c:pt>
                <c:pt idx="1891">
                  <c:v>44966</c:v>
                </c:pt>
                <c:pt idx="1892">
                  <c:v>44967</c:v>
                </c:pt>
                <c:pt idx="1893">
                  <c:v>44970</c:v>
                </c:pt>
                <c:pt idx="1894">
                  <c:v>44971</c:v>
                </c:pt>
                <c:pt idx="1895">
                  <c:v>44972</c:v>
                </c:pt>
                <c:pt idx="1896">
                  <c:v>44973</c:v>
                </c:pt>
                <c:pt idx="1897">
                  <c:v>44974</c:v>
                </c:pt>
                <c:pt idx="1898">
                  <c:v>44978</c:v>
                </c:pt>
                <c:pt idx="1899">
                  <c:v>44979</c:v>
                </c:pt>
                <c:pt idx="1900">
                  <c:v>44980</c:v>
                </c:pt>
                <c:pt idx="1901">
                  <c:v>44981</c:v>
                </c:pt>
                <c:pt idx="1902">
                  <c:v>44984</c:v>
                </c:pt>
                <c:pt idx="1903">
                  <c:v>44985</c:v>
                </c:pt>
                <c:pt idx="1904">
                  <c:v>44986</c:v>
                </c:pt>
                <c:pt idx="1905">
                  <c:v>44987</c:v>
                </c:pt>
                <c:pt idx="1906">
                  <c:v>44988</c:v>
                </c:pt>
                <c:pt idx="1907">
                  <c:v>44991</c:v>
                </c:pt>
                <c:pt idx="1908">
                  <c:v>44993</c:v>
                </c:pt>
                <c:pt idx="1909">
                  <c:v>44994</c:v>
                </c:pt>
                <c:pt idx="1910">
                  <c:v>44995</c:v>
                </c:pt>
                <c:pt idx="1911">
                  <c:v>44998</c:v>
                </c:pt>
                <c:pt idx="1912">
                  <c:v>44999</c:v>
                </c:pt>
                <c:pt idx="1913">
                  <c:v>45000</c:v>
                </c:pt>
                <c:pt idx="1914">
                  <c:v>45001</c:v>
                </c:pt>
                <c:pt idx="1915">
                  <c:v>45002</c:v>
                </c:pt>
                <c:pt idx="1916">
                  <c:v>45005</c:v>
                </c:pt>
                <c:pt idx="1917">
                  <c:v>45006</c:v>
                </c:pt>
                <c:pt idx="1918">
                  <c:v>45008</c:v>
                </c:pt>
                <c:pt idx="1919">
                  <c:v>45009</c:v>
                </c:pt>
                <c:pt idx="1920">
                  <c:v>45012</c:v>
                </c:pt>
                <c:pt idx="1921">
                  <c:v>45013</c:v>
                </c:pt>
                <c:pt idx="1922">
                  <c:v>45014</c:v>
                </c:pt>
                <c:pt idx="1923">
                  <c:v>45016</c:v>
                </c:pt>
                <c:pt idx="1924">
                  <c:v>45019</c:v>
                </c:pt>
                <c:pt idx="1925">
                  <c:v>45021</c:v>
                </c:pt>
                <c:pt idx="1926">
                  <c:v>45022</c:v>
                </c:pt>
                <c:pt idx="1927">
                  <c:v>45026</c:v>
                </c:pt>
                <c:pt idx="1928">
                  <c:v>45027</c:v>
                </c:pt>
                <c:pt idx="1929">
                  <c:v>45028</c:v>
                </c:pt>
                <c:pt idx="1930">
                  <c:v>45029</c:v>
                </c:pt>
                <c:pt idx="1931">
                  <c:v>45033</c:v>
                </c:pt>
                <c:pt idx="1932">
                  <c:v>45034</c:v>
                </c:pt>
                <c:pt idx="1933">
                  <c:v>45035</c:v>
                </c:pt>
                <c:pt idx="1934">
                  <c:v>45036</c:v>
                </c:pt>
                <c:pt idx="1935">
                  <c:v>45037</c:v>
                </c:pt>
                <c:pt idx="1936">
                  <c:v>45040</c:v>
                </c:pt>
                <c:pt idx="1937">
                  <c:v>45041</c:v>
                </c:pt>
                <c:pt idx="1938">
                  <c:v>45042</c:v>
                </c:pt>
                <c:pt idx="1939">
                  <c:v>45043</c:v>
                </c:pt>
                <c:pt idx="1940">
                  <c:v>45044</c:v>
                </c:pt>
                <c:pt idx="1941">
                  <c:v>45048</c:v>
                </c:pt>
                <c:pt idx="1942">
                  <c:v>45049</c:v>
                </c:pt>
                <c:pt idx="1943">
                  <c:v>45050</c:v>
                </c:pt>
                <c:pt idx="1944">
                  <c:v>45054</c:v>
                </c:pt>
                <c:pt idx="1945">
                  <c:v>45055</c:v>
                </c:pt>
                <c:pt idx="1946">
                  <c:v>45056</c:v>
                </c:pt>
                <c:pt idx="1947">
                  <c:v>45057</c:v>
                </c:pt>
                <c:pt idx="1948">
                  <c:v>45058</c:v>
                </c:pt>
                <c:pt idx="1949">
                  <c:v>45061</c:v>
                </c:pt>
                <c:pt idx="1950">
                  <c:v>45062</c:v>
                </c:pt>
                <c:pt idx="1951">
                  <c:v>45063</c:v>
                </c:pt>
                <c:pt idx="1952">
                  <c:v>45064</c:v>
                </c:pt>
                <c:pt idx="1953">
                  <c:v>45065</c:v>
                </c:pt>
                <c:pt idx="1954">
                  <c:v>45068</c:v>
                </c:pt>
                <c:pt idx="1955">
                  <c:v>45069</c:v>
                </c:pt>
                <c:pt idx="1956">
                  <c:v>45070</c:v>
                </c:pt>
                <c:pt idx="1957">
                  <c:v>45071</c:v>
                </c:pt>
                <c:pt idx="1958">
                  <c:v>45072</c:v>
                </c:pt>
                <c:pt idx="1959">
                  <c:v>45076</c:v>
                </c:pt>
                <c:pt idx="1960">
                  <c:v>45077</c:v>
                </c:pt>
                <c:pt idx="1961">
                  <c:v>45078</c:v>
                </c:pt>
                <c:pt idx="1962">
                  <c:v>45079</c:v>
                </c:pt>
                <c:pt idx="1963">
                  <c:v>45082</c:v>
                </c:pt>
                <c:pt idx="1964">
                  <c:v>45083</c:v>
                </c:pt>
                <c:pt idx="1965">
                  <c:v>45084</c:v>
                </c:pt>
                <c:pt idx="1966">
                  <c:v>45085</c:v>
                </c:pt>
                <c:pt idx="1967">
                  <c:v>45086</c:v>
                </c:pt>
                <c:pt idx="1968">
                  <c:v>45089</c:v>
                </c:pt>
                <c:pt idx="1969">
                  <c:v>45090</c:v>
                </c:pt>
                <c:pt idx="1970">
                  <c:v>45091</c:v>
                </c:pt>
                <c:pt idx="1971">
                  <c:v>45092</c:v>
                </c:pt>
                <c:pt idx="1972">
                  <c:v>45093</c:v>
                </c:pt>
                <c:pt idx="1973">
                  <c:v>45097</c:v>
                </c:pt>
                <c:pt idx="1974">
                  <c:v>45098</c:v>
                </c:pt>
                <c:pt idx="1975">
                  <c:v>45099</c:v>
                </c:pt>
                <c:pt idx="1976">
                  <c:v>45100</c:v>
                </c:pt>
                <c:pt idx="1977">
                  <c:v>45103</c:v>
                </c:pt>
                <c:pt idx="1978">
                  <c:v>45104</c:v>
                </c:pt>
                <c:pt idx="1979">
                  <c:v>45105</c:v>
                </c:pt>
                <c:pt idx="1980">
                  <c:v>45107</c:v>
                </c:pt>
                <c:pt idx="1981">
                  <c:v>45110</c:v>
                </c:pt>
                <c:pt idx="1982">
                  <c:v>45112</c:v>
                </c:pt>
                <c:pt idx="1983">
                  <c:v>45113</c:v>
                </c:pt>
                <c:pt idx="1984">
                  <c:v>45114</c:v>
                </c:pt>
                <c:pt idx="1985">
                  <c:v>45117</c:v>
                </c:pt>
                <c:pt idx="1986">
                  <c:v>45118</c:v>
                </c:pt>
                <c:pt idx="1987">
                  <c:v>45119</c:v>
                </c:pt>
                <c:pt idx="1988">
                  <c:v>45120</c:v>
                </c:pt>
                <c:pt idx="1989">
                  <c:v>45121</c:v>
                </c:pt>
                <c:pt idx="1990">
                  <c:v>45124</c:v>
                </c:pt>
                <c:pt idx="1991">
                  <c:v>45125</c:v>
                </c:pt>
                <c:pt idx="1992">
                  <c:v>45126</c:v>
                </c:pt>
                <c:pt idx="1993">
                  <c:v>45127</c:v>
                </c:pt>
                <c:pt idx="1994">
                  <c:v>45128</c:v>
                </c:pt>
                <c:pt idx="1995">
                  <c:v>45131</c:v>
                </c:pt>
                <c:pt idx="1996">
                  <c:v>45132</c:v>
                </c:pt>
                <c:pt idx="1997">
                  <c:v>45133</c:v>
                </c:pt>
                <c:pt idx="1998">
                  <c:v>45134</c:v>
                </c:pt>
                <c:pt idx="1999">
                  <c:v>45135</c:v>
                </c:pt>
                <c:pt idx="2000">
                  <c:v>45138</c:v>
                </c:pt>
                <c:pt idx="2001">
                  <c:v>45139</c:v>
                </c:pt>
                <c:pt idx="2002">
                  <c:v>45140</c:v>
                </c:pt>
                <c:pt idx="2003">
                  <c:v>45141</c:v>
                </c:pt>
                <c:pt idx="2004">
                  <c:v>45142</c:v>
                </c:pt>
                <c:pt idx="2005">
                  <c:v>45145</c:v>
                </c:pt>
                <c:pt idx="2006">
                  <c:v>45146</c:v>
                </c:pt>
                <c:pt idx="2007">
                  <c:v>45147</c:v>
                </c:pt>
                <c:pt idx="2008">
                  <c:v>45148</c:v>
                </c:pt>
                <c:pt idx="2009">
                  <c:v>45149</c:v>
                </c:pt>
                <c:pt idx="2010">
                  <c:v>45152</c:v>
                </c:pt>
                <c:pt idx="2011">
                  <c:v>45155</c:v>
                </c:pt>
                <c:pt idx="2012">
                  <c:v>45156</c:v>
                </c:pt>
                <c:pt idx="2013">
                  <c:v>45159</c:v>
                </c:pt>
                <c:pt idx="2014">
                  <c:v>45160</c:v>
                </c:pt>
                <c:pt idx="2015">
                  <c:v>45161</c:v>
                </c:pt>
                <c:pt idx="2016">
                  <c:v>45162</c:v>
                </c:pt>
                <c:pt idx="2017">
                  <c:v>45163</c:v>
                </c:pt>
                <c:pt idx="2018">
                  <c:v>45166</c:v>
                </c:pt>
                <c:pt idx="2019">
                  <c:v>45167</c:v>
                </c:pt>
                <c:pt idx="2020">
                  <c:v>45168</c:v>
                </c:pt>
                <c:pt idx="2021">
                  <c:v>45169</c:v>
                </c:pt>
                <c:pt idx="2022">
                  <c:v>45170</c:v>
                </c:pt>
                <c:pt idx="2023">
                  <c:v>45174</c:v>
                </c:pt>
                <c:pt idx="2024">
                  <c:v>45175</c:v>
                </c:pt>
                <c:pt idx="2025">
                  <c:v>45176</c:v>
                </c:pt>
                <c:pt idx="2026">
                  <c:v>45177</c:v>
                </c:pt>
                <c:pt idx="2027">
                  <c:v>45180</c:v>
                </c:pt>
                <c:pt idx="2028">
                  <c:v>45181</c:v>
                </c:pt>
                <c:pt idx="2029">
                  <c:v>45182</c:v>
                </c:pt>
                <c:pt idx="2030">
                  <c:v>45183</c:v>
                </c:pt>
                <c:pt idx="2031">
                  <c:v>45184</c:v>
                </c:pt>
                <c:pt idx="2032">
                  <c:v>45187</c:v>
                </c:pt>
                <c:pt idx="2033">
                  <c:v>45189</c:v>
                </c:pt>
                <c:pt idx="2034">
                  <c:v>45190</c:v>
                </c:pt>
                <c:pt idx="2035">
                  <c:v>45191</c:v>
                </c:pt>
                <c:pt idx="2036">
                  <c:v>45194</c:v>
                </c:pt>
                <c:pt idx="2037">
                  <c:v>45195</c:v>
                </c:pt>
                <c:pt idx="2038">
                  <c:v>45196</c:v>
                </c:pt>
                <c:pt idx="2039">
                  <c:v>45197</c:v>
                </c:pt>
                <c:pt idx="2040">
                  <c:v>45198</c:v>
                </c:pt>
                <c:pt idx="2041">
                  <c:v>45202</c:v>
                </c:pt>
                <c:pt idx="2042">
                  <c:v>45203</c:v>
                </c:pt>
                <c:pt idx="2043">
                  <c:v>45204</c:v>
                </c:pt>
                <c:pt idx="2044">
                  <c:v>45205</c:v>
                </c:pt>
                <c:pt idx="2045">
                  <c:v>45209</c:v>
                </c:pt>
                <c:pt idx="2046">
                  <c:v>45210</c:v>
                </c:pt>
                <c:pt idx="2047">
                  <c:v>45211</c:v>
                </c:pt>
                <c:pt idx="2048">
                  <c:v>45212</c:v>
                </c:pt>
                <c:pt idx="2049">
                  <c:v>45215</c:v>
                </c:pt>
                <c:pt idx="2050">
                  <c:v>45216</c:v>
                </c:pt>
                <c:pt idx="2051">
                  <c:v>45217</c:v>
                </c:pt>
                <c:pt idx="2052">
                  <c:v>45218</c:v>
                </c:pt>
                <c:pt idx="2053">
                  <c:v>45219</c:v>
                </c:pt>
                <c:pt idx="2054">
                  <c:v>45222</c:v>
                </c:pt>
                <c:pt idx="2055">
                  <c:v>45224</c:v>
                </c:pt>
                <c:pt idx="2056">
                  <c:v>45225</c:v>
                </c:pt>
                <c:pt idx="2057">
                  <c:v>45226</c:v>
                </c:pt>
                <c:pt idx="2058">
                  <c:v>45229</c:v>
                </c:pt>
                <c:pt idx="2059">
                  <c:v>45230</c:v>
                </c:pt>
                <c:pt idx="2060">
                  <c:v>45231</c:v>
                </c:pt>
                <c:pt idx="2061">
                  <c:v>45232</c:v>
                </c:pt>
                <c:pt idx="2062">
                  <c:v>45233</c:v>
                </c:pt>
                <c:pt idx="2063">
                  <c:v>45236</c:v>
                </c:pt>
                <c:pt idx="2064">
                  <c:v>45237</c:v>
                </c:pt>
                <c:pt idx="2065">
                  <c:v>45238</c:v>
                </c:pt>
                <c:pt idx="2066">
                  <c:v>45239</c:v>
                </c:pt>
                <c:pt idx="2067">
                  <c:v>45240</c:v>
                </c:pt>
                <c:pt idx="2068">
                  <c:v>45243</c:v>
                </c:pt>
                <c:pt idx="2069">
                  <c:v>45245</c:v>
                </c:pt>
                <c:pt idx="2070">
                  <c:v>45246</c:v>
                </c:pt>
                <c:pt idx="2071">
                  <c:v>45247</c:v>
                </c:pt>
                <c:pt idx="2072">
                  <c:v>45250</c:v>
                </c:pt>
                <c:pt idx="2073">
                  <c:v>45251</c:v>
                </c:pt>
                <c:pt idx="2074">
                  <c:v>45252</c:v>
                </c:pt>
                <c:pt idx="2075">
                  <c:v>45254</c:v>
                </c:pt>
                <c:pt idx="2076">
                  <c:v>45258</c:v>
                </c:pt>
                <c:pt idx="2077">
                  <c:v>45259</c:v>
                </c:pt>
                <c:pt idx="2078">
                  <c:v>45260</c:v>
                </c:pt>
                <c:pt idx="2079">
                  <c:v>45261</c:v>
                </c:pt>
                <c:pt idx="2080">
                  <c:v>45264</c:v>
                </c:pt>
                <c:pt idx="2081">
                  <c:v>45265</c:v>
                </c:pt>
                <c:pt idx="2082">
                  <c:v>45266</c:v>
                </c:pt>
                <c:pt idx="2083">
                  <c:v>45267</c:v>
                </c:pt>
                <c:pt idx="2084">
                  <c:v>45268</c:v>
                </c:pt>
                <c:pt idx="2085">
                  <c:v>45271</c:v>
                </c:pt>
                <c:pt idx="2086">
                  <c:v>45272</c:v>
                </c:pt>
                <c:pt idx="2087">
                  <c:v>45273</c:v>
                </c:pt>
                <c:pt idx="2088">
                  <c:v>45274</c:v>
                </c:pt>
                <c:pt idx="2089">
                  <c:v>45275</c:v>
                </c:pt>
                <c:pt idx="2090">
                  <c:v>45278</c:v>
                </c:pt>
                <c:pt idx="2091">
                  <c:v>45279</c:v>
                </c:pt>
                <c:pt idx="2092">
                  <c:v>45280</c:v>
                </c:pt>
                <c:pt idx="2093">
                  <c:v>45281</c:v>
                </c:pt>
                <c:pt idx="2094">
                  <c:v>45282</c:v>
                </c:pt>
                <c:pt idx="2095">
                  <c:v>45286</c:v>
                </c:pt>
                <c:pt idx="2096">
                  <c:v>45287</c:v>
                </c:pt>
                <c:pt idx="2097">
                  <c:v>45288</c:v>
                </c:pt>
                <c:pt idx="2098">
                  <c:v>45289</c:v>
                </c:pt>
                <c:pt idx="2099">
                  <c:v>45293</c:v>
                </c:pt>
                <c:pt idx="2100">
                  <c:v>45294</c:v>
                </c:pt>
                <c:pt idx="2101">
                  <c:v>45295</c:v>
                </c:pt>
                <c:pt idx="2102">
                  <c:v>45296</c:v>
                </c:pt>
                <c:pt idx="2103">
                  <c:v>45299</c:v>
                </c:pt>
                <c:pt idx="2104">
                  <c:v>45300</c:v>
                </c:pt>
                <c:pt idx="2105">
                  <c:v>45301</c:v>
                </c:pt>
                <c:pt idx="2106">
                  <c:v>45302</c:v>
                </c:pt>
                <c:pt idx="2107">
                  <c:v>45303</c:v>
                </c:pt>
                <c:pt idx="2108">
                  <c:v>45307</c:v>
                </c:pt>
                <c:pt idx="2109">
                  <c:v>45308</c:v>
                </c:pt>
                <c:pt idx="2110">
                  <c:v>45309</c:v>
                </c:pt>
                <c:pt idx="2111">
                  <c:v>45310</c:v>
                </c:pt>
                <c:pt idx="2112">
                  <c:v>45314</c:v>
                </c:pt>
                <c:pt idx="2113">
                  <c:v>45315</c:v>
                </c:pt>
                <c:pt idx="2114">
                  <c:v>45316</c:v>
                </c:pt>
                <c:pt idx="2115">
                  <c:v>45320</c:v>
                </c:pt>
                <c:pt idx="2116">
                  <c:v>45321</c:v>
                </c:pt>
                <c:pt idx="2117">
                  <c:v>45322</c:v>
                </c:pt>
                <c:pt idx="2118">
                  <c:v>45323</c:v>
                </c:pt>
                <c:pt idx="2119">
                  <c:v>45324</c:v>
                </c:pt>
                <c:pt idx="2120">
                  <c:v>45327</c:v>
                </c:pt>
                <c:pt idx="2121">
                  <c:v>45328</c:v>
                </c:pt>
                <c:pt idx="2122">
                  <c:v>45329</c:v>
                </c:pt>
                <c:pt idx="2123">
                  <c:v>45330</c:v>
                </c:pt>
                <c:pt idx="2124">
                  <c:v>45331</c:v>
                </c:pt>
                <c:pt idx="2125">
                  <c:v>45334</c:v>
                </c:pt>
                <c:pt idx="2126">
                  <c:v>45335</c:v>
                </c:pt>
                <c:pt idx="2127">
                  <c:v>45336</c:v>
                </c:pt>
                <c:pt idx="2128">
                  <c:v>45337</c:v>
                </c:pt>
                <c:pt idx="2129">
                  <c:v>45338</c:v>
                </c:pt>
                <c:pt idx="2130">
                  <c:v>45342</c:v>
                </c:pt>
                <c:pt idx="2131">
                  <c:v>45343</c:v>
                </c:pt>
                <c:pt idx="2132">
                  <c:v>45344</c:v>
                </c:pt>
                <c:pt idx="2133">
                  <c:v>45345</c:v>
                </c:pt>
                <c:pt idx="2134">
                  <c:v>45348</c:v>
                </c:pt>
                <c:pt idx="2135">
                  <c:v>45349</c:v>
                </c:pt>
                <c:pt idx="2136">
                  <c:v>45350</c:v>
                </c:pt>
                <c:pt idx="2137">
                  <c:v>45351</c:v>
                </c:pt>
                <c:pt idx="2138">
                  <c:v>45352</c:v>
                </c:pt>
                <c:pt idx="2139">
                  <c:v>45355</c:v>
                </c:pt>
                <c:pt idx="2140">
                  <c:v>45356</c:v>
                </c:pt>
                <c:pt idx="2141">
                  <c:v>45357</c:v>
                </c:pt>
                <c:pt idx="2142">
                  <c:v>45358</c:v>
                </c:pt>
                <c:pt idx="2143">
                  <c:v>45362</c:v>
                </c:pt>
                <c:pt idx="2144">
                  <c:v>45363</c:v>
                </c:pt>
                <c:pt idx="2145">
                  <c:v>45364</c:v>
                </c:pt>
                <c:pt idx="2146">
                  <c:v>45365</c:v>
                </c:pt>
                <c:pt idx="2147">
                  <c:v>45366</c:v>
                </c:pt>
                <c:pt idx="2148">
                  <c:v>45369</c:v>
                </c:pt>
                <c:pt idx="2149">
                  <c:v>45370</c:v>
                </c:pt>
                <c:pt idx="2150">
                  <c:v>45371</c:v>
                </c:pt>
                <c:pt idx="2151">
                  <c:v>45372</c:v>
                </c:pt>
                <c:pt idx="2152">
                  <c:v>45373</c:v>
                </c:pt>
                <c:pt idx="2153">
                  <c:v>45377</c:v>
                </c:pt>
                <c:pt idx="2154">
                  <c:v>45378</c:v>
                </c:pt>
                <c:pt idx="2155">
                  <c:v>45379</c:v>
                </c:pt>
                <c:pt idx="2156">
                  <c:v>45384</c:v>
                </c:pt>
                <c:pt idx="2157">
                  <c:v>45385</c:v>
                </c:pt>
                <c:pt idx="2158">
                  <c:v>45386</c:v>
                </c:pt>
                <c:pt idx="2159">
                  <c:v>45387</c:v>
                </c:pt>
                <c:pt idx="2160">
                  <c:v>45390</c:v>
                </c:pt>
                <c:pt idx="2161">
                  <c:v>45392</c:v>
                </c:pt>
                <c:pt idx="2162">
                  <c:v>45394</c:v>
                </c:pt>
                <c:pt idx="2163">
                  <c:v>45397</c:v>
                </c:pt>
                <c:pt idx="2164">
                  <c:v>45398</c:v>
                </c:pt>
                <c:pt idx="2165">
                  <c:v>45400</c:v>
                </c:pt>
                <c:pt idx="2166">
                  <c:v>45401</c:v>
                </c:pt>
                <c:pt idx="2167">
                  <c:v>45404</c:v>
                </c:pt>
                <c:pt idx="2168">
                  <c:v>45405</c:v>
                </c:pt>
                <c:pt idx="2169">
                  <c:v>45406</c:v>
                </c:pt>
                <c:pt idx="2170">
                  <c:v>45407</c:v>
                </c:pt>
                <c:pt idx="2171">
                  <c:v>45408</c:v>
                </c:pt>
                <c:pt idx="2172">
                  <c:v>45411</c:v>
                </c:pt>
                <c:pt idx="2173">
                  <c:v>45412</c:v>
                </c:pt>
                <c:pt idx="2174">
                  <c:v>45414</c:v>
                </c:pt>
                <c:pt idx="2175">
                  <c:v>45415</c:v>
                </c:pt>
                <c:pt idx="2176">
                  <c:v>45418</c:v>
                </c:pt>
                <c:pt idx="2177">
                  <c:v>45419</c:v>
                </c:pt>
                <c:pt idx="2178">
                  <c:v>45420</c:v>
                </c:pt>
                <c:pt idx="2179">
                  <c:v>45421</c:v>
                </c:pt>
                <c:pt idx="2180">
                  <c:v>45422</c:v>
                </c:pt>
                <c:pt idx="2181">
                  <c:v>45425</c:v>
                </c:pt>
                <c:pt idx="2182">
                  <c:v>45426</c:v>
                </c:pt>
                <c:pt idx="2183">
                  <c:v>45427</c:v>
                </c:pt>
                <c:pt idx="2184">
                  <c:v>45428</c:v>
                </c:pt>
                <c:pt idx="2185">
                  <c:v>45429</c:v>
                </c:pt>
                <c:pt idx="2186">
                  <c:v>45433</c:v>
                </c:pt>
                <c:pt idx="2187">
                  <c:v>45434</c:v>
                </c:pt>
                <c:pt idx="2188">
                  <c:v>45436</c:v>
                </c:pt>
                <c:pt idx="2189">
                  <c:v>45440</c:v>
                </c:pt>
                <c:pt idx="2190">
                  <c:v>45441</c:v>
                </c:pt>
                <c:pt idx="2191">
                  <c:v>45442</c:v>
                </c:pt>
                <c:pt idx="2192">
                  <c:v>45443</c:v>
                </c:pt>
                <c:pt idx="2193">
                  <c:v>45446</c:v>
                </c:pt>
                <c:pt idx="2194">
                  <c:v>45447</c:v>
                </c:pt>
                <c:pt idx="2195">
                  <c:v>45448</c:v>
                </c:pt>
                <c:pt idx="2196">
                  <c:v>45449</c:v>
                </c:pt>
                <c:pt idx="2197">
                  <c:v>45450</c:v>
                </c:pt>
                <c:pt idx="2198">
                  <c:v>45453</c:v>
                </c:pt>
                <c:pt idx="2199">
                  <c:v>45454</c:v>
                </c:pt>
                <c:pt idx="2200">
                  <c:v>45455</c:v>
                </c:pt>
                <c:pt idx="2201">
                  <c:v>45456</c:v>
                </c:pt>
                <c:pt idx="2202">
                  <c:v>45457</c:v>
                </c:pt>
                <c:pt idx="2203">
                  <c:v>45461</c:v>
                </c:pt>
                <c:pt idx="2204">
                  <c:v>45463</c:v>
                </c:pt>
                <c:pt idx="2205">
                  <c:v>45464</c:v>
                </c:pt>
                <c:pt idx="2206">
                  <c:v>45467</c:v>
                </c:pt>
                <c:pt idx="2207">
                  <c:v>45468</c:v>
                </c:pt>
                <c:pt idx="2208">
                  <c:v>45469</c:v>
                </c:pt>
                <c:pt idx="2209">
                  <c:v>45470</c:v>
                </c:pt>
                <c:pt idx="2210">
                  <c:v>45471</c:v>
                </c:pt>
                <c:pt idx="2211">
                  <c:v>45474</c:v>
                </c:pt>
                <c:pt idx="2212">
                  <c:v>45475</c:v>
                </c:pt>
                <c:pt idx="2213">
                  <c:v>45476</c:v>
                </c:pt>
                <c:pt idx="2214">
                  <c:v>45478</c:v>
                </c:pt>
                <c:pt idx="2215">
                  <c:v>45481</c:v>
                </c:pt>
                <c:pt idx="2216">
                  <c:v>45482</c:v>
                </c:pt>
                <c:pt idx="2217">
                  <c:v>45483</c:v>
                </c:pt>
                <c:pt idx="2218">
                  <c:v>45484</c:v>
                </c:pt>
                <c:pt idx="2219">
                  <c:v>45485</c:v>
                </c:pt>
                <c:pt idx="2220">
                  <c:v>45488</c:v>
                </c:pt>
                <c:pt idx="2221">
                  <c:v>45489</c:v>
                </c:pt>
                <c:pt idx="2222">
                  <c:v>45491</c:v>
                </c:pt>
                <c:pt idx="2223">
                  <c:v>45492</c:v>
                </c:pt>
                <c:pt idx="2224">
                  <c:v>45495</c:v>
                </c:pt>
                <c:pt idx="2225">
                  <c:v>45496</c:v>
                </c:pt>
                <c:pt idx="2226">
                  <c:v>45497</c:v>
                </c:pt>
                <c:pt idx="2227">
                  <c:v>45498</c:v>
                </c:pt>
                <c:pt idx="2228">
                  <c:v>45499</c:v>
                </c:pt>
                <c:pt idx="2229">
                  <c:v>45502</c:v>
                </c:pt>
                <c:pt idx="2230">
                  <c:v>45503</c:v>
                </c:pt>
                <c:pt idx="2231">
                  <c:v>45504</c:v>
                </c:pt>
                <c:pt idx="2232">
                  <c:v>45505</c:v>
                </c:pt>
                <c:pt idx="2233">
                  <c:v>45506</c:v>
                </c:pt>
                <c:pt idx="2234">
                  <c:v>45509</c:v>
                </c:pt>
                <c:pt idx="2235">
                  <c:v>45510</c:v>
                </c:pt>
                <c:pt idx="2236">
                  <c:v>45511</c:v>
                </c:pt>
                <c:pt idx="2237">
                  <c:v>45512</c:v>
                </c:pt>
                <c:pt idx="2238">
                  <c:v>45513</c:v>
                </c:pt>
                <c:pt idx="2239">
                  <c:v>45516</c:v>
                </c:pt>
                <c:pt idx="2240">
                  <c:v>45517</c:v>
                </c:pt>
                <c:pt idx="2241">
                  <c:v>45518</c:v>
                </c:pt>
                <c:pt idx="2242">
                  <c:v>45520</c:v>
                </c:pt>
                <c:pt idx="2243">
                  <c:v>45523</c:v>
                </c:pt>
                <c:pt idx="2244">
                  <c:v>45524</c:v>
                </c:pt>
                <c:pt idx="2245">
                  <c:v>45525</c:v>
                </c:pt>
                <c:pt idx="2246">
                  <c:v>45526</c:v>
                </c:pt>
                <c:pt idx="2247">
                  <c:v>45527</c:v>
                </c:pt>
                <c:pt idx="2248">
                  <c:v>45530</c:v>
                </c:pt>
                <c:pt idx="2249">
                  <c:v>45531</c:v>
                </c:pt>
                <c:pt idx="2250">
                  <c:v>45532</c:v>
                </c:pt>
                <c:pt idx="2251">
                  <c:v>45533</c:v>
                </c:pt>
                <c:pt idx="2252">
                  <c:v>45534</c:v>
                </c:pt>
                <c:pt idx="2253">
                  <c:v>45538</c:v>
                </c:pt>
                <c:pt idx="2254">
                  <c:v>45539</c:v>
                </c:pt>
                <c:pt idx="2255">
                  <c:v>45540</c:v>
                </c:pt>
                <c:pt idx="2256">
                  <c:v>45541</c:v>
                </c:pt>
                <c:pt idx="2257">
                  <c:v>45544</c:v>
                </c:pt>
                <c:pt idx="2258">
                  <c:v>45545</c:v>
                </c:pt>
                <c:pt idx="2259">
                  <c:v>45546</c:v>
                </c:pt>
                <c:pt idx="2260">
                  <c:v>45547</c:v>
                </c:pt>
                <c:pt idx="2261">
                  <c:v>45548</c:v>
                </c:pt>
                <c:pt idx="2262">
                  <c:v>45551</c:v>
                </c:pt>
                <c:pt idx="2263">
                  <c:v>45552</c:v>
                </c:pt>
                <c:pt idx="2264">
                  <c:v>45554</c:v>
                </c:pt>
                <c:pt idx="2265">
                  <c:v>45555</c:v>
                </c:pt>
                <c:pt idx="2266">
                  <c:v>45558</c:v>
                </c:pt>
                <c:pt idx="2267">
                  <c:v>45559</c:v>
                </c:pt>
                <c:pt idx="2268">
                  <c:v>45560</c:v>
                </c:pt>
                <c:pt idx="2269">
                  <c:v>45561</c:v>
                </c:pt>
                <c:pt idx="2270">
                  <c:v>45562</c:v>
                </c:pt>
                <c:pt idx="2271">
                  <c:v>45565</c:v>
                </c:pt>
                <c:pt idx="2272">
                  <c:v>45566</c:v>
                </c:pt>
                <c:pt idx="2273">
                  <c:v>45568</c:v>
                </c:pt>
                <c:pt idx="2274">
                  <c:v>45569</c:v>
                </c:pt>
                <c:pt idx="2275">
                  <c:v>45572</c:v>
                </c:pt>
                <c:pt idx="2276">
                  <c:v>45573</c:v>
                </c:pt>
                <c:pt idx="2277">
                  <c:v>45574</c:v>
                </c:pt>
                <c:pt idx="2278">
                  <c:v>45575</c:v>
                </c:pt>
                <c:pt idx="2279">
                  <c:v>45576</c:v>
                </c:pt>
                <c:pt idx="2280">
                  <c:v>45580</c:v>
                </c:pt>
                <c:pt idx="2281">
                  <c:v>45581</c:v>
                </c:pt>
                <c:pt idx="2282">
                  <c:v>45582</c:v>
                </c:pt>
                <c:pt idx="2283">
                  <c:v>45583</c:v>
                </c:pt>
                <c:pt idx="2284">
                  <c:v>45586</c:v>
                </c:pt>
                <c:pt idx="2285">
                  <c:v>45587</c:v>
                </c:pt>
                <c:pt idx="2286">
                  <c:v>45588</c:v>
                </c:pt>
                <c:pt idx="2287">
                  <c:v>45589</c:v>
                </c:pt>
                <c:pt idx="2288">
                  <c:v>45590</c:v>
                </c:pt>
                <c:pt idx="2289">
                  <c:v>45593</c:v>
                </c:pt>
                <c:pt idx="2290">
                  <c:v>45594</c:v>
                </c:pt>
                <c:pt idx="2291">
                  <c:v>45595</c:v>
                </c:pt>
                <c:pt idx="2292">
                  <c:v>45596</c:v>
                </c:pt>
                <c:pt idx="2293">
                  <c:v>45600</c:v>
                </c:pt>
                <c:pt idx="2294">
                  <c:v>45601</c:v>
                </c:pt>
                <c:pt idx="2295">
                  <c:v>45602</c:v>
                </c:pt>
                <c:pt idx="2296">
                  <c:v>45603</c:v>
                </c:pt>
                <c:pt idx="2297">
                  <c:v>45604</c:v>
                </c:pt>
                <c:pt idx="2298">
                  <c:v>45608</c:v>
                </c:pt>
                <c:pt idx="2299">
                  <c:v>45609</c:v>
                </c:pt>
                <c:pt idx="2300">
                  <c:v>45610</c:v>
                </c:pt>
                <c:pt idx="2301">
                  <c:v>45614</c:v>
                </c:pt>
                <c:pt idx="2302">
                  <c:v>45615</c:v>
                </c:pt>
                <c:pt idx="2303">
                  <c:v>45617</c:v>
                </c:pt>
                <c:pt idx="2304">
                  <c:v>45618</c:v>
                </c:pt>
                <c:pt idx="2305">
                  <c:v>45621</c:v>
                </c:pt>
                <c:pt idx="2306">
                  <c:v>45622</c:v>
                </c:pt>
                <c:pt idx="2307">
                  <c:v>45623</c:v>
                </c:pt>
                <c:pt idx="2308">
                  <c:v>45625</c:v>
                </c:pt>
                <c:pt idx="2309">
                  <c:v>45628</c:v>
                </c:pt>
                <c:pt idx="2310">
                  <c:v>45629</c:v>
                </c:pt>
                <c:pt idx="2311">
                  <c:v>45630</c:v>
                </c:pt>
                <c:pt idx="2312">
                  <c:v>45631</c:v>
                </c:pt>
                <c:pt idx="2313">
                  <c:v>45632</c:v>
                </c:pt>
                <c:pt idx="2314">
                  <c:v>45635</c:v>
                </c:pt>
                <c:pt idx="2315">
                  <c:v>45636</c:v>
                </c:pt>
                <c:pt idx="2316">
                  <c:v>45637</c:v>
                </c:pt>
                <c:pt idx="2317">
                  <c:v>45638</c:v>
                </c:pt>
                <c:pt idx="2318">
                  <c:v>45639</c:v>
                </c:pt>
                <c:pt idx="2319">
                  <c:v>45642</c:v>
                </c:pt>
                <c:pt idx="2320">
                  <c:v>45643</c:v>
                </c:pt>
                <c:pt idx="2321">
                  <c:v>45644</c:v>
                </c:pt>
                <c:pt idx="2322">
                  <c:v>45645</c:v>
                </c:pt>
                <c:pt idx="2323">
                  <c:v>45646</c:v>
                </c:pt>
                <c:pt idx="2324">
                  <c:v>45649</c:v>
                </c:pt>
                <c:pt idx="2325">
                  <c:v>45650</c:v>
                </c:pt>
                <c:pt idx="2326">
                  <c:v>45652</c:v>
                </c:pt>
                <c:pt idx="2327">
                  <c:v>45653</c:v>
                </c:pt>
                <c:pt idx="2328">
                  <c:v>45656</c:v>
                </c:pt>
                <c:pt idx="2329">
                  <c:v>45657</c:v>
                </c:pt>
                <c:pt idx="2330">
                  <c:v>45659</c:v>
                </c:pt>
                <c:pt idx="2331">
                  <c:v>45660</c:v>
                </c:pt>
                <c:pt idx="2332">
                  <c:v>45663</c:v>
                </c:pt>
                <c:pt idx="2333">
                  <c:v>45664</c:v>
                </c:pt>
                <c:pt idx="2334">
                  <c:v>45665</c:v>
                </c:pt>
                <c:pt idx="2335">
                  <c:v>45666</c:v>
                </c:pt>
                <c:pt idx="2336">
                  <c:v>45667</c:v>
                </c:pt>
                <c:pt idx="2337">
                  <c:v>45670</c:v>
                </c:pt>
                <c:pt idx="2338">
                  <c:v>45671</c:v>
                </c:pt>
                <c:pt idx="2339">
                  <c:v>45672</c:v>
                </c:pt>
                <c:pt idx="2340">
                  <c:v>45673</c:v>
                </c:pt>
                <c:pt idx="2341">
                  <c:v>45674</c:v>
                </c:pt>
                <c:pt idx="2342">
                  <c:v>45678</c:v>
                </c:pt>
                <c:pt idx="2343">
                  <c:v>45679</c:v>
                </c:pt>
                <c:pt idx="2344">
                  <c:v>45680</c:v>
                </c:pt>
                <c:pt idx="2345">
                  <c:v>45681</c:v>
                </c:pt>
                <c:pt idx="2346">
                  <c:v>45684</c:v>
                </c:pt>
                <c:pt idx="2347">
                  <c:v>45685</c:v>
                </c:pt>
                <c:pt idx="2348">
                  <c:v>45686</c:v>
                </c:pt>
                <c:pt idx="2349">
                  <c:v>45687</c:v>
                </c:pt>
                <c:pt idx="2350">
                  <c:v>45688</c:v>
                </c:pt>
                <c:pt idx="2351">
                  <c:v>45691</c:v>
                </c:pt>
                <c:pt idx="2352">
                  <c:v>45692</c:v>
                </c:pt>
                <c:pt idx="2353">
                  <c:v>45693</c:v>
                </c:pt>
                <c:pt idx="2354">
                  <c:v>45694</c:v>
                </c:pt>
                <c:pt idx="2355">
                  <c:v>45695</c:v>
                </c:pt>
                <c:pt idx="2356">
                  <c:v>45698</c:v>
                </c:pt>
                <c:pt idx="2357">
                  <c:v>45699</c:v>
                </c:pt>
                <c:pt idx="2358">
                  <c:v>45700</c:v>
                </c:pt>
                <c:pt idx="2359">
                  <c:v>45701</c:v>
                </c:pt>
                <c:pt idx="2360">
                  <c:v>45702</c:v>
                </c:pt>
                <c:pt idx="2361">
                  <c:v>45706</c:v>
                </c:pt>
                <c:pt idx="2362">
                  <c:v>45708</c:v>
                </c:pt>
                <c:pt idx="2363">
                  <c:v>45709</c:v>
                </c:pt>
                <c:pt idx="2364">
                  <c:v>45712</c:v>
                </c:pt>
                <c:pt idx="2365">
                  <c:v>45713</c:v>
                </c:pt>
                <c:pt idx="2366">
                  <c:v>45715</c:v>
                </c:pt>
                <c:pt idx="2367">
                  <c:v>45716</c:v>
                </c:pt>
                <c:pt idx="2368">
                  <c:v>45719</c:v>
                </c:pt>
                <c:pt idx="2369">
                  <c:v>45720</c:v>
                </c:pt>
                <c:pt idx="2370">
                  <c:v>45721</c:v>
                </c:pt>
                <c:pt idx="2371">
                  <c:v>45722</c:v>
                </c:pt>
                <c:pt idx="2372">
                  <c:v>45723</c:v>
                </c:pt>
                <c:pt idx="2373">
                  <c:v>45726</c:v>
                </c:pt>
                <c:pt idx="2374">
                  <c:v>45727</c:v>
                </c:pt>
                <c:pt idx="2375">
                  <c:v>45728</c:v>
                </c:pt>
                <c:pt idx="2376">
                  <c:v>45729</c:v>
                </c:pt>
                <c:pt idx="2377">
                  <c:v>45733</c:v>
                </c:pt>
                <c:pt idx="2378">
                  <c:v>45734</c:v>
                </c:pt>
                <c:pt idx="2379">
                  <c:v>45735</c:v>
                </c:pt>
                <c:pt idx="2380">
                  <c:v>45736</c:v>
                </c:pt>
                <c:pt idx="2381">
                  <c:v>45737</c:v>
                </c:pt>
                <c:pt idx="2382">
                  <c:v>45740</c:v>
                </c:pt>
                <c:pt idx="2383">
                  <c:v>45741</c:v>
                </c:pt>
                <c:pt idx="2384">
                  <c:v>45742</c:v>
                </c:pt>
                <c:pt idx="2385">
                  <c:v>45743</c:v>
                </c:pt>
                <c:pt idx="2386">
                  <c:v>45744</c:v>
                </c:pt>
                <c:pt idx="2387">
                  <c:v>45749</c:v>
                </c:pt>
                <c:pt idx="2388">
                  <c:v>45750</c:v>
                </c:pt>
              </c:numCache>
            </c:numRef>
          </c:cat>
          <c:val>
            <c:numRef>
              <c:f>'10Y G-Sec'!$AO$2:$AO$2390</c:f>
              <c:numCache>
                <c:formatCode>_(* #,##0.00_);_(* \(#,##0.00\);_(* "-"??_);_(@_)</c:formatCode>
                <c:ptCount val="2389"/>
                <c:pt idx="0">
                  <c:v>4.4631523650062777</c:v>
                </c:pt>
                <c:pt idx="1">
                  <c:v>4.4631523650062777</c:v>
                </c:pt>
                <c:pt idx="2">
                  <c:v>4.4631523650062777</c:v>
                </c:pt>
                <c:pt idx="3">
                  <c:v>4.4631523650062777</c:v>
                </c:pt>
                <c:pt idx="4">
                  <c:v>4.4631523650062777</c:v>
                </c:pt>
                <c:pt idx="5">
                  <c:v>4.4631523650062777</c:v>
                </c:pt>
                <c:pt idx="6">
                  <c:v>4.4631523650062777</c:v>
                </c:pt>
                <c:pt idx="7">
                  <c:v>4.4631523650062777</c:v>
                </c:pt>
                <c:pt idx="8">
                  <c:v>4.4631523650062777</c:v>
                </c:pt>
                <c:pt idx="9">
                  <c:v>4.4631523650062777</c:v>
                </c:pt>
                <c:pt idx="10">
                  <c:v>4.4631523650062777</c:v>
                </c:pt>
                <c:pt idx="11">
                  <c:v>4.4631523650062777</c:v>
                </c:pt>
                <c:pt idx="12">
                  <c:v>4.4631523650062777</c:v>
                </c:pt>
                <c:pt idx="13">
                  <c:v>4.4631523650062777</c:v>
                </c:pt>
                <c:pt idx="14">
                  <c:v>4.4631523650062777</c:v>
                </c:pt>
                <c:pt idx="15">
                  <c:v>4.4631523650062777</c:v>
                </c:pt>
                <c:pt idx="16">
                  <c:v>4.4631523650062777</c:v>
                </c:pt>
                <c:pt idx="17">
                  <c:v>4.4631523650062777</c:v>
                </c:pt>
                <c:pt idx="18">
                  <c:v>4.4631523650062777</c:v>
                </c:pt>
                <c:pt idx="19">
                  <c:v>4.4631523650062777</c:v>
                </c:pt>
                <c:pt idx="20">
                  <c:v>4.4631523650062777</c:v>
                </c:pt>
                <c:pt idx="21">
                  <c:v>4.4631523650062777</c:v>
                </c:pt>
                <c:pt idx="22">
                  <c:v>4.4631523650062777</c:v>
                </c:pt>
                <c:pt idx="23">
                  <c:v>4.4631523650062777</c:v>
                </c:pt>
                <c:pt idx="24">
                  <c:v>4.4631523650062777</c:v>
                </c:pt>
                <c:pt idx="25">
                  <c:v>4.4631523650062777</c:v>
                </c:pt>
                <c:pt idx="26">
                  <c:v>4.4631523650062777</c:v>
                </c:pt>
                <c:pt idx="27">
                  <c:v>4.4631523650062777</c:v>
                </c:pt>
                <c:pt idx="28">
                  <c:v>4.4631523650062777</c:v>
                </c:pt>
                <c:pt idx="29">
                  <c:v>4.4631523650062777</c:v>
                </c:pt>
                <c:pt idx="30">
                  <c:v>4.4631523650062777</c:v>
                </c:pt>
                <c:pt idx="31">
                  <c:v>4.4631523650062777</c:v>
                </c:pt>
                <c:pt idx="32">
                  <c:v>4.4631523650062777</c:v>
                </c:pt>
                <c:pt idx="33">
                  <c:v>4.4631523650062777</c:v>
                </c:pt>
                <c:pt idx="34">
                  <c:v>4.4631523650062777</c:v>
                </c:pt>
                <c:pt idx="35">
                  <c:v>4.4631523650062777</c:v>
                </c:pt>
                <c:pt idx="36">
                  <c:v>4.4631523650062777</c:v>
                </c:pt>
                <c:pt idx="37">
                  <c:v>4.4631523650062777</c:v>
                </c:pt>
                <c:pt idx="38">
                  <c:v>4.4631523650062777</c:v>
                </c:pt>
                <c:pt idx="39">
                  <c:v>4.4631523650062777</c:v>
                </c:pt>
                <c:pt idx="40">
                  <c:v>4.4631523650062777</c:v>
                </c:pt>
                <c:pt idx="41">
                  <c:v>4.4631523650062777</c:v>
                </c:pt>
                <c:pt idx="42">
                  <c:v>4.4631523650062777</c:v>
                </c:pt>
                <c:pt idx="43">
                  <c:v>4.4631523650062777</c:v>
                </c:pt>
                <c:pt idx="44">
                  <c:v>4.4631523650062777</c:v>
                </c:pt>
                <c:pt idx="45">
                  <c:v>4.4631523650062777</c:v>
                </c:pt>
                <c:pt idx="46">
                  <c:v>4.4631523650062777</c:v>
                </c:pt>
                <c:pt idx="47">
                  <c:v>4.4631523650062777</c:v>
                </c:pt>
                <c:pt idx="48">
                  <c:v>4.4631523650062777</c:v>
                </c:pt>
                <c:pt idx="49">
                  <c:v>4.4631523650062777</c:v>
                </c:pt>
                <c:pt idx="50">
                  <c:v>4.4631523650062777</c:v>
                </c:pt>
                <c:pt idx="51">
                  <c:v>4.4631523650062777</c:v>
                </c:pt>
                <c:pt idx="52">
                  <c:v>4.4631523650062777</c:v>
                </c:pt>
                <c:pt idx="53">
                  <c:v>4.4631523650062777</c:v>
                </c:pt>
                <c:pt idx="54">
                  <c:v>4.4631523650062777</c:v>
                </c:pt>
                <c:pt idx="55">
                  <c:v>4.4631523650062777</c:v>
                </c:pt>
                <c:pt idx="56">
                  <c:v>4.4631523650062777</c:v>
                </c:pt>
                <c:pt idx="57">
                  <c:v>4.4631523650062777</c:v>
                </c:pt>
                <c:pt idx="58">
                  <c:v>4.4631523650062777</c:v>
                </c:pt>
                <c:pt idx="59">
                  <c:v>4.4631523650062777</c:v>
                </c:pt>
                <c:pt idx="60">
                  <c:v>4.4631523650062777</c:v>
                </c:pt>
                <c:pt idx="61">
                  <c:v>4.4631523650062777</c:v>
                </c:pt>
                <c:pt idx="62">
                  <c:v>4.4631523650062777</c:v>
                </c:pt>
                <c:pt idx="63">
                  <c:v>4.4631523650062777</c:v>
                </c:pt>
                <c:pt idx="64">
                  <c:v>4.4631523650062777</c:v>
                </c:pt>
                <c:pt idx="65">
                  <c:v>4.4631523650062777</c:v>
                </c:pt>
                <c:pt idx="66">
                  <c:v>4.4631523650062777</c:v>
                </c:pt>
                <c:pt idx="67">
                  <c:v>4.4631523650062777</c:v>
                </c:pt>
                <c:pt idx="68">
                  <c:v>4.4631523650062777</c:v>
                </c:pt>
                <c:pt idx="69">
                  <c:v>4.4631523650062777</c:v>
                </c:pt>
                <c:pt idx="70">
                  <c:v>4.4631523650062777</c:v>
                </c:pt>
                <c:pt idx="71">
                  <c:v>4.4631523650062777</c:v>
                </c:pt>
                <c:pt idx="72">
                  <c:v>4.4631523650062777</c:v>
                </c:pt>
                <c:pt idx="73">
                  <c:v>4.4631523650062777</c:v>
                </c:pt>
                <c:pt idx="74">
                  <c:v>4.4631523650062777</c:v>
                </c:pt>
                <c:pt idx="75">
                  <c:v>4.4631523650062777</c:v>
                </c:pt>
                <c:pt idx="76">
                  <c:v>4.4631523650062777</c:v>
                </c:pt>
                <c:pt idx="77">
                  <c:v>4.4631523650062777</c:v>
                </c:pt>
                <c:pt idx="78">
                  <c:v>4.4631523650062777</c:v>
                </c:pt>
                <c:pt idx="79">
                  <c:v>4.4631523650062777</c:v>
                </c:pt>
                <c:pt idx="80">
                  <c:v>4.4631523650062777</c:v>
                </c:pt>
                <c:pt idx="81">
                  <c:v>4.4631523650062777</c:v>
                </c:pt>
                <c:pt idx="82">
                  <c:v>4.4631523650062777</c:v>
                </c:pt>
                <c:pt idx="83">
                  <c:v>4.4631523650062777</c:v>
                </c:pt>
                <c:pt idx="84">
                  <c:v>4.4631523650062777</c:v>
                </c:pt>
                <c:pt idx="85">
                  <c:v>4.4631523650062777</c:v>
                </c:pt>
                <c:pt idx="86">
                  <c:v>4.4631523650062777</c:v>
                </c:pt>
                <c:pt idx="87">
                  <c:v>4.4631523650062777</c:v>
                </c:pt>
                <c:pt idx="88">
                  <c:v>4.4631523650062777</c:v>
                </c:pt>
                <c:pt idx="89">
                  <c:v>4.4631523650062777</c:v>
                </c:pt>
                <c:pt idx="90">
                  <c:v>4.4631523650062777</c:v>
                </c:pt>
                <c:pt idx="91">
                  <c:v>4.4631523650062777</c:v>
                </c:pt>
                <c:pt idx="92">
                  <c:v>4.4631523650062777</c:v>
                </c:pt>
                <c:pt idx="93">
                  <c:v>4.4631523650062777</c:v>
                </c:pt>
                <c:pt idx="94">
                  <c:v>4.4631523650062777</c:v>
                </c:pt>
                <c:pt idx="95">
                  <c:v>4.4631523650062777</c:v>
                </c:pt>
                <c:pt idx="96">
                  <c:v>4.4631523650062777</c:v>
                </c:pt>
                <c:pt idx="97">
                  <c:v>4.4631523650062777</c:v>
                </c:pt>
                <c:pt idx="98">
                  <c:v>4.4631523650062777</c:v>
                </c:pt>
                <c:pt idx="99">
                  <c:v>4.4631523650062777</c:v>
                </c:pt>
                <c:pt idx="100">
                  <c:v>4.4631523650062777</c:v>
                </c:pt>
                <c:pt idx="101">
                  <c:v>4.4631523650062777</c:v>
                </c:pt>
                <c:pt idx="102">
                  <c:v>4.4631523650062777</c:v>
                </c:pt>
                <c:pt idx="103">
                  <c:v>4.4631523650062777</c:v>
                </c:pt>
                <c:pt idx="104">
                  <c:v>4.4631523650062777</c:v>
                </c:pt>
                <c:pt idx="105">
                  <c:v>4.4631523650062777</c:v>
                </c:pt>
                <c:pt idx="106">
                  <c:v>4.4631523650062777</c:v>
                </c:pt>
                <c:pt idx="107">
                  <c:v>4.4631523650062777</c:v>
                </c:pt>
                <c:pt idx="108">
                  <c:v>4.4631523650062777</c:v>
                </c:pt>
                <c:pt idx="109">
                  <c:v>4.4631523650062777</c:v>
                </c:pt>
                <c:pt idx="110">
                  <c:v>4.4631523650062777</c:v>
                </c:pt>
                <c:pt idx="111">
                  <c:v>4.4631523650062777</c:v>
                </c:pt>
                <c:pt idx="112">
                  <c:v>4.4631523650062777</c:v>
                </c:pt>
                <c:pt idx="113">
                  <c:v>4.4631523650062777</c:v>
                </c:pt>
                <c:pt idx="114">
                  <c:v>4.4631523650062777</c:v>
                </c:pt>
                <c:pt idx="115">
                  <c:v>4.4631523650062777</c:v>
                </c:pt>
                <c:pt idx="116">
                  <c:v>4.4631523650062777</c:v>
                </c:pt>
                <c:pt idx="117">
                  <c:v>4.4631523650062777</c:v>
                </c:pt>
                <c:pt idx="118">
                  <c:v>4.4631523650062777</c:v>
                </c:pt>
                <c:pt idx="119">
                  <c:v>4.4631523650062777</c:v>
                </c:pt>
                <c:pt idx="120">
                  <c:v>4.4631523650062777</c:v>
                </c:pt>
                <c:pt idx="121">
                  <c:v>4.4631523650062777</c:v>
                </c:pt>
                <c:pt idx="122">
                  <c:v>4.4631523650062777</c:v>
                </c:pt>
                <c:pt idx="123">
                  <c:v>4.4631523650062777</c:v>
                </c:pt>
                <c:pt idx="124">
                  <c:v>4.4631523650062777</c:v>
                </c:pt>
                <c:pt idx="125">
                  <c:v>4.4631523650062777</c:v>
                </c:pt>
                <c:pt idx="126">
                  <c:v>4.4631523650062777</c:v>
                </c:pt>
                <c:pt idx="127">
                  <c:v>4.4631523650062777</c:v>
                </c:pt>
                <c:pt idx="128">
                  <c:v>4.4631523650062777</c:v>
                </c:pt>
                <c:pt idx="129">
                  <c:v>4.4631523650062777</c:v>
                </c:pt>
                <c:pt idx="130">
                  <c:v>4.4631523650062777</c:v>
                </c:pt>
                <c:pt idx="131">
                  <c:v>4.4631523650062777</c:v>
                </c:pt>
                <c:pt idx="132">
                  <c:v>4.4631523650062777</c:v>
                </c:pt>
                <c:pt idx="133">
                  <c:v>4.4631523650062777</c:v>
                </c:pt>
                <c:pt idx="134">
                  <c:v>4.4631523650062777</c:v>
                </c:pt>
                <c:pt idx="135">
                  <c:v>4.4631523650062777</c:v>
                </c:pt>
                <c:pt idx="136">
                  <c:v>4.4631523650062777</c:v>
                </c:pt>
                <c:pt idx="137">
                  <c:v>4.4631523650062777</c:v>
                </c:pt>
                <c:pt idx="138">
                  <c:v>4.4631523650062777</c:v>
                </c:pt>
                <c:pt idx="139">
                  <c:v>4.4631523650062777</c:v>
                </c:pt>
                <c:pt idx="140">
                  <c:v>4.4631523650062777</c:v>
                </c:pt>
                <c:pt idx="141">
                  <c:v>4.4631523650062777</c:v>
                </c:pt>
                <c:pt idx="142">
                  <c:v>4.4631523650062777</c:v>
                </c:pt>
                <c:pt idx="143">
                  <c:v>4.4631523650062777</c:v>
                </c:pt>
                <c:pt idx="144">
                  <c:v>4.4631523650062777</c:v>
                </c:pt>
                <c:pt idx="145">
                  <c:v>4.4631523650062777</c:v>
                </c:pt>
                <c:pt idx="146">
                  <c:v>4.4631523650062777</c:v>
                </c:pt>
                <c:pt idx="147">
                  <c:v>4.4631523650062777</c:v>
                </c:pt>
                <c:pt idx="148">
                  <c:v>4.4631523650062777</c:v>
                </c:pt>
                <c:pt idx="149">
                  <c:v>4.4631523650062777</c:v>
                </c:pt>
                <c:pt idx="150">
                  <c:v>4.4631523650062777</c:v>
                </c:pt>
                <c:pt idx="151">
                  <c:v>4.4631523650062777</c:v>
                </c:pt>
                <c:pt idx="152">
                  <c:v>4.4631523650062777</c:v>
                </c:pt>
                <c:pt idx="153">
                  <c:v>4.4631523650062777</c:v>
                </c:pt>
                <c:pt idx="154">
                  <c:v>4.4631523650062777</c:v>
                </c:pt>
                <c:pt idx="155">
                  <c:v>4.4631523650062777</c:v>
                </c:pt>
                <c:pt idx="156">
                  <c:v>4.4631523650062777</c:v>
                </c:pt>
                <c:pt idx="157">
                  <c:v>4.4631523650062777</c:v>
                </c:pt>
                <c:pt idx="158">
                  <c:v>4.4631523650062777</c:v>
                </c:pt>
                <c:pt idx="159">
                  <c:v>4.4631523650062777</c:v>
                </c:pt>
                <c:pt idx="160">
                  <c:v>4.4631523650062777</c:v>
                </c:pt>
                <c:pt idx="161">
                  <c:v>4.4631523650062777</c:v>
                </c:pt>
                <c:pt idx="162">
                  <c:v>4.4631523650062777</c:v>
                </c:pt>
                <c:pt idx="163">
                  <c:v>4.4631523650062777</c:v>
                </c:pt>
                <c:pt idx="164">
                  <c:v>4.4631523650062777</c:v>
                </c:pt>
                <c:pt idx="165">
                  <c:v>4.4631523650062777</c:v>
                </c:pt>
                <c:pt idx="166">
                  <c:v>4.4631523650062777</c:v>
                </c:pt>
                <c:pt idx="167">
                  <c:v>4.4631523650062777</c:v>
                </c:pt>
                <c:pt idx="168">
                  <c:v>4.4631523650062777</c:v>
                </c:pt>
                <c:pt idx="169">
                  <c:v>4.4631523650062777</c:v>
                </c:pt>
                <c:pt idx="170">
                  <c:v>4.4631523650062777</c:v>
                </c:pt>
                <c:pt idx="171">
                  <c:v>4.4631523650062777</c:v>
                </c:pt>
                <c:pt idx="172">
                  <c:v>4.4631523650062777</c:v>
                </c:pt>
                <c:pt idx="173">
                  <c:v>4.4631523650062777</c:v>
                </c:pt>
                <c:pt idx="174">
                  <c:v>4.4631523650062777</c:v>
                </c:pt>
                <c:pt idx="175">
                  <c:v>4.4631523650062777</c:v>
                </c:pt>
                <c:pt idx="176">
                  <c:v>4.4631523650062777</c:v>
                </c:pt>
                <c:pt idx="177">
                  <c:v>4.4631523650062777</c:v>
                </c:pt>
                <c:pt idx="178">
                  <c:v>4.4631523650062777</c:v>
                </c:pt>
                <c:pt idx="179">
                  <c:v>4.4631523650062777</c:v>
                </c:pt>
                <c:pt idx="180">
                  <c:v>4.4631523650062777</c:v>
                </c:pt>
                <c:pt idx="181">
                  <c:v>4.4631523650062777</c:v>
                </c:pt>
                <c:pt idx="182">
                  <c:v>4.4631523650062777</c:v>
                </c:pt>
                <c:pt idx="183">
                  <c:v>4.4631523650062777</c:v>
                </c:pt>
                <c:pt idx="184">
                  <c:v>4.4631523650062777</c:v>
                </c:pt>
                <c:pt idx="185">
                  <c:v>4.4631523650062777</c:v>
                </c:pt>
                <c:pt idx="186">
                  <c:v>4.4631523650062777</c:v>
                </c:pt>
                <c:pt idx="187">
                  <c:v>4.4631523650062777</c:v>
                </c:pt>
                <c:pt idx="188">
                  <c:v>4.4631523650062777</c:v>
                </c:pt>
                <c:pt idx="189">
                  <c:v>4.4631523650062777</c:v>
                </c:pt>
                <c:pt idx="190">
                  <c:v>4.4631523650062777</c:v>
                </c:pt>
                <c:pt idx="191">
                  <c:v>4.4631523650062777</c:v>
                </c:pt>
                <c:pt idx="192">
                  <c:v>4.4631523650062777</c:v>
                </c:pt>
                <c:pt idx="193">
                  <c:v>4.4631523650062777</c:v>
                </c:pt>
                <c:pt idx="194">
                  <c:v>4.4631523650062777</c:v>
                </c:pt>
                <c:pt idx="195">
                  <c:v>4.4631523650062777</c:v>
                </c:pt>
                <c:pt idx="196">
                  <c:v>4.4631523650062777</c:v>
                </c:pt>
                <c:pt idx="197">
                  <c:v>4.4631523650062777</c:v>
                </c:pt>
                <c:pt idx="198">
                  <c:v>4.4631523650062777</c:v>
                </c:pt>
                <c:pt idx="199">
                  <c:v>4.4631523650062777</c:v>
                </c:pt>
                <c:pt idx="200">
                  <c:v>4.4631523650062777</c:v>
                </c:pt>
                <c:pt idx="201">
                  <c:v>4.4631523650062777</c:v>
                </c:pt>
                <c:pt idx="202">
                  <c:v>4.4631523650062777</c:v>
                </c:pt>
                <c:pt idx="203">
                  <c:v>4.4631523650062777</c:v>
                </c:pt>
                <c:pt idx="204">
                  <c:v>4.4631523650062777</c:v>
                </c:pt>
                <c:pt idx="205">
                  <c:v>4.4631523650062777</c:v>
                </c:pt>
                <c:pt idx="206">
                  <c:v>4.4631523650062777</c:v>
                </c:pt>
                <c:pt idx="207">
                  <c:v>4.4631523650062777</c:v>
                </c:pt>
                <c:pt idx="208">
                  <c:v>4.4631523650062777</c:v>
                </c:pt>
                <c:pt idx="209">
                  <c:v>4.4631523650062777</c:v>
                </c:pt>
                <c:pt idx="210">
                  <c:v>4.4631523650062777</c:v>
                </c:pt>
                <c:pt idx="211">
                  <c:v>4.4631523650062777</c:v>
                </c:pt>
                <c:pt idx="212">
                  <c:v>4.4631523650062777</c:v>
                </c:pt>
                <c:pt idx="213">
                  <c:v>4.4631523650062777</c:v>
                </c:pt>
                <c:pt idx="214">
                  <c:v>4.4631523650062777</c:v>
                </c:pt>
                <c:pt idx="215">
                  <c:v>4.4631523650062777</c:v>
                </c:pt>
                <c:pt idx="216">
                  <c:v>4.4631523650062777</c:v>
                </c:pt>
                <c:pt idx="217">
                  <c:v>4.4631523650062777</c:v>
                </c:pt>
                <c:pt idx="218">
                  <c:v>4.4631523650062777</c:v>
                </c:pt>
                <c:pt idx="219">
                  <c:v>4.4631523650062777</c:v>
                </c:pt>
                <c:pt idx="220">
                  <c:v>4.4631523650062777</c:v>
                </c:pt>
                <c:pt idx="221">
                  <c:v>4.4631523650062777</c:v>
                </c:pt>
                <c:pt idx="222">
                  <c:v>4.4631523650062777</c:v>
                </c:pt>
                <c:pt idx="223">
                  <c:v>4.4631523650062777</c:v>
                </c:pt>
                <c:pt idx="224">
                  <c:v>4.4631523650062777</c:v>
                </c:pt>
                <c:pt idx="225">
                  <c:v>4.4631523650062777</c:v>
                </c:pt>
                <c:pt idx="226">
                  <c:v>4.4631523650062777</c:v>
                </c:pt>
                <c:pt idx="227">
                  <c:v>4.4631523650062777</c:v>
                </c:pt>
                <c:pt idx="228">
                  <c:v>4.4631523650062777</c:v>
                </c:pt>
                <c:pt idx="229">
                  <c:v>4.4631523650062777</c:v>
                </c:pt>
                <c:pt idx="230">
                  <c:v>4.4631523650062777</c:v>
                </c:pt>
                <c:pt idx="231">
                  <c:v>4.4631523650062777</c:v>
                </c:pt>
                <c:pt idx="232">
                  <c:v>4.4631523650062777</c:v>
                </c:pt>
                <c:pt idx="233">
                  <c:v>4.4631523650062777</c:v>
                </c:pt>
                <c:pt idx="234">
                  <c:v>4.4631523650062777</c:v>
                </c:pt>
                <c:pt idx="235">
                  <c:v>4.4631523650062777</c:v>
                </c:pt>
                <c:pt idx="236">
                  <c:v>4.4631523650062777</c:v>
                </c:pt>
                <c:pt idx="237">
                  <c:v>4.4631523650062777</c:v>
                </c:pt>
                <c:pt idx="238">
                  <c:v>4.4631523650062777</c:v>
                </c:pt>
                <c:pt idx="239">
                  <c:v>4.4631523650062777</c:v>
                </c:pt>
                <c:pt idx="240">
                  <c:v>4.4631523650062777</c:v>
                </c:pt>
                <c:pt idx="241">
                  <c:v>4.4631523650062777</c:v>
                </c:pt>
                <c:pt idx="242">
                  <c:v>4.4631523650062777</c:v>
                </c:pt>
                <c:pt idx="243">
                  <c:v>4.4631523650062777</c:v>
                </c:pt>
                <c:pt idx="244">
                  <c:v>4.4631523650062777</c:v>
                </c:pt>
                <c:pt idx="245">
                  <c:v>4.4631523650062777</c:v>
                </c:pt>
                <c:pt idx="246">
                  <c:v>4.4631523650062777</c:v>
                </c:pt>
                <c:pt idx="247">
                  <c:v>4.4631523650062777</c:v>
                </c:pt>
                <c:pt idx="248">
                  <c:v>4.4631523650062777</c:v>
                </c:pt>
                <c:pt idx="249">
                  <c:v>4.4631523650062777</c:v>
                </c:pt>
                <c:pt idx="250">
                  <c:v>4.4631523650062777</c:v>
                </c:pt>
                <c:pt idx="251">
                  <c:v>4.4631523650062777</c:v>
                </c:pt>
                <c:pt idx="252">
                  <c:v>4.4631523650062777</c:v>
                </c:pt>
                <c:pt idx="253">
                  <c:v>4.4631523650062777</c:v>
                </c:pt>
                <c:pt idx="254">
                  <c:v>4.4631523650062777</c:v>
                </c:pt>
                <c:pt idx="255">
                  <c:v>4.4631523650062777</c:v>
                </c:pt>
                <c:pt idx="256">
                  <c:v>4.4631523650062777</c:v>
                </c:pt>
                <c:pt idx="257">
                  <c:v>4.4631523650062777</c:v>
                </c:pt>
                <c:pt idx="258">
                  <c:v>4.4631523650062777</c:v>
                </c:pt>
                <c:pt idx="259">
                  <c:v>4.4631523650062777</c:v>
                </c:pt>
                <c:pt idx="260">
                  <c:v>4.4631523650062777</c:v>
                </c:pt>
                <c:pt idx="261">
                  <c:v>4.4631523650062777</c:v>
                </c:pt>
                <c:pt idx="262">
                  <c:v>4.4631523650062777</c:v>
                </c:pt>
                <c:pt idx="263">
                  <c:v>4.4631523650062777</c:v>
                </c:pt>
                <c:pt idx="264">
                  <c:v>4.4631523650062777</c:v>
                </c:pt>
                <c:pt idx="265">
                  <c:v>4.4631523650062777</c:v>
                </c:pt>
                <c:pt idx="266">
                  <c:v>4.4631523650062777</c:v>
                </c:pt>
                <c:pt idx="267">
                  <c:v>4.4631523650062777</c:v>
                </c:pt>
                <c:pt idx="268">
                  <c:v>4.4631523650062777</c:v>
                </c:pt>
                <c:pt idx="269">
                  <c:v>4.4631523650062777</c:v>
                </c:pt>
                <c:pt idx="270">
                  <c:v>4.4631523650062777</c:v>
                </c:pt>
                <c:pt idx="271">
                  <c:v>4.4631523650062777</c:v>
                </c:pt>
                <c:pt idx="272">
                  <c:v>4.4631523650062777</c:v>
                </c:pt>
                <c:pt idx="273">
                  <c:v>4.4631523650062777</c:v>
                </c:pt>
                <c:pt idx="274">
                  <c:v>4.4631523650062777</c:v>
                </c:pt>
                <c:pt idx="275">
                  <c:v>4.4631523650062777</c:v>
                </c:pt>
                <c:pt idx="276">
                  <c:v>4.4631523650062777</c:v>
                </c:pt>
                <c:pt idx="277">
                  <c:v>4.4631523650062777</c:v>
                </c:pt>
                <c:pt idx="278">
                  <c:v>4.4631523650062777</c:v>
                </c:pt>
                <c:pt idx="279">
                  <c:v>4.4631523650062777</c:v>
                </c:pt>
                <c:pt idx="280">
                  <c:v>4.4631523650062777</c:v>
                </c:pt>
                <c:pt idx="281">
                  <c:v>4.4631523650062777</c:v>
                </c:pt>
                <c:pt idx="282">
                  <c:v>4.4631523650062777</c:v>
                </c:pt>
                <c:pt idx="283">
                  <c:v>4.4631523650062777</c:v>
                </c:pt>
                <c:pt idx="284">
                  <c:v>4.4631523650062777</c:v>
                </c:pt>
                <c:pt idx="285">
                  <c:v>4.4631523650062777</c:v>
                </c:pt>
                <c:pt idx="286">
                  <c:v>4.4631523650062777</c:v>
                </c:pt>
                <c:pt idx="287">
                  <c:v>4.4631523650062777</c:v>
                </c:pt>
                <c:pt idx="288">
                  <c:v>4.4631523650062777</c:v>
                </c:pt>
                <c:pt idx="289">
                  <c:v>4.4631523650062777</c:v>
                </c:pt>
                <c:pt idx="290">
                  <c:v>4.4631523650062777</c:v>
                </c:pt>
                <c:pt idx="291">
                  <c:v>4.4631523650062777</c:v>
                </c:pt>
                <c:pt idx="292">
                  <c:v>4.4631523650062777</c:v>
                </c:pt>
                <c:pt idx="293">
                  <c:v>4.4631523650062777</c:v>
                </c:pt>
                <c:pt idx="294">
                  <c:v>4.4631523650062777</c:v>
                </c:pt>
                <c:pt idx="295">
                  <c:v>4.4631523650062777</c:v>
                </c:pt>
                <c:pt idx="296">
                  <c:v>4.4631523650062777</c:v>
                </c:pt>
                <c:pt idx="297">
                  <c:v>4.4631523650062777</c:v>
                </c:pt>
                <c:pt idx="298">
                  <c:v>4.4631523650062777</c:v>
                </c:pt>
                <c:pt idx="299">
                  <c:v>4.4631523650062777</c:v>
                </c:pt>
                <c:pt idx="300">
                  <c:v>4.4631523650062777</c:v>
                </c:pt>
                <c:pt idx="301">
                  <c:v>4.4631523650062777</c:v>
                </c:pt>
                <c:pt idx="302">
                  <c:v>4.4631523650062777</c:v>
                </c:pt>
                <c:pt idx="303">
                  <c:v>4.4631523650062777</c:v>
                </c:pt>
                <c:pt idx="304">
                  <c:v>4.4631523650062777</c:v>
                </c:pt>
                <c:pt idx="305">
                  <c:v>4.4631523650062777</c:v>
                </c:pt>
                <c:pt idx="306">
                  <c:v>4.4631523650062777</c:v>
                </c:pt>
                <c:pt idx="307">
                  <c:v>4.4631523650062777</c:v>
                </c:pt>
                <c:pt idx="308">
                  <c:v>4.4631523650062777</c:v>
                </c:pt>
                <c:pt idx="309">
                  <c:v>4.4631523650062777</c:v>
                </c:pt>
                <c:pt idx="310">
                  <c:v>4.4631523650062777</c:v>
                </c:pt>
                <c:pt idx="311">
                  <c:v>4.4631523650062777</c:v>
                </c:pt>
                <c:pt idx="312">
                  <c:v>4.4631523650062777</c:v>
                </c:pt>
                <c:pt idx="313">
                  <c:v>4.4631523650062777</c:v>
                </c:pt>
                <c:pt idx="314">
                  <c:v>4.4631523650062777</c:v>
                </c:pt>
                <c:pt idx="315">
                  <c:v>4.4631523650062777</c:v>
                </c:pt>
                <c:pt idx="316">
                  <c:v>4.4631523650062777</c:v>
                </c:pt>
                <c:pt idx="317">
                  <c:v>4.4631523650062777</c:v>
                </c:pt>
                <c:pt idx="318">
                  <c:v>4.4631523650062777</c:v>
                </c:pt>
                <c:pt idx="319">
                  <c:v>4.4631523650062777</c:v>
                </c:pt>
                <c:pt idx="320">
                  <c:v>4.4631523650062777</c:v>
                </c:pt>
                <c:pt idx="321">
                  <c:v>4.4631523650062777</c:v>
                </c:pt>
                <c:pt idx="322">
                  <c:v>4.4631523650062777</c:v>
                </c:pt>
                <c:pt idx="323">
                  <c:v>4.4631523650062777</c:v>
                </c:pt>
                <c:pt idx="324">
                  <c:v>4.4631523650062777</c:v>
                </c:pt>
                <c:pt idx="325">
                  <c:v>4.4631523650062777</c:v>
                </c:pt>
                <c:pt idx="326">
                  <c:v>4.4631523650062777</c:v>
                </c:pt>
                <c:pt idx="327">
                  <c:v>4.4631523650062777</c:v>
                </c:pt>
                <c:pt idx="328">
                  <c:v>4.4631523650062777</c:v>
                </c:pt>
                <c:pt idx="329">
                  <c:v>4.4631523650062777</c:v>
                </c:pt>
                <c:pt idx="330">
                  <c:v>4.4631523650062777</c:v>
                </c:pt>
                <c:pt idx="331">
                  <c:v>4.4631523650062777</c:v>
                </c:pt>
                <c:pt idx="332">
                  <c:v>4.4631523650062777</c:v>
                </c:pt>
                <c:pt idx="333">
                  <c:v>4.4631523650062777</c:v>
                </c:pt>
                <c:pt idx="334">
                  <c:v>4.4631523650062777</c:v>
                </c:pt>
                <c:pt idx="335">
                  <c:v>4.4631523650062777</c:v>
                </c:pt>
                <c:pt idx="336">
                  <c:v>4.4631523650062777</c:v>
                </c:pt>
                <c:pt idx="337">
                  <c:v>4.4631523650062777</c:v>
                </c:pt>
                <c:pt idx="338">
                  <c:v>4.4631523650062777</c:v>
                </c:pt>
                <c:pt idx="339">
                  <c:v>4.4631523650062777</c:v>
                </c:pt>
                <c:pt idx="340">
                  <c:v>4.4631523650062777</c:v>
                </c:pt>
                <c:pt idx="341">
                  <c:v>4.4631523650062777</c:v>
                </c:pt>
                <c:pt idx="342">
                  <c:v>4.4631523650062777</c:v>
                </c:pt>
                <c:pt idx="343">
                  <c:v>4.4631523650062777</c:v>
                </c:pt>
                <c:pt idx="344">
                  <c:v>4.4631523650062777</c:v>
                </c:pt>
                <c:pt idx="345">
                  <c:v>4.4631523650062777</c:v>
                </c:pt>
                <c:pt idx="346">
                  <c:v>4.4631523650062777</c:v>
                </c:pt>
                <c:pt idx="347">
                  <c:v>4.4631523650062777</c:v>
                </c:pt>
                <c:pt idx="348">
                  <c:v>4.4631523650062777</c:v>
                </c:pt>
                <c:pt idx="349">
                  <c:v>4.4631523650062777</c:v>
                </c:pt>
                <c:pt idx="350">
                  <c:v>4.4631523650062777</c:v>
                </c:pt>
                <c:pt idx="351">
                  <c:v>4.4631523650062777</c:v>
                </c:pt>
                <c:pt idx="352">
                  <c:v>4.4631523650062777</c:v>
                </c:pt>
                <c:pt idx="353">
                  <c:v>4.4631523650062777</c:v>
                </c:pt>
                <c:pt idx="354">
                  <c:v>4.4631523650062777</c:v>
                </c:pt>
                <c:pt idx="355">
                  <c:v>4.4631523650062777</c:v>
                </c:pt>
                <c:pt idx="356">
                  <c:v>4.4631523650062777</c:v>
                </c:pt>
                <c:pt idx="357">
                  <c:v>4.4631523650062777</c:v>
                </c:pt>
                <c:pt idx="358">
                  <c:v>4.4631523650062777</c:v>
                </c:pt>
                <c:pt idx="359">
                  <c:v>4.4631523650062777</c:v>
                </c:pt>
                <c:pt idx="360">
                  <c:v>4.4631523650062777</c:v>
                </c:pt>
                <c:pt idx="361">
                  <c:v>4.4631523650062777</c:v>
                </c:pt>
                <c:pt idx="362">
                  <c:v>4.4631523650062777</c:v>
                </c:pt>
                <c:pt idx="363">
                  <c:v>4.4631523650062777</c:v>
                </c:pt>
                <c:pt idx="364">
                  <c:v>4.4631523650062777</c:v>
                </c:pt>
                <c:pt idx="365">
                  <c:v>4.4631523650062777</c:v>
                </c:pt>
                <c:pt idx="366">
                  <c:v>4.4631523650062777</c:v>
                </c:pt>
                <c:pt idx="367">
                  <c:v>4.4631523650062777</c:v>
                </c:pt>
                <c:pt idx="368">
                  <c:v>4.4631523650062777</c:v>
                </c:pt>
                <c:pt idx="369">
                  <c:v>4.4631523650062777</c:v>
                </c:pt>
                <c:pt idx="370">
                  <c:v>4.4631523650062777</c:v>
                </c:pt>
                <c:pt idx="371">
                  <c:v>4.4631523650062777</c:v>
                </c:pt>
                <c:pt idx="372">
                  <c:v>4.4631523650062777</c:v>
                </c:pt>
                <c:pt idx="373">
                  <c:v>4.4631523650062777</c:v>
                </c:pt>
                <c:pt idx="374">
                  <c:v>4.4631523650062777</c:v>
                </c:pt>
                <c:pt idx="375">
                  <c:v>4.4631523650062777</c:v>
                </c:pt>
                <c:pt idx="376">
                  <c:v>4.4631523650062777</c:v>
                </c:pt>
                <c:pt idx="377">
                  <c:v>4.4631523650062777</c:v>
                </c:pt>
                <c:pt idx="378">
                  <c:v>4.4631523650062777</c:v>
                </c:pt>
                <c:pt idx="379">
                  <c:v>4.4631523650062777</c:v>
                </c:pt>
                <c:pt idx="380">
                  <c:v>4.4631523650062777</c:v>
                </c:pt>
                <c:pt idx="381">
                  <c:v>4.4631523650062777</c:v>
                </c:pt>
                <c:pt idx="382">
                  <c:v>4.4631523650062777</c:v>
                </c:pt>
                <c:pt idx="383">
                  <c:v>4.4631523650062777</c:v>
                </c:pt>
                <c:pt idx="384">
                  <c:v>4.4631523650062777</c:v>
                </c:pt>
                <c:pt idx="385">
                  <c:v>4.4631523650062777</c:v>
                </c:pt>
                <c:pt idx="386">
                  <c:v>4.4631523650062777</c:v>
                </c:pt>
                <c:pt idx="387">
                  <c:v>4.4631523650062777</c:v>
                </c:pt>
                <c:pt idx="388">
                  <c:v>4.4631523650062777</c:v>
                </c:pt>
                <c:pt idx="389">
                  <c:v>4.4631523650062777</c:v>
                </c:pt>
                <c:pt idx="390">
                  <c:v>4.4631523650062777</c:v>
                </c:pt>
                <c:pt idx="391">
                  <c:v>4.4631523650062777</c:v>
                </c:pt>
                <c:pt idx="392">
                  <c:v>4.4631523650062777</c:v>
                </c:pt>
                <c:pt idx="393">
                  <c:v>4.4631523650062777</c:v>
                </c:pt>
                <c:pt idx="394">
                  <c:v>4.4631523650062777</c:v>
                </c:pt>
                <c:pt idx="395">
                  <c:v>4.4631523650062777</c:v>
                </c:pt>
                <c:pt idx="396">
                  <c:v>4.4631523650062777</c:v>
                </c:pt>
                <c:pt idx="397">
                  <c:v>4.4631523650062777</c:v>
                </c:pt>
                <c:pt idx="398">
                  <c:v>4.4631523650062777</c:v>
                </c:pt>
                <c:pt idx="399">
                  <c:v>4.4631523650062777</c:v>
                </c:pt>
                <c:pt idx="400">
                  <c:v>4.4631523650062777</c:v>
                </c:pt>
                <c:pt idx="401">
                  <c:v>4.4631523650062777</c:v>
                </c:pt>
                <c:pt idx="402">
                  <c:v>4.4631523650062777</c:v>
                </c:pt>
                <c:pt idx="403">
                  <c:v>4.4631523650062777</c:v>
                </c:pt>
                <c:pt idx="404">
                  <c:v>4.4631523650062777</c:v>
                </c:pt>
                <c:pt idx="405">
                  <c:v>4.4631523650062777</c:v>
                </c:pt>
                <c:pt idx="406">
                  <c:v>4.4631523650062777</c:v>
                </c:pt>
                <c:pt idx="407">
                  <c:v>4.4631523650062777</c:v>
                </c:pt>
                <c:pt idx="408">
                  <c:v>4.4631523650062777</c:v>
                </c:pt>
                <c:pt idx="409">
                  <c:v>4.4631523650062777</c:v>
                </c:pt>
                <c:pt idx="410">
                  <c:v>4.4631523650062777</c:v>
                </c:pt>
                <c:pt idx="411">
                  <c:v>4.4631523650062777</c:v>
                </c:pt>
                <c:pt idx="412">
                  <c:v>4.4631523650062777</c:v>
                </c:pt>
                <c:pt idx="413">
                  <c:v>4.4631523650062777</c:v>
                </c:pt>
                <c:pt idx="414">
                  <c:v>4.4631523650062777</c:v>
                </c:pt>
                <c:pt idx="415">
                  <c:v>4.4631523650062777</c:v>
                </c:pt>
                <c:pt idx="416">
                  <c:v>4.4631523650062777</c:v>
                </c:pt>
                <c:pt idx="417">
                  <c:v>4.4631523650062777</c:v>
                </c:pt>
                <c:pt idx="418">
                  <c:v>4.4631523650062777</c:v>
                </c:pt>
                <c:pt idx="419">
                  <c:v>4.4631523650062777</c:v>
                </c:pt>
                <c:pt idx="420">
                  <c:v>4.4631523650062777</c:v>
                </c:pt>
                <c:pt idx="421">
                  <c:v>4.4631523650062777</c:v>
                </c:pt>
                <c:pt idx="422">
                  <c:v>4.4631523650062777</c:v>
                </c:pt>
                <c:pt idx="423">
                  <c:v>4.4631523650062777</c:v>
                </c:pt>
                <c:pt idx="424">
                  <c:v>4.4631523650062777</c:v>
                </c:pt>
                <c:pt idx="425">
                  <c:v>4.4631523650062777</c:v>
                </c:pt>
                <c:pt idx="426">
                  <c:v>4.4631523650062777</c:v>
                </c:pt>
                <c:pt idx="427">
                  <c:v>4.4631523650062777</c:v>
                </c:pt>
                <c:pt idx="428">
                  <c:v>4.4631523650062777</c:v>
                </c:pt>
                <c:pt idx="429">
                  <c:v>4.4631523650062777</c:v>
                </c:pt>
                <c:pt idx="430">
                  <c:v>4.4631523650062777</c:v>
                </c:pt>
                <c:pt idx="431">
                  <c:v>4.4631523650062777</c:v>
                </c:pt>
                <c:pt idx="432">
                  <c:v>4.4631523650062777</c:v>
                </c:pt>
                <c:pt idx="433">
                  <c:v>4.4631523650062777</c:v>
                </c:pt>
                <c:pt idx="434">
                  <c:v>4.4631523650062777</c:v>
                </c:pt>
                <c:pt idx="435">
                  <c:v>4.4631523650062777</c:v>
                </c:pt>
                <c:pt idx="436">
                  <c:v>4.4631523650062777</c:v>
                </c:pt>
                <c:pt idx="437">
                  <c:v>4.4631523650062777</c:v>
                </c:pt>
                <c:pt idx="438">
                  <c:v>4.4631523650062777</c:v>
                </c:pt>
                <c:pt idx="439">
                  <c:v>4.4631523650062777</c:v>
                </c:pt>
                <c:pt idx="440">
                  <c:v>4.4631523650062777</c:v>
                </c:pt>
                <c:pt idx="441">
                  <c:v>4.4631523650062777</c:v>
                </c:pt>
                <c:pt idx="442">
                  <c:v>4.4631523650062777</c:v>
                </c:pt>
                <c:pt idx="443">
                  <c:v>4.4631523650062777</c:v>
                </c:pt>
                <c:pt idx="444">
                  <c:v>4.4631523650062777</c:v>
                </c:pt>
                <c:pt idx="445">
                  <c:v>4.4631523650062777</c:v>
                </c:pt>
                <c:pt idx="446">
                  <c:v>4.4631523650062777</c:v>
                </c:pt>
                <c:pt idx="447">
                  <c:v>4.4631523650062777</c:v>
                </c:pt>
                <c:pt idx="448">
                  <c:v>4.4631523650062777</c:v>
                </c:pt>
                <c:pt idx="449">
                  <c:v>4.4631523650062777</c:v>
                </c:pt>
                <c:pt idx="450">
                  <c:v>4.4631523650062777</c:v>
                </c:pt>
                <c:pt idx="451">
                  <c:v>4.4631523650062777</c:v>
                </c:pt>
                <c:pt idx="452">
                  <c:v>4.4631523650062777</c:v>
                </c:pt>
                <c:pt idx="453">
                  <c:v>4.4631523650062777</c:v>
                </c:pt>
                <c:pt idx="454">
                  <c:v>4.4631523650062777</c:v>
                </c:pt>
                <c:pt idx="455">
                  <c:v>4.4631523650062777</c:v>
                </c:pt>
                <c:pt idx="456">
                  <c:v>4.4631523650062777</c:v>
                </c:pt>
                <c:pt idx="457">
                  <c:v>4.4631523650062777</c:v>
                </c:pt>
                <c:pt idx="458">
                  <c:v>4.4631523650062777</c:v>
                </c:pt>
                <c:pt idx="459">
                  <c:v>4.4631523650062777</c:v>
                </c:pt>
                <c:pt idx="460">
                  <c:v>4.4631523650062777</c:v>
                </c:pt>
                <c:pt idx="461">
                  <c:v>4.4631523650062777</c:v>
                </c:pt>
                <c:pt idx="462">
                  <c:v>4.4631523650062777</c:v>
                </c:pt>
                <c:pt idx="463">
                  <c:v>4.4631523650062777</c:v>
                </c:pt>
                <c:pt idx="464">
                  <c:v>4.4631523650062777</c:v>
                </c:pt>
                <c:pt idx="465">
                  <c:v>4.4631523650062777</c:v>
                </c:pt>
                <c:pt idx="466">
                  <c:v>4.4631523650062777</c:v>
                </c:pt>
                <c:pt idx="467">
                  <c:v>4.4631523650062777</c:v>
                </c:pt>
                <c:pt idx="468">
                  <c:v>4.4631523650062777</c:v>
                </c:pt>
                <c:pt idx="469">
                  <c:v>4.4631523650062777</c:v>
                </c:pt>
                <c:pt idx="470">
                  <c:v>4.4631523650062777</c:v>
                </c:pt>
                <c:pt idx="471">
                  <c:v>4.4631523650062777</c:v>
                </c:pt>
                <c:pt idx="472">
                  <c:v>4.4631523650062777</c:v>
                </c:pt>
                <c:pt idx="473">
                  <c:v>4.4631523650062777</c:v>
                </c:pt>
                <c:pt idx="474">
                  <c:v>4.4631523650062777</c:v>
                </c:pt>
                <c:pt idx="475">
                  <c:v>4.4631523650062777</c:v>
                </c:pt>
                <c:pt idx="476">
                  <c:v>4.4631523650062777</c:v>
                </c:pt>
                <c:pt idx="477">
                  <c:v>4.4631523650062777</c:v>
                </c:pt>
                <c:pt idx="478">
                  <c:v>4.4631523650062777</c:v>
                </c:pt>
                <c:pt idx="479">
                  <c:v>4.4631523650062777</c:v>
                </c:pt>
                <c:pt idx="480">
                  <c:v>4.4631523650062777</c:v>
                </c:pt>
                <c:pt idx="481">
                  <c:v>4.4631523650062777</c:v>
                </c:pt>
                <c:pt idx="482">
                  <c:v>4.4631523650062777</c:v>
                </c:pt>
                <c:pt idx="483">
                  <c:v>4.4631523650062777</c:v>
                </c:pt>
                <c:pt idx="484">
                  <c:v>4.4631523650062777</c:v>
                </c:pt>
                <c:pt idx="485">
                  <c:v>4.4631523650062777</c:v>
                </c:pt>
                <c:pt idx="486">
                  <c:v>4.4631523650062777</c:v>
                </c:pt>
                <c:pt idx="487">
                  <c:v>4.4631523650062777</c:v>
                </c:pt>
                <c:pt idx="488">
                  <c:v>4.4631523650062777</c:v>
                </c:pt>
                <c:pt idx="489">
                  <c:v>4.4631523650062777</c:v>
                </c:pt>
                <c:pt idx="490">
                  <c:v>4.4631523650062777</c:v>
                </c:pt>
                <c:pt idx="491">
                  <c:v>4.4631523650062777</c:v>
                </c:pt>
                <c:pt idx="492">
                  <c:v>4.4631523650062777</c:v>
                </c:pt>
                <c:pt idx="493">
                  <c:v>4.4631523650062777</c:v>
                </c:pt>
                <c:pt idx="494">
                  <c:v>4.4631523650062777</c:v>
                </c:pt>
                <c:pt idx="495">
                  <c:v>4.4631523650062777</c:v>
                </c:pt>
                <c:pt idx="496">
                  <c:v>4.4631523650062777</c:v>
                </c:pt>
                <c:pt idx="497">
                  <c:v>4.4631523650062777</c:v>
                </c:pt>
                <c:pt idx="498">
                  <c:v>4.4631523650062777</c:v>
                </c:pt>
                <c:pt idx="499">
                  <c:v>4.4631523650062777</c:v>
                </c:pt>
                <c:pt idx="500">
                  <c:v>4.4631523650062777</c:v>
                </c:pt>
                <c:pt idx="501">
                  <c:v>4.4631523650062777</c:v>
                </c:pt>
                <c:pt idx="502">
                  <c:v>4.4631523650062777</c:v>
                </c:pt>
                <c:pt idx="503">
                  <c:v>4.4631523650062777</c:v>
                </c:pt>
                <c:pt idx="504">
                  <c:v>4.4631523650062777</c:v>
                </c:pt>
                <c:pt idx="505">
                  <c:v>4.4631523650062777</c:v>
                </c:pt>
                <c:pt idx="506">
                  <c:v>4.4631523650062777</c:v>
                </c:pt>
                <c:pt idx="507">
                  <c:v>4.4631523650062777</c:v>
                </c:pt>
                <c:pt idx="508">
                  <c:v>4.4631523650062777</c:v>
                </c:pt>
                <c:pt idx="509">
                  <c:v>4.4631523650062777</c:v>
                </c:pt>
                <c:pt idx="510">
                  <c:v>4.4631523650062777</c:v>
                </c:pt>
                <c:pt idx="511">
                  <c:v>4.4631523650062777</c:v>
                </c:pt>
                <c:pt idx="512">
                  <c:v>4.4631523650062777</c:v>
                </c:pt>
                <c:pt idx="513">
                  <c:v>4.4631523650062777</c:v>
                </c:pt>
                <c:pt idx="514">
                  <c:v>4.4631523650062777</c:v>
                </c:pt>
                <c:pt idx="515">
                  <c:v>4.4631523650062777</c:v>
                </c:pt>
                <c:pt idx="516">
                  <c:v>4.4631523650062777</c:v>
                </c:pt>
                <c:pt idx="517">
                  <c:v>4.4631523650062777</c:v>
                </c:pt>
                <c:pt idx="518">
                  <c:v>4.4631523650062777</c:v>
                </c:pt>
                <c:pt idx="519">
                  <c:v>4.4631523650062777</c:v>
                </c:pt>
                <c:pt idx="520">
                  <c:v>4.4631523650062777</c:v>
                </c:pt>
                <c:pt idx="521">
                  <c:v>4.4631523650062777</c:v>
                </c:pt>
                <c:pt idx="522">
                  <c:v>4.4631523650062777</c:v>
                </c:pt>
                <c:pt idx="523">
                  <c:v>4.4631523650062777</c:v>
                </c:pt>
                <c:pt idx="524">
                  <c:v>4.4631523650062777</c:v>
                </c:pt>
                <c:pt idx="525">
                  <c:v>4.4631523650062777</c:v>
                </c:pt>
                <c:pt idx="526">
                  <c:v>4.4631523650062777</c:v>
                </c:pt>
                <c:pt idx="527">
                  <c:v>4.4631523650062777</c:v>
                </c:pt>
                <c:pt idx="528">
                  <c:v>4.4631523650062777</c:v>
                </c:pt>
                <c:pt idx="529">
                  <c:v>4.4631523650062777</c:v>
                </c:pt>
                <c:pt idx="530">
                  <c:v>4.4631523650062777</c:v>
                </c:pt>
                <c:pt idx="531">
                  <c:v>4.4631523650062777</c:v>
                </c:pt>
                <c:pt idx="532">
                  <c:v>4.4631523650062777</c:v>
                </c:pt>
                <c:pt idx="533">
                  <c:v>4.4631523650062777</c:v>
                </c:pt>
                <c:pt idx="534">
                  <c:v>4.4631523650062777</c:v>
                </c:pt>
                <c:pt idx="535">
                  <c:v>4.4631523650062777</c:v>
                </c:pt>
                <c:pt idx="536">
                  <c:v>4.4631523650062777</c:v>
                </c:pt>
                <c:pt idx="537">
                  <c:v>4.4631523650062777</c:v>
                </c:pt>
                <c:pt idx="538">
                  <c:v>4.4631523650062777</c:v>
                </c:pt>
                <c:pt idx="539">
                  <c:v>4.4631523650062777</c:v>
                </c:pt>
                <c:pt idx="540">
                  <c:v>4.4631523650062777</c:v>
                </c:pt>
                <c:pt idx="541">
                  <c:v>4.4631523650062777</c:v>
                </c:pt>
                <c:pt idx="542">
                  <c:v>4.4631523650062777</c:v>
                </c:pt>
                <c:pt idx="543">
                  <c:v>4.4631523650062777</c:v>
                </c:pt>
                <c:pt idx="544">
                  <c:v>4.4631523650062777</c:v>
                </c:pt>
                <c:pt idx="545">
                  <c:v>4.4631523650062777</c:v>
                </c:pt>
                <c:pt idx="546">
                  <c:v>4.4631523650062777</c:v>
                </c:pt>
                <c:pt idx="547">
                  <c:v>4.4631523650062777</c:v>
                </c:pt>
                <c:pt idx="548">
                  <c:v>4.4631523650062777</c:v>
                </c:pt>
                <c:pt idx="549">
                  <c:v>4.4631523650062777</c:v>
                </c:pt>
                <c:pt idx="550">
                  <c:v>4.4631523650062777</c:v>
                </c:pt>
                <c:pt idx="551">
                  <c:v>4.4631523650062777</c:v>
                </c:pt>
                <c:pt idx="552">
                  <c:v>4.4631523650062777</c:v>
                </c:pt>
                <c:pt idx="553">
                  <c:v>4.4631523650062777</c:v>
                </c:pt>
                <c:pt idx="554">
                  <c:v>4.4631523650062777</c:v>
                </c:pt>
                <c:pt idx="555">
                  <c:v>4.4631523650062777</c:v>
                </c:pt>
                <c:pt idx="556">
                  <c:v>4.4631523650062777</c:v>
                </c:pt>
                <c:pt idx="557">
                  <c:v>4.4631523650062777</c:v>
                </c:pt>
                <c:pt idx="558">
                  <c:v>4.4631523650062777</c:v>
                </c:pt>
                <c:pt idx="559">
                  <c:v>4.4631523650062777</c:v>
                </c:pt>
                <c:pt idx="560">
                  <c:v>4.4631523650062777</c:v>
                </c:pt>
                <c:pt idx="561">
                  <c:v>4.4631523650062777</c:v>
                </c:pt>
                <c:pt idx="562">
                  <c:v>4.4631523650062777</c:v>
                </c:pt>
                <c:pt idx="563">
                  <c:v>4.4631523650062777</c:v>
                </c:pt>
                <c:pt idx="564">
                  <c:v>4.4631523650062777</c:v>
                </c:pt>
                <c:pt idx="565">
                  <c:v>4.4631523650062777</c:v>
                </c:pt>
                <c:pt idx="566">
                  <c:v>4.4631523650062777</c:v>
                </c:pt>
                <c:pt idx="567">
                  <c:v>4.4631523650062777</c:v>
                </c:pt>
                <c:pt idx="568">
                  <c:v>4.4631523650062777</c:v>
                </c:pt>
                <c:pt idx="569">
                  <c:v>4.4631523650062777</c:v>
                </c:pt>
                <c:pt idx="570">
                  <c:v>4.4631523650062777</c:v>
                </c:pt>
                <c:pt idx="571">
                  <c:v>4.4631523650062777</c:v>
                </c:pt>
                <c:pt idx="572">
                  <c:v>4.4631523650062777</c:v>
                </c:pt>
                <c:pt idx="573">
                  <c:v>4.4631523650062777</c:v>
                </c:pt>
                <c:pt idx="574">
                  <c:v>4.4631523650062777</c:v>
                </c:pt>
                <c:pt idx="575">
                  <c:v>4.4631523650062777</c:v>
                </c:pt>
                <c:pt idx="576">
                  <c:v>4.4631523650062777</c:v>
                </c:pt>
                <c:pt idx="577">
                  <c:v>4.4631523650062777</c:v>
                </c:pt>
                <c:pt idx="578">
                  <c:v>4.4631523650062777</c:v>
                </c:pt>
                <c:pt idx="579">
                  <c:v>4.4631523650062777</c:v>
                </c:pt>
                <c:pt idx="580">
                  <c:v>4.4631523650062777</c:v>
                </c:pt>
                <c:pt idx="581">
                  <c:v>4.4631523650062777</c:v>
                </c:pt>
                <c:pt idx="582">
                  <c:v>4.4631523650062777</c:v>
                </c:pt>
                <c:pt idx="583">
                  <c:v>4.4631523650062777</c:v>
                </c:pt>
                <c:pt idx="584">
                  <c:v>4.4631523650062777</c:v>
                </c:pt>
                <c:pt idx="585">
                  <c:v>4.4631523650062777</c:v>
                </c:pt>
                <c:pt idx="586">
                  <c:v>4.4631523650062777</c:v>
                </c:pt>
                <c:pt idx="587">
                  <c:v>4.4631523650062777</c:v>
                </c:pt>
                <c:pt idx="588">
                  <c:v>4.4631523650062777</c:v>
                </c:pt>
                <c:pt idx="589">
                  <c:v>4.4631523650062777</c:v>
                </c:pt>
                <c:pt idx="590">
                  <c:v>4.4631523650062777</c:v>
                </c:pt>
                <c:pt idx="591">
                  <c:v>4.4631523650062777</c:v>
                </c:pt>
                <c:pt idx="592">
                  <c:v>4.4631523650062777</c:v>
                </c:pt>
                <c:pt idx="593">
                  <c:v>4.4631523650062777</c:v>
                </c:pt>
                <c:pt idx="594">
                  <c:v>4.4631523650062777</c:v>
                </c:pt>
                <c:pt idx="595">
                  <c:v>4.4631523650062777</c:v>
                </c:pt>
                <c:pt idx="596">
                  <c:v>4.4631523650062777</c:v>
                </c:pt>
                <c:pt idx="597">
                  <c:v>4.4631523650062777</c:v>
                </c:pt>
                <c:pt idx="598">
                  <c:v>4.4631523650062777</c:v>
                </c:pt>
                <c:pt idx="599">
                  <c:v>4.4631523650062777</c:v>
                </c:pt>
                <c:pt idx="600">
                  <c:v>4.4631523650062777</c:v>
                </c:pt>
                <c:pt idx="601">
                  <c:v>4.4631523650062777</c:v>
                </c:pt>
                <c:pt idx="602">
                  <c:v>4.4631523650062777</c:v>
                </c:pt>
                <c:pt idx="603">
                  <c:v>4.4631523650062777</c:v>
                </c:pt>
                <c:pt idx="604">
                  <c:v>4.4631523650062777</c:v>
                </c:pt>
                <c:pt idx="605">
                  <c:v>4.4631523650062777</c:v>
                </c:pt>
                <c:pt idx="606">
                  <c:v>4.4631523650062777</c:v>
                </c:pt>
                <c:pt idx="607">
                  <c:v>4.4631523650062777</c:v>
                </c:pt>
                <c:pt idx="608">
                  <c:v>4.4631523650062777</c:v>
                </c:pt>
                <c:pt idx="609">
                  <c:v>4.4631523650062777</c:v>
                </c:pt>
                <c:pt idx="610">
                  <c:v>4.4631523650062777</c:v>
                </c:pt>
                <c:pt idx="611">
                  <c:v>4.4631523650062777</c:v>
                </c:pt>
                <c:pt idx="612">
                  <c:v>4.4631523650062777</c:v>
                </c:pt>
                <c:pt idx="613">
                  <c:v>4.4631523650062777</c:v>
                </c:pt>
                <c:pt idx="614">
                  <c:v>4.4631523650062777</c:v>
                </c:pt>
                <c:pt idx="615">
                  <c:v>4.4631523650062777</c:v>
                </c:pt>
                <c:pt idx="616">
                  <c:v>4.4631523650062777</c:v>
                </c:pt>
                <c:pt idx="617">
                  <c:v>4.4631523650062777</c:v>
                </c:pt>
                <c:pt idx="618">
                  <c:v>4.4631523650062777</c:v>
                </c:pt>
                <c:pt idx="619">
                  <c:v>4.4631523650062777</c:v>
                </c:pt>
                <c:pt idx="620">
                  <c:v>4.4631523650062777</c:v>
                </c:pt>
                <c:pt idx="621">
                  <c:v>4.4631523650062777</c:v>
                </c:pt>
                <c:pt idx="622">
                  <c:v>4.4631523650062777</c:v>
                </c:pt>
                <c:pt idx="623">
                  <c:v>4.4631523650062777</c:v>
                </c:pt>
                <c:pt idx="624">
                  <c:v>4.4631523650062777</c:v>
                </c:pt>
                <c:pt idx="625">
                  <c:v>4.4631523650062777</c:v>
                </c:pt>
                <c:pt idx="626">
                  <c:v>4.4631523650062777</c:v>
                </c:pt>
                <c:pt idx="627">
                  <c:v>4.4631523650062777</c:v>
                </c:pt>
                <c:pt idx="628">
                  <c:v>4.4631523650062777</c:v>
                </c:pt>
                <c:pt idx="629">
                  <c:v>4.4631523650062777</c:v>
                </c:pt>
                <c:pt idx="630">
                  <c:v>4.4631523650062777</c:v>
                </c:pt>
                <c:pt idx="631">
                  <c:v>4.4631523650062777</c:v>
                </c:pt>
                <c:pt idx="632">
                  <c:v>4.4631523650062777</c:v>
                </c:pt>
                <c:pt idx="633">
                  <c:v>4.4631523650062777</c:v>
                </c:pt>
                <c:pt idx="634">
                  <c:v>4.4631523650062777</c:v>
                </c:pt>
                <c:pt idx="635">
                  <c:v>4.4631523650062777</c:v>
                </c:pt>
                <c:pt idx="636">
                  <c:v>4.4631523650062777</c:v>
                </c:pt>
                <c:pt idx="637">
                  <c:v>4.4631523650062777</c:v>
                </c:pt>
                <c:pt idx="638">
                  <c:v>4.4631523650062777</c:v>
                </c:pt>
                <c:pt idx="639">
                  <c:v>4.4631523650062777</c:v>
                </c:pt>
                <c:pt idx="640">
                  <c:v>4.4631523650062777</c:v>
                </c:pt>
                <c:pt idx="641">
                  <c:v>4.4631523650062777</c:v>
                </c:pt>
                <c:pt idx="642">
                  <c:v>4.4631523650062777</c:v>
                </c:pt>
                <c:pt idx="643">
                  <c:v>4.4631523650062777</c:v>
                </c:pt>
                <c:pt idx="644">
                  <c:v>4.4631523650062777</c:v>
                </c:pt>
                <c:pt idx="645">
                  <c:v>4.4631523650062777</c:v>
                </c:pt>
                <c:pt idx="646">
                  <c:v>4.4631523650062777</c:v>
                </c:pt>
                <c:pt idx="647">
                  <c:v>4.4631523650062777</c:v>
                </c:pt>
                <c:pt idx="648">
                  <c:v>4.4631523650062777</c:v>
                </c:pt>
                <c:pt idx="649">
                  <c:v>4.4631523650062777</c:v>
                </c:pt>
                <c:pt idx="650">
                  <c:v>4.4631523650062777</c:v>
                </c:pt>
                <c:pt idx="651">
                  <c:v>4.4631523650062777</c:v>
                </c:pt>
                <c:pt idx="652">
                  <c:v>4.4631523650062777</c:v>
                </c:pt>
                <c:pt idx="653">
                  <c:v>4.4631523650062777</c:v>
                </c:pt>
                <c:pt idx="654">
                  <c:v>4.4631523650062777</c:v>
                </c:pt>
                <c:pt idx="655">
                  <c:v>4.4631523650062777</c:v>
                </c:pt>
                <c:pt idx="656">
                  <c:v>4.4631523650062777</c:v>
                </c:pt>
                <c:pt idx="657">
                  <c:v>4.4631523650062777</c:v>
                </c:pt>
                <c:pt idx="658">
                  <c:v>4.4631523650062777</c:v>
                </c:pt>
                <c:pt idx="659">
                  <c:v>4.4631523650062777</c:v>
                </c:pt>
                <c:pt idx="660">
                  <c:v>4.4631523650062777</c:v>
                </c:pt>
                <c:pt idx="661">
                  <c:v>4.4631523650062777</c:v>
                </c:pt>
                <c:pt idx="662">
                  <c:v>4.4631523650062777</c:v>
                </c:pt>
                <c:pt idx="663">
                  <c:v>4.4631523650062777</c:v>
                </c:pt>
                <c:pt idx="664">
                  <c:v>4.4631523650062777</c:v>
                </c:pt>
                <c:pt idx="665">
                  <c:v>4.4631523650062777</c:v>
                </c:pt>
                <c:pt idx="666">
                  <c:v>4.4631523650062777</c:v>
                </c:pt>
                <c:pt idx="667">
                  <c:v>4.4631523650062777</c:v>
                </c:pt>
                <c:pt idx="668">
                  <c:v>4.4631523650062777</c:v>
                </c:pt>
                <c:pt idx="669">
                  <c:v>4.4631523650062777</c:v>
                </c:pt>
                <c:pt idx="670">
                  <c:v>4.4631523650062777</c:v>
                </c:pt>
                <c:pt idx="671">
                  <c:v>4.4631523650062777</c:v>
                </c:pt>
                <c:pt idx="672">
                  <c:v>4.4631523650062777</c:v>
                </c:pt>
                <c:pt idx="673">
                  <c:v>4.4631523650062777</c:v>
                </c:pt>
                <c:pt idx="674">
                  <c:v>4.4631523650062777</c:v>
                </c:pt>
                <c:pt idx="675">
                  <c:v>4.4631523650062777</c:v>
                </c:pt>
                <c:pt idx="676">
                  <c:v>4.4631523650062777</c:v>
                </c:pt>
                <c:pt idx="677">
                  <c:v>4.4631523650062777</c:v>
                </c:pt>
                <c:pt idx="678">
                  <c:v>4.4631523650062777</c:v>
                </c:pt>
                <c:pt idx="679">
                  <c:v>4.4631523650062777</c:v>
                </c:pt>
                <c:pt idx="680">
                  <c:v>4.4631523650062777</c:v>
                </c:pt>
                <c:pt idx="681">
                  <c:v>4.4631523650062777</c:v>
                </c:pt>
                <c:pt idx="682">
                  <c:v>4.4631523650062777</c:v>
                </c:pt>
                <c:pt idx="683">
                  <c:v>4.4631523650062777</c:v>
                </c:pt>
                <c:pt idx="684">
                  <c:v>4.4631523650062777</c:v>
                </c:pt>
                <c:pt idx="685">
                  <c:v>4.4631523650062777</c:v>
                </c:pt>
                <c:pt idx="686">
                  <c:v>4.4631523650062777</c:v>
                </c:pt>
                <c:pt idx="687">
                  <c:v>4.4631523650062777</c:v>
                </c:pt>
                <c:pt idx="688">
                  <c:v>4.4631523650062777</c:v>
                </c:pt>
                <c:pt idx="689">
                  <c:v>4.4631523650062777</c:v>
                </c:pt>
                <c:pt idx="690">
                  <c:v>4.4631523650062777</c:v>
                </c:pt>
                <c:pt idx="691">
                  <c:v>4.4631523650062777</c:v>
                </c:pt>
                <c:pt idx="692">
                  <c:v>4.4631523650062777</c:v>
                </c:pt>
                <c:pt idx="693">
                  <c:v>4.4631523650062777</c:v>
                </c:pt>
                <c:pt idx="694">
                  <c:v>4.4631523650062777</c:v>
                </c:pt>
                <c:pt idx="695">
                  <c:v>4.4631523650062777</c:v>
                </c:pt>
                <c:pt idx="696">
                  <c:v>4.4631523650062777</c:v>
                </c:pt>
                <c:pt idx="697">
                  <c:v>4.4631523650062777</c:v>
                </c:pt>
                <c:pt idx="698">
                  <c:v>4.4631523650062777</c:v>
                </c:pt>
                <c:pt idx="699">
                  <c:v>4.4631523650062777</c:v>
                </c:pt>
                <c:pt idx="700">
                  <c:v>4.4631523650062777</c:v>
                </c:pt>
                <c:pt idx="701">
                  <c:v>4.4631523650062777</c:v>
                </c:pt>
                <c:pt idx="702">
                  <c:v>4.4631523650062777</c:v>
                </c:pt>
                <c:pt idx="703">
                  <c:v>4.4631523650062777</c:v>
                </c:pt>
                <c:pt idx="704">
                  <c:v>4.4631523650062777</c:v>
                </c:pt>
                <c:pt idx="705">
                  <c:v>4.4631523650062777</c:v>
                </c:pt>
                <c:pt idx="706">
                  <c:v>4.4631523650062777</c:v>
                </c:pt>
                <c:pt idx="707">
                  <c:v>4.4631523650062777</c:v>
                </c:pt>
                <c:pt idx="708">
                  <c:v>4.4631523650062777</c:v>
                </c:pt>
                <c:pt idx="709">
                  <c:v>4.4631523650062777</c:v>
                </c:pt>
                <c:pt idx="710">
                  <c:v>4.4631523650062777</c:v>
                </c:pt>
                <c:pt idx="711">
                  <c:v>4.4631523650062777</c:v>
                </c:pt>
                <c:pt idx="712">
                  <c:v>4.4631523650062777</c:v>
                </c:pt>
                <c:pt idx="713">
                  <c:v>4.4631523650062777</c:v>
                </c:pt>
                <c:pt idx="714">
                  <c:v>4.4631523650062777</c:v>
                </c:pt>
                <c:pt idx="715">
                  <c:v>4.4631523650062777</c:v>
                </c:pt>
                <c:pt idx="716">
                  <c:v>4.4631523650062777</c:v>
                </c:pt>
                <c:pt idx="717">
                  <c:v>4.4631523650062777</c:v>
                </c:pt>
                <c:pt idx="718">
                  <c:v>4.4631523650062777</c:v>
                </c:pt>
                <c:pt idx="719">
                  <c:v>4.4631523650062777</c:v>
                </c:pt>
                <c:pt idx="720">
                  <c:v>4.4631523650062777</c:v>
                </c:pt>
                <c:pt idx="721">
                  <c:v>4.4631523650062777</c:v>
                </c:pt>
                <c:pt idx="722">
                  <c:v>4.4631523650062777</c:v>
                </c:pt>
                <c:pt idx="723">
                  <c:v>4.4631523650062777</c:v>
                </c:pt>
                <c:pt idx="724">
                  <c:v>4.4631523650062777</c:v>
                </c:pt>
                <c:pt idx="725">
                  <c:v>4.4631523650062777</c:v>
                </c:pt>
                <c:pt idx="726">
                  <c:v>4.4631523650062777</c:v>
                </c:pt>
                <c:pt idx="727">
                  <c:v>4.4631523650062777</c:v>
                </c:pt>
                <c:pt idx="728">
                  <c:v>4.4631523650062777</c:v>
                </c:pt>
                <c:pt idx="729">
                  <c:v>4.4631523650062777</c:v>
                </c:pt>
                <c:pt idx="730">
                  <c:v>4.4631523650062777</c:v>
                </c:pt>
                <c:pt idx="731">
                  <c:v>4.4631523650062777</c:v>
                </c:pt>
                <c:pt idx="732">
                  <c:v>4.4631523650062777</c:v>
                </c:pt>
                <c:pt idx="733">
                  <c:v>4.4631523650062777</c:v>
                </c:pt>
                <c:pt idx="734">
                  <c:v>4.4631523650062777</c:v>
                </c:pt>
                <c:pt idx="735">
                  <c:v>4.4631523650062777</c:v>
                </c:pt>
                <c:pt idx="736">
                  <c:v>4.4631523650062777</c:v>
                </c:pt>
                <c:pt idx="737">
                  <c:v>4.4631523650062777</c:v>
                </c:pt>
                <c:pt idx="738">
                  <c:v>4.4631523650062777</c:v>
                </c:pt>
                <c:pt idx="739">
                  <c:v>4.4631523650062777</c:v>
                </c:pt>
                <c:pt idx="740">
                  <c:v>4.4631523650062777</c:v>
                </c:pt>
                <c:pt idx="741">
                  <c:v>4.4631523650062777</c:v>
                </c:pt>
                <c:pt idx="742">
                  <c:v>4.4631523650062777</c:v>
                </c:pt>
                <c:pt idx="743">
                  <c:v>4.4631523650062777</c:v>
                </c:pt>
                <c:pt idx="744">
                  <c:v>4.4631523650062777</c:v>
                </c:pt>
                <c:pt idx="745">
                  <c:v>4.4631523650062777</c:v>
                </c:pt>
                <c:pt idx="746">
                  <c:v>4.4631523650062777</c:v>
                </c:pt>
                <c:pt idx="747">
                  <c:v>4.4631523650062777</c:v>
                </c:pt>
                <c:pt idx="748">
                  <c:v>4.4631523650062777</c:v>
                </c:pt>
                <c:pt idx="749">
                  <c:v>4.4631523650062777</c:v>
                </c:pt>
                <c:pt idx="750">
                  <c:v>4.4631523650062777</c:v>
                </c:pt>
                <c:pt idx="751">
                  <c:v>4.4631523650062777</c:v>
                </c:pt>
                <c:pt idx="752">
                  <c:v>4.4631523650062777</c:v>
                </c:pt>
                <c:pt idx="753">
                  <c:v>4.4631523650062777</c:v>
                </c:pt>
                <c:pt idx="754">
                  <c:v>4.4631523650062777</c:v>
                </c:pt>
                <c:pt idx="755">
                  <c:v>4.4631523650062777</c:v>
                </c:pt>
                <c:pt idx="756">
                  <c:v>4.4631523650062777</c:v>
                </c:pt>
                <c:pt idx="757">
                  <c:v>4.4631523650062777</c:v>
                </c:pt>
                <c:pt idx="758">
                  <c:v>4.4631523650062777</c:v>
                </c:pt>
                <c:pt idx="759">
                  <c:v>4.4631523650062777</c:v>
                </c:pt>
                <c:pt idx="760">
                  <c:v>4.4631523650062777</c:v>
                </c:pt>
                <c:pt idx="761">
                  <c:v>4.4631523650062777</c:v>
                </c:pt>
                <c:pt idx="762">
                  <c:v>4.4631523650062777</c:v>
                </c:pt>
                <c:pt idx="763">
                  <c:v>4.4631523650062777</c:v>
                </c:pt>
                <c:pt idx="764">
                  <c:v>4.4631523650062777</c:v>
                </c:pt>
                <c:pt idx="765">
                  <c:v>4.4631523650062777</c:v>
                </c:pt>
                <c:pt idx="766">
                  <c:v>4.4631523650062777</c:v>
                </c:pt>
                <c:pt idx="767">
                  <c:v>4.4631523650062777</c:v>
                </c:pt>
                <c:pt idx="768">
                  <c:v>4.4631523650062777</c:v>
                </c:pt>
                <c:pt idx="769">
                  <c:v>4.4631523650062777</c:v>
                </c:pt>
                <c:pt idx="770">
                  <c:v>4.4631523650062777</c:v>
                </c:pt>
                <c:pt idx="771">
                  <c:v>4.4631523650062777</c:v>
                </c:pt>
                <c:pt idx="772">
                  <c:v>4.4631523650062777</c:v>
                </c:pt>
                <c:pt idx="773">
                  <c:v>4.4631523650062777</c:v>
                </c:pt>
                <c:pt idx="774">
                  <c:v>4.4631523650062777</c:v>
                </c:pt>
                <c:pt idx="775">
                  <c:v>4.4631523650062777</c:v>
                </c:pt>
                <c:pt idx="776">
                  <c:v>4.4631523650062777</c:v>
                </c:pt>
                <c:pt idx="777">
                  <c:v>4.4631523650062777</c:v>
                </c:pt>
                <c:pt idx="778">
                  <c:v>4.4631523650062777</c:v>
                </c:pt>
                <c:pt idx="779">
                  <c:v>4.4631523650062777</c:v>
                </c:pt>
                <c:pt idx="780">
                  <c:v>4.4631523650062777</c:v>
                </c:pt>
                <c:pt idx="781">
                  <c:v>4.4631523650062777</c:v>
                </c:pt>
                <c:pt idx="782">
                  <c:v>4.4631523650062777</c:v>
                </c:pt>
                <c:pt idx="783">
                  <c:v>4.4631523650062777</c:v>
                </c:pt>
                <c:pt idx="784">
                  <c:v>4.4631523650062777</c:v>
                </c:pt>
                <c:pt idx="785">
                  <c:v>4.4631523650062777</c:v>
                </c:pt>
                <c:pt idx="786">
                  <c:v>4.4631523650062777</c:v>
                </c:pt>
                <c:pt idx="787">
                  <c:v>4.4631523650062777</c:v>
                </c:pt>
                <c:pt idx="788">
                  <c:v>4.4631523650062777</c:v>
                </c:pt>
                <c:pt idx="789">
                  <c:v>4.4631523650062777</c:v>
                </c:pt>
                <c:pt idx="790">
                  <c:v>4.4631523650062777</c:v>
                </c:pt>
                <c:pt idx="791">
                  <c:v>4.4631523650062777</c:v>
                </c:pt>
                <c:pt idx="792">
                  <c:v>4.4631523650062777</c:v>
                </c:pt>
                <c:pt idx="793">
                  <c:v>4.4631523650062777</c:v>
                </c:pt>
                <c:pt idx="794">
                  <c:v>4.4631523650062777</c:v>
                </c:pt>
                <c:pt idx="795">
                  <c:v>4.4631523650062777</c:v>
                </c:pt>
                <c:pt idx="796">
                  <c:v>4.4631523650062777</c:v>
                </c:pt>
                <c:pt idx="797">
                  <c:v>4.4631523650062777</c:v>
                </c:pt>
                <c:pt idx="798">
                  <c:v>4.4631523650062777</c:v>
                </c:pt>
                <c:pt idx="799">
                  <c:v>4.4631523650062777</c:v>
                </c:pt>
                <c:pt idx="800">
                  <c:v>4.4631523650062777</c:v>
                </c:pt>
                <c:pt idx="801">
                  <c:v>4.4631523650062777</c:v>
                </c:pt>
                <c:pt idx="802">
                  <c:v>4.4631523650062777</c:v>
                </c:pt>
                <c:pt idx="803">
                  <c:v>4.4631523650062777</c:v>
                </c:pt>
                <c:pt idx="804">
                  <c:v>4.4631523650062777</c:v>
                </c:pt>
                <c:pt idx="805">
                  <c:v>4.4631523650062777</c:v>
                </c:pt>
                <c:pt idx="806">
                  <c:v>4.4631523650062777</c:v>
                </c:pt>
                <c:pt idx="807">
                  <c:v>4.4631523650062777</c:v>
                </c:pt>
                <c:pt idx="808">
                  <c:v>4.4631523650062777</c:v>
                </c:pt>
                <c:pt idx="809">
                  <c:v>4.4631523650062777</c:v>
                </c:pt>
                <c:pt idx="810">
                  <c:v>4.4631523650062777</c:v>
                </c:pt>
                <c:pt idx="811">
                  <c:v>4.4631523650062777</c:v>
                </c:pt>
                <c:pt idx="812">
                  <c:v>4.4631523650062777</c:v>
                </c:pt>
                <c:pt idx="813">
                  <c:v>4.4631523650062777</c:v>
                </c:pt>
                <c:pt idx="814">
                  <c:v>4.4631523650062777</c:v>
                </c:pt>
                <c:pt idx="815">
                  <c:v>4.4631523650062777</c:v>
                </c:pt>
                <c:pt idx="816">
                  <c:v>4.4631523650062777</c:v>
                </c:pt>
                <c:pt idx="817">
                  <c:v>4.4631523650062777</c:v>
                </c:pt>
                <c:pt idx="818">
                  <c:v>4.4631523650062777</c:v>
                </c:pt>
                <c:pt idx="819">
                  <c:v>4.4631523650062777</c:v>
                </c:pt>
                <c:pt idx="820">
                  <c:v>4.4631523650062777</c:v>
                </c:pt>
                <c:pt idx="821">
                  <c:v>4.4631523650062777</c:v>
                </c:pt>
                <c:pt idx="822">
                  <c:v>4.4631523650062777</c:v>
                </c:pt>
                <c:pt idx="823">
                  <c:v>4.4631523650062777</c:v>
                </c:pt>
                <c:pt idx="824">
                  <c:v>4.4631523650062777</c:v>
                </c:pt>
                <c:pt idx="825">
                  <c:v>4.4631523650062777</c:v>
                </c:pt>
                <c:pt idx="826">
                  <c:v>4.4631523650062777</c:v>
                </c:pt>
                <c:pt idx="827">
                  <c:v>4.4631523650062777</c:v>
                </c:pt>
                <c:pt idx="828">
                  <c:v>4.4631523650062777</c:v>
                </c:pt>
                <c:pt idx="829">
                  <c:v>4.4631523650062777</c:v>
                </c:pt>
                <c:pt idx="830">
                  <c:v>4.4631523650062777</c:v>
                </c:pt>
                <c:pt idx="831">
                  <c:v>4.4631523650062777</c:v>
                </c:pt>
                <c:pt idx="832">
                  <c:v>4.4631523650062777</c:v>
                </c:pt>
                <c:pt idx="833">
                  <c:v>4.4631523650062777</c:v>
                </c:pt>
                <c:pt idx="834">
                  <c:v>4.4631523650062777</c:v>
                </c:pt>
                <c:pt idx="835">
                  <c:v>4.4631523650062777</c:v>
                </c:pt>
                <c:pt idx="836">
                  <c:v>4.4631523650062777</c:v>
                </c:pt>
                <c:pt idx="837">
                  <c:v>4.4631523650062777</c:v>
                </c:pt>
                <c:pt idx="838">
                  <c:v>4.4631523650062777</c:v>
                </c:pt>
                <c:pt idx="839">
                  <c:v>4.4631523650062777</c:v>
                </c:pt>
                <c:pt idx="840">
                  <c:v>4.4631523650062777</c:v>
                </c:pt>
                <c:pt idx="841">
                  <c:v>4.4631523650062777</c:v>
                </c:pt>
                <c:pt idx="842">
                  <c:v>4.4631523650062777</c:v>
                </c:pt>
                <c:pt idx="843">
                  <c:v>4.4631523650062777</c:v>
                </c:pt>
                <c:pt idx="844">
                  <c:v>4.4631523650062777</c:v>
                </c:pt>
                <c:pt idx="845">
                  <c:v>4.4631523650062777</c:v>
                </c:pt>
                <c:pt idx="846">
                  <c:v>4.4631523650062777</c:v>
                </c:pt>
                <c:pt idx="847">
                  <c:v>4.4631523650062777</c:v>
                </c:pt>
                <c:pt idx="848">
                  <c:v>4.4631523650062777</c:v>
                </c:pt>
                <c:pt idx="849">
                  <c:v>4.4631523650062777</c:v>
                </c:pt>
                <c:pt idx="850">
                  <c:v>4.4631523650062777</c:v>
                </c:pt>
                <c:pt idx="851">
                  <c:v>4.4631523650062777</c:v>
                </c:pt>
                <c:pt idx="852">
                  <c:v>4.4631523650062777</c:v>
                </c:pt>
                <c:pt idx="853">
                  <c:v>4.4631523650062777</c:v>
                </c:pt>
                <c:pt idx="854">
                  <c:v>4.4631523650062777</c:v>
                </c:pt>
                <c:pt idx="855">
                  <c:v>4.4631523650062777</c:v>
                </c:pt>
                <c:pt idx="856">
                  <c:v>4.4631523650062777</c:v>
                </c:pt>
                <c:pt idx="857">
                  <c:v>4.4631523650062777</c:v>
                </c:pt>
                <c:pt idx="858">
                  <c:v>4.4631523650062777</c:v>
                </c:pt>
                <c:pt idx="859">
                  <c:v>4.4631523650062777</c:v>
                </c:pt>
                <c:pt idx="860">
                  <c:v>4.4631523650062777</c:v>
                </c:pt>
                <c:pt idx="861">
                  <c:v>4.4631523650062777</c:v>
                </c:pt>
                <c:pt idx="862">
                  <c:v>4.4631523650062777</c:v>
                </c:pt>
                <c:pt idx="863">
                  <c:v>4.4631523650062777</c:v>
                </c:pt>
                <c:pt idx="864">
                  <c:v>4.4631523650062777</c:v>
                </c:pt>
                <c:pt idx="865">
                  <c:v>4.4631523650062777</c:v>
                </c:pt>
                <c:pt idx="866">
                  <c:v>4.4631523650062777</c:v>
                </c:pt>
                <c:pt idx="867">
                  <c:v>4.4631523650062777</c:v>
                </c:pt>
                <c:pt idx="868">
                  <c:v>4.4631523650062777</c:v>
                </c:pt>
                <c:pt idx="869">
                  <c:v>4.4631523650062777</c:v>
                </c:pt>
                <c:pt idx="870">
                  <c:v>4.4631523650062777</c:v>
                </c:pt>
                <c:pt idx="871">
                  <c:v>4.4631523650062777</c:v>
                </c:pt>
                <c:pt idx="872">
                  <c:v>4.4631523650062777</c:v>
                </c:pt>
                <c:pt idx="873">
                  <c:v>4.4631523650062777</c:v>
                </c:pt>
                <c:pt idx="874">
                  <c:v>4.4631523650062777</c:v>
                </c:pt>
                <c:pt idx="875">
                  <c:v>4.4631523650062777</c:v>
                </c:pt>
                <c:pt idx="876">
                  <c:v>4.4631523650062777</c:v>
                </c:pt>
                <c:pt idx="877">
                  <c:v>4.4631523650062777</c:v>
                </c:pt>
                <c:pt idx="878">
                  <c:v>4.4631523650062777</c:v>
                </c:pt>
                <c:pt idx="879">
                  <c:v>4.4631523650062777</c:v>
                </c:pt>
                <c:pt idx="880">
                  <c:v>4.4631523650062777</c:v>
                </c:pt>
                <c:pt idx="881">
                  <c:v>4.4631523650062777</c:v>
                </c:pt>
                <c:pt idx="882">
                  <c:v>4.4631523650062777</c:v>
                </c:pt>
                <c:pt idx="883">
                  <c:v>4.4631523650062777</c:v>
                </c:pt>
                <c:pt idx="884">
                  <c:v>4.4631523650062777</c:v>
                </c:pt>
                <c:pt idx="885">
                  <c:v>4.4631523650062777</c:v>
                </c:pt>
                <c:pt idx="886">
                  <c:v>4.4631523650062777</c:v>
                </c:pt>
                <c:pt idx="887">
                  <c:v>4.4631523650062777</c:v>
                </c:pt>
                <c:pt idx="888">
                  <c:v>4.4631523650062777</c:v>
                </c:pt>
                <c:pt idx="889">
                  <c:v>4.4631523650062777</c:v>
                </c:pt>
                <c:pt idx="890">
                  <c:v>4.4631523650062777</c:v>
                </c:pt>
                <c:pt idx="891">
                  <c:v>4.4631523650062777</c:v>
                </c:pt>
                <c:pt idx="892">
                  <c:v>4.4631523650062777</c:v>
                </c:pt>
                <c:pt idx="893">
                  <c:v>4.4631523650062777</c:v>
                </c:pt>
                <c:pt idx="894">
                  <c:v>4.4631523650062777</c:v>
                </c:pt>
                <c:pt idx="895">
                  <c:v>4.4631523650062777</c:v>
                </c:pt>
                <c:pt idx="896">
                  <c:v>4.4631523650062777</c:v>
                </c:pt>
                <c:pt idx="897">
                  <c:v>4.4631523650062777</c:v>
                </c:pt>
                <c:pt idx="898">
                  <c:v>4.4631523650062777</c:v>
                </c:pt>
                <c:pt idx="899">
                  <c:v>4.4631523650062777</c:v>
                </c:pt>
                <c:pt idx="900">
                  <c:v>4.4631523650062777</c:v>
                </c:pt>
                <c:pt idx="901">
                  <c:v>4.4631523650062777</c:v>
                </c:pt>
                <c:pt idx="902">
                  <c:v>4.4631523650062777</c:v>
                </c:pt>
                <c:pt idx="903">
                  <c:v>4.4631523650062777</c:v>
                </c:pt>
                <c:pt idx="904">
                  <c:v>4.4631523650062777</c:v>
                </c:pt>
                <c:pt idx="905">
                  <c:v>4.4631523650062777</c:v>
                </c:pt>
                <c:pt idx="906">
                  <c:v>4.4631523650062777</c:v>
                </c:pt>
                <c:pt idx="907">
                  <c:v>4.4631523650062777</c:v>
                </c:pt>
                <c:pt idx="908">
                  <c:v>4.4631523650062777</c:v>
                </c:pt>
                <c:pt idx="909">
                  <c:v>4.4631523650062777</c:v>
                </c:pt>
                <c:pt idx="910">
                  <c:v>4.4631523650062777</c:v>
                </c:pt>
                <c:pt idx="911">
                  <c:v>4.4631523650062777</c:v>
                </c:pt>
                <c:pt idx="912">
                  <c:v>4.4631523650062777</c:v>
                </c:pt>
                <c:pt idx="913">
                  <c:v>4.4631523650062777</c:v>
                </c:pt>
                <c:pt idx="914">
                  <c:v>4.4631523650062777</c:v>
                </c:pt>
                <c:pt idx="915">
                  <c:v>4.4631523650062777</c:v>
                </c:pt>
                <c:pt idx="916">
                  <c:v>4.4631523650062777</c:v>
                </c:pt>
                <c:pt idx="917">
                  <c:v>4.4631523650062777</c:v>
                </c:pt>
                <c:pt idx="918">
                  <c:v>4.4631523650062777</c:v>
                </c:pt>
                <c:pt idx="919">
                  <c:v>4.4631523650062777</c:v>
                </c:pt>
                <c:pt idx="920">
                  <c:v>4.4631523650062777</c:v>
                </c:pt>
                <c:pt idx="921">
                  <c:v>4.4631523650062777</c:v>
                </c:pt>
                <c:pt idx="922">
                  <c:v>4.4631523650062777</c:v>
                </c:pt>
                <c:pt idx="923">
                  <c:v>4.4631523650062777</c:v>
                </c:pt>
                <c:pt idx="924">
                  <c:v>4.4631523650062777</c:v>
                </c:pt>
                <c:pt idx="925">
                  <c:v>4.4631523650062777</c:v>
                </c:pt>
                <c:pt idx="926">
                  <c:v>4.4631523650062777</c:v>
                </c:pt>
                <c:pt idx="927">
                  <c:v>4.4631523650062777</c:v>
                </c:pt>
                <c:pt idx="928">
                  <c:v>4.4631523650062777</c:v>
                </c:pt>
                <c:pt idx="929">
                  <c:v>4.4631523650062777</c:v>
                </c:pt>
                <c:pt idx="930">
                  <c:v>4.4631523650062777</c:v>
                </c:pt>
                <c:pt idx="931">
                  <c:v>4.4631523650062777</c:v>
                </c:pt>
                <c:pt idx="932">
                  <c:v>4.4631523650062777</c:v>
                </c:pt>
                <c:pt idx="933">
                  <c:v>4.4631523650062777</c:v>
                </c:pt>
                <c:pt idx="934">
                  <c:v>4.4631523650062777</c:v>
                </c:pt>
                <c:pt idx="935">
                  <c:v>4.4631523650062777</c:v>
                </c:pt>
                <c:pt idx="936">
                  <c:v>4.4631523650062777</c:v>
                </c:pt>
                <c:pt idx="937">
                  <c:v>4.4631523650062777</c:v>
                </c:pt>
                <c:pt idx="938">
                  <c:v>4.4631523650062777</c:v>
                </c:pt>
                <c:pt idx="939">
                  <c:v>4.4631523650062777</c:v>
                </c:pt>
                <c:pt idx="940">
                  <c:v>4.4631523650062777</c:v>
                </c:pt>
                <c:pt idx="941">
                  <c:v>4.4631523650062777</c:v>
                </c:pt>
                <c:pt idx="942">
                  <c:v>4.4631523650062777</c:v>
                </c:pt>
                <c:pt idx="943">
                  <c:v>4.4631523650062777</c:v>
                </c:pt>
                <c:pt idx="944">
                  <c:v>4.4631523650062777</c:v>
                </c:pt>
                <c:pt idx="945">
                  <c:v>4.4631523650062777</c:v>
                </c:pt>
                <c:pt idx="946">
                  <c:v>4.4631523650062777</c:v>
                </c:pt>
                <c:pt idx="947">
                  <c:v>4.4631523650062777</c:v>
                </c:pt>
                <c:pt idx="948">
                  <c:v>4.4631523650062777</c:v>
                </c:pt>
                <c:pt idx="949">
                  <c:v>4.4631523650062777</c:v>
                </c:pt>
                <c:pt idx="950">
                  <c:v>4.4631523650062777</c:v>
                </c:pt>
                <c:pt idx="951">
                  <c:v>4.4631523650062777</c:v>
                </c:pt>
                <c:pt idx="952">
                  <c:v>4.4631523650062777</c:v>
                </c:pt>
                <c:pt idx="953">
                  <c:v>4.4631523650062777</c:v>
                </c:pt>
                <c:pt idx="954">
                  <c:v>4.4631523650062777</c:v>
                </c:pt>
                <c:pt idx="955">
                  <c:v>4.4631523650062777</c:v>
                </c:pt>
                <c:pt idx="956">
                  <c:v>4.4631523650062777</c:v>
                </c:pt>
                <c:pt idx="957">
                  <c:v>4.4631523650062777</c:v>
                </c:pt>
                <c:pt idx="958">
                  <c:v>4.4631523650062777</c:v>
                </c:pt>
                <c:pt idx="959">
                  <c:v>4.4631523650062777</c:v>
                </c:pt>
                <c:pt idx="960">
                  <c:v>4.4631523650062777</c:v>
                </c:pt>
                <c:pt idx="961">
                  <c:v>4.4631523650062777</c:v>
                </c:pt>
                <c:pt idx="962">
                  <c:v>4.4631523650062777</c:v>
                </c:pt>
                <c:pt idx="963">
                  <c:v>4.4631523650062777</c:v>
                </c:pt>
                <c:pt idx="964">
                  <c:v>4.4631523650062777</c:v>
                </c:pt>
                <c:pt idx="965">
                  <c:v>4.4631523650062777</c:v>
                </c:pt>
                <c:pt idx="966">
                  <c:v>4.4631523650062777</c:v>
                </c:pt>
                <c:pt idx="967">
                  <c:v>4.4631523650062777</c:v>
                </c:pt>
                <c:pt idx="968">
                  <c:v>4.4631523650062777</c:v>
                </c:pt>
                <c:pt idx="969">
                  <c:v>4.4631523650062777</c:v>
                </c:pt>
                <c:pt idx="970">
                  <c:v>4.4631523650062777</c:v>
                </c:pt>
                <c:pt idx="971">
                  <c:v>4.4631523650062777</c:v>
                </c:pt>
                <c:pt idx="972">
                  <c:v>4.4631523650062777</c:v>
                </c:pt>
                <c:pt idx="973">
                  <c:v>4.4631523650062777</c:v>
                </c:pt>
                <c:pt idx="974">
                  <c:v>4.4631523650062777</c:v>
                </c:pt>
                <c:pt idx="975">
                  <c:v>4.4631523650062777</c:v>
                </c:pt>
                <c:pt idx="976">
                  <c:v>4.4631523650062777</c:v>
                </c:pt>
                <c:pt idx="977">
                  <c:v>4.4631523650062777</c:v>
                </c:pt>
                <c:pt idx="978">
                  <c:v>4.4631523650062777</c:v>
                </c:pt>
                <c:pt idx="979">
                  <c:v>4.4631523650062777</c:v>
                </c:pt>
                <c:pt idx="980">
                  <c:v>4.4631523650062777</c:v>
                </c:pt>
                <c:pt idx="981">
                  <c:v>4.4631523650062777</c:v>
                </c:pt>
                <c:pt idx="982">
                  <c:v>4.4631523650062777</c:v>
                </c:pt>
                <c:pt idx="983">
                  <c:v>4.4631523650062777</c:v>
                </c:pt>
                <c:pt idx="984">
                  <c:v>4.4631523650062777</c:v>
                </c:pt>
                <c:pt idx="985">
                  <c:v>4.4631523650062777</c:v>
                </c:pt>
                <c:pt idx="986">
                  <c:v>4.4631523650062777</c:v>
                </c:pt>
                <c:pt idx="987">
                  <c:v>4.4631523650062777</c:v>
                </c:pt>
                <c:pt idx="988">
                  <c:v>4.4631523650062777</c:v>
                </c:pt>
                <c:pt idx="989">
                  <c:v>4.4631523650062777</c:v>
                </c:pt>
                <c:pt idx="990">
                  <c:v>4.4631523650062777</c:v>
                </c:pt>
                <c:pt idx="991">
                  <c:v>4.4631523650062777</c:v>
                </c:pt>
                <c:pt idx="992">
                  <c:v>4.4631523650062777</c:v>
                </c:pt>
                <c:pt idx="993">
                  <c:v>4.4631523650062777</c:v>
                </c:pt>
                <c:pt idx="994">
                  <c:v>4.4631523650062777</c:v>
                </c:pt>
                <c:pt idx="995">
                  <c:v>4.4631523650062777</c:v>
                </c:pt>
                <c:pt idx="996">
                  <c:v>4.4631523650062777</c:v>
                </c:pt>
                <c:pt idx="997">
                  <c:v>4.4631523650062777</c:v>
                </c:pt>
                <c:pt idx="998">
                  <c:v>4.4631523650062777</c:v>
                </c:pt>
                <c:pt idx="999">
                  <c:v>4.4631523650062777</c:v>
                </c:pt>
                <c:pt idx="1000">
                  <c:v>4.4631523650062777</c:v>
                </c:pt>
                <c:pt idx="1001">
                  <c:v>4.4631523650062777</c:v>
                </c:pt>
                <c:pt idx="1002">
                  <c:v>4.4631523650062777</c:v>
                </c:pt>
                <c:pt idx="1003">
                  <c:v>4.4631523650062777</c:v>
                </c:pt>
                <c:pt idx="1004">
                  <c:v>4.4631523650062777</c:v>
                </c:pt>
                <c:pt idx="1005">
                  <c:v>4.4631523650062777</c:v>
                </c:pt>
                <c:pt idx="1006">
                  <c:v>4.4631523650062777</c:v>
                </c:pt>
                <c:pt idx="1007">
                  <c:v>4.4631523650062777</c:v>
                </c:pt>
                <c:pt idx="1008">
                  <c:v>4.4631523650062777</c:v>
                </c:pt>
                <c:pt idx="1009">
                  <c:v>4.4631523650062777</c:v>
                </c:pt>
                <c:pt idx="1010">
                  <c:v>4.4631523650062777</c:v>
                </c:pt>
                <c:pt idx="1011">
                  <c:v>4.4631523650062777</c:v>
                </c:pt>
                <c:pt idx="1012">
                  <c:v>4.4631523650062777</c:v>
                </c:pt>
                <c:pt idx="1013">
                  <c:v>4.4631523650062777</c:v>
                </c:pt>
                <c:pt idx="1014">
                  <c:v>4.4631523650062777</c:v>
                </c:pt>
                <c:pt idx="1015">
                  <c:v>4.4631523650062777</c:v>
                </c:pt>
                <c:pt idx="1016">
                  <c:v>4.4631523650062777</c:v>
                </c:pt>
                <c:pt idx="1017">
                  <c:v>4.4631523650062777</c:v>
                </c:pt>
                <c:pt idx="1018">
                  <c:v>4.4631523650062777</c:v>
                </c:pt>
                <c:pt idx="1019">
                  <c:v>4.4631523650062777</c:v>
                </c:pt>
                <c:pt idx="1020">
                  <c:v>4.4631523650062777</c:v>
                </c:pt>
                <c:pt idx="1021">
                  <c:v>4.4631523650062777</c:v>
                </c:pt>
                <c:pt idx="1022">
                  <c:v>4.4631523650062777</c:v>
                </c:pt>
                <c:pt idx="1023">
                  <c:v>4.4631523650062777</c:v>
                </c:pt>
                <c:pt idx="1024">
                  <c:v>4.4631523650062777</c:v>
                </c:pt>
                <c:pt idx="1025">
                  <c:v>4.4631523650062777</c:v>
                </c:pt>
                <c:pt idx="1026">
                  <c:v>4.4631523650062777</c:v>
                </c:pt>
                <c:pt idx="1027">
                  <c:v>4.4631523650062777</c:v>
                </c:pt>
                <c:pt idx="1028">
                  <c:v>4.4631523650062777</c:v>
                </c:pt>
                <c:pt idx="1029">
                  <c:v>4.4631523650062777</c:v>
                </c:pt>
                <c:pt idx="1030">
                  <c:v>4.4631523650062777</c:v>
                </c:pt>
                <c:pt idx="1031">
                  <c:v>4.4631523650062777</c:v>
                </c:pt>
                <c:pt idx="1032">
                  <c:v>4.4631523650062777</c:v>
                </c:pt>
                <c:pt idx="1033">
                  <c:v>4.4631523650062777</c:v>
                </c:pt>
                <c:pt idx="1034">
                  <c:v>4.4631523650062777</c:v>
                </c:pt>
                <c:pt idx="1035">
                  <c:v>4.4631523650062777</c:v>
                </c:pt>
                <c:pt idx="1036">
                  <c:v>4.4631523650062777</c:v>
                </c:pt>
                <c:pt idx="1037">
                  <c:v>4.4631523650062777</c:v>
                </c:pt>
                <c:pt idx="1038">
                  <c:v>4.4631523650062777</c:v>
                </c:pt>
                <c:pt idx="1039">
                  <c:v>4.4631523650062777</c:v>
                </c:pt>
                <c:pt idx="1040">
                  <c:v>4.4631523650062777</c:v>
                </c:pt>
                <c:pt idx="1041">
                  <c:v>4.4631523650062777</c:v>
                </c:pt>
                <c:pt idx="1042">
                  <c:v>4.4631523650062777</c:v>
                </c:pt>
                <c:pt idx="1043">
                  <c:v>4.4631523650062777</c:v>
                </c:pt>
                <c:pt idx="1044">
                  <c:v>4.4631523650062777</c:v>
                </c:pt>
                <c:pt idx="1045">
                  <c:v>4.4631523650062777</c:v>
                </c:pt>
                <c:pt idx="1046">
                  <c:v>4.4631523650062777</c:v>
                </c:pt>
                <c:pt idx="1047">
                  <c:v>4.4631523650062777</c:v>
                </c:pt>
                <c:pt idx="1048">
                  <c:v>4.4631523650062777</c:v>
                </c:pt>
                <c:pt idx="1049">
                  <c:v>4.4631523650062777</c:v>
                </c:pt>
                <c:pt idx="1050">
                  <c:v>4.4631523650062777</c:v>
                </c:pt>
                <c:pt idx="1051">
                  <c:v>4.4631523650062777</c:v>
                </c:pt>
                <c:pt idx="1052">
                  <c:v>4.4631523650062777</c:v>
                </c:pt>
                <c:pt idx="1053">
                  <c:v>4.4631523650062777</c:v>
                </c:pt>
                <c:pt idx="1054">
                  <c:v>4.4631523650062777</c:v>
                </c:pt>
                <c:pt idx="1055">
                  <c:v>4.4631523650062777</c:v>
                </c:pt>
                <c:pt idx="1056">
                  <c:v>4.4631523650062777</c:v>
                </c:pt>
                <c:pt idx="1057">
                  <c:v>4.4631523650062777</c:v>
                </c:pt>
                <c:pt idx="1058">
                  <c:v>4.4631523650062777</c:v>
                </c:pt>
                <c:pt idx="1059">
                  <c:v>4.4631523650062777</c:v>
                </c:pt>
                <c:pt idx="1060">
                  <c:v>4.4631523650062777</c:v>
                </c:pt>
                <c:pt idx="1061">
                  <c:v>4.4631523650062777</c:v>
                </c:pt>
                <c:pt idx="1062">
                  <c:v>4.4631523650062777</c:v>
                </c:pt>
                <c:pt idx="1063">
                  <c:v>4.4631523650062777</c:v>
                </c:pt>
                <c:pt idx="1064">
                  <c:v>4.4631523650062777</c:v>
                </c:pt>
                <c:pt idx="1065">
                  <c:v>4.4631523650062777</c:v>
                </c:pt>
                <c:pt idx="1066">
                  <c:v>4.4631523650062777</c:v>
                </c:pt>
                <c:pt idx="1067">
                  <c:v>4.4631523650062777</c:v>
                </c:pt>
                <c:pt idx="1068">
                  <c:v>4.4631523650062777</c:v>
                </c:pt>
                <c:pt idx="1069">
                  <c:v>4.4631523650062777</c:v>
                </c:pt>
                <c:pt idx="1070">
                  <c:v>4.4631523650062777</c:v>
                </c:pt>
                <c:pt idx="1071">
                  <c:v>4.4631523650062777</c:v>
                </c:pt>
                <c:pt idx="1072">
                  <c:v>4.4631523650062777</c:v>
                </c:pt>
                <c:pt idx="1073">
                  <c:v>4.4631523650062777</c:v>
                </c:pt>
                <c:pt idx="1074">
                  <c:v>4.4631523650062777</c:v>
                </c:pt>
                <c:pt idx="1075">
                  <c:v>4.4631523650062777</c:v>
                </c:pt>
                <c:pt idx="1076">
                  <c:v>4.4631523650062777</c:v>
                </c:pt>
                <c:pt idx="1077">
                  <c:v>4.4631523650062777</c:v>
                </c:pt>
                <c:pt idx="1078">
                  <c:v>4.4631523650062777</c:v>
                </c:pt>
                <c:pt idx="1079">
                  <c:v>4.4631523650062777</c:v>
                </c:pt>
                <c:pt idx="1080">
                  <c:v>4.4631523650062777</c:v>
                </c:pt>
                <c:pt idx="1081">
                  <c:v>4.4631523650062777</c:v>
                </c:pt>
                <c:pt idx="1082">
                  <c:v>4.4631523650062777</c:v>
                </c:pt>
                <c:pt idx="1083">
                  <c:v>4.4631523650062777</c:v>
                </c:pt>
                <c:pt idx="1084">
                  <c:v>4.4631523650062777</c:v>
                </c:pt>
                <c:pt idx="1085">
                  <c:v>4.4631523650062777</c:v>
                </c:pt>
                <c:pt idx="1086">
                  <c:v>4.4631523650062777</c:v>
                </c:pt>
                <c:pt idx="1087">
                  <c:v>4.4631523650062777</c:v>
                </c:pt>
                <c:pt idx="1088">
                  <c:v>4.4631523650062777</c:v>
                </c:pt>
                <c:pt idx="1089">
                  <c:v>4.4631523650062777</c:v>
                </c:pt>
                <c:pt idx="1090">
                  <c:v>4.4631523650062777</c:v>
                </c:pt>
                <c:pt idx="1091">
                  <c:v>4.4631523650062777</c:v>
                </c:pt>
                <c:pt idx="1092">
                  <c:v>4.4631523650062777</c:v>
                </c:pt>
                <c:pt idx="1093">
                  <c:v>4.4631523650062777</c:v>
                </c:pt>
                <c:pt idx="1094">
                  <c:v>4.4631523650062777</c:v>
                </c:pt>
                <c:pt idx="1095">
                  <c:v>4.4631523650062777</c:v>
                </c:pt>
                <c:pt idx="1096">
                  <c:v>4.4631523650062777</c:v>
                </c:pt>
                <c:pt idx="1097">
                  <c:v>4.4631523650062777</c:v>
                </c:pt>
                <c:pt idx="1098">
                  <c:v>4.4631523650062777</c:v>
                </c:pt>
                <c:pt idx="1099">
                  <c:v>4.4631523650062777</c:v>
                </c:pt>
                <c:pt idx="1100">
                  <c:v>4.4631523650062777</c:v>
                </c:pt>
                <c:pt idx="1101">
                  <c:v>4.4631523650062777</c:v>
                </c:pt>
                <c:pt idx="1102">
                  <c:v>4.4631523650062777</c:v>
                </c:pt>
                <c:pt idx="1103">
                  <c:v>4.4631523650062777</c:v>
                </c:pt>
                <c:pt idx="1104">
                  <c:v>4.4631523650062777</c:v>
                </c:pt>
                <c:pt idx="1105">
                  <c:v>4.4631523650062777</c:v>
                </c:pt>
                <c:pt idx="1106">
                  <c:v>4.4631523650062777</c:v>
                </c:pt>
                <c:pt idx="1107">
                  <c:v>4.4631523650062777</c:v>
                </c:pt>
                <c:pt idx="1108">
                  <c:v>4.4631523650062777</c:v>
                </c:pt>
                <c:pt idx="1109">
                  <c:v>4.4631523650062777</c:v>
                </c:pt>
                <c:pt idx="1110">
                  <c:v>4.4631523650062777</c:v>
                </c:pt>
                <c:pt idx="1111">
                  <c:v>4.4631523650062777</c:v>
                </c:pt>
                <c:pt idx="1112">
                  <c:v>4.4631523650062777</c:v>
                </c:pt>
                <c:pt idx="1113">
                  <c:v>4.4631523650062777</c:v>
                </c:pt>
                <c:pt idx="1114">
                  <c:v>4.4631523650062777</c:v>
                </c:pt>
                <c:pt idx="1115">
                  <c:v>4.4631523650062777</c:v>
                </c:pt>
                <c:pt idx="1116">
                  <c:v>4.4631523650062777</c:v>
                </c:pt>
                <c:pt idx="1117">
                  <c:v>4.4631523650062777</c:v>
                </c:pt>
                <c:pt idx="1118">
                  <c:v>4.4631523650062777</c:v>
                </c:pt>
                <c:pt idx="1119">
                  <c:v>4.4631523650062777</c:v>
                </c:pt>
                <c:pt idx="1120">
                  <c:v>4.4631523650062777</c:v>
                </c:pt>
                <c:pt idx="1121">
                  <c:v>4.4631523650062777</c:v>
                </c:pt>
                <c:pt idx="1122">
                  <c:v>4.4631523650062777</c:v>
                </c:pt>
                <c:pt idx="1123">
                  <c:v>4.4631523650062777</c:v>
                </c:pt>
                <c:pt idx="1124">
                  <c:v>4.4631523650062777</c:v>
                </c:pt>
                <c:pt idx="1125">
                  <c:v>4.4631523650062777</c:v>
                </c:pt>
                <c:pt idx="1126">
                  <c:v>4.4631523650062777</c:v>
                </c:pt>
                <c:pt idx="1127">
                  <c:v>4.4631523650062777</c:v>
                </c:pt>
                <c:pt idx="1128">
                  <c:v>4.4631523650062777</c:v>
                </c:pt>
                <c:pt idx="1129">
                  <c:v>4.4631523650062777</c:v>
                </c:pt>
                <c:pt idx="1130">
                  <c:v>4.4631523650062777</c:v>
                </c:pt>
                <c:pt idx="1131">
                  <c:v>4.4631523650062777</c:v>
                </c:pt>
                <c:pt idx="1132">
                  <c:v>4.4631523650062777</c:v>
                </c:pt>
                <c:pt idx="1133">
                  <c:v>4.4631523650062777</c:v>
                </c:pt>
                <c:pt idx="1134">
                  <c:v>4.4631523650062777</c:v>
                </c:pt>
                <c:pt idx="1135">
                  <c:v>4.4631523650062777</c:v>
                </c:pt>
                <c:pt idx="1136">
                  <c:v>4.4631523650062777</c:v>
                </c:pt>
                <c:pt idx="1137">
                  <c:v>4.4631523650062777</c:v>
                </c:pt>
                <c:pt idx="1138">
                  <c:v>4.4631523650062777</c:v>
                </c:pt>
                <c:pt idx="1139">
                  <c:v>4.4631523650062777</c:v>
                </c:pt>
                <c:pt idx="1140">
                  <c:v>4.4631523650062777</c:v>
                </c:pt>
                <c:pt idx="1141">
                  <c:v>4.4631523650062777</c:v>
                </c:pt>
                <c:pt idx="1142">
                  <c:v>4.4631523650062777</c:v>
                </c:pt>
                <c:pt idx="1143">
                  <c:v>4.4631523650062777</c:v>
                </c:pt>
                <c:pt idx="1144">
                  <c:v>4.4631523650062777</c:v>
                </c:pt>
                <c:pt idx="1145">
                  <c:v>4.4631523650062777</c:v>
                </c:pt>
                <c:pt idx="1146">
                  <c:v>4.4631523650062777</c:v>
                </c:pt>
                <c:pt idx="1147">
                  <c:v>4.4631523650062777</c:v>
                </c:pt>
                <c:pt idx="1148">
                  <c:v>4.4631523650062777</c:v>
                </c:pt>
                <c:pt idx="1149">
                  <c:v>4.4631523650062777</c:v>
                </c:pt>
                <c:pt idx="1150">
                  <c:v>4.4631523650062777</c:v>
                </c:pt>
                <c:pt idx="1151">
                  <c:v>4.4631523650062777</c:v>
                </c:pt>
                <c:pt idx="1152">
                  <c:v>4.4631523650062777</c:v>
                </c:pt>
                <c:pt idx="1153">
                  <c:v>4.4631523650062777</c:v>
                </c:pt>
                <c:pt idx="1154">
                  <c:v>4.4631523650062777</c:v>
                </c:pt>
                <c:pt idx="1155">
                  <c:v>4.4631523650062777</c:v>
                </c:pt>
                <c:pt idx="1156">
                  <c:v>4.4631523650062777</c:v>
                </c:pt>
                <c:pt idx="1157">
                  <c:v>4.4631523650062777</c:v>
                </c:pt>
                <c:pt idx="1158">
                  <c:v>4.4631523650062777</c:v>
                </c:pt>
                <c:pt idx="1159">
                  <c:v>4.4631523650062777</c:v>
                </c:pt>
                <c:pt idx="1160">
                  <c:v>4.4631523650062777</c:v>
                </c:pt>
                <c:pt idx="1161">
                  <c:v>4.4631523650062777</c:v>
                </c:pt>
                <c:pt idx="1162">
                  <c:v>4.4631523650062777</c:v>
                </c:pt>
                <c:pt idx="1163">
                  <c:v>4.4631523650062777</c:v>
                </c:pt>
                <c:pt idx="1164">
                  <c:v>4.4631523650062777</c:v>
                </c:pt>
                <c:pt idx="1165">
                  <c:v>4.4631523650062777</c:v>
                </c:pt>
                <c:pt idx="1166">
                  <c:v>4.4631523650062777</c:v>
                </c:pt>
                <c:pt idx="1167">
                  <c:v>4.4631523650062777</c:v>
                </c:pt>
                <c:pt idx="1168">
                  <c:v>4.4631523650062777</c:v>
                </c:pt>
                <c:pt idx="1169">
                  <c:v>4.4631523650062777</c:v>
                </c:pt>
                <c:pt idx="1170">
                  <c:v>4.4631523650062777</c:v>
                </c:pt>
                <c:pt idx="1171">
                  <c:v>4.4631523650062777</c:v>
                </c:pt>
                <c:pt idx="1172">
                  <c:v>4.4631523650062777</c:v>
                </c:pt>
                <c:pt idx="1173">
                  <c:v>4.4631523650062777</c:v>
                </c:pt>
                <c:pt idx="1174">
                  <c:v>4.4631523650062777</c:v>
                </c:pt>
                <c:pt idx="1175">
                  <c:v>4.4631523650062777</c:v>
                </c:pt>
                <c:pt idx="1176">
                  <c:v>4.4631523650062777</c:v>
                </c:pt>
                <c:pt idx="1177">
                  <c:v>4.4631523650062777</c:v>
                </c:pt>
                <c:pt idx="1178">
                  <c:v>4.4631523650062777</c:v>
                </c:pt>
                <c:pt idx="1179">
                  <c:v>4.4631523650062777</c:v>
                </c:pt>
                <c:pt idx="1180">
                  <c:v>4.4631523650062777</c:v>
                </c:pt>
                <c:pt idx="1181">
                  <c:v>4.4631523650062777</c:v>
                </c:pt>
                <c:pt idx="1182">
                  <c:v>4.4631523650062777</c:v>
                </c:pt>
                <c:pt idx="1183">
                  <c:v>4.4631523650062777</c:v>
                </c:pt>
                <c:pt idx="1184">
                  <c:v>4.4631523650062777</c:v>
                </c:pt>
                <c:pt idx="1185">
                  <c:v>4.4631523650062777</c:v>
                </c:pt>
                <c:pt idx="1186">
                  <c:v>4.4631523650062777</c:v>
                </c:pt>
                <c:pt idx="1187">
                  <c:v>4.4631523650062777</c:v>
                </c:pt>
                <c:pt idx="1188">
                  <c:v>4.4631523650062777</c:v>
                </c:pt>
                <c:pt idx="1189">
                  <c:v>4.4631523650062777</c:v>
                </c:pt>
                <c:pt idx="1190">
                  <c:v>4.4631523650062777</c:v>
                </c:pt>
                <c:pt idx="1191">
                  <c:v>4.4631523650062777</c:v>
                </c:pt>
                <c:pt idx="1192">
                  <c:v>4.4631523650062777</c:v>
                </c:pt>
                <c:pt idx="1193">
                  <c:v>4.4631523650062777</c:v>
                </c:pt>
                <c:pt idx="1194">
                  <c:v>4.4631523650062777</c:v>
                </c:pt>
                <c:pt idx="1195">
                  <c:v>4.4631523650062777</c:v>
                </c:pt>
                <c:pt idx="1196">
                  <c:v>4.4631523650062777</c:v>
                </c:pt>
                <c:pt idx="1197">
                  <c:v>4.4631523650062777</c:v>
                </c:pt>
                <c:pt idx="1198">
                  <c:v>4.4631523650062777</c:v>
                </c:pt>
                <c:pt idx="1199">
                  <c:v>4.4631523650062777</c:v>
                </c:pt>
                <c:pt idx="1200">
                  <c:v>4.4631523650062777</c:v>
                </c:pt>
                <c:pt idx="1201">
                  <c:v>4.4631523650062777</c:v>
                </c:pt>
                <c:pt idx="1202">
                  <c:v>4.4631523650062777</c:v>
                </c:pt>
                <c:pt idx="1203">
                  <c:v>4.4631523650062777</c:v>
                </c:pt>
                <c:pt idx="1204">
                  <c:v>4.4631523650062777</c:v>
                </c:pt>
                <c:pt idx="1205">
                  <c:v>4.4631523650062777</c:v>
                </c:pt>
                <c:pt idx="1206">
                  <c:v>4.4631523650062777</c:v>
                </c:pt>
                <c:pt idx="1207">
                  <c:v>4.4631523650062777</c:v>
                </c:pt>
                <c:pt idx="1208">
                  <c:v>4.4631523650062777</c:v>
                </c:pt>
                <c:pt idx="1209">
                  <c:v>4.4631523650062777</c:v>
                </c:pt>
                <c:pt idx="1210">
                  <c:v>4.4631523650062777</c:v>
                </c:pt>
                <c:pt idx="1211">
                  <c:v>4.4631523650062777</c:v>
                </c:pt>
                <c:pt idx="1212">
                  <c:v>4.4631523650062777</c:v>
                </c:pt>
                <c:pt idx="1213">
                  <c:v>4.4631523650062777</c:v>
                </c:pt>
                <c:pt idx="1214">
                  <c:v>4.4631523650062777</c:v>
                </c:pt>
                <c:pt idx="1215">
                  <c:v>4.4631523650062777</c:v>
                </c:pt>
                <c:pt idx="1216">
                  <c:v>4.4631523650062777</c:v>
                </c:pt>
                <c:pt idx="1217">
                  <c:v>4.4631523650062777</c:v>
                </c:pt>
                <c:pt idx="1218">
                  <c:v>4.4631523650062777</c:v>
                </c:pt>
                <c:pt idx="1219">
                  <c:v>4.4631523650062777</c:v>
                </c:pt>
                <c:pt idx="1220">
                  <c:v>4.4631523650062777</c:v>
                </c:pt>
                <c:pt idx="1221">
                  <c:v>4.4631523650062777</c:v>
                </c:pt>
                <c:pt idx="1222">
                  <c:v>4.4631523650062777</c:v>
                </c:pt>
                <c:pt idx="1223">
                  <c:v>4.4631523650062777</c:v>
                </c:pt>
                <c:pt idx="1224">
                  <c:v>4.4631523650062777</c:v>
                </c:pt>
                <c:pt idx="1225">
                  <c:v>4.4631523650062777</c:v>
                </c:pt>
                <c:pt idx="1226">
                  <c:v>4.4631523650062777</c:v>
                </c:pt>
                <c:pt idx="1227">
                  <c:v>4.4631523650062777</c:v>
                </c:pt>
                <c:pt idx="1228">
                  <c:v>4.4631523650062777</c:v>
                </c:pt>
                <c:pt idx="1229">
                  <c:v>4.4631523650062777</c:v>
                </c:pt>
                <c:pt idx="1230">
                  <c:v>4.4631523650062777</c:v>
                </c:pt>
                <c:pt idx="1231">
                  <c:v>4.4631523650062777</c:v>
                </c:pt>
                <c:pt idx="1232">
                  <c:v>4.4631523650062777</c:v>
                </c:pt>
                <c:pt idx="1233">
                  <c:v>4.4631523650062777</c:v>
                </c:pt>
                <c:pt idx="1234">
                  <c:v>4.4631523650062777</c:v>
                </c:pt>
                <c:pt idx="1235">
                  <c:v>4.4631523650062777</c:v>
                </c:pt>
                <c:pt idx="1236">
                  <c:v>4.4631523650062777</c:v>
                </c:pt>
                <c:pt idx="1237">
                  <c:v>4.4631523650062777</c:v>
                </c:pt>
                <c:pt idx="1238">
                  <c:v>4.4631523650062777</c:v>
                </c:pt>
                <c:pt idx="1239">
                  <c:v>4.4631523650062777</c:v>
                </c:pt>
                <c:pt idx="1240">
                  <c:v>4.4631523650062777</c:v>
                </c:pt>
                <c:pt idx="1241">
                  <c:v>4.4631523650062777</c:v>
                </c:pt>
                <c:pt idx="1242">
                  <c:v>4.4631523650062777</c:v>
                </c:pt>
                <c:pt idx="1243">
                  <c:v>4.4631523650062777</c:v>
                </c:pt>
                <c:pt idx="1244">
                  <c:v>4.4631523650062777</c:v>
                </c:pt>
                <c:pt idx="1245">
                  <c:v>4.4631523650062777</c:v>
                </c:pt>
                <c:pt idx="1246">
                  <c:v>4.4631523650062777</c:v>
                </c:pt>
                <c:pt idx="1247">
                  <c:v>4.4631523650062777</c:v>
                </c:pt>
                <c:pt idx="1248">
                  <c:v>4.4631523650062777</c:v>
                </c:pt>
                <c:pt idx="1249">
                  <c:v>4.4631523650062777</c:v>
                </c:pt>
                <c:pt idx="1250">
                  <c:v>4.4631523650062777</c:v>
                </c:pt>
                <c:pt idx="1251">
                  <c:v>4.4631523650062777</c:v>
                </c:pt>
                <c:pt idx="1252">
                  <c:v>4.4631523650062777</c:v>
                </c:pt>
                <c:pt idx="1253">
                  <c:v>4.4631523650062777</c:v>
                </c:pt>
                <c:pt idx="1254">
                  <c:v>4.4631523650062777</c:v>
                </c:pt>
                <c:pt idx="1255">
                  <c:v>4.4631523650062777</c:v>
                </c:pt>
                <c:pt idx="1256">
                  <c:v>4.4631523650062777</c:v>
                </c:pt>
                <c:pt idx="1257">
                  <c:v>4.4631523650062777</c:v>
                </c:pt>
                <c:pt idx="1258">
                  <c:v>4.4631523650062777</c:v>
                </c:pt>
                <c:pt idx="1259">
                  <c:v>4.4631523650062777</c:v>
                </c:pt>
                <c:pt idx="1260">
                  <c:v>4.4631523650062777</c:v>
                </c:pt>
                <c:pt idx="1261">
                  <c:v>4.4631523650062777</c:v>
                </c:pt>
                <c:pt idx="1262">
                  <c:v>4.4631523650062777</c:v>
                </c:pt>
                <c:pt idx="1263">
                  <c:v>4.4631523650062777</c:v>
                </c:pt>
                <c:pt idx="1264">
                  <c:v>4.4631523650062777</c:v>
                </c:pt>
                <c:pt idx="1265">
                  <c:v>4.4631523650062777</c:v>
                </c:pt>
                <c:pt idx="1266">
                  <c:v>4.4631523650062777</c:v>
                </c:pt>
                <c:pt idx="1267">
                  <c:v>4.4631523650062777</c:v>
                </c:pt>
                <c:pt idx="1268">
                  <c:v>4.4631523650062777</c:v>
                </c:pt>
                <c:pt idx="1269">
                  <c:v>4.4631523650062777</c:v>
                </c:pt>
                <c:pt idx="1270">
                  <c:v>4.4631523650062777</c:v>
                </c:pt>
                <c:pt idx="1271">
                  <c:v>4.4631523650062777</c:v>
                </c:pt>
                <c:pt idx="1272">
                  <c:v>4.4631523650062777</c:v>
                </c:pt>
                <c:pt idx="1273">
                  <c:v>4.4631523650062777</c:v>
                </c:pt>
                <c:pt idx="1274">
                  <c:v>4.4631523650062777</c:v>
                </c:pt>
                <c:pt idx="1275">
                  <c:v>4.4631523650062777</c:v>
                </c:pt>
                <c:pt idx="1276">
                  <c:v>4.4631523650062777</c:v>
                </c:pt>
                <c:pt idx="1277">
                  <c:v>4.4631523650062777</c:v>
                </c:pt>
                <c:pt idx="1278">
                  <c:v>4.4631523650062777</c:v>
                </c:pt>
                <c:pt idx="1279">
                  <c:v>4.4631523650062777</c:v>
                </c:pt>
                <c:pt idx="1280">
                  <c:v>4.4631523650062777</c:v>
                </c:pt>
                <c:pt idx="1281">
                  <c:v>4.4631523650062777</c:v>
                </c:pt>
                <c:pt idx="1282">
                  <c:v>4.4631523650062777</c:v>
                </c:pt>
                <c:pt idx="1283">
                  <c:v>4.4631523650062777</c:v>
                </c:pt>
                <c:pt idx="1284">
                  <c:v>4.4631523650062777</c:v>
                </c:pt>
                <c:pt idx="1285">
                  <c:v>4.4631523650062777</c:v>
                </c:pt>
                <c:pt idx="1286">
                  <c:v>4.4631523650062777</c:v>
                </c:pt>
                <c:pt idx="1287">
                  <c:v>4.4631523650062777</c:v>
                </c:pt>
                <c:pt idx="1288">
                  <c:v>4.4631523650062777</c:v>
                </c:pt>
                <c:pt idx="1289">
                  <c:v>4.4631523650062777</c:v>
                </c:pt>
                <c:pt idx="1290">
                  <c:v>4.4631523650062777</c:v>
                </c:pt>
                <c:pt idx="1291">
                  <c:v>4.4631523650062777</c:v>
                </c:pt>
                <c:pt idx="1292">
                  <c:v>4.4631523650062777</c:v>
                </c:pt>
                <c:pt idx="1293">
                  <c:v>4.4631523650062777</c:v>
                </c:pt>
                <c:pt idx="1294">
                  <c:v>4.4631523650062777</c:v>
                </c:pt>
                <c:pt idx="1295">
                  <c:v>4.4631523650062777</c:v>
                </c:pt>
                <c:pt idx="1296">
                  <c:v>4.4631523650062777</c:v>
                </c:pt>
                <c:pt idx="1297">
                  <c:v>4.4631523650062777</c:v>
                </c:pt>
                <c:pt idx="1298">
                  <c:v>4.4631523650062777</c:v>
                </c:pt>
                <c:pt idx="1299">
                  <c:v>4.4631523650062777</c:v>
                </c:pt>
                <c:pt idx="1300">
                  <c:v>4.4631523650062777</c:v>
                </c:pt>
                <c:pt idx="1301">
                  <c:v>4.4631523650062777</c:v>
                </c:pt>
                <c:pt idx="1302">
                  <c:v>4.4631523650062777</c:v>
                </c:pt>
                <c:pt idx="1303">
                  <c:v>4.4631523650062777</c:v>
                </c:pt>
                <c:pt idx="1304">
                  <c:v>4.4631523650062777</c:v>
                </c:pt>
                <c:pt idx="1305">
                  <c:v>4.4631523650062777</c:v>
                </c:pt>
                <c:pt idx="1306">
                  <c:v>4.4631523650062777</c:v>
                </c:pt>
                <c:pt idx="1307">
                  <c:v>4.4631523650062777</c:v>
                </c:pt>
                <c:pt idx="1308">
                  <c:v>4.4631523650062777</c:v>
                </c:pt>
                <c:pt idx="1309">
                  <c:v>4.4631523650062777</c:v>
                </c:pt>
                <c:pt idx="1310">
                  <c:v>4.4631523650062777</c:v>
                </c:pt>
                <c:pt idx="1311">
                  <c:v>4.4631523650062777</c:v>
                </c:pt>
                <c:pt idx="1312">
                  <c:v>4.4631523650062777</c:v>
                </c:pt>
                <c:pt idx="1313">
                  <c:v>4.4631523650062777</c:v>
                </c:pt>
                <c:pt idx="1314">
                  <c:v>4.4631523650062777</c:v>
                </c:pt>
                <c:pt idx="1315">
                  <c:v>4.4631523650062777</c:v>
                </c:pt>
                <c:pt idx="1316">
                  <c:v>4.4631523650062777</c:v>
                </c:pt>
                <c:pt idx="1317">
                  <c:v>4.4631523650062777</c:v>
                </c:pt>
                <c:pt idx="1318">
                  <c:v>4.4631523650062777</c:v>
                </c:pt>
                <c:pt idx="1319">
                  <c:v>4.4631523650062777</c:v>
                </c:pt>
                <c:pt idx="1320">
                  <c:v>4.4631523650062777</c:v>
                </c:pt>
                <c:pt idx="1321">
                  <c:v>4.4631523650062777</c:v>
                </c:pt>
                <c:pt idx="1322">
                  <c:v>4.4631523650062777</c:v>
                </c:pt>
                <c:pt idx="1323">
                  <c:v>4.4631523650062777</c:v>
                </c:pt>
                <c:pt idx="1324">
                  <c:v>4.4631523650062777</c:v>
                </c:pt>
                <c:pt idx="1325">
                  <c:v>4.4631523650062777</c:v>
                </c:pt>
                <c:pt idx="1326">
                  <c:v>4.4631523650062777</c:v>
                </c:pt>
                <c:pt idx="1327">
                  <c:v>4.4631523650062777</c:v>
                </c:pt>
                <c:pt idx="1328">
                  <c:v>4.4631523650062777</c:v>
                </c:pt>
                <c:pt idx="1329">
                  <c:v>4.4631523650062777</c:v>
                </c:pt>
                <c:pt idx="1330">
                  <c:v>4.4631523650062777</c:v>
                </c:pt>
                <c:pt idx="1331">
                  <c:v>4.4631523650062777</c:v>
                </c:pt>
                <c:pt idx="1332">
                  <c:v>4.4631523650062777</c:v>
                </c:pt>
                <c:pt idx="1333">
                  <c:v>4.4631523650062777</c:v>
                </c:pt>
                <c:pt idx="1334">
                  <c:v>4.4631523650062777</c:v>
                </c:pt>
                <c:pt idx="1335">
                  <c:v>4.4631523650062777</c:v>
                </c:pt>
                <c:pt idx="1336">
                  <c:v>4.4631523650062777</c:v>
                </c:pt>
                <c:pt idx="1337">
                  <c:v>4.4631523650062777</c:v>
                </c:pt>
                <c:pt idx="1338">
                  <c:v>4.4631523650062777</c:v>
                </c:pt>
                <c:pt idx="1339">
                  <c:v>4.4631523650062777</c:v>
                </c:pt>
                <c:pt idx="1340">
                  <c:v>4.4631523650062777</c:v>
                </c:pt>
                <c:pt idx="1341">
                  <c:v>4.4631523650062777</c:v>
                </c:pt>
                <c:pt idx="1342">
                  <c:v>4.4631523650062777</c:v>
                </c:pt>
                <c:pt idx="1343">
                  <c:v>4.4631523650062777</c:v>
                </c:pt>
                <c:pt idx="1344">
                  <c:v>4.4631523650062777</c:v>
                </c:pt>
                <c:pt idx="1345">
                  <c:v>4.4631523650062777</c:v>
                </c:pt>
                <c:pt idx="1346">
                  <c:v>4.4631523650062777</c:v>
                </c:pt>
                <c:pt idx="1347">
                  <c:v>4.4631523650062777</c:v>
                </c:pt>
                <c:pt idx="1348">
                  <c:v>4.4631523650062777</c:v>
                </c:pt>
                <c:pt idx="1349">
                  <c:v>4.4631523650062777</c:v>
                </c:pt>
                <c:pt idx="1350">
                  <c:v>4.4631523650062777</c:v>
                </c:pt>
                <c:pt idx="1351">
                  <c:v>4.4631523650062777</c:v>
                </c:pt>
                <c:pt idx="1352">
                  <c:v>4.4631523650062777</c:v>
                </c:pt>
                <c:pt idx="1353">
                  <c:v>4.4631523650062777</c:v>
                </c:pt>
                <c:pt idx="1354">
                  <c:v>4.4631523650062777</c:v>
                </c:pt>
                <c:pt idx="1355">
                  <c:v>4.4631523650062777</c:v>
                </c:pt>
                <c:pt idx="1356">
                  <c:v>4.4631523650062777</c:v>
                </c:pt>
                <c:pt idx="1357">
                  <c:v>4.4631523650062777</c:v>
                </c:pt>
                <c:pt idx="1358">
                  <c:v>4.4631523650062777</c:v>
                </c:pt>
                <c:pt idx="1359">
                  <c:v>4.4631523650062777</c:v>
                </c:pt>
                <c:pt idx="1360">
                  <c:v>4.4631523650062777</c:v>
                </c:pt>
                <c:pt idx="1361">
                  <c:v>4.4631523650062777</c:v>
                </c:pt>
                <c:pt idx="1362">
                  <c:v>4.4631523650062777</c:v>
                </c:pt>
                <c:pt idx="1363">
                  <c:v>4.4631523650062777</c:v>
                </c:pt>
                <c:pt idx="1364">
                  <c:v>4.4631523650062777</c:v>
                </c:pt>
                <c:pt idx="1365">
                  <c:v>4.4631523650062777</c:v>
                </c:pt>
                <c:pt idx="1366">
                  <c:v>4.4631523650062777</c:v>
                </c:pt>
                <c:pt idx="1367">
                  <c:v>4.4631523650062777</c:v>
                </c:pt>
                <c:pt idx="1368">
                  <c:v>4.4631523650062777</c:v>
                </c:pt>
                <c:pt idx="1369">
                  <c:v>4.4631523650062777</c:v>
                </c:pt>
                <c:pt idx="1370">
                  <c:v>4.4631523650062777</c:v>
                </c:pt>
                <c:pt idx="1371">
                  <c:v>4.4631523650062777</c:v>
                </c:pt>
                <c:pt idx="1372">
                  <c:v>4.4631523650062777</c:v>
                </c:pt>
                <c:pt idx="1373">
                  <c:v>4.4631523650062777</c:v>
                </c:pt>
                <c:pt idx="1374">
                  <c:v>4.4631523650062777</c:v>
                </c:pt>
                <c:pt idx="1375">
                  <c:v>4.4631523650062777</c:v>
                </c:pt>
                <c:pt idx="1376">
                  <c:v>4.4631523650062777</c:v>
                </c:pt>
                <c:pt idx="1377">
                  <c:v>4.4631523650062777</c:v>
                </c:pt>
                <c:pt idx="1378">
                  <c:v>4.4631523650062777</c:v>
                </c:pt>
                <c:pt idx="1379">
                  <c:v>4.4631523650062777</c:v>
                </c:pt>
                <c:pt idx="1380">
                  <c:v>4.4631523650062777</c:v>
                </c:pt>
                <c:pt idx="1381">
                  <c:v>4.4631523650062777</c:v>
                </c:pt>
                <c:pt idx="1382">
                  <c:v>4.4631523650062777</c:v>
                </c:pt>
                <c:pt idx="1383">
                  <c:v>4.4631523650062777</c:v>
                </c:pt>
                <c:pt idx="1384">
                  <c:v>4.4631523650062777</c:v>
                </c:pt>
                <c:pt idx="1385">
                  <c:v>4.4631523650062777</c:v>
                </c:pt>
                <c:pt idx="1386">
                  <c:v>4.4631523650062777</c:v>
                </c:pt>
                <c:pt idx="1387">
                  <c:v>4.4631523650062777</c:v>
                </c:pt>
                <c:pt idx="1388">
                  <c:v>4.4631523650062777</c:v>
                </c:pt>
                <c:pt idx="1389">
                  <c:v>4.4631523650062777</c:v>
                </c:pt>
                <c:pt idx="1390">
                  <c:v>4.4631523650062777</c:v>
                </c:pt>
                <c:pt idx="1391">
                  <c:v>4.4631523650062777</c:v>
                </c:pt>
                <c:pt idx="1392">
                  <c:v>4.4631523650062777</c:v>
                </c:pt>
                <c:pt idx="1393">
                  <c:v>4.4631523650062777</c:v>
                </c:pt>
                <c:pt idx="1394">
                  <c:v>4.4631523650062777</c:v>
                </c:pt>
                <c:pt idx="1395">
                  <c:v>4.4631523650062777</c:v>
                </c:pt>
                <c:pt idx="1396">
                  <c:v>4.4631523650062777</c:v>
                </c:pt>
                <c:pt idx="1397">
                  <c:v>4.4631523650062777</c:v>
                </c:pt>
                <c:pt idx="1398">
                  <c:v>4.4631523650062777</c:v>
                </c:pt>
                <c:pt idx="1399">
                  <c:v>4.4631523650062777</c:v>
                </c:pt>
                <c:pt idx="1400">
                  <c:v>4.4631523650062777</c:v>
                </c:pt>
                <c:pt idx="1401">
                  <c:v>4.4631523650062777</c:v>
                </c:pt>
                <c:pt idx="1402">
                  <c:v>4.4631523650062777</c:v>
                </c:pt>
                <c:pt idx="1403">
                  <c:v>4.4631523650062777</c:v>
                </c:pt>
                <c:pt idx="1404">
                  <c:v>4.4631523650062777</c:v>
                </c:pt>
                <c:pt idx="1405">
                  <c:v>4.4631523650062777</c:v>
                </c:pt>
                <c:pt idx="1406">
                  <c:v>4.4631523650062777</c:v>
                </c:pt>
                <c:pt idx="1407">
                  <c:v>4.4631523650062777</c:v>
                </c:pt>
                <c:pt idx="1408">
                  <c:v>4.4631523650062777</c:v>
                </c:pt>
                <c:pt idx="1409">
                  <c:v>4.4631523650062777</c:v>
                </c:pt>
                <c:pt idx="1410">
                  <c:v>4.4631523650062777</c:v>
                </c:pt>
                <c:pt idx="1411">
                  <c:v>4.4631523650062777</c:v>
                </c:pt>
                <c:pt idx="1412">
                  <c:v>4.4631523650062777</c:v>
                </c:pt>
                <c:pt idx="1413">
                  <c:v>4.4631523650062777</c:v>
                </c:pt>
                <c:pt idx="1414">
                  <c:v>4.4631523650062777</c:v>
                </c:pt>
                <c:pt idx="1415">
                  <c:v>4.4631523650062777</c:v>
                </c:pt>
                <c:pt idx="1416">
                  <c:v>4.4631523650062777</c:v>
                </c:pt>
                <c:pt idx="1417">
                  <c:v>4.4631523650062777</c:v>
                </c:pt>
                <c:pt idx="1418">
                  <c:v>4.4631523650062777</c:v>
                </c:pt>
                <c:pt idx="1419">
                  <c:v>4.4631523650062777</c:v>
                </c:pt>
                <c:pt idx="1420">
                  <c:v>4.4631523650062777</c:v>
                </c:pt>
                <c:pt idx="1421">
                  <c:v>4.4631523650062777</c:v>
                </c:pt>
                <c:pt idx="1422">
                  <c:v>4.4631523650062777</c:v>
                </c:pt>
                <c:pt idx="1423">
                  <c:v>4.4631523650062777</c:v>
                </c:pt>
                <c:pt idx="1424">
                  <c:v>4.4631523650062777</c:v>
                </c:pt>
                <c:pt idx="1425">
                  <c:v>4.4631523650062777</c:v>
                </c:pt>
                <c:pt idx="1426">
                  <c:v>4.4631523650062777</c:v>
                </c:pt>
                <c:pt idx="1427">
                  <c:v>4.4631523650062777</c:v>
                </c:pt>
                <c:pt idx="1428">
                  <c:v>4.4631523650062777</c:v>
                </c:pt>
                <c:pt idx="1429">
                  <c:v>4.4631523650062777</c:v>
                </c:pt>
                <c:pt idx="1430">
                  <c:v>4.4631523650062777</c:v>
                </c:pt>
                <c:pt idx="1431">
                  <c:v>4.4631523650062777</c:v>
                </c:pt>
                <c:pt idx="1432">
                  <c:v>4.4631523650062777</c:v>
                </c:pt>
                <c:pt idx="1433">
                  <c:v>4.4631523650062777</c:v>
                </c:pt>
                <c:pt idx="1434">
                  <c:v>4.4631523650062777</c:v>
                </c:pt>
                <c:pt idx="1435">
                  <c:v>4.4631523650062777</c:v>
                </c:pt>
                <c:pt idx="1436">
                  <c:v>4.4631523650062777</c:v>
                </c:pt>
                <c:pt idx="1437">
                  <c:v>4.4631523650062777</c:v>
                </c:pt>
                <c:pt idx="1438">
                  <c:v>4.4631523650062777</c:v>
                </c:pt>
                <c:pt idx="1439">
                  <c:v>4.4631523650062777</c:v>
                </c:pt>
                <c:pt idx="1440">
                  <c:v>4.4631523650062777</c:v>
                </c:pt>
                <c:pt idx="1441">
                  <c:v>4.4631523650062777</c:v>
                </c:pt>
                <c:pt idx="1442">
                  <c:v>4.4631523650062777</c:v>
                </c:pt>
                <c:pt idx="1443">
                  <c:v>4.4631523650062777</c:v>
                </c:pt>
                <c:pt idx="1444">
                  <c:v>4.4631523650062777</c:v>
                </c:pt>
                <c:pt idx="1445">
                  <c:v>4.4631523650062777</c:v>
                </c:pt>
                <c:pt idx="1446">
                  <c:v>4.4631523650062777</c:v>
                </c:pt>
                <c:pt idx="1447">
                  <c:v>4.4631523650062777</c:v>
                </c:pt>
                <c:pt idx="1448">
                  <c:v>4.4631523650062777</c:v>
                </c:pt>
                <c:pt idx="1449">
                  <c:v>4.4631523650062777</c:v>
                </c:pt>
                <c:pt idx="1450">
                  <c:v>4.4631523650062777</c:v>
                </c:pt>
                <c:pt idx="1451">
                  <c:v>4.4631523650062777</c:v>
                </c:pt>
                <c:pt idx="1452">
                  <c:v>4.4631523650062777</c:v>
                </c:pt>
                <c:pt idx="1453">
                  <c:v>4.4631523650062777</c:v>
                </c:pt>
                <c:pt idx="1454">
                  <c:v>4.4631523650062777</c:v>
                </c:pt>
                <c:pt idx="1455">
                  <c:v>4.4631523650062777</c:v>
                </c:pt>
                <c:pt idx="1456">
                  <c:v>4.4631523650062777</c:v>
                </c:pt>
                <c:pt idx="1457">
                  <c:v>4.4631523650062777</c:v>
                </c:pt>
                <c:pt idx="1458">
                  <c:v>4.4631523650062777</c:v>
                </c:pt>
                <c:pt idx="1459">
                  <c:v>4.4631523650062777</c:v>
                </c:pt>
                <c:pt idx="1460">
                  <c:v>4.4631523650062777</c:v>
                </c:pt>
                <c:pt idx="1461">
                  <c:v>4.4631523650062777</c:v>
                </c:pt>
                <c:pt idx="1462">
                  <c:v>4.4631523650062777</c:v>
                </c:pt>
                <c:pt idx="1463">
                  <c:v>4.4631523650062777</c:v>
                </c:pt>
                <c:pt idx="1464">
                  <c:v>4.4631523650062777</c:v>
                </c:pt>
                <c:pt idx="1465">
                  <c:v>4.4631523650062777</c:v>
                </c:pt>
                <c:pt idx="1466">
                  <c:v>4.4631523650062777</c:v>
                </c:pt>
                <c:pt idx="1467">
                  <c:v>4.4631523650062777</c:v>
                </c:pt>
                <c:pt idx="1468">
                  <c:v>4.4631523650062777</c:v>
                </c:pt>
                <c:pt idx="1469">
                  <c:v>4.4631523650062777</c:v>
                </c:pt>
                <c:pt idx="1470">
                  <c:v>4.4631523650062777</c:v>
                </c:pt>
                <c:pt idx="1471">
                  <c:v>4.4631523650062777</c:v>
                </c:pt>
                <c:pt idx="1472">
                  <c:v>4.4631523650062777</c:v>
                </c:pt>
                <c:pt idx="1473">
                  <c:v>4.4631523650062777</c:v>
                </c:pt>
                <c:pt idx="1474">
                  <c:v>4.4631523650062777</c:v>
                </c:pt>
                <c:pt idx="1475">
                  <c:v>4.4631523650062777</c:v>
                </c:pt>
                <c:pt idx="1476">
                  <c:v>4.4631523650062777</c:v>
                </c:pt>
                <c:pt idx="1477">
                  <c:v>4.4631523650062777</c:v>
                </c:pt>
                <c:pt idx="1478">
                  <c:v>4.4631523650062777</c:v>
                </c:pt>
                <c:pt idx="1479">
                  <c:v>4.4631523650062777</c:v>
                </c:pt>
                <c:pt idx="1480">
                  <c:v>4.4631523650062777</c:v>
                </c:pt>
                <c:pt idx="1481">
                  <c:v>4.4631523650062777</c:v>
                </c:pt>
                <c:pt idx="1482">
                  <c:v>4.4631523650062777</c:v>
                </c:pt>
                <c:pt idx="1483">
                  <c:v>4.4631523650062777</c:v>
                </c:pt>
                <c:pt idx="1484">
                  <c:v>4.4631523650062777</c:v>
                </c:pt>
                <c:pt idx="1485">
                  <c:v>4.4631523650062777</c:v>
                </c:pt>
                <c:pt idx="1486">
                  <c:v>4.4631523650062777</c:v>
                </c:pt>
                <c:pt idx="1487">
                  <c:v>4.4631523650062777</c:v>
                </c:pt>
                <c:pt idx="1488">
                  <c:v>4.4631523650062777</c:v>
                </c:pt>
                <c:pt idx="1489">
                  <c:v>4.4631523650062777</c:v>
                </c:pt>
                <c:pt idx="1490">
                  <c:v>4.4631523650062777</c:v>
                </c:pt>
                <c:pt idx="1491">
                  <c:v>4.4631523650062777</c:v>
                </c:pt>
                <c:pt idx="1492">
                  <c:v>4.4631523650062777</c:v>
                </c:pt>
                <c:pt idx="1493">
                  <c:v>4.4631523650062777</c:v>
                </c:pt>
                <c:pt idx="1494">
                  <c:v>4.4631523650062777</c:v>
                </c:pt>
                <c:pt idx="1495">
                  <c:v>4.4631523650062777</c:v>
                </c:pt>
                <c:pt idx="1496">
                  <c:v>4.4631523650062777</c:v>
                </c:pt>
                <c:pt idx="1497">
                  <c:v>4.4631523650062777</c:v>
                </c:pt>
                <c:pt idx="1498">
                  <c:v>4.4631523650062777</c:v>
                </c:pt>
                <c:pt idx="1499">
                  <c:v>4.4631523650062777</c:v>
                </c:pt>
                <c:pt idx="1500">
                  <c:v>4.4631523650062777</c:v>
                </c:pt>
                <c:pt idx="1501">
                  <c:v>4.4631523650062777</c:v>
                </c:pt>
                <c:pt idx="1502">
                  <c:v>4.4631523650062777</c:v>
                </c:pt>
                <c:pt idx="1503">
                  <c:v>4.4631523650062777</c:v>
                </c:pt>
                <c:pt idx="1504">
                  <c:v>4.4631523650062777</c:v>
                </c:pt>
                <c:pt idx="1505">
                  <c:v>4.4631523650062777</c:v>
                </c:pt>
                <c:pt idx="1506">
                  <c:v>4.4631523650062777</c:v>
                </c:pt>
                <c:pt idx="1507">
                  <c:v>4.4631523650062777</c:v>
                </c:pt>
                <c:pt idx="1508">
                  <c:v>4.4631523650062777</c:v>
                </c:pt>
                <c:pt idx="1509">
                  <c:v>4.4631523650062777</c:v>
                </c:pt>
                <c:pt idx="1510">
                  <c:v>4.4631523650062777</c:v>
                </c:pt>
                <c:pt idx="1511">
                  <c:v>4.4631523650062777</c:v>
                </c:pt>
                <c:pt idx="1512">
                  <c:v>4.4631523650062777</c:v>
                </c:pt>
                <c:pt idx="1513">
                  <c:v>4.4631523650062777</c:v>
                </c:pt>
                <c:pt idx="1514">
                  <c:v>4.4631523650062777</c:v>
                </c:pt>
                <c:pt idx="1515">
                  <c:v>4.4631523650062777</c:v>
                </c:pt>
                <c:pt idx="1516">
                  <c:v>4.4631523650062777</c:v>
                </c:pt>
                <c:pt idx="1517">
                  <c:v>4.4631523650062777</c:v>
                </c:pt>
                <c:pt idx="1518">
                  <c:v>4.4631523650062777</c:v>
                </c:pt>
                <c:pt idx="1519">
                  <c:v>4.4631523650062777</c:v>
                </c:pt>
                <c:pt idx="1520">
                  <c:v>4.4631523650062777</c:v>
                </c:pt>
                <c:pt idx="1521">
                  <c:v>4.4631523650062777</c:v>
                </c:pt>
                <c:pt idx="1522">
                  <c:v>4.4631523650062777</c:v>
                </c:pt>
                <c:pt idx="1523">
                  <c:v>4.4631523650062777</c:v>
                </c:pt>
                <c:pt idx="1524">
                  <c:v>4.4631523650062777</c:v>
                </c:pt>
                <c:pt idx="1525">
                  <c:v>4.4631523650062777</c:v>
                </c:pt>
                <c:pt idx="1526">
                  <c:v>4.4631523650062777</c:v>
                </c:pt>
                <c:pt idx="1527">
                  <c:v>4.4631523650062777</c:v>
                </c:pt>
                <c:pt idx="1528">
                  <c:v>4.4631523650062777</c:v>
                </c:pt>
                <c:pt idx="1529">
                  <c:v>4.4631523650062777</c:v>
                </c:pt>
                <c:pt idx="1530">
                  <c:v>4.4631523650062777</c:v>
                </c:pt>
                <c:pt idx="1531">
                  <c:v>4.4631523650062777</c:v>
                </c:pt>
                <c:pt idx="1532">
                  <c:v>4.4631523650062777</c:v>
                </c:pt>
                <c:pt idx="1533">
                  <c:v>4.4631523650062777</c:v>
                </c:pt>
                <c:pt idx="1534">
                  <c:v>4.4631523650062777</c:v>
                </c:pt>
                <c:pt idx="1535">
                  <c:v>4.4631523650062777</c:v>
                </c:pt>
                <c:pt idx="1536">
                  <c:v>4.4631523650062777</c:v>
                </c:pt>
                <c:pt idx="1537">
                  <c:v>4.4631523650062777</c:v>
                </c:pt>
                <c:pt idx="1538">
                  <c:v>4.4631523650062777</c:v>
                </c:pt>
                <c:pt idx="1539">
                  <c:v>4.4631523650062777</c:v>
                </c:pt>
                <c:pt idx="1540">
                  <c:v>4.4631523650062777</c:v>
                </c:pt>
                <c:pt idx="1541">
                  <c:v>4.4631523650062777</c:v>
                </c:pt>
                <c:pt idx="1542">
                  <c:v>4.4631523650062777</c:v>
                </c:pt>
                <c:pt idx="1543">
                  <c:v>4.4631523650062777</c:v>
                </c:pt>
                <c:pt idx="1544">
                  <c:v>4.4631523650062777</c:v>
                </c:pt>
                <c:pt idx="1545">
                  <c:v>4.4631523650062777</c:v>
                </c:pt>
                <c:pt idx="1546">
                  <c:v>4.4631523650062777</c:v>
                </c:pt>
                <c:pt idx="1547">
                  <c:v>4.4631523650062777</c:v>
                </c:pt>
                <c:pt idx="1548">
                  <c:v>4.4631523650062777</c:v>
                </c:pt>
                <c:pt idx="1549">
                  <c:v>4.4631523650062777</c:v>
                </c:pt>
                <c:pt idx="1550">
                  <c:v>4.4631523650062777</c:v>
                </c:pt>
                <c:pt idx="1551">
                  <c:v>4.4631523650062777</c:v>
                </c:pt>
                <c:pt idx="1552">
                  <c:v>4.4631523650062777</c:v>
                </c:pt>
                <c:pt idx="1553">
                  <c:v>4.4631523650062777</c:v>
                </c:pt>
                <c:pt idx="1554">
                  <c:v>4.4631523650062777</c:v>
                </c:pt>
                <c:pt idx="1555">
                  <c:v>4.4631523650062777</c:v>
                </c:pt>
                <c:pt idx="1556">
                  <c:v>4.4631523650062777</c:v>
                </c:pt>
                <c:pt idx="1557">
                  <c:v>4.4631523650062777</c:v>
                </c:pt>
                <c:pt idx="1558">
                  <c:v>4.4631523650062777</c:v>
                </c:pt>
                <c:pt idx="1559">
                  <c:v>4.4631523650062777</c:v>
                </c:pt>
                <c:pt idx="1560">
                  <c:v>4.4631523650062777</c:v>
                </c:pt>
                <c:pt idx="1561">
                  <c:v>4.4631523650062777</c:v>
                </c:pt>
                <c:pt idx="1562">
                  <c:v>4.4631523650062777</c:v>
                </c:pt>
                <c:pt idx="1563">
                  <c:v>4.4631523650062777</c:v>
                </c:pt>
                <c:pt idx="1564">
                  <c:v>4.4631523650062777</c:v>
                </c:pt>
                <c:pt idx="1565">
                  <c:v>4.4631523650062777</c:v>
                </c:pt>
                <c:pt idx="1566">
                  <c:v>4.4631523650062777</c:v>
                </c:pt>
                <c:pt idx="1567">
                  <c:v>4.4631523650062777</c:v>
                </c:pt>
                <c:pt idx="1568">
                  <c:v>4.4631523650062777</c:v>
                </c:pt>
                <c:pt idx="1569">
                  <c:v>4.4631523650062777</c:v>
                </c:pt>
                <c:pt idx="1570">
                  <c:v>4.4631523650062777</c:v>
                </c:pt>
                <c:pt idx="1571">
                  <c:v>4.4631523650062777</c:v>
                </c:pt>
                <c:pt idx="1572">
                  <c:v>4.4631523650062777</c:v>
                </c:pt>
                <c:pt idx="1573">
                  <c:v>4.4631523650062777</c:v>
                </c:pt>
                <c:pt idx="1574">
                  <c:v>4.4631523650062777</c:v>
                </c:pt>
                <c:pt idx="1575">
                  <c:v>4.4631523650062777</c:v>
                </c:pt>
                <c:pt idx="1576">
                  <c:v>4.4631523650062777</c:v>
                </c:pt>
                <c:pt idx="1577">
                  <c:v>4.4631523650062777</c:v>
                </c:pt>
                <c:pt idx="1578">
                  <c:v>4.4631523650062777</c:v>
                </c:pt>
                <c:pt idx="1579">
                  <c:v>4.4631523650062777</c:v>
                </c:pt>
                <c:pt idx="1580">
                  <c:v>4.4631523650062777</c:v>
                </c:pt>
                <c:pt idx="1581">
                  <c:v>4.4631523650062777</c:v>
                </c:pt>
                <c:pt idx="1582">
                  <c:v>4.4631523650062777</c:v>
                </c:pt>
                <c:pt idx="1583">
                  <c:v>4.4631523650062777</c:v>
                </c:pt>
                <c:pt idx="1584">
                  <c:v>4.4631523650062777</c:v>
                </c:pt>
                <c:pt idx="1585">
                  <c:v>4.4631523650062777</c:v>
                </c:pt>
                <c:pt idx="1586">
                  <c:v>4.4631523650062777</c:v>
                </c:pt>
                <c:pt idx="1587">
                  <c:v>4.4631523650062777</c:v>
                </c:pt>
                <c:pt idx="1588">
                  <c:v>4.4631523650062777</c:v>
                </c:pt>
                <c:pt idx="1589">
                  <c:v>4.4631523650062777</c:v>
                </c:pt>
                <c:pt idx="1590">
                  <c:v>4.4631523650062777</c:v>
                </c:pt>
                <c:pt idx="1591">
                  <c:v>4.4631523650062777</c:v>
                </c:pt>
                <c:pt idx="1592">
                  <c:v>4.4631523650062777</c:v>
                </c:pt>
                <c:pt idx="1593">
                  <c:v>4.4631523650062777</c:v>
                </c:pt>
                <c:pt idx="1594">
                  <c:v>4.4631523650062777</c:v>
                </c:pt>
                <c:pt idx="1595">
                  <c:v>4.4631523650062777</c:v>
                </c:pt>
                <c:pt idx="1596">
                  <c:v>4.4631523650062777</c:v>
                </c:pt>
                <c:pt idx="1597">
                  <c:v>4.4631523650062777</c:v>
                </c:pt>
                <c:pt idx="1598">
                  <c:v>4.4631523650062777</c:v>
                </c:pt>
                <c:pt idx="1599">
                  <c:v>4.4631523650062777</c:v>
                </c:pt>
                <c:pt idx="1600">
                  <c:v>4.4631523650062777</c:v>
                </c:pt>
                <c:pt idx="1601">
                  <c:v>4.4631523650062777</c:v>
                </c:pt>
                <c:pt idx="1602">
                  <c:v>4.4631523650062777</c:v>
                </c:pt>
                <c:pt idx="1603">
                  <c:v>4.4631523650062777</c:v>
                </c:pt>
                <c:pt idx="1604">
                  <c:v>4.4631523650062777</c:v>
                </c:pt>
                <c:pt idx="1605">
                  <c:v>4.4631523650062777</c:v>
                </c:pt>
                <c:pt idx="1606">
                  <c:v>4.4631523650062777</c:v>
                </c:pt>
                <c:pt idx="1607">
                  <c:v>4.4631523650062777</c:v>
                </c:pt>
                <c:pt idx="1608">
                  <c:v>4.4631523650062777</c:v>
                </c:pt>
                <c:pt idx="1609">
                  <c:v>4.4631523650062777</c:v>
                </c:pt>
                <c:pt idx="1610">
                  <c:v>4.4631523650062777</c:v>
                </c:pt>
                <c:pt idx="1611">
                  <c:v>4.4631523650062777</c:v>
                </c:pt>
                <c:pt idx="1612">
                  <c:v>4.4631523650062777</c:v>
                </c:pt>
                <c:pt idx="1613">
                  <c:v>4.4631523650062777</c:v>
                </c:pt>
                <c:pt idx="1614">
                  <c:v>4.4631523650062777</c:v>
                </c:pt>
                <c:pt idx="1615">
                  <c:v>4.4631523650062777</c:v>
                </c:pt>
                <c:pt idx="1616">
                  <c:v>4.4631523650062777</c:v>
                </c:pt>
                <c:pt idx="1617">
                  <c:v>4.4631523650062777</c:v>
                </c:pt>
                <c:pt idx="1618">
                  <c:v>4.4631523650062777</c:v>
                </c:pt>
                <c:pt idx="1619">
                  <c:v>4.4631523650062777</c:v>
                </c:pt>
                <c:pt idx="1620">
                  <c:v>4.4631523650062777</c:v>
                </c:pt>
                <c:pt idx="1621">
                  <c:v>4.4631523650062777</c:v>
                </c:pt>
                <c:pt idx="1622">
                  <c:v>4.4631523650062777</c:v>
                </c:pt>
                <c:pt idx="1623">
                  <c:v>4.4631523650062777</c:v>
                </c:pt>
                <c:pt idx="1624">
                  <c:v>4.4631523650062777</c:v>
                </c:pt>
                <c:pt idx="1625">
                  <c:v>4.4631523650062777</c:v>
                </c:pt>
                <c:pt idx="1626">
                  <c:v>4.4631523650062777</c:v>
                </c:pt>
                <c:pt idx="1627">
                  <c:v>4.4631523650062777</c:v>
                </c:pt>
                <c:pt idx="1628">
                  <c:v>4.4631523650062777</c:v>
                </c:pt>
                <c:pt idx="1629">
                  <c:v>4.4631523650062777</c:v>
                </c:pt>
                <c:pt idx="1630">
                  <c:v>4.4631523650062777</c:v>
                </c:pt>
                <c:pt idx="1631">
                  <c:v>4.4631523650062777</c:v>
                </c:pt>
                <c:pt idx="1632">
                  <c:v>4.4631523650062777</c:v>
                </c:pt>
                <c:pt idx="1633">
                  <c:v>4.4631523650062777</c:v>
                </c:pt>
                <c:pt idx="1634">
                  <c:v>4.4631523650062777</c:v>
                </c:pt>
                <c:pt idx="1635">
                  <c:v>4.4631523650062777</c:v>
                </c:pt>
                <c:pt idx="1636">
                  <c:v>4.4631523650062777</c:v>
                </c:pt>
                <c:pt idx="1637">
                  <c:v>4.4631523650062777</c:v>
                </c:pt>
                <c:pt idx="1638">
                  <c:v>4.4631523650062777</c:v>
                </c:pt>
                <c:pt idx="1639">
                  <c:v>4.4631523650062777</c:v>
                </c:pt>
                <c:pt idx="1640">
                  <c:v>4.4631523650062777</c:v>
                </c:pt>
                <c:pt idx="1641">
                  <c:v>4.4631523650062777</c:v>
                </c:pt>
                <c:pt idx="1642">
                  <c:v>4.4631523650062777</c:v>
                </c:pt>
                <c:pt idx="1643">
                  <c:v>4.4631523650062777</c:v>
                </c:pt>
                <c:pt idx="1644">
                  <c:v>4.4631523650062777</c:v>
                </c:pt>
                <c:pt idx="1645">
                  <c:v>4.4631523650062777</c:v>
                </c:pt>
                <c:pt idx="1646">
                  <c:v>4.4631523650062777</c:v>
                </c:pt>
                <c:pt idx="1647">
                  <c:v>4.4631523650062777</c:v>
                </c:pt>
                <c:pt idx="1648">
                  <c:v>4.4631523650062777</c:v>
                </c:pt>
                <c:pt idx="1649">
                  <c:v>4.4631523650062777</c:v>
                </c:pt>
                <c:pt idx="1650">
                  <c:v>4.4631523650062777</c:v>
                </c:pt>
                <c:pt idx="1651">
                  <c:v>4.4631523650062777</c:v>
                </c:pt>
                <c:pt idx="1652">
                  <c:v>4.4631523650062777</c:v>
                </c:pt>
                <c:pt idx="1653">
                  <c:v>4.4631523650062777</c:v>
                </c:pt>
                <c:pt idx="1654">
                  <c:v>4.4631523650062777</c:v>
                </c:pt>
                <c:pt idx="1655">
                  <c:v>4.4631523650062777</c:v>
                </c:pt>
                <c:pt idx="1656">
                  <c:v>4.4631523650062777</c:v>
                </c:pt>
                <c:pt idx="1657">
                  <c:v>4.4631523650062777</c:v>
                </c:pt>
                <c:pt idx="1658">
                  <c:v>4.4631523650062777</c:v>
                </c:pt>
                <c:pt idx="1659">
                  <c:v>4.4631523650062777</c:v>
                </c:pt>
                <c:pt idx="1660">
                  <c:v>4.4631523650062777</c:v>
                </c:pt>
                <c:pt idx="1661">
                  <c:v>4.4631523650062777</c:v>
                </c:pt>
                <c:pt idx="1662">
                  <c:v>4.4631523650062777</c:v>
                </c:pt>
                <c:pt idx="1663">
                  <c:v>4.4631523650062777</c:v>
                </c:pt>
                <c:pt idx="1664">
                  <c:v>4.4631523650062777</c:v>
                </c:pt>
                <c:pt idx="1665">
                  <c:v>4.4631523650062777</c:v>
                </c:pt>
                <c:pt idx="1666">
                  <c:v>4.4631523650062777</c:v>
                </c:pt>
                <c:pt idx="1667">
                  <c:v>4.4631523650062777</c:v>
                </c:pt>
                <c:pt idx="1668">
                  <c:v>4.4631523650062777</c:v>
                </c:pt>
                <c:pt idx="1669">
                  <c:v>4.4631523650062777</c:v>
                </c:pt>
                <c:pt idx="1670">
                  <c:v>4.4631523650062777</c:v>
                </c:pt>
                <c:pt idx="1671">
                  <c:v>4.4631523650062777</c:v>
                </c:pt>
                <c:pt idx="1672">
                  <c:v>4.4631523650062777</c:v>
                </c:pt>
                <c:pt idx="1673">
                  <c:v>4.4631523650062777</c:v>
                </c:pt>
                <c:pt idx="1674">
                  <c:v>4.4631523650062777</c:v>
                </c:pt>
                <c:pt idx="1675">
                  <c:v>4.4631523650062777</c:v>
                </c:pt>
                <c:pt idx="1676">
                  <c:v>4.4631523650062777</c:v>
                </c:pt>
                <c:pt idx="1677">
                  <c:v>4.4631523650062777</c:v>
                </c:pt>
                <c:pt idx="1678">
                  <c:v>4.4631523650062777</c:v>
                </c:pt>
                <c:pt idx="1679">
                  <c:v>4.4631523650062777</c:v>
                </c:pt>
                <c:pt idx="1680">
                  <c:v>4.4631523650062777</c:v>
                </c:pt>
                <c:pt idx="1681">
                  <c:v>4.4631523650062777</c:v>
                </c:pt>
                <c:pt idx="1682">
                  <c:v>4.4631523650062777</c:v>
                </c:pt>
                <c:pt idx="1683">
                  <c:v>4.4631523650062777</c:v>
                </c:pt>
                <c:pt idx="1684">
                  <c:v>4.4631523650062777</c:v>
                </c:pt>
                <c:pt idx="1685">
                  <c:v>4.4631523650062777</c:v>
                </c:pt>
                <c:pt idx="1686">
                  <c:v>4.4631523650062777</c:v>
                </c:pt>
                <c:pt idx="1687">
                  <c:v>4.4631523650062777</c:v>
                </c:pt>
                <c:pt idx="1688">
                  <c:v>4.4631523650062777</c:v>
                </c:pt>
                <c:pt idx="1689">
                  <c:v>4.4631523650062777</c:v>
                </c:pt>
                <c:pt idx="1690">
                  <c:v>4.4631523650062777</c:v>
                </c:pt>
                <c:pt idx="1691">
                  <c:v>4.4631523650062777</c:v>
                </c:pt>
                <c:pt idx="1692">
                  <c:v>4.4631523650062777</c:v>
                </c:pt>
                <c:pt idx="1693">
                  <c:v>4.4631523650062777</c:v>
                </c:pt>
                <c:pt idx="1694">
                  <c:v>4.4631523650062777</c:v>
                </c:pt>
                <c:pt idx="1695">
                  <c:v>4.4631523650062777</c:v>
                </c:pt>
                <c:pt idx="1696">
                  <c:v>4.4631523650062777</c:v>
                </c:pt>
                <c:pt idx="1697">
                  <c:v>4.4631523650062777</c:v>
                </c:pt>
                <c:pt idx="1698">
                  <c:v>4.4631523650062777</c:v>
                </c:pt>
                <c:pt idx="1699">
                  <c:v>4.4631523650062777</c:v>
                </c:pt>
                <c:pt idx="1700">
                  <c:v>4.4631523650062777</c:v>
                </c:pt>
                <c:pt idx="1701">
                  <c:v>4.4631523650062777</c:v>
                </c:pt>
                <c:pt idx="1702">
                  <c:v>4.4631523650062777</c:v>
                </c:pt>
                <c:pt idx="1703">
                  <c:v>4.4631523650062777</c:v>
                </c:pt>
                <c:pt idx="1704">
                  <c:v>4.4631523650062777</c:v>
                </c:pt>
                <c:pt idx="1705">
                  <c:v>4.4631523650062777</c:v>
                </c:pt>
                <c:pt idx="1706">
                  <c:v>4.4631523650062777</c:v>
                </c:pt>
                <c:pt idx="1707">
                  <c:v>4.4631523650062777</c:v>
                </c:pt>
                <c:pt idx="1708">
                  <c:v>4.4631523650062777</c:v>
                </c:pt>
                <c:pt idx="1709">
                  <c:v>4.4631523650062777</c:v>
                </c:pt>
                <c:pt idx="1710">
                  <c:v>4.4631523650062777</c:v>
                </c:pt>
                <c:pt idx="1711">
                  <c:v>4.4631523650062777</c:v>
                </c:pt>
                <c:pt idx="1712">
                  <c:v>4.4631523650062777</c:v>
                </c:pt>
                <c:pt idx="1713">
                  <c:v>4.4631523650062777</c:v>
                </c:pt>
                <c:pt idx="1714">
                  <c:v>4.4631523650062777</c:v>
                </c:pt>
                <c:pt idx="1715">
                  <c:v>4.4631523650062777</c:v>
                </c:pt>
                <c:pt idx="1716">
                  <c:v>4.4631523650062777</c:v>
                </c:pt>
                <c:pt idx="1717">
                  <c:v>4.4631523650062777</c:v>
                </c:pt>
                <c:pt idx="1718">
                  <c:v>4.4631523650062777</c:v>
                </c:pt>
                <c:pt idx="1719">
                  <c:v>4.4631523650062777</c:v>
                </c:pt>
                <c:pt idx="1720">
                  <c:v>4.4631523650062777</c:v>
                </c:pt>
                <c:pt idx="1721">
                  <c:v>4.4631523650062777</c:v>
                </c:pt>
                <c:pt idx="1722">
                  <c:v>4.4631523650062777</c:v>
                </c:pt>
                <c:pt idx="1723">
                  <c:v>4.4631523650062777</c:v>
                </c:pt>
                <c:pt idx="1724">
                  <c:v>4.4631523650062777</c:v>
                </c:pt>
                <c:pt idx="1725">
                  <c:v>4.4631523650062777</c:v>
                </c:pt>
                <c:pt idx="1726">
                  <c:v>4.4631523650062777</c:v>
                </c:pt>
                <c:pt idx="1727">
                  <c:v>4.4631523650062777</c:v>
                </c:pt>
                <c:pt idx="1728">
                  <c:v>4.4631523650062777</c:v>
                </c:pt>
                <c:pt idx="1729">
                  <c:v>4.4631523650062777</c:v>
                </c:pt>
                <c:pt idx="1730">
                  <c:v>4.4631523650062777</c:v>
                </c:pt>
                <c:pt idx="1731">
                  <c:v>4.4631523650062777</c:v>
                </c:pt>
                <c:pt idx="1732">
                  <c:v>4.4631523650062777</c:v>
                </c:pt>
                <c:pt idx="1733">
                  <c:v>4.4631523650062777</c:v>
                </c:pt>
                <c:pt idx="1734">
                  <c:v>4.4631523650062777</c:v>
                </c:pt>
                <c:pt idx="1735">
                  <c:v>4.4631523650062777</c:v>
                </c:pt>
                <c:pt idx="1736">
                  <c:v>4.4631523650062777</c:v>
                </c:pt>
                <c:pt idx="1737">
                  <c:v>4.4631523650062777</c:v>
                </c:pt>
                <c:pt idx="1738">
                  <c:v>4.4631523650062777</c:v>
                </c:pt>
                <c:pt idx="1739">
                  <c:v>4.4631523650062777</c:v>
                </c:pt>
                <c:pt idx="1740">
                  <c:v>4.4631523650062777</c:v>
                </c:pt>
                <c:pt idx="1741">
                  <c:v>4.4631523650062777</c:v>
                </c:pt>
                <c:pt idx="1742">
                  <c:v>4.4631523650062777</c:v>
                </c:pt>
                <c:pt idx="1743">
                  <c:v>4.4631523650062777</c:v>
                </c:pt>
                <c:pt idx="1744">
                  <c:v>4.4631523650062777</c:v>
                </c:pt>
                <c:pt idx="1745">
                  <c:v>4.4631523650062777</c:v>
                </c:pt>
                <c:pt idx="1746">
                  <c:v>4.4631523650062777</c:v>
                </c:pt>
                <c:pt idx="1747">
                  <c:v>4.4631523650062777</c:v>
                </c:pt>
                <c:pt idx="1748">
                  <c:v>4.4631523650062777</c:v>
                </c:pt>
                <c:pt idx="1749">
                  <c:v>4.4631523650062777</c:v>
                </c:pt>
                <c:pt idx="1750">
                  <c:v>4.4631523650062777</c:v>
                </c:pt>
                <c:pt idx="1751">
                  <c:v>4.4631523650062777</c:v>
                </c:pt>
                <c:pt idx="1752">
                  <c:v>4.4631523650062777</c:v>
                </c:pt>
                <c:pt idx="1753">
                  <c:v>4.4631523650062777</c:v>
                </c:pt>
                <c:pt idx="1754">
                  <c:v>4.4631523650062777</c:v>
                </c:pt>
                <c:pt idx="1755">
                  <c:v>4.4631523650062777</c:v>
                </c:pt>
                <c:pt idx="1756">
                  <c:v>4.4631523650062777</c:v>
                </c:pt>
                <c:pt idx="1757">
                  <c:v>4.4631523650062777</c:v>
                </c:pt>
                <c:pt idx="1758">
                  <c:v>4.4631523650062777</c:v>
                </c:pt>
                <c:pt idx="1759">
                  <c:v>4.4631523650062777</c:v>
                </c:pt>
                <c:pt idx="1760">
                  <c:v>4.4631523650062777</c:v>
                </c:pt>
                <c:pt idx="1761">
                  <c:v>4.4631523650062777</c:v>
                </c:pt>
                <c:pt idx="1762">
                  <c:v>4.4631523650062777</c:v>
                </c:pt>
                <c:pt idx="1763">
                  <c:v>4.4631523650062777</c:v>
                </c:pt>
                <c:pt idx="1764">
                  <c:v>4.4631523650062777</c:v>
                </c:pt>
                <c:pt idx="1765">
                  <c:v>4.4631523650062777</c:v>
                </c:pt>
                <c:pt idx="1766">
                  <c:v>4.4631523650062777</c:v>
                </c:pt>
                <c:pt idx="1767">
                  <c:v>4.4631523650062777</c:v>
                </c:pt>
                <c:pt idx="1768">
                  <c:v>4.4631523650062777</c:v>
                </c:pt>
                <c:pt idx="1769">
                  <c:v>4.4631523650062777</c:v>
                </c:pt>
                <c:pt idx="1770">
                  <c:v>4.4631523650062777</c:v>
                </c:pt>
                <c:pt idx="1771">
                  <c:v>4.4631523650062777</c:v>
                </c:pt>
                <c:pt idx="1772">
                  <c:v>4.4631523650062777</c:v>
                </c:pt>
                <c:pt idx="1773">
                  <c:v>4.4631523650062777</c:v>
                </c:pt>
                <c:pt idx="1774">
                  <c:v>4.4631523650062777</c:v>
                </c:pt>
                <c:pt idx="1775">
                  <c:v>4.4631523650062777</c:v>
                </c:pt>
                <c:pt idx="1776">
                  <c:v>4.4631523650062777</c:v>
                </c:pt>
                <c:pt idx="1777">
                  <c:v>4.4631523650062777</c:v>
                </c:pt>
                <c:pt idx="1778">
                  <c:v>4.4631523650062777</c:v>
                </c:pt>
                <c:pt idx="1779">
                  <c:v>4.4631523650062777</c:v>
                </c:pt>
                <c:pt idx="1780">
                  <c:v>4.4631523650062777</c:v>
                </c:pt>
                <c:pt idx="1781">
                  <c:v>4.4631523650062777</c:v>
                </c:pt>
                <c:pt idx="1782">
                  <c:v>4.4631523650062777</c:v>
                </c:pt>
                <c:pt idx="1783">
                  <c:v>4.4631523650062777</c:v>
                </c:pt>
                <c:pt idx="1784">
                  <c:v>4.4631523650062777</c:v>
                </c:pt>
                <c:pt idx="1785">
                  <c:v>4.4631523650062777</c:v>
                </c:pt>
                <c:pt idx="1786">
                  <c:v>4.4631523650062777</c:v>
                </c:pt>
                <c:pt idx="1787">
                  <c:v>4.4631523650062777</c:v>
                </c:pt>
                <c:pt idx="1788">
                  <c:v>4.4631523650062777</c:v>
                </c:pt>
                <c:pt idx="1789">
                  <c:v>4.4631523650062777</c:v>
                </c:pt>
                <c:pt idx="1790">
                  <c:v>4.4631523650062777</c:v>
                </c:pt>
                <c:pt idx="1791">
                  <c:v>4.4631523650062777</c:v>
                </c:pt>
                <c:pt idx="1792">
                  <c:v>4.4631523650062777</c:v>
                </c:pt>
                <c:pt idx="1793">
                  <c:v>4.4631523650062777</c:v>
                </c:pt>
                <c:pt idx="1794">
                  <c:v>4.4631523650062777</c:v>
                </c:pt>
                <c:pt idx="1795">
                  <c:v>4.4631523650062777</c:v>
                </c:pt>
                <c:pt idx="1796">
                  <c:v>4.4631523650062777</c:v>
                </c:pt>
                <c:pt idx="1797">
                  <c:v>4.4631523650062777</c:v>
                </c:pt>
                <c:pt idx="1798">
                  <c:v>4.4631523650062777</c:v>
                </c:pt>
                <c:pt idx="1799">
                  <c:v>4.4631523650062777</c:v>
                </c:pt>
                <c:pt idx="1800">
                  <c:v>4.4631523650062777</c:v>
                </c:pt>
                <c:pt idx="1801">
                  <c:v>4.4631523650062777</c:v>
                </c:pt>
                <c:pt idx="1802">
                  <c:v>4.4631523650062777</c:v>
                </c:pt>
                <c:pt idx="1803">
                  <c:v>4.4631523650062777</c:v>
                </c:pt>
                <c:pt idx="1804">
                  <c:v>4.4631523650062777</c:v>
                </c:pt>
                <c:pt idx="1805">
                  <c:v>4.4631523650062777</c:v>
                </c:pt>
                <c:pt idx="1806">
                  <c:v>4.4631523650062777</c:v>
                </c:pt>
                <c:pt idx="1807">
                  <c:v>4.4631523650062777</c:v>
                </c:pt>
                <c:pt idx="1808">
                  <c:v>4.4631523650062777</c:v>
                </c:pt>
                <c:pt idx="1809">
                  <c:v>4.4631523650062777</c:v>
                </c:pt>
                <c:pt idx="1810">
                  <c:v>4.4631523650062777</c:v>
                </c:pt>
                <c:pt idx="1811">
                  <c:v>4.4631523650062777</c:v>
                </c:pt>
                <c:pt idx="1812">
                  <c:v>4.4631523650062777</c:v>
                </c:pt>
                <c:pt idx="1813">
                  <c:v>4.4631523650062777</c:v>
                </c:pt>
                <c:pt idx="1814">
                  <c:v>4.4631523650062777</c:v>
                </c:pt>
                <c:pt idx="1815">
                  <c:v>4.4631523650062777</c:v>
                </c:pt>
                <c:pt idx="1816">
                  <c:v>4.4631523650062777</c:v>
                </c:pt>
                <c:pt idx="1817">
                  <c:v>4.4631523650062777</c:v>
                </c:pt>
                <c:pt idx="1818">
                  <c:v>4.4631523650062777</c:v>
                </c:pt>
                <c:pt idx="1819">
                  <c:v>4.4631523650062777</c:v>
                </c:pt>
                <c:pt idx="1820">
                  <c:v>4.4631523650062777</c:v>
                </c:pt>
                <c:pt idx="1821">
                  <c:v>4.4631523650062777</c:v>
                </c:pt>
                <c:pt idx="1822">
                  <c:v>4.4631523650062777</c:v>
                </c:pt>
                <c:pt idx="1823">
                  <c:v>4.4631523650062777</c:v>
                </c:pt>
                <c:pt idx="1824">
                  <c:v>4.4631523650062777</c:v>
                </c:pt>
                <c:pt idx="1825">
                  <c:v>4.4631523650062777</c:v>
                </c:pt>
                <c:pt idx="1826">
                  <c:v>4.4631523650062777</c:v>
                </c:pt>
                <c:pt idx="1827">
                  <c:v>4.4631523650062777</c:v>
                </c:pt>
                <c:pt idx="1828">
                  <c:v>4.4631523650062777</c:v>
                </c:pt>
                <c:pt idx="1829">
                  <c:v>4.4631523650062777</c:v>
                </c:pt>
                <c:pt idx="1830">
                  <c:v>4.4631523650062777</c:v>
                </c:pt>
                <c:pt idx="1831">
                  <c:v>4.4631523650062777</c:v>
                </c:pt>
                <c:pt idx="1832">
                  <c:v>4.4631523650062777</c:v>
                </c:pt>
                <c:pt idx="1833">
                  <c:v>4.4631523650062777</c:v>
                </c:pt>
                <c:pt idx="1834">
                  <c:v>4.4631523650062777</c:v>
                </c:pt>
                <c:pt idx="1835">
                  <c:v>4.4631523650062777</c:v>
                </c:pt>
                <c:pt idx="1836">
                  <c:v>4.4631523650062777</c:v>
                </c:pt>
                <c:pt idx="1837">
                  <c:v>4.4631523650062777</c:v>
                </c:pt>
                <c:pt idx="1838">
                  <c:v>4.4631523650062777</c:v>
                </c:pt>
                <c:pt idx="1839">
                  <c:v>4.4631523650062777</c:v>
                </c:pt>
                <c:pt idx="1840">
                  <c:v>4.4631523650062777</c:v>
                </c:pt>
                <c:pt idx="1841">
                  <c:v>4.4631523650062777</c:v>
                </c:pt>
                <c:pt idx="1842">
                  <c:v>4.4631523650062777</c:v>
                </c:pt>
                <c:pt idx="1843">
                  <c:v>4.4631523650062777</c:v>
                </c:pt>
                <c:pt idx="1844">
                  <c:v>4.4631523650062777</c:v>
                </c:pt>
                <c:pt idx="1845">
                  <c:v>4.4631523650062777</c:v>
                </c:pt>
                <c:pt idx="1846">
                  <c:v>4.4631523650062777</c:v>
                </c:pt>
                <c:pt idx="1847">
                  <c:v>4.4631523650062777</c:v>
                </c:pt>
                <c:pt idx="1848">
                  <c:v>4.4631523650062777</c:v>
                </c:pt>
                <c:pt idx="1849">
                  <c:v>4.4631523650062777</c:v>
                </c:pt>
                <c:pt idx="1850">
                  <c:v>4.4631523650062777</c:v>
                </c:pt>
                <c:pt idx="1851">
                  <c:v>4.4631523650062777</c:v>
                </c:pt>
                <c:pt idx="1852">
                  <c:v>4.4631523650062777</c:v>
                </c:pt>
                <c:pt idx="1853">
                  <c:v>4.4631523650062777</c:v>
                </c:pt>
                <c:pt idx="1854">
                  <c:v>4.4631523650062777</c:v>
                </c:pt>
                <c:pt idx="1855">
                  <c:v>4.4631523650062777</c:v>
                </c:pt>
                <c:pt idx="1856">
                  <c:v>4.4631523650062777</c:v>
                </c:pt>
                <c:pt idx="1857">
                  <c:v>4.4631523650062777</c:v>
                </c:pt>
                <c:pt idx="1858">
                  <c:v>4.4631523650062777</c:v>
                </c:pt>
                <c:pt idx="1859">
                  <c:v>4.4631523650062777</c:v>
                </c:pt>
                <c:pt idx="1860">
                  <c:v>4.4631523650062777</c:v>
                </c:pt>
                <c:pt idx="1861">
                  <c:v>4.4631523650062777</c:v>
                </c:pt>
                <c:pt idx="1862">
                  <c:v>4.4631523650062777</c:v>
                </c:pt>
                <c:pt idx="1863">
                  <c:v>4.4631523650062777</c:v>
                </c:pt>
                <c:pt idx="1864">
                  <c:v>4.4631523650062777</c:v>
                </c:pt>
                <c:pt idx="1865">
                  <c:v>4.4631523650062777</c:v>
                </c:pt>
                <c:pt idx="1866">
                  <c:v>4.4631523650062777</c:v>
                </c:pt>
                <c:pt idx="1867">
                  <c:v>4.4631523650062777</c:v>
                </c:pt>
                <c:pt idx="1868">
                  <c:v>4.4631523650062777</c:v>
                </c:pt>
                <c:pt idx="1869">
                  <c:v>4.4631523650062777</c:v>
                </c:pt>
                <c:pt idx="1870">
                  <c:v>4.4631523650062777</c:v>
                </c:pt>
                <c:pt idx="1871">
                  <c:v>4.4631523650062777</c:v>
                </c:pt>
                <c:pt idx="1872">
                  <c:v>4.4631523650062777</c:v>
                </c:pt>
                <c:pt idx="1873">
                  <c:v>4.4631523650062777</c:v>
                </c:pt>
                <c:pt idx="1874">
                  <c:v>4.4631523650062777</c:v>
                </c:pt>
                <c:pt idx="1875">
                  <c:v>4.4631523650062777</c:v>
                </c:pt>
                <c:pt idx="1876">
                  <c:v>4.4631523650062777</c:v>
                </c:pt>
                <c:pt idx="1877">
                  <c:v>4.4631523650062777</c:v>
                </c:pt>
                <c:pt idx="1878">
                  <c:v>4.4631523650062777</c:v>
                </c:pt>
                <c:pt idx="1879">
                  <c:v>4.4631523650062777</c:v>
                </c:pt>
                <c:pt idx="1880">
                  <c:v>4.4631523650062777</c:v>
                </c:pt>
                <c:pt idx="1881">
                  <c:v>4.4631523650062777</c:v>
                </c:pt>
                <c:pt idx="1882">
                  <c:v>4.4631523650062777</c:v>
                </c:pt>
                <c:pt idx="1883">
                  <c:v>4.4631523650062777</c:v>
                </c:pt>
                <c:pt idx="1884">
                  <c:v>4.4631523650062777</c:v>
                </c:pt>
                <c:pt idx="1885">
                  <c:v>4.4631523650062777</c:v>
                </c:pt>
                <c:pt idx="1886">
                  <c:v>4.4631523650062777</c:v>
                </c:pt>
                <c:pt idx="1887">
                  <c:v>4.4631523650062777</c:v>
                </c:pt>
                <c:pt idx="1888">
                  <c:v>4.4631523650062777</c:v>
                </c:pt>
                <c:pt idx="1889">
                  <c:v>4.4631523650062777</c:v>
                </c:pt>
                <c:pt idx="1890">
                  <c:v>4.4631523650062777</c:v>
                </c:pt>
                <c:pt idx="1891">
                  <c:v>4.4631523650062777</c:v>
                </c:pt>
                <c:pt idx="1892">
                  <c:v>4.4631523650062777</c:v>
                </c:pt>
                <c:pt idx="1893">
                  <c:v>4.4631523650062777</c:v>
                </c:pt>
                <c:pt idx="1894">
                  <c:v>4.4631523650062777</c:v>
                </c:pt>
                <c:pt idx="1895">
                  <c:v>4.4631523650062777</c:v>
                </c:pt>
                <c:pt idx="1896">
                  <c:v>4.4631523650062777</c:v>
                </c:pt>
                <c:pt idx="1897">
                  <c:v>4.4631523650062777</c:v>
                </c:pt>
                <c:pt idx="1898">
                  <c:v>4.4631523650062777</c:v>
                </c:pt>
                <c:pt idx="1899">
                  <c:v>4.4631523650062777</c:v>
                </c:pt>
                <c:pt idx="1900">
                  <c:v>4.4631523650062777</c:v>
                </c:pt>
                <c:pt idx="1901">
                  <c:v>4.4631523650062777</c:v>
                </c:pt>
                <c:pt idx="1902">
                  <c:v>4.4631523650062777</c:v>
                </c:pt>
                <c:pt idx="1903">
                  <c:v>4.4631523650062777</c:v>
                </c:pt>
                <c:pt idx="1904">
                  <c:v>4.4631523650062777</c:v>
                </c:pt>
                <c:pt idx="1905">
                  <c:v>4.4631523650062777</c:v>
                </c:pt>
                <c:pt idx="1906">
                  <c:v>4.4631523650062777</c:v>
                </c:pt>
                <c:pt idx="1907">
                  <c:v>4.4631523650062777</c:v>
                </c:pt>
                <c:pt idx="1908">
                  <c:v>4.4631523650062777</c:v>
                </c:pt>
                <c:pt idx="1909">
                  <c:v>4.4631523650062777</c:v>
                </c:pt>
                <c:pt idx="1910">
                  <c:v>4.4631523650062777</c:v>
                </c:pt>
                <c:pt idx="1911">
                  <c:v>4.4631523650062777</c:v>
                </c:pt>
                <c:pt idx="1912">
                  <c:v>4.4631523650062777</c:v>
                </c:pt>
                <c:pt idx="1913">
                  <c:v>4.4631523650062777</c:v>
                </c:pt>
                <c:pt idx="1914">
                  <c:v>4.4631523650062777</c:v>
                </c:pt>
                <c:pt idx="1915">
                  <c:v>4.4631523650062777</c:v>
                </c:pt>
                <c:pt idx="1916">
                  <c:v>4.4631523650062777</c:v>
                </c:pt>
                <c:pt idx="1917">
                  <c:v>4.4631523650062777</c:v>
                </c:pt>
                <c:pt idx="1918">
                  <c:v>4.4631523650062777</c:v>
                </c:pt>
                <c:pt idx="1919">
                  <c:v>4.4631523650062777</c:v>
                </c:pt>
                <c:pt idx="1920">
                  <c:v>4.4631523650062777</c:v>
                </c:pt>
                <c:pt idx="1921">
                  <c:v>4.4631523650062777</c:v>
                </c:pt>
                <c:pt idx="1922">
                  <c:v>4.4631523650062777</c:v>
                </c:pt>
                <c:pt idx="1923">
                  <c:v>4.4631523650062777</c:v>
                </c:pt>
                <c:pt idx="1924">
                  <c:v>4.4631523650062777</c:v>
                </c:pt>
                <c:pt idx="1925">
                  <c:v>4.4631523650062777</c:v>
                </c:pt>
                <c:pt idx="1926">
                  <c:v>4.4631523650062777</c:v>
                </c:pt>
                <c:pt idx="1927">
                  <c:v>4.4631523650062777</c:v>
                </c:pt>
                <c:pt idx="1928">
                  <c:v>4.4631523650062777</c:v>
                </c:pt>
                <c:pt idx="1929">
                  <c:v>4.4631523650062777</c:v>
                </c:pt>
                <c:pt idx="1930">
                  <c:v>4.4631523650062777</c:v>
                </c:pt>
                <c:pt idx="1931">
                  <c:v>4.4631523650062777</c:v>
                </c:pt>
                <c:pt idx="1932">
                  <c:v>4.4631523650062777</c:v>
                </c:pt>
                <c:pt idx="1933">
                  <c:v>4.4631523650062777</c:v>
                </c:pt>
                <c:pt idx="1934">
                  <c:v>4.4631523650062777</c:v>
                </c:pt>
                <c:pt idx="1935">
                  <c:v>4.4631523650062777</c:v>
                </c:pt>
                <c:pt idx="1936">
                  <c:v>4.4631523650062777</c:v>
                </c:pt>
                <c:pt idx="1937">
                  <c:v>4.4631523650062777</c:v>
                </c:pt>
                <c:pt idx="1938">
                  <c:v>4.4631523650062777</c:v>
                </c:pt>
                <c:pt idx="1939">
                  <c:v>4.4631523650062777</c:v>
                </c:pt>
                <c:pt idx="1940">
                  <c:v>4.4631523650062777</c:v>
                </c:pt>
                <c:pt idx="1941">
                  <c:v>4.4631523650062777</c:v>
                </c:pt>
                <c:pt idx="1942">
                  <c:v>4.4631523650062777</c:v>
                </c:pt>
                <c:pt idx="1943">
                  <c:v>4.4631523650062777</c:v>
                </c:pt>
                <c:pt idx="1944">
                  <c:v>4.4631523650062777</c:v>
                </c:pt>
                <c:pt idx="1945">
                  <c:v>4.4631523650062777</c:v>
                </c:pt>
                <c:pt idx="1946">
                  <c:v>4.4631523650062777</c:v>
                </c:pt>
                <c:pt idx="1947">
                  <c:v>4.4631523650062777</c:v>
                </c:pt>
                <c:pt idx="1948">
                  <c:v>4.4631523650062777</c:v>
                </c:pt>
                <c:pt idx="1949">
                  <c:v>4.4631523650062777</c:v>
                </c:pt>
                <c:pt idx="1950">
                  <c:v>4.4631523650062777</c:v>
                </c:pt>
                <c:pt idx="1951">
                  <c:v>4.4631523650062777</c:v>
                </c:pt>
                <c:pt idx="1952">
                  <c:v>4.4631523650062777</c:v>
                </c:pt>
                <c:pt idx="1953">
                  <c:v>4.4631523650062777</c:v>
                </c:pt>
                <c:pt idx="1954">
                  <c:v>4.4631523650062777</c:v>
                </c:pt>
                <c:pt idx="1955">
                  <c:v>4.4631523650062777</c:v>
                </c:pt>
                <c:pt idx="1956">
                  <c:v>4.4631523650062777</c:v>
                </c:pt>
                <c:pt idx="1957">
                  <c:v>4.4631523650062777</c:v>
                </c:pt>
                <c:pt idx="1958">
                  <c:v>4.4631523650062777</c:v>
                </c:pt>
                <c:pt idx="1959">
                  <c:v>4.4631523650062777</c:v>
                </c:pt>
                <c:pt idx="1960">
                  <c:v>4.4631523650062777</c:v>
                </c:pt>
                <c:pt idx="1961">
                  <c:v>4.4631523650062777</c:v>
                </c:pt>
                <c:pt idx="1962">
                  <c:v>4.4631523650062777</c:v>
                </c:pt>
                <c:pt idx="1963">
                  <c:v>4.4631523650062777</c:v>
                </c:pt>
                <c:pt idx="1964">
                  <c:v>4.4631523650062777</c:v>
                </c:pt>
                <c:pt idx="1965">
                  <c:v>4.4631523650062777</c:v>
                </c:pt>
                <c:pt idx="1966">
                  <c:v>4.4631523650062777</c:v>
                </c:pt>
                <c:pt idx="1967">
                  <c:v>4.4631523650062777</c:v>
                </c:pt>
                <c:pt idx="1968">
                  <c:v>4.4631523650062777</c:v>
                </c:pt>
                <c:pt idx="1969">
                  <c:v>4.4631523650062777</c:v>
                </c:pt>
                <c:pt idx="1970">
                  <c:v>4.4631523650062777</c:v>
                </c:pt>
                <c:pt idx="1971">
                  <c:v>4.4631523650062777</c:v>
                </c:pt>
                <c:pt idx="1972">
                  <c:v>4.4631523650062777</c:v>
                </c:pt>
                <c:pt idx="1973">
                  <c:v>4.4631523650062777</c:v>
                </c:pt>
                <c:pt idx="1974">
                  <c:v>4.4631523650062777</c:v>
                </c:pt>
                <c:pt idx="1975">
                  <c:v>4.4631523650062777</c:v>
                </c:pt>
                <c:pt idx="1976">
                  <c:v>4.4631523650062777</c:v>
                </c:pt>
                <c:pt idx="1977">
                  <c:v>4.4631523650062777</c:v>
                </c:pt>
                <c:pt idx="1978">
                  <c:v>4.4631523650062777</c:v>
                </c:pt>
                <c:pt idx="1979">
                  <c:v>4.4631523650062777</c:v>
                </c:pt>
                <c:pt idx="1980">
                  <c:v>4.4631523650062777</c:v>
                </c:pt>
                <c:pt idx="1981">
                  <c:v>4.4631523650062777</c:v>
                </c:pt>
                <c:pt idx="1982">
                  <c:v>4.4631523650062777</c:v>
                </c:pt>
                <c:pt idx="1983">
                  <c:v>4.4631523650062777</c:v>
                </c:pt>
                <c:pt idx="1984">
                  <c:v>4.4631523650062777</c:v>
                </c:pt>
                <c:pt idx="1985">
                  <c:v>4.4631523650062777</c:v>
                </c:pt>
                <c:pt idx="1986">
                  <c:v>4.4631523650062777</c:v>
                </c:pt>
                <c:pt idx="1987">
                  <c:v>4.4631523650062777</c:v>
                </c:pt>
                <c:pt idx="1988">
                  <c:v>4.4631523650062777</c:v>
                </c:pt>
                <c:pt idx="1989">
                  <c:v>4.4631523650062777</c:v>
                </c:pt>
                <c:pt idx="1990">
                  <c:v>4.4631523650062777</c:v>
                </c:pt>
                <c:pt idx="1991">
                  <c:v>4.4631523650062777</c:v>
                </c:pt>
                <c:pt idx="1992">
                  <c:v>4.4631523650062777</c:v>
                </c:pt>
                <c:pt idx="1993">
                  <c:v>4.4631523650062777</c:v>
                </c:pt>
                <c:pt idx="1994">
                  <c:v>4.4631523650062777</c:v>
                </c:pt>
                <c:pt idx="1995">
                  <c:v>4.4631523650062777</c:v>
                </c:pt>
                <c:pt idx="1996">
                  <c:v>4.4631523650062777</c:v>
                </c:pt>
                <c:pt idx="1997">
                  <c:v>4.4631523650062777</c:v>
                </c:pt>
                <c:pt idx="1998">
                  <c:v>4.4631523650062777</c:v>
                </c:pt>
                <c:pt idx="1999">
                  <c:v>4.4631523650062777</c:v>
                </c:pt>
                <c:pt idx="2000">
                  <c:v>4.4631523650062777</c:v>
                </c:pt>
                <c:pt idx="2001">
                  <c:v>4.4631523650062777</c:v>
                </c:pt>
                <c:pt idx="2002">
                  <c:v>4.4631523650062777</c:v>
                </c:pt>
                <c:pt idx="2003">
                  <c:v>4.4631523650062777</c:v>
                </c:pt>
                <c:pt idx="2004">
                  <c:v>4.4631523650062777</c:v>
                </c:pt>
                <c:pt idx="2005">
                  <c:v>4.4631523650062777</c:v>
                </c:pt>
                <c:pt idx="2006">
                  <c:v>4.4631523650062777</c:v>
                </c:pt>
                <c:pt idx="2007">
                  <c:v>4.4631523650062777</c:v>
                </c:pt>
                <c:pt idx="2008">
                  <c:v>4.4631523650062777</c:v>
                </c:pt>
                <c:pt idx="2009">
                  <c:v>4.4631523650062777</c:v>
                </c:pt>
                <c:pt idx="2010">
                  <c:v>4.4631523650062777</c:v>
                </c:pt>
                <c:pt idx="2011">
                  <c:v>4.4631523650062777</c:v>
                </c:pt>
                <c:pt idx="2012">
                  <c:v>4.4631523650062777</c:v>
                </c:pt>
                <c:pt idx="2013">
                  <c:v>4.4631523650062777</c:v>
                </c:pt>
                <c:pt idx="2014">
                  <c:v>4.4631523650062777</c:v>
                </c:pt>
                <c:pt idx="2015">
                  <c:v>4.4631523650062777</c:v>
                </c:pt>
                <c:pt idx="2016">
                  <c:v>4.4631523650062777</c:v>
                </c:pt>
                <c:pt idx="2017">
                  <c:v>4.4631523650062777</c:v>
                </c:pt>
                <c:pt idx="2018">
                  <c:v>4.4631523650062777</c:v>
                </c:pt>
                <c:pt idx="2019">
                  <c:v>4.4631523650062777</c:v>
                </c:pt>
                <c:pt idx="2020">
                  <c:v>4.4631523650062777</c:v>
                </c:pt>
                <c:pt idx="2021">
                  <c:v>4.4631523650062777</c:v>
                </c:pt>
                <c:pt idx="2022">
                  <c:v>4.4631523650062777</c:v>
                </c:pt>
                <c:pt idx="2023">
                  <c:v>4.4631523650062777</c:v>
                </c:pt>
                <c:pt idx="2024">
                  <c:v>4.4631523650062777</c:v>
                </c:pt>
                <c:pt idx="2025">
                  <c:v>4.4631523650062777</c:v>
                </c:pt>
                <c:pt idx="2026">
                  <c:v>4.4631523650062777</c:v>
                </c:pt>
                <c:pt idx="2027">
                  <c:v>4.4631523650062777</c:v>
                </c:pt>
                <c:pt idx="2028">
                  <c:v>4.4631523650062777</c:v>
                </c:pt>
                <c:pt idx="2029">
                  <c:v>4.4631523650062777</c:v>
                </c:pt>
                <c:pt idx="2030">
                  <c:v>4.4631523650062777</c:v>
                </c:pt>
                <c:pt idx="2031">
                  <c:v>4.4631523650062777</c:v>
                </c:pt>
                <c:pt idx="2032">
                  <c:v>4.4631523650062777</c:v>
                </c:pt>
                <c:pt idx="2033">
                  <c:v>4.4631523650062777</c:v>
                </c:pt>
                <c:pt idx="2034">
                  <c:v>4.4631523650062777</c:v>
                </c:pt>
                <c:pt idx="2035">
                  <c:v>4.4631523650062777</c:v>
                </c:pt>
                <c:pt idx="2036">
                  <c:v>4.4631523650062777</c:v>
                </c:pt>
                <c:pt idx="2037">
                  <c:v>4.4631523650062777</c:v>
                </c:pt>
                <c:pt idx="2038">
                  <c:v>4.4631523650062777</c:v>
                </c:pt>
                <c:pt idx="2039">
                  <c:v>4.4631523650062777</c:v>
                </c:pt>
                <c:pt idx="2040">
                  <c:v>4.4631523650062777</c:v>
                </c:pt>
                <c:pt idx="2041">
                  <c:v>4.4631523650062777</c:v>
                </c:pt>
                <c:pt idx="2042">
                  <c:v>4.4631523650062777</c:v>
                </c:pt>
                <c:pt idx="2043">
                  <c:v>4.4631523650062777</c:v>
                </c:pt>
                <c:pt idx="2044">
                  <c:v>4.4631523650062777</c:v>
                </c:pt>
                <c:pt idx="2045">
                  <c:v>4.4631523650062777</c:v>
                </c:pt>
                <c:pt idx="2046">
                  <c:v>4.4631523650062777</c:v>
                </c:pt>
                <c:pt idx="2047">
                  <c:v>4.4631523650062777</c:v>
                </c:pt>
                <c:pt idx="2048">
                  <c:v>4.4631523650062777</c:v>
                </c:pt>
                <c:pt idx="2049">
                  <c:v>4.4631523650062777</c:v>
                </c:pt>
                <c:pt idx="2050">
                  <c:v>4.4631523650062777</c:v>
                </c:pt>
                <c:pt idx="2051">
                  <c:v>4.4631523650062777</c:v>
                </c:pt>
                <c:pt idx="2052">
                  <c:v>4.4631523650062777</c:v>
                </c:pt>
                <c:pt idx="2053">
                  <c:v>4.4631523650062777</c:v>
                </c:pt>
                <c:pt idx="2054">
                  <c:v>4.4631523650062777</c:v>
                </c:pt>
                <c:pt idx="2055">
                  <c:v>4.4631523650062777</c:v>
                </c:pt>
                <c:pt idx="2056">
                  <c:v>4.4631523650062777</c:v>
                </c:pt>
                <c:pt idx="2057">
                  <c:v>4.4631523650062777</c:v>
                </c:pt>
                <c:pt idx="2058">
                  <c:v>4.4631523650062777</c:v>
                </c:pt>
                <c:pt idx="2059">
                  <c:v>4.4631523650062777</c:v>
                </c:pt>
                <c:pt idx="2060">
                  <c:v>4.4631523650062777</c:v>
                </c:pt>
                <c:pt idx="2061">
                  <c:v>4.4631523650062777</c:v>
                </c:pt>
                <c:pt idx="2062">
                  <c:v>4.4631523650062777</c:v>
                </c:pt>
                <c:pt idx="2063">
                  <c:v>4.4631523650062777</c:v>
                </c:pt>
                <c:pt idx="2064">
                  <c:v>4.4631523650062777</c:v>
                </c:pt>
                <c:pt idx="2065">
                  <c:v>4.4631523650062777</c:v>
                </c:pt>
                <c:pt idx="2066">
                  <c:v>4.4631523650062777</c:v>
                </c:pt>
                <c:pt idx="2067">
                  <c:v>4.4631523650062777</c:v>
                </c:pt>
                <c:pt idx="2068">
                  <c:v>4.4631523650062777</c:v>
                </c:pt>
                <c:pt idx="2069">
                  <c:v>4.4631523650062777</c:v>
                </c:pt>
                <c:pt idx="2070">
                  <c:v>4.4631523650062777</c:v>
                </c:pt>
                <c:pt idx="2071">
                  <c:v>4.4631523650062777</c:v>
                </c:pt>
                <c:pt idx="2072">
                  <c:v>4.4631523650062777</c:v>
                </c:pt>
                <c:pt idx="2073">
                  <c:v>4.4631523650062777</c:v>
                </c:pt>
                <c:pt idx="2074">
                  <c:v>4.4631523650062777</c:v>
                </c:pt>
                <c:pt idx="2075">
                  <c:v>4.4631523650062777</c:v>
                </c:pt>
                <c:pt idx="2076">
                  <c:v>4.4631523650062777</c:v>
                </c:pt>
                <c:pt idx="2077">
                  <c:v>4.4631523650062777</c:v>
                </c:pt>
                <c:pt idx="2078">
                  <c:v>4.4631523650062777</c:v>
                </c:pt>
                <c:pt idx="2079">
                  <c:v>4.4631523650062777</c:v>
                </c:pt>
                <c:pt idx="2080">
                  <c:v>4.4631523650062777</c:v>
                </c:pt>
                <c:pt idx="2081">
                  <c:v>4.4631523650062777</c:v>
                </c:pt>
                <c:pt idx="2082">
                  <c:v>4.4631523650062777</c:v>
                </c:pt>
                <c:pt idx="2083">
                  <c:v>4.4631523650062777</c:v>
                </c:pt>
                <c:pt idx="2084">
                  <c:v>4.4631523650062777</c:v>
                </c:pt>
                <c:pt idx="2085">
                  <c:v>4.4631523650062777</c:v>
                </c:pt>
                <c:pt idx="2086">
                  <c:v>4.4631523650062777</c:v>
                </c:pt>
                <c:pt idx="2087">
                  <c:v>4.4631523650062777</c:v>
                </c:pt>
                <c:pt idx="2088">
                  <c:v>4.4631523650062777</c:v>
                </c:pt>
                <c:pt idx="2089">
                  <c:v>4.4631523650062777</c:v>
                </c:pt>
                <c:pt idx="2090">
                  <c:v>4.4631523650062777</c:v>
                </c:pt>
                <c:pt idx="2091">
                  <c:v>4.4631523650062777</c:v>
                </c:pt>
                <c:pt idx="2092">
                  <c:v>4.4631523650062777</c:v>
                </c:pt>
                <c:pt idx="2093">
                  <c:v>4.4631523650062777</c:v>
                </c:pt>
                <c:pt idx="2094">
                  <c:v>4.4631523650062777</c:v>
                </c:pt>
                <c:pt idx="2095">
                  <c:v>4.4631523650062777</c:v>
                </c:pt>
                <c:pt idx="2096">
                  <c:v>4.4631523650062777</c:v>
                </c:pt>
                <c:pt idx="2097">
                  <c:v>4.4631523650062777</c:v>
                </c:pt>
                <c:pt idx="2098">
                  <c:v>4.4631523650062777</c:v>
                </c:pt>
                <c:pt idx="2099">
                  <c:v>4.4631523650062777</c:v>
                </c:pt>
                <c:pt idx="2100">
                  <c:v>4.4631523650062777</c:v>
                </c:pt>
                <c:pt idx="2101">
                  <c:v>4.4631523650062777</c:v>
                </c:pt>
                <c:pt idx="2102">
                  <c:v>4.4631523650062777</c:v>
                </c:pt>
                <c:pt idx="2103">
                  <c:v>4.4631523650062777</c:v>
                </c:pt>
                <c:pt idx="2104">
                  <c:v>4.4631523650062777</c:v>
                </c:pt>
                <c:pt idx="2105">
                  <c:v>4.4631523650062777</c:v>
                </c:pt>
                <c:pt idx="2106">
                  <c:v>4.4631523650062777</c:v>
                </c:pt>
                <c:pt idx="2107">
                  <c:v>4.4631523650062777</c:v>
                </c:pt>
                <c:pt idx="2108">
                  <c:v>4.4631523650062777</c:v>
                </c:pt>
                <c:pt idx="2109">
                  <c:v>4.4631523650062777</c:v>
                </c:pt>
                <c:pt idx="2110">
                  <c:v>4.4631523650062777</c:v>
                </c:pt>
                <c:pt idx="2111">
                  <c:v>4.4631523650062777</c:v>
                </c:pt>
                <c:pt idx="2112">
                  <c:v>4.4631523650062777</c:v>
                </c:pt>
                <c:pt idx="2113">
                  <c:v>4.4631523650062777</c:v>
                </c:pt>
                <c:pt idx="2114">
                  <c:v>4.4631523650062777</c:v>
                </c:pt>
                <c:pt idx="2115">
                  <c:v>4.4631523650062777</c:v>
                </c:pt>
                <c:pt idx="2116">
                  <c:v>4.4631523650062777</c:v>
                </c:pt>
                <c:pt idx="2117">
                  <c:v>4.4631523650062777</c:v>
                </c:pt>
                <c:pt idx="2118">
                  <c:v>4.4631523650062777</c:v>
                </c:pt>
                <c:pt idx="2119">
                  <c:v>4.4631523650062777</c:v>
                </c:pt>
                <c:pt idx="2120">
                  <c:v>4.4631523650062777</c:v>
                </c:pt>
                <c:pt idx="2121">
                  <c:v>4.4631523650062777</c:v>
                </c:pt>
                <c:pt idx="2122">
                  <c:v>4.4631523650062777</c:v>
                </c:pt>
                <c:pt idx="2123">
                  <c:v>4.4631523650062777</c:v>
                </c:pt>
                <c:pt idx="2124">
                  <c:v>4.4631523650062777</c:v>
                </c:pt>
                <c:pt idx="2125">
                  <c:v>4.4631523650062777</c:v>
                </c:pt>
                <c:pt idx="2126">
                  <c:v>4.4631523650062777</c:v>
                </c:pt>
                <c:pt idx="2127">
                  <c:v>4.4631523650062777</c:v>
                </c:pt>
                <c:pt idx="2128">
                  <c:v>4.4631523650062777</c:v>
                </c:pt>
                <c:pt idx="2129">
                  <c:v>4.4631523650062777</c:v>
                </c:pt>
                <c:pt idx="2130">
                  <c:v>4.4631523650062777</c:v>
                </c:pt>
                <c:pt idx="2131">
                  <c:v>4.4631523650062777</c:v>
                </c:pt>
                <c:pt idx="2132">
                  <c:v>4.4631523650062777</c:v>
                </c:pt>
                <c:pt idx="2133">
                  <c:v>4.4631523650062777</c:v>
                </c:pt>
                <c:pt idx="2134">
                  <c:v>4.4631523650062777</c:v>
                </c:pt>
                <c:pt idx="2135">
                  <c:v>4.4631523650062777</c:v>
                </c:pt>
                <c:pt idx="2136">
                  <c:v>4.4631523650062777</c:v>
                </c:pt>
                <c:pt idx="2137">
                  <c:v>4.4631523650062777</c:v>
                </c:pt>
                <c:pt idx="2138">
                  <c:v>4.4631523650062777</c:v>
                </c:pt>
                <c:pt idx="2139">
                  <c:v>4.4631523650062777</c:v>
                </c:pt>
                <c:pt idx="2140">
                  <c:v>4.4631523650062777</c:v>
                </c:pt>
                <c:pt idx="2141">
                  <c:v>4.4631523650062777</c:v>
                </c:pt>
                <c:pt idx="2142">
                  <c:v>4.4631523650062777</c:v>
                </c:pt>
                <c:pt idx="2143">
                  <c:v>4.4631523650062777</c:v>
                </c:pt>
                <c:pt idx="2144">
                  <c:v>4.4631523650062777</c:v>
                </c:pt>
                <c:pt idx="2145">
                  <c:v>4.4631523650062777</c:v>
                </c:pt>
                <c:pt idx="2146">
                  <c:v>4.4631523650062777</c:v>
                </c:pt>
                <c:pt idx="2147">
                  <c:v>4.4631523650062777</c:v>
                </c:pt>
                <c:pt idx="2148">
                  <c:v>4.4631523650062777</c:v>
                </c:pt>
                <c:pt idx="2149">
                  <c:v>4.4631523650062777</c:v>
                </c:pt>
                <c:pt idx="2150">
                  <c:v>4.4631523650062777</c:v>
                </c:pt>
                <c:pt idx="2151">
                  <c:v>4.4631523650062777</c:v>
                </c:pt>
                <c:pt idx="2152">
                  <c:v>4.4631523650062777</c:v>
                </c:pt>
                <c:pt idx="2153">
                  <c:v>4.4631523650062777</c:v>
                </c:pt>
                <c:pt idx="2154">
                  <c:v>4.4631523650062777</c:v>
                </c:pt>
                <c:pt idx="2155">
                  <c:v>4.4631523650062777</c:v>
                </c:pt>
                <c:pt idx="2156">
                  <c:v>4.4631523650062777</c:v>
                </c:pt>
                <c:pt idx="2157">
                  <c:v>4.4631523650062777</c:v>
                </c:pt>
                <c:pt idx="2158">
                  <c:v>4.4631523650062777</c:v>
                </c:pt>
                <c:pt idx="2159">
                  <c:v>4.4631523650062777</c:v>
                </c:pt>
                <c:pt idx="2160">
                  <c:v>4.4631523650062777</c:v>
                </c:pt>
                <c:pt idx="2161">
                  <c:v>4.4631523650062777</c:v>
                </c:pt>
                <c:pt idx="2162">
                  <c:v>4.4631523650062777</c:v>
                </c:pt>
                <c:pt idx="2163">
                  <c:v>4.4631523650062777</c:v>
                </c:pt>
                <c:pt idx="2164">
                  <c:v>4.4631523650062777</c:v>
                </c:pt>
                <c:pt idx="2165">
                  <c:v>4.4631523650062777</c:v>
                </c:pt>
                <c:pt idx="2166">
                  <c:v>4.4631523650062777</c:v>
                </c:pt>
                <c:pt idx="2167">
                  <c:v>4.4631523650062777</c:v>
                </c:pt>
                <c:pt idx="2168">
                  <c:v>4.4631523650062777</c:v>
                </c:pt>
                <c:pt idx="2169">
                  <c:v>4.4631523650062777</c:v>
                </c:pt>
                <c:pt idx="2170">
                  <c:v>4.4631523650062777</c:v>
                </c:pt>
                <c:pt idx="2171">
                  <c:v>4.4631523650062777</c:v>
                </c:pt>
                <c:pt idx="2172">
                  <c:v>4.4631523650062777</c:v>
                </c:pt>
                <c:pt idx="2173">
                  <c:v>4.4631523650062777</c:v>
                </c:pt>
                <c:pt idx="2174">
                  <c:v>4.4631523650062777</c:v>
                </c:pt>
                <c:pt idx="2175">
                  <c:v>4.4631523650062777</c:v>
                </c:pt>
                <c:pt idx="2176">
                  <c:v>4.4631523650062777</c:v>
                </c:pt>
                <c:pt idx="2177">
                  <c:v>4.4631523650062777</c:v>
                </c:pt>
                <c:pt idx="2178">
                  <c:v>4.4631523650062777</c:v>
                </c:pt>
                <c:pt idx="2179">
                  <c:v>4.4631523650062777</c:v>
                </c:pt>
                <c:pt idx="2180">
                  <c:v>4.4631523650062777</c:v>
                </c:pt>
                <c:pt idx="2181">
                  <c:v>4.4631523650062777</c:v>
                </c:pt>
                <c:pt idx="2182">
                  <c:v>4.4631523650062777</c:v>
                </c:pt>
                <c:pt idx="2183">
                  <c:v>4.4631523650062777</c:v>
                </c:pt>
                <c:pt idx="2184">
                  <c:v>4.4631523650062777</c:v>
                </c:pt>
                <c:pt idx="2185">
                  <c:v>4.4631523650062777</c:v>
                </c:pt>
                <c:pt idx="2186">
                  <c:v>4.4631523650062777</c:v>
                </c:pt>
                <c:pt idx="2187">
                  <c:v>4.4631523650062777</c:v>
                </c:pt>
                <c:pt idx="2188">
                  <c:v>4.4631523650062777</c:v>
                </c:pt>
                <c:pt idx="2189">
                  <c:v>4.4631523650062777</c:v>
                </c:pt>
                <c:pt idx="2190">
                  <c:v>4.4631523650062777</c:v>
                </c:pt>
                <c:pt idx="2191">
                  <c:v>4.4631523650062777</c:v>
                </c:pt>
                <c:pt idx="2192">
                  <c:v>4.4631523650062777</c:v>
                </c:pt>
                <c:pt idx="2193">
                  <c:v>4.4631523650062777</c:v>
                </c:pt>
                <c:pt idx="2194">
                  <c:v>4.4631523650062777</c:v>
                </c:pt>
                <c:pt idx="2195">
                  <c:v>4.4631523650062777</c:v>
                </c:pt>
                <c:pt idx="2196">
                  <c:v>4.4631523650062777</c:v>
                </c:pt>
                <c:pt idx="2197">
                  <c:v>4.4631523650062777</c:v>
                </c:pt>
                <c:pt idx="2198">
                  <c:v>4.4631523650062777</c:v>
                </c:pt>
                <c:pt idx="2199">
                  <c:v>4.4631523650062777</c:v>
                </c:pt>
                <c:pt idx="2200">
                  <c:v>4.4631523650062777</c:v>
                </c:pt>
                <c:pt idx="2201">
                  <c:v>4.4631523650062777</c:v>
                </c:pt>
                <c:pt idx="2202">
                  <c:v>4.4631523650062777</c:v>
                </c:pt>
                <c:pt idx="2203">
                  <c:v>4.4631523650062777</c:v>
                </c:pt>
                <c:pt idx="2204">
                  <c:v>4.4631523650062777</c:v>
                </c:pt>
                <c:pt idx="2205">
                  <c:v>4.4631523650062777</c:v>
                </c:pt>
                <c:pt idx="2206">
                  <c:v>4.4631523650062777</c:v>
                </c:pt>
                <c:pt idx="2207">
                  <c:v>4.4631523650062777</c:v>
                </c:pt>
                <c:pt idx="2208">
                  <c:v>4.4631523650062777</c:v>
                </c:pt>
                <c:pt idx="2209">
                  <c:v>4.4631523650062777</c:v>
                </c:pt>
                <c:pt idx="2210">
                  <c:v>4.4631523650062777</c:v>
                </c:pt>
                <c:pt idx="2211">
                  <c:v>4.4631523650062777</c:v>
                </c:pt>
                <c:pt idx="2212">
                  <c:v>4.4631523650062777</c:v>
                </c:pt>
                <c:pt idx="2213">
                  <c:v>4.4631523650062777</c:v>
                </c:pt>
                <c:pt idx="2214">
                  <c:v>4.4631523650062777</c:v>
                </c:pt>
                <c:pt idx="2215">
                  <c:v>4.4631523650062777</c:v>
                </c:pt>
                <c:pt idx="2216">
                  <c:v>4.4631523650062777</c:v>
                </c:pt>
                <c:pt idx="2217">
                  <c:v>4.4631523650062777</c:v>
                </c:pt>
                <c:pt idx="2218">
                  <c:v>4.4631523650062777</c:v>
                </c:pt>
                <c:pt idx="2219">
                  <c:v>4.4631523650062777</c:v>
                </c:pt>
                <c:pt idx="2220">
                  <c:v>4.4631523650062777</c:v>
                </c:pt>
                <c:pt idx="2221">
                  <c:v>4.4631523650062777</c:v>
                </c:pt>
                <c:pt idx="2222">
                  <c:v>4.4631523650062777</c:v>
                </c:pt>
                <c:pt idx="2223">
                  <c:v>4.4631523650062777</c:v>
                </c:pt>
                <c:pt idx="2224">
                  <c:v>4.4631523650062777</c:v>
                </c:pt>
                <c:pt idx="2225">
                  <c:v>4.4631523650062777</c:v>
                </c:pt>
                <c:pt idx="2226">
                  <c:v>4.4631523650062777</c:v>
                </c:pt>
                <c:pt idx="2227">
                  <c:v>4.4631523650062777</c:v>
                </c:pt>
                <c:pt idx="2228">
                  <c:v>4.4631523650062777</c:v>
                </c:pt>
                <c:pt idx="2229">
                  <c:v>4.4631523650062777</c:v>
                </c:pt>
                <c:pt idx="2230">
                  <c:v>4.4631523650062777</c:v>
                </c:pt>
                <c:pt idx="2231">
                  <c:v>4.4631523650062777</c:v>
                </c:pt>
                <c:pt idx="2232">
                  <c:v>4.4631523650062777</c:v>
                </c:pt>
                <c:pt idx="2233">
                  <c:v>4.4631523650062777</c:v>
                </c:pt>
                <c:pt idx="2234">
                  <c:v>4.4631523650062777</c:v>
                </c:pt>
                <c:pt idx="2235">
                  <c:v>4.4631523650062777</c:v>
                </c:pt>
                <c:pt idx="2236">
                  <c:v>4.4631523650062777</c:v>
                </c:pt>
                <c:pt idx="2237">
                  <c:v>4.4631523650062777</c:v>
                </c:pt>
                <c:pt idx="2238">
                  <c:v>4.4631523650062777</c:v>
                </c:pt>
                <c:pt idx="2239">
                  <c:v>4.4631523650062777</c:v>
                </c:pt>
                <c:pt idx="2240">
                  <c:v>4.4631523650062777</c:v>
                </c:pt>
                <c:pt idx="2241">
                  <c:v>4.4631523650062777</c:v>
                </c:pt>
                <c:pt idx="2242">
                  <c:v>4.4631523650062777</c:v>
                </c:pt>
                <c:pt idx="2243">
                  <c:v>4.4631523650062777</c:v>
                </c:pt>
                <c:pt idx="2244">
                  <c:v>4.4631523650062777</c:v>
                </c:pt>
                <c:pt idx="2245">
                  <c:v>4.4631523650062777</c:v>
                </c:pt>
                <c:pt idx="2246">
                  <c:v>4.4631523650062777</c:v>
                </c:pt>
                <c:pt idx="2247">
                  <c:v>4.4631523650062777</c:v>
                </c:pt>
                <c:pt idx="2248">
                  <c:v>4.4631523650062777</c:v>
                </c:pt>
                <c:pt idx="2249">
                  <c:v>4.4631523650062777</c:v>
                </c:pt>
                <c:pt idx="2250">
                  <c:v>4.4631523650062777</c:v>
                </c:pt>
                <c:pt idx="2251">
                  <c:v>4.4631523650062777</c:v>
                </c:pt>
                <c:pt idx="2252">
                  <c:v>4.4631523650062777</c:v>
                </c:pt>
                <c:pt idx="2253">
                  <c:v>4.4631523650062777</c:v>
                </c:pt>
                <c:pt idx="2254">
                  <c:v>4.4631523650062777</c:v>
                </c:pt>
                <c:pt idx="2255">
                  <c:v>4.4631523650062777</c:v>
                </c:pt>
                <c:pt idx="2256">
                  <c:v>4.4631523650062777</c:v>
                </c:pt>
                <c:pt idx="2257">
                  <c:v>4.4631523650062777</c:v>
                </c:pt>
                <c:pt idx="2258">
                  <c:v>4.4631523650062777</c:v>
                </c:pt>
                <c:pt idx="2259">
                  <c:v>4.4631523650062777</c:v>
                </c:pt>
                <c:pt idx="2260">
                  <c:v>4.4631523650062777</c:v>
                </c:pt>
                <c:pt idx="2261">
                  <c:v>4.4631523650062777</c:v>
                </c:pt>
                <c:pt idx="2262">
                  <c:v>4.4631523650062777</c:v>
                </c:pt>
                <c:pt idx="2263">
                  <c:v>4.4631523650062777</c:v>
                </c:pt>
                <c:pt idx="2264">
                  <c:v>4.4631523650062777</c:v>
                </c:pt>
                <c:pt idx="2265">
                  <c:v>4.4631523650062777</c:v>
                </c:pt>
                <c:pt idx="2266">
                  <c:v>4.4631523650062777</c:v>
                </c:pt>
                <c:pt idx="2267">
                  <c:v>4.4631523650062777</c:v>
                </c:pt>
                <c:pt idx="2268">
                  <c:v>4.4631523650062777</c:v>
                </c:pt>
                <c:pt idx="2269">
                  <c:v>4.4631523650062777</c:v>
                </c:pt>
                <c:pt idx="2270">
                  <c:v>4.4631523650062777</c:v>
                </c:pt>
                <c:pt idx="2271">
                  <c:v>4.4631523650062777</c:v>
                </c:pt>
                <c:pt idx="2272">
                  <c:v>4.4631523650062777</c:v>
                </c:pt>
                <c:pt idx="2273">
                  <c:v>4.4631523650062777</c:v>
                </c:pt>
                <c:pt idx="2274">
                  <c:v>4.4631523650062777</c:v>
                </c:pt>
                <c:pt idx="2275">
                  <c:v>4.4631523650062777</c:v>
                </c:pt>
                <c:pt idx="2276">
                  <c:v>4.4631523650062777</c:v>
                </c:pt>
                <c:pt idx="2277">
                  <c:v>4.4631523650062777</c:v>
                </c:pt>
                <c:pt idx="2278">
                  <c:v>4.4631523650062777</c:v>
                </c:pt>
                <c:pt idx="2279">
                  <c:v>4.4631523650062777</c:v>
                </c:pt>
                <c:pt idx="2280">
                  <c:v>4.4631523650062777</c:v>
                </c:pt>
                <c:pt idx="2281">
                  <c:v>4.4631523650062777</c:v>
                </c:pt>
                <c:pt idx="2282">
                  <c:v>4.4631523650062777</c:v>
                </c:pt>
                <c:pt idx="2283">
                  <c:v>4.4631523650062777</c:v>
                </c:pt>
                <c:pt idx="2284">
                  <c:v>4.4631523650062777</c:v>
                </c:pt>
                <c:pt idx="2285">
                  <c:v>4.4631523650062777</c:v>
                </c:pt>
                <c:pt idx="2286">
                  <c:v>4.4631523650062777</c:v>
                </c:pt>
                <c:pt idx="2287">
                  <c:v>4.4631523650062777</c:v>
                </c:pt>
                <c:pt idx="2288">
                  <c:v>4.4631523650062777</c:v>
                </c:pt>
                <c:pt idx="2289">
                  <c:v>4.4631523650062777</c:v>
                </c:pt>
                <c:pt idx="2290">
                  <c:v>4.4631523650062777</c:v>
                </c:pt>
                <c:pt idx="2291">
                  <c:v>4.4631523650062777</c:v>
                </c:pt>
                <c:pt idx="2292">
                  <c:v>4.4631523650062777</c:v>
                </c:pt>
                <c:pt idx="2293">
                  <c:v>4.4631523650062777</c:v>
                </c:pt>
                <c:pt idx="2294">
                  <c:v>4.4631523650062777</c:v>
                </c:pt>
                <c:pt idx="2295">
                  <c:v>4.4631523650062777</c:v>
                </c:pt>
                <c:pt idx="2296">
                  <c:v>4.4631523650062777</c:v>
                </c:pt>
                <c:pt idx="2297">
                  <c:v>4.4631523650062777</c:v>
                </c:pt>
                <c:pt idx="2298">
                  <c:v>4.4631523650062777</c:v>
                </c:pt>
                <c:pt idx="2299">
                  <c:v>4.4631523650062777</c:v>
                </c:pt>
                <c:pt idx="2300">
                  <c:v>4.4631523650062777</c:v>
                </c:pt>
                <c:pt idx="2301">
                  <c:v>4.4631523650062777</c:v>
                </c:pt>
                <c:pt idx="2302">
                  <c:v>4.4631523650062777</c:v>
                </c:pt>
                <c:pt idx="2303">
                  <c:v>4.4631523650062777</c:v>
                </c:pt>
                <c:pt idx="2304">
                  <c:v>4.4631523650062777</c:v>
                </c:pt>
                <c:pt idx="2305">
                  <c:v>4.4631523650062777</c:v>
                </c:pt>
                <c:pt idx="2306">
                  <c:v>4.4631523650062777</c:v>
                </c:pt>
                <c:pt idx="2307">
                  <c:v>4.4631523650062777</c:v>
                </c:pt>
                <c:pt idx="2308">
                  <c:v>4.4631523650062777</c:v>
                </c:pt>
                <c:pt idx="2309">
                  <c:v>4.4631523650062777</c:v>
                </c:pt>
                <c:pt idx="2310">
                  <c:v>4.4631523650062777</c:v>
                </c:pt>
                <c:pt idx="2311">
                  <c:v>4.4631523650062777</c:v>
                </c:pt>
                <c:pt idx="2312">
                  <c:v>4.4631523650062777</c:v>
                </c:pt>
                <c:pt idx="2313">
                  <c:v>4.4631523650062777</c:v>
                </c:pt>
                <c:pt idx="2314">
                  <c:v>4.4631523650062777</c:v>
                </c:pt>
                <c:pt idx="2315">
                  <c:v>4.4631523650062777</c:v>
                </c:pt>
                <c:pt idx="2316">
                  <c:v>4.4631523650062777</c:v>
                </c:pt>
                <c:pt idx="2317">
                  <c:v>4.4631523650062777</c:v>
                </c:pt>
                <c:pt idx="2318">
                  <c:v>4.4631523650062777</c:v>
                </c:pt>
                <c:pt idx="2319">
                  <c:v>4.4631523650062777</c:v>
                </c:pt>
                <c:pt idx="2320">
                  <c:v>4.4631523650062777</c:v>
                </c:pt>
                <c:pt idx="2321">
                  <c:v>4.4631523650062777</c:v>
                </c:pt>
                <c:pt idx="2322">
                  <c:v>4.4631523650062777</c:v>
                </c:pt>
                <c:pt idx="2323">
                  <c:v>4.4631523650062777</c:v>
                </c:pt>
                <c:pt idx="2324">
                  <c:v>4.4631523650062777</c:v>
                </c:pt>
                <c:pt idx="2325">
                  <c:v>4.4631523650062777</c:v>
                </c:pt>
                <c:pt idx="2326">
                  <c:v>4.4631523650062777</c:v>
                </c:pt>
                <c:pt idx="2327">
                  <c:v>4.4631523650062777</c:v>
                </c:pt>
                <c:pt idx="2328">
                  <c:v>4.4631523650062777</c:v>
                </c:pt>
                <c:pt idx="2329">
                  <c:v>4.4631523650062777</c:v>
                </c:pt>
                <c:pt idx="2330">
                  <c:v>4.4631523650062777</c:v>
                </c:pt>
                <c:pt idx="2331">
                  <c:v>4.4631523650062777</c:v>
                </c:pt>
                <c:pt idx="2332">
                  <c:v>4.4631523650062777</c:v>
                </c:pt>
                <c:pt idx="2333">
                  <c:v>4.4631523650062777</c:v>
                </c:pt>
                <c:pt idx="2334">
                  <c:v>4.4631523650062777</c:v>
                </c:pt>
                <c:pt idx="2335">
                  <c:v>4.4631523650062777</c:v>
                </c:pt>
                <c:pt idx="2336">
                  <c:v>4.4631523650062777</c:v>
                </c:pt>
                <c:pt idx="2337">
                  <c:v>4.4631523650062777</c:v>
                </c:pt>
                <c:pt idx="2338">
                  <c:v>4.4631523650062777</c:v>
                </c:pt>
                <c:pt idx="2339">
                  <c:v>4.4631523650062777</c:v>
                </c:pt>
                <c:pt idx="2340">
                  <c:v>4.4631523650062777</c:v>
                </c:pt>
                <c:pt idx="2341">
                  <c:v>4.4631523650062777</c:v>
                </c:pt>
                <c:pt idx="2342">
                  <c:v>4.4631523650062777</c:v>
                </c:pt>
                <c:pt idx="2343">
                  <c:v>4.4631523650062777</c:v>
                </c:pt>
                <c:pt idx="2344">
                  <c:v>4.4631523650062777</c:v>
                </c:pt>
                <c:pt idx="2345">
                  <c:v>4.4631523650062777</c:v>
                </c:pt>
                <c:pt idx="2346">
                  <c:v>4.4631523650062777</c:v>
                </c:pt>
                <c:pt idx="2347">
                  <c:v>4.4631523650062777</c:v>
                </c:pt>
                <c:pt idx="2348">
                  <c:v>4.4631523650062777</c:v>
                </c:pt>
                <c:pt idx="2349">
                  <c:v>4.4631523650062777</c:v>
                </c:pt>
                <c:pt idx="2350">
                  <c:v>4.4631523650062777</c:v>
                </c:pt>
                <c:pt idx="2351">
                  <c:v>4.4631523650062777</c:v>
                </c:pt>
                <c:pt idx="2352">
                  <c:v>4.4631523650062777</c:v>
                </c:pt>
                <c:pt idx="2353">
                  <c:v>4.4631523650062777</c:v>
                </c:pt>
                <c:pt idx="2354">
                  <c:v>4.4631523650062777</c:v>
                </c:pt>
                <c:pt idx="2355">
                  <c:v>4.4631523650062777</c:v>
                </c:pt>
                <c:pt idx="2356">
                  <c:v>4.4631523650062777</c:v>
                </c:pt>
                <c:pt idx="2357">
                  <c:v>4.4631523650062777</c:v>
                </c:pt>
                <c:pt idx="2358">
                  <c:v>4.4631523650062777</c:v>
                </c:pt>
                <c:pt idx="2359">
                  <c:v>4.4631523650062777</c:v>
                </c:pt>
                <c:pt idx="2360">
                  <c:v>4.4631523650062777</c:v>
                </c:pt>
                <c:pt idx="2361">
                  <c:v>4.4631523650062777</c:v>
                </c:pt>
                <c:pt idx="2362">
                  <c:v>4.4631523650062777</c:v>
                </c:pt>
                <c:pt idx="2363">
                  <c:v>4.4631523650062777</c:v>
                </c:pt>
                <c:pt idx="2364">
                  <c:v>4.4631523650062777</c:v>
                </c:pt>
                <c:pt idx="2365">
                  <c:v>4.4631523650062777</c:v>
                </c:pt>
                <c:pt idx="2366">
                  <c:v>4.4631523650062777</c:v>
                </c:pt>
                <c:pt idx="2367">
                  <c:v>4.4631523650062777</c:v>
                </c:pt>
                <c:pt idx="2368">
                  <c:v>4.4631523650062777</c:v>
                </c:pt>
                <c:pt idx="2369">
                  <c:v>4.4631523650062777</c:v>
                </c:pt>
                <c:pt idx="2370">
                  <c:v>4.4631523650062777</c:v>
                </c:pt>
                <c:pt idx="2371">
                  <c:v>4.4631523650062777</c:v>
                </c:pt>
                <c:pt idx="2372">
                  <c:v>4.4631523650062777</c:v>
                </c:pt>
                <c:pt idx="2373">
                  <c:v>4.4631523650062777</c:v>
                </c:pt>
                <c:pt idx="2374">
                  <c:v>4.4631523650062777</c:v>
                </c:pt>
                <c:pt idx="2375">
                  <c:v>4.4631523650062777</c:v>
                </c:pt>
                <c:pt idx="2376">
                  <c:v>4.4631523650062777</c:v>
                </c:pt>
                <c:pt idx="2377">
                  <c:v>4.4631523650062777</c:v>
                </c:pt>
                <c:pt idx="2378">
                  <c:v>4.4631523650062777</c:v>
                </c:pt>
                <c:pt idx="2379">
                  <c:v>4.4631523650062777</c:v>
                </c:pt>
                <c:pt idx="2380">
                  <c:v>4.4631523650062777</c:v>
                </c:pt>
                <c:pt idx="2381">
                  <c:v>4.4631523650062777</c:v>
                </c:pt>
                <c:pt idx="2382">
                  <c:v>4.4631523650062777</c:v>
                </c:pt>
                <c:pt idx="2383">
                  <c:v>4.4631523650062777</c:v>
                </c:pt>
                <c:pt idx="2384">
                  <c:v>4.4631523650062777</c:v>
                </c:pt>
                <c:pt idx="2385">
                  <c:v>4.4631523650062777</c:v>
                </c:pt>
                <c:pt idx="2386">
                  <c:v>4.4631523650062777</c:v>
                </c:pt>
                <c:pt idx="2387">
                  <c:v>4.4631523650062777</c:v>
                </c:pt>
                <c:pt idx="2388">
                  <c:v>4.4631523650062777</c:v>
                </c:pt>
              </c:numCache>
            </c:numRef>
          </c:val>
          <c:smooth val="0"/>
          <c:extLst>
            <c:ext xmlns:c16="http://schemas.microsoft.com/office/drawing/2014/chart" uri="{C3380CC4-5D6E-409C-BE32-E72D297353CC}">
              <c16:uniqueId val="{00000003-C063-C84B-AA24-B2199096610F}"/>
            </c:ext>
          </c:extLst>
        </c:ser>
        <c:dLbls>
          <c:showLegendKey val="0"/>
          <c:showVal val="0"/>
          <c:showCatName val="0"/>
          <c:showSerName val="0"/>
          <c:showPercent val="0"/>
          <c:showBubbleSize val="0"/>
        </c:dLbls>
        <c:smooth val="0"/>
        <c:axId val="670392928"/>
        <c:axId val="670887152"/>
      </c:lineChart>
      <c:dateAx>
        <c:axId val="670392928"/>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70887152"/>
        <c:crosses val="autoZero"/>
        <c:auto val="1"/>
        <c:lblOffset val="100"/>
        <c:baseTimeUnit val="days"/>
      </c:dateAx>
      <c:valAx>
        <c:axId val="670887152"/>
        <c:scaling>
          <c:orientation val="minMax"/>
          <c:min val="1.5"/>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670392928"/>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Sheet4!$C$2</c:f>
              <c:strCache>
                <c:ptCount val="1"/>
                <c:pt idx="0">
                  <c:v>Price</c:v>
                </c:pt>
              </c:strCache>
            </c:strRef>
          </c:tx>
          <c:spPr>
            <a:ln w="12700" cap="rnd">
              <a:solidFill>
                <a:schemeClr val="bg1">
                  <a:lumMod val="50000"/>
                </a:schemeClr>
              </a:solidFill>
              <a:round/>
            </a:ln>
            <a:effectLst>
              <a:outerShdw blurRad="50800" dist="38100" dir="2700000" algn="tl" rotWithShape="0">
                <a:prstClr val="black">
                  <a:alpha val="40000"/>
                </a:prstClr>
              </a:outerShdw>
            </a:effectLst>
          </c:spPr>
          <c:marker>
            <c:symbol val="none"/>
          </c:marker>
          <c:dLbls>
            <c:dLbl>
              <c:idx val="2513"/>
              <c:layout>
                <c:manualLayout>
                  <c:x val="0"/>
                  <c:y val="5.62224781009019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7B2-044D-A71F-80F3FDD7A45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Century Gothic" panose="020B0502020202020204" pitchFamily="34" charset="0"/>
                    <a:ea typeface="+mn-ea"/>
                    <a:cs typeface="+mn-cs"/>
                  </a:defRPr>
                </a:pPr>
                <a:endParaRPr lang="en-A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Sheet4!$B$3:$B$2517</c:f>
              <c:numCache>
                <c:formatCode>mmm\-yy</c:formatCode>
                <c:ptCount val="2515"/>
                <c:pt idx="0">
                  <c:v>45755</c:v>
                </c:pt>
                <c:pt idx="1">
                  <c:v>45754</c:v>
                </c:pt>
                <c:pt idx="2">
                  <c:v>45751</c:v>
                </c:pt>
                <c:pt idx="3">
                  <c:v>45750</c:v>
                </c:pt>
                <c:pt idx="4">
                  <c:v>45749</c:v>
                </c:pt>
                <c:pt idx="5">
                  <c:v>45744</c:v>
                </c:pt>
                <c:pt idx="6">
                  <c:v>45743</c:v>
                </c:pt>
                <c:pt idx="7">
                  <c:v>45742</c:v>
                </c:pt>
                <c:pt idx="8">
                  <c:v>45741</c:v>
                </c:pt>
                <c:pt idx="9">
                  <c:v>45740</c:v>
                </c:pt>
                <c:pt idx="10">
                  <c:v>45737</c:v>
                </c:pt>
                <c:pt idx="11">
                  <c:v>45736</c:v>
                </c:pt>
                <c:pt idx="12">
                  <c:v>45735</c:v>
                </c:pt>
                <c:pt idx="13">
                  <c:v>45734</c:v>
                </c:pt>
                <c:pt idx="14">
                  <c:v>45733</c:v>
                </c:pt>
                <c:pt idx="15">
                  <c:v>45729</c:v>
                </c:pt>
                <c:pt idx="16">
                  <c:v>45728</c:v>
                </c:pt>
                <c:pt idx="17">
                  <c:v>45727</c:v>
                </c:pt>
                <c:pt idx="18">
                  <c:v>45726</c:v>
                </c:pt>
                <c:pt idx="19">
                  <c:v>45723</c:v>
                </c:pt>
                <c:pt idx="20">
                  <c:v>45722</c:v>
                </c:pt>
                <c:pt idx="21">
                  <c:v>45721</c:v>
                </c:pt>
                <c:pt idx="22">
                  <c:v>45720</c:v>
                </c:pt>
                <c:pt idx="23">
                  <c:v>45719</c:v>
                </c:pt>
                <c:pt idx="24">
                  <c:v>45716</c:v>
                </c:pt>
                <c:pt idx="25">
                  <c:v>45715</c:v>
                </c:pt>
                <c:pt idx="26">
                  <c:v>45713</c:v>
                </c:pt>
                <c:pt idx="27">
                  <c:v>45712</c:v>
                </c:pt>
                <c:pt idx="28">
                  <c:v>45709</c:v>
                </c:pt>
                <c:pt idx="29">
                  <c:v>45708</c:v>
                </c:pt>
                <c:pt idx="30">
                  <c:v>45706</c:v>
                </c:pt>
                <c:pt idx="31">
                  <c:v>45705</c:v>
                </c:pt>
                <c:pt idx="32">
                  <c:v>45702</c:v>
                </c:pt>
                <c:pt idx="33">
                  <c:v>45701</c:v>
                </c:pt>
                <c:pt idx="34">
                  <c:v>45700</c:v>
                </c:pt>
                <c:pt idx="35">
                  <c:v>45699</c:v>
                </c:pt>
                <c:pt idx="36">
                  <c:v>45698</c:v>
                </c:pt>
                <c:pt idx="37">
                  <c:v>45695</c:v>
                </c:pt>
                <c:pt idx="38">
                  <c:v>45694</c:v>
                </c:pt>
                <c:pt idx="39">
                  <c:v>45693</c:v>
                </c:pt>
                <c:pt idx="40">
                  <c:v>45692</c:v>
                </c:pt>
                <c:pt idx="41">
                  <c:v>45691</c:v>
                </c:pt>
                <c:pt idx="42">
                  <c:v>45688</c:v>
                </c:pt>
                <c:pt idx="43">
                  <c:v>45687</c:v>
                </c:pt>
                <c:pt idx="44">
                  <c:v>45686</c:v>
                </c:pt>
                <c:pt idx="45">
                  <c:v>45685</c:v>
                </c:pt>
                <c:pt idx="46">
                  <c:v>45684</c:v>
                </c:pt>
                <c:pt idx="47">
                  <c:v>45681</c:v>
                </c:pt>
                <c:pt idx="48">
                  <c:v>45680</c:v>
                </c:pt>
                <c:pt idx="49">
                  <c:v>45679</c:v>
                </c:pt>
                <c:pt idx="50">
                  <c:v>45678</c:v>
                </c:pt>
                <c:pt idx="51">
                  <c:v>45677</c:v>
                </c:pt>
                <c:pt idx="52">
                  <c:v>45674</c:v>
                </c:pt>
                <c:pt idx="53">
                  <c:v>45673</c:v>
                </c:pt>
                <c:pt idx="54">
                  <c:v>45672</c:v>
                </c:pt>
                <c:pt idx="55">
                  <c:v>45671</c:v>
                </c:pt>
                <c:pt idx="56">
                  <c:v>45670</c:v>
                </c:pt>
                <c:pt idx="57">
                  <c:v>45667</c:v>
                </c:pt>
                <c:pt idx="58">
                  <c:v>45666</c:v>
                </c:pt>
                <c:pt idx="59">
                  <c:v>45665</c:v>
                </c:pt>
                <c:pt idx="60">
                  <c:v>45664</c:v>
                </c:pt>
                <c:pt idx="61">
                  <c:v>45663</c:v>
                </c:pt>
                <c:pt idx="62">
                  <c:v>45660</c:v>
                </c:pt>
                <c:pt idx="63">
                  <c:v>45659</c:v>
                </c:pt>
                <c:pt idx="64">
                  <c:v>45658</c:v>
                </c:pt>
                <c:pt idx="65">
                  <c:v>45657</c:v>
                </c:pt>
                <c:pt idx="66">
                  <c:v>45656</c:v>
                </c:pt>
                <c:pt idx="67">
                  <c:v>45653</c:v>
                </c:pt>
                <c:pt idx="68">
                  <c:v>45652</c:v>
                </c:pt>
                <c:pt idx="69">
                  <c:v>45650</c:v>
                </c:pt>
                <c:pt idx="70">
                  <c:v>45649</c:v>
                </c:pt>
                <c:pt idx="71">
                  <c:v>45646</c:v>
                </c:pt>
                <c:pt idx="72">
                  <c:v>45645</c:v>
                </c:pt>
                <c:pt idx="73">
                  <c:v>45644</c:v>
                </c:pt>
                <c:pt idx="74">
                  <c:v>45643</c:v>
                </c:pt>
                <c:pt idx="75">
                  <c:v>45642</c:v>
                </c:pt>
                <c:pt idx="76">
                  <c:v>45639</c:v>
                </c:pt>
                <c:pt idx="77">
                  <c:v>45638</c:v>
                </c:pt>
                <c:pt idx="78">
                  <c:v>45637</c:v>
                </c:pt>
                <c:pt idx="79">
                  <c:v>45636</c:v>
                </c:pt>
                <c:pt idx="80">
                  <c:v>45635</c:v>
                </c:pt>
                <c:pt idx="81">
                  <c:v>45632</c:v>
                </c:pt>
                <c:pt idx="82">
                  <c:v>45631</c:v>
                </c:pt>
                <c:pt idx="83">
                  <c:v>45630</c:v>
                </c:pt>
                <c:pt idx="84">
                  <c:v>45629</c:v>
                </c:pt>
                <c:pt idx="85">
                  <c:v>45628</c:v>
                </c:pt>
                <c:pt idx="86">
                  <c:v>45625</c:v>
                </c:pt>
                <c:pt idx="87">
                  <c:v>45624</c:v>
                </c:pt>
                <c:pt idx="88">
                  <c:v>45623</c:v>
                </c:pt>
                <c:pt idx="89">
                  <c:v>45622</c:v>
                </c:pt>
                <c:pt idx="90">
                  <c:v>45621</c:v>
                </c:pt>
                <c:pt idx="91">
                  <c:v>45618</c:v>
                </c:pt>
                <c:pt idx="92">
                  <c:v>45617</c:v>
                </c:pt>
                <c:pt idx="93">
                  <c:v>45615</c:v>
                </c:pt>
                <c:pt idx="94">
                  <c:v>45614</c:v>
                </c:pt>
                <c:pt idx="95">
                  <c:v>45610</c:v>
                </c:pt>
                <c:pt idx="96">
                  <c:v>45609</c:v>
                </c:pt>
                <c:pt idx="97">
                  <c:v>45608</c:v>
                </c:pt>
                <c:pt idx="98">
                  <c:v>45607</c:v>
                </c:pt>
                <c:pt idx="99">
                  <c:v>45604</c:v>
                </c:pt>
                <c:pt idx="100">
                  <c:v>45603</c:v>
                </c:pt>
                <c:pt idx="101">
                  <c:v>45602</c:v>
                </c:pt>
                <c:pt idx="102">
                  <c:v>45601</c:v>
                </c:pt>
                <c:pt idx="103">
                  <c:v>45600</c:v>
                </c:pt>
                <c:pt idx="104">
                  <c:v>45596</c:v>
                </c:pt>
                <c:pt idx="105">
                  <c:v>45595</c:v>
                </c:pt>
                <c:pt idx="106">
                  <c:v>45594</c:v>
                </c:pt>
                <c:pt idx="107">
                  <c:v>45593</c:v>
                </c:pt>
                <c:pt idx="108">
                  <c:v>45590</c:v>
                </c:pt>
                <c:pt idx="109">
                  <c:v>45589</c:v>
                </c:pt>
                <c:pt idx="110">
                  <c:v>45588</c:v>
                </c:pt>
                <c:pt idx="111">
                  <c:v>45587</c:v>
                </c:pt>
                <c:pt idx="112">
                  <c:v>45586</c:v>
                </c:pt>
                <c:pt idx="113">
                  <c:v>45583</c:v>
                </c:pt>
                <c:pt idx="114">
                  <c:v>45582</c:v>
                </c:pt>
                <c:pt idx="115">
                  <c:v>45581</c:v>
                </c:pt>
                <c:pt idx="116">
                  <c:v>45580</c:v>
                </c:pt>
                <c:pt idx="117">
                  <c:v>45579</c:v>
                </c:pt>
                <c:pt idx="118">
                  <c:v>45576</c:v>
                </c:pt>
                <c:pt idx="119">
                  <c:v>45575</c:v>
                </c:pt>
                <c:pt idx="120">
                  <c:v>45574</c:v>
                </c:pt>
                <c:pt idx="121">
                  <c:v>45573</c:v>
                </c:pt>
                <c:pt idx="122">
                  <c:v>45572</c:v>
                </c:pt>
                <c:pt idx="123">
                  <c:v>45569</c:v>
                </c:pt>
                <c:pt idx="124">
                  <c:v>45568</c:v>
                </c:pt>
                <c:pt idx="125">
                  <c:v>45566</c:v>
                </c:pt>
                <c:pt idx="126">
                  <c:v>45565</c:v>
                </c:pt>
                <c:pt idx="127">
                  <c:v>45562</c:v>
                </c:pt>
                <c:pt idx="128">
                  <c:v>45561</c:v>
                </c:pt>
                <c:pt idx="129">
                  <c:v>45560</c:v>
                </c:pt>
                <c:pt idx="130">
                  <c:v>45559</c:v>
                </c:pt>
                <c:pt idx="131">
                  <c:v>45558</c:v>
                </c:pt>
                <c:pt idx="132">
                  <c:v>45555</c:v>
                </c:pt>
                <c:pt idx="133">
                  <c:v>45554</c:v>
                </c:pt>
                <c:pt idx="134">
                  <c:v>45552</c:v>
                </c:pt>
                <c:pt idx="135">
                  <c:v>45551</c:v>
                </c:pt>
                <c:pt idx="136">
                  <c:v>45548</c:v>
                </c:pt>
                <c:pt idx="137">
                  <c:v>45547</c:v>
                </c:pt>
                <c:pt idx="138">
                  <c:v>45546</c:v>
                </c:pt>
                <c:pt idx="139">
                  <c:v>45545</c:v>
                </c:pt>
                <c:pt idx="140">
                  <c:v>45544</c:v>
                </c:pt>
                <c:pt idx="141">
                  <c:v>45541</c:v>
                </c:pt>
                <c:pt idx="142">
                  <c:v>45540</c:v>
                </c:pt>
                <c:pt idx="143">
                  <c:v>45539</c:v>
                </c:pt>
                <c:pt idx="144">
                  <c:v>45538</c:v>
                </c:pt>
                <c:pt idx="145">
                  <c:v>45537</c:v>
                </c:pt>
                <c:pt idx="146">
                  <c:v>45534</c:v>
                </c:pt>
                <c:pt idx="147">
                  <c:v>45533</c:v>
                </c:pt>
                <c:pt idx="148">
                  <c:v>45532</c:v>
                </c:pt>
                <c:pt idx="149">
                  <c:v>45531</c:v>
                </c:pt>
                <c:pt idx="150">
                  <c:v>45530</c:v>
                </c:pt>
                <c:pt idx="151">
                  <c:v>45527</c:v>
                </c:pt>
                <c:pt idx="152">
                  <c:v>45526</c:v>
                </c:pt>
                <c:pt idx="153">
                  <c:v>45525</c:v>
                </c:pt>
                <c:pt idx="154">
                  <c:v>45524</c:v>
                </c:pt>
                <c:pt idx="155">
                  <c:v>45523</c:v>
                </c:pt>
                <c:pt idx="156">
                  <c:v>45520</c:v>
                </c:pt>
                <c:pt idx="157">
                  <c:v>45518</c:v>
                </c:pt>
                <c:pt idx="158">
                  <c:v>45517</c:v>
                </c:pt>
                <c:pt idx="159">
                  <c:v>45516</c:v>
                </c:pt>
                <c:pt idx="160">
                  <c:v>45513</c:v>
                </c:pt>
                <c:pt idx="161">
                  <c:v>45512</c:v>
                </c:pt>
                <c:pt idx="162">
                  <c:v>45511</c:v>
                </c:pt>
                <c:pt idx="163">
                  <c:v>45510</c:v>
                </c:pt>
                <c:pt idx="164">
                  <c:v>45509</c:v>
                </c:pt>
                <c:pt idx="165">
                  <c:v>45506</c:v>
                </c:pt>
                <c:pt idx="166">
                  <c:v>45505</c:v>
                </c:pt>
                <c:pt idx="167">
                  <c:v>45504</c:v>
                </c:pt>
                <c:pt idx="168">
                  <c:v>45503</c:v>
                </c:pt>
                <c:pt idx="169">
                  <c:v>45502</c:v>
                </c:pt>
                <c:pt idx="170">
                  <c:v>45499</c:v>
                </c:pt>
                <c:pt idx="171">
                  <c:v>45498</c:v>
                </c:pt>
                <c:pt idx="172">
                  <c:v>45497</c:v>
                </c:pt>
                <c:pt idx="173">
                  <c:v>45496</c:v>
                </c:pt>
                <c:pt idx="174">
                  <c:v>45495</c:v>
                </c:pt>
                <c:pt idx="175">
                  <c:v>45492</c:v>
                </c:pt>
                <c:pt idx="176">
                  <c:v>45491</c:v>
                </c:pt>
                <c:pt idx="177">
                  <c:v>45489</c:v>
                </c:pt>
                <c:pt idx="178">
                  <c:v>45488</c:v>
                </c:pt>
                <c:pt idx="179">
                  <c:v>45485</c:v>
                </c:pt>
                <c:pt idx="180">
                  <c:v>45484</c:v>
                </c:pt>
                <c:pt idx="181">
                  <c:v>45483</c:v>
                </c:pt>
                <c:pt idx="182">
                  <c:v>45482</c:v>
                </c:pt>
                <c:pt idx="183">
                  <c:v>45481</c:v>
                </c:pt>
                <c:pt idx="184">
                  <c:v>45478</c:v>
                </c:pt>
                <c:pt idx="185">
                  <c:v>45477</c:v>
                </c:pt>
                <c:pt idx="186">
                  <c:v>45476</c:v>
                </c:pt>
                <c:pt idx="187">
                  <c:v>45475</c:v>
                </c:pt>
                <c:pt idx="188">
                  <c:v>45474</c:v>
                </c:pt>
                <c:pt idx="189">
                  <c:v>45471</c:v>
                </c:pt>
                <c:pt idx="190">
                  <c:v>45470</c:v>
                </c:pt>
                <c:pt idx="191">
                  <c:v>45469</c:v>
                </c:pt>
                <c:pt idx="192">
                  <c:v>45468</c:v>
                </c:pt>
                <c:pt idx="193">
                  <c:v>45467</c:v>
                </c:pt>
                <c:pt idx="194">
                  <c:v>45464</c:v>
                </c:pt>
                <c:pt idx="195">
                  <c:v>45463</c:v>
                </c:pt>
                <c:pt idx="196">
                  <c:v>45462</c:v>
                </c:pt>
                <c:pt idx="197">
                  <c:v>45461</c:v>
                </c:pt>
                <c:pt idx="198">
                  <c:v>45457</c:v>
                </c:pt>
                <c:pt idx="199">
                  <c:v>45456</c:v>
                </c:pt>
                <c:pt idx="200">
                  <c:v>45455</c:v>
                </c:pt>
                <c:pt idx="201">
                  <c:v>45454</c:v>
                </c:pt>
                <c:pt idx="202">
                  <c:v>45453</c:v>
                </c:pt>
                <c:pt idx="203">
                  <c:v>45450</c:v>
                </c:pt>
                <c:pt idx="204">
                  <c:v>45449</c:v>
                </c:pt>
                <c:pt idx="205">
                  <c:v>45448</c:v>
                </c:pt>
                <c:pt idx="206">
                  <c:v>45447</c:v>
                </c:pt>
                <c:pt idx="207">
                  <c:v>45446</c:v>
                </c:pt>
                <c:pt idx="208">
                  <c:v>45443</c:v>
                </c:pt>
                <c:pt idx="209">
                  <c:v>45442</c:v>
                </c:pt>
                <c:pt idx="210">
                  <c:v>45441</c:v>
                </c:pt>
                <c:pt idx="211">
                  <c:v>45440</c:v>
                </c:pt>
                <c:pt idx="212">
                  <c:v>45439</c:v>
                </c:pt>
                <c:pt idx="213">
                  <c:v>45436</c:v>
                </c:pt>
                <c:pt idx="214">
                  <c:v>45434</c:v>
                </c:pt>
                <c:pt idx="215">
                  <c:v>45433</c:v>
                </c:pt>
                <c:pt idx="216">
                  <c:v>45429</c:v>
                </c:pt>
                <c:pt idx="217">
                  <c:v>45428</c:v>
                </c:pt>
                <c:pt idx="218">
                  <c:v>45427</c:v>
                </c:pt>
                <c:pt idx="219">
                  <c:v>45426</c:v>
                </c:pt>
                <c:pt idx="220">
                  <c:v>45425</c:v>
                </c:pt>
                <c:pt idx="221">
                  <c:v>45422</c:v>
                </c:pt>
                <c:pt idx="222">
                  <c:v>45421</c:v>
                </c:pt>
                <c:pt idx="223">
                  <c:v>45420</c:v>
                </c:pt>
                <c:pt idx="224">
                  <c:v>45419</c:v>
                </c:pt>
                <c:pt idx="225">
                  <c:v>45418</c:v>
                </c:pt>
                <c:pt idx="226">
                  <c:v>45415</c:v>
                </c:pt>
                <c:pt idx="227">
                  <c:v>45414</c:v>
                </c:pt>
                <c:pt idx="228">
                  <c:v>45412</c:v>
                </c:pt>
                <c:pt idx="229">
                  <c:v>45411</c:v>
                </c:pt>
                <c:pt idx="230">
                  <c:v>45408</c:v>
                </c:pt>
                <c:pt idx="231">
                  <c:v>45407</c:v>
                </c:pt>
                <c:pt idx="232">
                  <c:v>45406</c:v>
                </c:pt>
                <c:pt idx="233">
                  <c:v>45405</c:v>
                </c:pt>
                <c:pt idx="234">
                  <c:v>45404</c:v>
                </c:pt>
                <c:pt idx="235">
                  <c:v>45401</c:v>
                </c:pt>
                <c:pt idx="236">
                  <c:v>45400</c:v>
                </c:pt>
                <c:pt idx="237">
                  <c:v>45398</c:v>
                </c:pt>
                <c:pt idx="238">
                  <c:v>45397</c:v>
                </c:pt>
                <c:pt idx="239">
                  <c:v>45394</c:v>
                </c:pt>
                <c:pt idx="240">
                  <c:v>45392</c:v>
                </c:pt>
                <c:pt idx="241">
                  <c:v>45390</c:v>
                </c:pt>
                <c:pt idx="242">
                  <c:v>45387</c:v>
                </c:pt>
                <c:pt idx="243">
                  <c:v>45386</c:v>
                </c:pt>
                <c:pt idx="244">
                  <c:v>45385</c:v>
                </c:pt>
                <c:pt idx="245">
                  <c:v>45384</c:v>
                </c:pt>
                <c:pt idx="246">
                  <c:v>45379</c:v>
                </c:pt>
                <c:pt idx="247">
                  <c:v>45378</c:v>
                </c:pt>
                <c:pt idx="248">
                  <c:v>45377</c:v>
                </c:pt>
                <c:pt idx="249">
                  <c:v>45373</c:v>
                </c:pt>
                <c:pt idx="250">
                  <c:v>45372</c:v>
                </c:pt>
                <c:pt idx="251">
                  <c:v>45371</c:v>
                </c:pt>
                <c:pt idx="252">
                  <c:v>45370</c:v>
                </c:pt>
                <c:pt idx="253">
                  <c:v>45369</c:v>
                </c:pt>
                <c:pt idx="254">
                  <c:v>45366</c:v>
                </c:pt>
                <c:pt idx="255">
                  <c:v>45365</c:v>
                </c:pt>
                <c:pt idx="256">
                  <c:v>45364</c:v>
                </c:pt>
                <c:pt idx="257">
                  <c:v>45363</c:v>
                </c:pt>
                <c:pt idx="258">
                  <c:v>45362</c:v>
                </c:pt>
                <c:pt idx="259">
                  <c:v>45358</c:v>
                </c:pt>
                <c:pt idx="260">
                  <c:v>45357</c:v>
                </c:pt>
                <c:pt idx="261">
                  <c:v>45356</c:v>
                </c:pt>
                <c:pt idx="262">
                  <c:v>45355</c:v>
                </c:pt>
                <c:pt idx="263">
                  <c:v>45352</c:v>
                </c:pt>
                <c:pt idx="264">
                  <c:v>45351</c:v>
                </c:pt>
                <c:pt idx="265">
                  <c:v>45350</c:v>
                </c:pt>
                <c:pt idx="266">
                  <c:v>45349</c:v>
                </c:pt>
                <c:pt idx="267">
                  <c:v>45348</c:v>
                </c:pt>
                <c:pt idx="268">
                  <c:v>45345</c:v>
                </c:pt>
                <c:pt idx="269">
                  <c:v>45344</c:v>
                </c:pt>
                <c:pt idx="270">
                  <c:v>45343</c:v>
                </c:pt>
                <c:pt idx="271">
                  <c:v>45342</c:v>
                </c:pt>
                <c:pt idx="272">
                  <c:v>45338</c:v>
                </c:pt>
                <c:pt idx="273">
                  <c:v>45337</c:v>
                </c:pt>
                <c:pt idx="274">
                  <c:v>45336</c:v>
                </c:pt>
                <c:pt idx="275">
                  <c:v>45335</c:v>
                </c:pt>
                <c:pt idx="276">
                  <c:v>45334</c:v>
                </c:pt>
                <c:pt idx="277">
                  <c:v>45331</c:v>
                </c:pt>
                <c:pt idx="278">
                  <c:v>45330</c:v>
                </c:pt>
                <c:pt idx="279">
                  <c:v>45329</c:v>
                </c:pt>
                <c:pt idx="280">
                  <c:v>45328</c:v>
                </c:pt>
                <c:pt idx="281">
                  <c:v>45327</c:v>
                </c:pt>
                <c:pt idx="282">
                  <c:v>45324</c:v>
                </c:pt>
                <c:pt idx="283">
                  <c:v>45323</c:v>
                </c:pt>
                <c:pt idx="284">
                  <c:v>45322</c:v>
                </c:pt>
                <c:pt idx="285">
                  <c:v>45321</c:v>
                </c:pt>
                <c:pt idx="286">
                  <c:v>45320</c:v>
                </c:pt>
                <c:pt idx="287">
                  <c:v>45316</c:v>
                </c:pt>
                <c:pt idx="288">
                  <c:v>45315</c:v>
                </c:pt>
                <c:pt idx="289">
                  <c:v>45314</c:v>
                </c:pt>
                <c:pt idx="290">
                  <c:v>45310</c:v>
                </c:pt>
                <c:pt idx="291">
                  <c:v>45309</c:v>
                </c:pt>
                <c:pt idx="292">
                  <c:v>45308</c:v>
                </c:pt>
                <c:pt idx="293">
                  <c:v>45307</c:v>
                </c:pt>
                <c:pt idx="294">
                  <c:v>45306</c:v>
                </c:pt>
                <c:pt idx="295">
                  <c:v>45303</c:v>
                </c:pt>
                <c:pt idx="296">
                  <c:v>45302</c:v>
                </c:pt>
                <c:pt idx="297">
                  <c:v>45301</c:v>
                </c:pt>
                <c:pt idx="298">
                  <c:v>45300</c:v>
                </c:pt>
                <c:pt idx="299">
                  <c:v>45299</c:v>
                </c:pt>
                <c:pt idx="300">
                  <c:v>45296</c:v>
                </c:pt>
                <c:pt idx="301">
                  <c:v>45295</c:v>
                </c:pt>
                <c:pt idx="302">
                  <c:v>45294</c:v>
                </c:pt>
                <c:pt idx="303">
                  <c:v>45293</c:v>
                </c:pt>
                <c:pt idx="304">
                  <c:v>45292</c:v>
                </c:pt>
                <c:pt idx="305">
                  <c:v>45289</c:v>
                </c:pt>
                <c:pt idx="306">
                  <c:v>45288</c:v>
                </c:pt>
                <c:pt idx="307">
                  <c:v>45287</c:v>
                </c:pt>
                <c:pt idx="308">
                  <c:v>45286</c:v>
                </c:pt>
                <c:pt idx="309">
                  <c:v>45282</c:v>
                </c:pt>
                <c:pt idx="310">
                  <c:v>45281</c:v>
                </c:pt>
                <c:pt idx="311">
                  <c:v>45280</c:v>
                </c:pt>
                <c:pt idx="312">
                  <c:v>45279</c:v>
                </c:pt>
                <c:pt idx="313">
                  <c:v>45278</c:v>
                </c:pt>
                <c:pt idx="314">
                  <c:v>45275</c:v>
                </c:pt>
                <c:pt idx="315">
                  <c:v>45274</c:v>
                </c:pt>
                <c:pt idx="316">
                  <c:v>45273</c:v>
                </c:pt>
                <c:pt idx="317">
                  <c:v>45272</c:v>
                </c:pt>
                <c:pt idx="318">
                  <c:v>45271</c:v>
                </c:pt>
                <c:pt idx="319">
                  <c:v>45268</c:v>
                </c:pt>
                <c:pt idx="320">
                  <c:v>45267</c:v>
                </c:pt>
                <c:pt idx="321">
                  <c:v>45266</c:v>
                </c:pt>
                <c:pt idx="322">
                  <c:v>45265</c:v>
                </c:pt>
                <c:pt idx="323">
                  <c:v>45264</c:v>
                </c:pt>
                <c:pt idx="324">
                  <c:v>45261</c:v>
                </c:pt>
                <c:pt idx="325">
                  <c:v>45260</c:v>
                </c:pt>
                <c:pt idx="326">
                  <c:v>45259</c:v>
                </c:pt>
                <c:pt idx="327">
                  <c:v>45258</c:v>
                </c:pt>
                <c:pt idx="328">
                  <c:v>45254</c:v>
                </c:pt>
                <c:pt idx="329">
                  <c:v>45253</c:v>
                </c:pt>
                <c:pt idx="330">
                  <c:v>45252</c:v>
                </c:pt>
                <c:pt idx="331">
                  <c:v>45251</c:v>
                </c:pt>
                <c:pt idx="332">
                  <c:v>45250</c:v>
                </c:pt>
                <c:pt idx="333">
                  <c:v>45247</c:v>
                </c:pt>
                <c:pt idx="334">
                  <c:v>45246</c:v>
                </c:pt>
                <c:pt idx="335">
                  <c:v>45245</c:v>
                </c:pt>
                <c:pt idx="336">
                  <c:v>45243</c:v>
                </c:pt>
                <c:pt idx="337">
                  <c:v>45240</c:v>
                </c:pt>
                <c:pt idx="338">
                  <c:v>45239</c:v>
                </c:pt>
                <c:pt idx="339">
                  <c:v>45238</c:v>
                </c:pt>
                <c:pt idx="340">
                  <c:v>45237</c:v>
                </c:pt>
                <c:pt idx="341">
                  <c:v>45236</c:v>
                </c:pt>
                <c:pt idx="342">
                  <c:v>45233</c:v>
                </c:pt>
                <c:pt idx="343">
                  <c:v>45232</c:v>
                </c:pt>
                <c:pt idx="344">
                  <c:v>45231</c:v>
                </c:pt>
                <c:pt idx="345">
                  <c:v>45230</c:v>
                </c:pt>
                <c:pt idx="346">
                  <c:v>45229</c:v>
                </c:pt>
                <c:pt idx="347">
                  <c:v>45226</c:v>
                </c:pt>
                <c:pt idx="348">
                  <c:v>45225</c:v>
                </c:pt>
                <c:pt idx="349">
                  <c:v>45224</c:v>
                </c:pt>
                <c:pt idx="350">
                  <c:v>45222</c:v>
                </c:pt>
                <c:pt idx="351">
                  <c:v>45219</c:v>
                </c:pt>
                <c:pt idx="352">
                  <c:v>45218</c:v>
                </c:pt>
                <c:pt idx="353">
                  <c:v>45217</c:v>
                </c:pt>
                <c:pt idx="354">
                  <c:v>45216</c:v>
                </c:pt>
                <c:pt idx="355">
                  <c:v>45215</c:v>
                </c:pt>
                <c:pt idx="356">
                  <c:v>45212</c:v>
                </c:pt>
                <c:pt idx="357">
                  <c:v>45211</c:v>
                </c:pt>
                <c:pt idx="358">
                  <c:v>45210</c:v>
                </c:pt>
                <c:pt idx="359">
                  <c:v>45209</c:v>
                </c:pt>
                <c:pt idx="360">
                  <c:v>45208</c:v>
                </c:pt>
                <c:pt idx="361">
                  <c:v>45205</c:v>
                </c:pt>
                <c:pt idx="362">
                  <c:v>45204</c:v>
                </c:pt>
                <c:pt idx="363">
                  <c:v>45203</c:v>
                </c:pt>
                <c:pt idx="364">
                  <c:v>45202</c:v>
                </c:pt>
                <c:pt idx="365">
                  <c:v>45198</c:v>
                </c:pt>
                <c:pt idx="366">
                  <c:v>45197</c:v>
                </c:pt>
                <c:pt idx="367">
                  <c:v>45196</c:v>
                </c:pt>
                <c:pt idx="368">
                  <c:v>45195</c:v>
                </c:pt>
                <c:pt idx="369">
                  <c:v>45194</c:v>
                </c:pt>
                <c:pt idx="370">
                  <c:v>45191</c:v>
                </c:pt>
                <c:pt idx="371">
                  <c:v>45190</c:v>
                </c:pt>
                <c:pt idx="372">
                  <c:v>45189</c:v>
                </c:pt>
                <c:pt idx="373">
                  <c:v>45187</c:v>
                </c:pt>
                <c:pt idx="374">
                  <c:v>45184</c:v>
                </c:pt>
                <c:pt idx="375">
                  <c:v>45183</c:v>
                </c:pt>
                <c:pt idx="376">
                  <c:v>45182</c:v>
                </c:pt>
                <c:pt idx="377">
                  <c:v>45181</c:v>
                </c:pt>
                <c:pt idx="378">
                  <c:v>45180</c:v>
                </c:pt>
                <c:pt idx="379">
                  <c:v>45177</c:v>
                </c:pt>
                <c:pt idx="380">
                  <c:v>45176</c:v>
                </c:pt>
                <c:pt idx="381">
                  <c:v>45175</c:v>
                </c:pt>
                <c:pt idx="382">
                  <c:v>45174</c:v>
                </c:pt>
                <c:pt idx="383">
                  <c:v>45173</c:v>
                </c:pt>
                <c:pt idx="384">
                  <c:v>45170</c:v>
                </c:pt>
                <c:pt idx="385">
                  <c:v>45169</c:v>
                </c:pt>
                <c:pt idx="386">
                  <c:v>45168</c:v>
                </c:pt>
                <c:pt idx="387">
                  <c:v>45167</c:v>
                </c:pt>
                <c:pt idx="388">
                  <c:v>45166</c:v>
                </c:pt>
                <c:pt idx="389">
                  <c:v>45163</c:v>
                </c:pt>
                <c:pt idx="390">
                  <c:v>45162</c:v>
                </c:pt>
                <c:pt idx="391">
                  <c:v>45161</c:v>
                </c:pt>
                <c:pt idx="392">
                  <c:v>45160</c:v>
                </c:pt>
                <c:pt idx="393">
                  <c:v>45159</c:v>
                </c:pt>
                <c:pt idx="394">
                  <c:v>45156</c:v>
                </c:pt>
                <c:pt idx="395">
                  <c:v>45155</c:v>
                </c:pt>
                <c:pt idx="396">
                  <c:v>45152</c:v>
                </c:pt>
                <c:pt idx="397">
                  <c:v>45149</c:v>
                </c:pt>
                <c:pt idx="398">
                  <c:v>45148</c:v>
                </c:pt>
                <c:pt idx="399">
                  <c:v>45147</c:v>
                </c:pt>
                <c:pt idx="400">
                  <c:v>45146</c:v>
                </c:pt>
                <c:pt idx="401">
                  <c:v>45145</c:v>
                </c:pt>
                <c:pt idx="402">
                  <c:v>45142</c:v>
                </c:pt>
                <c:pt idx="403">
                  <c:v>45141</c:v>
                </c:pt>
                <c:pt idx="404">
                  <c:v>45140</c:v>
                </c:pt>
                <c:pt idx="405">
                  <c:v>45139</c:v>
                </c:pt>
                <c:pt idx="406">
                  <c:v>45138</c:v>
                </c:pt>
                <c:pt idx="407">
                  <c:v>45135</c:v>
                </c:pt>
                <c:pt idx="408">
                  <c:v>45134</c:v>
                </c:pt>
                <c:pt idx="409">
                  <c:v>45133</c:v>
                </c:pt>
                <c:pt idx="410">
                  <c:v>45132</c:v>
                </c:pt>
                <c:pt idx="411">
                  <c:v>45131</c:v>
                </c:pt>
                <c:pt idx="412">
                  <c:v>45128</c:v>
                </c:pt>
                <c:pt idx="413">
                  <c:v>45127</c:v>
                </c:pt>
                <c:pt idx="414">
                  <c:v>45126</c:v>
                </c:pt>
                <c:pt idx="415">
                  <c:v>45125</c:v>
                </c:pt>
                <c:pt idx="416">
                  <c:v>45124</c:v>
                </c:pt>
                <c:pt idx="417">
                  <c:v>45121</c:v>
                </c:pt>
                <c:pt idx="418">
                  <c:v>45120</c:v>
                </c:pt>
                <c:pt idx="419">
                  <c:v>45119</c:v>
                </c:pt>
                <c:pt idx="420">
                  <c:v>45118</c:v>
                </c:pt>
                <c:pt idx="421">
                  <c:v>45117</c:v>
                </c:pt>
                <c:pt idx="422">
                  <c:v>45114</c:v>
                </c:pt>
                <c:pt idx="423">
                  <c:v>45113</c:v>
                </c:pt>
                <c:pt idx="424">
                  <c:v>45112</c:v>
                </c:pt>
                <c:pt idx="425">
                  <c:v>45111</c:v>
                </c:pt>
                <c:pt idx="426">
                  <c:v>45110</c:v>
                </c:pt>
                <c:pt idx="427">
                  <c:v>45107</c:v>
                </c:pt>
                <c:pt idx="428">
                  <c:v>45105</c:v>
                </c:pt>
                <c:pt idx="429">
                  <c:v>45104</c:v>
                </c:pt>
                <c:pt idx="430">
                  <c:v>45103</c:v>
                </c:pt>
                <c:pt idx="431">
                  <c:v>45100</c:v>
                </c:pt>
                <c:pt idx="432">
                  <c:v>45099</c:v>
                </c:pt>
                <c:pt idx="433">
                  <c:v>45098</c:v>
                </c:pt>
                <c:pt idx="434">
                  <c:v>45097</c:v>
                </c:pt>
                <c:pt idx="435">
                  <c:v>45096</c:v>
                </c:pt>
                <c:pt idx="436">
                  <c:v>45093</c:v>
                </c:pt>
                <c:pt idx="437">
                  <c:v>45092</c:v>
                </c:pt>
                <c:pt idx="438">
                  <c:v>45091</c:v>
                </c:pt>
                <c:pt idx="439">
                  <c:v>45090</c:v>
                </c:pt>
                <c:pt idx="440">
                  <c:v>45089</c:v>
                </c:pt>
                <c:pt idx="441">
                  <c:v>45086</c:v>
                </c:pt>
                <c:pt idx="442">
                  <c:v>45085</c:v>
                </c:pt>
                <c:pt idx="443">
                  <c:v>45084</c:v>
                </c:pt>
                <c:pt idx="444">
                  <c:v>45083</c:v>
                </c:pt>
                <c:pt idx="445">
                  <c:v>45082</c:v>
                </c:pt>
                <c:pt idx="446">
                  <c:v>45079</c:v>
                </c:pt>
                <c:pt idx="447">
                  <c:v>45078</c:v>
                </c:pt>
                <c:pt idx="448">
                  <c:v>45077</c:v>
                </c:pt>
                <c:pt idx="449">
                  <c:v>45076</c:v>
                </c:pt>
                <c:pt idx="450">
                  <c:v>45075</c:v>
                </c:pt>
                <c:pt idx="451">
                  <c:v>45072</c:v>
                </c:pt>
                <c:pt idx="452">
                  <c:v>45071</c:v>
                </c:pt>
                <c:pt idx="453">
                  <c:v>45070</c:v>
                </c:pt>
                <c:pt idx="454">
                  <c:v>45069</c:v>
                </c:pt>
                <c:pt idx="455">
                  <c:v>45068</c:v>
                </c:pt>
                <c:pt idx="456">
                  <c:v>45065</c:v>
                </c:pt>
                <c:pt idx="457">
                  <c:v>45064</c:v>
                </c:pt>
                <c:pt idx="458">
                  <c:v>45063</c:v>
                </c:pt>
                <c:pt idx="459">
                  <c:v>45062</c:v>
                </c:pt>
                <c:pt idx="460">
                  <c:v>45061</c:v>
                </c:pt>
                <c:pt idx="461">
                  <c:v>45058</c:v>
                </c:pt>
                <c:pt idx="462">
                  <c:v>45057</c:v>
                </c:pt>
                <c:pt idx="463">
                  <c:v>45056</c:v>
                </c:pt>
                <c:pt idx="464">
                  <c:v>45055</c:v>
                </c:pt>
                <c:pt idx="465">
                  <c:v>45054</c:v>
                </c:pt>
                <c:pt idx="466">
                  <c:v>45050</c:v>
                </c:pt>
                <c:pt idx="467">
                  <c:v>45049</c:v>
                </c:pt>
                <c:pt idx="468">
                  <c:v>45048</c:v>
                </c:pt>
                <c:pt idx="469">
                  <c:v>45044</c:v>
                </c:pt>
                <c:pt idx="470">
                  <c:v>45043</c:v>
                </c:pt>
                <c:pt idx="471">
                  <c:v>45042</c:v>
                </c:pt>
                <c:pt idx="472">
                  <c:v>45041</c:v>
                </c:pt>
                <c:pt idx="473">
                  <c:v>45040</c:v>
                </c:pt>
                <c:pt idx="474">
                  <c:v>45037</c:v>
                </c:pt>
                <c:pt idx="475">
                  <c:v>45036</c:v>
                </c:pt>
                <c:pt idx="476">
                  <c:v>45035</c:v>
                </c:pt>
                <c:pt idx="477">
                  <c:v>45034</c:v>
                </c:pt>
                <c:pt idx="478">
                  <c:v>45033</c:v>
                </c:pt>
                <c:pt idx="479">
                  <c:v>45029</c:v>
                </c:pt>
                <c:pt idx="480">
                  <c:v>45028</c:v>
                </c:pt>
                <c:pt idx="481">
                  <c:v>45027</c:v>
                </c:pt>
                <c:pt idx="482">
                  <c:v>45026</c:v>
                </c:pt>
                <c:pt idx="483">
                  <c:v>45022</c:v>
                </c:pt>
                <c:pt idx="484">
                  <c:v>45021</c:v>
                </c:pt>
                <c:pt idx="485">
                  <c:v>45019</c:v>
                </c:pt>
                <c:pt idx="486">
                  <c:v>45016</c:v>
                </c:pt>
                <c:pt idx="487">
                  <c:v>45014</c:v>
                </c:pt>
                <c:pt idx="488">
                  <c:v>45013</c:v>
                </c:pt>
                <c:pt idx="489">
                  <c:v>45012</c:v>
                </c:pt>
                <c:pt idx="490">
                  <c:v>45009</c:v>
                </c:pt>
                <c:pt idx="491">
                  <c:v>45008</c:v>
                </c:pt>
                <c:pt idx="492">
                  <c:v>45006</c:v>
                </c:pt>
                <c:pt idx="493">
                  <c:v>45005</c:v>
                </c:pt>
                <c:pt idx="494">
                  <c:v>45002</c:v>
                </c:pt>
                <c:pt idx="495">
                  <c:v>45001</c:v>
                </c:pt>
                <c:pt idx="496">
                  <c:v>45000</c:v>
                </c:pt>
                <c:pt idx="497">
                  <c:v>44999</c:v>
                </c:pt>
                <c:pt idx="498">
                  <c:v>44998</c:v>
                </c:pt>
                <c:pt idx="499">
                  <c:v>44995</c:v>
                </c:pt>
                <c:pt idx="500">
                  <c:v>44994</c:v>
                </c:pt>
                <c:pt idx="501">
                  <c:v>44993</c:v>
                </c:pt>
                <c:pt idx="502">
                  <c:v>44991</c:v>
                </c:pt>
                <c:pt idx="503">
                  <c:v>44988</c:v>
                </c:pt>
                <c:pt idx="504">
                  <c:v>44987</c:v>
                </c:pt>
                <c:pt idx="505">
                  <c:v>44986</c:v>
                </c:pt>
                <c:pt idx="506">
                  <c:v>44985</c:v>
                </c:pt>
                <c:pt idx="507">
                  <c:v>44984</c:v>
                </c:pt>
                <c:pt idx="508">
                  <c:v>44981</c:v>
                </c:pt>
                <c:pt idx="509">
                  <c:v>44980</c:v>
                </c:pt>
                <c:pt idx="510">
                  <c:v>44979</c:v>
                </c:pt>
                <c:pt idx="511">
                  <c:v>44978</c:v>
                </c:pt>
                <c:pt idx="512">
                  <c:v>44977</c:v>
                </c:pt>
                <c:pt idx="513">
                  <c:v>44974</c:v>
                </c:pt>
                <c:pt idx="514">
                  <c:v>44973</c:v>
                </c:pt>
                <c:pt idx="515">
                  <c:v>44972</c:v>
                </c:pt>
                <c:pt idx="516">
                  <c:v>44971</c:v>
                </c:pt>
                <c:pt idx="517">
                  <c:v>44970</c:v>
                </c:pt>
                <c:pt idx="518">
                  <c:v>44967</c:v>
                </c:pt>
                <c:pt idx="519">
                  <c:v>44966</c:v>
                </c:pt>
                <c:pt idx="520">
                  <c:v>44965</c:v>
                </c:pt>
                <c:pt idx="521">
                  <c:v>44964</c:v>
                </c:pt>
                <c:pt idx="522">
                  <c:v>44963</c:v>
                </c:pt>
                <c:pt idx="523">
                  <c:v>44960</c:v>
                </c:pt>
                <c:pt idx="524">
                  <c:v>44959</c:v>
                </c:pt>
                <c:pt idx="525">
                  <c:v>44958</c:v>
                </c:pt>
                <c:pt idx="526">
                  <c:v>44957</c:v>
                </c:pt>
                <c:pt idx="527">
                  <c:v>44956</c:v>
                </c:pt>
                <c:pt idx="528">
                  <c:v>44953</c:v>
                </c:pt>
                <c:pt idx="529">
                  <c:v>44951</c:v>
                </c:pt>
                <c:pt idx="530">
                  <c:v>44950</c:v>
                </c:pt>
                <c:pt idx="531">
                  <c:v>44949</c:v>
                </c:pt>
                <c:pt idx="532">
                  <c:v>44946</c:v>
                </c:pt>
                <c:pt idx="533">
                  <c:v>44945</c:v>
                </c:pt>
                <c:pt idx="534">
                  <c:v>44944</c:v>
                </c:pt>
                <c:pt idx="535">
                  <c:v>44943</c:v>
                </c:pt>
                <c:pt idx="536">
                  <c:v>44942</c:v>
                </c:pt>
                <c:pt idx="537">
                  <c:v>44939</c:v>
                </c:pt>
                <c:pt idx="538">
                  <c:v>44938</c:v>
                </c:pt>
                <c:pt idx="539">
                  <c:v>44937</c:v>
                </c:pt>
                <c:pt idx="540">
                  <c:v>44936</c:v>
                </c:pt>
                <c:pt idx="541">
                  <c:v>44935</c:v>
                </c:pt>
                <c:pt idx="542">
                  <c:v>44932</c:v>
                </c:pt>
                <c:pt idx="543">
                  <c:v>44931</c:v>
                </c:pt>
                <c:pt idx="544">
                  <c:v>44930</c:v>
                </c:pt>
                <c:pt idx="545">
                  <c:v>44929</c:v>
                </c:pt>
                <c:pt idx="546">
                  <c:v>44928</c:v>
                </c:pt>
                <c:pt idx="547">
                  <c:v>44925</c:v>
                </c:pt>
                <c:pt idx="548">
                  <c:v>44924</c:v>
                </c:pt>
                <c:pt idx="549">
                  <c:v>44923</c:v>
                </c:pt>
                <c:pt idx="550">
                  <c:v>44922</c:v>
                </c:pt>
                <c:pt idx="551">
                  <c:v>44921</c:v>
                </c:pt>
                <c:pt idx="552">
                  <c:v>44918</c:v>
                </c:pt>
                <c:pt idx="553">
                  <c:v>44917</c:v>
                </c:pt>
                <c:pt idx="554">
                  <c:v>44916</c:v>
                </c:pt>
                <c:pt idx="555">
                  <c:v>44915</c:v>
                </c:pt>
                <c:pt idx="556">
                  <c:v>44914</c:v>
                </c:pt>
                <c:pt idx="557">
                  <c:v>44911</c:v>
                </c:pt>
                <c:pt idx="558">
                  <c:v>44910</c:v>
                </c:pt>
                <c:pt idx="559">
                  <c:v>44909</c:v>
                </c:pt>
                <c:pt idx="560">
                  <c:v>44908</c:v>
                </c:pt>
                <c:pt idx="561">
                  <c:v>44907</c:v>
                </c:pt>
                <c:pt idx="562">
                  <c:v>44904</c:v>
                </c:pt>
                <c:pt idx="563">
                  <c:v>44903</c:v>
                </c:pt>
                <c:pt idx="564">
                  <c:v>44902</c:v>
                </c:pt>
                <c:pt idx="565">
                  <c:v>44901</c:v>
                </c:pt>
                <c:pt idx="566">
                  <c:v>44900</c:v>
                </c:pt>
                <c:pt idx="567">
                  <c:v>44897</c:v>
                </c:pt>
                <c:pt idx="568">
                  <c:v>44896</c:v>
                </c:pt>
                <c:pt idx="569">
                  <c:v>44895</c:v>
                </c:pt>
                <c:pt idx="570">
                  <c:v>44894</c:v>
                </c:pt>
                <c:pt idx="571">
                  <c:v>44893</c:v>
                </c:pt>
                <c:pt idx="572">
                  <c:v>44890</c:v>
                </c:pt>
                <c:pt idx="573">
                  <c:v>44889</c:v>
                </c:pt>
                <c:pt idx="574">
                  <c:v>44888</c:v>
                </c:pt>
                <c:pt idx="575">
                  <c:v>44887</c:v>
                </c:pt>
                <c:pt idx="576">
                  <c:v>44886</c:v>
                </c:pt>
                <c:pt idx="577">
                  <c:v>44883</c:v>
                </c:pt>
                <c:pt idx="578">
                  <c:v>44882</c:v>
                </c:pt>
                <c:pt idx="579">
                  <c:v>44881</c:v>
                </c:pt>
                <c:pt idx="580">
                  <c:v>44880</c:v>
                </c:pt>
                <c:pt idx="581">
                  <c:v>44879</c:v>
                </c:pt>
                <c:pt idx="582">
                  <c:v>44876</c:v>
                </c:pt>
                <c:pt idx="583">
                  <c:v>44875</c:v>
                </c:pt>
                <c:pt idx="584">
                  <c:v>44874</c:v>
                </c:pt>
                <c:pt idx="585">
                  <c:v>44872</c:v>
                </c:pt>
                <c:pt idx="586">
                  <c:v>44869</c:v>
                </c:pt>
                <c:pt idx="587">
                  <c:v>44868</c:v>
                </c:pt>
                <c:pt idx="588">
                  <c:v>44867</c:v>
                </c:pt>
                <c:pt idx="589">
                  <c:v>44866</c:v>
                </c:pt>
                <c:pt idx="590">
                  <c:v>44865</c:v>
                </c:pt>
                <c:pt idx="591">
                  <c:v>44862</c:v>
                </c:pt>
                <c:pt idx="592">
                  <c:v>44861</c:v>
                </c:pt>
                <c:pt idx="593">
                  <c:v>44859</c:v>
                </c:pt>
                <c:pt idx="594">
                  <c:v>44855</c:v>
                </c:pt>
                <c:pt idx="595">
                  <c:v>44854</c:v>
                </c:pt>
                <c:pt idx="596">
                  <c:v>44853</c:v>
                </c:pt>
                <c:pt idx="597">
                  <c:v>44852</c:v>
                </c:pt>
                <c:pt idx="598">
                  <c:v>44851</c:v>
                </c:pt>
                <c:pt idx="599">
                  <c:v>44848</c:v>
                </c:pt>
                <c:pt idx="600">
                  <c:v>44847</c:v>
                </c:pt>
                <c:pt idx="601">
                  <c:v>44846</c:v>
                </c:pt>
                <c:pt idx="602">
                  <c:v>44845</c:v>
                </c:pt>
                <c:pt idx="603">
                  <c:v>44844</c:v>
                </c:pt>
                <c:pt idx="604">
                  <c:v>44841</c:v>
                </c:pt>
                <c:pt idx="605">
                  <c:v>44840</c:v>
                </c:pt>
                <c:pt idx="606">
                  <c:v>44838</c:v>
                </c:pt>
                <c:pt idx="607">
                  <c:v>44837</c:v>
                </c:pt>
                <c:pt idx="608">
                  <c:v>44834</c:v>
                </c:pt>
                <c:pt idx="609">
                  <c:v>44833</c:v>
                </c:pt>
                <c:pt idx="610">
                  <c:v>44832</c:v>
                </c:pt>
                <c:pt idx="611">
                  <c:v>44831</c:v>
                </c:pt>
                <c:pt idx="612">
                  <c:v>44830</c:v>
                </c:pt>
                <c:pt idx="613">
                  <c:v>44827</c:v>
                </c:pt>
                <c:pt idx="614">
                  <c:v>44826</c:v>
                </c:pt>
                <c:pt idx="615">
                  <c:v>44825</c:v>
                </c:pt>
                <c:pt idx="616">
                  <c:v>44824</c:v>
                </c:pt>
                <c:pt idx="617">
                  <c:v>44823</c:v>
                </c:pt>
                <c:pt idx="618">
                  <c:v>44820</c:v>
                </c:pt>
                <c:pt idx="619">
                  <c:v>44819</c:v>
                </c:pt>
                <c:pt idx="620">
                  <c:v>44818</c:v>
                </c:pt>
                <c:pt idx="621">
                  <c:v>44817</c:v>
                </c:pt>
                <c:pt idx="622">
                  <c:v>44816</c:v>
                </c:pt>
                <c:pt idx="623">
                  <c:v>44813</c:v>
                </c:pt>
                <c:pt idx="624">
                  <c:v>44812</c:v>
                </c:pt>
                <c:pt idx="625">
                  <c:v>44811</c:v>
                </c:pt>
                <c:pt idx="626">
                  <c:v>44810</c:v>
                </c:pt>
                <c:pt idx="627">
                  <c:v>44809</c:v>
                </c:pt>
                <c:pt idx="628">
                  <c:v>44806</c:v>
                </c:pt>
                <c:pt idx="629">
                  <c:v>44805</c:v>
                </c:pt>
                <c:pt idx="630">
                  <c:v>44803</c:v>
                </c:pt>
                <c:pt idx="631">
                  <c:v>44802</c:v>
                </c:pt>
                <c:pt idx="632">
                  <c:v>44799</c:v>
                </c:pt>
                <c:pt idx="633">
                  <c:v>44798</c:v>
                </c:pt>
                <c:pt idx="634">
                  <c:v>44797</c:v>
                </c:pt>
                <c:pt idx="635">
                  <c:v>44796</c:v>
                </c:pt>
                <c:pt idx="636">
                  <c:v>44795</c:v>
                </c:pt>
                <c:pt idx="637">
                  <c:v>44792</c:v>
                </c:pt>
                <c:pt idx="638">
                  <c:v>44791</c:v>
                </c:pt>
                <c:pt idx="639">
                  <c:v>44790</c:v>
                </c:pt>
                <c:pt idx="640">
                  <c:v>44785</c:v>
                </c:pt>
                <c:pt idx="641">
                  <c:v>44784</c:v>
                </c:pt>
                <c:pt idx="642">
                  <c:v>44783</c:v>
                </c:pt>
                <c:pt idx="643">
                  <c:v>44781</c:v>
                </c:pt>
                <c:pt idx="644">
                  <c:v>44778</c:v>
                </c:pt>
                <c:pt idx="645">
                  <c:v>44777</c:v>
                </c:pt>
                <c:pt idx="646">
                  <c:v>44776</c:v>
                </c:pt>
                <c:pt idx="647">
                  <c:v>44775</c:v>
                </c:pt>
                <c:pt idx="648">
                  <c:v>44774</c:v>
                </c:pt>
                <c:pt idx="649">
                  <c:v>44771</c:v>
                </c:pt>
                <c:pt idx="650">
                  <c:v>44770</c:v>
                </c:pt>
                <c:pt idx="651">
                  <c:v>44769</c:v>
                </c:pt>
                <c:pt idx="652">
                  <c:v>44768</c:v>
                </c:pt>
                <c:pt idx="653">
                  <c:v>44767</c:v>
                </c:pt>
                <c:pt idx="654">
                  <c:v>44764</c:v>
                </c:pt>
                <c:pt idx="655">
                  <c:v>44763</c:v>
                </c:pt>
                <c:pt idx="656">
                  <c:v>44762</c:v>
                </c:pt>
                <c:pt idx="657">
                  <c:v>44761</c:v>
                </c:pt>
                <c:pt idx="658">
                  <c:v>44760</c:v>
                </c:pt>
                <c:pt idx="659">
                  <c:v>44757</c:v>
                </c:pt>
                <c:pt idx="660">
                  <c:v>44756</c:v>
                </c:pt>
                <c:pt idx="661">
                  <c:v>44755</c:v>
                </c:pt>
                <c:pt idx="662">
                  <c:v>44754</c:v>
                </c:pt>
                <c:pt idx="663">
                  <c:v>44753</c:v>
                </c:pt>
                <c:pt idx="664">
                  <c:v>44750</c:v>
                </c:pt>
                <c:pt idx="665">
                  <c:v>44749</c:v>
                </c:pt>
                <c:pt idx="666">
                  <c:v>44748</c:v>
                </c:pt>
                <c:pt idx="667">
                  <c:v>44747</c:v>
                </c:pt>
                <c:pt idx="668">
                  <c:v>44746</c:v>
                </c:pt>
                <c:pt idx="669">
                  <c:v>44743</c:v>
                </c:pt>
                <c:pt idx="670">
                  <c:v>44742</c:v>
                </c:pt>
                <c:pt idx="671">
                  <c:v>44741</c:v>
                </c:pt>
                <c:pt idx="672">
                  <c:v>44740</c:v>
                </c:pt>
                <c:pt idx="673">
                  <c:v>44739</c:v>
                </c:pt>
                <c:pt idx="674">
                  <c:v>44736</c:v>
                </c:pt>
                <c:pt idx="675">
                  <c:v>44735</c:v>
                </c:pt>
                <c:pt idx="676">
                  <c:v>44734</c:v>
                </c:pt>
                <c:pt idx="677">
                  <c:v>44733</c:v>
                </c:pt>
                <c:pt idx="678">
                  <c:v>44732</c:v>
                </c:pt>
                <c:pt idx="679">
                  <c:v>44729</c:v>
                </c:pt>
                <c:pt idx="680">
                  <c:v>44728</c:v>
                </c:pt>
                <c:pt idx="681">
                  <c:v>44727</c:v>
                </c:pt>
                <c:pt idx="682">
                  <c:v>44726</c:v>
                </c:pt>
                <c:pt idx="683">
                  <c:v>44725</c:v>
                </c:pt>
                <c:pt idx="684">
                  <c:v>44722</c:v>
                </c:pt>
                <c:pt idx="685">
                  <c:v>44721</c:v>
                </c:pt>
                <c:pt idx="686">
                  <c:v>44720</c:v>
                </c:pt>
                <c:pt idx="687">
                  <c:v>44719</c:v>
                </c:pt>
                <c:pt idx="688">
                  <c:v>44718</c:v>
                </c:pt>
                <c:pt idx="689">
                  <c:v>44715</c:v>
                </c:pt>
                <c:pt idx="690">
                  <c:v>44714</c:v>
                </c:pt>
                <c:pt idx="691">
                  <c:v>44713</c:v>
                </c:pt>
                <c:pt idx="692">
                  <c:v>44712</c:v>
                </c:pt>
                <c:pt idx="693">
                  <c:v>44711</c:v>
                </c:pt>
                <c:pt idx="694">
                  <c:v>44708</c:v>
                </c:pt>
                <c:pt idx="695">
                  <c:v>44707</c:v>
                </c:pt>
                <c:pt idx="696">
                  <c:v>44706</c:v>
                </c:pt>
                <c:pt idx="697">
                  <c:v>44705</c:v>
                </c:pt>
                <c:pt idx="698">
                  <c:v>44704</c:v>
                </c:pt>
                <c:pt idx="699">
                  <c:v>44701</c:v>
                </c:pt>
                <c:pt idx="700">
                  <c:v>44700</c:v>
                </c:pt>
                <c:pt idx="701">
                  <c:v>44699</c:v>
                </c:pt>
                <c:pt idx="702">
                  <c:v>44698</c:v>
                </c:pt>
                <c:pt idx="703">
                  <c:v>44694</c:v>
                </c:pt>
                <c:pt idx="704">
                  <c:v>44693</c:v>
                </c:pt>
                <c:pt idx="705">
                  <c:v>44692</c:v>
                </c:pt>
                <c:pt idx="706">
                  <c:v>44691</c:v>
                </c:pt>
                <c:pt idx="707">
                  <c:v>44690</c:v>
                </c:pt>
                <c:pt idx="708">
                  <c:v>44687</c:v>
                </c:pt>
                <c:pt idx="709">
                  <c:v>44686</c:v>
                </c:pt>
                <c:pt idx="710">
                  <c:v>44685</c:v>
                </c:pt>
                <c:pt idx="711">
                  <c:v>44683</c:v>
                </c:pt>
                <c:pt idx="712">
                  <c:v>44680</c:v>
                </c:pt>
                <c:pt idx="713">
                  <c:v>44679</c:v>
                </c:pt>
                <c:pt idx="714">
                  <c:v>44678</c:v>
                </c:pt>
                <c:pt idx="715">
                  <c:v>44677</c:v>
                </c:pt>
                <c:pt idx="716">
                  <c:v>44676</c:v>
                </c:pt>
                <c:pt idx="717">
                  <c:v>44673</c:v>
                </c:pt>
                <c:pt idx="718">
                  <c:v>44672</c:v>
                </c:pt>
                <c:pt idx="719">
                  <c:v>44671</c:v>
                </c:pt>
                <c:pt idx="720">
                  <c:v>44670</c:v>
                </c:pt>
                <c:pt idx="721">
                  <c:v>44669</c:v>
                </c:pt>
                <c:pt idx="722">
                  <c:v>44664</c:v>
                </c:pt>
                <c:pt idx="723">
                  <c:v>44663</c:v>
                </c:pt>
                <c:pt idx="724">
                  <c:v>44662</c:v>
                </c:pt>
                <c:pt idx="725">
                  <c:v>44659</c:v>
                </c:pt>
                <c:pt idx="726">
                  <c:v>44658</c:v>
                </c:pt>
                <c:pt idx="727">
                  <c:v>44657</c:v>
                </c:pt>
                <c:pt idx="728">
                  <c:v>44656</c:v>
                </c:pt>
                <c:pt idx="729">
                  <c:v>44655</c:v>
                </c:pt>
                <c:pt idx="730">
                  <c:v>44651</c:v>
                </c:pt>
                <c:pt idx="731">
                  <c:v>44650</c:v>
                </c:pt>
                <c:pt idx="732">
                  <c:v>44649</c:v>
                </c:pt>
                <c:pt idx="733">
                  <c:v>44648</c:v>
                </c:pt>
                <c:pt idx="734">
                  <c:v>44645</c:v>
                </c:pt>
                <c:pt idx="735">
                  <c:v>44644</c:v>
                </c:pt>
                <c:pt idx="736">
                  <c:v>44643</c:v>
                </c:pt>
                <c:pt idx="737">
                  <c:v>44642</c:v>
                </c:pt>
                <c:pt idx="738">
                  <c:v>44641</c:v>
                </c:pt>
                <c:pt idx="739">
                  <c:v>44637</c:v>
                </c:pt>
                <c:pt idx="740">
                  <c:v>44636</c:v>
                </c:pt>
                <c:pt idx="741">
                  <c:v>44635</c:v>
                </c:pt>
                <c:pt idx="742">
                  <c:v>44634</c:v>
                </c:pt>
                <c:pt idx="743">
                  <c:v>44631</c:v>
                </c:pt>
                <c:pt idx="744">
                  <c:v>44630</c:v>
                </c:pt>
                <c:pt idx="745">
                  <c:v>44629</c:v>
                </c:pt>
                <c:pt idx="746">
                  <c:v>44628</c:v>
                </c:pt>
                <c:pt idx="747">
                  <c:v>44627</c:v>
                </c:pt>
                <c:pt idx="748">
                  <c:v>44624</c:v>
                </c:pt>
                <c:pt idx="749">
                  <c:v>44623</c:v>
                </c:pt>
                <c:pt idx="750">
                  <c:v>44622</c:v>
                </c:pt>
                <c:pt idx="751">
                  <c:v>44620</c:v>
                </c:pt>
                <c:pt idx="752">
                  <c:v>44617</c:v>
                </c:pt>
                <c:pt idx="753">
                  <c:v>44616</c:v>
                </c:pt>
                <c:pt idx="754">
                  <c:v>44615</c:v>
                </c:pt>
                <c:pt idx="755">
                  <c:v>44614</c:v>
                </c:pt>
                <c:pt idx="756">
                  <c:v>44613</c:v>
                </c:pt>
                <c:pt idx="757">
                  <c:v>44610</c:v>
                </c:pt>
                <c:pt idx="758">
                  <c:v>44609</c:v>
                </c:pt>
                <c:pt idx="759">
                  <c:v>44608</c:v>
                </c:pt>
                <c:pt idx="760">
                  <c:v>44607</c:v>
                </c:pt>
                <c:pt idx="761">
                  <c:v>44606</c:v>
                </c:pt>
                <c:pt idx="762">
                  <c:v>44603</c:v>
                </c:pt>
                <c:pt idx="763">
                  <c:v>44602</c:v>
                </c:pt>
                <c:pt idx="764">
                  <c:v>44601</c:v>
                </c:pt>
                <c:pt idx="765">
                  <c:v>44600</c:v>
                </c:pt>
                <c:pt idx="766">
                  <c:v>44596</c:v>
                </c:pt>
                <c:pt idx="767">
                  <c:v>44595</c:v>
                </c:pt>
                <c:pt idx="768">
                  <c:v>44594</c:v>
                </c:pt>
                <c:pt idx="769">
                  <c:v>44593</c:v>
                </c:pt>
                <c:pt idx="770">
                  <c:v>44592</c:v>
                </c:pt>
                <c:pt idx="771">
                  <c:v>44589</c:v>
                </c:pt>
                <c:pt idx="772">
                  <c:v>44588</c:v>
                </c:pt>
                <c:pt idx="773">
                  <c:v>44586</c:v>
                </c:pt>
                <c:pt idx="774">
                  <c:v>44585</c:v>
                </c:pt>
                <c:pt idx="775">
                  <c:v>44582</c:v>
                </c:pt>
                <c:pt idx="776">
                  <c:v>44581</c:v>
                </c:pt>
                <c:pt idx="777">
                  <c:v>44580</c:v>
                </c:pt>
                <c:pt idx="778">
                  <c:v>44579</c:v>
                </c:pt>
                <c:pt idx="779">
                  <c:v>44578</c:v>
                </c:pt>
                <c:pt idx="780">
                  <c:v>44575</c:v>
                </c:pt>
                <c:pt idx="781">
                  <c:v>44574</c:v>
                </c:pt>
                <c:pt idx="782">
                  <c:v>44573</c:v>
                </c:pt>
                <c:pt idx="783">
                  <c:v>44572</c:v>
                </c:pt>
                <c:pt idx="784">
                  <c:v>44571</c:v>
                </c:pt>
                <c:pt idx="785">
                  <c:v>44568</c:v>
                </c:pt>
                <c:pt idx="786">
                  <c:v>44567</c:v>
                </c:pt>
                <c:pt idx="787">
                  <c:v>44566</c:v>
                </c:pt>
                <c:pt idx="788">
                  <c:v>44565</c:v>
                </c:pt>
                <c:pt idx="789">
                  <c:v>44564</c:v>
                </c:pt>
                <c:pt idx="790">
                  <c:v>44561</c:v>
                </c:pt>
                <c:pt idx="791">
                  <c:v>44560</c:v>
                </c:pt>
                <c:pt idx="792">
                  <c:v>44559</c:v>
                </c:pt>
                <c:pt idx="793">
                  <c:v>44558</c:v>
                </c:pt>
                <c:pt idx="794">
                  <c:v>44557</c:v>
                </c:pt>
                <c:pt idx="795">
                  <c:v>44554</c:v>
                </c:pt>
                <c:pt idx="796">
                  <c:v>44553</c:v>
                </c:pt>
                <c:pt idx="797">
                  <c:v>44552</c:v>
                </c:pt>
                <c:pt idx="798">
                  <c:v>44551</c:v>
                </c:pt>
                <c:pt idx="799">
                  <c:v>44550</c:v>
                </c:pt>
                <c:pt idx="800">
                  <c:v>44547</c:v>
                </c:pt>
                <c:pt idx="801">
                  <c:v>44546</c:v>
                </c:pt>
                <c:pt idx="802">
                  <c:v>44545</c:v>
                </c:pt>
                <c:pt idx="803">
                  <c:v>44544</c:v>
                </c:pt>
                <c:pt idx="804">
                  <c:v>44543</c:v>
                </c:pt>
                <c:pt idx="805">
                  <c:v>44540</c:v>
                </c:pt>
                <c:pt idx="806">
                  <c:v>44539</c:v>
                </c:pt>
                <c:pt idx="807">
                  <c:v>44538</c:v>
                </c:pt>
                <c:pt idx="808">
                  <c:v>44537</c:v>
                </c:pt>
                <c:pt idx="809">
                  <c:v>44536</c:v>
                </c:pt>
                <c:pt idx="810">
                  <c:v>44533</c:v>
                </c:pt>
                <c:pt idx="811">
                  <c:v>44532</c:v>
                </c:pt>
                <c:pt idx="812">
                  <c:v>44531</c:v>
                </c:pt>
                <c:pt idx="813">
                  <c:v>44530</c:v>
                </c:pt>
                <c:pt idx="814">
                  <c:v>44529</c:v>
                </c:pt>
                <c:pt idx="815">
                  <c:v>44526</c:v>
                </c:pt>
                <c:pt idx="816">
                  <c:v>44525</c:v>
                </c:pt>
                <c:pt idx="817">
                  <c:v>44524</c:v>
                </c:pt>
                <c:pt idx="818">
                  <c:v>44523</c:v>
                </c:pt>
                <c:pt idx="819">
                  <c:v>44522</c:v>
                </c:pt>
                <c:pt idx="820">
                  <c:v>44518</c:v>
                </c:pt>
                <c:pt idx="821">
                  <c:v>44517</c:v>
                </c:pt>
                <c:pt idx="822">
                  <c:v>44516</c:v>
                </c:pt>
                <c:pt idx="823">
                  <c:v>44515</c:v>
                </c:pt>
                <c:pt idx="824">
                  <c:v>44512</c:v>
                </c:pt>
                <c:pt idx="825">
                  <c:v>44511</c:v>
                </c:pt>
                <c:pt idx="826">
                  <c:v>44510</c:v>
                </c:pt>
                <c:pt idx="827">
                  <c:v>44509</c:v>
                </c:pt>
                <c:pt idx="828">
                  <c:v>44508</c:v>
                </c:pt>
                <c:pt idx="829">
                  <c:v>44503</c:v>
                </c:pt>
                <c:pt idx="830">
                  <c:v>44502</c:v>
                </c:pt>
                <c:pt idx="831">
                  <c:v>44501</c:v>
                </c:pt>
                <c:pt idx="832">
                  <c:v>44498</c:v>
                </c:pt>
                <c:pt idx="833">
                  <c:v>44497</c:v>
                </c:pt>
                <c:pt idx="834">
                  <c:v>44496</c:v>
                </c:pt>
                <c:pt idx="835">
                  <c:v>44495</c:v>
                </c:pt>
                <c:pt idx="836">
                  <c:v>44494</c:v>
                </c:pt>
                <c:pt idx="837">
                  <c:v>44491</c:v>
                </c:pt>
                <c:pt idx="838">
                  <c:v>44490</c:v>
                </c:pt>
                <c:pt idx="839">
                  <c:v>44489</c:v>
                </c:pt>
                <c:pt idx="840">
                  <c:v>44487</c:v>
                </c:pt>
                <c:pt idx="841">
                  <c:v>44483</c:v>
                </c:pt>
                <c:pt idx="842">
                  <c:v>44482</c:v>
                </c:pt>
                <c:pt idx="843">
                  <c:v>44481</c:v>
                </c:pt>
                <c:pt idx="844">
                  <c:v>44480</c:v>
                </c:pt>
                <c:pt idx="845">
                  <c:v>44477</c:v>
                </c:pt>
                <c:pt idx="846">
                  <c:v>44476</c:v>
                </c:pt>
                <c:pt idx="847">
                  <c:v>44475</c:v>
                </c:pt>
                <c:pt idx="848">
                  <c:v>44474</c:v>
                </c:pt>
                <c:pt idx="849">
                  <c:v>44473</c:v>
                </c:pt>
                <c:pt idx="850">
                  <c:v>44470</c:v>
                </c:pt>
                <c:pt idx="851">
                  <c:v>44469</c:v>
                </c:pt>
                <c:pt idx="852">
                  <c:v>44468</c:v>
                </c:pt>
                <c:pt idx="853">
                  <c:v>44467</c:v>
                </c:pt>
                <c:pt idx="854">
                  <c:v>44466</c:v>
                </c:pt>
                <c:pt idx="855">
                  <c:v>44463</c:v>
                </c:pt>
                <c:pt idx="856">
                  <c:v>44462</c:v>
                </c:pt>
                <c:pt idx="857">
                  <c:v>44461</c:v>
                </c:pt>
                <c:pt idx="858">
                  <c:v>44460</c:v>
                </c:pt>
                <c:pt idx="859">
                  <c:v>44459</c:v>
                </c:pt>
                <c:pt idx="860">
                  <c:v>44456</c:v>
                </c:pt>
                <c:pt idx="861">
                  <c:v>44455</c:v>
                </c:pt>
                <c:pt idx="862">
                  <c:v>44454</c:v>
                </c:pt>
                <c:pt idx="863">
                  <c:v>44453</c:v>
                </c:pt>
                <c:pt idx="864">
                  <c:v>44452</c:v>
                </c:pt>
                <c:pt idx="865">
                  <c:v>44448</c:v>
                </c:pt>
                <c:pt idx="866">
                  <c:v>44447</c:v>
                </c:pt>
                <c:pt idx="867">
                  <c:v>44446</c:v>
                </c:pt>
                <c:pt idx="868">
                  <c:v>44445</c:v>
                </c:pt>
                <c:pt idx="869">
                  <c:v>44442</c:v>
                </c:pt>
                <c:pt idx="870">
                  <c:v>44441</c:v>
                </c:pt>
                <c:pt idx="871">
                  <c:v>44440</c:v>
                </c:pt>
                <c:pt idx="872">
                  <c:v>44439</c:v>
                </c:pt>
                <c:pt idx="873">
                  <c:v>44438</c:v>
                </c:pt>
                <c:pt idx="874">
                  <c:v>44435</c:v>
                </c:pt>
                <c:pt idx="875">
                  <c:v>44434</c:v>
                </c:pt>
                <c:pt idx="876">
                  <c:v>44433</c:v>
                </c:pt>
                <c:pt idx="877">
                  <c:v>44432</c:v>
                </c:pt>
                <c:pt idx="878">
                  <c:v>44431</c:v>
                </c:pt>
                <c:pt idx="879">
                  <c:v>44428</c:v>
                </c:pt>
                <c:pt idx="880">
                  <c:v>44426</c:v>
                </c:pt>
                <c:pt idx="881">
                  <c:v>44425</c:v>
                </c:pt>
                <c:pt idx="882">
                  <c:v>44421</c:v>
                </c:pt>
                <c:pt idx="883">
                  <c:v>44420</c:v>
                </c:pt>
                <c:pt idx="884">
                  <c:v>44419</c:v>
                </c:pt>
                <c:pt idx="885">
                  <c:v>44418</c:v>
                </c:pt>
                <c:pt idx="886">
                  <c:v>44417</c:v>
                </c:pt>
                <c:pt idx="887">
                  <c:v>44414</c:v>
                </c:pt>
                <c:pt idx="888">
                  <c:v>44413</c:v>
                </c:pt>
                <c:pt idx="889">
                  <c:v>44412</c:v>
                </c:pt>
                <c:pt idx="890">
                  <c:v>44411</c:v>
                </c:pt>
                <c:pt idx="891">
                  <c:v>44410</c:v>
                </c:pt>
                <c:pt idx="892">
                  <c:v>44407</c:v>
                </c:pt>
                <c:pt idx="893">
                  <c:v>44406</c:v>
                </c:pt>
                <c:pt idx="894">
                  <c:v>44405</c:v>
                </c:pt>
                <c:pt idx="895">
                  <c:v>44404</c:v>
                </c:pt>
                <c:pt idx="896">
                  <c:v>44403</c:v>
                </c:pt>
                <c:pt idx="897">
                  <c:v>44400</c:v>
                </c:pt>
                <c:pt idx="898">
                  <c:v>44399</c:v>
                </c:pt>
                <c:pt idx="899">
                  <c:v>44397</c:v>
                </c:pt>
                <c:pt idx="900">
                  <c:v>44396</c:v>
                </c:pt>
                <c:pt idx="901">
                  <c:v>44393</c:v>
                </c:pt>
                <c:pt idx="902">
                  <c:v>44392</c:v>
                </c:pt>
                <c:pt idx="903">
                  <c:v>44391</c:v>
                </c:pt>
                <c:pt idx="904">
                  <c:v>44390</c:v>
                </c:pt>
                <c:pt idx="905">
                  <c:v>44389</c:v>
                </c:pt>
                <c:pt idx="906">
                  <c:v>44386</c:v>
                </c:pt>
                <c:pt idx="907">
                  <c:v>44385</c:v>
                </c:pt>
                <c:pt idx="908">
                  <c:v>44384</c:v>
                </c:pt>
                <c:pt idx="909">
                  <c:v>44383</c:v>
                </c:pt>
                <c:pt idx="910">
                  <c:v>44382</c:v>
                </c:pt>
                <c:pt idx="911">
                  <c:v>44379</c:v>
                </c:pt>
                <c:pt idx="912">
                  <c:v>44378</c:v>
                </c:pt>
                <c:pt idx="913">
                  <c:v>44377</c:v>
                </c:pt>
                <c:pt idx="914">
                  <c:v>44376</c:v>
                </c:pt>
                <c:pt idx="915">
                  <c:v>44375</c:v>
                </c:pt>
                <c:pt idx="916">
                  <c:v>44372</c:v>
                </c:pt>
                <c:pt idx="917">
                  <c:v>44371</c:v>
                </c:pt>
                <c:pt idx="918">
                  <c:v>44370</c:v>
                </c:pt>
                <c:pt idx="919">
                  <c:v>44369</c:v>
                </c:pt>
                <c:pt idx="920">
                  <c:v>44368</c:v>
                </c:pt>
                <c:pt idx="921">
                  <c:v>44365</c:v>
                </c:pt>
                <c:pt idx="922">
                  <c:v>44364</c:v>
                </c:pt>
                <c:pt idx="923">
                  <c:v>44363</c:v>
                </c:pt>
                <c:pt idx="924">
                  <c:v>44362</c:v>
                </c:pt>
                <c:pt idx="925">
                  <c:v>44361</c:v>
                </c:pt>
                <c:pt idx="926">
                  <c:v>44358</c:v>
                </c:pt>
                <c:pt idx="927">
                  <c:v>44357</c:v>
                </c:pt>
                <c:pt idx="928">
                  <c:v>44356</c:v>
                </c:pt>
                <c:pt idx="929">
                  <c:v>44355</c:v>
                </c:pt>
                <c:pt idx="930">
                  <c:v>44354</c:v>
                </c:pt>
                <c:pt idx="931">
                  <c:v>44351</c:v>
                </c:pt>
                <c:pt idx="932">
                  <c:v>44350</c:v>
                </c:pt>
                <c:pt idx="933">
                  <c:v>44349</c:v>
                </c:pt>
                <c:pt idx="934">
                  <c:v>44348</c:v>
                </c:pt>
                <c:pt idx="935">
                  <c:v>44347</c:v>
                </c:pt>
                <c:pt idx="936">
                  <c:v>44344</c:v>
                </c:pt>
                <c:pt idx="937">
                  <c:v>44343</c:v>
                </c:pt>
                <c:pt idx="938">
                  <c:v>44341</c:v>
                </c:pt>
                <c:pt idx="939">
                  <c:v>44340</c:v>
                </c:pt>
                <c:pt idx="940">
                  <c:v>44337</c:v>
                </c:pt>
                <c:pt idx="941">
                  <c:v>44336</c:v>
                </c:pt>
                <c:pt idx="942">
                  <c:v>44335</c:v>
                </c:pt>
                <c:pt idx="943">
                  <c:v>44334</c:v>
                </c:pt>
                <c:pt idx="944">
                  <c:v>44333</c:v>
                </c:pt>
                <c:pt idx="945">
                  <c:v>44330</c:v>
                </c:pt>
                <c:pt idx="946">
                  <c:v>44328</c:v>
                </c:pt>
                <c:pt idx="947">
                  <c:v>44327</c:v>
                </c:pt>
                <c:pt idx="948">
                  <c:v>44326</c:v>
                </c:pt>
                <c:pt idx="949">
                  <c:v>44323</c:v>
                </c:pt>
                <c:pt idx="950">
                  <c:v>44322</c:v>
                </c:pt>
                <c:pt idx="951">
                  <c:v>44321</c:v>
                </c:pt>
                <c:pt idx="952">
                  <c:v>44320</c:v>
                </c:pt>
                <c:pt idx="953">
                  <c:v>44319</c:v>
                </c:pt>
                <c:pt idx="954">
                  <c:v>44316</c:v>
                </c:pt>
                <c:pt idx="955">
                  <c:v>44315</c:v>
                </c:pt>
                <c:pt idx="956">
                  <c:v>44314</c:v>
                </c:pt>
                <c:pt idx="957">
                  <c:v>44313</c:v>
                </c:pt>
                <c:pt idx="958">
                  <c:v>44312</c:v>
                </c:pt>
                <c:pt idx="959">
                  <c:v>44309</c:v>
                </c:pt>
                <c:pt idx="960">
                  <c:v>44308</c:v>
                </c:pt>
                <c:pt idx="961">
                  <c:v>44306</c:v>
                </c:pt>
                <c:pt idx="962">
                  <c:v>44305</c:v>
                </c:pt>
                <c:pt idx="963">
                  <c:v>44302</c:v>
                </c:pt>
                <c:pt idx="964">
                  <c:v>44301</c:v>
                </c:pt>
                <c:pt idx="965">
                  <c:v>44298</c:v>
                </c:pt>
                <c:pt idx="966">
                  <c:v>44295</c:v>
                </c:pt>
                <c:pt idx="967">
                  <c:v>44294</c:v>
                </c:pt>
                <c:pt idx="968">
                  <c:v>44293</c:v>
                </c:pt>
                <c:pt idx="969">
                  <c:v>44292</c:v>
                </c:pt>
                <c:pt idx="970">
                  <c:v>44291</c:v>
                </c:pt>
                <c:pt idx="971">
                  <c:v>44286</c:v>
                </c:pt>
                <c:pt idx="972">
                  <c:v>44285</c:v>
                </c:pt>
                <c:pt idx="973">
                  <c:v>44281</c:v>
                </c:pt>
                <c:pt idx="974">
                  <c:v>44280</c:v>
                </c:pt>
                <c:pt idx="975">
                  <c:v>44279</c:v>
                </c:pt>
                <c:pt idx="976">
                  <c:v>44278</c:v>
                </c:pt>
                <c:pt idx="977">
                  <c:v>44277</c:v>
                </c:pt>
                <c:pt idx="978">
                  <c:v>44274</c:v>
                </c:pt>
                <c:pt idx="979">
                  <c:v>44273</c:v>
                </c:pt>
                <c:pt idx="980">
                  <c:v>44272</c:v>
                </c:pt>
                <c:pt idx="981">
                  <c:v>44271</c:v>
                </c:pt>
                <c:pt idx="982">
                  <c:v>44270</c:v>
                </c:pt>
                <c:pt idx="983">
                  <c:v>44267</c:v>
                </c:pt>
                <c:pt idx="984">
                  <c:v>44265</c:v>
                </c:pt>
                <c:pt idx="985">
                  <c:v>44264</c:v>
                </c:pt>
                <c:pt idx="986">
                  <c:v>44263</c:v>
                </c:pt>
                <c:pt idx="987">
                  <c:v>44260</c:v>
                </c:pt>
                <c:pt idx="988">
                  <c:v>44259</c:v>
                </c:pt>
                <c:pt idx="989">
                  <c:v>44258</c:v>
                </c:pt>
                <c:pt idx="990">
                  <c:v>44257</c:v>
                </c:pt>
                <c:pt idx="991">
                  <c:v>44256</c:v>
                </c:pt>
                <c:pt idx="992">
                  <c:v>44253</c:v>
                </c:pt>
                <c:pt idx="993">
                  <c:v>44252</c:v>
                </c:pt>
                <c:pt idx="994">
                  <c:v>44251</c:v>
                </c:pt>
                <c:pt idx="995">
                  <c:v>44250</c:v>
                </c:pt>
                <c:pt idx="996">
                  <c:v>44249</c:v>
                </c:pt>
                <c:pt idx="997">
                  <c:v>44245</c:v>
                </c:pt>
                <c:pt idx="998">
                  <c:v>44244</c:v>
                </c:pt>
                <c:pt idx="999">
                  <c:v>44243</c:v>
                </c:pt>
                <c:pt idx="1000">
                  <c:v>44242</c:v>
                </c:pt>
                <c:pt idx="1001">
                  <c:v>44239</c:v>
                </c:pt>
                <c:pt idx="1002">
                  <c:v>44238</c:v>
                </c:pt>
                <c:pt idx="1003">
                  <c:v>44237</c:v>
                </c:pt>
                <c:pt idx="1004">
                  <c:v>44236</c:v>
                </c:pt>
                <c:pt idx="1005">
                  <c:v>44235</c:v>
                </c:pt>
                <c:pt idx="1006">
                  <c:v>44232</c:v>
                </c:pt>
                <c:pt idx="1007">
                  <c:v>44231</c:v>
                </c:pt>
                <c:pt idx="1008">
                  <c:v>44230</c:v>
                </c:pt>
                <c:pt idx="1009">
                  <c:v>44229</c:v>
                </c:pt>
                <c:pt idx="1010">
                  <c:v>44228</c:v>
                </c:pt>
                <c:pt idx="1011">
                  <c:v>44225</c:v>
                </c:pt>
                <c:pt idx="1012">
                  <c:v>44224</c:v>
                </c:pt>
                <c:pt idx="1013">
                  <c:v>44223</c:v>
                </c:pt>
                <c:pt idx="1014">
                  <c:v>44221</c:v>
                </c:pt>
                <c:pt idx="1015">
                  <c:v>44218</c:v>
                </c:pt>
                <c:pt idx="1016">
                  <c:v>44217</c:v>
                </c:pt>
                <c:pt idx="1017">
                  <c:v>44216</c:v>
                </c:pt>
                <c:pt idx="1018">
                  <c:v>44215</c:v>
                </c:pt>
                <c:pt idx="1019">
                  <c:v>44214</c:v>
                </c:pt>
                <c:pt idx="1020">
                  <c:v>44211</c:v>
                </c:pt>
                <c:pt idx="1021">
                  <c:v>44210</c:v>
                </c:pt>
                <c:pt idx="1022">
                  <c:v>44209</c:v>
                </c:pt>
                <c:pt idx="1023">
                  <c:v>44208</c:v>
                </c:pt>
                <c:pt idx="1024">
                  <c:v>44207</c:v>
                </c:pt>
                <c:pt idx="1025">
                  <c:v>44204</c:v>
                </c:pt>
                <c:pt idx="1026">
                  <c:v>44203</c:v>
                </c:pt>
                <c:pt idx="1027">
                  <c:v>44202</c:v>
                </c:pt>
                <c:pt idx="1028">
                  <c:v>44201</c:v>
                </c:pt>
                <c:pt idx="1029">
                  <c:v>44200</c:v>
                </c:pt>
                <c:pt idx="1030">
                  <c:v>44197</c:v>
                </c:pt>
                <c:pt idx="1031">
                  <c:v>44196</c:v>
                </c:pt>
                <c:pt idx="1032">
                  <c:v>44195</c:v>
                </c:pt>
                <c:pt idx="1033">
                  <c:v>44194</c:v>
                </c:pt>
                <c:pt idx="1034">
                  <c:v>44193</c:v>
                </c:pt>
                <c:pt idx="1035">
                  <c:v>44189</c:v>
                </c:pt>
                <c:pt idx="1036">
                  <c:v>44188</c:v>
                </c:pt>
                <c:pt idx="1037">
                  <c:v>44187</c:v>
                </c:pt>
                <c:pt idx="1038">
                  <c:v>44186</c:v>
                </c:pt>
                <c:pt idx="1039">
                  <c:v>44183</c:v>
                </c:pt>
                <c:pt idx="1040">
                  <c:v>44182</c:v>
                </c:pt>
                <c:pt idx="1041">
                  <c:v>44181</c:v>
                </c:pt>
                <c:pt idx="1042">
                  <c:v>44180</c:v>
                </c:pt>
                <c:pt idx="1043">
                  <c:v>44179</c:v>
                </c:pt>
                <c:pt idx="1044">
                  <c:v>44176</c:v>
                </c:pt>
                <c:pt idx="1045">
                  <c:v>44175</c:v>
                </c:pt>
                <c:pt idx="1046">
                  <c:v>44174</c:v>
                </c:pt>
                <c:pt idx="1047">
                  <c:v>44173</c:v>
                </c:pt>
                <c:pt idx="1048">
                  <c:v>44172</c:v>
                </c:pt>
                <c:pt idx="1049">
                  <c:v>44169</c:v>
                </c:pt>
                <c:pt idx="1050">
                  <c:v>44168</c:v>
                </c:pt>
                <c:pt idx="1051">
                  <c:v>44167</c:v>
                </c:pt>
                <c:pt idx="1052">
                  <c:v>44166</c:v>
                </c:pt>
                <c:pt idx="1053">
                  <c:v>44162</c:v>
                </c:pt>
                <c:pt idx="1054">
                  <c:v>44161</c:v>
                </c:pt>
                <c:pt idx="1055">
                  <c:v>44160</c:v>
                </c:pt>
                <c:pt idx="1056">
                  <c:v>44159</c:v>
                </c:pt>
                <c:pt idx="1057">
                  <c:v>44158</c:v>
                </c:pt>
                <c:pt idx="1058">
                  <c:v>44155</c:v>
                </c:pt>
                <c:pt idx="1059">
                  <c:v>44154</c:v>
                </c:pt>
                <c:pt idx="1060">
                  <c:v>44153</c:v>
                </c:pt>
                <c:pt idx="1061">
                  <c:v>44152</c:v>
                </c:pt>
                <c:pt idx="1062">
                  <c:v>44148</c:v>
                </c:pt>
                <c:pt idx="1063">
                  <c:v>44147</c:v>
                </c:pt>
                <c:pt idx="1064">
                  <c:v>44146</c:v>
                </c:pt>
                <c:pt idx="1065">
                  <c:v>44145</c:v>
                </c:pt>
                <c:pt idx="1066">
                  <c:v>44144</c:v>
                </c:pt>
                <c:pt idx="1067">
                  <c:v>44141</c:v>
                </c:pt>
                <c:pt idx="1068">
                  <c:v>44140</c:v>
                </c:pt>
                <c:pt idx="1069">
                  <c:v>44139</c:v>
                </c:pt>
                <c:pt idx="1070">
                  <c:v>44138</c:v>
                </c:pt>
                <c:pt idx="1071">
                  <c:v>44137</c:v>
                </c:pt>
                <c:pt idx="1072">
                  <c:v>44133</c:v>
                </c:pt>
                <c:pt idx="1073">
                  <c:v>44132</c:v>
                </c:pt>
                <c:pt idx="1074">
                  <c:v>44131</c:v>
                </c:pt>
                <c:pt idx="1075">
                  <c:v>44130</c:v>
                </c:pt>
                <c:pt idx="1076">
                  <c:v>44127</c:v>
                </c:pt>
                <c:pt idx="1077">
                  <c:v>44126</c:v>
                </c:pt>
                <c:pt idx="1078">
                  <c:v>44125</c:v>
                </c:pt>
                <c:pt idx="1079">
                  <c:v>44124</c:v>
                </c:pt>
                <c:pt idx="1080">
                  <c:v>44123</c:v>
                </c:pt>
                <c:pt idx="1081">
                  <c:v>44120</c:v>
                </c:pt>
                <c:pt idx="1082">
                  <c:v>44119</c:v>
                </c:pt>
                <c:pt idx="1083">
                  <c:v>44118</c:v>
                </c:pt>
                <c:pt idx="1084">
                  <c:v>44117</c:v>
                </c:pt>
                <c:pt idx="1085">
                  <c:v>44116</c:v>
                </c:pt>
                <c:pt idx="1086">
                  <c:v>44113</c:v>
                </c:pt>
                <c:pt idx="1087">
                  <c:v>44112</c:v>
                </c:pt>
                <c:pt idx="1088">
                  <c:v>44111</c:v>
                </c:pt>
                <c:pt idx="1089">
                  <c:v>44110</c:v>
                </c:pt>
                <c:pt idx="1090">
                  <c:v>44109</c:v>
                </c:pt>
                <c:pt idx="1091">
                  <c:v>44105</c:v>
                </c:pt>
                <c:pt idx="1092">
                  <c:v>44104</c:v>
                </c:pt>
                <c:pt idx="1093">
                  <c:v>44103</c:v>
                </c:pt>
                <c:pt idx="1094">
                  <c:v>44102</c:v>
                </c:pt>
                <c:pt idx="1095">
                  <c:v>44099</c:v>
                </c:pt>
                <c:pt idx="1096">
                  <c:v>44098</c:v>
                </c:pt>
                <c:pt idx="1097">
                  <c:v>44097</c:v>
                </c:pt>
                <c:pt idx="1098">
                  <c:v>44096</c:v>
                </c:pt>
                <c:pt idx="1099">
                  <c:v>44095</c:v>
                </c:pt>
                <c:pt idx="1100">
                  <c:v>44092</c:v>
                </c:pt>
                <c:pt idx="1101">
                  <c:v>44091</c:v>
                </c:pt>
                <c:pt idx="1102">
                  <c:v>44090</c:v>
                </c:pt>
                <c:pt idx="1103">
                  <c:v>44089</c:v>
                </c:pt>
                <c:pt idx="1104">
                  <c:v>44088</c:v>
                </c:pt>
                <c:pt idx="1105">
                  <c:v>44085</c:v>
                </c:pt>
                <c:pt idx="1106">
                  <c:v>44084</c:v>
                </c:pt>
                <c:pt idx="1107">
                  <c:v>44083</c:v>
                </c:pt>
                <c:pt idx="1108">
                  <c:v>44082</c:v>
                </c:pt>
                <c:pt idx="1109">
                  <c:v>44081</c:v>
                </c:pt>
                <c:pt idx="1110">
                  <c:v>44078</c:v>
                </c:pt>
                <c:pt idx="1111">
                  <c:v>44077</c:v>
                </c:pt>
                <c:pt idx="1112">
                  <c:v>44076</c:v>
                </c:pt>
                <c:pt idx="1113">
                  <c:v>44075</c:v>
                </c:pt>
                <c:pt idx="1114">
                  <c:v>44074</c:v>
                </c:pt>
                <c:pt idx="1115">
                  <c:v>44071</c:v>
                </c:pt>
                <c:pt idx="1116">
                  <c:v>44070</c:v>
                </c:pt>
                <c:pt idx="1117">
                  <c:v>44069</c:v>
                </c:pt>
                <c:pt idx="1118">
                  <c:v>44068</c:v>
                </c:pt>
                <c:pt idx="1119">
                  <c:v>44067</c:v>
                </c:pt>
                <c:pt idx="1120">
                  <c:v>44064</c:v>
                </c:pt>
                <c:pt idx="1121">
                  <c:v>44063</c:v>
                </c:pt>
                <c:pt idx="1122">
                  <c:v>44062</c:v>
                </c:pt>
                <c:pt idx="1123">
                  <c:v>44061</c:v>
                </c:pt>
                <c:pt idx="1124">
                  <c:v>44060</c:v>
                </c:pt>
                <c:pt idx="1125">
                  <c:v>44057</c:v>
                </c:pt>
                <c:pt idx="1126">
                  <c:v>44056</c:v>
                </c:pt>
                <c:pt idx="1127">
                  <c:v>44055</c:v>
                </c:pt>
                <c:pt idx="1128">
                  <c:v>44054</c:v>
                </c:pt>
                <c:pt idx="1129">
                  <c:v>44053</c:v>
                </c:pt>
                <c:pt idx="1130">
                  <c:v>44050</c:v>
                </c:pt>
                <c:pt idx="1131">
                  <c:v>44049</c:v>
                </c:pt>
                <c:pt idx="1132">
                  <c:v>44048</c:v>
                </c:pt>
                <c:pt idx="1133">
                  <c:v>44047</c:v>
                </c:pt>
                <c:pt idx="1134">
                  <c:v>44046</c:v>
                </c:pt>
                <c:pt idx="1135">
                  <c:v>44043</c:v>
                </c:pt>
                <c:pt idx="1136">
                  <c:v>44042</c:v>
                </c:pt>
                <c:pt idx="1137">
                  <c:v>44041</c:v>
                </c:pt>
                <c:pt idx="1138">
                  <c:v>44040</c:v>
                </c:pt>
                <c:pt idx="1139">
                  <c:v>44039</c:v>
                </c:pt>
                <c:pt idx="1140">
                  <c:v>44036</c:v>
                </c:pt>
                <c:pt idx="1141">
                  <c:v>44035</c:v>
                </c:pt>
                <c:pt idx="1142">
                  <c:v>44034</c:v>
                </c:pt>
                <c:pt idx="1143">
                  <c:v>44033</c:v>
                </c:pt>
                <c:pt idx="1144">
                  <c:v>44032</c:v>
                </c:pt>
                <c:pt idx="1145">
                  <c:v>44029</c:v>
                </c:pt>
                <c:pt idx="1146">
                  <c:v>44028</c:v>
                </c:pt>
                <c:pt idx="1147">
                  <c:v>44027</c:v>
                </c:pt>
                <c:pt idx="1148">
                  <c:v>44026</c:v>
                </c:pt>
                <c:pt idx="1149">
                  <c:v>44025</c:v>
                </c:pt>
                <c:pt idx="1150">
                  <c:v>44022</c:v>
                </c:pt>
                <c:pt idx="1151">
                  <c:v>44021</c:v>
                </c:pt>
                <c:pt idx="1152">
                  <c:v>44020</c:v>
                </c:pt>
                <c:pt idx="1153">
                  <c:v>44019</c:v>
                </c:pt>
                <c:pt idx="1154">
                  <c:v>44018</c:v>
                </c:pt>
                <c:pt idx="1155">
                  <c:v>44015</c:v>
                </c:pt>
                <c:pt idx="1156">
                  <c:v>44014</c:v>
                </c:pt>
                <c:pt idx="1157">
                  <c:v>44013</c:v>
                </c:pt>
                <c:pt idx="1158">
                  <c:v>44012</c:v>
                </c:pt>
                <c:pt idx="1159">
                  <c:v>44011</c:v>
                </c:pt>
                <c:pt idx="1160">
                  <c:v>44008</c:v>
                </c:pt>
                <c:pt idx="1161">
                  <c:v>44007</c:v>
                </c:pt>
                <c:pt idx="1162">
                  <c:v>44006</c:v>
                </c:pt>
                <c:pt idx="1163">
                  <c:v>44005</c:v>
                </c:pt>
                <c:pt idx="1164">
                  <c:v>44004</c:v>
                </c:pt>
                <c:pt idx="1165">
                  <c:v>44001</c:v>
                </c:pt>
                <c:pt idx="1166">
                  <c:v>44000</c:v>
                </c:pt>
                <c:pt idx="1167">
                  <c:v>43999</c:v>
                </c:pt>
                <c:pt idx="1168">
                  <c:v>43998</c:v>
                </c:pt>
                <c:pt idx="1169">
                  <c:v>43997</c:v>
                </c:pt>
                <c:pt idx="1170">
                  <c:v>43994</c:v>
                </c:pt>
                <c:pt idx="1171">
                  <c:v>43993</c:v>
                </c:pt>
                <c:pt idx="1172">
                  <c:v>43992</c:v>
                </c:pt>
                <c:pt idx="1173">
                  <c:v>43991</c:v>
                </c:pt>
                <c:pt idx="1174">
                  <c:v>43990</c:v>
                </c:pt>
                <c:pt idx="1175">
                  <c:v>43987</c:v>
                </c:pt>
                <c:pt idx="1176">
                  <c:v>43986</c:v>
                </c:pt>
                <c:pt idx="1177">
                  <c:v>43985</c:v>
                </c:pt>
                <c:pt idx="1178">
                  <c:v>43984</c:v>
                </c:pt>
                <c:pt idx="1179">
                  <c:v>43983</c:v>
                </c:pt>
                <c:pt idx="1180">
                  <c:v>43980</c:v>
                </c:pt>
                <c:pt idx="1181">
                  <c:v>43979</c:v>
                </c:pt>
                <c:pt idx="1182">
                  <c:v>43978</c:v>
                </c:pt>
                <c:pt idx="1183">
                  <c:v>43977</c:v>
                </c:pt>
                <c:pt idx="1184">
                  <c:v>43973</c:v>
                </c:pt>
                <c:pt idx="1185">
                  <c:v>43972</c:v>
                </c:pt>
                <c:pt idx="1186">
                  <c:v>43971</c:v>
                </c:pt>
                <c:pt idx="1187">
                  <c:v>43970</c:v>
                </c:pt>
                <c:pt idx="1188">
                  <c:v>43969</c:v>
                </c:pt>
                <c:pt idx="1189">
                  <c:v>43966</c:v>
                </c:pt>
                <c:pt idx="1190">
                  <c:v>43965</c:v>
                </c:pt>
                <c:pt idx="1191">
                  <c:v>43964</c:v>
                </c:pt>
                <c:pt idx="1192">
                  <c:v>43963</c:v>
                </c:pt>
                <c:pt idx="1193">
                  <c:v>43962</c:v>
                </c:pt>
                <c:pt idx="1194">
                  <c:v>43959</c:v>
                </c:pt>
                <c:pt idx="1195">
                  <c:v>43957</c:v>
                </c:pt>
                <c:pt idx="1196">
                  <c:v>43956</c:v>
                </c:pt>
                <c:pt idx="1197">
                  <c:v>43955</c:v>
                </c:pt>
                <c:pt idx="1198">
                  <c:v>43951</c:v>
                </c:pt>
                <c:pt idx="1199">
                  <c:v>43950</c:v>
                </c:pt>
                <c:pt idx="1200">
                  <c:v>43949</c:v>
                </c:pt>
                <c:pt idx="1201">
                  <c:v>43948</c:v>
                </c:pt>
                <c:pt idx="1202">
                  <c:v>43945</c:v>
                </c:pt>
                <c:pt idx="1203">
                  <c:v>43944</c:v>
                </c:pt>
                <c:pt idx="1204">
                  <c:v>43943</c:v>
                </c:pt>
                <c:pt idx="1205">
                  <c:v>43942</c:v>
                </c:pt>
                <c:pt idx="1206">
                  <c:v>43941</c:v>
                </c:pt>
                <c:pt idx="1207">
                  <c:v>43938</c:v>
                </c:pt>
                <c:pt idx="1208">
                  <c:v>43937</c:v>
                </c:pt>
                <c:pt idx="1209">
                  <c:v>43936</c:v>
                </c:pt>
                <c:pt idx="1210">
                  <c:v>43934</c:v>
                </c:pt>
                <c:pt idx="1211">
                  <c:v>43930</c:v>
                </c:pt>
                <c:pt idx="1212">
                  <c:v>43929</c:v>
                </c:pt>
                <c:pt idx="1213">
                  <c:v>43928</c:v>
                </c:pt>
                <c:pt idx="1214">
                  <c:v>43924</c:v>
                </c:pt>
                <c:pt idx="1215">
                  <c:v>43921</c:v>
                </c:pt>
                <c:pt idx="1216">
                  <c:v>43920</c:v>
                </c:pt>
                <c:pt idx="1217">
                  <c:v>43917</c:v>
                </c:pt>
                <c:pt idx="1218">
                  <c:v>43916</c:v>
                </c:pt>
                <c:pt idx="1219">
                  <c:v>43914</c:v>
                </c:pt>
                <c:pt idx="1220">
                  <c:v>43913</c:v>
                </c:pt>
                <c:pt idx="1221">
                  <c:v>43910</c:v>
                </c:pt>
                <c:pt idx="1222">
                  <c:v>43909</c:v>
                </c:pt>
                <c:pt idx="1223">
                  <c:v>43908</c:v>
                </c:pt>
                <c:pt idx="1224">
                  <c:v>43907</c:v>
                </c:pt>
                <c:pt idx="1225">
                  <c:v>43906</c:v>
                </c:pt>
                <c:pt idx="1226">
                  <c:v>43903</c:v>
                </c:pt>
                <c:pt idx="1227">
                  <c:v>43902</c:v>
                </c:pt>
                <c:pt idx="1228">
                  <c:v>43901</c:v>
                </c:pt>
                <c:pt idx="1229">
                  <c:v>43899</c:v>
                </c:pt>
                <c:pt idx="1230">
                  <c:v>43896</c:v>
                </c:pt>
                <c:pt idx="1231">
                  <c:v>43895</c:v>
                </c:pt>
                <c:pt idx="1232">
                  <c:v>43894</c:v>
                </c:pt>
                <c:pt idx="1233">
                  <c:v>43893</c:v>
                </c:pt>
                <c:pt idx="1234">
                  <c:v>43892</c:v>
                </c:pt>
                <c:pt idx="1235">
                  <c:v>43889</c:v>
                </c:pt>
                <c:pt idx="1236">
                  <c:v>43888</c:v>
                </c:pt>
                <c:pt idx="1237">
                  <c:v>43887</c:v>
                </c:pt>
                <c:pt idx="1238">
                  <c:v>43886</c:v>
                </c:pt>
                <c:pt idx="1239">
                  <c:v>43885</c:v>
                </c:pt>
                <c:pt idx="1240">
                  <c:v>43881</c:v>
                </c:pt>
                <c:pt idx="1241">
                  <c:v>43879</c:v>
                </c:pt>
                <c:pt idx="1242">
                  <c:v>43878</c:v>
                </c:pt>
                <c:pt idx="1243">
                  <c:v>43875</c:v>
                </c:pt>
                <c:pt idx="1244">
                  <c:v>43874</c:v>
                </c:pt>
                <c:pt idx="1245">
                  <c:v>43873</c:v>
                </c:pt>
                <c:pt idx="1246">
                  <c:v>43872</c:v>
                </c:pt>
                <c:pt idx="1247">
                  <c:v>43871</c:v>
                </c:pt>
                <c:pt idx="1248">
                  <c:v>43868</c:v>
                </c:pt>
                <c:pt idx="1249">
                  <c:v>43867</c:v>
                </c:pt>
                <c:pt idx="1250">
                  <c:v>43866</c:v>
                </c:pt>
                <c:pt idx="1251">
                  <c:v>43865</c:v>
                </c:pt>
                <c:pt idx="1252">
                  <c:v>43864</c:v>
                </c:pt>
                <c:pt idx="1253">
                  <c:v>43861</c:v>
                </c:pt>
                <c:pt idx="1254">
                  <c:v>43860</c:v>
                </c:pt>
                <c:pt idx="1255">
                  <c:v>43859</c:v>
                </c:pt>
                <c:pt idx="1256">
                  <c:v>43858</c:v>
                </c:pt>
                <c:pt idx="1257">
                  <c:v>43857</c:v>
                </c:pt>
                <c:pt idx="1258">
                  <c:v>43854</c:v>
                </c:pt>
                <c:pt idx="1259">
                  <c:v>43853</c:v>
                </c:pt>
                <c:pt idx="1260">
                  <c:v>43852</c:v>
                </c:pt>
                <c:pt idx="1261">
                  <c:v>43851</c:v>
                </c:pt>
                <c:pt idx="1262">
                  <c:v>43850</c:v>
                </c:pt>
                <c:pt idx="1263">
                  <c:v>43847</c:v>
                </c:pt>
                <c:pt idx="1264">
                  <c:v>43846</c:v>
                </c:pt>
                <c:pt idx="1265">
                  <c:v>43845</c:v>
                </c:pt>
                <c:pt idx="1266">
                  <c:v>43844</c:v>
                </c:pt>
                <c:pt idx="1267">
                  <c:v>43843</c:v>
                </c:pt>
                <c:pt idx="1268">
                  <c:v>43840</c:v>
                </c:pt>
                <c:pt idx="1269">
                  <c:v>43839</c:v>
                </c:pt>
                <c:pt idx="1270">
                  <c:v>43838</c:v>
                </c:pt>
                <c:pt idx="1271">
                  <c:v>43837</c:v>
                </c:pt>
                <c:pt idx="1272">
                  <c:v>43836</c:v>
                </c:pt>
                <c:pt idx="1273">
                  <c:v>43833</c:v>
                </c:pt>
                <c:pt idx="1274">
                  <c:v>43832</c:v>
                </c:pt>
                <c:pt idx="1275">
                  <c:v>43831</c:v>
                </c:pt>
                <c:pt idx="1276">
                  <c:v>43830</c:v>
                </c:pt>
                <c:pt idx="1277">
                  <c:v>43829</c:v>
                </c:pt>
                <c:pt idx="1278">
                  <c:v>43826</c:v>
                </c:pt>
                <c:pt idx="1279">
                  <c:v>43825</c:v>
                </c:pt>
                <c:pt idx="1280">
                  <c:v>43823</c:v>
                </c:pt>
                <c:pt idx="1281">
                  <c:v>43822</c:v>
                </c:pt>
                <c:pt idx="1282">
                  <c:v>43819</c:v>
                </c:pt>
                <c:pt idx="1283">
                  <c:v>43818</c:v>
                </c:pt>
                <c:pt idx="1284">
                  <c:v>43817</c:v>
                </c:pt>
                <c:pt idx="1285">
                  <c:v>43816</c:v>
                </c:pt>
                <c:pt idx="1286">
                  <c:v>43815</c:v>
                </c:pt>
                <c:pt idx="1287">
                  <c:v>43812</c:v>
                </c:pt>
                <c:pt idx="1288">
                  <c:v>43811</c:v>
                </c:pt>
                <c:pt idx="1289">
                  <c:v>43810</c:v>
                </c:pt>
                <c:pt idx="1290">
                  <c:v>43809</c:v>
                </c:pt>
                <c:pt idx="1291">
                  <c:v>43808</c:v>
                </c:pt>
                <c:pt idx="1292">
                  <c:v>43805</c:v>
                </c:pt>
                <c:pt idx="1293">
                  <c:v>43804</c:v>
                </c:pt>
                <c:pt idx="1294">
                  <c:v>43803</c:v>
                </c:pt>
                <c:pt idx="1295">
                  <c:v>43802</c:v>
                </c:pt>
                <c:pt idx="1296">
                  <c:v>43801</c:v>
                </c:pt>
                <c:pt idx="1297">
                  <c:v>43798</c:v>
                </c:pt>
                <c:pt idx="1298">
                  <c:v>43797</c:v>
                </c:pt>
                <c:pt idx="1299">
                  <c:v>43796</c:v>
                </c:pt>
                <c:pt idx="1300">
                  <c:v>43795</c:v>
                </c:pt>
                <c:pt idx="1301">
                  <c:v>43794</c:v>
                </c:pt>
                <c:pt idx="1302">
                  <c:v>43791</c:v>
                </c:pt>
                <c:pt idx="1303">
                  <c:v>43790</c:v>
                </c:pt>
                <c:pt idx="1304">
                  <c:v>43789</c:v>
                </c:pt>
                <c:pt idx="1305">
                  <c:v>43788</c:v>
                </c:pt>
                <c:pt idx="1306">
                  <c:v>43787</c:v>
                </c:pt>
                <c:pt idx="1307">
                  <c:v>43784</c:v>
                </c:pt>
                <c:pt idx="1308">
                  <c:v>43783</c:v>
                </c:pt>
                <c:pt idx="1309">
                  <c:v>43782</c:v>
                </c:pt>
                <c:pt idx="1310">
                  <c:v>43780</c:v>
                </c:pt>
                <c:pt idx="1311">
                  <c:v>43777</c:v>
                </c:pt>
                <c:pt idx="1312">
                  <c:v>43776</c:v>
                </c:pt>
                <c:pt idx="1313">
                  <c:v>43775</c:v>
                </c:pt>
                <c:pt idx="1314">
                  <c:v>43774</c:v>
                </c:pt>
                <c:pt idx="1315">
                  <c:v>43773</c:v>
                </c:pt>
                <c:pt idx="1316">
                  <c:v>43770</c:v>
                </c:pt>
                <c:pt idx="1317">
                  <c:v>43769</c:v>
                </c:pt>
                <c:pt idx="1318">
                  <c:v>43768</c:v>
                </c:pt>
                <c:pt idx="1319">
                  <c:v>43767</c:v>
                </c:pt>
                <c:pt idx="1320">
                  <c:v>43763</c:v>
                </c:pt>
                <c:pt idx="1321">
                  <c:v>43762</c:v>
                </c:pt>
                <c:pt idx="1322">
                  <c:v>43761</c:v>
                </c:pt>
                <c:pt idx="1323">
                  <c:v>43760</c:v>
                </c:pt>
                <c:pt idx="1324">
                  <c:v>43756</c:v>
                </c:pt>
                <c:pt idx="1325">
                  <c:v>43755</c:v>
                </c:pt>
                <c:pt idx="1326">
                  <c:v>43754</c:v>
                </c:pt>
                <c:pt idx="1327">
                  <c:v>43753</c:v>
                </c:pt>
                <c:pt idx="1328">
                  <c:v>43752</c:v>
                </c:pt>
                <c:pt idx="1329">
                  <c:v>43749</c:v>
                </c:pt>
                <c:pt idx="1330">
                  <c:v>43748</c:v>
                </c:pt>
                <c:pt idx="1331">
                  <c:v>43747</c:v>
                </c:pt>
                <c:pt idx="1332">
                  <c:v>43745</c:v>
                </c:pt>
                <c:pt idx="1333">
                  <c:v>43742</c:v>
                </c:pt>
                <c:pt idx="1334">
                  <c:v>43741</c:v>
                </c:pt>
                <c:pt idx="1335">
                  <c:v>43739</c:v>
                </c:pt>
                <c:pt idx="1336">
                  <c:v>43738</c:v>
                </c:pt>
                <c:pt idx="1337">
                  <c:v>43735</c:v>
                </c:pt>
                <c:pt idx="1338">
                  <c:v>43734</c:v>
                </c:pt>
                <c:pt idx="1339">
                  <c:v>43733</c:v>
                </c:pt>
                <c:pt idx="1340">
                  <c:v>43732</c:v>
                </c:pt>
                <c:pt idx="1341">
                  <c:v>43731</c:v>
                </c:pt>
                <c:pt idx="1342">
                  <c:v>43728</c:v>
                </c:pt>
                <c:pt idx="1343">
                  <c:v>43727</c:v>
                </c:pt>
                <c:pt idx="1344">
                  <c:v>43726</c:v>
                </c:pt>
                <c:pt idx="1345">
                  <c:v>43725</c:v>
                </c:pt>
                <c:pt idx="1346">
                  <c:v>43724</c:v>
                </c:pt>
                <c:pt idx="1347">
                  <c:v>43721</c:v>
                </c:pt>
                <c:pt idx="1348">
                  <c:v>43720</c:v>
                </c:pt>
                <c:pt idx="1349">
                  <c:v>43719</c:v>
                </c:pt>
                <c:pt idx="1350">
                  <c:v>43717</c:v>
                </c:pt>
                <c:pt idx="1351">
                  <c:v>43714</c:v>
                </c:pt>
                <c:pt idx="1352">
                  <c:v>43713</c:v>
                </c:pt>
                <c:pt idx="1353">
                  <c:v>43712</c:v>
                </c:pt>
                <c:pt idx="1354">
                  <c:v>43711</c:v>
                </c:pt>
                <c:pt idx="1355">
                  <c:v>43707</c:v>
                </c:pt>
                <c:pt idx="1356">
                  <c:v>43706</c:v>
                </c:pt>
                <c:pt idx="1357">
                  <c:v>43705</c:v>
                </c:pt>
                <c:pt idx="1358">
                  <c:v>43704</c:v>
                </c:pt>
                <c:pt idx="1359">
                  <c:v>43703</c:v>
                </c:pt>
                <c:pt idx="1360">
                  <c:v>43700</c:v>
                </c:pt>
                <c:pt idx="1361">
                  <c:v>43699</c:v>
                </c:pt>
                <c:pt idx="1362">
                  <c:v>43698</c:v>
                </c:pt>
                <c:pt idx="1363">
                  <c:v>43697</c:v>
                </c:pt>
                <c:pt idx="1364">
                  <c:v>43696</c:v>
                </c:pt>
                <c:pt idx="1365">
                  <c:v>43693</c:v>
                </c:pt>
                <c:pt idx="1366">
                  <c:v>43691</c:v>
                </c:pt>
                <c:pt idx="1367">
                  <c:v>43690</c:v>
                </c:pt>
                <c:pt idx="1368">
                  <c:v>43686</c:v>
                </c:pt>
                <c:pt idx="1369">
                  <c:v>43685</c:v>
                </c:pt>
                <c:pt idx="1370">
                  <c:v>43684</c:v>
                </c:pt>
                <c:pt idx="1371">
                  <c:v>43683</c:v>
                </c:pt>
                <c:pt idx="1372">
                  <c:v>43682</c:v>
                </c:pt>
                <c:pt idx="1373">
                  <c:v>43679</c:v>
                </c:pt>
                <c:pt idx="1374">
                  <c:v>43678</c:v>
                </c:pt>
                <c:pt idx="1375">
                  <c:v>43677</c:v>
                </c:pt>
                <c:pt idx="1376">
                  <c:v>43676</c:v>
                </c:pt>
                <c:pt idx="1377">
                  <c:v>43675</c:v>
                </c:pt>
                <c:pt idx="1378">
                  <c:v>43672</c:v>
                </c:pt>
                <c:pt idx="1379">
                  <c:v>43671</c:v>
                </c:pt>
                <c:pt idx="1380">
                  <c:v>43670</c:v>
                </c:pt>
                <c:pt idx="1381">
                  <c:v>43669</c:v>
                </c:pt>
                <c:pt idx="1382">
                  <c:v>43668</c:v>
                </c:pt>
                <c:pt idx="1383">
                  <c:v>43665</c:v>
                </c:pt>
                <c:pt idx="1384">
                  <c:v>43664</c:v>
                </c:pt>
                <c:pt idx="1385">
                  <c:v>43663</c:v>
                </c:pt>
                <c:pt idx="1386">
                  <c:v>43662</c:v>
                </c:pt>
                <c:pt idx="1387">
                  <c:v>43661</c:v>
                </c:pt>
                <c:pt idx="1388">
                  <c:v>43658</c:v>
                </c:pt>
                <c:pt idx="1389">
                  <c:v>43657</c:v>
                </c:pt>
                <c:pt idx="1390">
                  <c:v>43656</c:v>
                </c:pt>
                <c:pt idx="1391">
                  <c:v>43655</c:v>
                </c:pt>
                <c:pt idx="1392">
                  <c:v>43654</c:v>
                </c:pt>
                <c:pt idx="1393">
                  <c:v>43651</c:v>
                </c:pt>
                <c:pt idx="1394">
                  <c:v>43650</c:v>
                </c:pt>
                <c:pt idx="1395">
                  <c:v>43649</c:v>
                </c:pt>
                <c:pt idx="1396">
                  <c:v>43648</c:v>
                </c:pt>
                <c:pt idx="1397">
                  <c:v>43647</c:v>
                </c:pt>
                <c:pt idx="1398">
                  <c:v>43644</c:v>
                </c:pt>
                <c:pt idx="1399">
                  <c:v>43643</c:v>
                </c:pt>
                <c:pt idx="1400">
                  <c:v>43642</c:v>
                </c:pt>
                <c:pt idx="1401">
                  <c:v>43641</c:v>
                </c:pt>
                <c:pt idx="1402">
                  <c:v>43640</c:v>
                </c:pt>
                <c:pt idx="1403">
                  <c:v>43637</c:v>
                </c:pt>
                <c:pt idx="1404">
                  <c:v>43636</c:v>
                </c:pt>
                <c:pt idx="1405">
                  <c:v>43635</c:v>
                </c:pt>
                <c:pt idx="1406">
                  <c:v>43634</c:v>
                </c:pt>
                <c:pt idx="1407">
                  <c:v>43633</c:v>
                </c:pt>
                <c:pt idx="1408">
                  <c:v>43630</c:v>
                </c:pt>
                <c:pt idx="1409">
                  <c:v>43629</c:v>
                </c:pt>
                <c:pt idx="1410">
                  <c:v>43628</c:v>
                </c:pt>
                <c:pt idx="1411">
                  <c:v>43627</c:v>
                </c:pt>
                <c:pt idx="1412">
                  <c:v>43626</c:v>
                </c:pt>
                <c:pt idx="1413">
                  <c:v>43623</c:v>
                </c:pt>
                <c:pt idx="1414">
                  <c:v>43622</c:v>
                </c:pt>
                <c:pt idx="1415">
                  <c:v>43620</c:v>
                </c:pt>
                <c:pt idx="1416">
                  <c:v>43619</c:v>
                </c:pt>
                <c:pt idx="1417">
                  <c:v>43616</c:v>
                </c:pt>
                <c:pt idx="1418">
                  <c:v>43615</c:v>
                </c:pt>
                <c:pt idx="1419">
                  <c:v>43614</c:v>
                </c:pt>
                <c:pt idx="1420">
                  <c:v>43613</c:v>
                </c:pt>
                <c:pt idx="1421">
                  <c:v>43612</c:v>
                </c:pt>
                <c:pt idx="1422">
                  <c:v>43609</c:v>
                </c:pt>
                <c:pt idx="1423">
                  <c:v>43608</c:v>
                </c:pt>
                <c:pt idx="1424">
                  <c:v>43607</c:v>
                </c:pt>
                <c:pt idx="1425">
                  <c:v>43606</c:v>
                </c:pt>
                <c:pt idx="1426">
                  <c:v>43605</c:v>
                </c:pt>
                <c:pt idx="1427">
                  <c:v>43602</c:v>
                </c:pt>
                <c:pt idx="1428">
                  <c:v>43601</c:v>
                </c:pt>
                <c:pt idx="1429">
                  <c:v>43600</c:v>
                </c:pt>
                <c:pt idx="1430">
                  <c:v>43599</c:v>
                </c:pt>
                <c:pt idx="1431">
                  <c:v>43598</c:v>
                </c:pt>
                <c:pt idx="1432">
                  <c:v>43595</c:v>
                </c:pt>
                <c:pt idx="1433">
                  <c:v>43594</c:v>
                </c:pt>
                <c:pt idx="1434">
                  <c:v>43593</c:v>
                </c:pt>
                <c:pt idx="1435">
                  <c:v>43592</c:v>
                </c:pt>
                <c:pt idx="1436">
                  <c:v>43591</c:v>
                </c:pt>
                <c:pt idx="1437">
                  <c:v>43588</c:v>
                </c:pt>
                <c:pt idx="1438">
                  <c:v>43587</c:v>
                </c:pt>
                <c:pt idx="1439">
                  <c:v>43585</c:v>
                </c:pt>
                <c:pt idx="1440">
                  <c:v>43581</c:v>
                </c:pt>
                <c:pt idx="1441">
                  <c:v>43580</c:v>
                </c:pt>
                <c:pt idx="1442">
                  <c:v>43579</c:v>
                </c:pt>
                <c:pt idx="1443">
                  <c:v>43578</c:v>
                </c:pt>
                <c:pt idx="1444">
                  <c:v>43577</c:v>
                </c:pt>
                <c:pt idx="1445">
                  <c:v>43573</c:v>
                </c:pt>
                <c:pt idx="1446">
                  <c:v>43571</c:v>
                </c:pt>
                <c:pt idx="1447">
                  <c:v>43570</c:v>
                </c:pt>
                <c:pt idx="1448">
                  <c:v>43567</c:v>
                </c:pt>
                <c:pt idx="1449">
                  <c:v>43566</c:v>
                </c:pt>
                <c:pt idx="1450">
                  <c:v>43565</c:v>
                </c:pt>
                <c:pt idx="1451">
                  <c:v>43564</c:v>
                </c:pt>
                <c:pt idx="1452">
                  <c:v>43563</c:v>
                </c:pt>
                <c:pt idx="1453">
                  <c:v>43560</c:v>
                </c:pt>
                <c:pt idx="1454">
                  <c:v>43559</c:v>
                </c:pt>
                <c:pt idx="1455">
                  <c:v>43558</c:v>
                </c:pt>
                <c:pt idx="1456">
                  <c:v>43557</c:v>
                </c:pt>
                <c:pt idx="1457">
                  <c:v>43553</c:v>
                </c:pt>
                <c:pt idx="1458">
                  <c:v>43552</c:v>
                </c:pt>
                <c:pt idx="1459">
                  <c:v>43551</c:v>
                </c:pt>
                <c:pt idx="1460">
                  <c:v>43550</c:v>
                </c:pt>
                <c:pt idx="1461">
                  <c:v>43549</c:v>
                </c:pt>
                <c:pt idx="1462">
                  <c:v>43546</c:v>
                </c:pt>
                <c:pt idx="1463">
                  <c:v>43544</c:v>
                </c:pt>
                <c:pt idx="1464">
                  <c:v>43543</c:v>
                </c:pt>
                <c:pt idx="1465">
                  <c:v>43542</c:v>
                </c:pt>
                <c:pt idx="1466">
                  <c:v>43539</c:v>
                </c:pt>
                <c:pt idx="1467">
                  <c:v>43538</c:v>
                </c:pt>
                <c:pt idx="1468">
                  <c:v>43537</c:v>
                </c:pt>
                <c:pt idx="1469">
                  <c:v>43536</c:v>
                </c:pt>
                <c:pt idx="1470">
                  <c:v>43535</c:v>
                </c:pt>
                <c:pt idx="1471">
                  <c:v>43532</c:v>
                </c:pt>
                <c:pt idx="1472">
                  <c:v>43531</c:v>
                </c:pt>
                <c:pt idx="1473">
                  <c:v>43530</c:v>
                </c:pt>
                <c:pt idx="1474">
                  <c:v>43529</c:v>
                </c:pt>
                <c:pt idx="1475">
                  <c:v>43525</c:v>
                </c:pt>
                <c:pt idx="1476">
                  <c:v>43524</c:v>
                </c:pt>
                <c:pt idx="1477">
                  <c:v>43523</c:v>
                </c:pt>
                <c:pt idx="1478">
                  <c:v>43522</c:v>
                </c:pt>
                <c:pt idx="1479">
                  <c:v>43521</c:v>
                </c:pt>
                <c:pt idx="1480">
                  <c:v>43518</c:v>
                </c:pt>
                <c:pt idx="1481">
                  <c:v>43517</c:v>
                </c:pt>
                <c:pt idx="1482">
                  <c:v>43516</c:v>
                </c:pt>
                <c:pt idx="1483">
                  <c:v>43514</c:v>
                </c:pt>
                <c:pt idx="1484">
                  <c:v>43511</c:v>
                </c:pt>
                <c:pt idx="1485">
                  <c:v>43510</c:v>
                </c:pt>
                <c:pt idx="1486">
                  <c:v>43509</c:v>
                </c:pt>
                <c:pt idx="1487">
                  <c:v>43508</c:v>
                </c:pt>
                <c:pt idx="1488">
                  <c:v>43507</c:v>
                </c:pt>
                <c:pt idx="1489">
                  <c:v>43504</c:v>
                </c:pt>
                <c:pt idx="1490">
                  <c:v>43503</c:v>
                </c:pt>
                <c:pt idx="1491">
                  <c:v>43502</c:v>
                </c:pt>
                <c:pt idx="1492">
                  <c:v>43501</c:v>
                </c:pt>
                <c:pt idx="1493">
                  <c:v>43500</c:v>
                </c:pt>
                <c:pt idx="1494">
                  <c:v>43497</c:v>
                </c:pt>
                <c:pt idx="1495">
                  <c:v>43496</c:v>
                </c:pt>
                <c:pt idx="1496">
                  <c:v>43495</c:v>
                </c:pt>
                <c:pt idx="1497">
                  <c:v>43494</c:v>
                </c:pt>
                <c:pt idx="1498">
                  <c:v>43493</c:v>
                </c:pt>
                <c:pt idx="1499">
                  <c:v>43490</c:v>
                </c:pt>
                <c:pt idx="1500">
                  <c:v>43489</c:v>
                </c:pt>
                <c:pt idx="1501">
                  <c:v>43488</c:v>
                </c:pt>
                <c:pt idx="1502">
                  <c:v>43487</c:v>
                </c:pt>
                <c:pt idx="1503">
                  <c:v>43486</c:v>
                </c:pt>
                <c:pt idx="1504">
                  <c:v>43483</c:v>
                </c:pt>
                <c:pt idx="1505">
                  <c:v>43482</c:v>
                </c:pt>
                <c:pt idx="1506">
                  <c:v>43481</c:v>
                </c:pt>
                <c:pt idx="1507">
                  <c:v>43480</c:v>
                </c:pt>
                <c:pt idx="1508">
                  <c:v>43479</c:v>
                </c:pt>
                <c:pt idx="1509">
                  <c:v>43476</c:v>
                </c:pt>
                <c:pt idx="1510">
                  <c:v>43475</c:v>
                </c:pt>
                <c:pt idx="1511">
                  <c:v>43474</c:v>
                </c:pt>
                <c:pt idx="1512">
                  <c:v>43473</c:v>
                </c:pt>
                <c:pt idx="1513">
                  <c:v>43472</c:v>
                </c:pt>
                <c:pt idx="1514">
                  <c:v>43469</c:v>
                </c:pt>
                <c:pt idx="1515">
                  <c:v>43468</c:v>
                </c:pt>
                <c:pt idx="1516">
                  <c:v>43467</c:v>
                </c:pt>
                <c:pt idx="1517">
                  <c:v>43466</c:v>
                </c:pt>
                <c:pt idx="1518">
                  <c:v>43465</c:v>
                </c:pt>
                <c:pt idx="1519">
                  <c:v>43462</c:v>
                </c:pt>
                <c:pt idx="1520">
                  <c:v>43461</c:v>
                </c:pt>
                <c:pt idx="1521">
                  <c:v>43460</c:v>
                </c:pt>
                <c:pt idx="1522">
                  <c:v>43458</c:v>
                </c:pt>
                <c:pt idx="1523">
                  <c:v>43455</c:v>
                </c:pt>
                <c:pt idx="1524">
                  <c:v>43454</c:v>
                </c:pt>
                <c:pt idx="1525">
                  <c:v>43453</c:v>
                </c:pt>
                <c:pt idx="1526">
                  <c:v>43452</c:v>
                </c:pt>
                <c:pt idx="1527">
                  <c:v>43451</c:v>
                </c:pt>
                <c:pt idx="1528">
                  <c:v>43448</c:v>
                </c:pt>
                <c:pt idx="1529">
                  <c:v>43447</c:v>
                </c:pt>
                <c:pt idx="1530">
                  <c:v>43446</c:v>
                </c:pt>
                <c:pt idx="1531">
                  <c:v>43445</c:v>
                </c:pt>
                <c:pt idx="1532">
                  <c:v>43444</c:v>
                </c:pt>
                <c:pt idx="1533">
                  <c:v>43441</c:v>
                </c:pt>
                <c:pt idx="1534">
                  <c:v>43440</c:v>
                </c:pt>
                <c:pt idx="1535">
                  <c:v>43439</c:v>
                </c:pt>
                <c:pt idx="1536">
                  <c:v>43438</c:v>
                </c:pt>
                <c:pt idx="1537">
                  <c:v>43437</c:v>
                </c:pt>
                <c:pt idx="1538">
                  <c:v>43434</c:v>
                </c:pt>
                <c:pt idx="1539">
                  <c:v>43433</c:v>
                </c:pt>
                <c:pt idx="1540">
                  <c:v>43432</c:v>
                </c:pt>
                <c:pt idx="1541">
                  <c:v>43431</c:v>
                </c:pt>
                <c:pt idx="1542">
                  <c:v>43430</c:v>
                </c:pt>
                <c:pt idx="1543">
                  <c:v>43426</c:v>
                </c:pt>
                <c:pt idx="1544">
                  <c:v>43424</c:v>
                </c:pt>
                <c:pt idx="1545">
                  <c:v>43423</c:v>
                </c:pt>
                <c:pt idx="1546">
                  <c:v>43420</c:v>
                </c:pt>
                <c:pt idx="1547">
                  <c:v>43419</c:v>
                </c:pt>
                <c:pt idx="1548">
                  <c:v>43418</c:v>
                </c:pt>
                <c:pt idx="1549">
                  <c:v>43417</c:v>
                </c:pt>
                <c:pt idx="1550">
                  <c:v>43416</c:v>
                </c:pt>
                <c:pt idx="1551">
                  <c:v>43413</c:v>
                </c:pt>
                <c:pt idx="1552">
                  <c:v>43410</c:v>
                </c:pt>
                <c:pt idx="1553">
                  <c:v>43409</c:v>
                </c:pt>
                <c:pt idx="1554">
                  <c:v>43406</c:v>
                </c:pt>
                <c:pt idx="1555">
                  <c:v>43405</c:v>
                </c:pt>
                <c:pt idx="1556">
                  <c:v>43404</c:v>
                </c:pt>
                <c:pt idx="1557">
                  <c:v>43403</c:v>
                </c:pt>
                <c:pt idx="1558">
                  <c:v>43402</c:v>
                </c:pt>
                <c:pt idx="1559">
                  <c:v>43399</c:v>
                </c:pt>
                <c:pt idx="1560">
                  <c:v>43398</c:v>
                </c:pt>
                <c:pt idx="1561">
                  <c:v>43397</c:v>
                </c:pt>
                <c:pt idx="1562">
                  <c:v>43396</c:v>
                </c:pt>
                <c:pt idx="1563">
                  <c:v>43395</c:v>
                </c:pt>
                <c:pt idx="1564">
                  <c:v>43392</c:v>
                </c:pt>
                <c:pt idx="1565">
                  <c:v>43390</c:v>
                </c:pt>
                <c:pt idx="1566">
                  <c:v>43389</c:v>
                </c:pt>
                <c:pt idx="1567">
                  <c:v>43388</c:v>
                </c:pt>
                <c:pt idx="1568">
                  <c:v>43385</c:v>
                </c:pt>
                <c:pt idx="1569">
                  <c:v>43384</c:v>
                </c:pt>
                <c:pt idx="1570">
                  <c:v>43383</c:v>
                </c:pt>
                <c:pt idx="1571">
                  <c:v>43382</c:v>
                </c:pt>
                <c:pt idx="1572">
                  <c:v>43381</c:v>
                </c:pt>
                <c:pt idx="1573">
                  <c:v>43378</c:v>
                </c:pt>
                <c:pt idx="1574">
                  <c:v>43377</c:v>
                </c:pt>
                <c:pt idx="1575">
                  <c:v>43376</c:v>
                </c:pt>
                <c:pt idx="1576">
                  <c:v>43374</c:v>
                </c:pt>
                <c:pt idx="1577">
                  <c:v>43371</c:v>
                </c:pt>
                <c:pt idx="1578">
                  <c:v>43370</c:v>
                </c:pt>
                <c:pt idx="1579">
                  <c:v>43369</c:v>
                </c:pt>
                <c:pt idx="1580">
                  <c:v>43368</c:v>
                </c:pt>
                <c:pt idx="1581">
                  <c:v>43367</c:v>
                </c:pt>
                <c:pt idx="1582">
                  <c:v>43364</c:v>
                </c:pt>
                <c:pt idx="1583">
                  <c:v>43362</c:v>
                </c:pt>
                <c:pt idx="1584">
                  <c:v>43361</c:v>
                </c:pt>
                <c:pt idx="1585">
                  <c:v>43360</c:v>
                </c:pt>
                <c:pt idx="1586">
                  <c:v>43359</c:v>
                </c:pt>
                <c:pt idx="1587">
                  <c:v>43357</c:v>
                </c:pt>
                <c:pt idx="1588">
                  <c:v>43355</c:v>
                </c:pt>
                <c:pt idx="1589">
                  <c:v>43354</c:v>
                </c:pt>
                <c:pt idx="1590">
                  <c:v>43353</c:v>
                </c:pt>
                <c:pt idx="1591">
                  <c:v>43350</c:v>
                </c:pt>
                <c:pt idx="1592">
                  <c:v>43349</c:v>
                </c:pt>
                <c:pt idx="1593">
                  <c:v>43348</c:v>
                </c:pt>
                <c:pt idx="1594">
                  <c:v>43347</c:v>
                </c:pt>
                <c:pt idx="1595">
                  <c:v>43346</c:v>
                </c:pt>
                <c:pt idx="1596">
                  <c:v>43343</c:v>
                </c:pt>
                <c:pt idx="1597">
                  <c:v>43342</c:v>
                </c:pt>
                <c:pt idx="1598">
                  <c:v>43341</c:v>
                </c:pt>
                <c:pt idx="1599">
                  <c:v>43340</c:v>
                </c:pt>
                <c:pt idx="1600">
                  <c:v>43339</c:v>
                </c:pt>
                <c:pt idx="1601">
                  <c:v>43336</c:v>
                </c:pt>
                <c:pt idx="1602">
                  <c:v>43335</c:v>
                </c:pt>
                <c:pt idx="1603">
                  <c:v>43333</c:v>
                </c:pt>
                <c:pt idx="1604">
                  <c:v>43332</c:v>
                </c:pt>
                <c:pt idx="1605">
                  <c:v>43328</c:v>
                </c:pt>
                <c:pt idx="1606">
                  <c:v>43326</c:v>
                </c:pt>
                <c:pt idx="1607">
                  <c:v>43325</c:v>
                </c:pt>
                <c:pt idx="1608">
                  <c:v>43322</c:v>
                </c:pt>
                <c:pt idx="1609">
                  <c:v>43321</c:v>
                </c:pt>
                <c:pt idx="1610">
                  <c:v>43320</c:v>
                </c:pt>
                <c:pt idx="1611">
                  <c:v>43319</c:v>
                </c:pt>
                <c:pt idx="1612">
                  <c:v>43318</c:v>
                </c:pt>
                <c:pt idx="1613">
                  <c:v>43315</c:v>
                </c:pt>
                <c:pt idx="1614">
                  <c:v>43314</c:v>
                </c:pt>
                <c:pt idx="1615">
                  <c:v>43313</c:v>
                </c:pt>
                <c:pt idx="1616">
                  <c:v>43312</c:v>
                </c:pt>
                <c:pt idx="1617">
                  <c:v>43311</c:v>
                </c:pt>
                <c:pt idx="1618">
                  <c:v>43308</c:v>
                </c:pt>
                <c:pt idx="1619">
                  <c:v>43307</c:v>
                </c:pt>
                <c:pt idx="1620">
                  <c:v>43306</c:v>
                </c:pt>
                <c:pt idx="1621">
                  <c:v>43305</c:v>
                </c:pt>
                <c:pt idx="1622">
                  <c:v>43304</c:v>
                </c:pt>
                <c:pt idx="1623">
                  <c:v>43301</c:v>
                </c:pt>
                <c:pt idx="1624">
                  <c:v>43300</c:v>
                </c:pt>
                <c:pt idx="1625">
                  <c:v>43299</c:v>
                </c:pt>
                <c:pt idx="1626">
                  <c:v>43298</c:v>
                </c:pt>
                <c:pt idx="1627">
                  <c:v>43297</c:v>
                </c:pt>
                <c:pt idx="1628">
                  <c:v>43294</c:v>
                </c:pt>
                <c:pt idx="1629">
                  <c:v>43293</c:v>
                </c:pt>
                <c:pt idx="1630">
                  <c:v>43292</c:v>
                </c:pt>
                <c:pt idx="1631">
                  <c:v>43291</c:v>
                </c:pt>
                <c:pt idx="1632">
                  <c:v>43290</c:v>
                </c:pt>
                <c:pt idx="1633">
                  <c:v>43287</c:v>
                </c:pt>
                <c:pt idx="1634">
                  <c:v>43286</c:v>
                </c:pt>
                <c:pt idx="1635">
                  <c:v>43285</c:v>
                </c:pt>
                <c:pt idx="1636">
                  <c:v>43284</c:v>
                </c:pt>
                <c:pt idx="1637">
                  <c:v>43283</c:v>
                </c:pt>
                <c:pt idx="1638">
                  <c:v>43280</c:v>
                </c:pt>
                <c:pt idx="1639">
                  <c:v>43279</c:v>
                </c:pt>
                <c:pt idx="1640">
                  <c:v>43278</c:v>
                </c:pt>
                <c:pt idx="1641">
                  <c:v>43277</c:v>
                </c:pt>
                <c:pt idx="1642">
                  <c:v>43276</c:v>
                </c:pt>
                <c:pt idx="1643">
                  <c:v>43273</c:v>
                </c:pt>
                <c:pt idx="1644">
                  <c:v>43272</c:v>
                </c:pt>
                <c:pt idx="1645">
                  <c:v>43271</c:v>
                </c:pt>
                <c:pt idx="1646">
                  <c:v>43270</c:v>
                </c:pt>
                <c:pt idx="1647">
                  <c:v>43269</c:v>
                </c:pt>
                <c:pt idx="1648">
                  <c:v>43266</c:v>
                </c:pt>
                <c:pt idx="1649">
                  <c:v>43265</c:v>
                </c:pt>
                <c:pt idx="1650">
                  <c:v>43264</c:v>
                </c:pt>
                <c:pt idx="1651">
                  <c:v>43263</c:v>
                </c:pt>
                <c:pt idx="1652">
                  <c:v>43262</c:v>
                </c:pt>
                <c:pt idx="1653">
                  <c:v>43259</c:v>
                </c:pt>
                <c:pt idx="1654">
                  <c:v>43258</c:v>
                </c:pt>
                <c:pt idx="1655">
                  <c:v>43257</c:v>
                </c:pt>
                <c:pt idx="1656">
                  <c:v>43256</c:v>
                </c:pt>
                <c:pt idx="1657">
                  <c:v>43255</c:v>
                </c:pt>
                <c:pt idx="1658">
                  <c:v>43252</c:v>
                </c:pt>
                <c:pt idx="1659">
                  <c:v>43251</c:v>
                </c:pt>
                <c:pt idx="1660">
                  <c:v>43250</c:v>
                </c:pt>
                <c:pt idx="1661">
                  <c:v>43249</c:v>
                </c:pt>
                <c:pt idx="1662">
                  <c:v>43248</c:v>
                </c:pt>
                <c:pt idx="1663">
                  <c:v>43245</c:v>
                </c:pt>
                <c:pt idx="1664">
                  <c:v>43244</c:v>
                </c:pt>
                <c:pt idx="1665">
                  <c:v>43243</c:v>
                </c:pt>
                <c:pt idx="1666">
                  <c:v>43242</c:v>
                </c:pt>
                <c:pt idx="1667">
                  <c:v>43241</c:v>
                </c:pt>
                <c:pt idx="1668">
                  <c:v>43240</c:v>
                </c:pt>
                <c:pt idx="1669">
                  <c:v>43238</c:v>
                </c:pt>
                <c:pt idx="1670">
                  <c:v>43237</c:v>
                </c:pt>
                <c:pt idx="1671">
                  <c:v>43236</c:v>
                </c:pt>
                <c:pt idx="1672">
                  <c:v>43235</c:v>
                </c:pt>
                <c:pt idx="1673">
                  <c:v>43234</c:v>
                </c:pt>
                <c:pt idx="1674">
                  <c:v>43231</c:v>
                </c:pt>
                <c:pt idx="1675">
                  <c:v>43230</c:v>
                </c:pt>
                <c:pt idx="1676">
                  <c:v>43229</c:v>
                </c:pt>
                <c:pt idx="1677">
                  <c:v>43228</c:v>
                </c:pt>
                <c:pt idx="1678">
                  <c:v>43227</c:v>
                </c:pt>
                <c:pt idx="1679">
                  <c:v>43224</c:v>
                </c:pt>
                <c:pt idx="1680">
                  <c:v>43223</c:v>
                </c:pt>
                <c:pt idx="1681">
                  <c:v>43222</c:v>
                </c:pt>
                <c:pt idx="1682">
                  <c:v>43217</c:v>
                </c:pt>
                <c:pt idx="1683">
                  <c:v>43216</c:v>
                </c:pt>
                <c:pt idx="1684">
                  <c:v>43215</c:v>
                </c:pt>
                <c:pt idx="1685">
                  <c:v>43214</c:v>
                </c:pt>
                <c:pt idx="1686">
                  <c:v>43213</c:v>
                </c:pt>
                <c:pt idx="1687">
                  <c:v>43210</c:v>
                </c:pt>
                <c:pt idx="1688">
                  <c:v>43209</c:v>
                </c:pt>
                <c:pt idx="1689">
                  <c:v>43208</c:v>
                </c:pt>
                <c:pt idx="1690">
                  <c:v>43207</c:v>
                </c:pt>
                <c:pt idx="1691">
                  <c:v>43206</c:v>
                </c:pt>
                <c:pt idx="1692">
                  <c:v>43203</c:v>
                </c:pt>
                <c:pt idx="1693">
                  <c:v>43202</c:v>
                </c:pt>
                <c:pt idx="1694">
                  <c:v>43201</c:v>
                </c:pt>
                <c:pt idx="1695">
                  <c:v>43200</c:v>
                </c:pt>
                <c:pt idx="1696">
                  <c:v>43199</c:v>
                </c:pt>
                <c:pt idx="1697">
                  <c:v>43196</c:v>
                </c:pt>
                <c:pt idx="1698">
                  <c:v>43195</c:v>
                </c:pt>
                <c:pt idx="1699">
                  <c:v>43194</c:v>
                </c:pt>
                <c:pt idx="1700">
                  <c:v>43193</c:v>
                </c:pt>
                <c:pt idx="1701">
                  <c:v>43187</c:v>
                </c:pt>
                <c:pt idx="1702">
                  <c:v>43186</c:v>
                </c:pt>
                <c:pt idx="1703">
                  <c:v>43185</c:v>
                </c:pt>
                <c:pt idx="1704">
                  <c:v>43182</c:v>
                </c:pt>
                <c:pt idx="1705">
                  <c:v>43181</c:v>
                </c:pt>
                <c:pt idx="1706">
                  <c:v>43180</c:v>
                </c:pt>
                <c:pt idx="1707">
                  <c:v>43179</c:v>
                </c:pt>
                <c:pt idx="1708">
                  <c:v>43178</c:v>
                </c:pt>
                <c:pt idx="1709">
                  <c:v>43175</c:v>
                </c:pt>
                <c:pt idx="1710">
                  <c:v>43174</c:v>
                </c:pt>
                <c:pt idx="1711">
                  <c:v>43173</c:v>
                </c:pt>
                <c:pt idx="1712">
                  <c:v>43172</c:v>
                </c:pt>
                <c:pt idx="1713">
                  <c:v>43171</c:v>
                </c:pt>
                <c:pt idx="1714">
                  <c:v>43168</c:v>
                </c:pt>
                <c:pt idx="1715">
                  <c:v>43167</c:v>
                </c:pt>
                <c:pt idx="1716">
                  <c:v>43166</c:v>
                </c:pt>
                <c:pt idx="1717">
                  <c:v>43165</c:v>
                </c:pt>
                <c:pt idx="1718">
                  <c:v>43164</c:v>
                </c:pt>
                <c:pt idx="1719">
                  <c:v>43160</c:v>
                </c:pt>
                <c:pt idx="1720">
                  <c:v>43159</c:v>
                </c:pt>
                <c:pt idx="1721">
                  <c:v>43158</c:v>
                </c:pt>
                <c:pt idx="1722">
                  <c:v>43157</c:v>
                </c:pt>
                <c:pt idx="1723">
                  <c:v>43154</c:v>
                </c:pt>
                <c:pt idx="1724">
                  <c:v>43153</c:v>
                </c:pt>
                <c:pt idx="1725">
                  <c:v>43152</c:v>
                </c:pt>
                <c:pt idx="1726">
                  <c:v>43151</c:v>
                </c:pt>
                <c:pt idx="1727">
                  <c:v>43149</c:v>
                </c:pt>
                <c:pt idx="1728">
                  <c:v>43147</c:v>
                </c:pt>
                <c:pt idx="1729">
                  <c:v>43146</c:v>
                </c:pt>
                <c:pt idx="1730">
                  <c:v>43145</c:v>
                </c:pt>
                <c:pt idx="1731">
                  <c:v>43143</c:v>
                </c:pt>
                <c:pt idx="1732">
                  <c:v>43140</c:v>
                </c:pt>
                <c:pt idx="1733">
                  <c:v>43139</c:v>
                </c:pt>
                <c:pt idx="1734">
                  <c:v>43138</c:v>
                </c:pt>
                <c:pt idx="1735">
                  <c:v>43137</c:v>
                </c:pt>
                <c:pt idx="1736">
                  <c:v>43136</c:v>
                </c:pt>
                <c:pt idx="1737">
                  <c:v>43133</c:v>
                </c:pt>
                <c:pt idx="1738">
                  <c:v>43132</c:v>
                </c:pt>
                <c:pt idx="1739">
                  <c:v>43131</c:v>
                </c:pt>
                <c:pt idx="1740">
                  <c:v>43130</c:v>
                </c:pt>
                <c:pt idx="1741">
                  <c:v>43129</c:v>
                </c:pt>
                <c:pt idx="1742">
                  <c:v>43125</c:v>
                </c:pt>
                <c:pt idx="1743">
                  <c:v>43124</c:v>
                </c:pt>
                <c:pt idx="1744">
                  <c:v>43123</c:v>
                </c:pt>
                <c:pt idx="1745">
                  <c:v>43122</c:v>
                </c:pt>
                <c:pt idx="1746">
                  <c:v>43119</c:v>
                </c:pt>
                <c:pt idx="1747">
                  <c:v>43118</c:v>
                </c:pt>
                <c:pt idx="1748">
                  <c:v>43117</c:v>
                </c:pt>
                <c:pt idx="1749">
                  <c:v>43116</c:v>
                </c:pt>
                <c:pt idx="1750">
                  <c:v>43115</c:v>
                </c:pt>
                <c:pt idx="1751">
                  <c:v>43112</c:v>
                </c:pt>
                <c:pt idx="1752">
                  <c:v>43111</c:v>
                </c:pt>
                <c:pt idx="1753">
                  <c:v>43110</c:v>
                </c:pt>
                <c:pt idx="1754">
                  <c:v>43109</c:v>
                </c:pt>
                <c:pt idx="1755">
                  <c:v>43108</c:v>
                </c:pt>
                <c:pt idx="1756">
                  <c:v>43105</c:v>
                </c:pt>
                <c:pt idx="1757">
                  <c:v>43104</c:v>
                </c:pt>
                <c:pt idx="1758">
                  <c:v>43103</c:v>
                </c:pt>
                <c:pt idx="1759">
                  <c:v>43102</c:v>
                </c:pt>
                <c:pt idx="1760">
                  <c:v>43101</c:v>
                </c:pt>
                <c:pt idx="1761">
                  <c:v>43098</c:v>
                </c:pt>
                <c:pt idx="1762">
                  <c:v>43097</c:v>
                </c:pt>
                <c:pt idx="1763">
                  <c:v>43096</c:v>
                </c:pt>
                <c:pt idx="1764">
                  <c:v>43095</c:v>
                </c:pt>
                <c:pt idx="1765">
                  <c:v>43091</c:v>
                </c:pt>
                <c:pt idx="1766">
                  <c:v>43090</c:v>
                </c:pt>
                <c:pt idx="1767">
                  <c:v>43089</c:v>
                </c:pt>
                <c:pt idx="1768">
                  <c:v>43088</c:v>
                </c:pt>
                <c:pt idx="1769">
                  <c:v>43087</c:v>
                </c:pt>
                <c:pt idx="1770">
                  <c:v>43085</c:v>
                </c:pt>
                <c:pt idx="1771">
                  <c:v>43084</c:v>
                </c:pt>
                <c:pt idx="1772">
                  <c:v>43083</c:v>
                </c:pt>
                <c:pt idx="1773">
                  <c:v>43082</c:v>
                </c:pt>
                <c:pt idx="1774">
                  <c:v>43081</c:v>
                </c:pt>
                <c:pt idx="1775">
                  <c:v>43080</c:v>
                </c:pt>
                <c:pt idx="1776">
                  <c:v>43077</c:v>
                </c:pt>
                <c:pt idx="1777">
                  <c:v>43076</c:v>
                </c:pt>
                <c:pt idx="1778">
                  <c:v>43075</c:v>
                </c:pt>
                <c:pt idx="1779">
                  <c:v>43074</c:v>
                </c:pt>
                <c:pt idx="1780">
                  <c:v>43073</c:v>
                </c:pt>
                <c:pt idx="1781">
                  <c:v>43069</c:v>
                </c:pt>
                <c:pt idx="1782">
                  <c:v>43068</c:v>
                </c:pt>
                <c:pt idx="1783">
                  <c:v>43067</c:v>
                </c:pt>
                <c:pt idx="1784">
                  <c:v>43066</c:v>
                </c:pt>
                <c:pt idx="1785">
                  <c:v>43063</c:v>
                </c:pt>
                <c:pt idx="1786">
                  <c:v>43062</c:v>
                </c:pt>
                <c:pt idx="1787">
                  <c:v>43061</c:v>
                </c:pt>
                <c:pt idx="1788">
                  <c:v>43060</c:v>
                </c:pt>
                <c:pt idx="1789">
                  <c:v>43059</c:v>
                </c:pt>
                <c:pt idx="1790">
                  <c:v>43056</c:v>
                </c:pt>
                <c:pt idx="1791">
                  <c:v>43055</c:v>
                </c:pt>
                <c:pt idx="1792">
                  <c:v>43054</c:v>
                </c:pt>
                <c:pt idx="1793">
                  <c:v>43053</c:v>
                </c:pt>
                <c:pt idx="1794">
                  <c:v>43052</c:v>
                </c:pt>
                <c:pt idx="1795">
                  <c:v>43049</c:v>
                </c:pt>
                <c:pt idx="1796">
                  <c:v>43048</c:v>
                </c:pt>
                <c:pt idx="1797">
                  <c:v>43047</c:v>
                </c:pt>
                <c:pt idx="1798">
                  <c:v>43046</c:v>
                </c:pt>
                <c:pt idx="1799">
                  <c:v>43045</c:v>
                </c:pt>
                <c:pt idx="1800">
                  <c:v>43042</c:v>
                </c:pt>
                <c:pt idx="1801">
                  <c:v>43041</c:v>
                </c:pt>
                <c:pt idx="1802">
                  <c:v>43040</c:v>
                </c:pt>
                <c:pt idx="1803">
                  <c:v>43039</c:v>
                </c:pt>
                <c:pt idx="1804">
                  <c:v>43038</c:v>
                </c:pt>
                <c:pt idx="1805">
                  <c:v>43037</c:v>
                </c:pt>
                <c:pt idx="1806">
                  <c:v>43035</c:v>
                </c:pt>
                <c:pt idx="1807">
                  <c:v>43034</c:v>
                </c:pt>
                <c:pt idx="1808">
                  <c:v>43033</c:v>
                </c:pt>
                <c:pt idx="1809">
                  <c:v>43032</c:v>
                </c:pt>
                <c:pt idx="1810">
                  <c:v>43031</c:v>
                </c:pt>
                <c:pt idx="1811">
                  <c:v>43030</c:v>
                </c:pt>
                <c:pt idx="1812">
                  <c:v>43026</c:v>
                </c:pt>
                <c:pt idx="1813">
                  <c:v>43025</c:v>
                </c:pt>
                <c:pt idx="1814">
                  <c:v>43024</c:v>
                </c:pt>
                <c:pt idx="1815">
                  <c:v>43021</c:v>
                </c:pt>
                <c:pt idx="1816">
                  <c:v>43020</c:v>
                </c:pt>
                <c:pt idx="1817">
                  <c:v>43019</c:v>
                </c:pt>
                <c:pt idx="1818">
                  <c:v>43018</c:v>
                </c:pt>
                <c:pt idx="1819">
                  <c:v>43017</c:v>
                </c:pt>
                <c:pt idx="1820">
                  <c:v>43014</c:v>
                </c:pt>
                <c:pt idx="1821">
                  <c:v>43013</c:v>
                </c:pt>
                <c:pt idx="1822">
                  <c:v>43012</c:v>
                </c:pt>
                <c:pt idx="1823">
                  <c:v>43011</c:v>
                </c:pt>
                <c:pt idx="1824">
                  <c:v>43007</c:v>
                </c:pt>
                <c:pt idx="1825">
                  <c:v>43006</c:v>
                </c:pt>
                <c:pt idx="1826">
                  <c:v>43005</c:v>
                </c:pt>
                <c:pt idx="1827">
                  <c:v>43004</c:v>
                </c:pt>
                <c:pt idx="1828">
                  <c:v>43003</c:v>
                </c:pt>
                <c:pt idx="1829">
                  <c:v>43000</c:v>
                </c:pt>
                <c:pt idx="1830">
                  <c:v>42999</c:v>
                </c:pt>
                <c:pt idx="1831">
                  <c:v>42998</c:v>
                </c:pt>
                <c:pt idx="1832">
                  <c:v>42997</c:v>
                </c:pt>
                <c:pt idx="1833">
                  <c:v>42996</c:v>
                </c:pt>
                <c:pt idx="1834">
                  <c:v>42993</c:v>
                </c:pt>
                <c:pt idx="1835">
                  <c:v>42992</c:v>
                </c:pt>
                <c:pt idx="1836">
                  <c:v>42991</c:v>
                </c:pt>
                <c:pt idx="1837">
                  <c:v>42990</c:v>
                </c:pt>
                <c:pt idx="1838">
                  <c:v>42989</c:v>
                </c:pt>
                <c:pt idx="1839">
                  <c:v>42986</c:v>
                </c:pt>
                <c:pt idx="1840">
                  <c:v>42985</c:v>
                </c:pt>
                <c:pt idx="1841">
                  <c:v>42984</c:v>
                </c:pt>
                <c:pt idx="1842">
                  <c:v>42983</c:v>
                </c:pt>
                <c:pt idx="1843">
                  <c:v>42982</c:v>
                </c:pt>
                <c:pt idx="1844">
                  <c:v>42979</c:v>
                </c:pt>
                <c:pt idx="1845">
                  <c:v>42978</c:v>
                </c:pt>
                <c:pt idx="1846">
                  <c:v>42977</c:v>
                </c:pt>
                <c:pt idx="1847">
                  <c:v>42976</c:v>
                </c:pt>
                <c:pt idx="1848">
                  <c:v>42975</c:v>
                </c:pt>
                <c:pt idx="1849">
                  <c:v>42971</c:v>
                </c:pt>
                <c:pt idx="1850">
                  <c:v>42970</c:v>
                </c:pt>
                <c:pt idx="1851">
                  <c:v>42969</c:v>
                </c:pt>
                <c:pt idx="1852">
                  <c:v>42968</c:v>
                </c:pt>
                <c:pt idx="1853">
                  <c:v>42965</c:v>
                </c:pt>
                <c:pt idx="1854">
                  <c:v>42963</c:v>
                </c:pt>
                <c:pt idx="1855">
                  <c:v>42961</c:v>
                </c:pt>
                <c:pt idx="1856">
                  <c:v>42958</c:v>
                </c:pt>
                <c:pt idx="1857">
                  <c:v>42957</c:v>
                </c:pt>
                <c:pt idx="1858">
                  <c:v>42956</c:v>
                </c:pt>
                <c:pt idx="1859">
                  <c:v>42955</c:v>
                </c:pt>
                <c:pt idx="1860">
                  <c:v>42954</c:v>
                </c:pt>
                <c:pt idx="1861">
                  <c:v>42953</c:v>
                </c:pt>
                <c:pt idx="1862">
                  <c:v>42951</c:v>
                </c:pt>
                <c:pt idx="1863">
                  <c:v>42950</c:v>
                </c:pt>
                <c:pt idx="1864">
                  <c:v>42949</c:v>
                </c:pt>
                <c:pt idx="1865">
                  <c:v>42948</c:v>
                </c:pt>
                <c:pt idx="1866">
                  <c:v>42947</c:v>
                </c:pt>
                <c:pt idx="1867">
                  <c:v>42944</c:v>
                </c:pt>
                <c:pt idx="1868">
                  <c:v>42943</c:v>
                </c:pt>
                <c:pt idx="1869">
                  <c:v>42942</c:v>
                </c:pt>
                <c:pt idx="1870">
                  <c:v>42941</c:v>
                </c:pt>
                <c:pt idx="1871">
                  <c:v>42940</c:v>
                </c:pt>
                <c:pt idx="1872">
                  <c:v>42937</c:v>
                </c:pt>
                <c:pt idx="1873">
                  <c:v>42936</c:v>
                </c:pt>
                <c:pt idx="1874">
                  <c:v>42935</c:v>
                </c:pt>
                <c:pt idx="1875">
                  <c:v>42934</c:v>
                </c:pt>
                <c:pt idx="1876">
                  <c:v>42933</c:v>
                </c:pt>
                <c:pt idx="1877">
                  <c:v>42932</c:v>
                </c:pt>
                <c:pt idx="1878">
                  <c:v>42930</c:v>
                </c:pt>
                <c:pt idx="1879">
                  <c:v>42929</c:v>
                </c:pt>
                <c:pt idx="1880">
                  <c:v>42928</c:v>
                </c:pt>
                <c:pt idx="1881">
                  <c:v>42927</c:v>
                </c:pt>
                <c:pt idx="1882">
                  <c:v>42926</c:v>
                </c:pt>
                <c:pt idx="1883">
                  <c:v>42923</c:v>
                </c:pt>
                <c:pt idx="1884">
                  <c:v>42922</c:v>
                </c:pt>
                <c:pt idx="1885">
                  <c:v>42921</c:v>
                </c:pt>
                <c:pt idx="1886">
                  <c:v>42920</c:v>
                </c:pt>
                <c:pt idx="1887">
                  <c:v>42919</c:v>
                </c:pt>
                <c:pt idx="1888">
                  <c:v>42918</c:v>
                </c:pt>
                <c:pt idx="1889">
                  <c:v>42917</c:v>
                </c:pt>
                <c:pt idx="1890">
                  <c:v>42916</c:v>
                </c:pt>
                <c:pt idx="1891">
                  <c:v>42915</c:v>
                </c:pt>
                <c:pt idx="1892">
                  <c:v>42914</c:v>
                </c:pt>
                <c:pt idx="1893">
                  <c:v>42913</c:v>
                </c:pt>
                <c:pt idx="1894">
                  <c:v>42911</c:v>
                </c:pt>
                <c:pt idx="1895">
                  <c:v>42909</c:v>
                </c:pt>
                <c:pt idx="1896">
                  <c:v>42908</c:v>
                </c:pt>
                <c:pt idx="1897">
                  <c:v>42907</c:v>
                </c:pt>
                <c:pt idx="1898">
                  <c:v>42906</c:v>
                </c:pt>
                <c:pt idx="1899">
                  <c:v>42905</c:v>
                </c:pt>
                <c:pt idx="1900">
                  <c:v>42902</c:v>
                </c:pt>
                <c:pt idx="1901">
                  <c:v>42901</c:v>
                </c:pt>
                <c:pt idx="1902">
                  <c:v>42900</c:v>
                </c:pt>
                <c:pt idx="1903">
                  <c:v>42899</c:v>
                </c:pt>
                <c:pt idx="1904">
                  <c:v>42898</c:v>
                </c:pt>
                <c:pt idx="1905">
                  <c:v>42895</c:v>
                </c:pt>
                <c:pt idx="1906">
                  <c:v>42894</c:v>
                </c:pt>
                <c:pt idx="1907">
                  <c:v>42893</c:v>
                </c:pt>
                <c:pt idx="1908">
                  <c:v>42892</c:v>
                </c:pt>
                <c:pt idx="1909">
                  <c:v>42891</c:v>
                </c:pt>
                <c:pt idx="1910">
                  <c:v>42888</c:v>
                </c:pt>
                <c:pt idx="1911">
                  <c:v>42887</c:v>
                </c:pt>
                <c:pt idx="1912">
                  <c:v>42886</c:v>
                </c:pt>
                <c:pt idx="1913">
                  <c:v>42885</c:v>
                </c:pt>
                <c:pt idx="1914">
                  <c:v>42884</c:v>
                </c:pt>
                <c:pt idx="1915">
                  <c:v>42881</c:v>
                </c:pt>
                <c:pt idx="1916">
                  <c:v>42880</c:v>
                </c:pt>
                <c:pt idx="1917">
                  <c:v>42879</c:v>
                </c:pt>
                <c:pt idx="1918">
                  <c:v>42878</c:v>
                </c:pt>
                <c:pt idx="1919">
                  <c:v>42877</c:v>
                </c:pt>
                <c:pt idx="1920">
                  <c:v>42874</c:v>
                </c:pt>
                <c:pt idx="1921">
                  <c:v>42873</c:v>
                </c:pt>
                <c:pt idx="1922">
                  <c:v>42872</c:v>
                </c:pt>
                <c:pt idx="1923">
                  <c:v>42871</c:v>
                </c:pt>
                <c:pt idx="1924">
                  <c:v>42870</c:v>
                </c:pt>
                <c:pt idx="1925">
                  <c:v>42867</c:v>
                </c:pt>
                <c:pt idx="1926">
                  <c:v>42866</c:v>
                </c:pt>
                <c:pt idx="1927">
                  <c:v>42864</c:v>
                </c:pt>
                <c:pt idx="1928">
                  <c:v>42863</c:v>
                </c:pt>
                <c:pt idx="1929">
                  <c:v>42862</c:v>
                </c:pt>
                <c:pt idx="1930">
                  <c:v>42860</c:v>
                </c:pt>
                <c:pt idx="1931">
                  <c:v>42859</c:v>
                </c:pt>
                <c:pt idx="1932">
                  <c:v>42858</c:v>
                </c:pt>
                <c:pt idx="1933">
                  <c:v>42857</c:v>
                </c:pt>
                <c:pt idx="1934">
                  <c:v>42853</c:v>
                </c:pt>
                <c:pt idx="1935">
                  <c:v>42852</c:v>
                </c:pt>
                <c:pt idx="1936">
                  <c:v>42851</c:v>
                </c:pt>
                <c:pt idx="1937">
                  <c:v>42850</c:v>
                </c:pt>
                <c:pt idx="1938">
                  <c:v>42849</c:v>
                </c:pt>
                <c:pt idx="1939">
                  <c:v>42847</c:v>
                </c:pt>
                <c:pt idx="1940">
                  <c:v>42846</c:v>
                </c:pt>
                <c:pt idx="1941">
                  <c:v>42845</c:v>
                </c:pt>
                <c:pt idx="1942">
                  <c:v>42844</c:v>
                </c:pt>
                <c:pt idx="1943">
                  <c:v>42843</c:v>
                </c:pt>
                <c:pt idx="1944">
                  <c:v>42842</c:v>
                </c:pt>
                <c:pt idx="1945">
                  <c:v>42838</c:v>
                </c:pt>
                <c:pt idx="1946">
                  <c:v>42837</c:v>
                </c:pt>
                <c:pt idx="1947">
                  <c:v>42836</c:v>
                </c:pt>
                <c:pt idx="1948">
                  <c:v>42835</c:v>
                </c:pt>
                <c:pt idx="1949">
                  <c:v>42832</c:v>
                </c:pt>
                <c:pt idx="1950">
                  <c:v>42831</c:v>
                </c:pt>
                <c:pt idx="1951">
                  <c:v>42830</c:v>
                </c:pt>
                <c:pt idx="1952">
                  <c:v>42828</c:v>
                </c:pt>
                <c:pt idx="1953">
                  <c:v>42825</c:v>
                </c:pt>
                <c:pt idx="1954">
                  <c:v>42824</c:v>
                </c:pt>
                <c:pt idx="1955">
                  <c:v>42823</c:v>
                </c:pt>
                <c:pt idx="1956">
                  <c:v>42821</c:v>
                </c:pt>
                <c:pt idx="1957">
                  <c:v>42820</c:v>
                </c:pt>
                <c:pt idx="1958">
                  <c:v>42818</c:v>
                </c:pt>
                <c:pt idx="1959">
                  <c:v>42817</c:v>
                </c:pt>
                <c:pt idx="1960">
                  <c:v>42816</c:v>
                </c:pt>
                <c:pt idx="1961">
                  <c:v>42815</c:v>
                </c:pt>
                <c:pt idx="1962">
                  <c:v>42814</c:v>
                </c:pt>
                <c:pt idx="1963">
                  <c:v>42812</c:v>
                </c:pt>
                <c:pt idx="1964">
                  <c:v>42811</c:v>
                </c:pt>
                <c:pt idx="1965">
                  <c:v>42810</c:v>
                </c:pt>
                <c:pt idx="1966">
                  <c:v>42809</c:v>
                </c:pt>
                <c:pt idx="1967">
                  <c:v>42808</c:v>
                </c:pt>
                <c:pt idx="1968">
                  <c:v>42804</c:v>
                </c:pt>
                <c:pt idx="1969">
                  <c:v>42803</c:v>
                </c:pt>
                <c:pt idx="1970">
                  <c:v>42802</c:v>
                </c:pt>
                <c:pt idx="1971">
                  <c:v>42801</c:v>
                </c:pt>
                <c:pt idx="1972">
                  <c:v>42800</c:v>
                </c:pt>
                <c:pt idx="1973">
                  <c:v>42797</c:v>
                </c:pt>
                <c:pt idx="1974">
                  <c:v>42796</c:v>
                </c:pt>
                <c:pt idx="1975">
                  <c:v>42795</c:v>
                </c:pt>
                <c:pt idx="1976">
                  <c:v>42794</c:v>
                </c:pt>
                <c:pt idx="1977">
                  <c:v>42793</c:v>
                </c:pt>
                <c:pt idx="1978">
                  <c:v>42789</c:v>
                </c:pt>
                <c:pt idx="1979">
                  <c:v>42788</c:v>
                </c:pt>
                <c:pt idx="1980">
                  <c:v>42786</c:v>
                </c:pt>
                <c:pt idx="1981">
                  <c:v>42783</c:v>
                </c:pt>
                <c:pt idx="1982">
                  <c:v>42782</c:v>
                </c:pt>
                <c:pt idx="1983">
                  <c:v>42781</c:v>
                </c:pt>
                <c:pt idx="1984">
                  <c:v>42780</c:v>
                </c:pt>
                <c:pt idx="1985">
                  <c:v>42779</c:v>
                </c:pt>
                <c:pt idx="1986">
                  <c:v>42776</c:v>
                </c:pt>
                <c:pt idx="1987">
                  <c:v>42775</c:v>
                </c:pt>
                <c:pt idx="1988">
                  <c:v>42774</c:v>
                </c:pt>
                <c:pt idx="1989">
                  <c:v>42773</c:v>
                </c:pt>
                <c:pt idx="1990">
                  <c:v>42772</c:v>
                </c:pt>
                <c:pt idx="1991">
                  <c:v>42769</c:v>
                </c:pt>
                <c:pt idx="1992">
                  <c:v>42768</c:v>
                </c:pt>
                <c:pt idx="1993">
                  <c:v>42767</c:v>
                </c:pt>
                <c:pt idx="1994">
                  <c:v>42766</c:v>
                </c:pt>
                <c:pt idx="1995">
                  <c:v>42765</c:v>
                </c:pt>
                <c:pt idx="1996">
                  <c:v>42762</c:v>
                </c:pt>
                <c:pt idx="1997">
                  <c:v>42760</c:v>
                </c:pt>
                <c:pt idx="1998">
                  <c:v>42759</c:v>
                </c:pt>
                <c:pt idx="1999">
                  <c:v>42758</c:v>
                </c:pt>
                <c:pt idx="2000">
                  <c:v>42755</c:v>
                </c:pt>
                <c:pt idx="2001">
                  <c:v>42754</c:v>
                </c:pt>
                <c:pt idx="2002">
                  <c:v>42753</c:v>
                </c:pt>
                <c:pt idx="2003">
                  <c:v>42752</c:v>
                </c:pt>
                <c:pt idx="2004">
                  <c:v>42751</c:v>
                </c:pt>
                <c:pt idx="2005">
                  <c:v>42748</c:v>
                </c:pt>
                <c:pt idx="2006">
                  <c:v>42747</c:v>
                </c:pt>
                <c:pt idx="2007">
                  <c:v>42746</c:v>
                </c:pt>
                <c:pt idx="2008">
                  <c:v>42745</c:v>
                </c:pt>
                <c:pt idx="2009">
                  <c:v>42744</c:v>
                </c:pt>
                <c:pt idx="2010">
                  <c:v>42741</c:v>
                </c:pt>
                <c:pt idx="2011">
                  <c:v>42740</c:v>
                </c:pt>
                <c:pt idx="2012">
                  <c:v>42739</c:v>
                </c:pt>
                <c:pt idx="2013">
                  <c:v>42738</c:v>
                </c:pt>
                <c:pt idx="2014">
                  <c:v>42737</c:v>
                </c:pt>
                <c:pt idx="2015">
                  <c:v>42734</c:v>
                </c:pt>
                <c:pt idx="2016">
                  <c:v>42733</c:v>
                </c:pt>
                <c:pt idx="2017">
                  <c:v>42732</c:v>
                </c:pt>
                <c:pt idx="2018">
                  <c:v>42731</c:v>
                </c:pt>
                <c:pt idx="2019">
                  <c:v>42730</c:v>
                </c:pt>
                <c:pt idx="2020">
                  <c:v>42727</c:v>
                </c:pt>
                <c:pt idx="2021">
                  <c:v>42726</c:v>
                </c:pt>
                <c:pt idx="2022">
                  <c:v>42725</c:v>
                </c:pt>
                <c:pt idx="2023">
                  <c:v>42724</c:v>
                </c:pt>
                <c:pt idx="2024">
                  <c:v>42723</c:v>
                </c:pt>
                <c:pt idx="2025">
                  <c:v>42720</c:v>
                </c:pt>
                <c:pt idx="2026">
                  <c:v>42719</c:v>
                </c:pt>
                <c:pt idx="2027">
                  <c:v>42718</c:v>
                </c:pt>
                <c:pt idx="2028">
                  <c:v>42717</c:v>
                </c:pt>
                <c:pt idx="2029">
                  <c:v>42713</c:v>
                </c:pt>
                <c:pt idx="2030">
                  <c:v>42712</c:v>
                </c:pt>
                <c:pt idx="2031">
                  <c:v>42711</c:v>
                </c:pt>
                <c:pt idx="2032">
                  <c:v>42710</c:v>
                </c:pt>
                <c:pt idx="2033">
                  <c:v>42709</c:v>
                </c:pt>
                <c:pt idx="2034">
                  <c:v>42706</c:v>
                </c:pt>
                <c:pt idx="2035">
                  <c:v>42705</c:v>
                </c:pt>
                <c:pt idx="2036">
                  <c:v>42704</c:v>
                </c:pt>
                <c:pt idx="2037">
                  <c:v>42703</c:v>
                </c:pt>
                <c:pt idx="2038">
                  <c:v>42702</c:v>
                </c:pt>
                <c:pt idx="2039">
                  <c:v>42699</c:v>
                </c:pt>
                <c:pt idx="2040">
                  <c:v>42698</c:v>
                </c:pt>
                <c:pt idx="2041">
                  <c:v>42697</c:v>
                </c:pt>
                <c:pt idx="2042">
                  <c:v>42696</c:v>
                </c:pt>
                <c:pt idx="2043">
                  <c:v>42695</c:v>
                </c:pt>
                <c:pt idx="2044">
                  <c:v>42692</c:v>
                </c:pt>
                <c:pt idx="2045">
                  <c:v>42691</c:v>
                </c:pt>
                <c:pt idx="2046">
                  <c:v>42690</c:v>
                </c:pt>
                <c:pt idx="2047">
                  <c:v>42689</c:v>
                </c:pt>
                <c:pt idx="2048">
                  <c:v>42685</c:v>
                </c:pt>
                <c:pt idx="2049">
                  <c:v>42684</c:v>
                </c:pt>
                <c:pt idx="2050">
                  <c:v>42683</c:v>
                </c:pt>
                <c:pt idx="2051">
                  <c:v>42682</c:v>
                </c:pt>
                <c:pt idx="2052">
                  <c:v>42681</c:v>
                </c:pt>
                <c:pt idx="2053">
                  <c:v>42678</c:v>
                </c:pt>
                <c:pt idx="2054">
                  <c:v>42677</c:v>
                </c:pt>
                <c:pt idx="2055">
                  <c:v>42676</c:v>
                </c:pt>
                <c:pt idx="2056">
                  <c:v>42675</c:v>
                </c:pt>
                <c:pt idx="2057">
                  <c:v>42671</c:v>
                </c:pt>
                <c:pt idx="2058">
                  <c:v>42670</c:v>
                </c:pt>
                <c:pt idx="2059">
                  <c:v>42669</c:v>
                </c:pt>
                <c:pt idx="2060">
                  <c:v>42668</c:v>
                </c:pt>
                <c:pt idx="2061">
                  <c:v>42667</c:v>
                </c:pt>
                <c:pt idx="2062">
                  <c:v>42664</c:v>
                </c:pt>
                <c:pt idx="2063">
                  <c:v>42663</c:v>
                </c:pt>
                <c:pt idx="2064">
                  <c:v>42662</c:v>
                </c:pt>
                <c:pt idx="2065">
                  <c:v>42661</c:v>
                </c:pt>
                <c:pt idx="2066">
                  <c:v>42660</c:v>
                </c:pt>
                <c:pt idx="2067">
                  <c:v>42658</c:v>
                </c:pt>
                <c:pt idx="2068">
                  <c:v>42657</c:v>
                </c:pt>
                <c:pt idx="2069">
                  <c:v>42656</c:v>
                </c:pt>
                <c:pt idx="2070">
                  <c:v>42653</c:v>
                </c:pt>
                <c:pt idx="2071">
                  <c:v>42650</c:v>
                </c:pt>
                <c:pt idx="2072">
                  <c:v>42649</c:v>
                </c:pt>
                <c:pt idx="2073">
                  <c:v>42648</c:v>
                </c:pt>
                <c:pt idx="2074">
                  <c:v>42647</c:v>
                </c:pt>
                <c:pt idx="2075">
                  <c:v>42646</c:v>
                </c:pt>
                <c:pt idx="2076">
                  <c:v>42643</c:v>
                </c:pt>
                <c:pt idx="2077">
                  <c:v>42642</c:v>
                </c:pt>
                <c:pt idx="2078">
                  <c:v>42641</c:v>
                </c:pt>
                <c:pt idx="2079">
                  <c:v>42640</c:v>
                </c:pt>
                <c:pt idx="2080">
                  <c:v>42639</c:v>
                </c:pt>
                <c:pt idx="2081">
                  <c:v>42638</c:v>
                </c:pt>
                <c:pt idx="2082">
                  <c:v>42637</c:v>
                </c:pt>
                <c:pt idx="2083">
                  <c:v>42636</c:v>
                </c:pt>
                <c:pt idx="2084">
                  <c:v>42635</c:v>
                </c:pt>
                <c:pt idx="2085">
                  <c:v>42634</c:v>
                </c:pt>
                <c:pt idx="2086">
                  <c:v>42633</c:v>
                </c:pt>
                <c:pt idx="2087">
                  <c:v>42632</c:v>
                </c:pt>
                <c:pt idx="2088">
                  <c:v>42630</c:v>
                </c:pt>
                <c:pt idx="2089">
                  <c:v>42629</c:v>
                </c:pt>
                <c:pt idx="2090">
                  <c:v>42628</c:v>
                </c:pt>
                <c:pt idx="2091">
                  <c:v>42627</c:v>
                </c:pt>
                <c:pt idx="2092">
                  <c:v>42625</c:v>
                </c:pt>
                <c:pt idx="2093">
                  <c:v>42622</c:v>
                </c:pt>
                <c:pt idx="2094">
                  <c:v>42621</c:v>
                </c:pt>
                <c:pt idx="2095">
                  <c:v>42620</c:v>
                </c:pt>
                <c:pt idx="2096">
                  <c:v>42619</c:v>
                </c:pt>
                <c:pt idx="2097">
                  <c:v>42615</c:v>
                </c:pt>
                <c:pt idx="2098">
                  <c:v>42614</c:v>
                </c:pt>
                <c:pt idx="2099">
                  <c:v>42613</c:v>
                </c:pt>
                <c:pt idx="2100">
                  <c:v>42612</c:v>
                </c:pt>
                <c:pt idx="2101">
                  <c:v>42611</c:v>
                </c:pt>
                <c:pt idx="2102">
                  <c:v>42608</c:v>
                </c:pt>
                <c:pt idx="2103">
                  <c:v>42607</c:v>
                </c:pt>
                <c:pt idx="2104">
                  <c:v>42606</c:v>
                </c:pt>
                <c:pt idx="2105">
                  <c:v>42605</c:v>
                </c:pt>
                <c:pt idx="2106">
                  <c:v>42604</c:v>
                </c:pt>
                <c:pt idx="2107">
                  <c:v>42601</c:v>
                </c:pt>
                <c:pt idx="2108">
                  <c:v>42600</c:v>
                </c:pt>
                <c:pt idx="2109">
                  <c:v>42598</c:v>
                </c:pt>
                <c:pt idx="2110">
                  <c:v>42596</c:v>
                </c:pt>
                <c:pt idx="2111">
                  <c:v>42595</c:v>
                </c:pt>
                <c:pt idx="2112">
                  <c:v>42594</c:v>
                </c:pt>
                <c:pt idx="2113">
                  <c:v>42593</c:v>
                </c:pt>
                <c:pt idx="2114">
                  <c:v>42592</c:v>
                </c:pt>
                <c:pt idx="2115">
                  <c:v>42591</c:v>
                </c:pt>
                <c:pt idx="2116">
                  <c:v>42590</c:v>
                </c:pt>
                <c:pt idx="2117">
                  <c:v>42588</c:v>
                </c:pt>
                <c:pt idx="2118">
                  <c:v>42587</c:v>
                </c:pt>
                <c:pt idx="2119">
                  <c:v>42586</c:v>
                </c:pt>
                <c:pt idx="2120">
                  <c:v>42585</c:v>
                </c:pt>
                <c:pt idx="2121">
                  <c:v>42584</c:v>
                </c:pt>
                <c:pt idx="2122">
                  <c:v>42583</c:v>
                </c:pt>
                <c:pt idx="2123">
                  <c:v>42580</c:v>
                </c:pt>
                <c:pt idx="2124">
                  <c:v>42579</c:v>
                </c:pt>
                <c:pt idx="2125">
                  <c:v>42578</c:v>
                </c:pt>
                <c:pt idx="2126">
                  <c:v>42577</c:v>
                </c:pt>
                <c:pt idx="2127">
                  <c:v>42576</c:v>
                </c:pt>
                <c:pt idx="2128">
                  <c:v>42573</c:v>
                </c:pt>
                <c:pt idx="2129">
                  <c:v>42572</c:v>
                </c:pt>
                <c:pt idx="2130">
                  <c:v>42571</c:v>
                </c:pt>
                <c:pt idx="2131">
                  <c:v>42570</c:v>
                </c:pt>
                <c:pt idx="2132">
                  <c:v>42569</c:v>
                </c:pt>
                <c:pt idx="2133">
                  <c:v>42566</c:v>
                </c:pt>
                <c:pt idx="2134">
                  <c:v>42565</c:v>
                </c:pt>
                <c:pt idx="2135">
                  <c:v>42564</c:v>
                </c:pt>
                <c:pt idx="2136">
                  <c:v>42563</c:v>
                </c:pt>
                <c:pt idx="2137">
                  <c:v>42562</c:v>
                </c:pt>
                <c:pt idx="2138">
                  <c:v>42559</c:v>
                </c:pt>
                <c:pt idx="2139">
                  <c:v>42558</c:v>
                </c:pt>
                <c:pt idx="2140">
                  <c:v>42556</c:v>
                </c:pt>
                <c:pt idx="2141">
                  <c:v>42555</c:v>
                </c:pt>
                <c:pt idx="2142">
                  <c:v>42552</c:v>
                </c:pt>
                <c:pt idx="2143">
                  <c:v>42551</c:v>
                </c:pt>
                <c:pt idx="2144">
                  <c:v>42550</c:v>
                </c:pt>
                <c:pt idx="2145">
                  <c:v>42549</c:v>
                </c:pt>
                <c:pt idx="2146">
                  <c:v>42548</c:v>
                </c:pt>
                <c:pt idx="2147">
                  <c:v>42545</c:v>
                </c:pt>
                <c:pt idx="2148">
                  <c:v>42544</c:v>
                </c:pt>
                <c:pt idx="2149">
                  <c:v>42543</c:v>
                </c:pt>
                <c:pt idx="2150">
                  <c:v>42542</c:v>
                </c:pt>
                <c:pt idx="2151">
                  <c:v>42541</c:v>
                </c:pt>
                <c:pt idx="2152">
                  <c:v>42538</c:v>
                </c:pt>
                <c:pt idx="2153">
                  <c:v>42537</c:v>
                </c:pt>
                <c:pt idx="2154">
                  <c:v>42536</c:v>
                </c:pt>
                <c:pt idx="2155">
                  <c:v>42535</c:v>
                </c:pt>
                <c:pt idx="2156">
                  <c:v>42534</c:v>
                </c:pt>
                <c:pt idx="2157">
                  <c:v>42531</c:v>
                </c:pt>
                <c:pt idx="2158">
                  <c:v>42530</c:v>
                </c:pt>
                <c:pt idx="2159">
                  <c:v>42529</c:v>
                </c:pt>
                <c:pt idx="2160">
                  <c:v>42528</c:v>
                </c:pt>
                <c:pt idx="2161">
                  <c:v>42527</c:v>
                </c:pt>
                <c:pt idx="2162">
                  <c:v>42524</c:v>
                </c:pt>
                <c:pt idx="2163">
                  <c:v>42523</c:v>
                </c:pt>
                <c:pt idx="2164">
                  <c:v>42522</c:v>
                </c:pt>
                <c:pt idx="2165">
                  <c:v>42521</c:v>
                </c:pt>
                <c:pt idx="2166">
                  <c:v>42520</c:v>
                </c:pt>
                <c:pt idx="2167">
                  <c:v>42517</c:v>
                </c:pt>
                <c:pt idx="2168">
                  <c:v>42516</c:v>
                </c:pt>
                <c:pt idx="2169">
                  <c:v>42515</c:v>
                </c:pt>
                <c:pt idx="2170">
                  <c:v>42514</c:v>
                </c:pt>
                <c:pt idx="2171">
                  <c:v>42513</c:v>
                </c:pt>
                <c:pt idx="2172">
                  <c:v>42510</c:v>
                </c:pt>
                <c:pt idx="2173">
                  <c:v>42509</c:v>
                </c:pt>
                <c:pt idx="2174">
                  <c:v>42508</c:v>
                </c:pt>
                <c:pt idx="2175">
                  <c:v>42507</c:v>
                </c:pt>
                <c:pt idx="2176">
                  <c:v>42506</c:v>
                </c:pt>
                <c:pt idx="2177">
                  <c:v>42503</c:v>
                </c:pt>
                <c:pt idx="2178">
                  <c:v>42502</c:v>
                </c:pt>
                <c:pt idx="2179">
                  <c:v>42501</c:v>
                </c:pt>
                <c:pt idx="2180">
                  <c:v>42500</c:v>
                </c:pt>
                <c:pt idx="2181">
                  <c:v>42499</c:v>
                </c:pt>
                <c:pt idx="2182">
                  <c:v>42496</c:v>
                </c:pt>
                <c:pt idx="2183">
                  <c:v>42495</c:v>
                </c:pt>
                <c:pt idx="2184">
                  <c:v>42494</c:v>
                </c:pt>
                <c:pt idx="2185">
                  <c:v>42493</c:v>
                </c:pt>
                <c:pt idx="2186">
                  <c:v>42492</c:v>
                </c:pt>
                <c:pt idx="2187">
                  <c:v>42489</c:v>
                </c:pt>
                <c:pt idx="2188">
                  <c:v>42488</c:v>
                </c:pt>
                <c:pt idx="2189">
                  <c:v>42487</c:v>
                </c:pt>
                <c:pt idx="2190">
                  <c:v>42486</c:v>
                </c:pt>
                <c:pt idx="2191">
                  <c:v>42485</c:v>
                </c:pt>
                <c:pt idx="2192">
                  <c:v>42482</c:v>
                </c:pt>
                <c:pt idx="2193">
                  <c:v>42481</c:v>
                </c:pt>
                <c:pt idx="2194">
                  <c:v>42480</c:v>
                </c:pt>
                <c:pt idx="2195">
                  <c:v>42478</c:v>
                </c:pt>
                <c:pt idx="2196">
                  <c:v>42473</c:v>
                </c:pt>
                <c:pt idx="2197">
                  <c:v>42472</c:v>
                </c:pt>
                <c:pt idx="2198">
                  <c:v>42471</c:v>
                </c:pt>
                <c:pt idx="2199">
                  <c:v>42467</c:v>
                </c:pt>
                <c:pt idx="2200">
                  <c:v>42466</c:v>
                </c:pt>
                <c:pt idx="2201">
                  <c:v>42465</c:v>
                </c:pt>
                <c:pt idx="2202">
                  <c:v>42464</c:v>
                </c:pt>
                <c:pt idx="2203">
                  <c:v>42460</c:v>
                </c:pt>
                <c:pt idx="2204">
                  <c:v>42459</c:v>
                </c:pt>
                <c:pt idx="2205">
                  <c:v>42458</c:v>
                </c:pt>
                <c:pt idx="2206">
                  <c:v>42457</c:v>
                </c:pt>
                <c:pt idx="2207">
                  <c:v>42452</c:v>
                </c:pt>
                <c:pt idx="2208">
                  <c:v>42451</c:v>
                </c:pt>
                <c:pt idx="2209">
                  <c:v>42450</c:v>
                </c:pt>
                <c:pt idx="2210">
                  <c:v>42447</c:v>
                </c:pt>
                <c:pt idx="2211">
                  <c:v>42446</c:v>
                </c:pt>
                <c:pt idx="2212">
                  <c:v>42445</c:v>
                </c:pt>
                <c:pt idx="2213">
                  <c:v>42444</c:v>
                </c:pt>
                <c:pt idx="2214">
                  <c:v>42443</c:v>
                </c:pt>
                <c:pt idx="2215">
                  <c:v>42440</c:v>
                </c:pt>
                <c:pt idx="2216">
                  <c:v>42439</c:v>
                </c:pt>
                <c:pt idx="2217">
                  <c:v>42438</c:v>
                </c:pt>
                <c:pt idx="2218">
                  <c:v>42437</c:v>
                </c:pt>
                <c:pt idx="2219">
                  <c:v>42433</c:v>
                </c:pt>
                <c:pt idx="2220">
                  <c:v>42432</c:v>
                </c:pt>
                <c:pt idx="2221">
                  <c:v>42431</c:v>
                </c:pt>
                <c:pt idx="2222">
                  <c:v>42430</c:v>
                </c:pt>
                <c:pt idx="2223">
                  <c:v>42429</c:v>
                </c:pt>
                <c:pt idx="2224">
                  <c:v>42426</c:v>
                </c:pt>
                <c:pt idx="2225">
                  <c:v>42425</c:v>
                </c:pt>
                <c:pt idx="2226">
                  <c:v>42424</c:v>
                </c:pt>
                <c:pt idx="2227">
                  <c:v>42423</c:v>
                </c:pt>
                <c:pt idx="2228">
                  <c:v>42422</c:v>
                </c:pt>
                <c:pt idx="2229">
                  <c:v>42418</c:v>
                </c:pt>
                <c:pt idx="2230">
                  <c:v>42417</c:v>
                </c:pt>
                <c:pt idx="2231">
                  <c:v>42416</c:v>
                </c:pt>
                <c:pt idx="2232">
                  <c:v>42415</c:v>
                </c:pt>
                <c:pt idx="2233">
                  <c:v>42414</c:v>
                </c:pt>
                <c:pt idx="2234">
                  <c:v>42412</c:v>
                </c:pt>
                <c:pt idx="2235">
                  <c:v>42411</c:v>
                </c:pt>
                <c:pt idx="2236">
                  <c:v>42410</c:v>
                </c:pt>
                <c:pt idx="2237">
                  <c:v>42409</c:v>
                </c:pt>
                <c:pt idx="2238">
                  <c:v>42408</c:v>
                </c:pt>
                <c:pt idx="2239">
                  <c:v>42405</c:v>
                </c:pt>
                <c:pt idx="2240">
                  <c:v>42404</c:v>
                </c:pt>
                <c:pt idx="2241">
                  <c:v>42403</c:v>
                </c:pt>
                <c:pt idx="2242">
                  <c:v>42402</c:v>
                </c:pt>
                <c:pt idx="2243">
                  <c:v>42401</c:v>
                </c:pt>
                <c:pt idx="2244">
                  <c:v>42398</c:v>
                </c:pt>
                <c:pt idx="2245">
                  <c:v>42397</c:v>
                </c:pt>
                <c:pt idx="2246">
                  <c:v>42396</c:v>
                </c:pt>
                <c:pt idx="2247">
                  <c:v>42394</c:v>
                </c:pt>
                <c:pt idx="2248">
                  <c:v>42391</c:v>
                </c:pt>
                <c:pt idx="2249">
                  <c:v>42390</c:v>
                </c:pt>
                <c:pt idx="2250">
                  <c:v>42389</c:v>
                </c:pt>
                <c:pt idx="2251">
                  <c:v>42388</c:v>
                </c:pt>
                <c:pt idx="2252">
                  <c:v>42387</c:v>
                </c:pt>
                <c:pt idx="2253">
                  <c:v>42384</c:v>
                </c:pt>
                <c:pt idx="2254">
                  <c:v>42383</c:v>
                </c:pt>
                <c:pt idx="2255">
                  <c:v>42382</c:v>
                </c:pt>
                <c:pt idx="2256">
                  <c:v>42381</c:v>
                </c:pt>
                <c:pt idx="2257">
                  <c:v>42380</c:v>
                </c:pt>
                <c:pt idx="2258">
                  <c:v>42379</c:v>
                </c:pt>
                <c:pt idx="2259">
                  <c:v>42377</c:v>
                </c:pt>
                <c:pt idx="2260">
                  <c:v>42376</c:v>
                </c:pt>
                <c:pt idx="2261">
                  <c:v>42375</c:v>
                </c:pt>
                <c:pt idx="2262">
                  <c:v>42374</c:v>
                </c:pt>
                <c:pt idx="2263">
                  <c:v>42373</c:v>
                </c:pt>
                <c:pt idx="2264">
                  <c:v>42370</c:v>
                </c:pt>
                <c:pt idx="2265">
                  <c:v>42369</c:v>
                </c:pt>
                <c:pt idx="2266">
                  <c:v>42368</c:v>
                </c:pt>
                <c:pt idx="2267">
                  <c:v>42367</c:v>
                </c:pt>
                <c:pt idx="2268">
                  <c:v>42366</c:v>
                </c:pt>
                <c:pt idx="2269">
                  <c:v>42361</c:v>
                </c:pt>
                <c:pt idx="2270">
                  <c:v>42360</c:v>
                </c:pt>
                <c:pt idx="2271">
                  <c:v>42359</c:v>
                </c:pt>
                <c:pt idx="2272">
                  <c:v>42356</c:v>
                </c:pt>
                <c:pt idx="2273">
                  <c:v>42355</c:v>
                </c:pt>
                <c:pt idx="2274">
                  <c:v>42354</c:v>
                </c:pt>
                <c:pt idx="2275">
                  <c:v>42353</c:v>
                </c:pt>
                <c:pt idx="2276">
                  <c:v>42352</c:v>
                </c:pt>
                <c:pt idx="2277">
                  <c:v>42349</c:v>
                </c:pt>
                <c:pt idx="2278">
                  <c:v>42348</c:v>
                </c:pt>
                <c:pt idx="2279">
                  <c:v>42347</c:v>
                </c:pt>
                <c:pt idx="2280">
                  <c:v>42346</c:v>
                </c:pt>
                <c:pt idx="2281">
                  <c:v>42345</c:v>
                </c:pt>
                <c:pt idx="2282">
                  <c:v>42342</c:v>
                </c:pt>
                <c:pt idx="2283">
                  <c:v>42341</c:v>
                </c:pt>
                <c:pt idx="2284">
                  <c:v>42340</c:v>
                </c:pt>
                <c:pt idx="2285">
                  <c:v>42339</c:v>
                </c:pt>
                <c:pt idx="2286">
                  <c:v>42338</c:v>
                </c:pt>
                <c:pt idx="2287">
                  <c:v>42335</c:v>
                </c:pt>
                <c:pt idx="2288">
                  <c:v>42334</c:v>
                </c:pt>
                <c:pt idx="2289">
                  <c:v>42332</c:v>
                </c:pt>
                <c:pt idx="2290">
                  <c:v>42331</c:v>
                </c:pt>
                <c:pt idx="2291">
                  <c:v>42330</c:v>
                </c:pt>
                <c:pt idx="2292">
                  <c:v>42328</c:v>
                </c:pt>
                <c:pt idx="2293">
                  <c:v>42327</c:v>
                </c:pt>
                <c:pt idx="2294">
                  <c:v>42326</c:v>
                </c:pt>
                <c:pt idx="2295">
                  <c:v>42325</c:v>
                </c:pt>
                <c:pt idx="2296">
                  <c:v>42324</c:v>
                </c:pt>
                <c:pt idx="2297">
                  <c:v>42321</c:v>
                </c:pt>
                <c:pt idx="2298">
                  <c:v>42318</c:v>
                </c:pt>
                <c:pt idx="2299">
                  <c:v>42317</c:v>
                </c:pt>
                <c:pt idx="2300">
                  <c:v>42314</c:v>
                </c:pt>
                <c:pt idx="2301">
                  <c:v>42313</c:v>
                </c:pt>
                <c:pt idx="2302">
                  <c:v>42312</c:v>
                </c:pt>
                <c:pt idx="2303">
                  <c:v>42311</c:v>
                </c:pt>
                <c:pt idx="2304">
                  <c:v>42310</c:v>
                </c:pt>
                <c:pt idx="2305">
                  <c:v>42307</c:v>
                </c:pt>
                <c:pt idx="2306">
                  <c:v>42306</c:v>
                </c:pt>
                <c:pt idx="2307">
                  <c:v>42305</c:v>
                </c:pt>
                <c:pt idx="2308">
                  <c:v>42304</c:v>
                </c:pt>
                <c:pt idx="2309">
                  <c:v>42303</c:v>
                </c:pt>
                <c:pt idx="2310">
                  <c:v>42300</c:v>
                </c:pt>
                <c:pt idx="2311">
                  <c:v>42298</c:v>
                </c:pt>
                <c:pt idx="2312">
                  <c:v>42297</c:v>
                </c:pt>
                <c:pt idx="2313">
                  <c:v>42296</c:v>
                </c:pt>
                <c:pt idx="2314">
                  <c:v>42295</c:v>
                </c:pt>
                <c:pt idx="2315">
                  <c:v>42293</c:v>
                </c:pt>
                <c:pt idx="2316">
                  <c:v>42292</c:v>
                </c:pt>
                <c:pt idx="2317">
                  <c:v>42291</c:v>
                </c:pt>
                <c:pt idx="2318">
                  <c:v>42290</c:v>
                </c:pt>
                <c:pt idx="2319">
                  <c:v>42289</c:v>
                </c:pt>
                <c:pt idx="2320">
                  <c:v>42286</c:v>
                </c:pt>
                <c:pt idx="2321">
                  <c:v>42285</c:v>
                </c:pt>
                <c:pt idx="2322">
                  <c:v>42284</c:v>
                </c:pt>
                <c:pt idx="2323">
                  <c:v>42283</c:v>
                </c:pt>
                <c:pt idx="2324">
                  <c:v>42282</c:v>
                </c:pt>
                <c:pt idx="2325">
                  <c:v>42280</c:v>
                </c:pt>
                <c:pt idx="2326">
                  <c:v>42278</c:v>
                </c:pt>
                <c:pt idx="2327">
                  <c:v>42277</c:v>
                </c:pt>
                <c:pt idx="2328">
                  <c:v>42276</c:v>
                </c:pt>
                <c:pt idx="2329">
                  <c:v>42275</c:v>
                </c:pt>
                <c:pt idx="2330">
                  <c:v>42274</c:v>
                </c:pt>
                <c:pt idx="2331">
                  <c:v>42271</c:v>
                </c:pt>
                <c:pt idx="2332">
                  <c:v>42270</c:v>
                </c:pt>
                <c:pt idx="2333">
                  <c:v>42269</c:v>
                </c:pt>
                <c:pt idx="2334">
                  <c:v>42268</c:v>
                </c:pt>
                <c:pt idx="2335">
                  <c:v>42265</c:v>
                </c:pt>
                <c:pt idx="2336">
                  <c:v>42263</c:v>
                </c:pt>
                <c:pt idx="2337">
                  <c:v>42262</c:v>
                </c:pt>
                <c:pt idx="2338">
                  <c:v>42261</c:v>
                </c:pt>
                <c:pt idx="2339">
                  <c:v>42258</c:v>
                </c:pt>
                <c:pt idx="2340">
                  <c:v>42257</c:v>
                </c:pt>
                <c:pt idx="2341">
                  <c:v>42256</c:v>
                </c:pt>
                <c:pt idx="2342">
                  <c:v>42255</c:v>
                </c:pt>
                <c:pt idx="2343">
                  <c:v>42254</c:v>
                </c:pt>
                <c:pt idx="2344">
                  <c:v>42251</c:v>
                </c:pt>
                <c:pt idx="2345">
                  <c:v>42250</c:v>
                </c:pt>
                <c:pt idx="2346">
                  <c:v>42249</c:v>
                </c:pt>
                <c:pt idx="2347">
                  <c:v>42248</c:v>
                </c:pt>
                <c:pt idx="2348">
                  <c:v>42247</c:v>
                </c:pt>
                <c:pt idx="2349">
                  <c:v>42244</c:v>
                </c:pt>
                <c:pt idx="2350">
                  <c:v>42243</c:v>
                </c:pt>
                <c:pt idx="2351">
                  <c:v>42242</c:v>
                </c:pt>
                <c:pt idx="2352">
                  <c:v>42241</c:v>
                </c:pt>
                <c:pt idx="2353">
                  <c:v>42240</c:v>
                </c:pt>
                <c:pt idx="2354">
                  <c:v>42237</c:v>
                </c:pt>
                <c:pt idx="2355">
                  <c:v>42236</c:v>
                </c:pt>
                <c:pt idx="2356">
                  <c:v>42235</c:v>
                </c:pt>
                <c:pt idx="2357">
                  <c:v>42233</c:v>
                </c:pt>
                <c:pt idx="2358">
                  <c:v>42230</c:v>
                </c:pt>
                <c:pt idx="2359">
                  <c:v>42229</c:v>
                </c:pt>
                <c:pt idx="2360">
                  <c:v>42228</c:v>
                </c:pt>
                <c:pt idx="2361">
                  <c:v>42227</c:v>
                </c:pt>
                <c:pt idx="2362">
                  <c:v>42226</c:v>
                </c:pt>
                <c:pt idx="2363">
                  <c:v>42223</c:v>
                </c:pt>
                <c:pt idx="2364">
                  <c:v>42222</c:v>
                </c:pt>
                <c:pt idx="2365">
                  <c:v>42221</c:v>
                </c:pt>
                <c:pt idx="2366">
                  <c:v>42220</c:v>
                </c:pt>
                <c:pt idx="2367">
                  <c:v>42219</c:v>
                </c:pt>
                <c:pt idx="2368">
                  <c:v>42216</c:v>
                </c:pt>
                <c:pt idx="2369">
                  <c:v>42215</c:v>
                </c:pt>
                <c:pt idx="2370">
                  <c:v>42214</c:v>
                </c:pt>
                <c:pt idx="2371">
                  <c:v>42213</c:v>
                </c:pt>
                <c:pt idx="2372">
                  <c:v>42212</c:v>
                </c:pt>
                <c:pt idx="2373">
                  <c:v>42209</c:v>
                </c:pt>
                <c:pt idx="2374">
                  <c:v>42208</c:v>
                </c:pt>
                <c:pt idx="2375">
                  <c:v>42207</c:v>
                </c:pt>
                <c:pt idx="2376">
                  <c:v>42206</c:v>
                </c:pt>
                <c:pt idx="2377">
                  <c:v>42205</c:v>
                </c:pt>
                <c:pt idx="2378">
                  <c:v>42203</c:v>
                </c:pt>
                <c:pt idx="2379">
                  <c:v>42202</c:v>
                </c:pt>
                <c:pt idx="2380">
                  <c:v>42201</c:v>
                </c:pt>
                <c:pt idx="2381">
                  <c:v>42200</c:v>
                </c:pt>
                <c:pt idx="2382">
                  <c:v>42199</c:v>
                </c:pt>
                <c:pt idx="2383">
                  <c:v>42198</c:v>
                </c:pt>
                <c:pt idx="2384">
                  <c:v>42195</c:v>
                </c:pt>
                <c:pt idx="2385">
                  <c:v>42194</c:v>
                </c:pt>
                <c:pt idx="2386">
                  <c:v>42193</c:v>
                </c:pt>
                <c:pt idx="2387">
                  <c:v>42192</c:v>
                </c:pt>
                <c:pt idx="2388">
                  <c:v>42191</c:v>
                </c:pt>
                <c:pt idx="2389">
                  <c:v>42188</c:v>
                </c:pt>
                <c:pt idx="2390">
                  <c:v>42187</c:v>
                </c:pt>
                <c:pt idx="2391">
                  <c:v>42186</c:v>
                </c:pt>
                <c:pt idx="2392">
                  <c:v>42185</c:v>
                </c:pt>
                <c:pt idx="2393">
                  <c:v>42184</c:v>
                </c:pt>
                <c:pt idx="2394">
                  <c:v>42181</c:v>
                </c:pt>
                <c:pt idx="2395">
                  <c:v>42180</c:v>
                </c:pt>
                <c:pt idx="2396">
                  <c:v>42179</c:v>
                </c:pt>
                <c:pt idx="2397">
                  <c:v>42178</c:v>
                </c:pt>
                <c:pt idx="2398">
                  <c:v>42177</c:v>
                </c:pt>
                <c:pt idx="2399">
                  <c:v>42174</c:v>
                </c:pt>
                <c:pt idx="2400">
                  <c:v>42173</c:v>
                </c:pt>
                <c:pt idx="2401">
                  <c:v>42172</c:v>
                </c:pt>
                <c:pt idx="2402">
                  <c:v>42171</c:v>
                </c:pt>
                <c:pt idx="2403">
                  <c:v>42170</c:v>
                </c:pt>
                <c:pt idx="2404">
                  <c:v>42167</c:v>
                </c:pt>
                <c:pt idx="2405">
                  <c:v>42166</c:v>
                </c:pt>
                <c:pt idx="2406">
                  <c:v>42165</c:v>
                </c:pt>
                <c:pt idx="2407">
                  <c:v>42164</c:v>
                </c:pt>
                <c:pt idx="2408">
                  <c:v>42163</c:v>
                </c:pt>
                <c:pt idx="2409">
                  <c:v>42162</c:v>
                </c:pt>
                <c:pt idx="2410">
                  <c:v>42160</c:v>
                </c:pt>
                <c:pt idx="2411">
                  <c:v>42159</c:v>
                </c:pt>
                <c:pt idx="2412">
                  <c:v>42158</c:v>
                </c:pt>
                <c:pt idx="2413">
                  <c:v>42157</c:v>
                </c:pt>
                <c:pt idx="2414">
                  <c:v>42156</c:v>
                </c:pt>
                <c:pt idx="2415">
                  <c:v>42154</c:v>
                </c:pt>
                <c:pt idx="2416">
                  <c:v>42153</c:v>
                </c:pt>
                <c:pt idx="2417">
                  <c:v>42152</c:v>
                </c:pt>
                <c:pt idx="2418">
                  <c:v>42151</c:v>
                </c:pt>
                <c:pt idx="2419">
                  <c:v>42150</c:v>
                </c:pt>
                <c:pt idx="2420">
                  <c:v>42149</c:v>
                </c:pt>
                <c:pt idx="2421">
                  <c:v>42146</c:v>
                </c:pt>
                <c:pt idx="2422">
                  <c:v>42145</c:v>
                </c:pt>
                <c:pt idx="2423">
                  <c:v>42144</c:v>
                </c:pt>
                <c:pt idx="2424">
                  <c:v>42143</c:v>
                </c:pt>
                <c:pt idx="2425">
                  <c:v>42142</c:v>
                </c:pt>
                <c:pt idx="2426">
                  <c:v>42139</c:v>
                </c:pt>
                <c:pt idx="2427">
                  <c:v>42138</c:v>
                </c:pt>
                <c:pt idx="2428">
                  <c:v>42137</c:v>
                </c:pt>
                <c:pt idx="2429">
                  <c:v>42136</c:v>
                </c:pt>
                <c:pt idx="2430">
                  <c:v>42135</c:v>
                </c:pt>
                <c:pt idx="2431">
                  <c:v>42132</c:v>
                </c:pt>
                <c:pt idx="2432">
                  <c:v>42131</c:v>
                </c:pt>
                <c:pt idx="2433">
                  <c:v>42130</c:v>
                </c:pt>
                <c:pt idx="2434">
                  <c:v>42129</c:v>
                </c:pt>
                <c:pt idx="2435">
                  <c:v>42124</c:v>
                </c:pt>
                <c:pt idx="2436">
                  <c:v>42123</c:v>
                </c:pt>
                <c:pt idx="2437">
                  <c:v>42122</c:v>
                </c:pt>
                <c:pt idx="2438">
                  <c:v>42121</c:v>
                </c:pt>
                <c:pt idx="2439">
                  <c:v>42118</c:v>
                </c:pt>
                <c:pt idx="2440">
                  <c:v>42117</c:v>
                </c:pt>
                <c:pt idx="2441">
                  <c:v>42116</c:v>
                </c:pt>
                <c:pt idx="2442">
                  <c:v>42115</c:v>
                </c:pt>
                <c:pt idx="2443">
                  <c:v>42114</c:v>
                </c:pt>
                <c:pt idx="2444">
                  <c:v>42111</c:v>
                </c:pt>
                <c:pt idx="2445">
                  <c:v>42110</c:v>
                </c:pt>
                <c:pt idx="2446">
                  <c:v>42109</c:v>
                </c:pt>
                <c:pt idx="2447">
                  <c:v>42107</c:v>
                </c:pt>
                <c:pt idx="2448">
                  <c:v>42104</c:v>
                </c:pt>
                <c:pt idx="2449">
                  <c:v>42103</c:v>
                </c:pt>
                <c:pt idx="2450">
                  <c:v>42102</c:v>
                </c:pt>
                <c:pt idx="2451">
                  <c:v>42101</c:v>
                </c:pt>
                <c:pt idx="2452">
                  <c:v>42100</c:v>
                </c:pt>
                <c:pt idx="2453">
                  <c:v>42094</c:v>
                </c:pt>
                <c:pt idx="2454">
                  <c:v>42093</c:v>
                </c:pt>
                <c:pt idx="2455">
                  <c:v>42090</c:v>
                </c:pt>
                <c:pt idx="2456">
                  <c:v>42089</c:v>
                </c:pt>
                <c:pt idx="2457">
                  <c:v>42088</c:v>
                </c:pt>
                <c:pt idx="2458">
                  <c:v>42087</c:v>
                </c:pt>
                <c:pt idx="2459">
                  <c:v>42086</c:v>
                </c:pt>
                <c:pt idx="2460">
                  <c:v>42083</c:v>
                </c:pt>
                <c:pt idx="2461">
                  <c:v>42082</c:v>
                </c:pt>
                <c:pt idx="2462">
                  <c:v>42081</c:v>
                </c:pt>
                <c:pt idx="2463">
                  <c:v>42080</c:v>
                </c:pt>
                <c:pt idx="2464">
                  <c:v>42079</c:v>
                </c:pt>
                <c:pt idx="2465">
                  <c:v>42076</c:v>
                </c:pt>
                <c:pt idx="2466">
                  <c:v>42075</c:v>
                </c:pt>
                <c:pt idx="2467">
                  <c:v>42074</c:v>
                </c:pt>
                <c:pt idx="2468">
                  <c:v>42073</c:v>
                </c:pt>
                <c:pt idx="2469">
                  <c:v>42072</c:v>
                </c:pt>
                <c:pt idx="2470">
                  <c:v>42068</c:v>
                </c:pt>
                <c:pt idx="2471">
                  <c:v>42067</c:v>
                </c:pt>
                <c:pt idx="2472">
                  <c:v>42066</c:v>
                </c:pt>
                <c:pt idx="2473">
                  <c:v>42065</c:v>
                </c:pt>
                <c:pt idx="2474">
                  <c:v>42062</c:v>
                </c:pt>
                <c:pt idx="2475">
                  <c:v>42061</c:v>
                </c:pt>
                <c:pt idx="2476">
                  <c:v>42060</c:v>
                </c:pt>
                <c:pt idx="2477">
                  <c:v>42059</c:v>
                </c:pt>
                <c:pt idx="2478">
                  <c:v>42058</c:v>
                </c:pt>
                <c:pt idx="2479">
                  <c:v>42055</c:v>
                </c:pt>
                <c:pt idx="2480">
                  <c:v>42054</c:v>
                </c:pt>
                <c:pt idx="2481">
                  <c:v>42053</c:v>
                </c:pt>
                <c:pt idx="2482">
                  <c:v>42051</c:v>
                </c:pt>
                <c:pt idx="2483">
                  <c:v>42048</c:v>
                </c:pt>
                <c:pt idx="2484">
                  <c:v>42047</c:v>
                </c:pt>
                <c:pt idx="2485">
                  <c:v>42046</c:v>
                </c:pt>
                <c:pt idx="2486">
                  <c:v>42045</c:v>
                </c:pt>
                <c:pt idx="2487">
                  <c:v>42044</c:v>
                </c:pt>
                <c:pt idx="2488">
                  <c:v>42041</c:v>
                </c:pt>
                <c:pt idx="2489">
                  <c:v>42040</c:v>
                </c:pt>
                <c:pt idx="2490">
                  <c:v>42039</c:v>
                </c:pt>
                <c:pt idx="2491">
                  <c:v>42038</c:v>
                </c:pt>
                <c:pt idx="2492">
                  <c:v>42037</c:v>
                </c:pt>
                <c:pt idx="2493">
                  <c:v>42036</c:v>
                </c:pt>
                <c:pt idx="2494">
                  <c:v>42034</c:v>
                </c:pt>
                <c:pt idx="2495">
                  <c:v>42033</c:v>
                </c:pt>
                <c:pt idx="2496">
                  <c:v>42032</c:v>
                </c:pt>
                <c:pt idx="2497">
                  <c:v>42031</c:v>
                </c:pt>
                <c:pt idx="2498">
                  <c:v>42027</c:v>
                </c:pt>
                <c:pt idx="2499">
                  <c:v>42026</c:v>
                </c:pt>
                <c:pt idx="2500">
                  <c:v>42025</c:v>
                </c:pt>
                <c:pt idx="2501">
                  <c:v>42024</c:v>
                </c:pt>
                <c:pt idx="2502">
                  <c:v>42023</c:v>
                </c:pt>
                <c:pt idx="2503">
                  <c:v>42020</c:v>
                </c:pt>
                <c:pt idx="2504">
                  <c:v>42019</c:v>
                </c:pt>
                <c:pt idx="2505">
                  <c:v>42018</c:v>
                </c:pt>
                <c:pt idx="2506">
                  <c:v>42017</c:v>
                </c:pt>
                <c:pt idx="2507">
                  <c:v>42016</c:v>
                </c:pt>
                <c:pt idx="2508">
                  <c:v>42013</c:v>
                </c:pt>
                <c:pt idx="2509">
                  <c:v>42012</c:v>
                </c:pt>
                <c:pt idx="2510">
                  <c:v>42011</c:v>
                </c:pt>
                <c:pt idx="2511">
                  <c:v>42010</c:v>
                </c:pt>
                <c:pt idx="2512">
                  <c:v>42009</c:v>
                </c:pt>
                <c:pt idx="2513">
                  <c:v>42006</c:v>
                </c:pt>
                <c:pt idx="2514">
                  <c:v>42005</c:v>
                </c:pt>
              </c:numCache>
            </c:numRef>
          </c:cat>
          <c:val>
            <c:numRef>
              <c:f>Sheet4!$C$3:$C$2517</c:f>
              <c:numCache>
                <c:formatCode>0.0%</c:formatCode>
                <c:ptCount val="2515"/>
                <c:pt idx="0">
                  <c:v>6.4280000000000004E-2</c:v>
                </c:pt>
                <c:pt idx="1">
                  <c:v>6.3299999999999995E-2</c:v>
                </c:pt>
                <c:pt idx="2">
                  <c:v>6.3E-2</c:v>
                </c:pt>
                <c:pt idx="3">
                  <c:v>6.3600000000000004E-2</c:v>
                </c:pt>
                <c:pt idx="4">
                  <c:v>6.3600000000000004E-2</c:v>
                </c:pt>
                <c:pt idx="5">
                  <c:v>6.4500000000000002E-2</c:v>
                </c:pt>
                <c:pt idx="6">
                  <c:v>6.480000000000001E-2</c:v>
                </c:pt>
                <c:pt idx="7">
                  <c:v>6.480000000000001E-2</c:v>
                </c:pt>
                <c:pt idx="8">
                  <c:v>6.5000000000000002E-2</c:v>
                </c:pt>
                <c:pt idx="9">
                  <c:v>6.5000000000000002E-2</c:v>
                </c:pt>
                <c:pt idx="10">
                  <c:v>6.5000000000000002E-2</c:v>
                </c:pt>
                <c:pt idx="11">
                  <c:v>6.5299999999999997E-2</c:v>
                </c:pt>
                <c:pt idx="12">
                  <c:v>6.5700000000000008E-2</c:v>
                </c:pt>
                <c:pt idx="13">
                  <c:v>6.5700000000000008E-2</c:v>
                </c:pt>
                <c:pt idx="14">
                  <c:v>6.59E-2</c:v>
                </c:pt>
                <c:pt idx="15">
                  <c:v>6.5799999999999997E-2</c:v>
                </c:pt>
                <c:pt idx="16">
                  <c:v>6.59E-2</c:v>
                </c:pt>
                <c:pt idx="17">
                  <c:v>6.59E-2</c:v>
                </c:pt>
                <c:pt idx="18">
                  <c:v>6.6100000000000006E-2</c:v>
                </c:pt>
                <c:pt idx="19">
                  <c:v>6.6000000000000003E-2</c:v>
                </c:pt>
                <c:pt idx="20">
                  <c:v>6.6000000000000003E-2</c:v>
                </c:pt>
                <c:pt idx="21">
                  <c:v>6.6199999999999995E-2</c:v>
                </c:pt>
                <c:pt idx="22">
                  <c:v>6.6500000000000004E-2</c:v>
                </c:pt>
                <c:pt idx="23">
                  <c:v>6.6500000000000004E-2</c:v>
                </c:pt>
                <c:pt idx="24">
                  <c:v>6.6400000000000001E-2</c:v>
                </c:pt>
                <c:pt idx="25">
                  <c:v>6.6199999999999995E-2</c:v>
                </c:pt>
                <c:pt idx="26">
                  <c:v>6.6189999999999999E-2</c:v>
                </c:pt>
                <c:pt idx="27">
                  <c:v>6.6400000000000001E-2</c:v>
                </c:pt>
                <c:pt idx="28">
                  <c:v>6.6600000000000006E-2</c:v>
                </c:pt>
                <c:pt idx="29">
                  <c:v>6.651E-2</c:v>
                </c:pt>
                <c:pt idx="30">
                  <c:v>6.6420000000000007E-2</c:v>
                </c:pt>
                <c:pt idx="31">
                  <c:v>6.6439999999999999E-2</c:v>
                </c:pt>
                <c:pt idx="32">
                  <c:v>6.6290000000000002E-2</c:v>
                </c:pt>
                <c:pt idx="33">
                  <c:v>6.633E-2</c:v>
                </c:pt>
                <c:pt idx="34">
                  <c:v>6.631999999999999E-2</c:v>
                </c:pt>
                <c:pt idx="35">
                  <c:v>6.6159999999999997E-2</c:v>
                </c:pt>
                <c:pt idx="36">
                  <c:v>6.6310000000000008E-2</c:v>
                </c:pt>
                <c:pt idx="37">
                  <c:v>6.6349999999999992E-2</c:v>
                </c:pt>
                <c:pt idx="38">
                  <c:v>6.5930000000000002E-2</c:v>
                </c:pt>
                <c:pt idx="39">
                  <c:v>6.5890000000000004E-2</c:v>
                </c:pt>
                <c:pt idx="40">
                  <c:v>6.5930000000000002E-2</c:v>
                </c:pt>
                <c:pt idx="41">
                  <c:v>6.6020000000000009E-2</c:v>
                </c:pt>
                <c:pt idx="42">
                  <c:v>6.6239999999999993E-2</c:v>
                </c:pt>
                <c:pt idx="43">
                  <c:v>6.6159999999999997E-2</c:v>
                </c:pt>
                <c:pt idx="44">
                  <c:v>6.6290000000000002E-2</c:v>
                </c:pt>
                <c:pt idx="45">
                  <c:v>6.6259999999999999E-2</c:v>
                </c:pt>
                <c:pt idx="46">
                  <c:v>6.615E-2</c:v>
                </c:pt>
                <c:pt idx="47">
                  <c:v>6.6460000000000005E-2</c:v>
                </c:pt>
                <c:pt idx="48">
                  <c:v>6.6659999999999997E-2</c:v>
                </c:pt>
                <c:pt idx="49">
                  <c:v>6.6600000000000006E-2</c:v>
                </c:pt>
                <c:pt idx="50">
                  <c:v>6.6790000000000002E-2</c:v>
                </c:pt>
                <c:pt idx="51">
                  <c:v>6.7080000000000001E-2</c:v>
                </c:pt>
                <c:pt idx="52">
                  <c:v>6.7240000000000008E-2</c:v>
                </c:pt>
                <c:pt idx="53">
                  <c:v>6.6959999999999992E-2</c:v>
                </c:pt>
                <c:pt idx="54">
                  <c:v>6.7610000000000003E-2</c:v>
                </c:pt>
                <c:pt idx="55">
                  <c:v>6.7919999999999994E-2</c:v>
                </c:pt>
                <c:pt idx="56">
                  <c:v>6.8110000000000004E-2</c:v>
                </c:pt>
                <c:pt idx="57">
                  <c:v>6.7169999999999994E-2</c:v>
                </c:pt>
                <c:pt idx="58">
                  <c:v>6.7040000000000002E-2</c:v>
                </c:pt>
                <c:pt idx="59">
                  <c:v>6.7049999999999998E-2</c:v>
                </c:pt>
                <c:pt idx="60">
                  <c:v>6.6820000000000004E-2</c:v>
                </c:pt>
                <c:pt idx="61">
                  <c:v>6.6989999999999994E-2</c:v>
                </c:pt>
                <c:pt idx="62">
                  <c:v>6.7169999999999994E-2</c:v>
                </c:pt>
                <c:pt idx="63">
                  <c:v>6.719E-2</c:v>
                </c:pt>
                <c:pt idx="64">
                  <c:v>6.726E-2</c:v>
                </c:pt>
                <c:pt idx="65">
                  <c:v>6.7240000000000008E-2</c:v>
                </c:pt>
                <c:pt idx="66">
                  <c:v>6.7409999999999998E-2</c:v>
                </c:pt>
                <c:pt idx="67">
                  <c:v>6.7470000000000002E-2</c:v>
                </c:pt>
                <c:pt idx="68">
                  <c:v>6.7360000000000003E-2</c:v>
                </c:pt>
                <c:pt idx="69">
                  <c:v>6.7320000000000005E-2</c:v>
                </c:pt>
                <c:pt idx="70">
                  <c:v>6.724999999999999E-2</c:v>
                </c:pt>
                <c:pt idx="71">
                  <c:v>6.7360000000000003E-2</c:v>
                </c:pt>
                <c:pt idx="72">
                  <c:v>6.726E-2</c:v>
                </c:pt>
                <c:pt idx="73">
                  <c:v>6.6799999999999998E-2</c:v>
                </c:pt>
                <c:pt idx="74">
                  <c:v>6.6820000000000004E-2</c:v>
                </c:pt>
                <c:pt idx="75">
                  <c:v>6.6680000000000003E-2</c:v>
                </c:pt>
                <c:pt idx="76">
                  <c:v>6.6610000000000003E-2</c:v>
                </c:pt>
                <c:pt idx="77">
                  <c:v>6.6639999999999991E-2</c:v>
                </c:pt>
                <c:pt idx="78">
                  <c:v>6.6449999999999995E-2</c:v>
                </c:pt>
                <c:pt idx="79">
                  <c:v>6.634000000000001E-2</c:v>
                </c:pt>
                <c:pt idx="80">
                  <c:v>6.6610000000000003E-2</c:v>
                </c:pt>
                <c:pt idx="81">
                  <c:v>6.6750000000000004E-2</c:v>
                </c:pt>
                <c:pt idx="82">
                  <c:v>6.615E-2</c:v>
                </c:pt>
                <c:pt idx="83">
                  <c:v>6.6189999999999999E-2</c:v>
                </c:pt>
                <c:pt idx="84">
                  <c:v>6.6299999999999998E-2</c:v>
                </c:pt>
                <c:pt idx="85">
                  <c:v>6.6299999999999998E-2</c:v>
                </c:pt>
                <c:pt idx="86">
                  <c:v>6.7049999999999998E-2</c:v>
                </c:pt>
                <c:pt idx="87">
                  <c:v>6.7699999999999996E-2</c:v>
                </c:pt>
                <c:pt idx="88">
                  <c:v>6.7830000000000001E-2</c:v>
                </c:pt>
                <c:pt idx="89">
                  <c:v>6.7930000000000004E-2</c:v>
                </c:pt>
                <c:pt idx="90">
                  <c:v>6.7930000000000004E-2</c:v>
                </c:pt>
                <c:pt idx="91">
                  <c:v>6.8159999999999998E-2</c:v>
                </c:pt>
                <c:pt idx="92">
                  <c:v>6.7990000000000009E-2</c:v>
                </c:pt>
                <c:pt idx="93">
                  <c:v>6.7879999999999996E-2</c:v>
                </c:pt>
                <c:pt idx="94">
                  <c:v>6.7970000000000003E-2</c:v>
                </c:pt>
                <c:pt idx="95">
                  <c:v>6.8070000000000006E-2</c:v>
                </c:pt>
                <c:pt idx="96">
                  <c:v>6.7720000000000002E-2</c:v>
                </c:pt>
                <c:pt idx="97">
                  <c:v>6.7739999999999995E-2</c:v>
                </c:pt>
                <c:pt idx="98">
                  <c:v>6.7610000000000003E-2</c:v>
                </c:pt>
                <c:pt idx="99">
                  <c:v>6.7510000000000001E-2</c:v>
                </c:pt>
                <c:pt idx="100">
                  <c:v>6.7670000000000008E-2</c:v>
                </c:pt>
                <c:pt idx="101">
                  <c:v>6.7709999999999992E-2</c:v>
                </c:pt>
                <c:pt idx="102">
                  <c:v>6.7629999999999996E-2</c:v>
                </c:pt>
                <c:pt idx="103">
                  <c:v>6.7670000000000008E-2</c:v>
                </c:pt>
                <c:pt idx="104">
                  <c:v>6.7739999999999995E-2</c:v>
                </c:pt>
                <c:pt idx="105">
                  <c:v>6.7500000000000004E-2</c:v>
                </c:pt>
                <c:pt idx="106">
                  <c:v>6.7659999999999998E-2</c:v>
                </c:pt>
                <c:pt idx="107">
                  <c:v>6.7799999999999999E-2</c:v>
                </c:pt>
                <c:pt idx="108">
                  <c:v>6.7629999999999996E-2</c:v>
                </c:pt>
                <c:pt idx="109">
                  <c:v>6.7449999999999996E-2</c:v>
                </c:pt>
                <c:pt idx="110">
                  <c:v>6.7409999999999998E-2</c:v>
                </c:pt>
                <c:pt idx="111">
                  <c:v>6.7430000000000004E-2</c:v>
                </c:pt>
                <c:pt idx="112">
                  <c:v>6.7390000000000005E-2</c:v>
                </c:pt>
                <c:pt idx="113">
                  <c:v>6.7169999999999994E-2</c:v>
                </c:pt>
                <c:pt idx="114">
                  <c:v>6.6920000000000007E-2</c:v>
                </c:pt>
                <c:pt idx="115">
                  <c:v>6.6820000000000004E-2</c:v>
                </c:pt>
                <c:pt idx="116">
                  <c:v>6.6809999999999994E-2</c:v>
                </c:pt>
                <c:pt idx="117">
                  <c:v>6.6869999999999999E-2</c:v>
                </c:pt>
                <c:pt idx="118">
                  <c:v>6.695000000000001E-2</c:v>
                </c:pt>
                <c:pt idx="119">
                  <c:v>6.694E-2</c:v>
                </c:pt>
                <c:pt idx="120">
                  <c:v>6.6849999999999993E-2</c:v>
                </c:pt>
                <c:pt idx="121">
                  <c:v>6.7279999999999993E-2</c:v>
                </c:pt>
                <c:pt idx="122">
                  <c:v>6.7549999999999999E-2</c:v>
                </c:pt>
                <c:pt idx="123">
                  <c:v>6.7390000000000005E-2</c:v>
                </c:pt>
                <c:pt idx="124">
                  <c:v>6.694E-2</c:v>
                </c:pt>
                <c:pt idx="125">
                  <c:v>6.6610000000000003E-2</c:v>
                </c:pt>
                <c:pt idx="126">
                  <c:v>6.6689999999999999E-2</c:v>
                </c:pt>
                <c:pt idx="127">
                  <c:v>6.6769999999999996E-2</c:v>
                </c:pt>
                <c:pt idx="128">
                  <c:v>6.6630000000000009E-2</c:v>
                </c:pt>
                <c:pt idx="129">
                  <c:v>6.6729999999999998E-2</c:v>
                </c:pt>
                <c:pt idx="130">
                  <c:v>6.6820000000000004E-2</c:v>
                </c:pt>
                <c:pt idx="131">
                  <c:v>6.6809999999999994E-2</c:v>
                </c:pt>
                <c:pt idx="132">
                  <c:v>6.6809999999999994E-2</c:v>
                </c:pt>
                <c:pt idx="133">
                  <c:v>6.6710000000000005E-2</c:v>
                </c:pt>
                <c:pt idx="134">
                  <c:v>6.6879999999999995E-2</c:v>
                </c:pt>
                <c:pt idx="135">
                  <c:v>6.6849999999999993E-2</c:v>
                </c:pt>
                <c:pt idx="136">
                  <c:v>6.701E-2</c:v>
                </c:pt>
                <c:pt idx="137">
                  <c:v>6.7180000000000004E-2</c:v>
                </c:pt>
                <c:pt idx="138">
                  <c:v>6.7229999999999998E-2</c:v>
                </c:pt>
                <c:pt idx="139">
                  <c:v>6.7400000000000002E-2</c:v>
                </c:pt>
                <c:pt idx="140">
                  <c:v>6.7479999999999998E-2</c:v>
                </c:pt>
                <c:pt idx="141">
                  <c:v>6.7519999999999997E-2</c:v>
                </c:pt>
                <c:pt idx="142">
                  <c:v>6.7589999999999997E-2</c:v>
                </c:pt>
                <c:pt idx="143">
                  <c:v>6.7629999999999996E-2</c:v>
                </c:pt>
                <c:pt idx="144">
                  <c:v>6.7739999999999995E-2</c:v>
                </c:pt>
                <c:pt idx="145">
                  <c:v>6.7750000000000005E-2</c:v>
                </c:pt>
                <c:pt idx="146">
                  <c:v>6.7720000000000002E-2</c:v>
                </c:pt>
                <c:pt idx="147">
                  <c:v>6.7750000000000005E-2</c:v>
                </c:pt>
                <c:pt idx="148">
                  <c:v>6.7769999999999997E-2</c:v>
                </c:pt>
                <c:pt idx="149">
                  <c:v>6.7820000000000005E-2</c:v>
                </c:pt>
                <c:pt idx="150">
                  <c:v>6.7729999999999999E-2</c:v>
                </c:pt>
                <c:pt idx="151">
                  <c:v>6.7839999999999998E-2</c:v>
                </c:pt>
                <c:pt idx="152">
                  <c:v>6.7779999999999993E-2</c:v>
                </c:pt>
                <c:pt idx="153">
                  <c:v>6.7809999999999995E-2</c:v>
                </c:pt>
                <c:pt idx="154">
                  <c:v>6.7850000000000008E-2</c:v>
                </c:pt>
                <c:pt idx="155">
                  <c:v>6.7830000000000001E-2</c:v>
                </c:pt>
                <c:pt idx="156">
                  <c:v>6.7889999999999992E-2</c:v>
                </c:pt>
                <c:pt idx="157">
                  <c:v>6.7769999999999997E-2</c:v>
                </c:pt>
                <c:pt idx="158">
                  <c:v>6.7889999999999992E-2</c:v>
                </c:pt>
                <c:pt idx="159">
                  <c:v>6.7930000000000004E-2</c:v>
                </c:pt>
                <c:pt idx="160">
                  <c:v>6.7909999999999998E-2</c:v>
                </c:pt>
                <c:pt idx="161">
                  <c:v>6.7909999999999998E-2</c:v>
                </c:pt>
                <c:pt idx="162">
                  <c:v>6.7779999999999993E-2</c:v>
                </c:pt>
                <c:pt idx="163">
                  <c:v>6.787E-2</c:v>
                </c:pt>
                <c:pt idx="164">
                  <c:v>6.7830000000000001E-2</c:v>
                </c:pt>
                <c:pt idx="165">
                  <c:v>6.8000000000000005E-2</c:v>
                </c:pt>
                <c:pt idx="166">
                  <c:v>6.8229999999999999E-2</c:v>
                </c:pt>
                <c:pt idx="167">
                  <c:v>6.8460000000000007E-2</c:v>
                </c:pt>
                <c:pt idx="168">
                  <c:v>6.8499999999999991E-2</c:v>
                </c:pt>
                <c:pt idx="169">
                  <c:v>6.8409999999999999E-2</c:v>
                </c:pt>
                <c:pt idx="170">
                  <c:v>6.8440000000000001E-2</c:v>
                </c:pt>
                <c:pt idx="171">
                  <c:v>6.8830000000000002E-2</c:v>
                </c:pt>
                <c:pt idx="172">
                  <c:v>6.9019999999999998E-2</c:v>
                </c:pt>
                <c:pt idx="173">
                  <c:v>6.9220000000000004E-2</c:v>
                </c:pt>
                <c:pt idx="174">
                  <c:v>6.9339999999999999E-2</c:v>
                </c:pt>
                <c:pt idx="175">
                  <c:v>6.9180000000000005E-2</c:v>
                </c:pt>
                <c:pt idx="176">
                  <c:v>6.9199999999999998E-2</c:v>
                </c:pt>
                <c:pt idx="177">
                  <c:v>6.9349999999999995E-2</c:v>
                </c:pt>
                <c:pt idx="178">
                  <c:v>6.9589999999999999E-2</c:v>
                </c:pt>
                <c:pt idx="179">
                  <c:v>6.9790000000000005E-2</c:v>
                </c:pt>
                <c:pt idx="180">
                  <c:v>6.9839999999999999E-2</c:v>
                </c:pt>
                <c:pt idx="181">
                  <c:v>6.9820000000000007E-2</c:v>
                </c:pt>
                <c:pt idx="182">
                  <c:v>6.9879999999999998E-2</c:v>
                </c:pt>
                <c:pt idx="183">
                  <c:v>6.9879999999999998E-2</c:v>
                </c:pt>
                <c:pt idx="184">
                  <c:v>6.9940000000000002E-2</c:v>
                </c:pt>
                <c:pt idx="185">
                  <c:v>6.9970000000000004E-2</c:v>
                </c:pt>
                <c:pt idx="186">
                  <c:v>7.0019999999999999E-2</c:v>
                </c:pt>
                <c:pt idx="187">
                  <c:v>7.0290000000000005E-2</c:v>
                </c:pt>
                <c:pt idx="188">
                  <c:v>7.0199999999999999E-2</c:v>
                </c:pt>
                <c:pt idx="189">
                  <c:v>7.0220000000000005E-2</c:v>
                </c:pt>
                <c:pt idx="190">
                  <c:v>7.0179999999999992E-2</c:v>
                </c:pt>
                <c:pt idx="191">
                  <c:v>7.0179999999999992E-2</c:v>
                </c:pt>
                <c:pt idx="192">
                  <c:v>7.0099999999999996E-2</c:v>
                </c:pt>
                <c:pt idx="193">
                  <c:v>6.9970000000000004E-2</c:v>
                </c:pt>
                <c:pt idx="194">
                  <c:v>6.9989999999999997E-2</c:v>
                </c:pt>
                <c:pt idx="195">
                  <c:v>7.0000000000000007E-2</c:v>
                </c:pt>
                <c:pt idx="196">
                  <c:v>7.0000000000000007E-2</c:v>
                </c:pt>
                <c:pt idx="197">
                  <c:v>7.0099999999999996E-2</c:v>
                </c:pt>
                <c:pt idx="198">
                  <c:v>7.0039999999999991E-2</c:v>
                </c:pt>
                <c:pt idx="199">
                  <c:v>7.0099999999999996E-2</c:v>
                </c:pt>
                <c:pt idx="200">
                  <c:v>7.0290000000000005E-2</c:v>
                </c:pt>
                <c:pt idx="201">
                  <c:v>7.0239999999999997E-2</c:v>
                </c:pt>
                <c:pt idx="202">
                  <c:v>7.0319999999999994E-2</c:v>
                </c:pt>
                <c:pt idx="203">
                  <c:v>7.0230000000000001E-2</c:v>
                </c:pt>
                <c:pt idx="204">
                  <c:v>7.0389999999999994E-2</c:v>
                </c:pt>
                <c:pt idx="205">
                  <c:v>7.0900000000000005E-2</c:v>
                </c:pt>
                <c:pt idx="206">
                  <c:v>7.1059999999999998E-2</c:v>
                </c:pt>
                <c:pt idx="207">
                  <c:v>7.0279999999999995E-2</c:v>
                </c:pt>
                <c:pt idx="208">
                  <c:v>7.0540000000000005E-2</c:v>
                </c:pt>
                <c:pt idx="209">
                  <c:v>7.0559999999999998E-2</c:v>
                </c:pt>
                <c:pt idx="210">
                  <c:v>7.059E-2</c:v>
                </c:pt>
                <c:pt idx="211">
                  <c:v>7.0440000000000003E-2</c:v>
                </c:pt>
                <c:pt idx="212">
                  <c:v>7.0370000000000002E-2</c:v>
                </c:pt>
                <c:pt idx="213">
                  <c:v>7.0400000000000004E-2</c:v>
                </c:pt>
                <c:pt idx="214">
                  <c:v>7.0359999999999992E-2</c:v>
                </c:pt>
                <c:pt idx="215">
                  <c:v>7.0610000000000006E-2</c:v>
                </c:pt>
                <c:pt idx="216">
                  <c:v>7.0879999999999999E-2</c:v>
                </c:pt>
                <c:pt idx="217">
                  <c:v>7.077E-2</c:v>
                </c:pt>
                <c:pt idx="218">
                  <c:v>7.0919999999999997E-2</c:v>
                </c:pt>
                <c:pt idx="219">
                  <c:v>7.1180000000000007E-2</c:v>
                </c:pt>
                <c:pt idx="220">
                  <c:v>7.1199999999999999E-2</c:v>
                </c:pt>
                <c:pt idx="221">
                  <c:v>7.1210000000000009E-2</c:v>
                </c:pt>
                <c:pt idx="222">
                  <c:v>7.1369999999999989E-2</c:v>
                </c:pt>
                <c:pt idx="223">
                  <c:v>7.1410000000000001E-2</c:v>
                </c:pt>
                <c:pt idx="224">
                  <c:v>7.1340000000000001E-2</c:v>
                </c:pt>
                <c:pt idx="225">
                  <c:v>7.107999999999999E-2</c:v>
                </c:pt>
                <c:pt idx="226">
                  <c:v>7.1580000000000005E-2</c:v>
                </c:pt>
                <c:pt idx="227">
                  <c:v>7.1719999999999992E-2</c:v>
                </c:pt>
                <c:pt idx="228">
                  <c:v>7.2090000000000001E-2</c:v>
                </c:pt>
                <c:pt idx="229">
                  <c:v>7.2059999999999999E-2</c:v>
                </c:pt>
                <c:pt idx="230">
                  <c:v>7.2000000000000008E-2</c:v>
                </c:pt>
                <c:pt idx="231">
                  <c:v>7.2069999999999995E-2</c:v>
                </c:pt>
                <c:pt idx="232">
                  <c:v>7.1889999999999996E-2</c:v>
                </c:pt>
                <c:pt idx="233">
                  <c:v>7.1760000000000004E-2</c:v>
                </c:pt>
                <c:pt idx="234">
                  <c:v>7.2059999999999999E-2</c:v>
                </c:pt>
                <c:pt idx="235">
                  <c:v>7.2460000000000011E-2</c:v>
                </c:pt>
                <c:pt idx="236">
                  <c:v>7.1830000000000005E-2</c:v>
                </c:pt>
                <c:pt idx="237">
                  <c:v>7.2000000000000008E-2</c:v>
                </c:pt>
                <c:pt idx="238">
                  <c:v>7.1739999999999998E-2</c:v>
                </c:pt>
                <c:pt idx="239">
                  <c:v>7.177E-2</c:v>
                </c:pt>
                <c:pt idx="240">
                  <c:v>7.1070000000000008E-2</c:v>
                </c:pt>
                <c:pt idx="241">
                  <c:v>7.1260000000000004E-2</c:v>
                </c:pt>
                <c:pt idx="242">
                  <c:v>7.0890000000000009E-2</c:v>
                </c:pt>
                <c:pt idx="243">
                  <c:v>7.0819999999999994E-2</c:v>
                </c:pt>
                <c:pt idx="244">
                  <c:v>7.107999999999999E-2</c:v>
                </c:pt>
                <c:pt idx="245">
                  <c:v>7.0940000000000003E-2</c:v>
                </c:pt>
                <c:pt idx="246">
                  <c:v>7.0510000000000003E-2</c:v>
                </c:pt>
                <c:pt idx="247">
                  <c:v>7.0900000000000005E-2</c:v>
                </c:pt>
                <c:pt idx="248">
                  <c:v>7.1059999999999998E-2</c:v>
                </c:pt>
                <c:pt idx="249">
                  <c:v>7.0999999999999994E-2</c:v>
                </c:pt>
                <c:pt idx="250">
                  <c:v>7.0629999999999998E-2</c:v>
                </c:pt>
                <c:pt idx="251">
                  <c:v>7.0980000000000001E-2</c:v>
                </c:pt>
                <c:pt idx="252">
                  <c:v>7.0849999999999996E-2</c:v>
                </c:pt>
                <c:pt idx="253">
                  <c:v>7.0750000000000007E-2</c:v>
                </c:pt>
                <c:pt idx="254">
                  <c:v>7.0570000000000008E-2</c:v>
                </c:pt>
                <c:pt idx="255">
                  <c:v>7.0419999999999996E-2</c:v>
                </c:pt>
                <c:pt idx="256">
                  <c:v>7.0359999999999992E-2</c:v>
                </c:pt>
                <c:pt idx="257">
                  <c:v>7.0290000000000005E-2</c:v>
                </c:pt>
                <c:pt idx="258">
                  <c:v>7.0230000000000001E-2</c:v>
                </c:pt>
                <c:pt idx="259">
                  <c:v>7.0309999999999997E-2</c:v>
                </c:pt>
                <c:pt idx="260">
                  <c:v>7.0499999999999993E-2</c:v>
                </c:pt>
                <c:pt idx="261">
                  <c:v>7.059E-2</c:v>
                </c:pt>
                <c:pt idx="262">
                  <c:v>7.0639999999999994E-2</c:v>
                </c:pt>
                <c:pt idx="263">
                  <c:v>7.0540000000000005E-2</c:v>
                </c:pt>
                <c:pt idx="264">
                  <c:v>7.059E-2</c:v>
                </c:pt>
                <c:pt idx="265">
                  <c:v>7.0469999999999991E-2</c:v>
                </c:pt>
                <c:pt idx="266">
                  <c:v>7.0519999999999999E-2</c:v>
                </c:pt>
                <c:pt idx="267">
                  <c:v>7.0510000000000003E-2</c:v>
                </c:pt>
                <c:pt idx="268">
                  <c:v>7.0629999999999998E-2</c:v>
                </c:pt>
                <c:pt idx="269">
                  <c:v>7.0489999999999997E-2</c:v>
                </c:pt>
                <c:pt idx="270">
                  <c:v>7.0389999999999994E-2</c:v>
                </c:pt>
                <c:pt idx="271">
                  <c:v>7.0559999999999998E-2</c:v>
                </c:pt>
                <c:pt idx="272">
                  <c:v>7.0739999999999997E-2</c:v>
                </c:pt>
                <c:pt idx="273">
                  <c:v>7.0730000000000001E-2</c:v>
                </c:pt>
                <c:pt idx="274">
                  <c:v>7.102E-2</c:v>
                </c:pt>
                <c:pt idx="275">
                  <c:v>7.0739999999999997E-2</c:v>
                </c:pt>
                <c:pt idx="276">
                  <c:v>7.0610000000000006E-2</c:v>
                </c:pt>
                <c:pt idx="277">
                  <c:v>7.0750000000000007E-2</c:v>
                </c:pt>
                <c:pt idx="278">
                  <c:v>7.0209999999999995E-2</c:v>
                </c:pt>
                <c:pt idx="279">
                  <c:v>7.0050000000000001E-2</c:v>
                </c:pt>
                <c:pt idx="280">
                  <c:v>7.0140000000000008E-2</c:v>
                </c:pt>
                <c:pt idx="281">
                  <c:v>7.016E-2</c:v>
                </c:pt>
                <c:pt idx="282">
                  <c:v>6.9680000000000006E-2</c:v>
                </c:pt>
                <c:pt idx="283">
                  <c:v>6.991E-2</c:v>
                </c:pt>
                <c:pt idx="284">
                  <c:v>7.0279999999999995E-2</c:v>
                </c:pt>
                <c:pt idx="285">
                  <c:v>7.0290000000000005E-2</c:v>
                </c:pt>
                <c:pt idx="286">
                  <c:v>7.0430000000000006E-2</c:v>
                </c:pt>
                <c:pt idx="287">
                  <c:v>7.041E-2</c:v>
                </c:pt>
                <c:pt idx="288">
                  <c:v>7.0489999999999997E-2</c:v>
                </c:pt>
                <c:pt idx="289">
                  <c:v>7.0460000000000009E-2</c:v>
                </c:pt>
                <c:pt idx="290">
                  <c:v>7.0599999999999996E-2</c:v>
                </c:pt>
                <c:pt idx="291">
                  <c:v>7.0499999999999993E-2</c:v>
                </c:pt>
                <c:pt idx="292">
                  <c:v>7.0389999999999994E-2</c:v>
                </c:pt>
                <c:pt idx="293">
                  <c:v>7.0209999999999995E-2</c:v>
                </c:pt>
                <c:pt idx="294">
                  <c:v>7.0230000000000001E-2</c:v>
                </c:pt>
                <c:pt idx="295">
                  <c:v>7.0580000000000004E-2</c:v>
                </c:pt>
                <c:pt idx="296">
                  <c:v>7.0550000000000002E-2</c:v>
                </c:pt>
                <c:pt idx="297">
                  <c:v>7.0559999999999998E-2</c:v>
                </c:pt>
                <c:pt idx="298">
                  <c:v>7.0690000000000003E-2</c:v>
                </c:pt>
                <c:pt idx="299">
                  <c:v>7.0720000000000005E-2</c:v>
                </c:pt>
                <c:pt idx="300">
                  <c:v>7.1029999999999996E-2</c:v>
                </c:pt>
                <c:pt idx="301">
                  <c:v>7.0870000000000002E-2</c:v>
                </c:pt>
                <c:pt idx="302">
                  <c:v>7.0699999999999999E-2</c:v>
                </c:pt>
                <c:pt idx="303">
                  <c:v>7.078000000000001E-2</c:v>
                </c:pt>
                <c:pt idx="304">
                  <c:v>7.0699999999999999E-2</c:v>
                </c:pt>
                <c:pt idx="305">
                  <c:v>7.0650000000000004E-2</c:v>
                </c:pt>
                <c:pt idx="306">
                  <c:v>7.0989999999999998E-2</c:v>
                </c:pt>
                <c:pt idx="307">
                  <c:v>7.1029999999999996E-2</c:v>
                </c:pt>
                <c:pt idx="308">
                  <c:v>7.0809999999999998E-2</c:v>
                </c:pt>
                <c:pt idx="309">
                  <c:v>7.0819999999999994E-2</c:v>
                </c:pt>
                <c:pt idx="310">
                  <c:v>7.0870000000000002E-2</c:v>
                </c:pt>
                <c:pt idx="311">
                  <c:v>7.0830000000000004E-2</c:v>
                </c:pt>
                <c:pt idx="312">
                  <c:v>7.0910000000000001E-2</c:v>
                </c:pt>
                <c:pt idx="313">
                  <c:v>7.0690000000000003E-2</c:v>
                </c:pt>
                <c:pt idx="314">
                  <c:v>7.0629999999999998E-2</c:v>
                </c:pt>
                <c:pt idx="315">
                  <c:v>7.1230000000000002E-2</c:v>
                </c:pt>
                <c:pt idx="316">
                  <c:v>7.22E-2</c:v>
                </c:pt>
                <c:pt idx="317">
                  <c:v>7.2430000000000008E-2</c:v>
                </c:pt>
                <c:pt idx="318">
                  <c:v>7.2460000000000011E-2</c:v>
                </c:pt>
                <c:pt idx="319">
                  <c:v>7.2400000000000006E-2</c:v>
                </c:pt>
                <c:pt idx="320">
                  <c:v>7.2120000000000004E-2</c:v>
                </c:pt>
                <c:pt idx="321">
                  <c:v>7.22E-2</c:v>
                </c:pt>
                <c:pt idx="322">
                  <c:v>7.2329999999999992E-2</c:v>
                </c:pt>
                <c:pt idx="323">
                  <c:v>7.2460000000000011E-2</c:v>
                </c:pt>
                <c:pt idx="324">
                  <c:v>7.2669999999999998E-2</c:v>
                </c:pt>
                <c:pt idx="325">
                  <c:v>7.2889999999999996E-2</c:v>
                </c:pt>
                <c:pt idx="326">
                  <c:v>7.2669999999999998E-2</c:v>
                </c:pt>
                <c:pt idx="327">
                  <c:v>7.2840000000000002E-2</c:v>
                </c:pt>
                <c:pt idx="328">
                  <c:v>7.3020000000000002E-2</c:v>
                </c:pt>
                <c:pt idx="329">
                  <c:v>7.2759999999999991E-2</c:v>
                </c:pt>
                <c:pt idx="330">
                  <c:v>7.281E-2</c:v>
                </c:pt>
                <c:pt idx="331">
                  <c:v>7.2959999999999997E-2</c:v>
                </c:pt>
                <c:pt idx="332">
                  <c:v>7.2660000000000002E-2</c:v>
                </c:pt>
                <c:pt idx="333">
                  <c:v>7.2450000000000001E-2</c:v>
                </c:pt>
                <c:pt idx="334">
                  <c:v>7.2610000000000008E-2</c:v>
                </c:pt>
                <c:pt idx="335">
                  <c:v>7.2539999999999993E-2</c:v>
                </c:pt>
                <c:pt idx="336">
                  <c:v>7.306E-2</c:v>
                </c:pt>
                <c:pt idx="337">
                  <c:v>7.3220000000000007E-2</c:v>
                </c:pt>
                <c:pt idx="338">
                  <c:v>7.2929999999999995E-2</c:v>
                </c:pt>
                <c:pt idx="339">
                  <c:v>7.2910000000000003E-2</c:v>
                </c:pt>
                <c:pt idx="340">
                  <c:v>7.3139999999999997E-2</c:v>
                </c:pt>
                <c:pt idx="341">
                  <c:v>7.3249999999999996E-2</c:v>
                </c:pt>
                <c:pt idx="342">
                  <c:v>7.3360000000000009E-2</c:v>
                </c:pt>
                <c:pt idx="343">
                  <c:v>7.3499999999999996E-2</c:v>
                </c:pt>
                <c:pt idx="344">
                  <c:v>7.3770000000000002E-2</c:v>
                </c:pt>
                <c:pt idx="345">
                  <c:v>7.3480000000000004E-2</c:v>
                </c:pt>
                <c:pt idx="346">
                  <c:v>7.3609999999999995E-2</c:v>
                </c:pt>
                <c:pt idx="347">
                  <c:v>7.3470000000000008E-2</c:v>
                </c:pt>
                <c:pt idx="348">
                  <c:v>7.3579999999999993E-2</c:v>
                </c:pt>
                <c:pt idx="349">
                  <c:v>7.3349999999999999E-2</c:v>
                </c:pt>
                <c:pt idx="350">
                  <c:v>7.3650000000000007E-2</c:v>
                </c:pt>
                <c:pt idx="351">
                  <c:v>7.3650000000000007E-2</c:v>
                </c:pt>
                <c:pt idx="352">
                  <c:v>7.3779999999999998E-2</c:v>
                </c:pt>
                <c:pt idx="353">
                  <c:v>7.3579999999999993E-2</c:v>
                </c:pt>
                <c:pt idx="354">
                  <c:v>7.3300000000000004E-2</c:v>
                </c:pt>
                <c:pt idx="355">
                  <c:v>7.3390000000000011E-2</c:v>
                </c:pt>
                <c:pt idx="356">
                  <c:v>7.331E-2</c:v>
                </c:pt>
                <c:pt idx="357">
                  <c:v>7.3230000000000003E-2</c:v>
                </c:pt>
                <c:pt idx="358">
                  <c:v>7.3510000000000006E-2</c:v>
                </c:pt>
                <c:pt idx="359">
                  <c:v>7.3970000000000008E-2</c:v>
                </c:pt>
                <c:pt idx="360">
                  <c:v>7.4370000000000006E-2</c:v>
                </c:pt>
                <c:pt idx="361">
                  <c:v>7.3940000000000006E-2</c:v>
                </c:pt>
                <c:pt idx="362">
                  <c:v>7.2460000000000011E-2</c:v>
                </c:pt>
                <c:pt idx="363">
                  <c:v>7.261999999999999E-2</c:v>
                </c:pt>
                <c:pt idx="364">
                  <c:v>7.2489999999999999E-2</c:v>
                </c:pt>
                <c:pt idx="365">
                  <c:v>7.2329999999999992E-2</c:v>
                </c:pt>
                <c:pt idx="366">
                  <c:v>7.2539999999999993E-2</c:v>
                </c:pt>
                <c:pt idx="367">
                  <c:v>7.1820000000000009E-2</c:v>
                </c:pt>
                <c:pt idx="368">
                  <c:v>7.1709999999999996E-2</c:v>
                </c:pt>
                <c:pt idx="369">
                  <c:v>7.1809999999999999E-2</c:v>
                </c:pt>
                <c:pt idx="370">
                  <c:v>7.1820000000000009E-2</c:v>
                </c:pt>
                <c:pt idx="371">
                  <c:v>7.1390000000000009E-2</c:v>
                </c:pt>
                <c:pt idx="372">
                  <c:v>7.1559999999999999E-2</c:v>
                </c:pt>
                <c:pt idx="373">
                  <c:v>7.1669999999999998E-2</c:v>
                </c:pt>
                <c:pt idx="374">
                  <c:v>7.1680000000000008E-2</c:v>
                </c:pt>
                <c:pt idx="375">
                  <c:v>7.109E-2</c:v>
                </c:pt>
                <c:pt idx="376">
                  <c:v>7.1580000000000005E-2</c:v>
                </c:pt>
                <c:pt idx="377">
                  <c:v>7.2389999999999996E-2</c:v>
                </c:pt>
                <c:pt idx="378">
                  <c:v>7.2410000000000002E-2</c:v>
                </c:pt>
                <c:pt idx="379">
                  <c:v>7.2039999999999993E-2</c:v>
                </c:pt>
                <c:pt idx="380">
                  <c:v>7.1760000000000004E-2</c:v>
                </c:pt>
                <c:pt idx="381">
                  <c:v>7.1879999999999999E-2</c:v>
                </c:pt>
                <c:pt idx="382">
                  <c:v>7.1870000000000003E-2</c:v>
                </c:pt>
                <c:pt idx="383">
                  <c:v>7.1820000000000009E-2</c:v>
                </c:pt>
                <c:pt idx="384">
                  <c:v>7.1639999999999995E-2</c:v>
                </c:pt>
                <c:pt idx="385">
                  <c:v>7.1559999999999999E-2</c:v>
                </c:pt>
                <c:pt idx="386">
                  <c:v>7.1820000000000009E-2</c:v>
                </c:pt>
                <c:pt idx="387">
                  <c:v>7.1800000000000003E-2</c:v>
                </c:pt>
                <c:pt idx="388">
                  <c:v>7.177E-2</c:v>
                </c:pt>
                <c:pt idx="389">
                  <c:v>7.1959999999999996E-2</c:v>
                </c:pt>
                <c:pt idx="390">
                  <c:v>7.168999999999999E-2</c:v>
                </c:pt>
                <c:pt idx="391">
                  <c:v>7.1760000000000004E-2</c:v>
                </c:pt>
                <c:pt idx="392">
                  <c:v>7.1989999999999998E-2</c:v>
                </c:pt>
                <c:pt idx="393">
                  <c:v>7.2059999999999999E-2</c:v>
                </c:pt>
                <c:pt idx="394">
                  <c:v>7.2029999999999997E-2</c:v>
                </c:pt>
                <c:pt idx="395">
                  <c:v>7.2450000000000001E-2</c:v>
                </c:pt>
                <c:pt idx="396">
                  <c:v>7.1879999999999999E-2</c:v>
                </c:pt>
                <c:pt idx="397">
                  <c:v>7.1849999999999997E-2</c:v>
                </c:pt>
                <c:pt idx="398">
                  <c:v>7.1390000000000009E-2</c:v>
                </c:pt>
                <c:pt idx="399">
                  <c:v>7.1500000000000008E-2</c:v>
                </c:pt>
                <c:pt idx="400">
                  <c:v>7.1309999999999998E-2</c:v>
                </c:pt>
                <c:pt idx="401">
                  <c:v>7.177E-2</c:v>
                </c:pt>
                <c:pt idx="402">
                  <c:v>7.1719999999999992E-2</c:v>
                </c:pt>
                <c:pt idx="403">
                  <c:v>7.1749999999999994E-2</c:v>
                </c:pt>
                <c:pt idx="404">
                  <c:v>7.1300000000000002E-2</c:v>
                </c:pt>
                <c:pt idx="405">
                  <c:v>7.1300000000000002E-2</c:v>
                </c:pt>
                <c:pt idx="406">
                  <c:v>7.1559999999999999E-2</c:v>
                </c:pt>
                <c:pt idx="407">
                  <c:v>7.1480000000000002E-2</c:v>
                </c:pt>
                <c:pt idx="408">
                  <c:v>7.1109999999999993E-2</c:v>
                </c:pt>
                <c:pt idx="409">
                  <c:v>7.0819999999999994E-2</c:v>
                </c:pt>
                <c:pt idx="410">
                  <c:v>7.0970000000000005E-2</c:v>
                </c:pt>
                <c:pt idx="411">
                  <c:v>7.0570000000000008E-2</c:v>
                </c:pt>
                <c:pt idx="412">
                  <c:v>7.075999999999999E-2</c:v>
                </c:pt>
                <c:pt idx="413">
                  <c:v>7.059E-2</c:v>
                </c:pt>
                <c:pt idx="414">
                  <c:v>7.0370000000000002E-2</c:v>
                </c:pt>
                <c:pt idx="415">
                  <c:v>7.0199999999999999E-2</c:v>
                </c:pt>
                <c:pt idx="416">
                  <c:v>7.0460000000000009E-2</c:v>
                </c:pt>
                <c:pt idx="417">
                  <c:v>7.0679999999999993E-2</c:v>
                </c:pt>
                <c:pt idx="418">
                  <c:v>7.0550000000000002E-2</c:v>
                </c:pt>
                <c:pt idx="419">
                  <c:v>7.1070000000000008E-2</c:v>
                </c:pt>
                <c:pt idx="420">
                  <c:v>7.077E-2</c:v>
                </c:pt>
                <c:pt idx="421">
                  <c:v>7.127E-2</c:v>
                </c:pt>
                <c:pt idx="422">
                  <c:v>7.1300000000000002E-2</c:v>
                </c:pt>
                <c:pt idx="423">
                  <c:v>7.1070000000000008E-2</c:v>
                </c:pt>
                <c:pt idx="424">
                  <c:v>7.0720000000000005E-2</c:v>
                </c:pt>
                <c:pt idx="425">
                  <c:v>7.0900000000000005E-2</c:v>
                </c:pt>
                <c:pt idx="426">
                  <c:v>7.0849999999999996E-2</c:v>
                </c:pt>
                <c:pt idx="427">
                  <c:v>7.078000000000001E-2</c:v>
                </c:pt>
                <c:pt idx="428">
                  <c:v>7.016E-2</c:v>
                </c:pt>
                <c:pt idx="429">
                  <c:v>7.0140000000000008E-2</c:v>
                </c:pt>
                <c:pt idx="430">
                  <c:v>7.0199999999999999E-2</c:v>
                </c:pt>
                <c:pt idx="431">
                  <c:v>7.0290000000000005E-2</c:v>
                </c:pt>
                <c:pt idx="432">
                  <c:v>7.0319999999999994E-2</c:v>
                </c:pt>
                <c:pt idx="433">
                  <c:v>7.0029999999999995E-2</c:v>
                </c:pt>
                <c:pt idx="434">
                  <c:v>6.9940000000000002E-2</c:v>
                </c:pt>
                <c:pt idx="435">
                  <c:v>6.9949999999999998E-2</c:v>
                </c:pt>
                <c:pt idx="436">
                  <c:v>6.9680000000000006E-2</c:v>
                </c:pt>
                <c:pt idx="437">
                  <c:v>6.9839999999999999E-2</c:v>
                </c:pt>
                <c:pt idx="438">
                  <c:v>6.9610000000000005E-2</c:v>
                </c:pt>
                <c:pt idx="439">
                  <c:v>6.9400000000000003E-2</c:v>
                </c:pt>
                <c:pt idx="440">
                  <c:v>6.948E-2</c:v>
                </c:pt>
                <c:pt idx="441">
                  <c:v>6.9760000000000003E-2</c:v>
                </c:pt>
                <c:pt idx="442">
                  <c:v>6.9720000000000004E-2</c:v>
                </c:pt>
                <c:pt idx="443">
                  <c:v>6.9199999999999998E-2</c:v>
                </c:pt>
                <c:pt idx="444">
                  <c:v>6.9080000000000003E-2</c:v>
                </c:pt>
                <c:pt idx="445">
                  <c:v>6.9180000000000005E-2</c:v>
                </c:pt>
                <c:pt idx="446">
                  <c:v>6.8929999999999991E-2</c:v>
                </c:pt>
                <c:pt idx="447">
                  <c:v>6.9059999999999996E-2</c:v>
                </c:pt>
                <c:pt idx="448">
                  <c:v>6.9159999999999999E-2</c:v>
                </c:pt>
                <c:pt idx="449">
                  <c:v>6.9470000000000004E-2</c:v>
                </c:pt>
                <c:pt idx="450">
                  <c:v>6.9669999999999996E-2</c:v>
                </c:pt>
                <c:pt idx="451">
                  <c:v>6.93E-2</c:v>
                </c:pt>
                <c:pt idx="452">
                  <c:v>6.9370000000000001E-2</c:v>
                </c:pt>
                <c:pt idx="453">
                  <c:v>6.9159999999999999E-2</c:v>
                </c:pt>
                <c:pt idx="454">
                  <c:v>6.9190000000000002E-2</c:v>
                </c:pt>
                <c:pt idx="455">
                  <c:v>6.8710000000000007E-2</c:v>
                </c:pt>
                <c:pt idx="456">
                  <c:v>6.9459999999999994E-2</c:v>
                </c:pt>
                <c:pt idx="457">
                  <c:v>6.9180000000000005E-2</c:v>
                </c:pt>
                <c:pt idx="458">
                  <c:v>6.9059999999999996E-2</c:v>
                </c:pt>
                <c:pt idx="459">
                  <c:v>6.9220000000000004E-2</c:v>
                </c:pt>
                <c:pt idx="460">
                  <c:v>6.9629999999999997E-2</c:v>
                </c:pt>
                <c:pt idx="461">
                  <c:v>6.9510000000000002E-2</c:v>
                </c:pt>
                <c:pt idx="462">
                  <c:v>6.9709999999999994E-2</c:v>
                </c:pt>
                <c:pt idx="463">
                  <c:v>6.9889999999999994E-2</c:v>
                </c:pt>
                <c:pt idx="464">
                  <c:v>6.9830000000000003E-2</c:v>
                </c:pt>
                <c:pt idx="465">
                  <c:v>6.9809999999999997E-2</c:v>
                </c:pt>
                <c:pt idx="466">
                  <c:v>6.9500000000000006E-2</c:v>
                </c:pt>
                <c:pt idx="467">
                  <c:v>6.948E-2</c:v>
                </c:pt>
                <c:pt idx="468">
                  <c:v>7.0000000000000007E-2</c:v>
                </c:pt>
                <c:pt idx="469">
                  <c:v>7.0309999999999997E-2</c:v>
                </c:pt>
                <c:pt idx="470">
                  <c:v>7.0140000000000008E-2</c:v>
                </c:pt>
                <c:pt idx="471">
                  <c:v>7.0110000000000006E-2</c:v>
                </c:pt>
                <c:pt idx="472">
                  <c:v>6.9930000000000006E-2</c:v>
                </c:pt>
                <c:pt idx="473">
                  <c:v>7.009E-2</c:v>
                </c:pt>
                <c:pt idx="474">
                  <c:v>7.0359999999999992E-2</c:v>
                </c:pt>
                <c:pt idx="475">
                  <c:v>7.0400000000000004E-2</c:v>
                </c:pt>
                <c:pt idx="476">
                  <c:v>7.0559999999999998E-2</c:v>
                </c:pt>
                <c:pt idx="477">
                  <c:v>7.0519999999999999E-2</c:v>
                </c:pt>
                <c:pt idx="478">
                  <c:v>7.0879999999999999E-2</c:v>
                </c:pt>
                <c:pt idx="479">
                  <c:v>7.0660000000000001E-2</c:v>
                </c:pt>
                <c:pt idx="480">
                  <c:v>7.0430000000000006E-2</c:v>
                </c:pt>
                <c:pt idx="481">
                  <c:v>7.0599999999999996E-2</c:v>
                </c:pt>
                <c:pt idx="482">
                  <c:v>7.0510000000000003E-2</c:v>
                </c:pt>
                <c:pt idx="483">
                  <c:v>7.0570000000000008E-2</c:v>
                </c:pt>
                <c:pt idx="484">
                  <c:v>7.1289999999999992E-2</c:v>
                </c:pt>
                <c:pt idx="485">
                  <c:v>7.1719999999999992E-2</c:v>
                </c:pt>
                <c:pt idx="486">
                  <c:v>7.1669999999999998E-2</c:v>
                </c:pt>
                <c:pt idx="487">
                  <c:v>7.1840000000000001E-2</c:v>
                </c:pt>
                <c:pt idx="488">
                  <c:v>7.2190000000000004E-2</c:v>
                </c:pt>
                <c:pt idx="489">
                  <c:v>7.2039999999999993E-2</c:v>
                </c:pt>
                <c:pt idx="490">
                  <c:v>7.1669999999999998E-2</c:v>
                </c:pt>
                <c:pt idx="491">
                  <c:v>7.214000000000001E-2</c:v>
                </c:pt>
                <c:pt idx="492">
                  <c:v>7.2389999999999996E-2</c:v>
                </c:pt>
                <c:pt idx="493">
                  <c:v>7.2039999999999993E-2</c:v>
                </c:pt>
                <c:pt idx="494">
                  <c:v>7.2340000000000002E-2</c:v>
                </c:pt>
                <c:pt idx="495">
                  <c:v>7.2529999999999997E-2</c:v>
                </c:pt>
                <c:pt idx="496">
                  <c:v>7.22E-2</c:v>
                </c:pt>
                <c:pt idx="497">
                  <c:v>7.2410000000000002E-2</c:v>
                </c:pt>
                <c:pt idx="498">
                  <c:v>7.2919999999999999E-2</c:v>
                </c:pt>
                <c:pt idx="499">
                  <c:v>7.400000000000001E-2</c:v>
                </c:pt>
                <c:pt idx="500">
                  <c:v>7.4130000000000001E-2</c:v>
                </c:pt>
                <c:pt idx="501">
                  <c:v>7.4389999999999998E-2</c:v>
                </c:pt>
                <c:pt idx="502">
                  <c:v>7.3889999999999997E-2</c:v>
                </c:pt>
                <c:pt idx="503">
                  <c:v>7.399E-2</c:v>
                </c:pt>
                <c:pt idx="504">
                  <c:v>7.4260000000000007E-2</c:v>
                </c:pt>
                <c:pt idx="505">
                  <c:v>7.4160000000000004E-2</c:v>
                </c:pt>
                <c:pt idx="506">
                  <c:v>7.4380000000000002E-2</c:v>
                </c:pt>
                <c:pt idx="507">
                  <c:v>7.4440000000000006E-2</c:v>
                </c:pt>
                <c:pt idx="508">
                  <c:v>7.400000000000001E-2</c:v>
                </c:pt>
                <c:pt idx="509">
                  <c:v>7.3929999999999996E-2</c:v>
                </c:pt>
                <c:pt idx="510">
                  <c:v>7.4130000000000001E-2</c:v>
                </c:pt>
                <c:pt idx="511">
                  <c:v>7.3510000000000006E-2</c:v>
                </c:pt>
                <c:pt idx="512">
                  <c:v>7.3249999999999996E-2</c:v>
                </c:pt>
                <c:pt idx="513">
                  <c:v>7.3459999999999998E-2</c:v>
                </c:pt>
                <c:pt idx="514">
                  <c:v>7.3200000000000001E-2</c:v>
                </c:pt>
                <c:pt idx="515">
                  <c:v>7.3249999999999996E-2</c:v>
                </c:pt>
                <c:pt idx="516">
                  <c:v>7.3230000000000003E-2</c:v>
                </c:pt>
                <c:pt idx="517">
                  <c:v>7.3300000000000004E-2</c:v>
                </c:pt>
                <c:pt idx="518">
                  <c:v>7.3150000000000007E-2</c:v>
                </c:pt>
                <c:pt idx="519">
                  <c:v>7.281E-2</c:v>
                </c:pt>
                <c:pt idx="520">
                  <c:v>7.2709999999999997E-2</c:v>
                </c:pt>
                <c:pt idx="521">
                  <c:v>7.2090000000000001E-2</c:v>
                </c:pt>
                <c:pt idx="522">
                  <c:v>7.214000000000001E-2</c:v>
                </c:pt>
                <c:pt idx="523">
                  <c:v>7.1559999999999999E-2</c:v>
                </c:pt>
                <c:pt idx="524">
                  <c:v>7.1559999999999999E-2</c:v>
                </c:pt>
                <c:pt idx="525">
                  <c:v>7.2319999999999995E-2</c:v>
                </c:pt>
                <c:pt idx="526">
                  <c:v>7.2149999999999992E-2</c:v>
                </c:pt>
                <c:pt idx="527">
                  <c:v>7.2580000000000006E-2</c:v>
                </c:pt>
                <c:pt idx="528">
                  <c:v>7.2039999999999993E-2</c:v>
                </c:pt>
                <c:pt idx="529">
                  <c:v>7.1559999999999999E-2</c:v>
                </c:pt>
                <c:pt idx="530">
                  <c:v>7.152E-2</c:v>
                </c:pt>
                <c:pt idx="531">
                  <c:v>7.1569999999999995E-2</c:v>
                </c:pt>
                <c:pt idx="532">
                  <c:v>7.1680000000000008E-2</c:v>
                </c:pt>
                <c:pt idx="533">
                  <c:v>7.1230000000000002E-2</c:v>
                </c:pt>
                <c:pt idx="534">
                  <c:v>7.1550000000000002E-2</c:v>
                </c:pt>
                <c:pt idx="535">
                  <c:v>7.1800000000000003E-2</c:v>
                </c:pt>
                <c:pt idx="536">
                  <c:v>7.168999999999999E-2</c:v>
                </c:pt>
                <c:pt idx="537">
                  <c:v>7.1319999999999995E-2</c:v>
                </c:pt>
                <c:pt idx="538">
                  <c:v>7.1429999999999993E-2</c:v>
                </c:pt>
                <c:pt idx="539">
                  <c:v>7.1510000000000004E-2</c:v>
                </c:pt>
                <c:pt idx="540">
                  <c:v>7.1730000000000002E-2</c:v>
                </c:pt>
                <c:pt idx="541">
                  <c:v>7.2149999999999992E-2</c:v>
                </c:pt>
                <c:pt idx="542">
                  <c:v>7.2770000000000001E-2</c:v>
                </c:pt>
                <c:pt idx="543">
                  <c:v>7.2290000000000007E-2</c:v>
                </c:pt>
                <c:pt idx="544">
                  <c:v>7.2290000000000007E-2</c:v>
                </c:pt>
                <c:pt idx="545">
                  <c:v>7.2349999999999998E-2</c:v>
                </c:pt>
                <c:pt idx="546">
                  <c:v>7.2400000000000006E-2</c:v>
                </c:pt>
                <c:pt idx="547">
                  <c:v>7.2270000000000001E-2</c:v>
                </c:pt>
                <c:pt idx="548">
                  <c:v>7.2120000000000004E-2</c:v>
                </c:pt>
                <c:pt idx="549">
                  <c:v>7.2359999999999994E-2</c:v>
                </c:pt>
                <c:pt idx="550">
                  <c:v>7.2169999999999998E-2</c:v>
                </c:pt>
                <c:pt idx="551">
                  <c:v>7.2329999999999992E-2</c:v>
                </c:pt>
                <c:pt idx="552">
                  <c:v>7.2279999999999997E-2</c:v>
                </c:pt>
                <c:pt idx="553">
                  <c:v>7.2050000000000003E-2</c:v>
                </c:pt>
                <c:pt idx="554">
                  <c:v>7.1680000000000008E-2</c:v>
                </c:pt>
                <c:pt idx="555">
                  <c:v>7.1840000000000001E-2</c:v>
                </c:pt>
                <c:pt idx="556">
                  <c:v>7.1739999999999998E-2</c:v>
                </c:pt>
                <c:pt idx="557">
                  <c:v>7.1489999999999998E-2</c:v>
                </c:pt>
                <c:pt idx="558">
                  <c:v>7.1239999999999998E-2</c:v>
                </c:pt>
                <c:pt idx="559">
                  <c:v>7.1040000000000006E-2</c:v>
                </c:pt>
                <c:pt idx="560">
                  <c:v>7.1319999999999995E-2</c:v>
                </c:pt>
                <c:pt idx="561">
                  <c:v>7.168999999999999E-2</c:v>
                </c:pt>
                <c:pt idx="562">
                  <c:v>7.1800000000000003E-2</c:v>
                </c:pt>
                <c:pt idx="563">
                  <c:v>7.1739999999999998E-2</c:v>
                </c:pt>
                <c:pt idx="564">
                  <c:v>7.1379999999999999E-2</c:v>
                </c:pt>
                <c:pt idx="565">
                  <c:v>7.1040000000000006E-2</c:v>
                </c:pt>
                <c:pt idx="566">
                  <c:v>7.0830000000000004E-2</c:v>
                </c:pt>
                <c:pt idx="567">
                  <c:v>7.078000000000001E-2</c:v>
                </c:pt>
                <c:pt idx="568">
                  <c:v>7.0679999999999993E-2</c:v>
                </c:pt>
                <c:pt idx="569">
                  <c:v>7.1300000000000002E-2</c:v>
                </c:pt>
                <c:pt idx="570">
                  <c:v>7.1379999999999999E-2</c:v>
                </c:pt>
                <c:pt idx="571">
                  <c:v>7.1230000000000002E-2</c:v>
                </c:pt>
                <c:pt idx="572">
                  <c:v>7.1559999999999999E-2</c:v>
                </c:pt>
                <c:pt idx="573">
                  <c:v>7.1099999999999997E-2</c:v>
                </c:pt>
                <c:pt idx="574">
                  <c:v>7.1749999999999994E-2</c:v>
                </c:pt>
                <c:pt idx="575">
                  <c:v>7.1650000000000005E-2</c:v>
                </c:pt>
                <c:pt idx="576">
                  <c:v>7.1849999999999997E-2</c:v>
                </c:pt>
                <c:pt idx="577">
                  <c:v>7.1749999999999994E-2</c:v>
                </c:pt>
                <c:pt idx="578">
                  <c:v>7.1410000000000001E-2</c:v>
                </c:pt>
                <c:pt idx="579">
                  <c:v>7.1440000000000003E-2</c:v>
                </c:pt>
                <c:pt idx="580">
                  <c:v>7.1210000000000009E-2</c:v>
                </c:pt>
                <c:pt idx="581">
                  <c:v>7.1779999999999997E-2</c:v>
                </c:pt>
                <c:pt idx="582">
                  <c:v>7.2009999999999991E-2</c:v>
                </c:pt>
                <c:pt idx="583">
                  <c:v>7.2730000000000003E-2</c:v>
                </c:pt>
                <c:pt idx="584">
                  <c:v>7.3480000000000004E-2</c:v>
                </c:pt>
                <c:pt idx="585">
                  <c:v>7.3869999999999991E-2</c:v>
                </c:pt>
                <c:pt idx="586">
                  <c:v>7.4209999999999998E-2</c:v>
                </c:pt>
                <c:pt idx="587">
                  <c:v>7.4230000000000004E-2</c:v>
                </c:pt>
                <c:pt idx="588">
                  <c:v>7.3249999999999996E-2</c:v>
                </c:pt>
                <c:pt idx="589">
                  <c:v>7.3249999999999996E-2</c:v>
                </c:pt>
                <c:pt idx="590">
                  <c:v>7.3770000000000002E-2</c:v>
                </c:pt>
                <c:pt idx="591">
                  <c:v>7.3399999999999993E-2</c:v>
                </c:pt>
                <c:pt idx="592">
                  <c:v>7.3200000000000001E-2</c:v>
                </c:pt>
                <c:pt idx="593">
                  <c:v>7.3349999999999999E-2</c:v>
                </c:pt>
                <c:pt idx="594">
                  <c:v>7.4359999999999996E-2</c:v>
                </c:pt>
                <c:pt idx="595">
                  <c:v>7.3940000000000006E-2</c:v>
                </c:pt>
                <c:pt idx="596">
                  <c:v>7.3760000000000006E-2</c:v>
                </c:pt>
                <c:pt idx="597">
                  <c:v>7.356E-2</c:v>
                </c:pt>
                <c:pt idx="598">
                  <c:v>7.3150000000000007E-2</c:v>
                </c:pt>
                <c:pt idx="599">
                  <c:v>7.4249999999999997E-2</c:v>
                </c:pt>
                <c:pt idx="600">
                  <c:v>7.3680000000000009E-2</c:v>
                </c:pt>
                <c:pt idx="601">
                  <c:v>7.4069999999999997E-2</c:v>
                </c:pt>
                <c:pt idx="602">
                  <c:v>7.3940000000000006E-2</c:v>
                </c:pt>
                <c:pt idx="603">
                  <c:v>7.4450000000000002E-2</c:v>
                </c:pt>
                <c:pt idx="604">
                  <c:v>7.3959999999999998E-2</c:v>
                </c:pt>
                <c:pt idx="605">
                  <c:v>7.3380000000000001E-2</c:v>
                </c:pt>
                <c:pt idx="606">
                  <c:v>7.2720000000000007E-2</c:v>
                </c:pt>
                <c:pt idx="607">
                  <c:v>7.3889999999999997E-2</c:v>
                </c:pt>
                <c:pt idx="608">
                  <c:v>7.3169999999999999E-2</c:v>
                </c:pt>
                <c:pt idx="609">
                  <c:v>7.3099999999999998E-2</c:v>
                </c:pt>
                <c:pt idx="610">
                  <c:v>7.3399999999999993E-2</c:v>
                </c:pt>
                <c:pt idx="611">
                  <c:v>7.2969999999999993E-2</c:v>
                </c:pt>
                <c:pt idx="612">
                  <c:v>7.3630000000000001E-2</c:v>
                </c:pt>
                <c:pt idx="613">
                  <c:v>7.3660000000000003E-2</c:v>
                </c:pt>
                <c:pt idx="614">
                  <c:v>7.2950000000000001E-2</c:v>
                </c:pt>
                <c:pt idx="615">
                  <c:v>7.1889999999999996E-2</c:v>
                </c:pt>
                <c:pt idx="616">
                  <c:v>7.2319999999999995E-2</c:v>
                </c:pt>
                <c:pt idx="617">
                  <c:v>7.2020000000000001E-2</c:v>
                </c:pt>
                <c:pt idx="618">
                  <c:v>7.1889999999999996E-2</c:v>
                </c:pt>
                <c:pt idx="619">
                  <c:v>7.1399999999999991E-2</c:v>
                </c:pt>
                <c:pt idx="620">
                  <c:v>7.0430000000000006E-2</c:v>
                </c:pt>
                <c:pt idx="621">
                  <c:v>6.966E-2</c:v>
                </c:pt>
                <c:pt idx="622">
                  <c:v>6.9930000000000006E-2</c:v>
                </c:pt>
                <c:pt idx="623">
                  <c:v>6.9539999999999991E-2</c:v>
                </c:pt>
                <c:pt idx="624">
                  <c:v>6.9839999999999999E-2</c:v>
                </c:pt>
                <c:pt idx="625">
                  <c:v>7.0359999999999992E-2</c:v>
                </c:pt>
                <c:pt idx="626">
                  <c:v>7.0140000000000008E-2</c:v>
                </c:pt>
                <c:pt idx="627">
                  <c:v>7.0370000000000002E-2</c:v>
                </c:pt>
                <c:pt idx="628">
                  <c:v>7.0570000000000008E-2</c:v>
                </c:pt>
                <c:pt idx="629">
                  <c:v>6.9980000000000001E-2</c:v>
                </c:pt>
                <c:pt idx="630">
                  <c:v>6.9859999999999992E-2</c:v>
                </c:pt>
                <c:pt idx="631">
                  <c:v>7.0300000000000001E-2</c:v>
                </c:pt>
                <c:pt idx="632">
                  <c:v>6.991E-2</c:v>
                </c:pt>
                <c:pt idx="633">
                  <c:v>7.0359999999999992E-2</c:v>
                </c:pt>
                <c:pt idx="634">
                  <c:v>7.0120000000000002E-2</c:v>
                </c:pt>
                <c:pt idx="635">
                  <c:v>6.9919999999999996E-2</c:v>
                </c:pt>
                <c:pt idx="636">
                  <c:v>6.9779999999999995E-2</c:v>
                </c:pt>
                <c:pt idx="637">
                  <c:v>6.9680000000000006E-2</c:v>
                </c:pt>
                <c:pt idx="638">
                  <c:v>6.9349999999999995E-2</c:v>
                </c:pt>
                <c:pt idx="639">
                  <c:v>6.8720000000000003E-2</c:v>
                </c:pt>
                <c:pt idx="640">
                  <c:v>6.9620000000000001E-2</c:v>
                </c:pt>
                <c:pt idx="641">
                  <c:v>6.9680000000000006E-2</c:v>
                </c:pt>
                <c:pt idx="642">
                  <c:v>7.0069999999999993E-2</c:v>
                </c:pt>
                <c:pt idx="643">
                  <c:v>7.0540000000000005E-2</c:v>
                </c:pt>
                <c:pt idx="644">
                  <c:v>7.014999999999999E-2</c:v>
                </c:pt>
                <c:pt idx="645">
                  <c:v>6.88E-2</c:v>
                </c:pt>
                <c:pt idx="646">
                  <c:v>6.9839999999999999E-2</c:v>
                </c:pt>
                <c:pt idx="647">
                  <c:v>6.9339999999999999E-2</c:v>
                </c:pt>
                <c:pt idx="648">
                  <c:v>6.9489999999999996E-2</c:v>
                </c:pt>
                <c:pt idx="649">
                  <c:v>7.0739999999999997E-2</c:v>
                </c:pt>
                <c:pt idx="650">
                  <c:v>7.1010000000000004E-2</c:v>
                </c:pt>
                <c:pt idx="651">
                  <c:v>7.1210000000000009E-2</c:v>
                </c:pt>
                <c:pt idx="652">
                  <c:v>7.1440000000000003E-2</c:v>
                </c:pt>
                <c:pt idx="653">
                  <c:v>7.1279999999999996E-2</c:v>
                </c:pt>
                <c:pt idx="654">
                  <c:v>7.1480000000000002E-2</c:v>
                </c:pt>
                <c:pt idx="655">
                  <c:v>7.1910000000000002E-2</c:v>
                </c:pt>
                <c:pt idx="656">
                  <c:v>7.1980000000000002E-2</c:v>
                </c:pt>
                <c:pt idx="657">
                  <c:v>7.1849999999999997E-2</c:v>
                </c:pt>
                <c:pt idx="658">
                  <c:v>7.2000000000000008E-2</c:v>
                </c:pt>
                <c:pt idx="659">
                  <c:v>7.1970000000000006E-2</c:v>
                </c:pt>
                <c:pt idx="660">
                  <c:v>7.1489999999999998E-2</c:v>
                </c:pt>
                <c:pt idx="661">
                  <c:v>7.0970000000000005E-2</c:v>
                </c:pt>
                <c:pt idx="662">
                  <c:v>7.1790000000000007E-2</c:v>
                </c:pt>
                <c:pt idx="663">
                  <c:v>7.2160000000000002E-2</c:v>
                </c:pt>
                <c:pt idx="664">
                  <c:v>7.1739999999999998E-2</c:v>
                </c:pt>
                <c:pt idx="665">
                  <c:v>7.1480000000000002E-2</c:v>
                </c:pt>
                <c:pt idx="666">
                  <c:v>7.0929999999999993E-2</c:v>
                </c:pt>
                <c:pt idx="667">
                  <c:v>7.17E-2</c:v>
                </c:pt>
                <c:pt idx="668">
                  <c:v>7.1580000000000005E-2</c:v>
                </c:pt>
                <c:pt idx="669">
                  <c:v>7.2080000000000005E-2</c:v>
                </c:pt>
                <c:pt idx="670">
                  <c:v>7.2550000000000003E-2</c:v>
                </c:pt>
                <c:pt idx="671">
                  <c:v>7.2690000000000005E-2</c:v>
                </c:pt>
                <c:pt idx="672">
                  <c:v>7.2819999999999996E-2</c:v>
                </c:pt>
                <c:pt idx="673">
                  <c:v>7.2290000000000007E-2</c:v>
                </c:pt>
                <c:pt idx="674">
                  <c:v>7.2389999999999996E-2</c:v>
                </c:pt>
                <c:pt idx="675">
                  <c:v>7.2209999999999996E-2</c:v>
                </c:pt>
                <c:pt idx="676">
                  <c:v>7.2209999999999996E-2</c:v>
                </c:pt>
                <c:pt idx="677">
                  <c:v>7.2800000000000004E-2</c:v>
                </c:pt>
                <c:pt idx="678">
                  <c:v>7.2529999999999997E-2</c:v>
                </c:pt>
                <c:pt idx="679">
                  <c:v>7.3499999999999996E-2</c:v>
                </c:pt>
                <c:pt idx="680">
                  <c:v>7.4039999999999995E-2</c:v>
                </c:pt>
                <c:pt idx="681">
                  <c:v>7.3940000000000006E-2</c:v>
                </c:pt>
                <c:pt idx="682">
                  <c:v>7.3789999999999994E-2</c:v>
                </c:pt>
                <c:pt idx="683">
                  <c:v>7.397999999999999E-2</c:v>
                </c:pt>
                <c:pt idx="684">
                  <c:v>7.3040000000000008E-2</c:v>
                </c:pt>
                <c:pt idx="685">
                  <c:v>7.2709999999999997E-2</c:v>
                </c:pt>
                <c:pt idx="686">
                  <c:v>7.2910000000000003E-2</c:v>
                </c:pt>
                <c:pt idx="687">
                  <c:v>7.3499999999999996E-2</c:v>
                </c:pt>
                <c:pt idx="688">
                  <c:v>7.3369999999999991E-2</c:v>
                </c:pt>
                <c:pt idx="689">
                  <c:v>7.2900000000000006E-2</c:v>
                </c:pt>
                <c:pt idx="690">
                  <c:v>7.2300000000000003E-2</c:v>
                </c:pt>
                <c:pt idx="691">
                  <c:v>7.1910000000000002E-2</c:v>
                </c:pt>
                <c:pt idx="692">
                  <c:v>7.2099999999999997E-2</c:v>
                </c:pt>
                <c:pt idx="693">
                  <c:v>7.1709999999999996E-2</c:v>
                </c:pt>
                <c:pt idx="694">
                  <c:v>7.1410000000000001E-2</c:v>
                </c:pt>
                <c:pt idx="695">
                  <c:v>7.1040000000000006E-2</c:v>
                </c:pt>
                <c:pt idx="696">
                  <c:v>7.1040000000000006E-2</c:v>
                </c:pt>
                <c:pt idx="697">
                  <c:v>7.077E-2</c:v>
                </c:pt>
                <c:pt idx="698">
                  <c:v>7.1580000000000005E-2</c:v>
                </c:pt>
                <c:pt idx="699">
                  <c:v>7.177E-2</c:v>
                </c:pt>
                <c:pt idx="700">
                  <c:v>7.1620000000000003E-2</c:v>
                </c:pt>
                <c:pt idx="701">
                  <c:v>7.1500000000000008E-2</c:v>
                </c:pt>
                <c:pt idx="702">
                  <c:v>7.1650000000000005E-2</c:v>
                </c:pt>
                <c:pt idx="703">
                  <c:v>7.0720000000000005E-2</c:v>
                </c:pt>
                <c:pt idx="704">
                  <c:v>7.127E-2</c:v>
                </c:pt>
                <c:pt idx="705">
                  <c:v>7.1029999999999996E-2</c:v>
                </c:pt>
                <c:pt idx="706">
                  <c:v>7.1749999999999994E-2</c:v>
                </c:pt>
                <c:pt idx="707">
                  <c:v>7.2730000000000003E-2</c:v>
                </c:pt>
                <c:pt idx="708">
                  <c:v>7.2730000000000003E-2</c:v>
                </c:pt>
                <c:pt idx="709">
                  <c:v>7.1809999999999999E-2</c:v>
                </c:pt>
                <c:pt idx="710">
                  <c:v>7.1369999999999989E-2</c:v>
                </c:pt>
                <c:pt idx="711">
                  <c:v>6.8229999999999999E-2</c:v>
                </c:pt>
                <c:pt idx="712">
                  <c:v>6.6830000000000001E-2</c:v>
                </c:pt>
                <c:pt idx="713">
                  <c:v>6.6699999999999995E-2</c:v>
                </c:pt>
                <c:pt idx="714">
                  <c:v>6.6070000000000004E-2</c:v>
                </c:pt>
                <c:pt idx="715">
                  <c:v>6.5799999999999997E-2</c:v>
                </c:pt>
                <c:pt idx="716">
                  <c:v>6.5530000000000005E-2</c:v>
                </c:pt>
                <c:pt idx="717">
                  <c:v>6.6519999999999996E-2</c:v>
                </c:pt>
                <c:pt idx="718">
                  <c:v>6.6029999999999991E-2</c:v>
                </c:pt>
                <c:pt idx="719">
                  <c:v>6.5299999999999997E-2</c:v>
                </c:pt>
                <c:pt idx="720">
                  <c:v>6.5890000000000004E-2</c:v>
                </c:pt>
                <c:pt idx="721">
                  <c:v>6.5939999999999999E-2</c:v>
                </c:pt>
                <c:pt idx="722">
                  <c:v>6.6769999999999996E-2</c:v>
                </c:pt>
                <c:pt idx="723">
                  <c:v>6.5960000000000005E-2</c:v>
                </c:pt>
                <c:pt idx="724">
                  <c:v>6.5380000000000008E-2</c:v>
                </c:pt>
                <c:pt idx="725">
                  <c:v>6.4649999999999999E-2</c:v>
                </c:pt>
                <c:pt idx="726">
                  <c:v>6.1710000000000001E-2</c:v>
                </c:pt>
                <c:pt idx="727">
                  <c:v>6.1859999999999998E-2</c:v>
                </c:pt>
                <c:pt idx="728">
                  <c:v>6.1650000000000003E-2</c:v>
                </c:pt>
                <c:pt idx="729">
                  <c:v>6.1620000000000001E-2</c:v>
                </c:pt>
                <c:pt idx="730">
                  <c:v>6.1010000000000002E-2</c:v>
                </c:pt>
                <c:pt idx="731">
                  <c:v>6.0439999999999994E-2</c:v>
                </c:pt>
                <c:pt idx="732">
                  <c:v>6.0970000000000003E-2</c:v>
                </c:pt>
                <c:pt idx="733">
                  <c:v>6.1120000000000001E-2</c:v>
                </c:pt>
                <c:pt idx="734">
                  <c:v>6.0819999999999999E-2</c:v>
                </c:pt>
                <c:pt idx="735">
                  <c:v>6.0940000000000001E-2</c:v>
                </c:pt>
                <c:pt idx="736">
                  <c:v>6.0890000000000007E-2</c:v>
                </c:pt>
                <c:pt idx="737">
                  <c:v>6.1030000000000001E-2</c:v>
                </c:pt>
                <c:pt idx="738">
                  <c:v>6.0400000000000002E-2</c:v>
                </c:pt>
                <c:pt idx="739">
                  <c:v>6.0250000000000005E-2</c:v>
                </c:pt>
                <c:pt idx="740">
                  <c:v>6.08E-2</c:v>
                </c:pt>
                <c:pt idx="741">
                  <c:v>6.1120000000000001E-2</c:v>
                </c:pt>
                <c:pt idx="742">
                  <c:v>6.1550000000000001E-2</c:v>
                </c:pt>
                <c:pt idx="743">
                  <c:v>6.1719999999999997E-2</c:v>
                </c:pt>
                <c:pt idx="744">
                  <c:v>6.1310000000000003E-2</c:v>
                </c:pt>
                <c:pt idx="745">
                  <c:v>6.1689999999999995E-2</c:v>
                </c:pt>
                <c:pt idx="746">
                  <c:v>6.216E-2</c:v>
                </c:pt>
                <c:pt idx="747">
                  <c:v>6.2080000000000003E-2</c:v>
                </c:pt>
                <c:pt idx="748">
                  <c:v>6.1130000000000004E-2</c:v>
                </c:pt>
                <c:pt idx="749">
                  <c:v>6.1120000000000001E-2</c:v>
                </c:pt>
                <c:pt idx="750">
                  <c:v>6.0970000000000003E-2</c:v>
                </c:pt>
                <c:pt idx="751">
                  <c:v>6.0469999999999996E-2</c:v>
                </c:pt>
                <c:pt idx="752">
                  <c:v>6.0110000000000004E-2</c:v>
                </c:pt>
                <c:pt idx="753">
                  <c:v>6.046E-2</c:v>
                </c:pt>
                <c:pt idx="754">
                  <c:v>5.9980000000000006E-2</c:v>
                </c:pt>
                <c:pt idx="755">
                  <c:v>5.9930000000000004E-2</c:v>
                </c:pt>
                <c:pt idx="756">
                  <c:v>5.9340000000000004E-2</c:v>
                </c:pt>
                <c:pt idx="757">
                  <c:v>5.9020000000000003E-2</c:v>
                </c:pt>
                <c:pt idx="758">
                  <c:v>5.9189999999999993E-2</c:v>
                </c:pt>
                <c:pt idx="759">
                  <c:v>5.926E-2</c:v>
                </c:pt>
                <c:pt idx="760">
                  <c:v>5.8840000000000003E-2</c:v>
                </c:pt>
                <c:pt idx="761">
                  <c:v>5.8550000000000005E-2</c:v>
                </c:pt>
                <c:pt idx="762">
                  <c:v>5.8769999999999996E-2</c:v>
                </c:pt>
                <c:pt idx="763">
                  <c:v>5.9200000000000003E-2</c:v>
                </c:pt>
                <c:pt idx="764">
                  <c:v>6.0949999999999997E-2</c:v>
                </c:pt>
                <c:pt idx="765">
                  <c:v>6.1219999999999997E-2</c:v>
                </c:pt>
                <c:pt idx="766">
                  <c:v>6.1940000000000002E-2</c:v>
                </c:pt>
                <c:pt idx="767">
                  <c:v>6.2400000000000004E-2</c:v>
                </c:pt>
                <c:pt idx="768">
                  <c:v>6.2270000000000006E-2</c:v>
                </c:pt>
                <c:pt idx="769">
                  <c:v>6.1310000000000003E-2</c:v>
                </c:pt>
                <c:pt idx="770">
                  <c:v>6.0299999999999999E-2</c:v>
                </c:pt>
                <c:pt idx="771">
                  <c:v>6.1200000000000004E-2</c:v>
                </c:pt>
                <c:pt idx="772">
                  <c:v>6.1200000000000004E-2</c:v>
                </c:pt>
                <c:pt idx="773">
                  <c:v>6.0490000000000002E-2</c:v>
                </c:pt>
                <c:pt idx="774">
                  <c:v>6.0730000000000006E-2</c:v>
                </c:pt>
                <c:pt idx="775">
                  <c:v>6.0579999999999995E-2</c:v>
                </c:pt>
                <c:pt idx="776">
                  <c:v>6.053E-2</c:v>
                </c:pt>
                <c:pt idx="777">
                  <c:v>6.0570000000000006E-2</c:v>
                </c:pt>
                <c:pt idx="778">
                  <c:v>6.0570000000000006E-2</c:v>
                </c:pt>
                <c:pt idx="779">
                  <c:v>6.0350000000000001E-2</c:v>
                </c:pt>
                <c:pt idx="780">
                  <c:v>5.9699999999999996E-2</c:v>
                </c:pt>
                <c:pt idx="781">
                  <c:v>5.9669999999999994E-2</c:v>
                </c:pt>
                <c:pt idx="782">
                  <c:v>6.0179999999999997E-2</c:v>
                </c:pt>
                <c:pt idx="783">
                  <c:v>6.0080000000000001E-2</c:v>
                </c:pt>
                <c:pt idx="784">
                  <c:v>6.0319999999999999E-2</c:v>
                </c:pt>
                <c:pt idx="785">
                  <c:v>5.9880000000000003E-2</c:v>
                </c:pt>
                <c:pt idx="786">
                  <c:v>5.9400000000000001E-2</c:v>
                </c:pt>
                <c:pt idx="787">
                  <c:v>5.9299999999999999E-2</c:v>
                </c:pt>
                <c:pt idx="788">
                  <c:v>5.9389999999999998E-2</c:v>
                </c:pt>
                <c:pt idx="789">
                  <c:v>5.8720000000000001E-2</c:v>
                </c:pt>
                <c:pt idx="790">
                  <c:v>5.8619999999999998E-2</c:v>
                </c:pt>
                <c:pt idx="791">
                  <c:v>5.8739999999999994E-2</c:v>
                </c:pt>
                <c:pt idx="792">
                  <c:v>5.8650000000000001E-2</c:v>
                </c:pt>
                <c:pt idx="793">
                  <c:v>5.8720000000000001E-2</c:v>
                </c:pt>
                <c:pt idx="794">
                  <c:v>5.8579999999999993E-2</c:v>
                </c:pt>
                <c:pt idx="795">
                  <c:v>5.8529999999999999E-2</c:v>
                </c:pt>
                <c:pt idx="796">
                  <c:v>5.8189999999999999E-2</c:v>
                </c:pt>
                <c:pt idx="797">
                  <c:v>5.8220000000000001E-2</c:v>
                </c:pt>
                <c:pt idx="798">
                  <c:v>5.8259999999999999E-2</c:v>
                </c:pt>
                <c:pt idx="799">
                  <c:v>5.7950000000000002E-2</c:v>
                </c:pt>
                <c:pt idx="800">
                  <c:v>5.7599999999999998E-2</c:v>
                </c:pt>
                <c:pt idx="801">
                  <c:v>5.7340000000000002E-2</c:v>
                </c:pt>
                <c:pt idx="802">
                  <c:v>5.7320000000000003E-2</c:v>
                </c:pt>
                <c:pt idx="803">
                  <c:v>5.713E-2</c:v>
                </c:pt>
                <c:pt idx="804">
                  <c:v>5.7149999999999999E-2</c:v>
                </c:pt>
                <c:pt idx="805">
                  <c:v>5.7060000000000007E-2</c:v>
                </c:pt>
                <c:pt idx="806">
                  <c:v>5.7009999999999998E-2</c:v>
                </c:pt>
                <c:pt idx="807">
                  <c:v>5.6939999999999998E-2</c:v>
                </c:pt>
                <c:pt idx="808">
                  <c:v>5.7409999999999996E-2</c:v>
                </c:pt>
                <c:pt idx="809">
                  <c:v>5.713E-2</c:v>
                </c:pt>
                <c:pt idx="810">
                  <c:v>5.7249999999999995E-2</c:v>
                </c:pt>
                <c:pt idx="811">
                  <c:v>5.7089999999999995E-2</c:v>
                </c:pt>
                <c:pt idx="812">
                  <c:v>5.7200000000000001E-2</c:v>
                </c:pt>
                <c:pt idx="813">
                  <c:v>5.6929999999999994E-2</c:v>
                </c:pt>
                <c:pt idx="814">
                  <c:v>5.7340000000000002E-2</c:v>
                </c:pt>
                <c:pt idx="815">
                  <c:v>5.7510000000000006E-2</c:v>
                </c:pt>
                <c:pt idx="816">
                  <c:v>5.7670000000000006E-2</c:v>
                </c:pt>
                <c:pt idx="817">
                  <c:v>5.808E-2</c:v>
                </c:pt>
                <c:pt idx="818">
                  <c:v>5.7679999999999995E-2</c:v>
                </c:pt>
                <c:pt idx="819">
                  <c:v>5.7990000000000007E-2</c:v>
                </c:pt>
                <c:pt idx="820">
                  <c:v>5.7460000000000004E-2</c:v>
                </c:pt>
                <c:pt idx="821">
                  <c:v>5.7370000000000004E-2</c:v>
                </c:pt>
                <c:pt idx="822">
                  <c:v>5.824E-2</c:v>
                </c:pt>
                <c:pt idx="823">
                  <c:v>5.7960000000000005E-2</c:v>
                </c:pt>
                <c:pt idx="824">
                  <c:v>5.8369999999999998E-2</c:v>
                </c:pt>
                <c:pt idx="825">
                  <c:v>5.8570000000000004E-2</c:v>
                </c:pt>
                <c:pt idx="826">
                  <c:v>5.8129999999999994E-2</c:v>
                </c:pt>
                <c:pt idx="827">
                  <c:v>5.7999999999999996E-2</c:v>
                </c:pt>
                <c:pt idx="828">
                  <c:v>5.8029999999999998E-2</c:v>
                </c:pt>
                <c:pt idx="829">
                  <c:v>5.8410000000000004E-2</c:v>
                </c:pt>
                <c:pt idx="830">
                  <c:v>5.851E-2</c:v>
                </c:pt>
                <c:pt idx="831">
                  <c:v>5.8720000000000001E-2</c:v>
                </c:pt>
                <c:pt idx="832">
                  <c:v>5.8639999999999998E-2</c:v>
                </c:pt>
                <c:pt idx="833">
                  <c:v>5.8410000000000004E-2</c:v>
                </c:pt>
                <c:pt idx="834">
                  <c:v>5.8319999999999997E-2</c:v>
                </c:pt>
                <c:pt idx="835">
                  <c:v>5.842E-2</c:v>
                </c:pt>
                <c:pt idx="836">
                  <c:v>5.8430000000000003E-2</c:v>
                </c:pt>
                <c:pt idx="837">
                  <c:v>5.8600000000000006E-2</c:v>
                </c:pt>
                <c:pt idx="838">
                  <c:v>5.8289999999999995E-2</c:v>
                </c:pt>
                <c:pt idx="839">
                  <c:v>5.8459999999999998E-2</c:v>
                </c:pt>
                <c:pt idx="840">
                  <c:v>5.8459999999999998E-2</c:v>
                </c:pt>
                <c:pt idx="841">
                  <c:v>5.7800000000000004E-2</c:v>
                </c:pt>
                <c:pt idx="842">
                  <c:v>5.781E-2</c:v>
                </c:pt>
                <c:pt idx="843">
                  <c:v>5.8250000000000003E-2</c:v>
                </c:pt>
                <c:pt idx="844">
                  <c:v>5.8139999999999997E-2</c:v>
                </c:pt>
                <c:pt idx="845">
                  <c:v>5.8049999999999997E-2</c:v>
                </c:pt>
                <c:pt idx="846">
                  <c:v>5.8390000000000004E-2</c:v>
                </c:pt>
                <c:pt idx="847">
                  <c:v>5.7939999999999998E-2</c:v>
                </c:pt>
                <c:pt idx="848">
                  <c:v>5.7880000000000001E-2</c:v>
                </c:pt>
                <c:pt idx="849">
                  <c:v>5.7839999999999996E-2</c:v>
                </c:pt>
                <c:pt idx="850">
                  <c:v>5.7869999999999998E-2</c:v>
                </c:pt>
                <c:pt idx="851">
                  <c:v>5.6600000000000004E-2</c:v>
                </c:pt>
                <c:pt idx="852">
                  <c:v>5.6469999999999999E-2</c:v>
                </c:pt>
                <c:pt idx="853">
                  <c:v>5.6749999999999995E-2</c:v>
                </c:pt>
                <c:pt idx="854">
                  <c:v>5.688E-2</c:v>
                </c:pt>
                <c:pt idx="855">
                  <c:v>5.6489999999999999E-2</c:v>
                </c:pt>
                <c:pt idx="856">
                  <c:v>5.5789999999999999E-2</c:v>
                </c:pt>
                <c:pt idx="857">
                  <c:v>5.5940000000000004E-2</c:v>
                </c:pt>
                <c:pt idx="858">
                  <c:v>5.586E-2</c:v>
                </c:pt>
                <c:pt idx="859">
                  <c:v>5.5590000000000001E-2</c:v>
                </c:pt>
                <c:pt idx="860">
                  <c:v>5.6159999999999995E-2</c:v>
                </c:pt>
                <c:pt idx="861">
                  <c:v>5.6009999999999997E-2</c:v>
                </c:pt>
                <c:pt idx="862">
                  <c:v>5.5990000000000005E-2</c:v>
                </c:pt>
                <c:pt idx="863">
                  <c:v>5.636E-2</c:v>
                </c:pt>
                <c:pt idx="864">
                  <c:v>5.6260000000000004E-2</c:v>
                </c:pt>
                <c:pt idx="865">
                  <c:v>5.6090000000000001E-2</c:v>
                </c:pt>
                <c:pt idx="866">
                  <c:v>5.6139999999999995E-2</c:v>
                </c:pt>
                <c:pt idx="867">
                  <c:v>5.6309999999999999E-2</c:v>
                </c:pt>
                <c:pt idx="868">
                  <c:v>5.5960000000000003E-2</c:v>
                </c:pt>
                <c:pt idx="869">
                  <c:v>5.5739999999999998E-2</c:v>
                </c:pt>
                <c:pt idx="870">
                  <c:v>5.586E-2</c:v>
                </c:pt>
                <c:pt idx="871">
                  <c:v>5.611E-2</c:v>
                </c:pt>
                <c:pt idx="872">
                  <c:v>5.6509999999999998E-2</c:v>
                </c:pt>
                <c:pt idx="873">
                  <c:v>5.6509999999999998E-2</c:v>
                </c:pt>
                <c:pt idx="874">
                  <c:v>5.6829999999999999E-2</c:v>
                </c:pt>
                <c:pt idx="875">
                  <c:v>5.6980000000000003E-2</c:v>
                </c:pt>
                <c:pt idx="876">
                  <c:v>5.6849999999999998E-2</c:v>
                </c:pt>
                <c:pt idx="877">
                  <c:v>5.6980000000000003E-2</c:v>
                </c:pt>
                <c:pt idx="878">
                  <c:v>5.6900000000000006E-2</c:v>
                </c:pt>
                <c:pt idx="879">
                  <c:v>5.6900000000000006E-2</c:v>
                </c:pt>
                <c:pt idx="880">
                  <c:v>5.6580000000000005E-2</c:v>
                </c:pt>
                <c:pt idx="881">
                  <c:v>5.6950000000000001E-2</c:v>
                </c:pt>
                <c:pt idx="882">
                  <c:v>5.7320000000000003E-2</c:v>
                </c:pt>
                <c:pt idx="883">
                  <c:v>5.7439999999999998E-2</c:v>
                </c:pt>
                <c:pt idx="884">
                  <c:v>5.7519999999999995E-2</c:v>
                </c:pt>
                <c:pt idx="885">
                  <c:v>5.7409999999999996E-2</c:v>
                </c:pt>
                <c:pt idx="886">
                  <c:v>5.7290000000000001E-2</c:v>
                </c:pt>
                <c:pt idx="887">
                  <c:v>5.7790000000000001E-2</c:v>
                </c:pt>
                <c:pt idx="888">
                  <c:v>5.7119999999999997E-2</c:v>
                </c:pt>
                <c:pt idx="889">
                  <c:v>5.7089999999999995E-2</c:v>
                </c:pt>
                <c:pt idx="890">
                  <c:v>5.7340000000000002E-2</c:v>
                </c:pt>
                <c:pt idx="891">
                  <c:v>5.731E-2</c:v>
                </c:pt>
                <c:pt idx="892">
                  <c:v>5.7259999999999998E-2</c:v>
                </c:pt>
                <c:pt idx="893">
                  <c:v>5.7210000000000004E-2</c:v>
                </c:pt>
                <c:pt idx="894">
                  <c:v>5.7060000000000007E-2</c:v>
                </c:pt>
                <c:pt idx="895">
                  <c:v>5.6890000000000003E-2</c:v>
                </c:pt>
                <c:pt idx="896">
                  <c:v>5.6820000000000002E-2</c:v>
                </c:pt>
                <c:pt idx="897">
                  <c:v>5.6860000000000001E-2</c:v>
                </c:pt>
                <c:pt idx="898">
                  <c:v>5.6809999999999999E-2</c:v>
                </c:pt>
                <c:pt idx="899">
                  <c:v>5.6349999999999997E-2</c:v>
                </c:pt>
                <c:pt idx="900">
                  <c:v>5.6550000000000003E-2</c:v>
                </c:pt>
                <c:pt idx="901">
                  <c:v>5.6809999999999999E-2</c:v>
                </c:pt>
                <c:pt idx="902">
                  <c:v>5.6909999999999995E-2</c:v>
                </c:pt>
                <c:pt idx="903">
                  <c:v>5.6909999999999995E-2</c:v>
                </c:pt>
                <c:pt idx="904">
                  <c:v>5.7200000000000001E-2</c:v>
                </c:pt>
                <c:pt idx="905">
                  <c:v>5.7489999999999999E-2</c:v>
                </c:pt>
                <c:pt idx="906">
                  <c:v>5.7300000000000004E-2</c:v>
                </c:pt>
                <c:pt idx="907">
                  <c:v>5.7009999999999998E-2</c:v>
                </c:pt>
                <c:pt idx="908">
                  <c:v>5.7980000000000004E-2</c:v>
                </c:pt>
                <c:pt idx="909">
                  <c:v>5.8339999999999996E-2</c:v>
                </c:pt>
                <c:pt idx="910">
                  <c:v>5.7590000000000002E-2</c:v>
                </c:pt>
                <c:pt idx="911">
                  <c:v>5.7510000000000006E-2</c:v>
                </c:pt>
                <c:pt idx="912">
                  <c:v>5.7000000000000002E-2</c:v>
                </c:pt>
                <c:pt idx="913">
                  <c:v>5.7200000000000001E-2</c:v>
                </c:pt>
                <c:pt idx="914">
                  <c:v>5.6760000000000005E-2</c:v>
                </c:pt>
                <c:pt idx="915">
                  <c:v>5.7270000000000001E-2</c:v>
                </c:pt>
                <c:pt idx="916">
                  <c:v>5.6950000000000001E-2</c:v>
                </c:pt>
                <c:pt idx="917">
                  <c:v>5.6449999999999993E-2</c:v>
                </c:pt>
                <c:pt idx="918">
                  <c:v>5.6520000000000001E-2</c:v>
                </c:pt>
                <c:pt idx="919">
                  <c:v>5.6520000000000001E-2</c:v>
                </c:pt>
                <c:pt idx="920">
                  <c:v>5.6520000000000001E-2</c:v>
                </c:pt>
                <c:pt idx="921">
                  <c:v>5.6159999999999995E-2</c:v>
                </c:pt>
                <c:pt idx="922">
                  <c:v>5.6639999999999996E-2</c:v>
                </c:pt>
                <c:pt idx="923">
                  <c:v>5.6760000000000005E-2</c:v>
                </c:pt>
                <c:pt idx="924">
                  <c:v>5.6420000000000005E-2</c:v>
                </c:pt>
                <c:pt idx="925">
                  <c:v>5.5419999999999997E-2</c:v>
                </c:pt>
                <c:pt idx="926">
                  <c:v>5.5129999999999998E-2</c:v>
                </c:pt>
                <c:pt idx="927">
                  <c:v>5.4949999999999999E-2</c:v>
                </c:pt>
                <c:pt idx="928">
                  <c:v>5.518E-2</c:v>
                </c:pt>
                <c:pt idx="929">
                  <c:v>5.5140000000000002E-2</c:v>
                </c:pt>
                <c:pt idx="930">
                  <c:v>5.5590000000000001E-2</c:v>
                </c:pt>
                <c:pt idx="931">
                  <c:v>5.5899999999999998E-2</c:v>
                </c:pt>
                <c:pt idx="932">
                  <c:v>5.5570000000000001E-2</c:v>
                </c:pt>
                <c:pt idx="933">
                  <c:v>5.5830000000000005E-2</c:v>
                </c:pt>
                <c:pt idx="934">
                  <c:v>5.6070000000000002E-2</c:v>
                </c:pt>
                <c:pt idx="935">
                  <c:v>5.5879999999999999E-2</c:v>
                </c:pt>
                <c:pt idx="936">
                  <c:v>5.5399999999999998E-2</c:v>
                </c:pt>
                <c:pt idx="937">
                  <c:v>5.534E-2</c:v>
                </c:pt>
                <c:pt idx="938">
                  <c:v>5.4980000000000001E-2</c:v>
                </c:pt>
                <c:pt idx="939">
                  <c:v>5.5410000000000001E-2</c:v>
                </c:pt>
                <c:pt idx="940">
                  <c:v>5.5460000000000002E-2</c:v>
                </c:pt>
                <c:pt idx="941">
                  <c:v>5.543E-2</c:v>
                </c:pt>
                <c:pt idx="942">
                  <c:v>5.5650000000000005E-2</c:v>
                </c:pt>
                <c:pt idx="943">
                  <c:v>5.577E-2</c:v>
                </c:pt>
                <c:pt idx="944">
                  <c:v>5.5549999999999995E-2</c:v>
                </c:pt>
                <c:pt idx="945">
                  <c:v>5.5739999999999998E-2</c:v>
                </c:pt>
                <c:pt idx="946">
                  <c:v>5.5510000000000004E-2</c:v>
                </c:pt>
                <c:pt idx="947">
                  <c:v>5.5490000000000005E-2</c:v>
                </c:pt>
                <c:pt idx="948">
                  <c:v>5.5399999999999998E-2</c:v>
                </c:pt>
                <c:pt idx="949">
                  <c:v>5.5370000000000003E-2</c:v>
                </c:pt>
                <c:pt idx="950">
                  <c:v>5.5190000000000003E-2</c:v>
                </c:pt>
                <c:pt idx="951">
                  <c:v>5.5660000000000001E-2</c:v>
                </c:pt>
                <c:pt idx="952">
                  <c:v>5.5940000000000004E-2</c:v>
                </c:pt>
                <c:pt idx="953">
                  <c:v>5.5730000000000002E-2</c:v>
                </c:pt>
                <c:pt idx="954">
                  <c:v>5.4199999999999998E-2</c:v>
                </c:pt>
                <c:pt idx="955">
                  <c:v>5.4269999999999999E-2</c:v>
                </c:pt>
                <c:pt idx="956">
                  <c:v>5.4269999999999999E-2</c:v>
                </c:pt>
                <c:pt idx="957">
                  <c:v>5.4240000000000003E-2</c:v>
                </c:pt>
                <c:pt idx="958">
                  <c:v>5.4160000000000007E-2</c:v>
                </c:pt>
                <c:pt idx="959">
                  <c:v>5.4390000000000001E-2</c:v>
                </c:pt>
                <c:pt idx="960">
                  <c:v>5.527E-2</c:v>
                </c:pt>
                <c:pt idx="961">
                  <c:v>5.5449999999999999E-2</c:v>
                </c:pt>
                <c:pt idx="962">
                  <c:v>5.5359999999999993E-2</c:v>
                </c:pt>
                <c:pt idx="963">
                  <c:v>5.5899999999999998E-2</c:v>
                </c:pt>
                <c:pt idx="964">
                  <c:v>5.6369999999999996E-2</c:v>
                </c:pt>
                <c:pt idx="965">
                  <c:v>5.5890000000000002E-2</c:v>
                </c:pt>
                <c:pt idx="966">
                  <c:v>5.5830000000000005E-2</c:v>
                </c:pt>
                <c:pt idx="967">
                  <c:v>5.5689999999999996E-2</c:v>
                </c:pt>
                <c:pt idx="968">
                  <c:v>5.6090000000000001E-2</c:v>
                </c:pt>
                <c:pt idx="969">
                  <c:v>5.5739999999999998E-2</c:v>
                </c:pt>
                <c:pt idx="970">
                  <c:v>5.5730000000000002E-2</c:v>
                </c:pt>
                <c:pt idx="971">
                  <c:v>5.7050000000000003E-2</c:v>
                </c:pt>
                <c:pt idx="972">
                  <c:v>5.6779999999999997E-2</c:v>
                </c:pt>
                <c:pt idx="973">
                  <c:v>5.6219999999999999E-2</c:v>
                </c:pt>
                <c:pt idx="974">
                  <c:v>5.6410000000000002E-2</c:v>
                </c:pt>
                <c:pt idx="975">
                  <c:v>5.6840000000000002E-2</c:v>
                </c:pt>
                <c:pt idx="976">
                  <c:v>5.6710000000000003E-2</c:v>
                </c:pt>
                <c:pt idx="977">
                  <c:v>5.713E-2</c:v>
                </c:pt>
                <c:pt idx="978">
                  <c:v>5.7610000000000001E-2</c:v>
                </c:pt>
                <c:pt idx="979">
                  <c:v>5.8029999999999998E-2</c:v>
                </c:pt>
                <c:pt idx="980">
                  <c:v>5.833E-2</c:v>
                </c:pt>
                <c:pt idx="981">
                  <c:v>5.8220000000000001E-2</c:v>
                </c:pt>
                <c:pt idx="982">
                  <c:v>5.8449999999999995E-2</c:v>
                </c:pt>
                <c:pt idx="983">
                  <c:v>5.8720000000000001E-2</c:v>
                </c:pt>
                <c:pt idx="984">
                  <c:v>5.8810000000000001E-2</c:v>
                </c:pt>
                <c:pt idx="985">
                  <c:v>5.8550000000000005E-2</c:v>
                </c:pt>
                <c:pt idx="986">
                  <c:v>5.8449999999999995E-2</c:v>
                </c:pt>
                <c:pt idx="987">
                  <c:v>5.849E-2</c:v>
                </c:pt>
                <c:pt idx="988">
                  <c:v>5.79E-2</c:v>
                </c:pt>
                <c:pt idx="989">
                  <c:v>5.7980000000000004E-2</c:v>
                </c:pt>
                <c:pt idx="990">
                  <c:v>5.7770000000000002E-2</c:v>
                </c:pt>
                <c:pt idx="991">
                  <c:v>5.7619999999999998E-2</c:v>
                </c:pt>
                <c:pt idx="992">
                  <c:v>5.7709999999999997E-2</c:v>
                </c:pt>
                <c:pt idx="993">
                  <c:v>5.7149999999999999E-2</c:v>
                </c:pt>
                <c:pt idx="994">
                  <c:v>5.6950000000000001E-2</c:v>
                </c:pt>
                <c:pt idx="995">
                  <c:v>5.7239999999999999E-2</c:v>
                </c:pt>
                <c:pt idx="996">
                  <c:v>5.7660000000000003E-2</c:v>
                </c:pt>
                <c:pt idx="997">
                  <c:v>5.6989999999999999E-2</c:v>
                </c:pt>
                <c:pt idx="998">
                  <c:v>5.5869999999999996E-2</c:v>
                </c:pt>
                <c:pt idx="999">
                  <c:v>5.5519999999999993E-2</c:v>
                </c:pt>
                <c:pt idx="1000">
                  <c:v>5.5370000000000003E-2</c:v>
                </c:pt>
                <c:pt idx="1001">
                  <c:v>5.5019999999999999E-2</c:v>
                </c:pt>
                <c:pt idx="1002">
                  <c:v>5.5309999999999998E-2</c:v>
                </c:pt>
                <c:pt idx="1003">
                  <c:v>5.5999999999999994E-2</c:v>
                </c:pt>
                <c:pt idx="1004">
                  <c:v>5.6270000000000001E-2</c:v>
                </c:pt>
                <c:pt idx="1005">
                  <c:v>5.577E-2</c:v>
                </c:pt>
                <c:pt idx="1006">
                  <c:v>5.5839999999999994E-2</c:v>
                </c:pt>
                <c:pt idx="1007">
                  <c:v>5.4909999999999994E-2</c:v>
                </c:pt>
                <c:pt idx="1008">
                  <c:v>5.5370000000000003E-2</c:v>
                </c:pt>
                <c:pt idx="1009">
                  <c:v>5.6570000000000002E-2</c:v>
                </c:pt>
                <c:pt idx="1010">
                  <c:v>5.5679999999999993E-2</c:v>
                </c:pt>
                <c:pt idx="1011">
                  <c:v>5.2969999999999996E-2</c:v>
                </c:pt>
                <c:pt idx="1012">
                  <c:v>5.2919999999999995E-2</c:v>
                </c:pt>
                <c:pt idx="1013">
                  <c:v>5.3350000000000002E-2</c:v>
                </c:pt>
                <c:pt idx="1014">
                  <c:v>5.3370000000000001E-2</c:v>
                </c:pt>
                <c:pt idx="1015">
                  <c:v>5.3079999999999995E-2</c:v>
                </c:pt>
                <c:pt idx="1016">
                  <c:v>5.289E-2</c:v>
                </c:pt>
                <c:pt idx="1017">
                  <c:v>5.2670000000000002E-2</c:v>
                </c:pt>
                <c:pt idx="1018">
                  <c:v>5.2859999999999997E-2</c:v>
                </c:pt>
                <c:pt idx="1019">
                  <c:v>5.3010000000000002E-2</c:v>
                </c:pt>
                <c:pt idx="1020">
                  <c:v>5.3319999999999999E-2</c:v>
                </c:pt>
                <c:pt idx="1021">
                  <c:v>5.2359999999999997E-2</c:v>
                </c:pt>
                <c:pt idx="1022">
                  <c:v>5.2670000000000002E-2</c:v>
                </c:pt>
                <c:pt idx="1023">
                  <c:v>5.2409999999999998E-2</c:v>
                </c:pt>
                <c:pt idx="1024">
                  <c:v>5.2000000000000005E-2</c:v>
                </c:pt>
                <c:pt idx="1025">
                  <c:v>5.1060000000000001E-2</c:v>
                </c:pt>
                <c:pt idx="1026">
                  <c:v>5.0750000000000003E-2</c:v>
                </c:pt>
                <c:pt idx="1027">
                  <c:v>5.0709999999999998E-2</c:v>
                </c:pt>
                <c:pt idx="1028">
                  <c:v>5.0330000000000007E-2</c:v>
                </c:pt>
                <c:pt idx="1029">
                  <c:v>5.0380000000000001E-2</c:v>
                </c:pt>
                <c:pt idx="1030">
                  <c:v>5.0990000000000001E-2</c:v>
                </c:pt>
                <c:pt idx="1031">
                  <c:v>5.0990000000000001E-2</c:v>
                </c:pt>
                <c:pt idx="1032">
                  <c:v>5.1089999999999997E-2</c:v>
                </c:pt>
                <c:pt idx="1033">
                  <c:v>5.1269999999999996E-2</c:v>
                </c:pt>
                <c:pt idx="1034">
                  <c:v>5.1249999999999997E-2</c:v>
                </c:pt>
                <c:pt idx="1035">
                  <c:v>5.1299999999999998E-2</c:v>
                </c:pt>
                <c:pt idx="1036">
                  <c:v>5.1060000000000001E-2</c:v>
                </c:pt>
                <c:pt idx="1037">
                  <c:v>5.0900000000000001E-2</c:v>
                </c:pt>
                <c:pt idx="1038">
                  <c:v>5.0970000000000001E-2</c:v>
                </c:pt>
                <c:pt idx="1039">
                  <c:v>5.0900000000000001E-2</c:v>
                </c:pt>
                <c:pt idx="1040">
                  <c:v>5.0900000000000001E-2</c:v>
                </c:pt>
                <c:pt idx="1041">
                  <c:v>5.0930000000000003E-2</c:v>
                </c:pt>
                <c:pt idx="1042">
                  <c:v>5.0970000000000001E-2</c:v>
                </c:pt>
                <c:pt idx="1043">
                  <c:v>5.1210000000000006E-2</c:v>
                </c:pt>
                <c:pt idx="1044">
                  <c:v>5.1399999999999994E-2</c:v>
                </c:pt>
                <c:pt idx="1045">
                  <c:v>5.0789999999999995E-2</c:v>
                </c:pt>
                <c:pt idx="1046">
                  <c:v>5.0910000000000004E-2</c:v>
                </c:pt>
                <c:pt idx="1047">
                  <c:v>5.1050000000000005E-2</c:v>
                </c:pt>
                <c:pt idx="1048">
                  <c:v>5.0890000000000005E-2</c:v>
                </c:pt>
                <c:pt idx="1049">
                  <c:v>5.0629999999999994E-2</c:v>
                </c:pt>
                <c:pt idx="1050">
                  <c:v>5.126E-2</c:v>
                </c:pt>
                <c:pt idx="1051">
                  <c:v>5.1189999999999999E-2</c:v>
                </c:pt>
                <c:pt idx="1052">
                  <c:v>5.1100000000000007E-2</c:v>
                </c:pt>
                <c:pt idx="1053">
                  <c:v>5.0750000000000003E-2</c:v>
                </c:pt>
                <c:pt idx="1054">
                  <c:v>5.0479999999999997E-2</c:v>
                </c:pt>
                <c:pt idx="1055">
                  <c:v>5.0479999999999997E-2</c:v>
                </c:pt>
                <c:pt idx="1056">
                  <c:v>5.0549999999999998E-2</c:v>
                </c:pt>
                <c:pt idx="1057">
                  <c:v>5.0770000000000003E-2</c:v>
                </c:pt>
                <c:pt idx="1058">
                  <c:v>5.0549999999999998E-2</c:v>
                </c:pt>
                <c:pt idx="1059">
                  <c:v>5.0970000000000001E-2</c:v>
                </c:pt>
                <c:pt idx="1060">
                  <c:v>5.0949999999999995E-2</c:v>
                </c:pt>
                <c:pt idx="1061">
                  <c:v>5.0869999999999999E-2</c:v>
                </c:pt>
                <c:pt idx="1062">
                  <c:v>5.1089999999999997E-2</c:v>
                </c:pt>
                <c:pt idx="1063">
                  <c:v>5.1559999999999995E-2</c:v>
                </c:pt>
                <c:pt idx="1064">
                  <c:v>5.176E-2</c:v>
                </c:pt>
                <c:pt idx="1065">
                  <c:v>5.1879999999999996E-2</c:v>
                </c:pt>
                <c:pt idx="1066">
                  <c:v>5.1559999999999995E-2</c:v>
                </c:pt>
                <c:pt idx="1067">
                  <c:v>5.1360000000000003E-2</c:v>
                </c:pt>
                <c:pt idx="1068">
                  <c:v>5.1159999999999997E-2</c:v>
                </c:pt>
                <c:pt idx="1069">
                  <c:v>5.1680000000000004E-2</c:v>
                </c:pt>
                <c:pt idx="1070">
                  <c:v>5.1879999999999996E-2</c:v>
                </c:pt>
                <c:pt idx="1071">
                  <c:v>5.178E-2</c:v>
                </c:pt>
                <c:pt idx="1072">
                  <c:v>5.1650000000000001E-2</c:v>
                </c:pt>
                <c:pt idx="1073">
                  <c:v>5.1710000000000006E-2</c:v>
                </c:pt>
                <c:pt idx="1074">
                  <c:v>5.144E-2</c:v>
                </c:pt>
                <c:pt idx="1075">
                  <c:v>5.142E-2</c:v>
                </c:pt>
                <c:pt idx="1076">
                  <c:v>5.1319999999999998E-2</c:v>
                </c:pt>
                <c:pt idx="1077">
                  <c:v>5.2130000000000003E-2</c:v>
                </c:pt>
                <c:pt idx="1078">
                  <c:v>5.1950000000000003E-2</c:v>
                </c:pt>
                <c:pt idx="1079">
                  <c:v>5.2080000000000001E-2</c:v>
                </c:pt>
                <c:pt idx="1080">
                  <c:v>5.2300000000000006E-2</c:v>
                </c:pt>
                <c:pt idx="1081">
                  <c:v>5.2659999999999998E-2</c:v>
                </c:pt>
                <c:pt idx="1082">
                  <c:v>5.1609999999999996E-2</c:v>
                </c:pt>
                <c:pt idx="1083">
                  <c:v>5.1710000000000006E-2</c:v>
                </c:pt>
                <c:pt idx="1084">
                  <c:v>5.1729999999999998E-2</c:v>
                </c:pt>
                <c:pt idx="1085">
                  <c:v>5.1609999999999996E-2</c:v>
                </c:pt>
                <c:pt idx="1086">
                  <c:v>5.1970000000000002E-2</c:v>
                </c:pt>
                <c:pt idx="1087">
                  <c:v>5.2629999999999996E-2</c:v>
                </c:pt>
                <c:pt idx="1088">
                  <c:v>5.2729999999999999E-2</c:v>
                </c:pt>
                <c:pt idx="1089">
                  <c:v>5.2900000000000003E-2</c:v>
                </c:pt>
                <c:pt idx="1090">
                  <c:v>5.2679999999999998E-2</c:v>
                </c:pt>
                <c:pt idx="1091">
                  <c:v>5.2969999999999996E-2</c:v>
                </c:pt>
                <c:pt idx="1092">
                  <c:v>5.391E-2</c:v>
                </c:pt>
                <c:pt idx="1093">
                  <c:v>5.4109999999999998E-2</c:v>
                </c:pt>
                <c:pt idx="1094">
                  <c:v>5.4160000000000007E-2</c:v>
                </c:pt>
                <c:pt idx="1095">
                  <c:v>5.3739999999999996E-2</c:v>
                </c:pt>
                <c:pt idx="1096">
                  <c:v>5.357E-2</c:v>
                </c:pt>
                <c:pt idx="1097">
                  <c:v>5.3540000000000004E-2</c:v>
                </c:pt>
                <c:pt idx="1098">
                  <c:v>5.3800000000000001E-2</c:v>
                </c:pt>
                <c:pt idx="1099">
                  <c:v>5.3970000000000004E-2</c:v>
                </c:pt>
                <c:pt idx="1100">
                  <c:v>5.4120000000000001E-2</c:v>
                </c:pt>
                <c:pt idx="1101">
                  <c:v>5.4309999999999997E-2</c:v>
                </c:pt>
                <c:pt idx="1102">
                  <c:v>5.3579999999999996E-2</c:v>
                </c:pt>
                <c:pt idx="1103">
                  <c:v>5.4280000000000002E-2</c:v>
                </c:pt>
                <c:pt idx="1104">
                  <c:v>5.4669999999999996E-2</c:v>
                </c:pt>
                <c:pt idx="1105">
                  <c:v>5.5079999999999997E-2</c:v>
                </c:pt>
                <c:pt idx="1106">
                  <c:v>5.4730000000000001E-2</c:v>
                </c:pt>
                <c:pt idx="1107">
                  <c:v>5.4349999999999996E-2</c:v>
                </c:pt>
                <c:pt idx="1108">
                  <c:v>5.4580000000000004E-2</c:v>
                </c:pt>
                <c:pt idx="1109">
                  <c:v>5.3499999999999999E-2</c:v>
                </c:pt>
                <c:pt idx="1110">
                  <c:v>5.2389999999999999E-2</c:v>
                </c:pt>
                <c:pt idx="1111">
                  <c:v>5.1790000000000003E-2</c:v>
                </c:pt>
                <c:pt idx="1112">
                  <c:v>5.1719999999999995E-2</c:v>
                </c:pt>
                <c:pt idx="1113">
                  <c:v>5.2009999999999994E-2</c:v>
                </c:pt>
                <c:pt idx="1114">
                  <c:v>5.4720000000000005E-2</c:v>
                </c:pt>
                <c:pt idx="1115">
                  <c:v>5.527E-2</c:v>
                </c:pt>
                <c:pt idx="1116">
                  <c:v>5.518E-2</c:v>
                </c:pt>
                <c:pt idx="1117">
                  <c:v>5.5519999999999993E-2</c:v>
                </c:pt>
                <c:pt idx="1118">
                  <c:v>5.4329999999999996E-2</c:v>
                </c:pt>
                <c:pt idx="1119">
                  <c:v>5.4690000000000003E-2</c:v>
                </c:pt>
                <c:pt idx="1120">
                  <c:v>5.407E-2</c:v>
                </c:pt>
                <c:pt idx="1121">
                  <c:v>5.2150000000000002E-2</c:v>
                </c:pt>
                <c:pt idx="1122">
                  <c:v>5.2339999999999998E-2</c:v>
                </c:pt>
                <c:pt idx="1123">
                  <c:v>5.2629999999999996E-2</c:v>
                </c:pt>
                <c:pt idx="1124">
                  <c:v>5.2460000000000007E-2</c:v>
                </c:pt>
                <c:pt idx="1125">
                  <c:v>5.2339999999999998E-2</c:v>
                </c:pt>
                <c:pt idx="1126">
                  <c:v>5.1470000000000002E-2</c:v>
                </c:pt>
                <c:pt idx="1127">
                  <c:v>5.1589999999999997E-2</c:v>
                </c:pt>
                <c:pt idx="1128">
                  <c:v>5.1399999999999994E-2</c:v>
                </c:pt>
                <c:pt idx="1129">
                  <c:v>5.1279999999999999E-2</c:v>
                </c:pt>
                <c:pt idx="1130">
                  <c:v>5.1089999999999997E-2</c:v>
                </c:pt>
                <c:pt idx="1131">
                  <c:v>5.0300000000000004E-2</c:v>
                </c:pt>
                <c:pt idx="1132">
                  <c:v>4.981E-2</c:v>
                </c:pt>
                <c:pt idx="1133">
                  <c:v>0.05</c:v>
                </c:pt>
                <c:pt idx="1134">
                  <c:v>0.05</c:v>
                </c:pt>
                <c:pt idx="1135">
                  <c:v>4.9880000000000008E-2</c:v>
                </c:pt>
                <c:pt idx="1136">
                  <c:v>4.9909999999999996E-2</c:v>
                </c:pt>
                <c:pt idx="1137">
                  <c:v>5.0130000000000001E-2</c:v>
                </c:pt>
                <c:pt idx="1138">
                  <c:v>5.0099999999999999E-2</c:v>
                </c:pt>
                <c:pt idx="1139">
                  <c:v>5.0099999999999999E-2</c:v>
                </c:pt>
                <c:pt idx="1140">
                  <c:v>4.9409999999999996E-2</c:v>
                </c:pt>
                <c:pt idx="1141">
                  <c:v>4.9249999999999995E-2</c:v>
                </c:pt>
                <c:pt idx="1142">
                  <c:v>4.9390000000000003E-2</c:v>
                </c:pt>
                <c:pt idx="1143">
                  <c:v>4.9370000000000004E-2</c:v>
                </c:pt>
                <c:pt idx="1144">
                  <c:v>4.9029999999999997E-2</c:v>
                </c:pt>
                <c:pt idx="1145">
                  <c:v>4.8840000000000001E-2</c:v>
                </c:pt>
                <c:pt idx="1146">
                  <c:v>4.8849999999999998E-2</c:v>
                </c:pt>
                <c:pt idx="1147">
                  <c:v>4.8799999999999996E-2</c:v>
                </c:pt>
                <c:pt idx="1148">
                  <c:v>4.8739999999999999E-2</c:v>
                </c:pt>
                <c:pt idx="1149">
                  <c:v>4.8440000000000004E-2</c:v>
                </c:pt>
                <c:pt idx="1150">
                  <c:v>4.8399999999999999E-2</c:v>
                </c:pt>
                <c:pt idx="1151">
                  <c:v>4.9429999999999995E-2</c:v>
                </c:pt>
                <c:pt idx="1152">
                  <c:v>4.9779999999999998E-2</c:v>
                </c:pt>
                <c:pt idx="1153">
                  <c:v>4.9909999999999996E-2</c:v>
                </c:pt>
                <c:pt idx="1154">
                  <c:v>5.0650000000000001E-2</c:v>
                </c:pt>
                <c:pt idx="1155">
                  <c:v>5.0720000000000001E-2</c:v>
                </c:pt>
                <c:pt idx="1156">
                  <c:v>5.042E-2</c:v>
                </c:pt>
                <c:pt idx="1157">
                  <c:v>5.0469999999999994E-2</c:v>
                </c:pt>
                <c:pt idx="1158">
                  <c:v>5.2809999999999996E-2</c:v>
                </c:pt>
                <c:pt idx="1159">
                  <c:v>5.305E-2</c:v>
                </c:pt>
                <c:pt idx="1160">
                  <c:v>5.3609999999999998E-2</c:v>
                </c:pt>
                <c:pt idx="1161">
                  <c:v>5.3579999999999996E-2</c:v>
                </c:pt>
                <c:pt idx="1162">
                  <c:v>5.4280000000000002E-2</c:v>
                </c:pt>
                <c:pt idx="1163">
                  <c:v>5.4109999999999998E-2</c:v>
                </c:pt>
                <c:pt idx="1164">
                  <c:v>5.3899999999999997E-2</c:v>
                </c:pt>
                <c:pt idx="1165">
                  <c:v>5.4019999999999999E-2</c:v>
                </c:pt>
                <c:pt idx="1166">
                  <c:v>5.4280000000000002E-2</c:v>
                </c:pt>
                <c:pt idx="1167">
                  <c:v>5.4489999999999997E-2</c:v>
                </c:pt>
                <c:pt idx="1168">
                  <c:v>5.4629999999999998E-2</c:v>
                </c:pt>
                <c:pt idx="1169">
                  <c:v>5.4240000000000003E-2</c:v>
                </c:pt>
                <c:pt idx="1170">
                  <c:v>5.4210000000000001E-2</c:v>
                </c:pt>
                <c:pt idx="1171">
                  <c:v>5.4199999999999998E-2</c:v>
                </c:pt>
                <c:pt idx="1172">
                  <c:v>5.4169999999999996E-2</c:v>
                </c:pt>
                <c:pt idx="1173">
                  <c:v>5.4160000000000007E-2</c:v>
                </c:pt>
                <c:pt idx="1174">
                  <c:v>5.4280000000000002E-2</c:v>
                </c:pt>
                <c:pt idx="1175">
                  <c:v>5.4400000000000004E-2</c:v>
                </c:pt>
                <c:pt idx="1176">
                  <c:v>5.4260000000000003E-2</c:v>
                </c:pt>
                <c:pt idx="1177">
                  <c:v>5.484E-2</c:v>
                </c:pt>
                <c:pt idx="1178">
                  <c:v>5.4560000000000004E-2</c:v>
                </c:pt>
                <c:pt idx="1179">
                  <c:v>5.457E-2</c:v>
                </c:pt>
                <c:pt idx="1180">
                  <c:v>5.4260000000000003E-2</c:v>
                </c:pt>
                <c:pt idx="1181">
                  <c:v>5.4280000000000002E-2</c:v>
                </c:pt>
                <c:pt idx="1182">
                  <c:v>5.4160000000000007E-2</c:v>
                </c:pt>
                <c:pt idx="1183">
                  <c:v>5.4169999999999996E-2</c:v>
                </c:pt>
                <c:pt idx="1184">
                  <c:v>5.4309999999999997E-2</c:v>
                </c:pt>
                <c:pt idx="1185">
                  <c:v>5.5050000000000002E-2</c:v>
                </c:pt>
                <c:pt idx="1186">
                  <c:v>5.5449999999999999E-2</c:v>
                </c:pt>
                <c:pt idx="1187">
                  <c:v>5.5679999999999993E-2</c:v>
                </c:pt>
                <c:pt idx="1188">
                  <c:v>5.5930000000000001E-2</c:v>
                </c:pt>
                <c:pt idx="1189">
                  <c:v>5.5919999999999997E-2</c:v>
                </c:pt>
                <c:pt idx="1190">
                  <c:v>5.5839999999999994E-2</c:v>
                </c:pt>
                <c:pt idx="1191">
                  <c:v>5.6180000000000001E-2</c:v>
                </c:pt>
                <c:pt idx="1192">
                  <c:v>5.6509999999999998E-2</c:v>
                </c:pt>
                <c:pt idx="1193">
                  <c:v>5.5999999999999994E-2</c:v>
                </c:pt>
                <c:pt idx="1194">
                  <c:v>5.5E-2</c:v>
                </c:pt>
                <c:pt idx="1195">
                  <c:v>5.5579999999999997E-2</c:v>
                </c:pt>
                <c:pt idx="1196">
                  <c:v>5.636E-2</c:v>
                </c:pt>
                <c:pt idx="1197">
                  <c:v>5.6849999999999998E-2</c:v>
                </c:pt>
                <c:pt idx="1198">
                  <c:v>5.1500000000000004E-2</c:v>
                </c:pt>
                <c:pt idx="1199">
                  <c:v>5.1909999999999998E-2</c:v>
                </c:pt>
                <c:pt idx="1200">
                  <c:v>5.1869999999999999E-2</c:v>
                </c:pt>
                <c:pt idx="1201">
                  <c:v>5.212E-2</c:v>
                </c:pt>
                <c:pt idx="1202">
                  <c:v>5.1879999999999996E-2</c:v>
                </c:pt>
                <c:pt idx="1203">
                  <c:v>5.0990000000000001E-2</c:v>
                </c:pt>
                <c:pt idx="1204">
                  <c:v>5.1559999999999995E-2</c:v>
                </c:pt>
                <c:pt idx="1205">
                  <c:v>5.2979999999999999E-2</c:v>
                </c:pt>
                <c:pt idx="1206">
                  <c:v>5.2770000000000004E-2</c:v>
                </c:pt>
                <c:pt idx="1207">
                  <c:v>5.4820000000000001E-2</c:v>
                </c:pt>
                <c:pt idx="1208">
                  <c:v>5.7389999999999997E-2</c:v>
                </c:pt>
                <c:pt idx="1209">
                  <c:v>5.7689999999999998E-2</c:v>
                </c:pt>
                <c:pt idx="1210">
                  <c:v>5.9500000000000004E-2</c:v>
                </c:pt>
                <c:pt idx="1211">
                  <c:v>5.9379999999999995E-2</c:v>
                </c:pt>
                <c:pt idx="1212">
                  <c:v>5.9130000000000002E-2</c:v>
                </c:pt>
                <c:pt idx="1213">
                  <c:v>5.8760000000000007E-2</c:v>
                </c:pt>
                <c:pt idx="1214">
                  <c:v>5.7759999999999999E-2</c:v>
                </c:pt>
                <c:pt idx="1215">
                  <c:v>5.5780000000000003E-2</c:v>
                </c:pt>
                <c:pt idx="1216">
                  <c:v>5.7149999999999999E-2</c:v>
                </c:pt>
                <c:pt idx="1217">
                  <c:v>5.5910000000000001E-2</c:v>
                </c:pt>
                <c:pt idx="1218">
                  <c:v>5.9519999999999997E-2</c:v>
                </c:pt>
                <c:pt idx="1219">
                  <c:v>6.0139999999999999E-2</c:v>
                </c:pt>
                <c:pt idx="1220">
                  <c:v>6.1810000000000004E-2</c:v>
                </c:pt>
                <c:pt idx="1221">
                  <c:v>6.0019999999999997E-2</c:v>
                </c:pt>
                <c:pt idx="1222">
                  <c:v>6.2329999999999997E-2</c:v>
                </c:pt>
                <c:pt idx="1223">
                  <c:v>6.0519999999999997E-2</c:v>
                </c:pt>
                <c:pt idx="1224">
                  <c:v>6.0749999999999998E-2</c:v>
                </c:pt>
                <c:pt idx="1225">
                  <c:v>5.9480000000000005E-2</c:v>
                </c:pt>
                <c:pt idx="1226">
                  <c:v>5.9549999999999999E-2</c:v>
                </c:pt>
                <c:pt idx="1227">
                  <c:v>5.7579999999999999E-2</c:v>
                </c:pt>
                <c:pt idx="1228">
                  <c:v>5.6479999999999995E-2</c:v>
                </c:pt>
                <c:pt idx="1229">
                  <c:v>5.5960000000000003E-2</c:v>
                </c:pt>
                <c:pt idx="1230">
                  <c:v>5.6210000000000003E-2</c:v>
                </c:pt>
                <c:pt idx="1231">
                  <c:v>5.654E-2</c:v>
                </c:pt>
                <c:pt idx="1232">
                  <c:v>5.6270000000000001E-2</c:v>
                </c:pt>
                <c:pt idx="1233">
                  <c:v>5.8110000000000002E-2</c:v>
                </c:pt>
                <c:pt idx="1234">
                  <c:v>5.8259999999999999E-2</c:v>
                </c:pt>
                <c:pt idx="1235">
                  <c:v>5.8680000000000003E-2</c:v>
                </c:pt>
                <c:pt idx="1236">
                  <c:v>5.8880000000000002E-2</c:v>
                </c:pt>
                <c:pt idx="1237">
                  <c:v>5.8710000000000005E-2</c:v>
                </c:pt>
                <c:pt idx="1238">
                  <c:v>5.9349999999999993E-2</c:v>
                </c:pt>
                <c:pt idx="1239">
                  <c:v>5.9320000000000005E-2</c:v>
                </c:pt>
                <c:pt idx="1240">
                  <c:v>5.9770000000000004E-2</c:v>
                </c:pt>
                <c:pt idx="1241">
                  <c:v>5.9310000000000002E-2</c:v>
                </c:pt>
                <c:pt idx="1242">
                  <c:v>5.9509999999999993E-2</c:v>
                </c:pt>
                <c:pt idx="1243">
                  <c:v>5.9340000000000004E-2</c:v>
                </c:pt>
                <c:pt idx="1244">
                  <c:v>5.9490000000000001E-2</c:v>
                </c:pt>
                <c:pt idx="1245">
                  <c:v>5.9720000000000002E-2</c:v>
                </c:pt>
                <c:pt idx="1246">
                  <c:v>5.9770000000000004E-2</c:v>
                </c:pt>
                <c:pt idx="1247">
                  <c:v>5.994E-2</c:v>
                </c:pt>
                <c:pt idx="1248">
                  <c:v>6.0380000000000003E-2</c:v>
                </c:pt>
                <c:pt idx="1249">
                  <c:v>6.1050000000000007E-2</c:v>
                </c:pt>
                <c:pt idx="1250">
                  <c:v>6.275E-2</c:v>
                </c:pt>
                <c:pt idx="1251">
                  <c:v>6.3019999999999993E-2</c:v>
                </c:pt>
                <c:pt idx="1252">
                  <c:v>6.2969999999999998E-2</c:v>
                </c:pt>
                <c:pt idx="1253">
                  <c:v>6.4009999999999997E-2</c:v>
                </c:pt>
                <c:pt idx="1254">
                  <c:v>6.3659999999999994E-2</c:v>
                </c:pt>
                <c:pt idx="1255">
                  <c:v>6.3719999999999999E-2</c:v>
                </c:pt>
                <c:pt idx="1256">
                  <c:v>6.3840000000000008E-2</c:v>
                </c:pt>
                <c:pt idx="1257">
                  <c:v>6.3719999999999999E-2</c:v>
                </c:pt>
                <c:pt idx="1258">
                  <c:v>6.3789999999999999E-2</c:v>
                </c:pt>
                <c:pt idx="1259">
                  <c:v>6.3990000000000005E-2</c:v>
                </c:pt>
                <c:pt idx="1260">
                  <c:v>6.411E-2</c:v>
                </c:pt>
                <c:pt idx="1261">
                  <c:v>6.404E-2</c:v>
                </c:pt>
                <c:pt idx="1262">
                  <c:v>6.4059999999999992E-2</c:v>
                </c:pt>
                <c:pt idx="1263">
                  <c:v>6.3890000000000002E-2</c:v>
                </c:pt>
                <c:pt idx="1264">
                  <c:v>6.404E-2</c:v>
                </c:pt>
                <c:pt idx="1265">
                  <c:v>6.4280000000000004E-2</c:v>
                </c:pt>
                <c:pt idx="1266">
                  <c:v>6.4530000000000004E-2</c:v>
                </c:pt>
                <c:pt idx="1267">
                  <c:v>6.4130000000000006E-2</c:v>
                </c:pt>
                <c:pt idx="1268">
                  <c:v>6.402999999999999E-2</c:v>
                </c:pt>
                <c:pt idx="1269">
                  <c:v>6.3439999999999996E-2</c:v>
                </c:pt>
                <c:pt idx="1270">
                  <c:v>6.3890000000000002E-2</c:v>
                </c:pt>
                <c:pt idx="1271">
                  <c:v>6.4149999999999999E-2</c:v>
                </c:pt>
                <c:pt idx="1272">
                  <c:v>6.4450000000000007E-2</c:v>
                </c:pt>
                <c:pt idx="1273">
                  <c:v>6.3390000000000002E-2</c:v>
                </c:pt>
                <c:pt idx="1274">
                  <c:v>6.4229999999999995E-2</c:v>
                </c:pt>
                <c:pt idx="1275">
                  <c:v>6.4299999999999996E-2</c:v>
                </c:pt>
                <c:pt idx="1276">
                  <c:v>6.4770000000000008E-2</c:v>
                </c:pt>
                <c:pt idx="1277">
                  <c:v>6.4759999999999998E-2</c:v>
                </c:pt>
                <c:pt idx="1278">
                  <c:v>6.4549999999999996E-2</c:v>
                </c:pt>
                <c:pt idx="1279">
                  <c:v>6.448000000000001E-2</c:v>
                </c:pt>
                <c:pt idx="1280">
                  <c:v>6.4349999999999991E-2</c:v>
                </c:pt>
                <c:pt idx="1281">
                  <c:v>6.4199999999999993E-2</c:v>
                </c:pt>
                <c:pt idx="1282">
                  <c:v>6.4229999999999995E-2</c:v>
                </c:pt>
                <c:pt idx="1283">
                  <c:v>6.5380000000000008E-2</c:v>
                </c:pt>
                <c:pt idx="1284">
                  <c:v>6.5329999999999999E-2</c:v>
                </c:pt>
                <c:pt idx="1285">
                  <c:v>6.5689999999999998E-2</c:v>
                </c:pt>
                <c:pt idx="1286">
                  <c:v>6.6379999999999995E-2</c:v>
                </c:pt>
                <c:pt idx="1287">
                  <c:v>6.6299999999999998E-2</c:v>
                </c:pt>
                <c:pt idx="1288">
                  <c:v>6.5659999999999996E-2</c:v>
                </c:pt>
                <c:pt idx="1289">
                  <c:v>6.5439999999999998E-2</c:v>
                </c:pt>
                <c:pt idx="1290">
                  <c:v>6.4860000000000001E-2</c:v>
                </c:pt>
                <c:pt idx="1291">
                  <c:v>6.386E-2</c:v>
                </c:pt>
                <c:pt idx="1292">
                  <c:v>6.3649999999999998E-2</c:v>
                </c:pt>
                <c:pt idx="1293">
                  <c:v>6.3189999999999996E-2</c:v>
                </c:pt>
                <c:pt idx="1294">
                  <c:v>6.1630000000000004E-2</c:v>
                </c:pt>
                <c:pt idx="1295">
                  <c:v>6.1799999999999994E-2</c:v>
                </c:pt>
                <c:pt idx="1296">
                  <c:v>6.1820000000000007E-2</c:v>
                </c:pt>
                <c:pt idx="1297">
                  <c:v>6.2519999999999992E-2</c:v>
                </c:pt>
                <c:pt idx="1298">
                  <c:v>6.2390000000000001E-2</c:v>
                </c:pt>
                <c:pt idx="1299">
                  <c:v>6.2469999999999998E-2</c:v>
                </c:pt>
                <c:pt idx="1300">
                  <c:v>6.3019999999999993E-2</c:v>
                </c:pt>
                <c:pt idx="1301">
                  <c:v>6.2910000000000008E-2</c:v>
                </c:pt>
                <c:pt idx="1302">
                  <c:v>6.3009999999999997E-2</c:v>
                </c:pt>
                <c:pt idx="1303">
                  <c:v>6.2260000000000003E-2</c:v>
                </c:pt>
                <c:pt idx="1304">
                  <c:v>6.234E-2</c:v>
                </c:pt>
                <c:pt idx="1305">
                  <c:v>6.2770000000000006E-2</c:v>
                </c:pt>
                <c:pt idx="1306">
                  <c:v>6.2969999999999998E-2</c:v>
                </c:pt>
                <c:pt idx="1307">
                  <c:v>6.2899999999999998E-2</c:v>
                </c:pt>
                <c:pt idx="1308">
                  <c:v>6.2789999999999999E-2</c:v>
                </c:pt>
                <c:pt idx="1309">
                  <c:v>6.3170000000000004E-2</c:v>
                </c:pt>
                <c:pt idx="1310">
                  <c:v>6.3840000000000008E-2</c:v>
                </c:pt>
                <c:pt idx="1311">
                  <c:v>6.3730000000000009E-2</c:v>
                </c:pt>
                <c:pt idx="1312">
                  <c:v>6.3079999999999997E-2</c:v>
                </c:pt>
                <c:pt idx="1313">
                  <c:v>6.2839999999999993E-2</c:v>
                </c:pt>
                <c:pt idx="1314">
                  <c:v>6.3310000000000005E-2</c:v>
                </c:pt>
                <c:pt idx="1315">
                  <c:v>6.3490000000000005E-2</c:v>
                </c:pt>
                <c:pt idx="1316">
                  <c:v>6.2829999999999997E-2</c:v>
                </c:pt>
                <c:pt idx="1317">
                  <c:v>6.2869999999999995E-2</c:v>
                </c:pt>
                <c:pt idx="1318">
                  <c:v>6.3070000000000001E-2</c:v>
                </c:pt>
                <c:pt idx="1319">
                  <c:v>6.341999999999999E-2</c:v>
                </c:pt>
                <c:pt idx="1320">
                  <c:v>6.3259999999999997E-2</c:v>
                </c:pt>
                <c:pt idx="1321">
                  <c:v>6.3380000000000006E-2</c:v>
                </c:pt>
                <c:pt idx="1322">
                  <c:v>6.3280000000000003E-2</c:v>
                </c:pt>
                <c:pt idx="1323">
                  <c:v>6.336E-2</c:v>
                </c:pt>
                <c:pt idx="1324">
                  <c:v>6.3560000000000005E-2</c:v>
                </c:pt>
                <c:pt idx="1325">
                  <c:v>6.3509999999999997E-2</c:v>
                </c:pt>
                <c:pt idx="1326">
                  <c:v>6.3149999999999998E-2</c:v>
                </c:pt>
                <c:pt idx="1327">
                  <c:v>6.3399999999999998E-2</c:v>
                </c:pt>
                <c:pt idx="1328">
                  <c:v>6.3399999999999998E-2</c:v>
                </c:pt>
                <c:pt idx="1329">
                  <c:v>6.3780000000000003E-2</c:v>
                </c:pt>
                <c:pt idx="1330">
                  <c:v>6.3329999999999997E-2</c:v>
                </c:pt>
                <c:pt idx="1331">
                  <c:v>6.3140000000000002E-2</c:v>
                </c:pt>
                <c:pt idx="1332">
                  <c:v>6.3730000000000009E-2</c:v>
                </c:pt>
                <c:pt idx="1333">
                  <c:v>6.3210000000000002E-2</c:v>
                </c:pt>
                <c:pt idx="1334">
                  <c:v>6.3219999999999998E-2</c:v>
                </c:pt>
                <c:pt idx="1335">
                  <c:v>6.3960000000000003E-2</c:v>
                </c:pt>
                <c:pt idx="1336">
                  <c:v>6.4699999999999994E-2</c:v>
                </c:pt>
                <c:pt idx="1337">
                  <c:v>6.5019999999999994E-2</c:v>
                </c:pt>
                <c:pt idx="1338">
                  <c:v>6.4960000000000004E-2</c:v>
                </c:pt>
                <c:pt idx="1339">
                  <c:v>6.4960000000000004E-2</c:v>
                </c:pt>
                <c:pt idx="1340">
                  <c:v>6.4989999999999992E-2</c:v>
                </c:pt>
                <c:pt idx="1341">
                  <c:v>6.4729999999999996E-2</c:v>
                </c:pt>
                <c:pt idx="1342">
                  <c:v>6.4979999999999996E-2</c:v>
                </c:pt>
                <c:pt idx="1343">
                  <c:v>6.3810000000000006E-2</c:v>
                </c:pt>
                <c:pt idx="1344">
                  <c:v>6.3520000000000007E-2</c:v>
                </c:pt>
                <c:pt idx="1345">
                  <c:v>6.4570000000000002E-2</c:v>
                </c:pt>
                <c:pt idx="1346">
                  <c:v>6.404E-2</c:v>
                </c:pt>
                <c:pt idx="1347">
                  <c:v>6.3560000000000005E-2</c:v>
                </c:pt>
                <c:pt idx="1348">
                  <c:v>6.3410000000000008E-2</c:v>
                </c:pt>
                <c:pt idx="1349">
                  <c:v>6.3750000000000001E-2</c:v>
                </c:pt>
                <c:pt idx="1350">
                  <c:v>6.2850000000000003E-2</c:v>
                </c:pt>
                <c:pt idx="1351">
                  <c:v>6.293E-2</c:v>
                </c:pt>
                <c:pt idx="1352">
                  <c:v>6.2780000000000002E-2</c:v>
                </c:pt>
                <c:pt idx="1353">
                  <c:v>6.2600000000000003E-2</c:v>
                </c:pt>
                <c:pt idx="1354">
                  <c:v>6.2800000000000009E-2</c:v>
                </c:pt>
                <c:pt idx="1355">
                  <c:v>6.3659999999999994E-2</c:v>
                </c:pt>
                <c:pt idx="1356">
                  <c:v>6.3589999999999994E-2</c:v>
                </c:pt>
                <c:pt idx="1357">
                  <c:v>6.3500000000000001E-2</c:v>
                </c:pt>
                <c:pt idx="1358">
                  <c:v>6.3099999999999989E-2</c:v>
                </c:pt>
                <c:pt idx="1359">
                  <c:v>6.3170000000000004E-2</c:v>
                </c:pt>
                <c:pt idx="1360">
                  <c:v>6.3700000000000007E-2</c:v>
                </c:pt>
                <c:pt idx="1361">
                  <c:v>6.3769999999999993E-2</c:v>
                </c:pt>
                <c:pt idx="1362">
                  <c:v>6.3869999999999996E-2</c:v>
                </c:pt>
                <c:pt idx="1363">
                  <c:v>6.3899999999999998E-2</c:v>
                </c:pt>
                <c:pt idx="1364">
                  <c:v>6.4399999999999999E-2</c:v>
                </c:pt>
                <c:pt idx="1365">
                  <c:v>6.4219999999999999E-2</c:v>
                </c:pt>
                <c:pt idx="1366">
                  <c:v>6.4729999999999996E-2</c:v>
                </c:pt>
                <c:pt idx="1367">
                  <c:v>6.3700000000000007E-2</c:v>
                </c:pt>
                <c:pt idx="1368">
                  <c:v>6.3060000000000005E-2</c:v>
                </c:pt>
                <c:pt idx="1369">
                  <c:v>6.2380000000000005E-2</c:v>
                </c:pt>
                <c:pt idx="1370">
                  <c:v>6.2430000000000006E-2</c:v>
                </c:pt>
                <c:pt idx="1371">
                  <c:v>6.3140000000000002E-2</c:v>
                </c:pt>
                <c:pt idx="1372">
                  <c:v>6.3799999999999996E-2</c:v>
                </c:pt>
                <c:pt idx="1373">
                  <c:v>6.3219999999999998E-2</c:v>
                </c:pt>
                <c:pt idx="1374">
                  <c:v>6.4149999999999999E-2</c:v>
                </c:pt>
                <c:pt idx="1375">
                  <c:v>6.3009999999999997E-2</c:v>
                </c:pt>
                <c:pt idx="1376">
                  <c:v>6.3299999999999995E-2</c:v>
                </c:pt>
                <c:pt idx="1377">
                  <c:v>6.3550000000000009E-2</c:v>
                </c:pt>
                <c:pt idx="1378">
                  <c:v>6.4630000000000007E-2</c:v>
                </c:pt>
                <c:pt idx="1379">
                  <c:v>6.4710000000000004E-2</c:v>
                </c:pt>
                <c:pt idx="1380">
                  <c:v>6.402999999999999E-2</c:v>
                </c:pt>
                <c:pt idx="1381">
                  <c:v>6.4340000000000008E-2</c:v>
                </c:pt>
                <c:pt idx="1382">
                  <c:v>6.3909999999999995E-2</c:v>
                </c:pt>
                <c:pt idx="1383">
                  <c:v>6.3259999999999997E-2</c:v>
                </c:pt>
                <c:pt idx="1384">
                  <c:v>6.3799999999999996E-2</c:v>
                </c:pt>
                <c:pt idx="1385">
                  <c:v>6.3810000000000006E-2</c:v>
                </c:pt>
                <c:pt idx="1386">
                  <c:v>6.3539999999999999E-2</c:v>
                </c:pt>
                <c:pt idx="1387">
                  <c:v>6.404E-2</c:v>
                </c:pt>
                <c:pt idx="1388">
                  <c:v>6.4530000000000004E-2</c:v>
                </c:pt>
                <c:pt idx="1389">
                  <c:v>6.4589999999999995E-2</c:v>
                </c:pt>
                <c:pt idx="1390">
                  <c:v>6.5019999999999994E-2</c:v>
                </c:pt>
                <c:pt idx="1391">
                  <c:v>6.5180000000000002E-2</c:v>
                </c:pt>
                <c:pt idx="1392">
                  <c:v>6.5030000000000004E-2</c:v>
                </c:pt>
                <c:pt idx="1393">
                  <c:v>6.6250000000000003E-2</c:v>
                </c:pt>
                <c:pt idx="1394">
                  <c:v>6.6639999999999991E-2</c:v>
                </c:pt>
                <c:pt idx="1395">
                  <c:v>6.7350000000000007E-2</c:v>
                </c:pt>
                <c:pt idx="1396">
                  <c:v>6.7400000000000002E-2</c:v>
                </c:pt>
                <c:pt idx="1397">
                  <c:v>6.769E-2</c:v>
                </c:pt>
                <c:pt idx="1398">
                  <c:v>6.7659999999999998E-2</c:v>
                </c:pt>
                <c:pt idx="1399">
                  <c:v>6.7850000000000008E-2</c:v>
                </c:pt>
                <c:pt idx="1400">
                  <c:v>6.8179999999999991E-2</c:v>
                </c:pt>
                <c:pt idx="1401">
                  <c:v>6.7599999999999993E-2</c:v>
                </c:pt>
                <c:pt idx="1402">
                  <c:v>6.7089999999999997E-2</c:v>
                </c:pt>
                <c:pt idx="1403">
                  <c:v>6.6970000000000002E-2</c:v>
                </c:pt>
                <c:pt idx="1404">
                  <c:v>6.6369999999999998E-2</c:v>
                </c:pt>
                <c:pt idx="1405">
                  <c:v>6.6780000000000006E-2</c:v>
                </c:pt>
                <c:pt idx="1406">
                  <c:v>6.658E-2</c:v>
                </c:pt>
                <c:pt idx="1407">
                  <c:v>6.7240000000000008E-2</c:v>
                </c:pt>
                <c:pt idx="1408">
                  <c:v>6.7159999999999997E-2</c:v>
                </c:pt>
                <c:pt idx="1409">
                  <c:v>6.8029999999999993E-2</c:v>
                </c:pt>
                <c:pt idx="1410">
                  <c:v>6.7960000000000007E-2</c:v>
                </c:pt>
                <c:pt idx="1411">
                  <c:v>6.8339999999999998E-2</c:v>
                </c:pt>
                <c:pt idx="1412">
                  <c:v>6.8849999999999995E-2</c:v>
                </c:pt>
                <c:pt idx="1413">
                  <c:v>6.785999999999999E-2</c:v>
                </c:pt>
                <c:pt idx="1414">
                  <c:v>6.7589999999999997E-2</c:v>
                </c:pt>
                <c:pt idx="1415">
                  <c:v>6.88E-2</c:v>
                </c:pt>
                <c:pt idx="1416">
                  <c:v>6.8250000000000005E-2</c:v>
                </c:pt>
                <c:pt idx="1417">
                  <c:v>6.8460000000000007E-2</c:v>
                </c:pt>
                <c:pt idx="1418">
                  <c:v>6.9139999999999993E-2</c:v>
                </c:pt>
                <c:pt idx="1419">
                  <c:v>6.8989999999999996E-2</c:v>
                </c:pt>
                <c:pt idx="1420">
                  <c:v>6.9089999999999999E-2</c:v>
                </c:pt>
                <c:pt idx="1421">
                  <c:v>6.9120000000000001E-2</c:v>
                </c:pt>
                <c:pt idx="1422">
                  <c:v>6.9580000000000003E-2</c:v>
                </c:pt>
                <c:pt idx="1423">
                  <c:v>6.9709999999999994E-2</c:v>
                </c:pt>
                <c:pt idx="1424">
                  <c:v>6.991E-2</c:v>
                </c:pt>
                <c:pt idx="1425">
                  <c:v>7.0419999999999996E-2</c:v>
                </c:pt>
                <c:pt idx="1426">
                  <c:v>7.0239999999999997E-2</c:v>
                </c:pt>
                <c:pt idx="1427">
                  <c:v>7.1180000000000007E-2</c:v>
                </c:pt>
                <c:pt idx="1428">
                  <c:v>7.1330000000000005E-2</c:v>
                </c:pt>
                <c:pt idx="1429">
                  <c:v>7.1529999999999996E-2</c:v>
                </c:pt>
                <c:pt idx="1430">
                  <c:v>7.1379999999999999E-2</c:v>
                </c:pt>
                <c:pt idx="1431">
                  <c:v>7.1609999999999993E-2</c:v>
                </c:pt>
                <c:pt idx="1432">
                  <c:v>7.2520000000000001E-2</c:v>
                </c:pt>
                <c:pt idx="1433">
                  <c:v>7.2520000000000001E-2</c:v>
                </c:pt>
                <c:pt idx="1434">
                  <c:v>7.2400000000000006E-2</c:v>
                </c:pt>
                <c:pt idx="1435">
                  <c:v>7.2830000000000006E-2</c:v>
                </c:pt>
                <c:pt idx="1436">
                  <c:v>7.2980000000000003E-2</c:v>
                </c:pt>
                <c:pt idx="1437">
                  <c:v>7.3109999999999994E-2</c:v>
                </c:pt>
                <c:pt idx="1438">
                  <c:v>7.3029999999999998E-2</c:v>
                </c:pt>
                <c:pt idx="1439">
                  <c:v>7.3360000000000009E-2</c:v>
                </c:pt>
                <c:pt idx="1440">
                  <c:v>7.3340000000000002E-2</c:v>
                </c:pt>
                <c:pt idx="1441">
                  <c:v>7.4039999999999995E-2</c:v>
                </c:pt>
                <c:pt idx="1442">
                  <c:v>7.349E-2</c:v>
                </c:pt>
                <c:pt idx="1443">
                  <c:v>7.3789999999999994E-2</c:v>
                </c:pt>
                <c:pt idx="1444">
                  <c:v>7.3539999999999994E-2</c:v>
                </c:pt>
                <c:pt idx="1445">
                  <c:v>7.2480000000000003E-2</c:v>
                </c:pt>
                <c:pt idx="1446">
                  <c:v>7.2279999999999997E-2</c:v>
                </c:pt>
                <c:pt idx="1447">
                  <c:v>7.2110000000000007E-2</c:v>
                </c:pt>
                <c:pt idx="1448">
                  <c:v>7.2029999999999997E-2</c:v>
                </c:pt>
                <c:pt idx="1449">
                  <c:v>7.1239999999999998E-2</c:v>
                </c:pt>
                <c:pt idx="1450">
                  <c:v>7.1289999999999992E-2</c:v>
                </c:pt>
                <c:pt idx="1451">
                  <c:v>7.1289999999999992E-2</c:v>
                </c:pt>
                <c:pt idx="1452">
                  <c:v>7.1289999999999992E-2</c:v>
                </c:pt>
                <c:pt idx="1453">
                  <c:v>7.0519999999999999E-2</c:v>
                </c:pt>
                <c:pt idx="1454">
                  <c:v>6.9859999999999992E-2</c:v>
                </c:pt>
                <c:pt idx="1455">
                  <c:v>6.8929999999999991E-2</c:v>
                </c:pt>
                <c:pt idx="1456">
                  <c:v>6.8690000000000001E-2</c:v>
                </c:pt>
                <c:pt idx="1457">
                  <c:v>6.9330000000000003E-2</c:v>
                </c:pt>
                <c:pt idx="1458">
                  <c:v>6.9260000000000002E-2</c:v>
                </c:pt>
                <c:pt idx="1459">
                  <c:v>6.948E-2</c:v>
                </c:pt>
                <c:pt idx="1460">
                  <c:v>6.9680000000000006E-2</c:v>
                </c:pt>
                <c:pt idx="1461">
                  <c:v>6.9539999999999991E-2</c:v>
                </c:pt>
                <c:pt idx="1462">
                  <c:v>6.973E-2</c:v>
                </c:pt>
                <c:pt idx="1463">
                  <c:v>7.0029999999999995E-2</c:v>
                </c:pt>
                <c:pt idx="1464">
                  <c:v>7.009E-2</c:v>
                </c:pt>
                <c:pt idx="1465">
                  <c:v>6.9599999999999995E-2</c:v>
                </c:pt>
                <c:pt idx="1466">
                  <c:v>6.9510000000000002E-2</c:v>
                </c:pt>
                <c:pt idx="1467">
                  <c:v>6.9879999999999998E-2</c:v>
                </c:pt>
                <c:pt idx="1468">
                  <c:v>7.0489999999999997E-2</c:v>
                </c:pt>
                <c:pt idx="1469">
                  <c:v>7.0220000000000005E-2</c:v>
                </c:pt>
                <c:pt idx="1470">
                  <c:v>7.017000000000001E-2</c:v>
                </c:pt>
                <c:pt idx="1471">
                  <c:v>7.0319999999999994E-2</c:v>
                </c:pt>
                <c:pt idx="1472">
                  <c:v>7.0570000000000008E-2</c:v>
                </c:pt>
                <c:pt idx="1473">
                  <c:v>7.0550000000000002E-2</c:v>
                </c:pt>
                <c:pt idx="1474">
                  <c:v>7.0480000000000001E-2</c:v>
                </c:pt>
                <c:pt idx="1475">
                  <c:v>7.0480000000000001E-2</c:v>
                </c:pt>
                <c:pt idx="1476">
                  <c:v>7.0900000000000005E-2</c:v>
                </c:pt>
                <c:pt idx="1477">
                  <c:v>7.1809999999999999E-2</c:v>
                </c:pt>
                <c:pt idx="1478">
                  <c:v>7.0639999999999994E-2</c:v>
                </c:pt>
                <c:pt idx="1479">
                  <c:v>7.0620000000000002E-2</c:v>
                </c:pt>
                <c:pt idx="1480">
                  <c:v>7.1859999999999993E-2</c:v>
                </c:pt>
                <c:pt idx="1481">
                  <c:v>7.145E-2</c:v>
                </c:pt>
                <c:pt idx="1482">
                  <c:v>7.1749999999999994E-2</c:v>
                </c:pt>
                <c:pt idx="1483">
                  <c:v>7.1870000000000003E-2</c:v>
                </c:pt>
                <c:pt idx="1484">
                  <c:v>7.1279999999999996E-2</c:v>
                </c:pt>
                <c:pt idx="1485">
                  <c:v>7.0919999999999997E-2</c:v>
                </c:pt>
                <c:pt idx="1486">
                  <c:v>7.1150000000000005E-2</c:v>
                </c:pt>
                <c:pt idx="1487">
                  <c:v>7.2169999999999998E-2</c:v>
                </c:pt>
                <c:pt idx="1488">
                  <c:v>7.2279999999999997E-2</c:v>
                </c:pt>
                <c:pt idx="1489">
                  <c:v>7.2009999999999991E-2</c:v>
                </c:pt>
                <c:pt idx="1490">
                  <c:v>7.2789999999999994E-2</c:v>
                </c:pt>
                <c:pt idx="1491">
                  <c:v>7.3700000000000002E-2</c:v>
                </c:pt>
                <c:pt idx="1492">
                  <c:v>7.4139999999999998E-2</c:v>
                </c:pt>
                <c:pt idx="1493">
                  <c:v>7.4249999999999997E-2</c:v>
                </c:pt>
                <c:pt idx="1494">
                  <c:v>7.3770000000000002E-2</c:v>
                </c:pt>
                <c:pt idx="1495">
                  <c:v>7.2220000000000006E-2</c:v>
                </c:pt>
                <c:pt idx="1496">
                  <c:v>7.2840000000000002E-2</c:v>
                </c:pt>
                <c:pt idx="1497">
                  <c:v>7.306E-2</c:v>
                </c:pt>
                <c:pt idx="1498">
                  <c:v>7.2859999999999994E-2</c:v>
                </c:pt>
                <c:pt idx="1499">
                  <c:v>7.2959999999999997E-2</c:v>
                </c:pt>
                <c:pt idx="1500">
                  <c:v>7.324E-2</c:v>
                </c:pt>
                <c:pt idx="1501">
                  <c:v>7.3480000000000004E-2</c:v>
                </c:pt>
                <c:pt idx="1502">
                  <c:v>7.3390000000000011E-2</c:v>
                </c:pt>
                <c:pt idx="1503">
                  <c:v>7.3510000000000006E-2</c:v>
                </c:pt>
                <c:pt idx="1504">
                  <c:v>7.3660000000000003E-2</c:v>
                </c:pt>
                <c:pt idx="1505">
                  <c:v>7.3429999999999995E-2</c:v>
                </c:pt>
                <c:pt idx="1506">
                  <c:v>7.374E-2</c:v>
                </c:pt>
                <c:pt idx="1507">
                  <c:v>7.2770000000000001E-2</c:v>
                </c:pt>
                <c:pt idx="1508">
                  <c:v>7.2550000000000003E-2</c:v>
                </c:pt>
                <c:pt idx="1509">
                  <c:v>7.2849999999999998E-2</c:v>
                </c:pt>
                <c:pt idx="1510">
                  <c:v>7.3289999999999994E-2</c:v>
                </c:pt>
                <c:pt idx="1511">
                  <c:v>7.3220000000000007E-2</c:v>
                </c:pt>
                <c:pt idx="1512">
                  <c:v>7.2910000000000003E-2</c:v>
                </c:pt>
                <c:pt idx="1513">
                  <c:v>7.3929999999999996E-2</c:v>
                </c:pt>
                <c:pt idx="1514">
                  <c:v>7.3230000000000003E-2</c:v>
                </c:pt>
                <c:pt idx="1515">
                  <c:v>7.3289999999999994E-2</c:v>
                </c:pt>
                <c:pt idx="1516">
                  <c:v>7.2149999999999992E-2</c:v>
                </c:pt>
                <c:pt idx="1517">
                  <c:v>7.324E-2</c:v>
                </c:pt>
                <c:pt idx="1518">
                  <c:v>7.2400000000000006E-2</c:v>
                </c:pt>
                <c:pt idx="1519">
                  <c:v>7.2160000000000002E-2</c:v>
                </c:pt>
                <c:pt idx="1520">
                  <c:v>7.1929999999999994E-2</c:v>
                </c:pt>
                <c:pt idx="1521">
                  <c:v>7.1569999999999995E-2</c:v>
                </c:pt>
                <c:pt idx="1522">
                  <c:v>7.2169999999999998E-2</c:v>
                </c:pt>
                <c:pt idx="1523">
                  <c:v>7.1940000000000004E-2</c:v>
                </c:pt>
                <c:pt idx="1524">
                  <c:v>7.2430000000000008E-2</c:v>
                </c:pt>
                <c:pt idx="1525">
                  <c:v>7.1590000000000001E-2</c:v>
                </c:pt>
                <c:pt idx="1526">
                  <c:v>7.3369999999999991E-2</c:v>
                </c:pt>
                <c:pt idx="1527">
                  <c:v>7.3760000000000006E-2</c:v>
                </c:pt>
                <c:pt idx="1528">
                  <c:v>7.3539999999999994E-2</c:v>
                </c:pt>
                <c:pt idx="1529">
                  <c:v>7.3399999999999993E-2</c:v>
                </c:pt>
                <c:pt idx="1530">
                  <c:v>7.3650000000000007E-2</c:v>
                </c:pt>
                <c:pt idx="1531">
                  <c:v>7.461000000000001E-2</c:v>
                </c:pt>
                <c:pt idx="1532">
                  <c:v>7.6139999999999999E-2</c:v>
                </c:pt>
                <c:pt idx="1533">
                  <c:v>7.3889999999999997E-2</c:v>
                </c:pt>
                <c:pt idx="1534">
                  <c:v>7.3650000000000007E-2</c:v>
                </c:pt>
                <c:pt idx="1535">
                  <c:v>7.3889999999999997E-2</c:v>
                </c:pt>
                <c:pt idx="1536">
                  <c:v>7.5579999999999994E-2</c:v>
                </c:pt>
                <c:pt idx="1537">
                  <c:v>7.5209999999999999E-2</c:v>
                </c:pt>
                <c:pt idx="1538">
                  <c:v>7.5160000000000005E-2</c:v>
                </c:pt>
                <c:pt idx="1539">
                  <c:v>7.5160000000000005E-2</c:v>
                </c:pt>
                <c:pt idx="1540">
                  <c:v>7.5160000000000005E-2</c:v>
                </c:pt>
                <c:pt idx="1541">
                  <c:v>7.5999999999999998E-2</c:v>
                </c:pt>
                <c:pt idx="1542">
                  <c:v>7.5789999999999996E-2</c:v>
                </c:pt>
                <c:pt idx="1543">
                  <c:v>7.5660000000000005E-2</c:v>
                </c:pt>
                <c:pt idx="1544">
                  <c:v>7.6429999999999998E-2</c:v>
                </c:pt>
                <c:pt idx="1545">
                  <c:v>7.6560000000000003E-2</c:v>
                </c:pt>
                <c:pt idx="1546">
                  <c:v>7.690000000000001E-2</c:v>
                </c:pt>
                <c:pt idx="1547">
                  <c:v>7.578E-2</c:v>
                </c:pt>
                <c:pt idx="1548">
                  <c:v>7.5899999999999995E-2</c:v>
                </c:pt>
                <c:pt idx="1549">
                  <c:v>7.6280000000000001E-2</c:v>
                </c:pt>
                <c:pt idx="1550">
                  <c:v>7.7109999999999998E-2</c:v>
                </c:pt>
                <c:pt idx="1551">
                  <c:v>7.6619999999999994E-2</c:v>
                </c:pt>
                <c:pt idx="1552">
                  <c:v>7.689E-2</c:v>
                </c:pt>
                <c:pt idx="1553">
                  <c:v>7.7850000000000003E-2</c:v>
                </c:pt>
                <c:pt idx="1554">
                  <c:v>7.8109999999999999E-2</c:v>
                </c:pt>
                <c:pt idx="1555">
                  <c:v>7.7719999999999997E-2</c:v>
                </c:pt>
                <c:pt idx="1556">
                  <c:v>7.825E-2</c:v>
                </c:pt>
                <c:pt idx="1557">
                  <c:v>7.8E-2</c:v>
                </c:pt>
                <c:pt idx="1558">
                  <c:v>7.7890000000000001E-2</c:v>
                </c:pt>
                <c:pt idx="1559">
                  <c:v>7.8550000000000009E-2</c:v>
                </c:pt>
                <c:pt idx="1560">
                  <c:v>7.8380000000000005E-2</c:v>
                </c:pt>
                <c:pt idx="1561">
                  <c:v>7.8649999999999998E-2</c:v>
                </c:pt>
                <c:pt idx="1562">
                  <c:v>7.886E-2</c:v>
                </c:pt>
                <c:pt idx="1563">
                  <c:v>7.9079999999999998E-2</c:v>
                </c:pt>
                <c:pt idx="1564">
                  <c:v>7.9079999999999998E-2</c:v>
                </c:pt>
                <c:pt idx="1565">
                  <c:v>7.8990000000000005E-2</c:v>
                </c:pt>
                <c:pt idx="1566">
                  <c:v>7.8609999999999999E-2</c:v>
                </c:pt>
                <c:pt idx="1567">
                  <c:v>7.8880000000000006E-2</c:v>
                </c:pt>
                <c:pt idx="1568">
                  <c:v>7.9740000000000005E-2</c:v>
                </c:pt>
                <c:pt idx="1569">
                  <c:v>7.9600000000000004E-2</c:v>
                </c:pt>
                <c:pt idx="1570">
                  <c:v>8.0139999999999989E-2</c:v>
                </c:pt>
                <c:pt idx="1571">
                  <c:v>8.0399999999999985E-2</c:v>
                </c:pt>
                <c:pt idx="1572">
                  <c:v>7.9480000000000009E-2</c:v>
                </c:pt>
                <c:pt idx="1573">
                  <c:v>7.9850000000000004E-2</c:v>
                </c:pt>
                <c:pt idx="1574">
                  <c:v>8.1500000000000003E-2</c:v>
                </c:pt>
                <c:pt idx="1575">
                  <c:v>8.1549999999999997E-2</c:v>
                </c:pt>
                <c:pt idx="1576">
                  <c:v>8.0370000000000011E-2</c:v>
                </c:pt>
                <c:pt idx="1577">
                  <c:v>8.0719999999999986E-2</c:v>
                </c:pt>
                <c:pt idx="1578">
                  <c:v>8.0809999999999993E-2</c:v>
                </c:pt>
                <c:pt idx="1579">
                  <c:v>8.1300000000000011E-2</c:v>
                </c:pt>
                <c:pt idx="1580">
                  <c:v>8.1729999999999997E-2</c:v>
                </c:pt>
                <c:pt idx="1581">
                  <c:v>8.163999999999999E-2</c:v>
                </c:pt>
                <c:pt idx="1582">
                  <c:v>8.115E-2</c:v>
                </c:pt>
                <c:pt idx="1583">
                  <c:v>8.0920000000000006E-2</c:v>
                </c:pt>
                <c:pt idx="1584">
                  <c:v>8.1669999999999993E-2</c:v>
                </c:pt>
                <c:pt idx="1585">
                  <c:v>8.1519999999999995E-2</c:v>
                </c:pt>
                <c:pt idx="1586">
                  <c:v>8.231999999999999E-2</c:v>
                </c:pt>
                <c:pt idx="1587">
                  <c:v>8.1930000000000003E-2</c:v>
                </c:pt>
                <c:pt idx="1588">
                  <c:v>8.1910000000000011E-2</c:v>
                </c:pt>
                <c:pt idx="1589">
                  <c:v>8.2230000000000011E-2</c:v>
                </c:pt>
                <c:pt idx="1590">
                  <c:v>8.1759999999999999E-2</c:v>
                </c:pt>
                <c:pt idx="1591">
                  <c:v>8.0950000000000008E-2</c:v>
                </c:pt>
                <c:pt idx="1592">
                  <c:v>8.1229999999999997E-2</c:v>
                </c:pt>
                <c:pt idx="1593">
                  <c:v>8.1119999999999998E-2</c:v>
                </c:pt>
                <c:pt idx="1594">
                  <c:v>8.1110000000000002E-2</c:v>
                </c:pt>
                <c:pt idx="1595">
                  <c:v>8.0410000000000009E-2</c:v>
                </c:pt>
                <c:pt idx="1596">
                  <c:v>8.0090000000000008E-2</c:v>
                </c:pt>
                <c:pt idx="1597">
                  <c:v>7.9780000000000004E-2</c:v>
                </c:pt>
                <c:pt idx="1598">
                  <c:v>7.9699999999999993E-2</c:v>
                </c:pt>
                <c:pt idx="1599">
                  <c:v>7.9589999999999994E-2</c:v>
                </c:pt>
                <c:pt idx="1600">
                  <c:v>7.9480000000000009E-2</c:v>
                </c:pt>
                <c:pt idx="1601">
                  <c:v>7.9379999999999992E-2</c:v>
                </c:pt>
                <c:pt idx="1602">
                  <c:v>7.9390000000000002E-2</c:v>
                </c:pt>
                <c:pt idx="1603">
                  <c:v>7.8939999999999996E-2</c:v>
                </c:pt>
                <c:pt idx="1604">
                  <c:v>7.9059999999999991E-2</c:v>
                </c:pt>
                <c:pt idx="1605">
                  <c:v>7.9219999999999999E-2</c:v>
                </c:pt>
                <c:pt idx="1606">
                  <c:v>7.8600000000000003E-2</c:v>
                </c:pt>
                <c:pt idx="1607">
                  <c:v>7.8619999999999995E-2</c:v>
                </c:pt>
                <c:pt idx="1608">
                  <c:v>7.8039999999999998E-2</c:v>
                </c:pt>
                <c:pt idx="1609">
                  <c:v>7.8140000000000001E-2</c:v>
                </c:pt>
                <c:pt idx="1610">
                  <c:v>7.85E-2</c:v>
                </c:pt>
                <c:pt idx="1611">
                  <c:v>7.8659999999999994E-2</c:v>
                </c:pt>
                <c:pt idx="1612">
                  <c:v>7.8520000000000006E-2</c:v>
                </c:pt>
                <c:pt idx="1613">
                  <c:v>7.8469999999999998E-2</c:v>
                </c:pt>
                <c:pt idx="1614">
                  <c:v>7.8170000000000003E-2</c:v>
                </c:pt>
                <c:pt idx="1615">
                  <c:v>7.8070000000000001E-2</c:v>
                </c:pt>
                <c:pt idx="1616">
                  <c:v>7.8979999999999995E-2</c:v>
                </c:pt>
                <c:pt idx="1617">
                  <c:v>7.9259999999999997E-2</c:v>
                </c:pt>
                <c:pt idx="1618">
                  <c:v>7.9210000000000003E-2</c:v>
                </c:pt>
                <c:pt idx="1619">
                  <c:v>7.9050000000000009E-2</c:v>
                </c:pt>
                <c:pt idx="1620">
                  <c:v>7.9430000000000001E-2</c:v>
                </c:pt>
                <c:pt idx="1621">
                  <c:v>7.9299999999999995E-2</c:v>
                </c:pt>
                <c:pt idx="1622">
                  <c:v>7.9579999999999998E-2</c:v>
                </c:pt>
                <c:pt idx="1623">
                  <c:v>7.9340000000000008E-2</c:v>
                </c:pt>
                <c:pt idx="1624">
                  <c:v>7.9379999999999992E-2</c:v>
                </c:pt>
                <c:pt idx="1625">
                  <c:v>7.9100000000000004E-2</c:v>
                </c:pt>
                <c:pt idx="1626">
                  <c:v>7.9089999999999994E-2</c:v>
                </c:pt>
                <c:pt idx="1627">
                  <c:v>7.9660000000000009E-2</c:v>
                </c:pt>
                <c:pt idx="1628">
                  <c:v>7.9500000000000001E-2</c:v>
                </c:pt>
                <c:pt idx="1629">
                  <c:v>7.9259999999999997E-2</c:v>
                </c:pt>
                <c:pt idx="1630">
                  <c:v>8.0149999999999999E-2</c:v>
                </c:pt>
                <c:pt idx="1631">
                  <c:v>8.0410000000000009E-2</c:v>
                </c:pt>
                <c:pt idx="1632">
                  <c:v>8.0429999999999988E-2</c:v>
                </c:pt>
                <c:pt idx="1633">
                  <c:v>8.0399999999999985E-2</c:v>
                </c:pt>
                <c:pt idx="1634">
                  <c:v>8.0489999999999992E-2</c:v>
                </c:pt>
                <c:pt idx="1635">
                  <c:v>8.0129999999999993E-2</c:v>
                </c:pt>
                <c:pt idx="1636">
                  <c:v>8.0120000000000011E-2</c:v>
                </c:pt>
                <c:pt idx="1637">
                  <c:v>8.0169999999999991E-2</c:v>
                </c:pt>
                <c:pt idx="1638">
                  <c:v>7.9450000000000007E-2</c:v>
                </c:pt>
                <c:pt idx="1639">
                  <c:v>7.979E-2</c:v>
                </c:pt>
                <c:pt idx="1640">
                  <c:v>7.893E-2</c:v>
                </c:pt>
                <c:pt idx="1641">
                  <c:v>7.8539999999999999E-2</c:v>
                </c:pt>
                <c:pt idx="1642">
                  <c:v>7.8570000000000001E-2</c:v>
                </c:pt>
                <c:pt idx="1643">
                  <c:v>7.8479999999999994E-2</c:v>
                </c:pt>
                <c:pt idx="1644">
                  <c:v>7.7920000000000003E-2</c:v>
                </c:pt>
                <c:pt idx="1645">
                  <c:v>7.8759999999999997E-2</c:v>
                </c:pt>
                <c:pt idx="1646">
                  <c:v>7.9089999999999994E-2</c:v>
                </c:pt>
                <c:pt idx="1647">
                  <c:v>7.9280000000000003E-2</c:v>
                </c:pt>
                <c:pt idx="1648">
                  <c:v>7.9130000000000006E-2</c:v>
                </c:pt>
                <c:pt idx="1649">
                  <c:v>7.9660000000000009E-2</c:v>
                </c:pt>
                <c:pt idx="1650">
                  <c:v>7.9409999999999994E-2</c:v>
                </c:pt>
                <c:pt idx="1651">
                  <c:v>8.0120000000000011E-2</c:v>
                </c:pt>
                <c:pt idx="1652">
                  <c:v>7.9920000000000005E-2</c:v>
                </c:pt>
                <c:pt idx="1653">
                  <c:v>7.9770000000000008E-2</c:v>
                </c:pt>
                <c:pt idx="1654">
                  <c:v>8.0109999999999987E-2</c:v>
                </c:pt>
                <c:pt idx="1655">
                  <c:v>7.9280000000000003E-2</c:v>
                </c:pt>
                <c:pt idx="1656">
                  <c:v>7.8509999999999996E-2</c:v>
                </c:pt>
                <c:pt idx="1657">
                  <c:v>7.8880000000000006E-2</c:v>
                </c:pt>
                <c:pt idx="1658">
                  <c:v>7.8410000000000007E-2</c:v>
                </c:pt>
                <c:pt idx="1659">
                  <c:v>7.8339999999999993E-2</c:v>
                </c:pt>
                <c:pt idx="1660">
                  <c:v>7.7979999999999994E-2</c:v>
                </c:pt>
                <c:pt idx="1661">
                  <c:v>7.7929999999999999E-2</c:v>
                </c:pt>
                <c:pt idx="1662">
                  <c:v>7.757E-2</c:v>
                </c:pt>
                <c:pt idx="1663">
                  <c:v>7.7939999999999995E-2</c:v>
                </c:pt>
                <c:pt idx="1664">
                  <c:v>7.8789999999999999E-2</c:v>
                </c:pt>
                <c:pt idx="1665">
                  <c:v>7.8159999999999993E-2</c:v>
                </c:pt>
                <c:pt idx="1666">
                  <c:v>7.775E-2</c:v>
                </c:pt>
                <c:pt idx="1667">
                  <c:v>7.7560000000000004E-2</c:v>
                </c:pt>
                <c:pt idx="1668">
                  <c:v>7.7660000000000007E-2</c:v>
                </c:pt>
                <c:pt idx="1669">
                  <c:v>7.7660000000000007E-2</c:v>
                </c:pt>
                <c:pt idx="1670">
                  <c:v>7.8339999999999993E-2</c:v>
                </c:pt>
                <c:pt idx="1671">
                  <c:v>7.893E-2</c:v>
                </c:pt>
                <c:pt idx="1672">
                  <c:v>7.9059999999999991E-2</c:v>
                </c:pt>
                <c:pt idx="1673">
                  <c:v>7.8789999999999999E-2</c:v>
                </c:pt>
                <c:pt idx="1674">
                  <c:v>7.7859999999999999E-2</c:v>
                </c:pt>
                <c:pt idx="1675">
                  <c:v>7.782E-2</c:v>
                </c:pt>
                <c:pt idx="1676">
                  <c:v>7.7630000000000005E-2</c:v>
                </c:pt>
                <c:pt idx="1677">
                  <c:v>7.644999999999999E-2</c:v>
                </c:pt>
                <c:pt idx="1678">
                  <c:v>7.6819999999999999E-2</c:v>
                </c:pt>
                <c:pt idx="1679">
                  <c:v>7.7670000000000003E-2</c:v>
                </c:pt>
                <c:pt idx="1680">
                  <c:v>7.7539999999999998E-2</c:v>
                </c:pt>
                <c:pt idx="1681">
                  <c:v>7.7649999999999997E-2</c:v>
                </c:pt>
                <c:pt idx="1682">
                  <c:v>7.7800000000000008E-2</c:v>
                </c:pt>
                <c:pt idx="1683">
                  <c:v>7.7640000000000001E-2</c:v>
                </c:pt>
                <c:pt idx="1684">
                  <c:v>7.7289999999999998E-2</c:v>
                </c:pt>
                <c:pt idx="1685">
                  <c:v>7.707E-2</c:v>
                </c:pt>
                <c:pt idx="1686">
                  <c:v>7.707E-2</c:v>
                </c:pt>
                <c:pt idx="1687">
                  <c:v>7.6399999999999996E-2</c:v>
                </c:pt>
                <c:pt idx="1688">
                  <c:v>7.5340000000000004E-2</c:v>
                </c:pt>
                <c:pt idx="1689">
                  <c:v>7.4340000000000003E-2</c:v>
                </c:pt>
                <c:pt idx="1690">
                  <c:v>7.4020000000000002E-2</c:v>
                </c:pt>
                <c:pt idx="1691">
                  <c:v>7.399E-2</c:v>
                </c:pt>
                <c:pt idx="1692">
                  <c:v>7.3470000000000008E-2</c:v>
                </c:pt>
                <c:pt idx="1693">
                  <c:v>7.3569999999999997E-2</c:v>
                </c:pt>
                <c:pt idx="1694">
                  <c:v>7.374E-2</c:v>
                </c:pt>
                <c:pt idx="1695">
                  <c:v>7.281E-2</c:v>
                </c:pt>
                <c:pt idx="1696">
                  <c:v>7.1500000000000008E-2</c:v>
                </c:pt>
                <c:pt idx="1697">
                  <c:v>7.1029999999999996E-2</c:v>
                </c:pt>
                <c:pt idx="1698">
                  <c:v>7.0929999999999993E-2</c:v>
                </c:pt>
                <c:pt idx="1699">
                  <c:v>7.2179999999999994E-2</c:v>
                </c:pt>
                <c:pt idx="1700">
                  <c:v>7.2460000000000011E-2</c:v>
                </c:pt>
                <c:pt idx="1701">
                  <c:v>7.3150000000000007E-2</c:v>
                </c:pt>
                <c:pt idx="1702">
                  <c:v>7.2800000000000004E-2</c:v>
                </c:pt>
                <c:pt idx="1703">
                  <c:v>7.4299999999999991E-2</c:v>
                </c:pt>
                <c:pt idx="1704">
                  <c:v>7.3719999999999994E-2</c:v>
                </c:pt>
                <c:pt idx="1705">
                  <c:v>7.3689999999999992E-2</c:v>
                </c:pt>
                <c:pt idx="1706">
                  <c:v>7.3590000000000003E-2</c:v>
                </c:pt>
                <c:pt idx="1707">
                  <c:v>7.374E-2</c:v>
                </c:pt>
                <c:pt idx="1708">
                  <c:v>7.3630000000000001E-2</c:v>
                </c:pt>
                <c:pt idx="1709">
                  <c:v>7.3349999999999999E-2</c:v>
                </c:pt>
                <c:pt idx="1710">
                  <c:v>7.3880000000000001E-2</c:v>
                </c:pt>
                <c:pt idx="1711">
                  <c:v>7.4440000000000006E-2</c:v>
                </c:pt>
                <c:pt idx="1712">
                  <c:v>7.4329999999999993E-2</c:v>
                </c:pt>
                <c:pt idx="1713">
                  <c:v>7.4149999999999994E-2</c:v>
                </c:pt>
                <c:pt idx="1714">
                  <c:v>7.4349999999999999E-2</c:v>
                </c:pt>
                <c:pt idx="1715">
                  <c:v>7.424E-2</c:v>
                </c:pt>
                <c:pt idx="1716">
                  <c:v>7.4319999999999997E-2</c:v>
                </c:pt>
                <c:pt idx="1717">
                  <c:v>7.4950000000000003E-2</c:v>
                </c:pt>
                <c:pt idx="1718">
                  <c:v>7.4980000000000005E-2</c:v>
                </c:pt>
                <c:pt idx="1719">
                  <c:v>7.4770000000000003E-2</c:v>
                </c:pt>
                <c:pt idx="1720">
                  <c:v>7.46E-2</c:v>
                </c:pt>
                <c:pt idx="1721">
                  <c:v>7.4290000000000009E-2</c:v>
                </c:pt>
                <c:pt idx="1722">
                  <c:v>7.4520000000000003E-2</c:v>
                </c:pt>
                <c:pt idx="1723">
                  <c:v>7.4539999999999995E-2</c:v>
                </c:pt>
                <c:pt idx="1724">
                  <c:v>7.5190000000000007E-2</c:v>
                </c:pt>
                <c:pt idx="1725">
                  <c:v>7.4829999999999994E-2</c:v>
                </c:pt>
                <c:pt idx="1726">
                  <c:v>7.4499999999999997E-2</c:v>
                </c:pt>
                <c:pt idx="1727">
                  <c:v>7.3789999999999994E-2</c:v>
                </c:pt>
                <c:pt idx="1728">
                  <c:v>7.3789999999999994E-2</c:v>
                </c:pt>
                <c:pt idx="1729">
                  <c:v>7.3749999999999996E-2</c:v>
                </c:pt>
                <c:pt idx="1730">
                  <c:v>7.3200000000000001E-2</c:v>
                </c:pt>
                <c:pt idx="1731">
                  <c:v>7.3340000000000002E-2</c:v>
                </c:pt>
                <c:pt idx="1732">
                  <c:v>7.3419999999999999E-2</c:v>
                </c:pt>
                <c:pt idx="1733">
                  <c:v>7.3079999999999992E-2</c:v>
                </c:pt>
                <c:pt idx="1734">
                  <c:v>7.3779999999999998E-2</c:v>
                </c:pt>
                <c:pt idx="1735">
                  <c:v>7.424E-2</c:v>
                </c:pt>
                <c:pt idx="1736">
                  <c:v>7.4329999999999993E-2</c:v>
                </c:pt>
                <c:pt idx="1737">
                  <c:v>7.4410000000000004E-2</c:v>
                </c:pt>
                <c:pt idx="1738">
                  <c:v>7.4299999999999991E-2</c:v>
                </c:pt>
                <c:pt idx="1739">
                  <c:v>7.324E-2</c:v>
                </c:pt>
                <c:pt idx="1740">
                  <c:v>7.3169999999999999E-2</c:v>
                </c:pt>
                <c:pt idx="1741">
                  <c:v>7.3319999999999996E-2</c:v>
                </c:pt>
                <c:pt idx="1742">
                  <c:v>7.2440000000000004E-2</c:v>
                </c:pt>
                <c:pt idx="1743">
                  <c:v>7.2160000000000002E-2</c:v>
                </c:pt>
                <c:pt idx="1744">
                  <c:v>7.1940000000000004E-2</c:v>
                </c:pt>
                <c:pt idx="1745">
                  <c:v>7.2359999999999994E-2</c:v>
                </c:pt>
                <c:pt idx="1746">
                  <c:v>7.2610000000000008E-2</c:v>
                </c:pt>
                <c:pt idx="1747">
                  <c:v>7.2550000000000003E-2</c:v>
                </c:pt>
                <c:pt idx="1748">
                  <c:v>7.2179999999999994E-2</c:v>
                </c:pt>
                <c:pt idx="1749">
                  <c:v>7.3390000000000011E-2</c:v>
                </c:pt>
                <c:pt idx="1750">
                  <c:v>7.2499999999999995E-2</c:v>
                </c:pt>
                <c:pt idx="1751">
                  <c:v>7.2550000000000003E-2</c:v>
                </c:pt>
                <c:pt idx="1752">
                  <c:v>7.2440000000000004E-2</c:v>
                </c:pt>
                <c:pt idx="1753">
                  <c:v>7.2569999999999996E-2</c:v>
                </c:pt>
                <c:pt idx="1754">
                  <c:v>7.1970000000000006E-2</c:v>
                </c:pt>
                <c:pt idx="1755">
                  <c:v>7.1749999999999994E-2</c:v>
                </c:pt>
                <c:pt idx="1756">
                  <c:v>7.1599999999999997E-2</c:v>
                </c:pt>
                <c:pt idx="1757">
                  <c:v>7.2039999999999993E-2</c:v>
                </c:pt>
                <c:pt idx="1758">
                  <c:v>7.1840000000000001E-2</c:v>
                </c:pt>
                <c:pt idx="1759">
                  <c:v>7.2090000000000001E-2</c:v>
                </c:pt>
                <c:pt idx="1760">
                  <c:v>7.1550000000000002E-2</c:v>
                </c:pt>
                <c:pt idx="1761">
                  <c:v>7.145E-2</c:v>
                </c:pt>
                <c:pt idx="1762">
                  <c:v>7.2309999999999999E-2</c:v>
                </c:pt>
                <c:pt idx="1763">
                  <c:v>7.0639999999999994E-2</c:v>
                </c:pt>
                <c:pt idx="1764">
                  <c:v>7.0910000000000001E-2</c:v>
                </c:pt>
                <c:pt idx="1765">
                  <c:v>7.0809999999999998E-2</c:v>
                </c:pt>
                <c:pt idx="1766">
                  <c:v>7.0489999999999997E-2</c:v>
                </c:pt>
                <c:pt idx="1767">
                  <c:v>7.0370000000000002E-2</c:v>
                </c:pt>
                <c:pt idx="1768">
                  <c:v>7.0029999999999995E-2</c:v>
                </c:pt>
                <c:pt idx="1769">
                  <c:v>7.0080000000000003E-2</c:v>
                </c:pt>
                <c:pt idx="1770">
                  <c:v>6.9820000000000007E-2</c:v>
                </c:pt>
                <c:pt idx="1771">
                  <c:v>6.9820000000000007E-2</c:v>
                </c:pt>
                <c:pt idx="1772">
                  <c:v>6.9790000000000005E-2</c:v>
                </c:pt>
                <c:pt idx="1773">
                  <c:v>6.991E-2</c:v>
                </c:pt>
                <c:pt idx="1774">
                  <c:v>6.9980000000000001E-2</c:v>
                </c:pt>
                <c:pt idx="1775">
                  <c:v>6.9830000000000003E-2</c:v>
                </c:pt>
                <c:pt idx="1776">
                  <c:v>6.93E-2</c:v>
                </c:pt>
                <c:pt idx="1777">
                  <c:v>6.9059999999999996E-2</c:v>
                </c:pt>
                <c:pt idx="1778">
                  <c:v>6.8720000000000003E-2</c:v>
                </c:pt>
                <c:pt idx="1779">
                  <c:v>6.88E-2</c:v>
                </c:pt>
                <c:pt idx="1780">
                  <c:v>6.8989999999999996E-2</c:v>
                </c:pt>
                <c:pt idx="1781">
                  <c:v>6.8959999999999994E-2</c:v>
                </c:pt>
                <c:pt idx="1782">
                  <c:v>6.878999999999999E-2</c:v>
                </c:pt>
                <c:pt idx="1783">
                  <c:v>6.8860000000000005E-2</c:v>
                </c:pt>
                <c:pt idx="1784">
                  <c:v>6.905E-2</c:v>
                </c:pt>
                <c:pt idx="1785">
                  <c:v>6.878999999999999E-2</c:v>
                </c:pt>
                <c:pt idx="1786">
                  <c:v>6.8809999999999996E-2</c:v>
                </c:pt>
                <c:pt idx="1787">
                  <c:v>6.8690000000000001E-2</c:v>
                </c:pt>
                <c:pt idx="1788">
                  <c:v>6.8070000000000006E-2</c:v>
                </c:pt>
                <c:pt idx="1789">
                  <c:v>6.7889999999999992E-2</c:v>
                </c:pt>
                <c:pt idx="1790">
                  <c:v>6.9019999999999998E-2</c:v>
                </c:pt>
                <c:pt idx="1791">
                  <c:v>6.9089999999999999E-2</c:v>
                </c:pt>
                <c:pt idx="1792">
                  <c:v>6.8519999999999998E-2</c:v>
                </c:pt>
                <c:pt idx="1793">
                  <c:v>6.8780000000000008E-2</c:v>
                </c:pt>
                <c:pt idx="1794">
                  <c:v>6.8099999999999994E-2</c:v>
                </c:pt>
                <c:pt idx="1795">
                  <c:v>6.7930000000000004E-2</c:v>
                </c:pt>
                <c:pt idx="1796">
                  <c:v>6.7580000000000001E-2</c:v>
                </c:pt>
                <c:pt idx="1797">
                  <c:v>6.7670000000000008E-2</c:v>
                </c:pt>
                <c:pt idx="1798">
                  <c:v>6.7670000000000008E-2</c:v>
                </c:pt>
                <c:pt idx="1799">
                  <c:v>6.7489999999999994E-2</c:v>
                </c:pt>
                <c:pt idx="1800">
                  <c:v>6.724999999999999E-2</c:v>
                </c:pt>
                <c:pt idx="1801">
                  <c:v>6.7350000000000007E-2</c:v>
                </c:pt>
                <c:pt idx="1802">
                  <c:v>6.7650000000000002E-2</c:v>
                </c:pt>
                <c:pt idx="1803">
                  <c:v>6.7510000000000001E-2</c:v>
                </c:pt>
                <c:pt idx="1804">
                  <c:v>6.7769999999999997E-2</c:v>
                </c:pt>
                <c:pt idx="1805">
                  <c:v>6.7229999999999998E-2</c:v>
                </c:pt>
                <c:pt idx="1806">
                  <c:v>6.7229999999999998E-2</c:v>
                </c:pt>
                <c:pt idx="1807">
                  <c:v>6.6979999999999998E-2</c:v>
                </c:pt>
                <c:pt idx="1808">
                  <c:v>6.7089999999999997E-2</c:v>
                </c:pt>
                <c:pt idx="1809">
                  <c:v>6.6860000000000003E-2</c:v>
                </c:pt>
                <c:pt idx="1810">
                  <c:v>6.7049999999999998E-2</c:v>
                </c:pt>
                <c:pt idx="1811">
                  <c:v>6.6610000000000003E-2</c:v>
                </c:pt>
                <c:pt idx="1812">
                  <c:v>6.6610000000000003E-2</c:v>
                </c:pt>
                <c:pt idx="1813">
                  <c:v>6.6680000000000003E-2</c:v>
                </c:pt>
                <c:pt idx="1814">
                  <c:v>6.6540000000000002E-2</c:v>
                </c:pt>
                <c:pt idx="1815">
                  <c:v>6.6680000000000003E-2</c:v>
                </c:pt>
                <c:pt idx="1816">
                  <c:v>6.6979999999999998E-2</c:v>
                </c:pt>
                <c:pt idx="1817">
                  <c:v>6.6909999999999997E-2</c:v>
                </c:pt>
                <c:pt idx="1818">
                  <c:v>6.694E-2</c:v>
                </c:pt>
                <c:pt idx="1819">
                  <c:v>6.7229999999999998E-2</c:v>
                </c:pt>
                <c:pt idx="1820">
                  <c:v>6.7140000000000005E-2</c:v>
                </c:pt>
                <c:pt idx="1821">
                  <c:v>6.6959999999999992E-2</c:v>
                </c:pt>
                <c:pt idx="1822">
                  <c:v>6.6799999999999998E-2</c:v>
                </c:pt>
                <c:pt idx="1823">
                  <c:v>6.6299999999999998E-2</c:v>
                </c:pt>
                <c:pt idx="1824">
                  <c:v>6.6600000000000006E-2</c:v>
                </c:pt>
                <c:pt idx="1825">
                  <c:v>6.6669999999999993E-2</c:v>
                </c:pt>
                <c:pt idx="1826">
                  <c:v>6.6710000000000005E-2</c:v>
                </c:pt>
                <c:pt idx="1827">
                  <c:v>6.6869999999999999E-2</c:v>
                </c:pt>
                <c:pt idx="1828">
                  <c:v>6.6349999999999992E-2</c:v>
                </c:pt>
                <c:pt idx="1829">
                  <c:v>6.6650000000000001E-2</c:v>
                </c:pt>
                <c:pt idx="1830">
                  <c:v>6.6259999999999999E-2</c:v>
                </c:pt>
                <c:pt idx="1831">
                  <c:v>6.54E-2</c:v>
                </c:pt>
                <c:pt idx="1832">
                  <c:v>6.5490000000000007E-2</c:v>
                </c:pt>
                <c:pt idx="1833">
                  <c:v>6.5579999999999999E-2</c:v>
                </c:pt>
                <c:pt idx="1834">
                  <c:v>6.5490000000000007E-2</c:v>
                </c:pt>
                <c:pt idx="1835">
                  <c:v>6.541000000000001E-2</c:v>
                </c:pt>
                <c:pt idx="1836">
                  <c:v>6.5339999999999995E-2</c:v>
                </c:pt>
                <c:pt idx="1837">
                  <c:v>6.5189999999999998E-2</c:v>
                </c:pt>
                <c:pt idx="1838">
                  <c:v>6.5159999999999996E-2</c:v>
                </c:pt>
                <c:pt idx="1839">
                  <c:v>6.5229999999999996E-2</c:v>
                </c:pt>
                <c:pt idx="1840">
                  <c:v>6.5060000000000007E-2</c:v>
                </c:pt>
                <c:pt idx="1841">
                  <c:v>6.5079999999999999E-2</c:v>
                </c:pt>
                <c:pt idx="1842">
                  <c:v>6.497E-2</c:v>
                </c:pt>
                <c:pt idx="1843">
                  <c:v>6.497E-2</c:v>
                </c:pt>
                <c:pt idx="1844">
                  <c:v>6.479E-2</c:v>
                </c:pt>
                <c:pt idx="1845">
                  <c:v>6.5000000000000002E-2</c:v>
                </c:pt>
                <c:pt idx="1846">
                  <c:v>6.5049999999999997E-2</c:v>
                </c:pt>
                <c:pt idx="1847">
                  <c:v>6.5000000000000002E-2</c:v>
                </c:pt>
                <c:pt idx="1848">
                  <c:v>6.5159999999999996E-2</c:v>
                </c:pt>
                <c:pt idx="1849">
                  <c:v>6.5049999999999997E-2</c:v>
                </c:pt>
                <c:pt idx="1850">
                  <c:v>6.4989999999999992E-2</c:v>
                </c:pt>
                <c:pt idx="1851">
                  <c:v>6.5040000000000001E-2</c:v>
                </c:pt>
                <c:pt idx="1852">
                  <c:v>6.497E-2</c:v>
                </c:pt>
                <c:pt idx="1853">
                  <c:v>6.4930000000000002E-2</c:v>
                </c:pt>
                <c:pt idx="1854">
                  <c:v>6.5019999999999994E-2</c:v>
                </c:pt>
                <c:pt idx="1855">
                  <c:v>6.5030000000000004E-2</c:v>
                </c:pt>
                <c:pt idx="1856">
                  <c:v>6.4960000000000004E-2</c:v>
                </c:pt>
                <c:pt idx="1857">
                  <c:v>6.4860000000000001E-2</c:v>
                </c:pt>
                <c:pt idx="1858">
                  <c:v>6.4619999999999997E-2</c:v>
                </c:pt>
                <c:pt idx="1859">
                  <c:v>6.4549999999999996E-2</c:v>
                </c:pt>
                <c:pt idx="1860">
                  <c:v>6.4439999999999997E-2</c:v>
                </c:pt>
                <c:pt idx="1861">
                  <c:v>6.4360000000000001E-2</c:v>
                </c:pt>
                <c:pt idx="1862">
                  <c:v>6.4360000000000001E-2</c:v>
                </c:pt>
                <c:pt idx="1863">
                  <c:v>6.4409999999999995E-2</c:v>
                </c:pt>
                <c:pt idx="1864">
                  <c:v>6.5070000000000003E-2</c:v>
                </c:pt>
                <c:pt idx="1865">
                  <c:v>6.5430000000000002E-2</c:v>
                </c:pt>
                <c:pt idx="1866">
                  <c:v>6.5560000000000007E-2</c:v>
                </c:pt>
                <c:pt idx="1867">
                  <c:v>6.5479999999999997E-2</c:v>
                </c:pt>
                <c:pt idx="1868">
                  <c:v>6.5350000000000005E-2</c:v>
                </c:pt>
                <c:pt idx="1869">
                  <c:v>6.5350000000000005E-2</c:v>
                </c:pt>
                <c:pt idx="1870">
                  <c:v>6.5299999999999997E-2</c:v>
                </c:pt>
                <c:pt idx="1871">
                  <c:v>6.5019999999999994E-2</c:v>
                </c:pt>
                <c:pt idx="1872">
                  <c:v>6.5090000000000009E-2</c:v>
                </c:pt>
                <c:pt idx="1873">
                  <c:v>6.54E-2</c:v>
                </c:pt>
                <c:pt idx="1874">
                  <c:v>6.5360000000000001E-2</c:v>
                </c:pt>
                <c:pt idx="1875">
                  <c:v>6.5540000000000001E-2</c:v>
                </c:pt>
                <c:pt idx="1876">
                  <c:v>6.5540000000000001E-2</c:v>
                </c:pt>
                <c:pt idx="1877">
                  <c:v>6.5689999999999998E-2</c:v>
                </c:pt>
                <c:pt idx="1878">
                  <c:v>6.5689999999999998E-2</c:v>
                </c:pt>
                <c:pt idx="1879">
                  <c:v>6.5610000000000002E-2</c:v>
                </c:pt>
                <c:pt idx="1880">
                  <c:v>6.5680000000000002E-2</c:v>
                </c:pt>
                <c:pt idx="1881">
                  <c:v>6.5730000000000011E-2</c:v>
                </c:pt>
                <c:pt idx="1882">
                  <c:v>6.6100000000000006E-2</c:v>
                </c:pt>
                <c:pt idx="1883">
                  <c:v>6.7419999999999994E-2</c:v>
                </c:pt>
                <c:pt idx="1884">
                  <c:v>6.762E-2</c:v>
                </c:pt>
                <c:pt idx="1885">
                  <c:v>6.7530000000000007E-2</c:v>
                </c:pt>
                <c:pt idx="1886">
                  <c:v>6.7680000000000004E-2</c:v>
                </c:pt>
                <c:pt idx="1887">
                  <c:v>6.7799999999999999E-2</c:v>
                </c:pt>
                <c:pt idx="1888">
                  <c:v>6.7409999999999998E-2</c:v>
                </c:pt>
                <c:pt idx="1889">
                  <c:v>6.7409999999999998E-2</c:v>
                </c:pt>
                <c:pt idx="1890">
                  <c:v>6.7409999999999998E-2</c:v>
                </c:pt>
                <c:pt idx="1891">
                  <c:v>6.7220000000000002E-2</c:v>
                </c:pt>
                <c:pt idx="1892">
                  <c:v>6.7140000000000005E-2</c:v>
                </c:pt>
                <c:pt idx="1893">
                  <c:v>6.6809999999999994E-2</c:v>
                </c:pt>
                <c:pt idx="1894">
                  <c:v>6.6699999999999995E-2</c:v>
                </c:pt>
                <c:pt idx="1895">
                  <c:v>6.6699999999999995E-2</c:v>
                </c:pt>
                <c:pt idx="1896">
                  <c:v>6.6830000000000001E-2</c:v>
                </c:pt>
                <c:pt idx="1897">
                  <c:v>6.6790000000000002E-2</c:v>
                </c:pt>
                <c:pt idx="1898">
                  <c:v>6.7019999999999996E-2</c:v>
                </c:pt>
                <c:pt idx="1899">
                  <c:v>6.7080000000000001E-2</c:v>
                </c:pt>
                <c:pt idx="1900">
                  <c:v>6.7099999999999993E-2</c:v>
                </c:pt>
                <c:pt idx="1901">
                  <c:v>6.6830000000000001E-2</c:v>
                </c:pt>
                <c:pt idx="1902">
                  <c:v>6.6879999999999995E-2</c:v>
                </c:pt>
                <c:pt idx="1903">
                  <c:v>6.6879999999999995E-2</c:v>
                </c:pt>
                <c:pt idx="1904">
                  <c:v>6.7119999999999999E-2</c:v>
                </c:pt>
                <c:pt idx="1905">
                  <c:v>6.7030000000000006E-2</c:v>
                </c:pt>
                <c:pt idx="1906">
                  <c:v>6.7229999999999998E-2</c:v>
                </c:pt>
                <c:pt idx="1907">
                  <c:v>6.7930000000000004E-2</c:v>
                </c:pt>
                <c:pt idx="1908">
                  <c:v>6.855E-2</c:v>
                </c:pt>
                <c:pt idx="1909">
                  <c:v>6.8710000000000007E-2</c:v>
                </c:pt>
                <c:pt idx="1910">
                  <c:v>6.8349999999999994E-2</c:v>
                </c:pt>
                <c:pt idx="1911">
                  <c:v>6.8349999999999994E-2</c:v>
                </c:pt>
                <c:pt idx="1912">
                  <c:v>6.9099999999999995E-2</c:v>
                </c:pt>
                <c:pt idx="1913">
                  <c:v>6.9099999999999995E-2</c:v>
                </c:pt>
                <c:pt idx="1914">
                  <c:v>6.9330000000000003E-2</c:v>
                </c:pt>
                <c:pt idx="1915">
                  <c:v>6.9330000000000003E-2</c:v>
                </c:pt>
                <c:pt idx="1916">
                  <c:v>6.948E-2</c:v>
                </c:pt>
                <c:pt idx="1917">
                  <c:v>6.9940000000000002E-2</c:v>
                </c:pt>
                <c:pt idx="1918">
                  <c:v>6.9919999999999996E-2</c:v>
                </c:pt>
                <c:pt idx="1919">
                  <c:v>6.9699999999999998E-2</c:v>
                </c:pt>
                <c:pt idx="1920">
                  <c:v>7.016E-2</c:v>
                </c:pt>
                <c:pt idx="1921">
                  <c:v>6.9949999999999998E-2</c:v>
                </c:pt>
                <c:pt idx="1922">
                  <c:v>7.0019999999999999E-2</c:v>
                </c:pt>
                <c:pt idx="1923">
                  <c:v>7.0019999999999999E-2</c:v>
                </c:pt>
                <c:pt idx="1924">
                  <c:v>6.973E-2</c:v>
                </c:pt>
                <c:pt idx="1925">
                  <c:v>7.0300000000000001E-2</c:v>
                </c:pt>
                <c:pt idx="1926">
                  <c:v>7.0540000000000005E-2</c:v>
                </c:pt>
                <c:pt idx="1927">
                  <c:v>7.0610000000000006E-2</c:v>
                </c:pt>
                <c:pt idx="1928">
                  <c:v>7.0550000000000002E-2</c:v>
                </c:pt>
                <c:pt idx="1929">
                  <c:v>7.0449999999999999E-2</c:v>
                </c:pt>
                <c:pt idx="1930">
                  <c:v>7.0449999999999999E-2</c:v>
                </c:pt>
                <c:pt idx="1931">
                  <c:v>7.0660000000000001E-2</c:v>
                </c:pt>
                <c:pt idx="1932">
                  <c:v>7.0620000000000002E-2</c:v>
                </c:pt>
                <c:pt idx="1933">
                  <c:v>7.0809999999999998E-2</c:v>
                </c:pt>
                <c:pt idx="1934">
                  <c:v>7.0540000000000005E-2</c:v>
                </c:pt>
                <c:pt idx="1935">
                  <c:v>7.0290000000000005E-2</c:v>
                </c:pt>
                <c:pt idx="1936">
                  <c:v>7.0290000000000005E-2</c:v>
                </c:pt>
                <c:pt idx="1937">
                  <c:v>6.9870000000000002E-2</c:v>
                </c:pt>
                <c:pt idx="1938">
                  <c:v>7.0050000000000001E-2</c:v>
                </c:pt>
                <c:pt idx="1939">
                  <c:v>6.9949999999999998E-2</c:v>
                </c:pt>
                <c:pt idx="1940">
                  <c:v>6.9949999999999998E-2</c:v>
                </c:pt>
                <c:pt idx="1941">
                  <c:v>6.9629999999999997E-2</c:v>
                </c:pt>
                <c:pt idx="1942">
                  <c:v>6.9629999999999997E-2</c:v>
                </c:pt>
                <c:pt idx="1943">
                  <c:v>6.9790000000000005E-2</c:v>
                </c:pt>
                <c:pt idx="1944">
                  <c:v>6.973E-2</c:v>
                </c:pt>
                <c:pt idx="1945">
                  <c:v>6.9539999999999991E-2</c:v>
                </c:pt>
                <c:pt idx="1946">
                  <c:v>6.9669999999999996E-2</c:v>
                </c:pt>
                <c:pt idx="1947">
                  <c:v>6.9779999999999995E-2</c:v>
                </c:pt>
                <c:pt idx="1948">
                  <c:v>7.0230000000000001E-2</c:v>
                </c:pt>
                <c:pt idx="1949">
                  <c:v>7.0120000000000002E-2</c:v>
                </c:pt>
                <c:pt idx="1950">
                  <c:v>6.9360000000000005E-2</c:v>
                </c:pt>
                <c:pt idx="1951">
                  <c:v>6.831000000000001E-2</c:v>
                </c:pt>
                <c:pt idx="1952">
                  <c:v>6.8379999999999996E-2</c:v>
                </c:pt>
                <c:pt idx="1953">
                  <c:v>6.8610000000000004E-2</c:v>
                </c:pt>
                <c:pt idx="1954">
                  <c:v>6.8499999999999991E-2</c:v>
                </c:pt>
                <c:pt idx="1955">
                  <c:v>6.8519999999999998E-2</c:v>
                </c:pt>
                <c:pt idx="1956">
                  <c:v>6.8739999999999996E-2</c:v>
                </c:pt>
                <c:pt idx="1957">
                  <c:v>6.9409999999999999E-2</c:v>
                </c:pt>
                <c:pt idx="1958">
                  <c:v>6.9409999999999999E-2</c:v>
                </c:pt>
                <c:pt idx="1959">
                  <c:v>6.9360000000000005E-2</c:v>
                </c:pt>
                <c:pt idx="1960">
                  <c:v>6.9569999999999993E-2</c:v>
                </c:pt>
                <c:pt idx="1961">
                  <c:v>7.0250000000000007E-2</c:v>
                </c:pt>
                <c:pt idx="1962">
                  <c:v>7.0519999999999999E-2</c:v>
                </c:pt>
                <c:pt idx="1963">
                  <c:v>7.0599999999999996E-2</c:v>
                </c:pt>
                <c:pt idx="1964">
                  <c:v>7.0599999999999996E-2</c:v>
                </c:pt>
                <c:pt idx="1965">
                  <c:v>7.059E-2</c:v>
                </c:pt>
                <c:pt idx="1966">
                  <c:v>7.0679999999999993E-2</c:v>
                </c:pt>
                <c:pt idx="1967">
                  <c:v>7.1220000000000006E-2</c:v>
                </c:pt>
                <c:pt idx="1968">
                  <c:v>7.102E-2</c:v>
                </c:pt>
                <c:pt idx="1969">
                  <c:v>7.077E-2</c:v>
                </c:pt>
                <c:pt idx="1970">
                  <c:v>7.0819999999999994E-2</c:v>
                </c:pt>
                <c:pt idx="1971">
                  <c:v>7.0999999999999994E-2</c:v>
                </c:pt>
                <c:pt idx="1972">
                  <c:v>7.0660000000000001E-2</c:v>
                </c:pt>
                <c:pt idx="1973">
                  <c:v>7.0179999999999992E-2</c:v>
                </c:pt>
                <c:pt idx="1974">
                  <c:v>7.0190000000000002E-2</c:v>
                </c:pt>
                <c:pt idx="1975">
                  <c:v>7.0199999999999999E-2</c:v>
                </c:pt>
                <c:pt idx="1976">
                  <c:v>6.9919999999999996E-2</c:v>
                </c:pt>
                <c:pt idx="1977">
                  <c:v>6.9669999999999996E-2</c:v>
                </c:pt>
                <c:pt idx="1978">
                  <c:v>7.0000000000000007E-2</c:v>
                </c:pt>
                <c:pt idx="1979">
                  <c:v>6.9980000000000001E-2</c:v>
                </c:pt>
                <c:pt idx="1980">
                  <c:v>6.9809999999999997E-2</c:v>
                </c:pt>
                <c:pt idx="1981">
                  <c:v>6.9390000000000007E-2</c:v>
                </c:pt>
                <c:pt idx="1982">
                  <c:v>6.93E-2</c:v>
                </c:pt>
                <c:pt idx="1983">
                  <c:v>6.9690000000000002E-2</c:v>
                </c:pt>
                <c:pt idx="1984">
                  <c:v>6.8519999999999998E-2</c:v>
                </c:pt>
                <c:pt idx="1985">
                  <c:v>6.8409999999999999E-2</c:v>
                </c:pt>
                <c:pt idx="1986">
                  <c:v>6.8349999999999994E-2</c:v>
                </c:pt>
                <c:pt idx="1987">
                  <c:v>6.8330000000000002E-2</c:v>
                </c:pt>
                <c:pt idx="1988">
                  <c:v>6.7979999999999999E-2</c:v>
                </c:pt>
                <c:pt idx="1989">
                  <c:v>6.5500000000000003E-2</c:v>
                </c:pt>
                <c:pt idx="1990">
                  <c:v>6.5750000000000003E-2</c:v>
                </c:pt>
                <c:pt idx="1991">
                  <c:v>6.5479999999999997E-2</c:v>
                </c:pt>
                <c:pt idx="1992">
                  <c:v>6.5599999999999992E-2</c:v>
                </c:pt>
                <c:pt idx="1993">
                  <c:v>6.5610000000000002E-2</c:v>
                </c:pt>
                <c:pt idx="1994">
                  <c:v>6.5619999999999998E-2</c:v>
                </c:pt>
                <c:pt idx="1995">
                  <c:v>6.54E-2</c:v>
                </c:pt>
                <c:pt idx="1996">
                  <c:v>6.54E-2</c:v>
                </c:pt>
                <c:pt idx="1997">
                  <c:v>6.5619999999999998E-2</c:v>
                </c:pt>
                <c:pt idx="1998">
                  <c:v>6.5799999999999997E-2</c:v>
                </c:pt>
                <c:pt idx="1999">
                  <c:v>6.5810000000000007E-2</c:v>
                </c:pt>
                <c:pt idx="2000">
                  <c:v>6.5820000000000004E-2</c:v>
                </c:pt>
                <c:pt idx="2001">
                  <c:v>6.59E-2</c:v>
                </c:pt>
                <c:pt idx="2002">
                  <c:v>6.5560000000000007E-2</c:v>
                </c:pt>
                <c:pt idx="2003">
                  <c:v>6.5549999999999997E-2</c:v>
                </c:pt>
                <c:pt idx="2004">
                  <c:v>6.5610000000000002E-2</c:v>
                </c:pt>
                <c:pt idx="2005">
                  <c:v>6.5619999999999998E-2</c:v>
                </c:pt>
                <c:pt idx="2006">
                  <c:v>6.5299999999999997E-2</c:v>
                </c:pt>
                <c:pt idx="2007">
                  <c:v>6.5290000000000001E-2</c:v>
                </c:pt>
                <c:pt idx="2008">
                  <c:v>6.5390000000000004E-2</c:v>
                </c:pt>
                <c:pt idx="2009">
                  <c:v>6.5360000000000001E-2</c:v>
                </c:pt>
                <c:pt idx="2010">
                  <c:v>6.5419999999999992E-2</c:v>
                </c:pt>
                <c:pt idx="2011">
                  <c:v>6.5329999999999999E-2</c:v>
                </c:pt>
                <c:pt idx="2012">
                  <c:v>6.5619999999999998E-2</c:v>
                </c:pt>
                <c:pt idx="2013">
                  <c:v>6.6259999999999999E-2</c:v>
                </c:pt>
                <c:pt idx="2014">
                  <c:v>6.5180000000000002E-2</c:v>
                </c:pt>
                <c:pt idx="2015">
                  <c:v>6.6489999999999994E-2</c:v>
                </c:pt>
                <c:pt idx="2016">
                  <c:v>6.6900000000000001E-2</c:v>
                </c:pt>
                <c:pt idx="2017">
                  <c:v>6.7070000000000005E-2</c:v>
                </c:pt>
                <c:pt idx="2018">
                  <c:v>6.7199999999999996E-2</c:v>
                </c:pt>
                <c:pt idx="2019">
                  <c:v>6.7210000000000006E-2</c:v>
                </c:pt>
                <c:pt idx="2020">
                  <c:v>6.701E-2</c:v>
                </c:pt>
                <c:pt idx="2021">
                  <c:v>6.6549999999999998E-2</c:v>
                </c:pt>
                <c:pt idx="2022">
                  <c:v>6.6199999999999995E-2</c:v>
                </c:pt>
                <c:pt idx="2023">
                  <c:v>6.6299999999999998E-2</c:v>
                </c:pt>
                <c:pt idx="2024">
                  <c:v>6.6059999999999994E-2</c:v>
                </c:pt>
                <c:pt idx="2025">
                  <c:v>6.5490000000000007E-2</c:v>
                </c:pt>
                <c:pt idx="2026">
                  <c:v>6.5479999999999997E-2</c:v>
                </c:pt>
                <c:pt idx="2027">
                  <c:v>6.3789999999999999E-2</c:v>
                </c:pt>
                <c:pt idx="2028">
                  <c:v>6.3960000000000003E-2</c:v>
                </c:pt>
                <c:pt idx="2029">
                  <c:v>6.4199999999999993E-2</c:v>
                </c:pt>
                <c:pt idx="2030">
                  <c:v>6.4000000000000001E-2</c:v>
                </c:pt>
                <c:pt idx="2031">
                  <c:v>6.4049999999999996E-2</c:v>
                </c:pt>
                <c:pt idx="2032">
                  <c:v>6.1539999999999997E-2</c:v>
                </c:pt>
                <c:pt idx="2033">
                  <c:v>6.1749999999999999E-2</c:v>
                </c:pt>
                <c:pt idx="2034">
                  <c:v>6.2199999999999998E-2</c:v>
                </c:pt>
                <c:pt idx="2035">
                  <c:v>6.1790000000000005E-2</c:v>
                </c:pt>
                <c:pt idx="2036">
                  <c:v>6.2E-2</c:v>
                </c:pt>
                <c:pt idx="2037">
                  <c:v>6.2600000000000003E-2</c:v>
                </c:pt>
                <c:pt idx="2038">
                  <c:v>6.2659999999999993E-2</c:v>
                </c:pt>
                <c:pt idx="2039">
                  <c:v>6.157E-2</c:v>
                </c:pt>
                <c:pt idx="2040">
                  <c:v>6.1219999999999997E-2</c:v>
                </c:pt>
                <c:pt idx="2041">
                  <c:v>6.2370000000000002E-2</c:v>
                </c:pt>
                <c:pt idx="2042">
                  <c:v>6.2759999999999996E-2</c:v>
                </c:pt>
                <c:pt idx="2043">
                  <c:v>6.275E-2</c:v>
                </c:pt>
                <c:pt idx="2044">
                  <c:v>6.3979999999999995E-2</c:v>
                </c:pt>
                <c:pt idx="2045">
                  <c:v>6.3909999999999995E-2</c:v>
                </c:pt>
                <c:pt idx="2046">
                  <c:v>6.4349999999999991E-2</c:v>
                </c:pt>
                <c:pt idx="2047">
                  <c:v>6.3840000000000008E-2</c:v>
                </c:pt>
                <c:pt idx="2048">
                  <c:v>6.5750000000000003E-2</c:v>
                </c:pt>
                <c:pt idx="2049">
                  <c:v>6.522E-2</c:v>
                </c:pt>
                <c:pt idx="2050">
                  <c:v>6.5970000000000001E-2</c:v>
                </c:pt>
                <c:pt idx="2051">
                  <c:v>6.6979999999999998E-2</c:v>
                </c:pt>
                <c:pt idx="2052">
                  <c:v>6.724999999999999E-2</c:v>
                </c:pt>
                <c:pt idx="2053">
                  <c:v>6.7380000000000009E-2</c:v>
                </c:pt>
                <c:pt idx="2054">
                  <c:v>6.7119999999999999E-2</c:v>
                </c:pt>
                <c:pt idx="2055">
                  <c:v>6.7150000000000001E-2</c:v>
                </c:pt>
                <c:pt idx="2056">
                  <c:v>6.7150000000000001E-2</c:v>
                </c:pt>
                <c:pt idx="2057">
                  <c:v>6.7060000000000008E-2</c:v>
                </c:pt>
                <c:pt idx="2058">
                  <c:v>6.7129999999999995E-2</c:v>
                </c:pt>
                <c:pt idx="2059">
                  <c:v>6.6900000000000001E-2</c:v>
                </c:pt>
                <c:pt idx="2060">
                  <c:v>6.6830000000000001E-2</c:v>
                </c:pt>
                <c:pt idx="2061">
                  <c:v>6.7299999999999999E-2</c:v>
                </c:pt>
                <c:pt idx="2062">
                  <c:v>6.7279999999999993E-2</c:v>
                </c:pt>
                <c:pt idx="2063">
                  <c:v>6.724999999999999E-2</c:v>
                </c:pt>
                <c:pt idx="2064">
                  <c:v>6.7049999999999998E-2</c:v>
                </c:pt>
                <c:pt idx="2065">
                  <c:v>6.7159999999999997E-2</c:v>
                </c:pt>
                <c:pt idx="2066">
                  <c:v>6.7400000000000002E-2</c:v>
                </c:pt>
                <c:pt idx="2067">
                  <c:v>6.7460000000000006E-2</c:v>
                </c:pt>
                <c:pt idx="2068">
                  <c:v>6.7460000000000006E-2</c:v>
                </c:pt>
                <c:pt idx="2069">
                  <c:v>6.7269999999999996E-2</c:v>
                </c:pt>
                <c:pt idx="2070">
                  <c:v>6.7099999999999993E-2</c:v>
                </c:pt>
                <c:pt idx="2071">
                  <c:v>6.7419999999999994E-2</c:v>
                </c:pt>
                <c:pt idx="2072">
                  <c:v>6.7049999999999998E-2</c:v>
                </c:pt>
                <c:pt idx="2073">
                  <c:v>6.6680000000000003E-2</c:v>
                </c:pt>
                <c:pt idx="2074">
                  <c:v>6.6809999999999994E-2</c:v>
                </c:pt>
                <c:pt idx="2075">
                  <c:v>6.7729999999999999E-2</c:v>
                </c:pt>
                <c:pt idx="2076">
                  <c:v>6.88E-2</c:v>
                </c:pt>
                <c:pt idx="2077">
                  <c:v>6.9099999999999995E-2</c:v>
                </c:pt>
                <c:pt idx="2078">
                  <c:v>6.8280000000000007E-2</c:v>
                </c:pt>
                <c:pt idx="2079">
                  <c:v>6.8360000000000004E-2</c:v>
                </c:pt>
                <c:pt idx="2080">
                  <c:v>6.8449999999999997E-2</c:v>
                </c:pt>
                <c:pt idx="2081">
                  <c:v>6.8879999999999997E-2</c:v>
                </c:pt>
                <c:pt idx="2082">
                  <c:v>6.8879999999999997E-2</c:v>
                </c:pt>
                <c:pt idx="2083">
                  <c:v>6.8879999999999997E-2</c:v>
                </c:pt>
                <c:pt idx="2084">
                  <c:v>6.9019999999999998E-2</c:v>
                </c:pt>
                <c:pt idx="2085">
                  <c:v>6.9510000000000002E-2</c:v>
                </c:pt>
                <c:pt idx="2086">
                  <c:v>6.9640000000000007E-2</c:v>
                </c:pt>
                <c:pt idx="2087">
                  <c:v>6.9489999999999996E-2</c:v>
                </c:pt>
                <c:pt idx="2088">
                  <c:v>6.9440000000000002E-2</c:v>
                </c:pt>
                <c:pt idx="2089">
                  <c:v>6.9440000000000002E-2</c:v>
                </c:pt>
                <c:pt idx="2090">
                  <c:v>6.9530000000000008E-2</c:v>
                </c:pt>
                <c:pt idx="2091">
                  <c:v>6.9510000000000002E-2</c:v>
                </c:pt>
                <c:pt idx="2092">
                  <c:v>6.9440000000000002E-2</c:v>
                </c:pt>
                <c:pt idx="2093">
                  <c:v>6.9419999999999996E-2</c:v>
                </c:pt>
                <c:pt idx="2094">
                  <c:v>6.9580000000000003E-2</c:v>
                </c:pt>
                <c:pt idx="2095">
                  <c:v>6.9510000000000002E-2</c:v>
                </c:pt>
                <c:pt idx="2096">
                  <c:v>6.9970000000000004E-2</c:v>
                </c:pt>
                <c:pt idx="2097">
                  <c:v>7.014999999999999E-2</c:v>
                </c:pt>
                <c:pt idx="2098">
                  <c:v>7.0209999999999995E-2</c:v>
                </c:pt>
                <c:pt idx="2099">
                  <c:v>7.0190000000000002E-2</c:v>
                </c:pt>
                <c:pt idx="2100">
                  <c:v>7.0239999999999997E-2</c:v>
                </c:pt>
                <c:pt idx="2101">
                  <c:v>7.0400000000000004E-2</c:v>
                </c:pt>
                <c:pt idx="2102">
                  <c:v>7.0370000000000002E-2</c:v>
                </c:pt>
                <c:pt idx="2103">
                  <c:v>7.0430000000000006E-2</c:v>
                </c:pt>
                <c:pt idx="2104">
                  <c:v>7.0540000000000005E-2</c:v>
                </c:pt>
                <c:pt idx="2105">
                  <c:v>7.0669999999999997E-2</c:v>
                </c:pt>
                <c:pt idx="2106">
                  <c:v>7.077E-2</c:v>
                </c:pt>
                <c:pt idx="2107">
                  <c:v>7.0319999999999994E-2</c:v>
                </c:pt>
                <c:pt idx="2108">
                  <c:v>7.0510000000000003E-2</c:v>
                </c:pt>
                <c:pt idx="2109">
                  <c:v>7.0309999999999997E-2</c:v>
                </c:pt>
                <c:pt idx="2110">
                  <c:v>7.0389999999999994E-2</c:v>
                </c:pt>
                <c:pt idx="2111">
                  <c:v>7.0389999999999994E-2</c:v>
                </c:pt>
                <c:pt idx="2112">
                  <c:v>7.0389999999999994E-2</c:v>
                </c:pt>
                <c:pt idx="2113">
                  <c:v>7.0279999999999995E-2</c:v>
                </c:pt>
                <c:pt idx="2114">
                  <c:v>7.0290000000000005E-2</c:v>
                </c:pt>
                <c:pt idx="2115">
                  <c:v>7.0460000000000009E-2</c:v>
                </c:pt>
                <c:pt idx="2116">
                  <c:v>7.0789999999999992E-2</c:v>
                </c:pt>
                <c:pt idx="2117">
                  <c:v>7.077E-2</c:v>
                </c:pt>
                <c:pt idx="2118">
                  <c:v>7.077E-2</c:v>
                </c:pt>
                <c:pt idx="2119">
                  <c:v>7.075999999999999E-2</c:v>
                </c:pt>
                <c:pt idx="2120">
                  <c:v>7.0980000000000001E-2</c:v>
                </c:pt>
                <c:pt idx="2121">
                  <c:v>7.075999999999999E-2</c:v>
                </c:pt>
                <c:pt idx="2122">
                  <c:v>7.034E-2</c:v>
                </c:pt>
                <c:pt idx="2123">
                  <c:v>7.0469999999999991E-2</c:v>
                </c:pt>
                <c:pt idx="2124">
                  <c:v>7.0599999999999996E-2</c:v>
                </c:pt>
                <c:pt idx="2125">
                  <c:v>7.107999999999999E-2</c:v>
                </c:pt>
                <c:pt idx="2126">
                  <c:v>7.1160000000000001E-2</c:v>
                </c:pt>
                <c:pt idx="2127">
                  <c:v>7.109E-2</c:v>
                </c:pt>
                <c:pt idx="2128">
                  <c:v>7.1059999999999998E-2</c:v>
                </c:pt>
                <c:pt idx="2129">
                  <c:v>7.1150000000000005E-2</c:v>
                </c:pt>
                <c:pt idx="2130">
                  <c:v>7.1180000000000007E-2</c:v>
                </c:pt>
                <c:pt idx="2131">
                  <c:v>7.1379999999999999E-2</c:v>
                </c:pt>
                <c:pt idx="2132">
                  <c:v>7.1429999999999993E-2</c:v>
                </c:pt>
                <c:pt idx="2133">
                  <c:v>7.1190000000000003E-2</c:v>
                </c:pt>
                <c:pt idx="2134">
                  <c:v>7.1239999999999998E-2</c:v>
                </c:pt>
                <c:pt idx="2135">
                  <c:v>7.1169999999999997E-2</c:v>
                </c:pt>
                <c:pt idx="2136">
                  <c:v>7.1970000000000006E-2</c:v>
                </c:pt>
                <c:pt idx="2137">
                  <c:v>7.2300000000000003E-2</c:v>
                </c:pt>
                <c:pt idx="2138">
                  <c:v>7.2300000000000003E-2</c:v>
                </c:pt>
                <c:pt idx="2139">
                  <c:v>7.2410000000000002E-2</c:v>
                </c:pt>
                <c:pt idx="2140">
                  <c:v>7.2610000000000008E-2</c:v>
                </c:pt>
                <c:pt idx="2141">
                  <c:v>7.3440000000000005E-2</c:v>
                </c:pt>
                <c:pt idx="2142">
                  <c:v>7.3539999999999994E-2</c:v>
                </c:pt>
                <c:pt idx="2143">
                  <c:v>7.3970000000000008E-2</c:v>
                </c:pt>
                <c:pt idx="2144">
                  <c:v>7.3869999999999991E-2</c:v>
                </c:pt>
                <c:pt idx="2145">
                  <c:v>7.4069999999999997E-2</c:v>
                </c:pt>
                <c:pt idx="2146">
                  <c:v>7.4099999999999999E-2</c:v>
                </c:pt>
                <c:pt idx="2147">
                  <c:v>7.4380000000000002E-2</c:v>
                </c:pt>
                <c:pt idx="2148">
                  <c:v>7.4279999999999999E-2</c:v>
                </c:pt>
                <c:pt idx="2149">
                  <c:v>7.4310000000000001E-2</c:v>
                </c:pt>
                <c:pt idx="2150">
                  <c:v>7.4459999999999998E-2</c:v>
                </c:pt>
                <c:pt idx="2151">
                  <c:v>7.4490000000000001E-2</c:v>
                </c:pt>
                <c:pt idx="2152">
                  <c:v>7.4039999999999995E-2</c:v>
                </c:pt>
                <c:pt idx="2153">
                  <c:v>7.4080000000000007E-2</c:v>
                </c:pt>
                <c:pt idx="2154">
                  <c:v>7.417E-2</c:v>
                </c:pt>
                <c:pt idx="2155">
                  <c:v>7.4189999999999992E-2</c:v>
                </c:pt>
                <c:pt idx="2156">
                  <c:v>7.4359999999999996E-2</c:v>
                </c:pt>
                <c:pt idx="2157">
                  <c:v>7.4069999999999997E-2</c:v>
                </c:pt>
                <c:pt idx="2158">
                  <c:v>7.4090000000000003E-2</c:v>
                </c:pt>
                <c:pt idx="2159">
                  <c:v>7.4249999999999997E-2</c:v>
                </c:pt>
                <c:pt idx="2160">
                  <c:v>7.4279999999999999E-2</c:v>
                </c:pt>
                <c:pt idx="2161">
                  <c:v>7.4249999999999997E-2</c:v>
                </c:pt>
                <c:pt idx="2162">
                  <c:v>7.4490000000000001E-2</c:v>
                </c:pt>
                <c:pt idx="2163">
                  <c:v>7.4469999999999995E-2</c:v>
                </c:pt>
                <c:pt idx="2164">
                  <c:v>7.4580000000000007E-2</c:v>
                </c:pt>
                <c:pt idx="2165">
                  <c:v>7.4370000000000006E-2</c:v>
                </c:pt>
                <c:pt idx="2166">
                  <c:v>7.4299999999999991E-2</c:v>
                </c:pt>
                <c:pt idx="2167">
                  <c:v>7.4370000000000006E-2</c:v>
                </c:pt>
                <c:pt idx="2168">
                  <c:v>7.4380000000000002E-2</c:v>
                </c:pt>
                <c:pt idx="2169">
                  <c:v>7.4359999999999996E-2</c:v>
                </c:pt>
                <c:pt idx="2170">
                  <c:v>7.4359999999999996E-2</c:v>
                </c:pt>
                <c:pt idx="2171">
                  <c:v>7.4389999999999998E-2</c:v>
                </c:pt>
                <c:pt idx="2172">
                  <c:v>7.4499999999999997E-2</c:v>
                </c:pt>
                <c:pt idx="2173">
                  <c:v>7.4349999999999999E-2</c:v>
                </c:pt>
                <c:pt idx="2174">
                  <c:v>7.4400000000000008E-2</c:v>
                </c:pt>
                <c:pt idx="2175">
                  <c:v>7.4200000000000002E-2</c:v>
                </c:pt>
                <c:pt idx="2176">
                  <c:v>7.4149999999999994E-2</c:v>
                </c:pt>
                <c:pt idx="2177">
                  <c:v>7.4149999999999994E-2</c:v>
                </c:pt>
                <c:pt idx="2178">
                  <c:v>7.4009999999999992E-2</c:v>
                </c:pt>
                <c:pt idx="2179">
                  <c:v>7.4219999999999994E-2</c:v>
                </c:pt>
                <c:pt idx="2180">
                  <c:v>7.4270000000000003E-2</c:v>
                </c:pt>
                <c:pt idx="2181">
                  <c:v>7.4299999999999991E-2</c:v>
                </c:pt>
                <c:pt idx="2182">
                  <c:v>7.4429999999999996E-2</c:v>
                </c:pt>
                <c:pt idx="2183">
                  <c:v>7.4569999999999997E-2</c:v>
                </c:pt>
                <c:pt idx="2184">
                  <c:v>7.458999999999999E-2</c:v>
                </c:pt>
                <c:pt idx="2185">
                  <c:v>7.4700000000000003E-2</c:v>
                </c:pt>
                <c:pt idx="2186">
                  <c:v>7.4749999999999997E-2</c:v>
                </c:pt>
                <c:pt idx="2187">
                  <c:v>7.4649999999999994E-2</c:v>
                </c:pt>
                <c:pt idx="2188">
                  <c:v>7.4819999999999998E-2</c:v>
                </c:pt>
                <c:pt idx="2189">
                  <c:v>7.4999999999999997E-2</c:v>
                </c:pt>
                <c:pt idx="2190">
                  <c:v>7.4969999999999995E-2</c:v>
                </c:pt>
                <c:pt idx="2191">
                  <c:v>7.485E-2</c:v>
                </c:pt>
                <c:pt idx="2192">
                  <c:v>7.4720000000000009E-2</c:v>
                </c:pt>
                <c:pt idx="2193">
                  <c:v>7.5060000000000002E-2</c:v>
                </c:pt>
                <c:pt idx="2194">
                  <c:v>7.4660000000000004E-2</c:v>
                </c:pt>
                <c:pt idx="2195">
                  <c:v>7.4329999999999993E-2</c:v>
                </c:pt>
                <c:pt idx="2196">
                  <c:v>7.4539999999999995E-2</c:v>
                </c:pt>
                <c:pt idx="2197">
                  <c:v>7.3889999999999997E-2</c:v>
                </c:pt>
                <c:pt idx="2198">
                  <c:v>7.374E-2</c:v>
                </c:pt>
                <c:pt idx="2199">
                  <c:v>7.4279999999999999E-2</c:v>
                </c:pt>
                <c:pt idx="2200">
                  <c:v>7.4319999999999997E-2</c:v>
                </c:pt>
                <c:pt idx="2201">
                  <c:v>7.4929999999999997E-2</c:v>
                </c:pt>
                <c:pt idx="2202">
                  <c:v>7.4649999999999994E-2</c:v>
                </c:pt>
                <c:pt idx="2203">
                  <c:v>7.5240000000000001E-2</c:v>
                </c:pt>
                <c:pt idx="2204">
                  <c:v>7.5730000000000006E-2</c:v>
                </c:pt>
                <c:pt idx="2205">
                  <c:v>7.6359999999999997E-2</c:v>
                </c:pt>
                <c:pt idx="2206">
                  <c:v>7.6159999999999992E-2</c:v>
                </c:pt>
                <c:pt idx="2207">
                  <c:v>7.6520000000000005E-2</c:v>
                </c:pt>
                <c:pt idx="2208">
                  <c:v>7.6630000000000004E-2</c:v>
                </c:pt>
                <c:pt idx="2209">
                  <c:v>7.6810000000000003E-2</c:v>
                </c:pt>
                <c:pt idx="2210">
                  <c:v>7.6969999999999997E-2</c:v>
                </c:pt>
                <c:pt idx="2211">
                  <c:v>7.6920000000000002E-2</c:v>
                </c:pt>
                <c:pt idx="2212">
                  <c:v>7.7409999999999993E-2</c:v>
                </c:pt>
                <c:pt idx="2213">
                  <c:v>7.7560000000000004E-2</c:v>
                </c:pt>
                <c:pt idx="2214">
                  <c:v>7.7560000000000004E-2</c:v>
                </c:pt>
                <c:pt idx="2215">
                  <c:v>7.8070000000000001E-2</c:v>
                </c:pt>
                <c:pt idx="2216">
                  <c:v>7.7850000000000003E-2</c:v>
                </c:pt>
                <c:pt idx="2217">
                  <c:v>7.782E-2</c:v>
                </c:pt>
                <c:pt idx="2218">
                  <c:v>7.7979999999999994E-2</c:v>
                </c:pt>
                <c:pt idx="2219">
                  <c:v>7.7649999999999997E-2</c:v>
                </c:pt>
                <c:pt idx="2220">
                  <c:v>7.7530000000000002E-2</c:v>
                </c:pt>
                <c:pt idx="2221">
                  <c:v>7.7199999999999991E-2</c:v>
                </c:pt>
                <c:pt idx="2222">
                  <c:v>7.7079999999999996E-2</c:v>
                </c:pt>
                <c:pt idx="2223">
                  <c:v>7.7340000000000006E-2</c:v>
                </c:pt>
                <c:pt idx="2224">
                  <c:v>7.9820000000000002E-2</c:v>
                </c:pt>
                <c:pt idx="2225">
                  <c:v>8.115E-2</c:v>
                </c:pt>
                <c:pt idx="2226">
                  <c:v>7.9619999999999996E-2</c:v>
                </c:pt>
                <c:pt idx="2227">
                  <c:v>7.911E-2</c:v>
                </c:pt>
                <c:pt idx="2228">
                  <c:v>7.8210000000000002E-2</c:v>
                </c:pt>
                <c:pt idx="2229">
                  <c:v>7.775E-2</c:v>
                </c:pt>
                <c:pt idx="2230">
                  <c:v>7.7960000000000002E-2</c:v>
                </c:pt>
                <c:pt idx="2231">
                  <c:v>7.7560000000000004E-2</c:v>
                </c:pt>
                <c:pt idx="2232">
                  <c:v>7.7089999999999992E-2</c:v>
                </c:pt>
                <c:pt idx="2233">
                  <c:v>7.6670000000000002E-2</c:v>
                </c:pt>
                <c:pt idx="2234">
                  <c:v>7.6670000000000002E-2</c:v>
                </c:pt>
                <c:pt idx="2235">
                  <c:v>7.6530000000000001E-2</c:v>
                </c:pt>
                <c:pt idx="2236">
                  <c:v>7.6550000000000007E-2</c:v>
                </c:pt>
                <c:pt idx="2237">
                  <c:v>7.6609999999999998E-2</c:v>
                </c:pt>
                <c:pt idx="2238">
                  <c:v>7.6630000000000004E-2</c:v>
                </c:pt>
                <c:pt idx="2239">
                  <c:v>7.6490000000000002E-2</c:v>
                </c:pt>
                <c:pt idx="2240">
                  <c:v>7.6539999999999997E-2</c:v>
                </c:pt>
                <c:pt idx="2241">
                  <c:v>7.6670000000000002E-2</c:v>
                </c:pt>
                <c:pt idx="2242">
                  <c:v>7.6799999999999993E-2</c:v>
                </c:pt>
                <c:pt idx="2243">
                  <c:v>7.6280000000000001E-2</c:v>
                </c:pt>
                <c:pt idx="2244">
                  <c:v>7.621E-2</c:v>
                </c:pt>
                <c:pt idx="2245">
                  <c:v>7.6509999999999995E-2</c:v>
                </c:pt>
                <c:pt idx="2246">
                  <c:v>7.6490000000000002E-2</c:v>
                </c:pt>
                <c:pt idx="2247">
                  <c:v>7.6759999999999995E-2</c:v>
                </c:pt>
                <c:pt idx="2248">
                  <c:v>7.6670000000000002E-2</c:v>
                </c:pt>
                <c:pt idx="2249">
                  <c:v>7.6329999999999995E-2</c:v>
                </c:pt>
                <c:pt idx="2250">
                  <c:v>7.6410000000000006E-2</c:v>
                </c:pt>
                <c:pt idx="2251">
                  <c:v>7.6829999999999996E-2</c:v>
                </c:pt>
                <c:pt idx="2252">
                  <c:v>7.7249999999999999E-2</c:v>
                </c:pt>
                <c:pt idx="2253">
                  <c:v>7.7210000000000001E-2</c:v>
                </c:pt>
                <c:pt idx="2254">
                  <c:v>7.7039999999999997E-2</c:v>
                </c:pt>
                <c:pt idx="2255">
                  <c:v>7.6799999999999993E-2</c:v>
                </c:pt>
                <c:pt idx="2256">
                  <c:v>7.6679999999999998E-2</c:v>
                </c:pt>
                <c:pt idx="2257">
                  <c:v>7.6660000000000006E-2</c:v>
                </c:pt>
                <c:pt idx="2258">
                  <c:v>7.6630000000000004E-2</c:v>
                </c:pt>
                <c:pt idx="2259">
                  <c:v>7.6630000000000004E-2</c:v>
                </c:pt>
                <c:pt idx="2260">
                  <c:v>7.6589999999999991E-2</c:v>
                </c:pt>
                <c:pt idx="2261">
                  <c:v>7.6769999999999991E-2</c:v>
                </c:pt>
                <c:pt idx="2262">
                  <c:v>7.689E-2</c:v>
                </c:pt>
                <c:pt idx="2263">
                  <c:v>7.6939999999999995E-2</c:v>
                </c:pt>
                <c:pt idx="2264">
                  <c:v>7.6969999999999997E-2</c:v>
                </c:pt>
                <c:pt idx="2265">
                  <c:v>7.7350000000000002E-2</c:v>
                </c:pt>
                <c:pt idx="2266">
                  <c:v>7.7280000000000001E-2</c:v>
                </c:pt>
                <c:pt idx="2267">
                  <c:v>7.7399999999999997E-2</c:v>
                </c:pt>
                <c:pt idx="2268">
                  <c:v>7.7469999999999997E-2</c:v>
                </c:pt>
                <c:pt idx="2269">
                  <c:v>7.7329999999999996E-2</c:v>
                </c:pt>
                <c:pt idx="2270">
                  <c:v>7.7679999999999999E-2</c:v>
                </c:pt>
                <c:pt idx="2271">
                  <c:v>7.7859999999999999E-2</c:v>
                </c:pt>
                <c:pt idx="2272">
                  <c:v>7.7619999999999995E-2</c:v>
                </c:pt>
                <c:pt idx="2273">
                  <c:v>7.7429999999999999E-2</c:v>
                </c:pt>
                <c:pt idx="2274">
                  <c:v>7.7679999999999999E-2</c:v>
                </c:pt>
                <c:pt idx="2275">
                  <c:v>7.7899999999999997E-2</c:v>
                </c:pt>
                <c:pt idx="2276">
                  <c:v>7.7950000000000005E-2</c:v>
                </c:pt>
                <c:pt idx="2277">
                  <c:v>7.7679999999999999E-2</c:v>
                </c:pt>
                <c:pt idx="2278">
                  <c:v>7.7789999999999998E-2</c:v>
                </c:pt>
                <c:pt idx="2279">
                  <c:v>7.8079999999999997E-2</c:v>
                </c:pt>
                <c:pt idx="2280">
                  <c:v>7.825E-2</c:v>
                </c:pt>
                <c:pt idx="2281">
                  <c:v>7.8159999999999993E-2</c:v>
                </c:pt>
                <c:pt idx="2282">
                  <c:v>7.7649999999999997E-2</c:v>
                </c:pt>
                <c:pt idx="2283">
                  <c:v>7.7329999999999996E-2</c:v>
                </c:pt>
                <c:pt idx="2284">
                  <c:v>7.7920000000000003E-2</c:v>
                </c:pt>
                <c:pt idx="2285">
                  <c:v>7.7890000000000001E-2</c:v>
                </c:pt>
                <c:pt idx="2286">
                  <c:v>7.8449999999999992E-2</c:v>
                </c:pt>
                <c:pt idx="2287">
                  <c:v>7.8240000000000004E-2</c:v>
                </c:pt>
                <c:pt idx="2288">
                  <c:v>7.7920000000000003E-2</c:v>
                </c:pt>
                <c:pt idx="2289">
                  <c:v>7.7689999999999995E-2</c:v>
                </c:pt>
                <c:pt idx="2290">
                  <c:v>7.7929999999999999E-2</c:v>
                </c:pt>
                <c:pt idx="2291">
                  <c:v>7.7670000000000003E-2</c:v>
                </c:pt>
                <c:pt idx="2292">
                  <c:v>7.7670000000000003E-2</c:v>
                </c:pt>
                <c:pt idx="2293">
                  <c:v>7.7409999999999993E-2</c:v>
                </c:pt>
                <c:pt idx="2294">
                  <c:v>7.7409999999999993E-2</c:v>
                </c:pt>
                <c:pt idx="2295">
                  <c:v>7.7280000000000001E-2</c:v>
                </c:pt>
                <c:pt idx="2296">
                  <c:v>7.7149999999999996E-2</c:v>
                </c:pt>
                <c:pt idx="2297">
                  <c:v>7.7100000000000002E-2</c:v>
                </c:pt>
                <c:pt idx="2298">
                  <c:v>7.7450000000000005E-2</c:v>
                </c:pt>
                <c:pt idx="2299">
                  <c:v>7.7719999999999997E-2</c:v>
                </c:pt>
                <c:pt idx="2300">
                  <c:v>7.7039999999999997E-2</c:v>
                </c:pt>
                <c:pt idx="2301">
                  <c:v>7.6969999999999997E-2</c:v>
                </c:pt>
                <c:pt idx="2302">
                  <c:v>7.6840000000000006E-2</c:v>
                </c:pt>
                <c:pt idx="2303">
                  <c:v>7.6789999999999997E-2</c:v>
                </c:pt>
                <c:pt idx="2304">
                  <c:v>7.664E-2</c:v>
                </c:pt>
                <c:pt idx="2305">
                  <c:v>7.6819999999999999E-2</c:v>
                </c:pt>
                <c:pt idx="2306">
                  <c:v>7.6850000000000002E-2</c:v>
                </c:pt>
                <c:pt idx="2307">
                  <c:v>7.6520000000000005E-2</c:v>
                </c:pt>
                <c:pt idx="2308">
                  <c:v>7.6700000000000004E-2</c:v>
                </c:pt>
                <c:pt idx="2309">
                  <c:v>7.6829999999999996E-2</c:v>
                </c:pt>
                <c:pt idx="2310">
                  <c:v>7.6499999999999999E-2</c:v>
                </c:pt>
                <c:pt idx="2311">
                  <c:v>7.6539999999999997E-2</c:v>
                </c:pt>
                <c:pt idx="2312">
                  <c:v>7.6440000000000008E-2</c:v>
                </c:pt>
                <c:pt idx="2313">
                  <c:v>7.6469999999999996E-2</c:v>
                </c:pt>
                <c:pt idx="2314">
                  <c:v>7.6490000000000002E-2</c:v>
                </c:pt>
                <c:pt idx="2315">
                  <c:v>7.6490000000000002E-2</c:v>
                </c:pt>
                <c:pt idx="2316">
                  <c:v>7.6350000000000001E-2</c:v>
                </c:pt>
                <c:pt idx="2317">
                  <c:v>7.6479999999999992E-2</c:v>
                </c:pt>
                <c:pt idx="2318">
                  <c:v>7.6580000000000009E-2</c:v>
                </c:pt>
                <c:pt idx="2319">
                  <c:v>7.6660000000000006E-2</c:v>
                </c:pt>
                <c:pt idx="2320">
                  <c:v>7.6490000000000002E-2</c:v>
                </c:pt>
                <c:pt idx="2321">
                  <c:v>7.6440000000000008E-2</c:v>
                </c:pt>
                <c:pt idx="2322">
                  <c:v>7.6600000000000001E-2</c:v>
                </c:pt>
                <c:pt idx="2323">
                  <c:v>7.6249999999999998E-2</c:v>
                </c:pt>
                <c:pt idx="2324">
                  <c:v>7.6120000000000007E-2</c:v>
                </c:pt>
                <c:pt idx="2325">
                  <c:v>7.6580000000000009E-2</c:v>
                </c:pt>
                <c:pt idx="2326">
                  <c:v>7.6580000000000009E-2</c:v>
                </c:pt>
                <c:pt idx="2327">
                  <c:v>7.6240000000000002E-2</c:v>
                </c:pt>
                <c:pt idx="2328">
                  <c:v>7.7229999999999993E-2</c:v>
                </c:pt>
                <c:pt idx="2329">
                  <c:v>7.8840000000000007E-2</c:v>
                </c:pt>
                <c:pt idx="2330">
                  <c:v>7.8589999999999993E-2</c:v>
                </c:pt>
                <c:pt idx="2331">
                  <c:v>7.8589999999999993E-2</c:v>
                </c:pt>
                <c:pt idx="2332">
                  <c:v>7.8719999999999998E-2</c:v>
                </c:pt>
                <c:pt idx="2333">
                  <c:v>7.8670000000000004E-2</c:v>
                </c:pt>
                <c:pt idx="2334">
                  <c:v>7.8469999999999998E-2</c:v>
                </c:pt>
                <c:pt idx="2335">
                  <c:v>7.841999999999999E-2</c:v>
                </c:pt>
                <c:pt idx="2336">
                  <c:v>7.9039999999999999E-2</c:v>
                </c:pt>
                <c:pt idx="2337">
                  <c:v>7.8969999999999999E-2</c:v>
                </c:pt>
                <c:pt idx="2338">
                  <c:v>7.8890000000000002E-2</c:v>
                </c:pt>
                <c:pt idx="2339">
                  <c:v>7.9020000000000007E-2</c:v>
                </c:pt>
                <c:pt idx="2340">
                  <c:v>7.9029999999999989E-2</c:v>
                </c:pt>
                <c:pt idx="2341">
                  <c:v>7.9029999999999989E-2</c:v>
                </c:pt>
                <c:pt idx="2342">
                  <c:v>7.9000000000000001E-2</c:v>
                </c:pt>
                <c:pt idx="2343">
                  <c:v>7.9289999999999999E-2</c:v>
                </c:pt>
                <c:pt idx="2344">
                  <c:v>7.893E-2</c:v>
                </c:pt>
                <c:pt idx="2345">
                  <c:v>7.8810000000000005E-2</c:v>
                </c:pt>
                <c:pt idx="2346">
                  <c:v>7.8840000000000007E-2</c:v>
                </c:pt>
                <c:pt idx="2347">
                  <c:v>7.8869999999999996E-2</c:v>
                </c:pt>
                <c:pt idx="2348">
                  <c:v>7.9119999999999996E-2</c:v>
                </c:pt>
                <c:pt idx="2349">
                  <c:v>7.8949999999999992E-2</c:v>
                </c:pt>
                <c:pt idx="2350">
                  <c:v>7.8869999999999996E-2</c:v>
                </c:pt>
                <c:pt idx="2351">
                  <c:v>7.9000000000000001E-2</c:v>
                </c:pt>
                <c:pt idx="2352">
                  <c:v>7.9409999999999994E-2</c:v>
                </c:pt>
                <c:pt idx="2353">
                  <c:v>8.0090000000000008E-2</c:v>
                </c:pt>
                <c:pt idx="2354">
                  <c:v>7.8960000000000002E-2</c:v>
                </c:pt>
                <c:pt idx="2355">
                  <c:v>7.8609999999999999E-2</c:v>
                </c:pt>
                <c:pt idx="2356">
                  <c:v>7.8539999999999999E-2</c:v>
                </c:pt>
                <c:pt idx="2357">
                  <c:v>7.8719999999999998E-2</c:v>
                </c:pt>
                <c:pt idx="2358">
                  <c:v>7.8739999999999991E-2</c:v>
                </c:pt>
                <c:pt idx="2359">
                  <c:v>7.8829999999999997E-2</c:v>
                </c:pt>
                <c:pt idx="2360">
                  <c:v>7.9329999999999998E-2</c:v>
                </c:pt>
                <c:pt idx="2361">
                  <c:v>7.9409999999999994E-2</c:v>
                </c:pt>
                <c:pt idx="2362">
                  <c:v>7.9379999999999992E-2</c:v>
                </c:pt>
                <c:pt idx="2363">
                  <c:v>7.954E-2</c:v>
                </c:pt>
                <c:pt idx="2364">
                  <c:v>7.954E-2</c:v>
                </c:pt>
                <c:pt idx="2365">
                  <c:v>7.9869999999999997E-2</c:v>
                </c:pt>
                <c:pt idx="2366">
                  <c:v>7.980000000000001E-2</c:v>
                </c:pt>
                <c:pt idx="2367">
                  <c:v>7.9500000000000001E-2</c:v>
                </c:pt>
                <c:pt idx="2368">
                  <c:v>7.9379999999999992E-2</c:v>
                </c:pt>
                <c:pt idx="2369">
                  <c:v>7.9509999999999997E-2</c:v>
                </c:pt>
                <c:pt idx="2370">
                  <c:v>7.9430000000000001E-2</c:v>
                </c:pt>
                <c:pt idx="2371">
                  <c:v>7.9430000000000001E-2</c:v>
                </c:pt>
                <c:pt idx="2372">
                  <c:v>8.004E-2</c:v>
                </c:pt>
                <c:pt idx="2373">
                  <c:v>7.9960000000000003E-2</c:v>
                </c:pt>
                <c:pt idx="2374">
                  <c:v>7.9820000000000002E-2</c:v>
                </c:pt>
                <c:pt idx="2375">
                  <c:v>8.0090000000000008E-2</c:v>
                </c:pt>
                <c:pt idx="2376">
                  <c:v>8.0199999999999994E-2</c:v>
                </c:pt>
                <c:pt idx="2377">
                  <c:v>8.0299999999999996E-2</c:v>
                </c:pt>
                <c:pt idx="2378">
                  <c:v>7.9979999999999996E-2</c:v>
                </c:pt>
                <c:pt idx="2379">
                  <c:v>7.9979999999999996E-2</c:v>
                </c:pt>
                <c:pt idx="2380">
                  <c:v>8.0159999999999995E-2</c:v>
                </c:pt>
                <c:pt idx="2381">
                  <c:v>8.0180000000000001E-2</c:v>
                </c:pt>
                <c:pt idx="2382">
                  <c:v>8.0030000000000004E-2</c:v>
                </c:pt>
                <c:pt idx="2383">
                  <c:v>8.0360000000000001E-2</c:v>
                </c:pt>
                <c:pt idx="2384">
                  <c:v>7.9390000000000002E-2</c:v>
                </c:pt>
                <c:pt idx="2385">
                  <c:v>7.9519999999999993E-2</c:v>
                </c:pt>
                <c:pt idx="2386">
                  <c:v>7.9549999999999996E-2</c:v>
                </c:pt>
                <c:pt idx="2387">
                  <c:v>7.9600000000000004E-2</c:v>
                </c:pt>
                <c:pt idx="2388">
                  <c:v>7.936E-2</c:v>
                </c:pt>
                <c:pt idx="2389">
                  <c:v>7.9880000000000007E-2</c:v>
                </c:pt>
                <c:pt idx="2390">
                  <c:v>8.0009999999999998E-2</c:v>
                </c:pt>
                <c:pt idx="2391">
                  <c:v>8.0310000000000006E-2</c:v>
                </c:pt>
                <c:pt idx="2392">
                  <c:v>8.0630000000000007E-2</c:v>
                </c:pt>
                <c:pt idx="2393">
                  <c:v>8.0860000000000001E-2</c:v>
                </c:pt>
                <c:pt idx="2394">
                  <c:v>8.0909999999999996E-2</c:v>
                </c:pt>
                <c:pt idx="2395">
                  <c:v>8.0519999999999994E-2</c:v>
                </c:pt>
                <c:pt idx="2396">
                  <c:v>8.0030000000000004E-2</c:v>
                </c:pt>
                <c:pt idx="2397">
                  <c:v>7.9439999999999997E-2</c:v>
                </c:pt>
                <c:pt idx="2398">
                  <c:v>7.9289999999999999E-2</c:v>
                </c:pt>
                <c:pt idx="2399">
                  <c:v>7.893E-2</c:v>
                </c:pt>
                <c:pt idx="2400">
                  <c:v>7.9890000000000003E-2</c:v>
                </c:pt>
                <c:pt idx="2401">
                  <c:v>8.0710000000000004E-2</c:v>
                </c:pt>
                <c:pt idx="2402">
                  <c:v>8.1079999999999999E-2</c:v>
                </c:pt>
                <c:pt idx="2403">
                  <c:v>8.0960000000000004E-2</c:v>
                </c:pt>
                <c:pt idx="2404">
                  <c:v>8.1300000000000011E-2</c:v>
                </c:pt>
                <c:pt idx="2405">
                  <c:v>8.1010000000000013E-2</c:v>
                </c:pt>
                <c:pt idx="2406">
                  <c:v>8.0350000000000005E-2</c:v>
                </c:pt>
                <c:pt idx="2407">
                  <c:v>7.9839999999999994E-2</c:v>
                </c:pt>
                <c:pt idx="2408">
                  <c:v>8.0210000000000004E-2</c:v>
                </c:pt>
                <c:pt idx="2409">
                  <c:v>8.0109999999999987E-2</c:v>
                </c:pt>
                <c:pt idx="2410">
                  <c:v>8.0109999999999987E-2</c:v>
                </c:pt>
                <c:pt idx="2411">
                  <c:v>8.0449999999999994E-2</c:v>
                </c:pt>
                <c:pt idx="2412">
                  <c:v>7.9869999999999997E-2</c:v>
                </c:pt>
                <c:pt idx="2413">
                  <c:v>7.9480000000000009E-2</c:v>
                </c:pt>
                <c:pt idx="2414">
                  <c:v>7.8530000000000003E-2</c:v>
                </c:pt>
                <c:pt idx="2415">
                  <c:v>7.8410000000000007E-2</c:v>
                </c:pt>
                <c:pt idx="2416">
                  <c:v>7.8410000000000007E-2</c:v>
                </c:pt>
                <c:pt idx="2417">
                  <c:v>7.8579999999999997E-2</c:v>
                </c:pt>
                <c:pt idx="2418">
                  <c:v>7.8750000000000001E-2</c:v>
                </c:pt>
                <c:pt idx="2419">
                  <c:v>7.8939999999999996E-2</c:v>
                </c:pt>
                <c:pt idx="2420">
                  <c:v>7.8730000000000008E-2</c:v>
                </c:pt>
                <c:pt idx="2421">
                  <c:v>7.8560000000000005E-2</c:v>
                </c:pt>
                <c:pt idx="2422">
                  <c:v>7.8829999999999997E-2</c:v>
                </c:pt>
                <c:pt idx="2423">
                  <c:v>7.8589999999999993E-2</c:v>
                </c:pt>
                <c:pt idx="2424">
                  <c:v>7.8589999999999993E-2</c:v>
                </c:pt>
                <c:pt idx="2425">
                  <c:v>7.8949999999999992E-2</c:v>
                </c:pt>
                <c:pt idx="2426">
                  <c:v>7.9530000000000003E-2</c:v>
                </c:pt>
                <c:pt idx="2427">
                  <c:v>7.9649999999999999E-2</c:v>
                </c:pt>
                <c:pt idx="2428">
                  <c:v>7.9829999999999998E-2</c:v>
                </c:pt>
                <c:pt idx="2429">
                  <c:v>7.980000000000001E-2</c:v>
                </c:pt>
                <c:pt idx="2430">
                  <c:v>7.9219999999999999E-2</c:v>
                </c:pt>
                <c:pt idx="2431">
                  <c:v>8.0329999999999999E-2</c:v>
                </c:pt>
                <c:pt idx="2432">
                  <c:v>8.045999999999999E-2</c:v>
                </c:pt>
                <c:pt idx="2433">
                  <c:v>7.9160000000000008E-2</c:v>
                </c:pt>
                <c:pt idx="2434">
                  <c:v>7.868E-2</c:v>
                </c:pt>
                <c:pt idx="2435">
                  <c:v>7.8799999999999995E-2</c:v>
                </c:pt>
                <c:pt idx="2436">
                  <c:v>7.8230000000000008E-2</c:v>
                </c:pt>
                <c:pt idx="2437">
                  <c:v>7.783000000000001E-2</c:v>
                </c:pt>
                <c:pt idx="2438">
                  <c:v>7.7850000000000003E-2</c:v>
                </c:pt>
                <c:pt idx="2439">
                  <c:v>7.7800000000000008E-2</c:v>
                </c:pt>
                <c:pt idx="2440">
                  <c:v>7.7429999999999999E-2</c:v>
                </c:pt>
                <c:pt idx="2441">
                  <c:v>7.7340000000000006E-2</c:v>
                </c:pt>
                <c:pt idx="2442">
                  <c:v>7.7480000000000007E-2</c:v>
                </c:pt>
                <c:pt idx="2443">
                  <c:v>7.7770000000000006E-2</c:v>
                </c:pt>
                <c:pt idx="2444">
                  <c:v>7.7649999999999997E-2</c:v>
                </c:pt>
                <c:pt idx="2445">
                  <c:v>7.775E-2</c:v>
                </c:pt>
                <c:pt idx="2446">
                  <c:v>7.7590000000000006E-2</c:v>
                </c:pt>
                <c:pt idx="2447">
                  <c:v>7.7539999999999998E-2</c:v>
                </c:pt>
                <c:pt idx="2448">
                  <c:v>7.7640000000000001E-2</c:v>
                </c:pt>
                <c:pt idx="2449">
                  <c:v>7.7549999999999994E-2</c:v>
                </c:pt>
                <c:pt idx="2450">
                  <c:v>7.8049999999999994E-2</c:v>
                </c:pt>
                <c:pt idx="2451">
                  <c:v>7.7979999999999994E-2</c:v>
                </c:pt>
                <c:pt idx="2452">
                  <c:v>7.7229999999999993E-2</c:v>
                </c:pt>
                <c:pt idx="2453">
                  <c:v>7.7460000000000001E-2</c:v>
                </c:pt>
                <c:pt idx="2454">
                  <c:v>7.783000000000001E-2</c:v>
                </c:pt>
                <c:pt idx="2455">
                  <c:v>7.8039999999999998E-2</c:v>
                </c:pt>
                <c:pt idx="2456">
                  <c:v>7.8230000000000008E-2</c:v>
                </c:pt>
                <c:pt idx="2457">
                  <c:v>7.8049999999999994E-2</c:v>
                </c:pt>
                <c:pt idx="2458">
                  <c:v>7.7950000000000005E-2</c:v>
                </c:pt>
                <c:pt idx="2459">
                  <c:v>7.7979999999999994E-2</c:v>
                </c:pt>
                <c:pt idx="2460">
                  <c:v>7.7859999999999999E-2</c:v>
                </c:pt>
                <c:pt idx="2461">
                  <c:v>7.8219999999999998E-2</c:v>
                </c:pt>
                <c:pt idx="2462">
                  <c:v>7.8600000000000003E-2</c:v>
                </c:pt>
                <c:pt idx="2463">
                  <c:v>7.8579999999999997E-2</c:v>
                </c:pt>
                <c:pt idx="2464">
                  <c:v>7.8789999999999999E-2</c:v>
                </c:pt>
                <c:pt idx="2465">
                  <c:v>7.8789999999999999E-2</c:v>
                </c:pt>
                <c:pt idx="2466">
                  <c:v>7.7910000000000007E-2</c:v>
                </c:pt>
                <c:pt idx="2467">
                  <c:v>7.8310000000000005E-2</c:v>
                </c:pt>
                <c:pt idx="2468">
                  <c:v>7.8189999999999996E-2</c:v>
                </c:pt>
                <c:pt idx="2469">
                  <c:v>7.7979999999999994E-2</c:v>
                </c:pt>
                <c:pt idx="2470">
                  <c:v>7.7590000000000006E-2</c:v>
                </c:pt>
                <c:pt idx="2471">
                  <c:v>7.7439999999999995E-2</c:v>
                </c:pt>
                <c:pt idx="2472">
                  <c:v>7.8410000000000007E-2</c:v>
                </c:pt>
                <c:pt idx="2473">
                  <c:v>7.8109999999999999E-2</c:v>
                </c:pt>
                <c:pt idx="2474">
                  <c:v>7.7770000000000006E-2</c:v>
                </c:pt>
                <c:pt idx="2475">
                  <c:v>7.775E-2</c:v>
                </c:pt>
                <c:pt idx="2476">
                  <c:v>7.739E-2</c:v>
                </c:pt>
                <c:pt idx="2477">
                  <c:v>7.7510000000000009E-2</c:v>
                </c:pt>
                <c:pt idx="2478">
                  <c:v>7.732E-2</c:v>
                </c:pt>
                <c:pt idx="2479">
                  <c:v>7.7190000000000009E-2</c:v>
                </c:pt>
                <c:pt idx="2480">
                  <c:v>7.7359999999999998E-2</c:v>
                </c:pt>
                <c:pt idx="2481">
                  <c:v>7.7359999999999998E-2</c:v>
                </c:pt>
                <c:pt idx="2482">
                  <c:v>7.7289999999999998E-2</c:v>
                </c:pt>
                <c:pt idx="2483">
                  <c:v>7.7179999999999999E-2</c:v>
                </c:pt>
                <c:pt idx="2484">
                  <c:v>7.780999999999999E-2</c:v>
                </c:pt>
                <c:pt idx="2485">
                  <c:v>7.7560000000000004E-2</c:v>
                </c:pt>
                <c:pt idx="2486">
                  <c:v>7.7490000000000003E-2</c:v>
                </c:pt>
                <c:pt idx="2487">
                  <c:v>7.7340000000000006E-2</c:v>
                </c:pt>
                <c:pt idx="2488">
                  <c:v>7.7109999999999998E-2</c:v>
                </c:pt>
                <c:pt idx="2489">
                  <c:v>7.7229999999999993E-2</c:v>
                </c:pt>
                <c:pt idx="2490">
                  <c:v>7.7369999999999994E-2</c:v>
                </c:pt>
                <c:pt idx="2491">
                  <c:v>7.7240000000000003E-2</c:v>
                </c:pt>
                <c:pt idx="2492">
                  <c:v>7.6260000000000008E-2</c:v>
                </c:pt>
                <c:pt idx="2493">
                  <c:v>7.6719999999999997E-2</c:v>
                </c:pt>
                <c:pt idx="2494">
                  <c:v>7.6719999999999997E-2</c:v>
                </c:pt>
                <c:pt idx="2495">
                  <c:v>7.6929999999999998E-2</c:v>
                </c:pt>
                <c:pt idx="2496">
                  <c:v>7.6769999999999991E-2</c:v>
                </c:pt>
                <c:pt idx="2497">
                  <c:v>7.6730000000000007E-2</c:v>
                </c:pt>
                <c:pt idx="2498">
                  <c:v>7.6509999999999995E-2</c:v>
                </c:pt>
                <c:pt idx="2499">
                  <c:v>7.6880000000000004E-2</c:v>
                </c:pt>
                <c:pt idx="2500">
                  <c:v>7.6859999999999998E-2</c:v>
                </c:pt>
                <c:pt idx="2501">
                  <c:v>7.7270000000000005E-2</c:v>
                </c:pt>
                <c:pt idx="2502">
                  <c:v>7.757E-2</c:v>
                </c:pt>
                <c:pt idx="2503">
                  <c:v>7.739E-2</c:v>
                </c:pt>
                <c:pt idx="2504">
                  <c:v>7.7719999999999997E-2</c:v>
                </c:pt>
                <c:pt idx="2505">
                  <c:v>7.9130000000000006E-2</c:v>
                </c:pt>
                <c:pt idx="2506">
                  <c:v>7.8949999999999992E-2</c:v>
                </c:pt>
                <c:pt idx="2507">
                  <c:v>7.9480000000000009E-2</c:v>
                </c:pt>
                <c:pt idx="2508">
                  <c:v>7.9969999999999999E-2</c:v>
                </c:pt>
                <c:pt idx="2509">
                  <c:v>8.0199999999999994E-2</c:v>
                </c:pt>
                <c:pt idx="2510">
                  <c:v>8.0320000000000003E-2</c:v>
                </c:pt>
                <c:pt idx="2511">
                  <c:v>8.0619999999999997E-2</c:v>
                </c:pt>
                <c:pt idx="2512">
                  <c:v>8.0479999999999996E-2</c:v>
                </c:pt>
                <c:pt idx="2513">
                  <c:v>8.0340000000000009E-2</c:v>
                </c:pt>
                <c:pt idx="2514">
                  <c:v>8.0280000000000004E-2</c:v>
                </c:pt>
              </c:numCache>
            </c:numRef>
          </c:val>
          <c:smooth val="0"/>
          <c:extLst>
            <c:ext xmlns:c16="http://schemas.microsoft.com/office/drawing/2014/chart" uri="{C3380CC4-5D6E-409C-BE32-E72D297353CC}">
              <c16:uniqueId val="{00000000-BD7A-0940-B857-DBB869112BF5}"/>
            </c:ext>
          </c:extLst>
        </c:ser>
        <c:dLbls>
          <c:showLegendKey val="0"/>
          <c:showVal val="0"/>
          <c:showCatName val="0"/>
          <c:showSerName val="0"/>
          <c:showPercent val="0"/>
          <c:showBubbleSize val="0"/>
        </c:dLbls>
        <c:smooth val="0"/>
        <c:axId val="816097744"/>
        <c:axId val="816099456"/>
      </c:lineChart>
      <c:dateAx>
        <c:axId val="816097744"/>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16099456"/>
        <c:crosses val="autoZero"/>
        <c:auto val="1"/>
        <c:lblOffset val="100"/>
        <c:baseTimeUnit val="days"/>
      </c:dateAx>
      <c:valAx>
        <c:axId val="816099456"/>
        <c:scaling>
          <c:orientation val="minMax"/>
          <c:min val="4.4999999999999998E-2"/>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16097744"/>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'AAA Bond Yield'!$E$6</c:f>
              <c:strCache>
                <c:ptCount val="1"/>
                <c:pt idx="0">
                  <c:v>AAA</c:v>
                </c:pt>
              </c:strCache>
            </c:strRef>
          </c:tx>
          <c:spPr>
            <a:ln w="12700" cap="rnd">
              <a:solidFill>
                <a:schemeClr val="accent1"/>
              </a:solidFill>
              <a:round/>
            </a:ln>
            <a:effectLst>
              <a:outerShdw blurRad="50800" dist="38100" dir="2700000" algn="tl" rotWithShape="0">
                <a:prstClr val="black">
                  <a:alpha val="40000"/>
                </a:prstClr>
              </a:outerShdw>
            </a:effectLst>
          </c:spPr>
          <c:marker>
            <c:symbol val="none"/>
          </c:marker>
          <c:cat>
            <c:numRef>
              <c:f>'AAA Bond Yield'!$D$7:$D$34</c:f>
              <c:numCache>
                <c:formatCode>mmm\-yy</c:formatCode>
                <c:ptCount val="28"/>
                <c:pt idx="0">
                  <c:v>45689</c:v>
                </c:pt>
                <c:pt idx="1">
                  <c:v>45658</c:v>
                </c:pt>
                <c:pt idx="2">
                  <c:v>45628</c:v>
                </c:pt>
                <c:pt idx="3">
                  <c:v>45598</c:v>
                </c:pt>
                <c:pt idx="4">
                  <c:v>45568</c:v>
                </c:pt>
                <c:pt idx="5">
                  <c:v>45538</c:v>
                </c:pt>
                <c:pt idx="6">
                  <c:v>45508</c:v>
                </c:pt>
                <c:pt idx="7">
                  <c:v>45478</c:v>
                </c:pt>
                <c:pt idx="8">
                  <c:v>45448</c:v>
                </c:pt>
                <c:pt idx="9">
                  <c:v>45418</c:v>
                </c:pt>
                <c:pt idx="10">
                  <c:v>45388</c:v>
                </c:pt>
                <c:pt idx="11">
                  <c:v>45358</c:v>
                </c:pt>
                <c:pt idx="12">
                  <c:v>45328</c:v>
                </c:pt>
                <c:pt idx="13">
                  <c:v>45298</c:v>
                </c:pt>
                <c:pt idx="14">
                  <c:v>45268</c:v>
                </c:pt>
                <c:pt idx="15">
                  <c:v>45238</c:v>
                </c:pt>
                <c:pt idx="16">
                  <c:v>45208</c:v>
                </c:pt>
                <c:pt idx="17">
                  <c:v>45178</c:v>
                </c:pt>
                <c:pt idx="18">
                  <c:v>45148</c:v>
                </c:pt>
                <c:pt idx="19">
                  <c:v>45118</c:v>
                </c:pt>
                <c:pt idx="20">
                  <c:v>45088</c:v>
                </c:pt>
                <c:pt idx="21">
                  <c:v>45058</c:v>
                </c:pt>
                <c:pt idx="22">
                  <c:v>45028</c:v>
                </c:pt>
                <c:pt idx="23">
                  <c:v>44998</c:v>
                </c:pt>
                <c:pt idx="24">
                  <c:v>44968</c:v>
                </c:pt>
                <c:pt idx="25">
                  <c:v>44938</c:v>
                </c:pt>
                <c:pt idx="26">
                  <c:v>44908</c:v>
                </c:pt>
                <c:pt idx="27">
                  <c:v>44878</c:v>
                </c:pt>
              </c:numCache>
            </c:numRef>
          </c:cat>
          <c:val>
            <c:numRef>
              <c:f>'AAA Bond Yield'!$E$7:$E$34</c:f>
              <c:numCache>
                <c:formatCode>General</c:formatCode>
                <c:ptCount val="28"/>
                <c:pt idx="0">
                  <c:v>62</c:v>
                </c:pt>
                <c:pt idx="1">
                  <c:v>61</c:v>
                </c:pt>
                <c:pt idx="2">
                  <c:v>64</c:v>
                </c:pt>
                <c:pt idx="3">
                  <c:v>59</c:v>
                </c:pt>
                <c:pt idx="4">
                  <c:v>53</c:v>
                </c:pt>
                <c:pt idx="5">
                  <c:v>58</c:v>
                </c:pt>
                <c:pt idx="6">
                  <c:v>60</c:v>
                </c:pt>
                <c:pt idx="7">
                  <c:v>57</c:v>
                </c:pt>
                <c:pt idx="8">
                  <c:v>51</c:v>
                </c:pt>
                <c:pt idx="9">
                  <c:v>51</c:v>
                </c:pt>
                <c:pt idx="10">
                  <c:v>41</c:v>
                </c:pt>
                <c:pt idx="11">
                  <c:v>45</c:v>
                </c:pt>
                <c:pt idx="12">
                  <c:v>44</c:v>
                </c:pt>
                <c:pt idx="13">
                  <c:v>53</c:v>
                </c:pt>
                <c:pt idx="14">
                  <c:v>54</c:v>
                </c:pt>
                <c:pt idx="15">
                  <c:v>39</c:v>
                </c:pt>
                <c:pt idx="16">
                  <c:v>39</c:v>
                </c:pt>
                <c:pt idx="17">
                  <c:v>32</c:v>
                </c:pt>
                <c:pt idx="18">
                  <c:v>39</c:v>
                </c:pt>
                <c:pt idx="19">
                  <c:v>32</c:v>
                </c:pt>
                <c:pt idx="20">
                  <c:v>33</c:v>
                </c:pt>
                <c:pt idx="21">
                  <c:v>37</c:v>
                </c:pt>
                <c:pt idx="22">
                  <c:v>34</c:v>
                </c:pt>
                <c:pt idx="23">
                  <c:v>33</c:v>
                </c:pt>
                <c:pt idx="24">
                  <c:v>19</c:v>
                </c:pt>
                <c:pt idx="25">
                  <c:v>29</c:v>
                </c:pt>
                <c:pt idx="26">
                  <c:v>19</c:v>
                </c:pt>
                <c:pt idx="27">
                  <c:v>18</c:v>
                </c:pt>
              </c:numCache>
            </c:numRef>
          </c:val>
          <c:smooth val="0"/>
          <c:extLst>
            <c:ext xmlns:c16="http://schemas.microsoft.com/office/drawing/2014/chart" uri="{C3380CC4-5D6E-409C-BE32-E72D297353CC}">
              <c16:uniqueId val="{00000000-68B9-9343-B7CD-D07B9FB46874}"/>
            </c:ext>
          </c:extLst>
        </c:ser>
        <c:ser>
          <c:idx val="1"/>
          <c:order val="1"/>
          <c:tx>
            <c:strRef>
              <c:f>'AAA Bond Yield'!$F$6</c:f>
              <c:strCache>
                <c:ptCount val="1"/>
                <c:pt idx="0">
                  <c:v>AA+</c:v>
                </c:pt>
              </c:strCache>
            </c:strRef>
          </c:tx>
          <c:spPr>
            <a:ln w="12700" cap="rnd">
              <a:solidFill>
                <a:schemeClr val="accent2"/>
              </a:solidFill>
              <a:round/>
            </a:ln>
            <a:effectLst>
              <a:outerShdw blurRad="50800" dist="38100" dir="2700000" algn="tl" rotWithShape="0">
                <a:prstClr val="black">
                  <a:alpha val="40000"/>
                </a:prstClr>
              </a:outerShdw>
            </a:effectLst>
          </c:spPr>
          <c:marker>
            <c:symbol val="none"/>
          </c:marker>
          <c:cat>
            <c:numRef>
              <c:f>'AAA Bond Yield'!$D$7:$D$34</c:f>
              <c:numCache>
                <c:formatCode>mmm\-yy</c:formatCode>
                <c:ptCount val="28"/>
                <c:pt idx="0">
                  <c:v>45689</c:v>
                </c:pt>
                <c:pt idx="1">
                  <c:v>45658</c:v>
                </c:pt>
                <c:pt idx="2">
                  <c:v>45628</c:v>
                </c:pt>
                <c:pt idx="3">
                  <c:v>45598</c:v>
                </c:pt>
                <c:pt idx="4">
                  <c:v>45568</c:v>
                </c:pt>
                <c:pt idx="5">
                  <c:v>45538</c:v>
                </c:pt>
                <c:pt idx="6">
                  <c:v>45508</c:v>
                </c:pt>
                <c:pt idx="7">
                  <c:v>45478</c:v>
                </c:pt>
                <c:pt idx="8">
                  <c:v>45448</c:v>
                </c:pt>
                <c:pt idx="9">
                  <c:v>45418</c:v>
                </c:pt>
                <c:pt idx="10">
                  <c:v>45388</c:v>
                </c:pt>
                <c:pt idx="11">
                  <c:v>45358</c:v>
                </c:pt>
                <c:pt idx="12">
                  <c:v>45328</c:v>
                </c:pt>
                <c:pt idx="13">
                  <c:v>45298</c:v>
                </c:pt>
                <c:pt idx="14">
                  <c:v>45268</c:v>
                </c:pt>
                <c:pt idx="15">
                  <c:v>45238</c:v>
                </c:pt>
                <c:pt idx="16">
                  <c:v>45208</c:v>
                </c:pt>
                <c:pt idx="17">
                  <c:v>45178</c:v>
                </c:pt>
                <c:pt idx="18">
                  <c:v>45148</c:v>
                </c:pt>
                <c:pt idx="19">
                  <c:v>45118</c:v>
                </c:pt>
                <c:pt idx="20">
                  <c:v>45088</c:v>
                </c:pt>
                <c:pt idx="21">
                  <c:v>45058</c:v>
                </c:pt>
                <c:pt idx="22">
                  <c:v>45028</c:v>
                </c:pt>
                <c:pt idx="23">
                  <c:v>44998</c:v>
                </c:pt>
                <c:pt idx="24">
                  <c:v>44968</c:v>
                </c:pt>
                <c:pt idx="25">
                  <c:v>44938</c:v>
                </c:pt>
                <c:pt idx="26">
                  <c:v>44908</c:v>
                </c:pt>
                <c:pt idx="27">
                  <c:v>44878</c:v>
                </c:pt>
              </c:numCache>
            </c:numRef>
          </c:cat>
          <c:val>
            <c:numRef>
              <c:f>'AAA Bond Yield'!$F$7:$F$34</c:f>
              <c:numCache>
                <c:formatCode>General</c:formatCode>
                <c:ptCount val="28"/>
                <c:pt idx="0">
                  <c:v>99</c:v>
                </c:pt>
                <c:pt idx="1">
                  <c:v>93</c:v>
                </c:pt>
                <c:pt idx="2">
                  <c:v>94</c:v>
                </c:pt>
                <c:pt idx="3">
                  <c:v>87</c:v>
                </c:pt>
                <c:pt idx="4">
                  <c:v>113</c:v>
                </c:pt>
                <c:pt idx="5">
                  <c:v>93</c:v>
                </c:pt>
                <c:pt idx="6">
                  <c:v>98</c:v>
                </c:pt>
                <c:pt idx="7">
                  <c:v>97</c:v>
                </c:pt>
                <c:pt idx="8">
                  <c:v>93</c:v>
                </c:pt>
                <c:pt idx="9">
                  <c:v>77</c:v>
                </c:pt>
                <c:pt idx="10">
                  <c:v>82</c:v>
                </c:pt>
                <c:pt idx="11">
                  <c:v>77</c:v>
                </c:pt>
                <c:pt idx="12">
                  <c:v>70</c:v>
                </c:pt>
                <c:pt idx="13">
                  <c:v>86</c:v>
                </c:pt>
                <c:pt idx="14">
                  <c:v>77</c:v>
                </c:pt>
                <c:pt idx="15">
                  <c:v>60</c:v>
                </c:pt>
                <c:pt idx="16">
                  <c:v>59</c:v>
                </c:pt>
                <c:pt idx="17">
                  <c:v>56</c:v>
                </c:pt>
                <c:pt idx="18">
                  <c:v>59</c:v>
                </c:pt>
                <c:pt idx="19">
                  <c:v>51</c:v>
                </c:pt>
                <c:pt idx="20">
                  <c:v>52</c:v>
                </c:pt>
                <c:pt idx="21">
                  <c:v>57</c:v>
                </c:pt>
                <c:pt idx="22">
                  <c:v>53</c:v>
                </c:pt>
                <c:pt idx="23">
                  <c:v>71</c:v>
                </c:pt>
                <c:pt idx="24">
                  <c:v>50</c:v>
                </c:pt>
                <c:pt idx="25">
                  <c:v>64</c:v>
                </c:pt>
                <c:pt idx="26">
                  <c:v>52</c:v>
                </c:pt>
                <c:pt idx="27">
                  <c:v>57</c:v>
                </c:pt>
              </c:numCache>
            </c:numRef>
          </c:val>
          <c:smooth val="0"/>
          <c:extLst>
            <c:ext xmlns:c16="http://schemas.microsoft.com/office/drawing/2014/chart" uri="{C3380CC4-5D6E-409C-BE32-E72D297353CC}">
              <c16:uniqueId val="{00000001-68B9-9343-B7CD-D07B9FB46874}"/>
            </c:ext>
          </c:extLst>
        </c:ser>
        <c:ser>
          <c:idx val="2"/>
          <c:order val="2"/>
          <c:tx>
            <c:strRef>
              <c:f>'AAA Bond Yield'!$G$6</c:f>
              <c:strCache>
                <c:ptCount val="1"/>
                <c:pt idx="0">
                  <c:v>AA</c:v>
                </c:pt>
              </c:strCache>
            </c:strRef>
          </c:tx>
          <c:spPr>
            <a:ln w="12700" cap="rnd">
              <a:solidFill>
                <a:schemeClr val="accent3"/>
              </a:solidFill>
              <a:round/>
            </a:ln>
            <a:effectLst>
              <a:outerShdw blurRad="50800" dist="38100" dir="2700000" algn="tl" rotWithShape="0">
                <a:prstClr val="black">
                  <a:alpha val="40000"/>
                </a:prstClr>
              </a:outerShdw>
            </a:effectLst>
          </c:spPr>
          <c:marker>
            <c:symbol val="none"/>
          </c:marker>
          <c:cat>
            <c:numRef>
              <c:f>'AAA Bond Yield'!$D$7:$D$34</c:f>
              <c:numCache>
                <c:formatCode>mmm\-yy</c:formatCode>
                <c:ptCount val="28"/>
                <c:pt idx="0">
                  <c:v>45689</c:v>
                </c:pt>
                <c:pt idx="1">
                  <c:v>45658</c:v>
                </c:pt>
                <c:pt idx="2">
                  <c:v>45628</c:v>
                </c:pt>
                <c:pt idx="3">
                  <c:v>45598</c:v>
                </c:pt>
                <c:pt idx="4">
                  <c:v>45568</c:v>
                </c:pt>
                <c:pt idx="5">
                  <c:v>45538</c:v>
                </c:pt>
                <c:pt idx="6">
                  <c:v>45508</c:v>
                </c:pt>
                <c:pt idx="7">
                  <c:v>45478</c:v>
                </c:pt>
                <c:pt idx="8">
                  <c:v>45448</c:v>
                </c:pt>
                <c:pt idx="9">
                  <c:v>45418</c:v>
                </c:pt>
                <c:pt idx="10">
                  <c:v>45388</c:v>
                </c:pt>
                <c:pt idx="11">
                  <c:v>45358</c:v>
                </c:pt>
                <c:pt idx="12">
                  <c:v>45328</c:v>
                </c:pt>
                <c:pt idx="13">
                  <c:v>45298</c:v>
                </c:pt>
                <c:pt idx="14">
                  <c:v>45268</c:v>
                </c:pt>
                <c:pt idx="15">
                  <c:v>45238</c:v>
                </c:pt>
                <c:pt idx="16">
                  <c:v>45208</c:v>
                </c:pt>
                <c:pt idx="17">
                  <c:v>45178</c:v>
                </c:pt>
                <c:pt idx="18">
                  <c:v>45148</c:v>
                </c:pt>
                <c:pt idx="19">
                  <c:v>45118</c:v>
                </c:pt>
                <c:pt idx="20">
                  <c:v>45088</c:v>
                </c:pt>
                <c:pt idx="21">
                  <c:v>45058</c:v>
                </c:pt>
                <c:pt idx="22">
                  <c:v>45028</c:v>
                </c:pt>
                <c:pt idx="23">
                  <c:v>44998</c:v>
                </c:pt>
                <c:pt idx="24">
                  <c:v>44968</c:v>
                </c:pt>
                <c:pt idx="25">
                  <c:v>44938</c:v>
                </c:pt>
                <c:pt idx="26">
                  <c:v>44908</c:v>
                </c:pt>
                <c:pt idx="27">
                  <c:v>44878</c:v>
                </c:pt>
              </c:numCache>
            </c:numRef>
          </c:cat>
          <c:val>
            <c:numRef>
              <c:f>'AAA Bond Yield'!$G$7:$G$34</c:f>
              <c:numCache>
                <c:formatCode>General</c:formatCode>
                <c:ptCount val="28"/>
                <c:pt idx="0">
                  <c:v>130</c:v>
                </c:pt>
                <c:pt idx="1">
                  <c:v>126</c:v>
                </c:pt>
                <c:pt idx="2">
                  <c:v>121</c:v>
                </c:pt>
                <c:pt idx="3">
                  <c:v>115</c:v>
                </c:pt>
                <c:pt idx="4">
                  <c:v>113</c:v>
                </c:pt>
                <c:pt idx="5">
                  <c:v>118</c:v>
                </c:pt>
                <c:pt idx="6">
                  <c:v>116</c:v>
                </c:pt>
                <c:pt idx="7">
                  <c:v>113</c:v>
                </c:pt>
                <c:pt idx="8">
                  <c:v>118</c:v>
                </c:pt>
                <c:pt idx="9">
                  <c:v>102</c:v>
                </c:pt>
                <c:pt idx="10">
                  <c:v>115</c:v>
                </c:pt>
                <c:pt idx="11">
                  <c:v>108</c:v>
                </c:pt>
                <c:pt idx="12">
                  <c:v>107</c:v>
                </c:pt>
                <c:pt idx="13">
                  <c:v>119</c:v>
                </c:pt>
                <c:pt idx="14">
                  <c:v>116</c:v>
                </c:pt>
                <c:pt idx="15">
                  <c:v>127</c:v>
                </c:pt>
                <c:pt idx="16">
                  <c:v>115</c:v>
                </c:pt>
                <c:pt idx="17">
                  <c:v>115</c:v>
                </c:pt>
                <c:pt idx="18">
                  <c:v>115</c:v>
                </c:pt>
                <c:pt idx="19">
                  <c:v>108</c:v>
                </c:pt>
                <c:pt idx="20">
                  <c:v>102</c:v>
                </c:pt>
                <c:pt idx="21">
                  <c:v>108</c:v>
                </c:pt>
                <c:pt idx="22">
                  <c:v>99</c:v>
                </c:pt>
                <c:pt idx="23">
                  <c:v>100</c:v>
                </c:pt>
                <c:pt idx="24">
                  <c:v>82</c:v>
                </c:pt>
                <c:pt idx="25">
                  <c:v>92</c:v>
                </c:pt>
                <c:pt idx="26">
                  <c:v>83</c:v>
                </c:pt>
                <c:pt idx="27">
                  <c:v>93</c:v>
                </c:pt>
              </c:numCache>
            </c:numRef>
          </c:val>
          <c:smooth val="0"/>
          <c:extLst>
            <c:ext xmlns:c16="http://schemas.microsoft.com/office/drawing/2014/chart" uri="{C3380CC4-5D6E-409C-BE32-E72D297353CC}">
              <c16:uniqueId val="{00000002-68B9-9343-B7CD-D07B9FB46874}"/>
            </c:ext>
          </c:extLst>
        </c:ser>
        <c:ser>
          <c:idx val="3"/>
          <c:order val="3"/>
          <c:tx>
            <c:strRef>
              <c:f>'AAA Bond Yield'!$H$6</c:f>
              <c:strCache>
                <c:ptCount val="1"/>
                <c:pt idx="0">
                  <c:v>AA-</c:v>
                </c:pt>
              </c:strCache>
            </c:strRef>
          </c:tx>
          <c:spPr>
            <a:ln w="12700" cap="rnd">
              <a:solidFill>
                <a:schemeClr val="accent4"/>
              </a:solidFill>
              <a:round/>
            </a:ln>
            <a:effectLst>
              <a:outerShdw blurRad="50800" dist="38100" dir="2700000" algn="tl" rotWithShape="0">
                <a:prstClr val="black">
                  <a:alpha val="40000"/>
                </a:prstClr>
              </a:outerShdw>
            </a:effectLst>
          </c:spPr>
          <c:marker>
            <c:symbol val="none"/>
          </c:marker>
          <c:cat>
            <c:numRef>
              <c:f>'AAA Bond Yield'!$D$7:$D$34</c:f>
              <c:numCache>
                <c:formatCode>mmm\-yy</c:formatCode>
                <c:ptCount val="28"/>
                <c:pt idx="0">
                  <c:v>45689</c:v>
                </c:pt>
                <c:pt idx="1">
                  <c:v>45658</c:v>
                </c:pt>
                <c:pt idx="2">
                  <c:v>45628</c:v>
                </c:pt>
                <c:pt idx="3">
                  <c:v>45598</c:v>
                </c:pt>
                <c:pt idx="4">
                  <c:v>45568</c:v>
                </c:pt>
                <c:pt idx="5">
                  <c:v>45538</c:v>
                </c:pt>
                <c:pt idx="6">
                  <c:v>45508</c:v>
                </c:pt>
                <c:pt idx="7">
                  <c:v>45478</c:v>
                </c:pt>
                <c:pt idx="8">
                  <c:v>45448</c:v>
                </c:pt>
                <c:pt idx="9">
                  <c:v>45418</c:v>
                </c:pt>
                <c:pt idx="10">
                  <c:v>45388</c:v>
                </c:pt>
                <c:pt idx="11">
                  <c:v>45358</c:v>
                </c:pt>
                <c:pt idx="12">
                  <c:v>45328</c:v>
                </c:pt>
                <c:pt idx="13">
                  <c:v>45298</c:v>
                </c:pt>
                <c:pt idx="14">
                  <c:v>45268</c:v>
                </c:pt>
                <c:pt idx="15">
                  <c:v>45238</c:v>
                </c:pt>
                <c:pt idx="16">
                  <c:v>45208</c:v>
                </c:pt>
                <c:pt idx="17">
                  <c:v>45178</c:v>
                </c:pt>
                <c:pt idx="18">
                  <c:v>45148</c:v>
                </c:pt>
                <c:pt idx="19">
                  <c:v>45118</c:v>
                </c:pt>
                <c:pt idx="20">
                  <c:v>45088</c:v>
                </c:pt>
                <c:pt idx="21">
                  <c:v>45058</c:v>
                </c:pt>
                <c:pt idx="22">
                  <c:v>45028</c:v>
                </c:pt>
                <c:pt idx="23">
                  <c:v>44998</c:v>
                </c:pt>
                <c:pt idx="24">
                  <c:v>44968</c:v>
                </c:pt>
                <c:pt idx="25">
                  <c:v>44938</c:v>
                </c:pt>
                <c:pt idx="26">
                  <c:v>44908</c:v>
                </c:pt>
                <c:pt idx="27">
                  <c:v>44878</c:v>
                </c:pt>
              </c:numCache>
            </c:numRef>
          </c:cat>
          <c:val>
            <c:numRef>
              <c:f>'AAA Bond Yield'!$H$7:$H$34</c:f>
              <c:numCache>
                <c:formatCode>General</c:formatCode>
                <c:ptCount val="28"/>
                <c:pt idx="0">
                  <c:v>201</c:v>
                </c:pt>
                <c:pt idx="1">
                  <c:v>203</c:v>
                </c:pt>
                <c:pt idx="2">
                  <c:v>207</c:v>
                </c:pt>
                <c:pt idx="3">
                  <c:v>196</c:v>
                </c:pt>
                <c:pt idx="4">
                  <c:v>202</c:v>
                </c:pt>
                <c:pt idx="5">
                  <c:v>210</c:v>
                </c:pt>
                <c:pt idx="6">
                  <c:v>217</c:v>
                </c:pt>
                <c:pt idx="7">
                  <c:v>213</c:v>
                </c:pt>
                <c:pt idx="8">
                  <c:v>220</c:v>
                </c:pt>
                <c:pt idx="9">
                  <c:v>198</c:v>
                </c:pt>
                <c:pt idx="10">
                  <c:v>205</c:v>
                </c:pt>
                <c:pt idx="11">
                  <c:v>200</c:v>
                </c:pt>
                <c:pt idx="12">
                  <c:v>195</c:v>
                </c:pt>
                <c:pt idx="13">
                  <c:v>211</c:v>
                </c:pt>
                <c:pt idx="14">
                  <c:v>204</c:v>
                </c:pt>
                <c:pt idx="15">
                  <c:v>194</c:v>
                </c:pt>
                <c:pt idx="16">
                  <c:v>196</c:v>
                </c:pt>
                <c:pt idx="17">
                  <c:v>189</c:v>
                </c:pt>
                <c:pt idx="18">
                  <c:v>196</c:v>
                </c:pt>
                <c:pt idx="19">
                  <c:v>191</c:v>
                </c:pt>
                <c:pt idx="20">
                  <c:v>174</c:v>
                </c:pt>
                <c:pt idx="21">
                  <c:v>180</c:v>
                </c:pt>
                <c:pt idx="22">
                  <c:v>174</c:v>
                </c:pt>
                <c:pt idx="23">
                  <c:v>182</c:v>
                </c:pt>
                <c:pt idx="24">
                  <c:v>179</c:v>
                </c:pt>
                <c:pt idx="25">
                  <c:v>190</c:v>
                </c:pt>
                <c:pt idx="26">
                  <c:v>180</c:v>
                </c:pt>
                <c:pt idx="27">
                  <c:v>182</c:v>
                </c:pt>
              </c:numCache>
            </c:numRef>
          </c:val>
          <c:smooth val="0"/>
          <c:extLst>
            <c:ext xmlns:c16="http://schemas.microsoft.com/office/drawing/2014/chart" uri="{C3380CC4-5D6E-409C-BE32-E72D297353CC}">
              <c16:uniqueId val="{00000003-68B9-9343-B7CD-D07B9FB46874}"/>
            </c:ext>
          </c:extLst>
        </c:ser>
        <c:dLbls>
          <c:showLegendKey val="0"/>
          <c:showVal val="0"/>
          <c:showCatName val="0"/>
          <c:showSerName val="0"/>
          <c:showPercent val="0"/>
          <c:showBubbleSize val="0"/>
        </c:dLbls>
        <c:smooth val="0"/>
        <c:axId val="814998768"/>
        <c:axId val="815000480"/>
      </c:lineChart>
      <c:dateAx>
        <c:axId val="814998768"/>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15000480"/>
        <c:crosses val="autoZero"/>
        <c:auto val="1"/>
        <c:lblOffset val="100"/>
        <c:baseTimeUnit val="months"/>
      </c:dateAx>
      <c:valAx>
        <c:axId val="81500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81499876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FD!$F$6</c:f>
              <c:strCache>
                <c:ptCount val="1"/>
                <c:pt idx="0">
                  <c:v>SBI</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FD!$E$7:$E$15</c:f>
              <c:strCache>
                <c:ptCount val="9"/>
                <c:pt idx="0">
                  <c:v>&lt;=1M</c:v>
                </c:pt>
                <c:pt idx="1">
                  <c:v>1.5M</c:v>
                </c:pt>
                <c:pt idx="2">
                  <c:v>6M</c:v>
                </c:pt>
                <c:pt idx="3">
                  <c:v>7M</c:v>
                </c:pt>
                <c:pt idx="4">
                  <c:v>1Y</c:v>
                </c:pt>
                <c:pt idx="5">
                  <c:v>2Y</c:v>
                </c:pt>
                <c:pt idx="6">
                  <c:v>3Y</c:v>
                </c:pt>
                <c:pt idx="7">
                  <c:v>5Y</c:v>
                </c:pt>
                <c:pt idx="8">
                  <c:v>10Y</c:v>
                </c:pt>
              </c:strCache>
            </c:strRef>
          </c:cat>
          <c:val>
            <c:numRef>
              <c:f>FD!$F$7:$F$15</c:f>
              <c:numCache>
                <c:formatCode>0.00%</c:formatCode>
                <c:ptCount val="9"/>
                <c:pt idx="0">
                  <c:v>3.5000000000000003E-2</c:v>
                </c:pt>
                <c:pt idx="1">
                  <c:v>3.5000000000000003E-2</c:v>
                </c:pt>
                <c:pt idx="2">
                  <c:v>5.5E-2</c:v>
                </c:pt>
                <c:pt idx="3">
                  <c:v>6.25E-2</c:v>
                </c:pt>
                <c:pt idx="4">
                  <c:v>6.5000000000000002E-2</c:v>
                </c:pt>
                <c:pt idx="5">
                  <c:v>6.8000000000000005E-2</c:v>
                </c:pt>
                <c:pt idx="6">
                  <c:v>7.0000000000000007E-2</c:v>
                </c:pt>
                <c:pt idx="7">
                  <c:v>6.7500000000000004E-2</c:v>
                </c:pt>
                <c:pt idx="8">
                  <c:v>6.5000000000000002E-2</c:v>
                </c:pt>
              </c:numCache>
            </c:numRef>
          </c:val>
          <c:extLst>
            <c:ext xmlns:c16="http://schemas.microsoft.com/office/drawing/2014/chart" uri="{C3380CC4-5D6E-409C-BE32-E72D297353CC}">
              <c16:uniqueId val="{00000000-C9A7-DE43-A3BE-63C3776FC19A}"/>
            </c:ext>
          </c:extLst>
        </c:ser>
        <c:ser>
          <c:idx val="1"/>
          <c:order val="1"/>
          <c:tx>
            <c:strRef>
              <c:f>FD!$G$6</c:f>
              <c:strCache>
                <c:ptCount val="1"/>
                <c:pt idx="0">
                  <c:v>HDFC</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FD!$E$7:$E$15</c:f>
              <c:strCache>
                <c:ptCount val="9"/>
                <c:pt idx="0">
                  <c:v>&lt;=1M</c:v>
                </c:pt>
                <c:pt idx="1">
                  <c:v>1.5M</c:v>
                </c:pt>
                <c:pt idx="2">
                  <c:v>6M</c:v>
                </c:pt>
                <c:pt idx="3">
                  <c:v>7M</c:v>
                </c:pt>
                <c:pt idx="4">
                  <c:v>1Y</c:v>
                </c:pt>
                <c:pt idx="5">
                  <c:v>2Y</c:v>
                </c:pt>
                <c:pt idx="6">
                  <c:v>3Y</c:v>
                </c:pt>
                <c:pt idx="7">
                  <c:v>5Y</c:v>
                </c:pt>
                <c:pt idx="8">
                  <c:v>10Y</c:v>
                </c:pt>
              </c:strCache>
            </c:strRef>
          </c:cat>
          <c:val>
            <c:numRef>
              <c:f>FD!$G$7:$G$15</c:f>
              <c:numCache>
                <c:formatCode>0.00%</c:formatCode>
                <c:ptCount val="9"/>
                <c:pt idx="0">
                  <c:v>0.03</c:v>
                </c:pt>
                <c:pt idx="1">
                  <c:v>3.5000000000000003E-2</c:v>
                </c:pt>
                <c:pt idx="2">
                  <c:v>4.4999999999999998E-2</c:v>
                </c:pt>
                <c:pt idx="3">
                  <c:v>5.7500000000000002E-2</c:v>
                </c:pt>
                <c:pt idx="4">
                  <c:v>0.06</c:v>
                </c:pt>
                <c:pt idx="5">
                  <c:v>7.0000000000000007E-2</c:v>
                </c:pt>
                <c:pt idx="6">
                  <c:v>7.0000000000000007E-2</c:v>
                </c:pt>
                <c:pt idx="7">
                  <c:v>7.0000000000000007E-2</c:v>
                </c:pt>
                <c:pt idx="8">
                  <c:v>7.0000000000000007E-2</c:v>
                </c:pt>
              </c:numCache>
            </c:numRef>
          </c:val>
          <c:extLst>
            <c:ext xmlns:c16="http://schemas.microsoft.com/office/drawing/2014/chart" uri="{C3380CC4-5D6E-409C-BE32-E72D297353CC}">
              <c16:uniqueId val="{00000001-C9A7-DE43-A3BE-63C3776FC19A}"/>
            </c:ext>
          </c:extLst>
        </c:ser>
        <c:ser>
          <c:idx val="2"/>
          <c:order val="2"/>
          <c:tx>
            <c:strRef>
              <c:f>FD!$H$6</c:f>
              <c:strCache>
                <c:ptCount val="1"/>
                <c:pt idx="0">
                  <c:v>ICICI Bank</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FD!$E$7:$E$15</c:f>
              <c:strCache>
                <c:ptCount val="9"/>
                <c:pt idx="0">
                  <c:v>&lt;=1M</c:v>
                </c:pt>
                <c:pt idx="1">
                  <c:v>1.5M</c:v>
                </c:pt>
                <c:pt idx="2">
                  <c:v>6M</c:v>
                </c:pt>
                <c:pt idx="3">
                  <c:v>7M</c:v>
                </c:pt>
                <c:pt idx="4">
                  <c:v>1Y</c:v>
                </c:pt>
                <c:pt idx="5">
                  <c:v>2Y</c:v>
                </c:pt>
                <c:pt idx="6">
                  <c:v>3Y</c:v>
                </c:pt>
                <c:pt idx="7">
                  <c:v>5Y</c:v>
                </c:pt>
                <c:pt idx="8">
                  <c:v>10Y</c:v>
                </c:pt>
              </c:strCache>
            </c:strRef>
          </c:cat>
          <c:val>
            <c:numRef>
              <c:f>FD!$H$7:$H$15</c:f>
              <c:numCache>
                <c:formatCode>0.00%</c:formatCode>
                <c:ptCount val="9"/>
                <c:pt idx="0">
                  <c:v>0.03</c:v>
                </c:pt>
                <c:pt idx="1">
                  <c:v>3.5000000000000003E-2</c:v>
                </c:pt>
                <c:pt idx="2">
                  <c:v>4.7500000000000001E-2</c:v>
                </c:pt>
                <c:pt idx="3">
                  <c:v>4.7500000000000001E-2</c:v>
                </c:pt>
                <c:pt idx="4">
                  <c:v>0.06</c:v>
                </c:pt>
                <c:pt idx="5">
                  <c:v>7.2499999999999995E-2</c:v>
                </c:pt>
                <c:pt idx="6">
                  <c:v>7.0000000000000007E-2</c:v>
                </c:pt>
                <c:pt idx="7">
                  <c:v>7.0000000000000007E-2</c:v>
                </c:pt>
                <c:pt idx="8">
                  <c:v>6.9000000000000006E-2</c:v>
                </c:pt>
              </c:numCache>
            </c:numRef>
          </c:val>
          <c:extLst>
            <c:ext xmlns:c16="http://schemas.microsoft.com/office/drawing/2014/chart" uri="{C3380CC4-5D6E-409C-BE32-E72D297353CC}">
              <c16:uniqueId val="{00000002-C9A7-DE43-A3BE-63C3776FC19A}"/>
            </c:ext>
          </c:extLst>
        </c:ser>
        <c:dLbls>
          <c:showLegendKey val="0"/>
          <c:showVal val="0"/>
          <c:showCatName val="0"/>
          <c:showSerName val="0"/>
          <c:showPercent val="0"/>
          <c:showBubbleSize val="0"/>
        </c:dLbls>
        <c:gapWidth val="219"/>
        <c:overlap val="-27"/>
        <c:axId val="1199138672"/>
        <c:axId val="1199140688"/>
      </c:barChart>
      <c:catAx>
        <c:axId val="119913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199140688"/>
        <c:crosses val="autoZero"/>
        <c:auto val="1"/>
        <c:lblAlgn val="ctr"/>
        <c:lblOffset val="100"/>
        <c:noMultiLvlLbl val="0"/>
      </c:catAx>
      <c:valAx>
        <c:axId val="1199140688"/>
        <c:scaling>
          <c:orientation val="minMax"/>
          <c:min val="0.02"/>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1991386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'D MF Returns'!$E$70</c:f>
              <c:strCache>
                <c:ptCount val="1"/>
                <c:pt idx="0">
                  <c:v>Short Duration Funds</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'D MF Returns'!$F$69:$H$69</c:f>
              <c:strCache>
                <c:ptCount val="3"/>
                <c:pt idx="0">
                  <c:v>1Y Return</c:v>
                </c:pt>
                <c:pt idx="1">
                  <c:v>3Y CAGR</c:v>
                </c:pt>
                <c:pt idx="2">
                  <c:v>5Y CAGR</c:v>
                </c:pt>
              </c:strCache>
            </c:strRef>
          </c:cat>
          <c:val>
            <c:numRef>
              <c:f>'D MF Returns'!$F$70:$H$70</c:f>
              <c:numCache>
                <c:formatCode>0.00%</c:formatCode>
                <c:ptCount val="3"/>
                <c:pt idx="0">
                  <c:v>7.580000000000009E-2</c:v>
                </c:pt>
                <c:pt idx="1">
                  <c:v>6.083170597719012E-2</c:v>
                </c:pt>
                <c:pt idx="2">
                  <c:v>6.3055892460690544E-2</c:v>
                </c:pt>
              </c:numCache>
            </c:numRef>
          </c:val>
          <c:extLst>
            <c:ext xmlns:c16="http://schemas.microsoft.com/office/drawing/2014/chart" uri="{C3380CC4-5D6E-409C-BE32-E72D297353CC}">
              <c16:uniqueId val="{00000000-CF02-6247-B250-4262C0DD8B73}"/>
            </c:ext>
          </c:extLst>
        </c:ser>
        <c:ser>
          <c:idx val="1"/>
          <c:order val="1"/>
          <c:tx>
            <c:strRef>
              <c:f>'D MF Returns'!$E$71</c:f>
              <c:strCache>
                <c:ptCount val="1"/>
                <c:pt idx="0">
                  <c:v>Corporate Bond Funds</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'D MF Returns'!$F$69:$H$69</c:f>
              <c:strCache>
                <c:ptCount val="3"/>
                <c:pt idx="0">
                  <c:v>1Y Return</c:v>
                </c:pt>
                <c:pt idx="1">
                  <c:v>3Y CAGR</c:v>
                </c:pt>
                <c:pt idx="2">
                  <c:v>5Y CAGR</c:v>
                </c:pt>
              </c:strCache>
            </c:strRef>
          </c:cat>
          <c:val>
            <c:numRef>
              <c:f>'D MF Returns'!$F$71:$H$71</c:f>
              <c:numCache>
                <c:formatCode>0.00%</c:formatCode>
                <c:ptCount val="3"/>
                <c:pt idx="0">
                  <c:v>7.9399999999999915E-2</c:v>
                </c:pt>
                <c:pt idx="1">
                  <c:v>5.8458266937447823E-2</c:v>
                </c:pt>
                <c:pt idx="2">
                  <c:v>6.1630991583018213E-2</c:v>
                </c:pt>
              </c:numCache>
            </c:numRef>
          </c:val>
          <c:extLst>
            <c:ext xmlns:c16="http://schemas.microsoft.com/office/drawing/2014/chart" uri="{C3380CC4-5D6E-409C-BE32-E72D297353CC}">
              <c16:uniqueId val="{00000001-CF02-6247-B250-4262C0DD8B73}"/>
            </c:ext>
          </c:extLst>
        </c:ser>
        <c:ser>
          <c:idx val="2"/>
          <c:order val="2"/>
          <c:tx>
            <c:strRef>
              <c:f>'D MF Returns'!$E$72</c:f>
              <c:strCache>
                <c:ptCount val="1"/>
                <c:pt idx="0">
                  <c:v>Gilt Funds (10Y+)</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'D MF Returns'!$F$69:$H$69</c:f>
              <c:strCache>
                <c:ptCount val="3"/>
                <c:pt idx="0">
                  <c:v>1Y Return</c:v>
                </c:pt>
                <c:pt idx="1">
                  <c:v>3Y CAGR</c:v>
                </c:pt>
                <c:pt idx="2">
                  <c:v>5Y CAGR</c:v>
                </c:pt>
              </c:strCache>
            </c:strRef>
          </c:cat>
          <c:val>
            <c:numRef>
              <c:f>'D MF Returns'!$F$72:$H$72</c:f>
              <c:numCache>
                <c:formatCode>0.00%</c:formatCode>
                <c:ptCount val="3"/>
                <c:pt idx="0">
                  <c:v>9.2100000000000071E-2</c:v>
                </c:pt>
                <c:pt idx="1">
                  <c:v>5.7822987995508113E-2</c:v>
                </c:pt>
                <c:pt idx="2">
                  <c:v>6.1294811623959999E-2</c:v>
                </c:pt>
              </c:numCache>
            </c:numRef>
          </c:val>
          <c:extLst>
            <c:ext xmlns:c16="http://schemas.microsoft.com/office/drawing/2014/chart" uri="{C3380CC4-5D6E-409C-BE32-E72D297353CC}">
              <c16:uniqueId val="{00000002-CF02-6247-B250-4262C0DD8B73}"/>
            </c:ext>
          </c:extLst>
        </c:ser>
        <c:dLbls>
          <c:showLegendKey val="0"/>
          <c:showVal val="0"/>
          <c:showCatName val="0"/>
          <c:showSerName val="0"/>
          <c:showPercent val="0"/>
          <c:showBubbleSize val="0"/>
        </c:dLbls>
        <c:gapWidth val="219"/>
        <c:overlap val="-27"/>
        <c:axId val="1061088400"/>
        <c:axId val="1061016272"/>
      </c:barChart>
      <c:catAx>
        <c:axId val="1061088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061016272"/>
        <c:crosses val="autoZero"/>
        <c:auto val="1"/>
        <c:lblAlgn val="ctr"/>
        <c:lblOffset val="100"/>
        <c:noMultiLvlLbl val="0"/>
      </c:catAx>
      <c:valAx>
        <c:axId val="1061016272"/>
        <c:scaling>
          <c:orientation val="minMax"/>
          <c:min val="3.5000000000000003E-2"/>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5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061088400"/>
        <c:crosses val="autoZero"/>
        <c:crossBetween val="between"/>
      </c:valAx>
      <c:spPr>
        <a:noFill/>
        <a:ln>
          <a:noFill/>
        </a:ln>
        <a:effectLst/>
      </c:spPr>
    </c:plotArea>
    <c:legend>
      <c:legendPos val="t"/>
      <c:layout>
        <c:manualLayout>
          <c:xMode val="edge"/>
          <c:yMode val="edge"/>
          <c:x val="6.4052020166439946E-2"/>
          <c:y val="3.3609442400825681E-2"/>
          <c:w val="0.91156228492773572"/>
          <c:h val="0.23358827109852595"/>
        </c:manualLayout>
      </c:layout>
      <c:overlay val="0"/>
      <c:spPr>
        <a:noFill/>
        <a:ln>
          <a:noFill/>
        </a:ln>
        <a:effectLst/>
      </c:spPr>
      <c:txPr>
        <a:bodyPr rot="0" spcFirstLastPara="1" vertOverflow="ellipsis" vert="horz" wrap="square" anchor="ctr" anchorCtr="1"/>
        <a:lstStyle/>
        <a:p>
          <a:pPr>
            <a:defRPr sz="7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'D MF Returns'!$F$93</c:f>
              <c:strCache>
                <c:ptCount val="1"/>
                <c:pt idx="0">
                  <c:v>1Y Nominal</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Returns'!$F$94:$F$96</c:f>
              <c:numCache>
                <c:formatCode>0.00%</c:formatCode>
                <c:ptCount val="3"/>
                <c:pt idx="0">
                  <c:v>7.580000000000009E-2</c:v>
                </c:pt>
                <c:pt idx="1">
                  <c:v>7.9399999999999915E-2</c:v>
                </c:pt>
                <c:pt idx="2">
                  <c:v>9.2100000000000071E-2</c:v>
                </c:pt>
              </c:numCache>
            </c:numRef>
          </c:val>
          <c:extLst>
            <c:ext xmlns:c16="http://schemas.microsoft.com/office/drawing/2014/chart" uri="{C3380CC4-5D6E-409C-BE32-E72D297353CC}">
              <c16:uniqueId val="{00000000-B5FD-6847-8948-742E78FEB78D}"/>
            </c:ext>
          </c:extLst>
        </c:ser>
        <c:ser>
          <c:idx val="1"/>
          <c:order val="1"/>
          <c:tx>
            <c:strRef>
              <c:f>'D MF Returns'!$G$93</c:f>
              <c:strCache>
                <c:ptCount val="1"/>
                <c:pt idx="0">
                  <c:v>1Y CPI</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Returns'!$G$94:$G$96</c:f>
              <c:numCache>
                <c:formatCode>0.00%</c:formatCode>
                <c:ptCount val="3"/>
                <c:pt idx="0">
                  <c:v>4.258760107816717E-2</c:v>
                </c:pt>
                <c:pt idx="1">
                  <c:v>4.258760107816717E-2</c:v>
                </c:pt>
                <c:pt idx="2">
                  <c:v>4.258760107816717E-2</c:v>
                </c:pt>
              </c:numCache>
            </c:numRef>
          </c:val>
          <c:extLst>
            <c:ext xmlns:c16="http://schemas.microsoft.com/office/drawing/2014/chart" uri="{C3380CC4-5D6E-409C-BE32-E72D297353CC}">
              <c16:uniqueId val="{00000001-B5FD-6847-8948-742E78FEB78D}"/>
            </c:ext>
          </c:extLst>
        </c:ser>
        <c:ser>
          <c:idx val="2"/>
          <c:order val="2"/>
          <c:tx>
            <c:strRef>
              <c:f>'D MF Returns'!$H$93</c:f>
              <c:strCache>
                <c:ptCount val="1"/>
                <c:pt idx="0">
                  <c:v>1Y Real</c:v>
                </c:pt>
              </c:strCache>
            </c:strRef>
          </c:tx>
          <c:spPr>
            <a:solidFill>
              <a:schemeClr val="dk1">
                <a:tint val="750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Returns'!$H$94:$H$96</c:f>
              <c:numCache>
                <c:formatCode>0.00%</c:formatCode>
                <c:ptCount val="3"/>
                <c:pt idx="0">
                  <c:v>3.321239892183292E-2</c:v>
                </c:pt>
                <c:pt idx="1">
                  <c:v>3.6812398921832745E-2</c:v>
                </c:pt>
                <c:pt idx="2">
                  <c:v>4.9512398921832901E-2</c:v>
                </c:pt>
              </c:numCache>
            </c:numRef>
          </c:val>
          <c:extLst>
            <c:ext xmlns:c16="http://schemas.microsoft.com/office/drawing/2014/chart" uri="{C3380CC4-5D6E-409C-BE32-E72D297353CC}">
              <c16:uniqueId val="{00000002-B5FD-6847-8948-742E78FEB78D}"/>
            </c:ext>
          </c:extLst>
        </c:ser>
        <c:ser>
          <c:idx val="3"/>
          <c:order val="3"/>
          <c:tx>
            <c:strRef>
              <c:f>'D MF Returns'!$I$93</c:f>
              <c:strCache>
                <c:ptCount val="1"/>
                <c:pt idx="0">
                  <c:v>3Y Nominal</c:v>
                </c:pt>
              </c:strCache>
            </c:strRef>
          </c:tx>
          <c:spPr>
            <a:solidFill>
              <a:schemeClr val="dk1">
                <a:tint val="985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Returns'!$I$94:$I$96</c:f>
              <c:numCache>
                <c:formatCode>0.00%</c:formatCode>
                <c:ptCount val="3"/>
                <c:pt idx="0">
                  <c:v>6.083170597719012E-2</c:v>
                </c:pt>
                <c:pt idx="1">
                  <c:v>5.8458266937447823E-2</c:v>
                </c:pt>
                <c:pt idx="2">
                  <c:v>5.7822987995508113E-2</c:v>
                </c:pt>
              </c:numCache>
            </c:numRef>
          </c:val>
          <c:extLst>
            <c:ext xmlns:c16="http://schemas.microsoft.com/office/drawing/2014/chart" uri="{C3380CC4-5D6E-409C-BE32-E72D297353CC}">
              <c16:uniqueId val="{00000003-B5FD-6847-8948-742E78FEB78D}"/>
            </c:ext>
          </c:extLst>
        </c:ser>
        <c:ser>
          <c:idx val="4"/>
          <c:order val="4"/>
          <c:tx>
            <c:strRef>
              <c:f>'D MF Returns'!$J$93</c:f>
              <c:strCache>
                <c:ptCount val="1"/>
                <c:pt idx="0">
                  <c:v>3Y CPI</c:v>
                </c:pt>
              </c:strCache>
            </c:strRef>
          </c:tx>
          <c:spPr>
            <a:solidFill>
              <a:schemeClr val="dk1">
                <a:tint val="300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Returns'!$J$94:$J$96</c:f>
              <c:numCache>
                <c:formatCode>0.00%</c:formatCode>
                <c:ptCount val="3"/>
                <c:pt idx="0">
                  <c:v>5.288792056258429E-2</c:v>
                </c:pt>
                <c:pt idx="1">
                  <c:v>5.288792056258429E-2</c:v>
                </c:pt>
                <c:pt idx="2">
                  <c:v>5.288792056258429E-2</c:v>
                </c:pt>
              </c:numCache>
            </c:numRef>
          </c:val>
          <c:extLst>
            <c:ext xmlns:c16="http://schemas.microsoft.com/office/drawing/2014/chart" uri="{C3380CC4-5D6E-409C-BE32-E72D297353CC}">
              <c16:uniqueId val="{00000004-B5FD-6847-8948-742E78FEB78D}"/>
            </c:ext>
          </c:extLst>
        </c:ser>
        <c:ser>
          <c:idx val="5"/>
          <c:order val="5"/>
          <c:tx>
            <c:strRef>
              <c:f>'D MF Returns'!$K$93</c:f>
              <c:strCache>
                <c:ptCount val="1"/>
                <c:pt idx="0">
                  <c:v>3Y Real</c:v>
                </c:pt>
              </c:strCache>
            </c:strRef>
          </c:tx>
          <c:spPr>
            <a:solidFill>
              <a:schemeClr val="dk1">
                <a:tint val="600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Returns'!$K$94:$K$96</c:f>
              <c:numCache>
                <c:formatCode>0.00%</c:formatCode>
                <c:ptCount val="3"/>
                <c:pt idx="0">
                  <c:v>7.9437854146058307E-3</c:v>
                </c:pt>
                <c:pt idx="1">
                  <c:v>5.5703463748635329E-3</c:v>
                </c:pt>
                <c:pt idx="2">
                  <c:v>4.9350674329238231E-3</c:v>
                </c:pt>
              </c:numCache>
            </c:numRef>
          </c:val>
          <c:extLst>
            <c:ext xmlns:c16="http://schemas.microsoft.com/office/drawing/2014/chart" uri="{C3380CC4-5D6E-409C-BE32-E72D297353CC}">
              <c16:uniqueId val="{00000005-B5FD-6847-8948-742E78FEB78D}"/>
            </c:ext>
          </c:extLst>
        </c:ser>
        <c:ser>
          <c:idx val="6"/>
          <c:order val="6"/>
          <c:tx>
            <c:strRef>
              <c:f>'D MF Returns'!$L$93</c:f>
              <c:strCache>
                <c:ptCount val="1"/>
                <c:pt idx="0">
                  <c:v>5Y Nominal</c:v>
                </c:pt>
              </c:strCache>
            </c:strRef>
          </c:tx>
          <c:spPr>
            <a:solidFill>
              <a:schemeClr val="dk1">
                <a:tint val="800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Returns'!$L$94:$L$96</c:f>
              <c:numCache>
                <c:formatCode>0.00%</c:formatCode>
                <c:ptCount val="3"/>
                <c:pt idx="0">
                  <c:v>6.3055892460690544E-2</c:v>
                </c:pt>
                <c:pt idx="1">
                  <c:v>6.1630991583018213E-2</c:v>
                </c:pt>
                <c:pt idx="2">
                  <c:v>6.1294811623959999E-2</c:v>
                </c:pt>
              </c:numCache>
            </c:numRef>
          </c:val>
          <c:extLst>
            <c:ext xmlns:c16="http://schemas.microsoft.com/office/drawing/2014/chart" uri="{C3380CC4-5D6E-409C-BE32-E72D297353CC}">
              <c16:uniqueId val="{00000006-B5FD-6847-8948-742E78FEB78D}"/>
            </c:ext>
          </c:extLst>
        </c:ser>
        <c:ser>
          <c:idx val="7"/>
          <c:order val="7"/>
          <c:tx>
            <c:strRef>
              <c:f>'D MF Returns'!$M$93</c:f>
              <c:strCache>
                <c:ptCount val="1"/>
                <c:pt idx="0">
                  <c:v>5Y CPI</c:v>
                </c:pt>
              </c:strCache>
            </c:strRef>
          </c:tx>
          <c:spPr>
            <a:solidFill>
              <a:schemeClr val="dk1">
                <a:tint val="885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Returns'!$M$94:$M$96</c:f>
              <c:numCache>
                <c:formatCode>0.00%</c:formatCode>
                <c:ptCount val="3"/>
                <c:pt idx="0">
                  <c:v>5.1853889328935532E-2</c:v>
                </c:pt>
                <c:pt idx="1">
                  <c:v>5.1853889328935532E-2</c:v>
                </c:pt>
                <c:pt idx="2">
                  <c:v>5.1853889328935532E-2</c:v>
                </c:pt>
              </c:numCache>
            </c:numRef>
          </c:val>
          <c:extLst>
            <c:ext xmlns:c16="http://schemas.microsoft.com/office/drawing/2014/chart" uri="{C3380CC4-5D6E-409C-BE32-E72D297353CC}">
              <c16:uniqueId val="{00000007-B5FD-6847-8948-742E78FEB78D}"/>
            </c:ext>
          </c:extLst>
        </c:ser>
        <c:ser>
          <c:idx val="8"/>
          <c:order val="8"/>
          <c:tx>
            <c:strRef>
              <c:f>'D MF Returns'!$N$93</c:f>
              <c:strCache>
                <c:ptCount val="1"/>
                <c:pt idx="0">
                  <c:v>5Y Real</c:v>
                </c:pt>
              </c:strCache>
            </c:strRef>
          </c:tx>
          <c:spPr>
            <a:solidFill>
              <a:schemeClr val="dk1">
                <a:tint val="55000"/>
              </a:schemeClr>
            </a:solidFill>
            <a:ln>
              <a:noFill/>
            </a:ln>
            <a:effectLst>
              <a:outerShdw blurRad="50800" dist="38100" dir="2700000" algn="tl" rotWithShape="0">
                <a:prstClr val="black">
                  <a:alpha val="40000"/>
                </a:prstClr>
              </a:outerShdw>
            </a:effectLst>
          </c:spPr>
          <c:invertIfNegative val="0"/>
          <c:cat>
            <c:strRef>
              <c:f>'D MF Returns'!$E$94:$E$96</c:f>
              <c:strCache>
                <c:ptCount val="3"/>
                <c:pt idx="0">
                  <c:v>Short Duration Funds</c:v>
                </c:pt>
                <c:pt idx="1">
                  <c:v>Corporate Bond Funds</c:v>
                </c:pt>
                <c:pt idx="2">
                  <c:v>Gilt Funds (10Y)</c:v>
                </c:pt>
              </c:strCache>
            </c:strRef>
          </c:cat>
          <c:val>
            <c:numRef>
              <c:f>'D MF Returns'!$N$94:$N$96</c:f>
              <c:numCache>
                <c:formatCode>0.00%</c:formatCode>
                <c:ptCount val="3"/>
                <c:pt idx="0">
                  <c:v>1.1202003131755012E-2</c:v>
                </c:pt>
                <c:pt idx="1">
                  <c:v>9.7771022540826813E-3</c:v>
                </c:pt>
                <c:pt idx="2">
                  <c:v>9.4409222950244676E-3</c:v>
                </c:pt>
              </c:numCache>
            </c:numRef>
          </c:val>
          <c:extLst>
            <c:ext xmlns:c16="http://schemas.microsoft.com/office/drawing/2014/chart" uri="{C3380CC4-5D6E-409C-BE32-E72D297353CC}">
              <c16:uniqueId val="{00000008-B5FD-6847-8948-742E78FEB78D}"/>
            </c:ext>
          </c:extLst>
        </c:ser>
        <c:dLbls>
          <c:showLegendKey val="0"/>
          <c:showVal val="0"/>
          <c:showCatName val="0"/>
          <c:showSerName val="0"/>
          <c:showPercent val="0"/>
          <c:showBubbleSize val="0"/>
        </c:dLbls>
        <c:gapWidth val="182"/>
        <c:axId val="1801124672"/>
        <c:axId val="1801126384"/>
      </c:barChart>
      <c:catAx>
        <c:axId val="1801124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801126384"/>
        <c:crosses val="autoZero"/>
        <c:auto val="1"/>
        <c:lblAlgn val="ctr"/>
        <c:lblOffset val="100"/>
        <c:noMultiLvlLbl val="0"/>
      </c:catAx>
      <c:valAx>
        <c:axId val="180112638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801124672"/>
        <c:crosses val="autoZero"/>
        <c:crossBetween val="between"/>
      </c:valAx>
      <c:spPr>
        <a:noFill/>
        <a:ln>
          <a:noFill/>
        </a:ln>
        <a:effectLst/>
      </c:spPr>
    </c:plotArea>
    <c:legend>
      <c:legendPos val="t"/>
      <c:layout>
        <c:manualLayout>
          <c:xMode val="edge"/>
          <c:yMode val="edge"/>
          <c:x val="8.3678249810957589E-2"/>
          <c:y val="2.9890429217933785E-2"/>
          <c:w val="0.8697471987351344"/>
          <c:h val="0.15992242609865959"/>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FX!$B$1</c:f>
              <c:strCache>
                <c:ptCount val="1"/>
                <c:pt idx="0">
                  <c:v>Indian rupee   (INR)                     </c:v>
                </c:pt>
              </c:strCache>
            </c:strRef>
          </c:tx>
          <c:spPr>
            <a:ln w="28575" cap="rnd">
              <a:solidFill>
                <a:schemeClr val="dk1">
                  <a:tint val="88500"/>
                </a:schemeClr>
              </a:solidFill>
              <a:round/>
            </a:ln>
            <a:effectLst/>
          </c:spPr>
          <c:marker>
            <c:symbol val="circle"/>
            <c:size val="5"/>
            <c:spPr>
              <a:solidFill>
                <a:schemeClr val="dk1">
                  <a:tint val="88500"/>
                </a:schemeClr>
              </a:solidFill>
              <a:ln w="9525">
                <a:solidFill>
                  <a:schemeClr val="dk1">
                    <a:tint val="88500"/>
                  </a:schemeClr>
                </a:solidFill>
              </a:ln>
              <a:effectLst/>
            </c:spPr>
          </c:marker>
          <c:cat>
            <c:numRef>
              <c:f>FX!$A$2:$A$2537</c:f>
              <c:numCache>
                <c:formatCode>[$-409]d\-mmm\-yyyy;@</c:formatCode>
                <c:ptCount val="2325"/>
                <c:pt idx="0">
                  <c:v>42009</c:v>
                </c:pt>
                <c:pt idx="1">
                  <c:v>42010</c:v>
                </c:pt>
                <c:pt idx="2">
                  <c:v>42011</c:v>
                </c:pt>
                <c:pt idx="3">
                  <c:v>42012</c:v>
                </c:pt>
                <c:pt idx="4">
                  <c:v>42013</c:v>
                </c:pt>
                <c:pt idx="5">
                  <c:v>42016</c:v>
                </c:pt>
                <c:pt idx="6">
                  <c:v>42017</c:v>
                </c:pt>
                <c:pt idx="7">
                  <c:v>42018</c:v>
                </c:pt>
                <c:pt idx="8">
                  <c:v>42019</c:v>
                </c:pt>
                <c:pt idx="9">
                  <c:v>42020</c:v>
                </c:pt>
                <c:pt idx="10">
                  <c:v>42024</c:v>
                </c:pt>
                <c:pt idx="11">
                  <c:v>42025</c:v>
                </c:pt>
                <c:pt idx="12">
                  <c:v>42026</c:v>
                </c:pt>
                <c:pt idx="13">
                  <c:v>42027</c:v>
                </c:pt>
                <c:pt idx="14">
                  <c:v>42031</c:v>
                </c:pt>
                <c:pt idx="15">
                  <c:v>42032</c:v>
                </c:pt>
                <c:pt idx="16">
                  <c:v>42033</c:v>
                </c:pt>
                <c:pt idx="17">
                  <c:v>42034</c:v>
                </c:pt>
                <c:pt idx="18">
                  <c:v>42037</c:v>
                </c:pt>
                <c:pt idx="19">
                  <c:v>42038</c:v>
                </c:pt>
                <c:pt idx="20">
                  <c:v>42039</c:v>
                </c:pt>
                <c:pt idx="21">
                  <c:v>42040</c:v>
                </c:pt>
                <c:pt idx="22">
                  <c:v>42041</c:v>
                </c:pt>
                <c:pt idx="23">
                  <c:v>42044</c:v>
                </c:pt>
                <c:pt idx="24">
                  <c:v>42045</c:v>
                </c:pt>
                <c:pt idx="25">
                  <c:v>42046</c:v>
                </c:pt>
                <c:pt idx="26">
                  <c:v>42047</c:v>
                </c:pt>
                <c:pt idx="27">
                  <c:v>42048</c:v>
                </c:pt>
                <c:pt idx="28">
                  <c:v>42053</c:v>
                </c:pt>
                <c:pt idx="29">
                  <c:v>42055</c:v>
                </c:pt>
                <c:pt idx="30">
                  <c:v>42058</c:v>
                </c:pt>
                <c:pt idx="31">
                  <c:v>42059</c:v>
                </c:pt>
                <c:pt idx="32">
                  <c:v>42060</c:v>
                </c:pt>
                <c:pt idx="33">
                  <c:v>42061</c:v>
                </c:pt>
                <c:pt idx="34">
                  <c:v>42062</c:v>
                </c:pt>
                <c:pt idx="35">
                  <c:v>42065</c:v>
                </c:pt>
                <c:pt idx="36">
                  <c:v>42066</c:v>
                </c:pt>
                <c:pt idx="37">
                  <c:v>42067</c:v>
                </c:pt>
                <c:pt idx="38">
                  <c:v>42068</c:v>
                </c:pt>
                <c:pt idx="39">
                  <c:v>42072</c:v>
                </c:pt>
                <c:pt idx="40">
                  <c:v>42073</c:v>
                </c:pt>
                <c:pt idx="41">
                  <c:v>42074</c:v>
                </c:pt>
                <c:pt idx="42">
                  <c:v>42075</c:v>
                </c:pt>
                <c:pt idx="43">
                  <c:v>42076</c:v>
                </c:pt>
                <c:pt idx="44">
                  <c:v>42079</c:v>
                </c:pt>
                <c:pt idx="45">
                  <c:v>42080</c:v>
                </c:pt>
                <c:pt idx="46">
                  <c:v>42081</c:v>
                </c:pt>
                <c:pt idx="47">
                  <c:v>42082</c:v>
                </c:pt>
                <c:pt idx="48">
                  <c:v>42083</c:v>
                </c:pt>
                <c:pt idx="49">
                  <c:v>42086</c:v>
                </c:pt>
                <c:pt idx="50">
                  <c:v>42087</c:v>
                </c:pt>
                <c:pt idx="51">
                  <c:v>42088</c:v>
                </c:pt>
                <c:pt idx="52">
                  <c:v>42089</c:v>
                </c:pt>
                <c:pt idx="53">
                  <c:v>42090</c:v>
                </c:pt>
                <c:pt idx="54">
                  <c:v>42093</c:v>
                </c:pt>
                <c:pt idx="55">
                  <c:v>42094</c:v>
                </c:pt>
                <c:pt idx="56">
                  <c:v>42100</c:v>
                </c:pt>
                <c:pt idx="57">
                  <c:v>42101</c:v>
                </c:pt>
                <c:pt idx="58">
                  <c:v>42102</c:v>
                </c:pt>
                <c:pt idx="59">
                  <c:v>42103</c:v>
                </c:pt>
                <c:pt idx="60">
                  <c:v>42104</c:v>
                </c:pt>
                <c:pt idx="61">
                  <c:v>42107</c:v>
                </c:pt>
                <c:pt idx="62">
                  <c:v>42109</c:v>
                </c:pt>
                <c:pt idx="63">
                  <c:v>42110</c:v>
                </c:pt>
                <c:pt idx="64">
                  <c:v>42111</c:v>
                </c:pt>
                <c:pt idx="65">
                  <c:v>42114</c:v>
                </c:pt>
                <c:pt idx="66">
                  <c:v>42115</c:v>
                </c:pt>
                <c:pt idx="67">
                  <c:v>42116</c:v>
                </c:pt>
                <c:pt idx="68">
                  <c:v>42117</c:v>
                </c:pt>
                <c:pt idx="69">
                  <c:v>42118</c:v>
                </c:pt>
                <c:pt idx="70">
                  <c:v>42121</c:v>
                </c:pt>
                <c:pt idx="71">
                  <c:v>42122</c:v>
                </c:pt>
                <c:pt idx="72">
                  <c:v>42123</c:v>
                </c:pt>
                <c:pt idx="73">
                  <c:v>42124</c:v>
                </c:pt>
                <c:pt idx="74">
                  <c:v>42129</c:v>
                </c:pt>
                <c:pt idx="75">
                  <c:v>42130</c:v>
                </c:pt>
                <c:pt idx="76">
                  <c:v>42131</c:v>
                </c:pt>
                <c:pt idx="77">
                  <c:v>42132</c:v>
                </c:pt>
                <c:pt idx="78">
                  <c:v>42135</c:v>
                </c:pt>
                <c:pt idx="79">
                  <c:v>42136</c:v>
                </c:pt>
                <c:pt idx="80">
                  <c:v>42137</c:v>
                </c:pt>
                <c:pt idx="81">
                  <c:v>42138</c:v>
                </c:pt>
                <c:pt idx="82">
                  <c:v>42139</c:v>
                </c:pt>
                <c:pt idx="83">
                  <c:v>42142</c:v>
                </c:pt>
                <c:pt idx="84">
                  <c:v>42143</c:v>
                </c:pt>
                <c:pt idx="85">
                  <c:v>42144</c:v>
                </c:pt>
                <c:pt idx="86">
                  <c:v>42145</c:v>
                </c:pt>
                <c:pt idx="87">
                  <c:v>42146</c:v>
                </c:pt>
                <c:pt idx="88">
                  <c:v>42150</c:v>
                </c:pt>
                <c:pt idx="89">
                  <c:v>42151</c:v>
                </c:pt>
                <c:pt idx="90">
                  <c:v>42152</c:v>
                </c:pt>
                <c:pt idx="91">
                  <c:v>42153</c:v>
                </c:pt>
                <c:pt idx="92">
                  <c:v>42156</c:v>
                </c:pt>
                <c:pt idx="93">
                  <c:v>42157</c:v>
                </c:pt>
                <c:pt idx="94">
                  <c:v>42158</c:v>
                </c:pt>
                <c:pt idx="95">
                  <c:v>42159</c:v>
                </c:pt>
                <c:pt idx="96">
                  <c:v>42160</c:v>
                </c:pt>
                <c:pt idx="97">
                  <c:v>42163</c:v>
                </c:pt>
                <c:pt idx="98">
                  <c:v>42164</c:v>
                </c:pt>
                <c:pt idx="99">
                  <c:v>42165</c:v>
                </c:pt>
                <c:pt idx="100">
                  <c:v>42166</c:v>
                </c:pt>
                <c:pt idx="101">
                  <c:v>42167</c:v>
                </c:pt>
                <c:pt idx="102">
                  <c:v>42170</c:v>
                </c:pt>
                <c:pt idx="103">
                  <c:v>42171</c:v>
                </c:pt>
                <c:pt idx="104">
                  <c:v>42172</c:v>
                </c:pt>
                <c:pt idx="105">
                  <c:v>42173</c:v>
                </c:pt>
                <c:pt idx="106">
                  <c:v>42174</c:v>
                </c:pt>
                <c:pt idx="107">
                  <c:v>42177</c:v>
                </c:pt>
                <c:pt idx="108">
                  <c:v>42178</c:v>
                </c:pt>
                <c:pt idx="109">
                  <c:v>42179</c:v>
                </c:pt>
                <c:pt idx="110">
                  <c:v>42180</c:v>
                </c:pt>
                <c:pt idx="111">
                  <c:v>42181</c:v>
                </c:pt>
                <c:pt idx="112">
                  <c:v>42184</c:v>
                </c:pt>
                <c:pt idx="113">
                  <c:v>42185</c:v>
                </c:pt>
                <c:pt idx="114">
                  <c:v>42186</c:v>
                </c:pt>
                <c:pt idx="115">
                  <c:v>42187</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42233</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42255</c:v>
                </c:pt>
                <c:pt idx="161">
                  <c:v>42256</c:v>
                </c:pt>
                <c:pt idx="162">
                  <c:v>42257</c:v>
                </c:pt>
                <c:pt idx="163">
                  <c:v>42258</c:v>
                </c:pt>
                <c:pt idx="164">
                  <c:v>42261</c:v>
                </c:pt>
                <c:pt idx="165">
                  <c:v>42262</c:v>
                </c:pt>
                <c:pt idx="166">
                  <c:v>42263</c:v>
                </c:pt>
                <c:pt idx="167">
                  <c:v>42265</c:v>
                </c:pt>
                <c:pt idx="168">
                  <c:v>42268</c:v>
                </c:pt>
                <c:pt idx="169">
                  <c:v>42269</c:v>
                </c:pt>
                <c:pt idx="170">
                  <c:v>42270</c:v>
                </c:pt>
                <c:pt idx="171">
                  <c:v>42271</c:v>
                </c:pt>
                <c:pt idx="172">
                  <c:v>42275</c:v>
                </c:pt>
                <c:pt idx="173">
                  <c:v>42276</c:v>
                </c:pt>
                <c:pt idx="174">
                  <c:v>42277</c:v>
                </c:pt>
                <c:pt idx="175">
                  <c:v>42278</c:v>
                </c:pt>
                <c:pt idx="176">
                  <c:v>42282</c:v>
                </c:pt>
                <c:pt idx="177">
                  <c:v>42283</c:v>
                </c:pt>
                <c:pt idx="178">
                  <c:v>42284</c:v>
                </c:pt>
                <c:pt idx="179">
                  <c:v>42285</c:v>
                </c:pt>
                <c:pt idx="180">
                  <c:v>42286</c:v>
                </c:pt>
                <c:pt idx="181">
                  <c:v>42290</c:v>
                </c:pt>
                <c:pt idx="182">
                  <c:v>42291</c:v>
                </c:pt>
                <c:pt idx="183">
                  <c:v>42292</c:v>
                </c:pt>
                <c:pt idx="184">
                  <c:v>42293</c:v>
                </c:pt>
                <c:pt idx="185">
                  <c:v>42296</c:v>
                </c:pt>
                <c:pt idx="186">
                  <c:v>42297</c:v>
                </c:pt>
                <c:pt idx="187">
                  <c:v>42298</c:v>
                </c:pt>
                <c:pt idx="188">
                  <c:v>42300</c:v>
                </c:pt>
                <c:pt idx="189">
                  <c:v>42303</c:v>
                </c:pt>
                <c:pt idx="190">
                  <c:v>42304</c:v>
                </c:pt>
                <c:pt idx="191">
                  <c:v>42305</c:v>
                </c:pt>
                <c:pt idx="192">
                  <c:v>42306</c:v>
                </c:pt>
                <c:pt idx="193">
                  <c:v>42307</c:v>
                </c:pt>
                <c:pt idx="194">
                  <c:v>42310</c:v>
                </c:pt>
                <c:pt idx="195">
                  <c:v>42311</c:v>
                </c:pt>
                <c:pt idx="196">
                  <c:v>42312</c:v>
                </c:pt>
                <c:pt idx="197">
                  <c:v>42313</c:v>
                </c:pt>
                <c:pt idx="198">
                  <c:v>42314</c:v>
                </c:pt>
                <c:pt idx="199">
                  <c:v>42317</c:v>
                </c:pt>
                <c:pt idx="200">
                  <c:v>42318</c:v>
                </c:pt>
                <c:pt idx="201">
                  <c:v>42321</c:v>
                </c:pt>
                <c:pt idx="202">
                  <c:v>42324</c:v>
                </c:pt>
                <c:pt idx="203">
                  <c:v>42325</c:v>
                </c:pt>
                <c:pt idx="204">
                  <c:v>42326</c:v>
                </c:pt>
                <c:pt idx="205">
                  <c:v>42327</c:v>
                </c:pt>
                <c:pt idx="206">
                  <c:v>42328</c:v>
                </c:pt>
                <c:pt idx="207">
                  <c:v>42331</c:v>
                </c:pt>
                <c:pt idx="208">
                  <c:v>42332</c:v>
                </c:pt>
                <c:pt idx="209">
                  <c:v>42338</c:v>
                </c:pt>
                <c:pt idx="210">
                  <c:v>42339</c:v>
                </c:pt>
                <c:pt idx="211">
                  <c:v>42340</c:v>
                </c:pt>
                <c:pt idx="212">
                  <c:v>42341</c:v>
                </c:pt>
                <c:pt idx="213">
                  <c:v>42342</c:v>
                </c:pt>
                <c:pt idx="214">
                  <c:v>42345</c:v>
                </c:pt>
                <c:pt idx="215">
                  <c:v>42346</c:v>
                </c:pt>
                <c:pt idx="216">
                  <c:v>42347</c:v>
                </c:pt>
                <c:pt idx="217">
                  <c:v>42348</c:v>
                </c:pt>
                <c:pt idx="218">
                  <c:v>42349</c:v>
                </c:pt>
                <c:pt idx="219">
                  <c:v>42352</c:v>
                </c:pt>
                <c:pt idx="220">
                  <c:v>42353</c:v>
                </c:pt>
                <c:pt idx="221">
                  <c:v>42354</c:v>
                </c:pt>
                <c:pt idx="222">
                  <c:v>42355</c:v>
                </c:pt>
                <c:pt idx="223">
                  <c:v>42356</c:v>
                </c:pt>
                <c:pt idx="224">
                  <c:v>42359</c:v>
                </c:pt>
                <c:pt idx="225">
                  <c:v>42360</c:v>
                </c:pt>
                <c:pt idx="226">
                  <c:v>42361</c:v>
                </c:pt>
                <c:pt idx="227">
                  <c:v>42366</c:v>
                </c:pt>
                <c:pt idx="228">
                  <c:v>42367</c:v>
                </c:pt>
                <c:pt idx="229">
                  <c:v>42368</c:v>
                </c:pt>
                <c:pt idx="230">
                  <c:v>42369</c:v>
                </c:pt>
                <c:pt idx="231">
                  <c:v>42373</c:v>
                </c:pt>
                <c:pt idx="232">
                  <c:v>42374</c:v>
                </c:pt>
                <c:pt idx="233">
                  <c:v>42375</c:v>
                </c:pt>
                <c:pt idx="234">
                  <c:v>42376</c:v>
                </c:pt>
                <c:pt idx="235">
                  <c:v>42377</c:v>
                </c:pt>
                <c:pt idx="236">
                  <c:v>42380</c:v>
                </c:pt>
                <c:pt idx="237">
                  <c:v>42381</c:v>
                </c:pt>
                <c:pt idx="238">
                  <c:v>42382</c:v>
                </c:pt>
                <c:pt idx="239">
                  <c:v>42383</c:v>
                </c:pt>
                <c:pt idx="240">
                  <c:v>42384</c:v>
                </c:pt>
                <c:pt idx="241">
                  <c:v>42388</c:v>
                </c:pt>
                <c:pt idx="242">
                  <c:v>42389</c:v>
                </c:pt>
                <c:pt idx="243">
                  <c:v>42390</c:v>
                </c:pt>
                <c:pt idx="244">
                  <c:v>42391</c:v>
                </c:pt>
                <c:pt idx="245">
                  <c:v>42394</c:v>
                </c:pt>
                <c:pt idx="246">
                  <c:v>42396</c:v>
                </c:pt>
                <c:pt idx="247">
                  <c:v>42397</c:v>
                </c:pt>
                <c:pt idx="248">
                  <c:v>42398</c:v>
                </c:pt>
                <c:pt idx="249">
                  <c:v>42401</c:v>
                </c:pt>
                <c:pt idx="250">
                  <c:v>42402</c:v>
                </c:pt>
                <c:pt idx="251">
                  <c:v>42403</c:v>
                </c:pt>
                <c:pt idx="252">
                  <c:v>42404</c:v>
                </c:pt>
                <c:pt idx="253">
                  <c:v>42405</c:v>
                </c:pt>
                <c:pt idx="254">
                  <c:v>42408</c:v>
                </c:pt>
                <c:pt idx="255">
                  <c:v>42409</c:v>
                </c:pt>
                <c:pt idx="256">
                  <c:v>42410</c:v>
                </c:pt>
                <c:pt idx="257">
                  <c:v>42411</c:v>
                </c:pt>
                <c:pt idx="258">
                  <c:v>42412</c:v>
                </c:pt>
                <c:pt idx="259">
                  <c:v>42416</c:v>
                </c:pt>
                <c:pt idx="260">
                  <c:v>42417</c:v>
                </c:pt>
                <c:pt idx="261">
                  <c:v>42418</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42464</c:v>
                </c:pt>
                <c:pt idx="289">
                  <c:v>42465</c:v>
                </c:pt>
                <c:pt idx="290">
                  <c:v>42466</c:v>
                </c:pt>
                <c:pt idx="291">
                  <c:v>42467</c:v>
                </c:pt>
                <c:pt idx="292">
                  <c:v>42471</c:v>
                </c:pt>
                <c:pt idx="293">
                  <c:v>42472</c:v>
                </c:pt>
                <c:pt idx="294">
                  <c:v>42473</c:v>
                </c:pt>
                <c:pt idx="295">
                  <c:v>42478</c:v>
                </c:pt>
                <c:pt idx="296">
                  <c:v>42480</c:v>
                </c:pt>
                <c:pt idx="297">
                  <c:v>42481</c:v>
                </c:pt>
                <c:pt idx="298">
                  <c:v>42482</c:v>
                </c:pt>
                <c:pt idx="299">
                  <c:v>42485</c:v>
                </c:pt>
                <c:pt idx="300">
                  <c:v>42486</c:v>
                </c:pt>
                <c:pt idx="301">
                  <c:v>42487</c:v>
                </c:pt>
                <c:pt idx="302">
                  <c:v>42488</c:v>
                </c:pt>
                <c:pt idx="303">
                  <c:v>42489</c:v>
                </c:pt>
                <c:pt idx="304">
                  <c:v>42492</c:v>
                </c:pt>
                <c:pt idx="305">
                  <c:v>42493</c:v>
                </c:pt>
                <c:pt idx="306">
                  <c:v>42494</c:v>
                </c:pt>
                <c:pt idx="307">
                  <c:v>42495</c:v>
                </c:pt>
                <c:pt idx="308">
                  <c:v>42496</c:v>
                </c:pt>
                <c:pt idx="309">
                  <c:v>42499</c:v>
                </c:pt>
                <c:pt idx="310">
                  <c:v>42500</c:v>
                </c:pt>
                <c:pt idx="311">
                  <c:v>42501</c:v>
                </c:pt>
                <c:pt idx="312">
                  <c:v>42502</c:v>
                </c:pt>
                <c:pt idx="313">
                  <c:v>42503</c:v>
                </c:pt>
                <c:pt idx="314">
                  <c:v>42506</c:v>
                </c:pt>
                <c:pt idx="315">
                  <c:v>42507</c:v>
                </c:pt>
                <c:pt idx="316">
                  <c:v>42508</c:v>
                </c:pt>
                <c:pt idx="317">
                  <c:v>42509</c:v>
                </c:pt>
                <c:pt idx="318">
                  <c:v>42510</c:v>
                </c:pt>
                <c:pt idx="319">
                  <c:v>42513</c:v>
                </c:pt>
                <c:pt idx="320">
                  <c:v>42514</c:v>
                </c:pt>
                <c:pt idx="321">
                  <c:v>42515</c:v>
                </c:pt>
                <c:pt idx="322">
                  <c:v>42516</c:v>
                </c:pt>
                <c:pt idx="323">
                  <c:v>42517</c:v>
                </c:pt>
                <c:pt idx="324">
                  <c:v>42521</c:v>
                </c:pt>
                <c:pt idx="325">
                  <c:v>42522</c:v>
                </c:pt>
                <c:pt idx="326">
                  <c:v>42523</c:v>
                </c:pt>
                <c:pt idx="327">
                  <c:v>42524</c:v>
                </c:pt>
                <c:pt idx="328">
                  <c:v>42527</c:v>
                </c:pt>
                <c:pt idx="329">
                  <c:v>42528</c:v>
                </c:pt>
                <c:pt idx="330">
                  <c:v>42529</c:v>
                </c:pt>
                <c:pt idx="331">
                  <c:v>42530</c:v>
                </c:pt>
                <c:pt idx="332">
                  <c:v>42531</c:v>
                </c:pt>
                <c:pt idx="333">
                  <c:v>42534</c:v>
                </c:pt>
                <c:pt idx="334">
                  <c:v>42535</c:v>
                </c:pt>
                <c:pt idx="335">
                  <c:v>42536</c:v>
                </c:pt>
                <c:pt idx="336">
                  <c:v>42537</c:v>
                </c:pt>
                <c:pt idx="337">
                  <c:v>42538</c:v>
                </c:pt>
                <c:pt idx="338">
                  <c:v>42541</c:v>
                </c:pt>
                <c:pt idx="339">
                  <c:v>42542</c:v>
                </c:pt>
                <c:pt idx="340">
                  <c:v>42543</c:v>
                </c:pt>
                <c:pt idx="341">
                  <c:v>42544</c:v>
                </c:pt>
                <c:pt idx="342">
                  <c:v>42545</c:v>
                </c:pt>
                <c:pt idx="343">
                  <c:v>42548</c:v>
                </c:pt>
                <c:pt idx="344">
                  <c:v>42549</c:v>
                </c:pt>
                <c:pt idx="345">
                  <c:v>42550</c:v>
                </c:pt>
                <c:pt idx="346">
                  <c:v>42551</c:v>
                </c:pt>
                <c:pt idx="347">
                  <c:v>42552</c:v>
                </c:pt>
                <c:pt idx="348">
                  <c:v>42556</c:v>
                </c:pt>
                <c:pt idx="349">
                  <c:v>42558</c:v>
                </c:pt>
                <c:pt idx="350">
                  <c:v>42559</c:v>
                </c:pt>
                <c:pt idx="351">
                  <c:v>42562</c:v>
                </c:pt>
                <c:pt idx="352">
                  <c:v>42563</c:v>
                </c:pt>
                <c:pt idx="353">
                  <c:v>42564</c:v>
                </c:pt>
                <c:pt idx="354">
                  <c:v>42565</c:v>
                </c:pt>
                <c:pt idx="355">
                  <c:v>42569</c:v>
                </c:pt>
                <c:pt idx="356">
                  <c:v>42570</c:v>
                </c:pt>
                <c:pt idx="357">
                  <c:v>42571</c:v>
                </c:pt>
                <c:pt idx="358">
                  <c:v>42572</c:v>
                </c:pt>
                <c:pt idx="359">
                  <c:v>42573</c:v>
                </c:pt>
                <c:pt idx="360">
                  <c:v>42576</c:v>
                </c:pt>
                <c:pt idx="361">
                  <c:v>42577</c:v>
                </c:pt>
                <c:pt idx="362">
                  <c:v>42578</c:v>
                </c:pt>
                <c:pt idx="363">
                  <c:v>42579</c:v>
                </c:pt>
                <c:pt idx="364">
                  <c:v>42580</c:v>
                </c:pt>
                <c:pt idx="365">
                  <c:v>42583</c:v>
                </c:pt>
                <c:pt idx="366">
                  <c:v>42584</c:v>
                </c:pt>
                <c:pt idx="367">
                  <c:v>42585</c:v>
                </c:pt>
                <c:pt idx="368">
                  <c:v>42586</c:v>
                </c:pt>
                <c:pt idx="369">
                  <c:v>42587</c:v>
                </c:pt>
                <c:pt idx="370">
                  <c:v>42590</c:v>
                </c:pt>
                <c:pt idx="371">
                  <c:v>42591</c:v>
                </c:pt>
                <c:pt idx="372">
                  <c:v>42592</c:v>
                </c:pt>
                <c:pt idx="373">
                  <c:v>42593</c:v>
                </c:pt>
                <c:pt idx="374">
                  <c:v>42594</c:v>
                </c:pt>
                <c:pt idx="375">
                  <c:v>42598</c:v>
                </c:pt>
                <c:pt idx="376">
                  <c:v>42600</c:v>
                </c:pt>
                <c:pt idx="377">
                  <c:v>42601</c:v>
                </c:pt>
                <c:pt idx="378">
                  <c:v>42604</c:v>
                </c:pt>
                <c:pt idx="379">
                  <c:v>42605</c:v>
                </c:pt>
                <c:pt idx="380">
                  <c:v>42606</c:v>
                </c:pt>
                <c:pt idx="381">
                  <c:v>42607</c:v>
                </c:pt>
                <c:pt idx="382">
                  <c:v>42608</c:v>
                </c:pt>
                <c:pt idx="383">
                  <c:v>42611</c:v>
                </c:pt>
                <c:pt idx="384">
                  <c:v>42612</c:v>
                </c:pt>
                <c:pt idx="385">
                  <c:v>42613</c:v>
                </c:pt>
                <c:pt idx="386">
                  <c:v>42614</c:v>
                </c:pt>
                <c:pt idx="387">
                  <c:v>42615</c:v>
                </c:pt>
                <c:pt idx="388">
                  <c:v>42619</c:v>
                </c:pt>
                <c:pt idx="389">
                  <c:v>42620</c:v>
                </c:pt>
                <c:pt idx="390">
                  <c:v>42621</c:v>
                </c:pt>
                <c:pt idx="391">
                  <c:v>42622</c:v>
                </c:pt>
                <c:pt idx="392">
                  <c:v>42625</c:v>
                </c:pt>
                <c:pt idx="393">
                  <c:v>42627</c:v>
                </c:pt>
                <c:pt idx="394">
                  <c:v>42628</c:v>
                </c:pt>
                <c:pt idx="395">
                  <c:v>42629</c:v>
                </c:pt>
                <c:pt idx="396">
                  <c:v>42632</c:v>
                </c:pt>
                <c:pt idx="397">
                  <c:v>42633</c:v>
                </c:pt>
                <c:pt idx="398">
                  <c:v>42634</c:v>
                </c:pt>
                <c:pt idx="399">
                  <c:v>42635</c:v>
                </c:pt>
                <c:pt idx="400">
                  <c:v>42636</c:v>
                </c:pt>
                <c:pt idx="401">
                  <c:v>42639</c:v>
                </c:pt>
                <c:pt idx="402">
                  <c:v>42640</c:v>
                </c:pt>
                <c:pt idx="403">
                  <c:v>42641</c:v>
                </c:pt>
                <c:pt idx="404">
                  <c:v>42642</c:v>
                </c:pt>
                <c:pt idx="405">
                  <c:v>42643</c:v>
                </c:pt>
                <c:pt idx="406">
                  <c:v>42646</c:v>
                </c:pt>
                <c:pt idx="407">
                  <c:v>42647</c:v>
                </c:pt>
                <c:pt idx="408">
                  <c:v>42648</c:v>
                </c:pt>
                <c:pt idx="409">
                  <c:v>42649</c:v>
                </c:pt>
                <c:pt idx="410">
                  <c:v>42650</c:v>
                </c:pt>
                <c:pt idx="411">
                  <c:v>42656</c:v>
                </c:pt>
                <c:pt idx="412">
                  <c:v>42657</c:v>
                </c:pt>
                <c:pt idx="413">
                  <c:v>42660</c:v>
                </c:pt>
                <c:pt idx="414">
                  <c:v>42661</c:v>
                </c:pt>
                <c:pt idx="415">
                  <c:v>42662</c:v>
                </c:pt>
                <c:pt idx="416">
                  <c:v>42663</c:v>
                </c:pt>
                <c:pt idx="417">
                  <c:v>42664</c:v>
                </c:pt>
                <c:pt idx="418">
                  <c:v>42667</c:v>
                </c:pt>
                <c:pt idx="419">
                  <c:v>42668</c:v>
                </c:pt>
                <c:pt idx="420">
                  <c:v>42669</c:v>
                </c:pt>
                <c:pt idx="421">
                  <c:v>42670</c:v>
                </c:pt>
                <c:pt idx="422">
                  <c:v>42671</c:v>
                </c:pt>
                <c:pt idx="423">
                  <c:v>42675</c:v>
                </c:pt>
                <c:pt idx="424">
                  <c:v>42676</c:v>
                </c:pt>
                <c:pt idx="425">
                  <c:v>42677</c:v>
                </c:pt>
                <c:pt idx="426">
                  <c:v>42678</c:v>
                </c:pt>
                <c:pt idx="427">
                  <c:v>42681</c:v>
                </c:pt>
                <c:pt idx="428">
                  <c:v>42682</c:v>
                </c:pt>
                <c:pt idx="429">
                  <c:v>42683</c:v>
                </c:pt>
                <c:pt idx="430">
                  <c:v>42684</c:v>
                </c:pt>
                <c:pt idx="431">
                  <c:v>42685</c:v>
                </c:pt>
                <c:pt idx="432">
                  <c:v>42689</c:v>
                </c:pt>
                <c:pt idx="433">
                  <c:v>42690</c:v>
                </c:pt>
                <c:pt idx="434">
                  <c:v>42691</c:v>
                </c:pt>
                <c:pt idx="435">
                  <c:v>42692</c:v>
                </c:pt>
                <c:pt idx="436">
                  <c:v>42695</c:v>
                </c:pt>
                <c:pt idx="437">
                  <c:v>42696</c:v>
                </c:pt>
                <c:pt idx="438">
                  <c:v>42697</c:v>
                </c:pt>
                <c:pt idx="439">
                  <c:v>42702</c:v>
                </c:pt>
                <c:pt idx="440">
                  <c:v>42703</c:v>
                </c:pt>
                <c:pt idx="441">
                  <c:v>42704</c:v>
                </c:pt>
                <c:pt idx="442">
                  <c:v>42705</c:v>
                </c:pt>
                <c:pt idx="443">
                  <c:v>42706</c:v>
                </c:pt>
                <c:pt idx="444">
                  <c:v>42709</c:v>
                </c:pt>
                <c:pt idx="445">
                  <c:v>42710</c:v>
                </c:pt>
                <c:pt idx="446">
                  <c:v>42711</c:v>
                </c:pt>
                <c:pt idx="447">
                  <c:v>42712</c:v>
                </c:pt>
                <c:pt idx="448">
                  <c:v>42713</c:v>
                </c:pt>
                <c:pt idx="449">
                  <c:v>42717</c:v>
                </c:pt>
                <c:pt idx="450">
                  <c:v>42718</c:v>
                </c:pt>
                <c:pt idx="451">
                  <c:v>42719</c:v>
                </c:pt>
                <c:pt idx="452">
                  <c:v>42720</c:v>
                </c:pt>
                <c:pt idx="453">
                  <c:v>42723</c:v>
                </c:pt>
                <c:pt idx="454">
                  <c:v>42724</c:v>
                </c:pt>
                <c:pt idx="455">
                  <c:v>42725</c:v>
                </c:pt>
                <c:pt idx="456">
                  <c:v>42726</c:v>
                </c:pt>
                <c:pt idx="457">
                  <c:v>42727</c:v>
                </c:pt>
                <c:pt idx="458">
                  <c:v>42732</c:v>
                </c:pt>
                <c:pt idx="459">
                  <c:v>42733</c:v>
                </c:pt>
                <c:pt idx="460">
                  <c:v>42734</c:v>
                </c:pt>
                <c:pt idx="461">
                  <c:v>42738</c:v>
                </c:pt>
                <c:pt idx="462">
                  <c:v>42739</c:v>
                </c:pt>
                <c:pt idx="463">
                  <c:v>42740</c:v>
                </c:pt>
                <c:pt idx="464">
                  <c:v>42744</c:v>
                </c:pt>
                <c:pt idx="465">
                  <c:v>42745</c:v>
                </c:pt>
                <c:pt idx="466">
                  <c:v>42746</c:v>
                </c:pt>
                <c:pt idx="467">
                  <c:v>42747</c:v>
                </c:pt>
                <c:pt idx="468">
                  <c:v>42748</c:v>
                </c:pt>
                <c:pt idx="469">
                  <c:v>42752</c:v>
                </c:pt>
                <c:pt idx="470">
                  <c:v>42753</c:v>
                </c:pt>
                <c:pt idx="471">
                  <c:v>42754</c:v>
                </c:pt>
                <c:pt idx="472">
                  <c:v>42758</c:v>
                </c:pt>
                <c:pt idx="473">
                  <c:v>42759</c:v>
                </c:pt>
                <c:pt idx="474">
                  <c:v>42760</c:v>
                </c:pt>
                <c:pt idx="475">
                  <c:v>42762</c:v>
                </c:pt>
                <c:pt idx="476">
                  <c:v>42765</c:v>
                </c:pt>
                <c:pt idx="477">
                  <c:v>42766</c:v>
                </c:pt>
                <c:pt idx="478">
                  <c:v>42767</c:v>
                </c:pt>
                <c:pt idx="479">
                  <c:v>42768</c:v>
                </c:pt>
                <c:pt idx="480">
                  <c:v>42769</c:v>
                </c:pt>
                <c:pt idx="481">
                  <c:v>42772</c:v>
                </c:pt>
                <c:pt idx="482">
                  <c:v>42773</c:v>
                </c:pt>
                <c:pt idx="483">
                  <c:v>42774</c:v>
                </c:pt>
                <c:pt idx="484">
                  <c:v>42775</c:v>
                </c:pt>
                <c:pt idx="485">
                  <c:v>42776</c:v>
                </c:pt>
                <c:pt idx="486">
                  <c:v>42779</c:v>
                </c:pt>
                <c:pt idx="487">
                  <c:v>42780</c:v>
                </c:pt>
                <c:pt idx="488">
                  <c:v>42781</c:v>
                </c:pt>
                <c:pt idx="489">
                  <c:v>42782</c:v>
                </c:pt>
                <c:pt idx="490">
                  <c:v>42783</c:v>
                </c:pt>
                <c:pt idx="491">
                  <c:v>42788</c:v>
                </c:pt>
                <c:pt idx="492">
                  <c:v>42789</c:v>
                </c:pt>
                <c:pt idx="493">
                  <c:v>42793</c:v>
                </c:pt>
                <c:pt idx="494">
                  <c:v>42794</c:v>
                </c:pt>
                <c:pt idx="495">
                  <c:v>42795</c:v>
                </c:pt>
                <c:pt idx="496">
                  <c:v>42796</c:v>
                </c:pt>
                <c:pt idx="497">
                  <c:v>42797</c:v>
                </c:pt>
                <c:pt idx="498">
                  <c:v>42800</c:v>
                </c:pt>
                <c:pt idx="499">
                  <c:v>42801</c:v>
                </c:pt>
                <c:pt idx="500">
                  <c:v>42802</c:v>
                </c:pt>
                <c:pt idx="501">
                  <c:v>42803</c:v>
                </c:pt>
                <c:pt idx="502">
                  <c:v>42804</c:v>
                </c:pt>
                <c:pt idx="503">
                  <c:v>42809</c:v>
                </c:pt>
                <c:pt idx="504">
                  <c:v>42810</c:v>
                </c:pt>
                <c:pt idx="505">
                  <c:v>42811</c:v>
                </c:pt>
                <c:pt idx="506">
                  <c:v>42814</c:v>
                </c:pt>
                <c:pt idx="507">
                  <c:v>42815</c:v>
                </c:pt>
                <c:pt idx="508">
                  <c:v>42816</c:v>
                </c:pt>
                <c:pt idx="509">
                  <c:v>42817</c:v>
                </c:pt>
                <c:pt idx="510">
                  <c:v>42818</c:v>
                </c:pt>
                <c:pt idx="511">
                  <c:v>42821</c:v>
                </c:pt>
                <c:pt idx="512">
                  <c:v>42823</c:v>
                </c:pt>
                <c:pt idx="513">
                  <c:v>42824</c:v>
                </c:pt>
                <c:pt idx="514">
                  <c:v>42825</c:v>
                </c:pt>
                <c:pt idx="515">
                  <c:v>42828</c:v>
                </c:pt>
                <c:pt idx="516">
                  <c:v>42830</c:v>
                </c:pt>
                <c:pt idx="517">
                  <c:v>42831</c:v>
                </c:pt>
                <c:pt idx="518">
                  <c:v>42835</c:v>
                </c:pt>
                <c:pt idx="519">
                  <c:v>42836</c:v>
                </c:pt>
                <c:pt idx="520">
                  <c:v>42837</c:v>
                </c:pt>
                <c:pt idx="521">
                  <c:v>42838</c:v>
                </c:pt>
                <c:pt idx="522">
                  <c:v>42842</c:v>
                </c:pt>
                <c:pt idx="523">
                  <c:v>42843</c:v>
                </c:pt>
                <c:pt idx="524">
                  <c:v>42844</c:v>
                </c:pt>
                <c:pt idx="525">
                  <c:v>42845</c:v>
                </c:pt>
                <c:pt idx="526">
                  <c:v>42846</c:v>
                </c:pt>
                <c:pt idx="527">
                  <c:v>42849</c:v>
                </c:pt>
                <c:pt idx="528">
                  <c:v>42850</c:v>
                </c:pt>
                <c:pt idx="529">
                  <c:v>42851</c:v>
                </c:pt>
                <c:pt idx="530">
                  <c:v>42852</c:v>
                </c:pt>
                <c:pt idx="531">
                  <c:v>42853</c:v>
                </c:pt>
                <c:pt idx="532">
                  <c:v>42857</c:v>
                </c:pt>
                <c:pt idx="533">
                  <c:v>42858</c:v>
                </c:pt>
                <c:pt idx="534">
                  <c:v>42859</c:v>
                </c:pt>
                <c:pt idx="535">
                  <c:v>42860</c:v>
                </c:pt>
                <c:pt idx="536">
                  <c:v>42863</c:v>
                </c:pt>
                <c:pt idx="537">
                  <c:v>42864</c:v>
                </c:pt>
                <c:pt idx="538">
                  <c:v>42866</c:v>
                </c:pt>
                <c:pt idx="539">
                  <c:v>42867</c:v>
                </c:pt>
                <c:pt idx="540">
                  <c:v>42870</c:v>
                </c:pt>
                <c:pt idx="541">
                  <c:v>42871</c:v>
                </c:pt>
                <c:pt idx="542">
                  <c:v>42872</c:v>
                </c:pt>
                <c:pt idx="543">
                  <c:v>42873</c:v>
                </c:pt>
                <c:pt idx="544">
                  <c:v>42874</c:v>
                </c:pt>
                <c:pt idx="545">
                  <c:v>42877</c:v>
                </c:pt>
                <c:pt idx="546">
                  <c:v>42878</c:v>
                </c:pt>
                <c:pt idx="547">
                  <c:v>42879</c:v>
                </c:pt>
                <c:pt idx="548">
                  <c:v>42880</c:v>
                </c:pt>
                <c:pt idx="549">
                  <c:v>42881</c:v>
                </c:pt>
                <c:pt idx="550">
                  <c:v>42885</c:v>
                </c:pt>
                <c:pt idx="551">
                  <c:v>42886</c:v>
                </c:pt>
                <c:pt idx="552">
                  <c:v>42887</c:v>
                </c:pt>
                <c:pt idx="553">
                  <c:v>42888</c:v>
                </c:pt>
                <c:pt idx="554">
                  <c:v>42891</c:v>
                </c:pt>
                <c:pt idx="555">
                  <c:v>42892</c:v>
                </c:pt>
                <c:pt idx="556">
                  <c:v>42893</c:v>
                </c:pt>
                <c:pt idx="557">
                  <c:v>42894</c:v>
                </c:pt>
                <c:pt idx="558">
                  <c:v>42895</c:v>
                </c:pt>
                <c:pt idx="559">
                  <c:v>42898</c:v>
                </c:pt>
                <c:pt idx="560">
                  <c:v>42899</c:v>
                </c:pt>
                <c:pt idx="561">
                  <c:v>42900</c:v>
                </c:pt>
                <c:pt idx="562">
                  <c:v>42902</c:v>
                </c:pt>
                <c:pt idx="563">
                  <c:v>42905</c:v>
                </c:pt>
                <c:pt idx="564">
                  <c:v>42906</c:v>
                </c:pt>
                <c:pt idx="565">
                  <c:v>42907</c:v>
                </c:pt>
                <c:pt idx="566">
                  <c:v>42908</c:v>
                </c:pt>
                <c:pt idx="567">
                  <c:v>42909</c:v>
                </c:pt>
                <c:pt idx="568">
                  <c:v>42913</c:v>
                </c:pt>
                <c:pt idx="569">
                  <c:v>42914</c:v>
                </c:pt>
                <c:pt idx="570">
                  <c:v>42915</c:v>
                </c:pt>
                <c:pt idx="571">
                  <c:v>42916</c:v>
                </c:pt>
                <c:pt idx="572">
                  <c:v>42921</c:v>
                </c:pt>
                <c:pt idx="573">
                  <c:v>42922</c:v>
                </c:pt>
                <c:pt idx="574">
                  <c:v>42923</c:v>
                </c:pt>
                <c:pt idx="575">
                  <c:v>42926</c:v>
                </c:pt>
                <c:pt idx="576">
                  <c:v>42927</c:v>
                </c:pt>
                <c:pt idx="577">
                  <c:v>42928</c:v>
                </c:pt>
                <c:pt idx="578">
                  <c:v>42929</c:v>
                </c:pt>
                <c:pt idx="579">
                  <c:v>42930</c:v>
                </c:pt>
                <c:pt idx="580">
                  <c:v>42933</c:v>
                </c:pt>
                <c:pt idx="581">
                  <c:v>42934</c:v>
                </c:pt>
                <c:pt idx="582">
                  <c:v>42935</c:v>
                </c:pt>
                <c:pt idx="583">
                  <c:v>42936</c:v>
                </c:pt>
                <c:pt idx="584">
                  <c:v>42937</c:v>
                </c:pt>
                <c:pt idx="585">
                  <c:v>42940</c:v>
                </c:pt>
                <c:pt idx="586">
                  <c:v>42941</c:v>
                </c:pt>
                <c:pt idx="587">
                  <c:v>42942</c:v>
                </c:pt>
                <c:pt idx="588">
                  <c:v>42943</c:v>
                </c:pt>
                <c:pt idx="589">
                  <c:v>42944</c:v>
                </c:pt>
                <c:pt idx="590">
                  <c:v>42947</c:v>
                </c:pt>
                <c:pt idx="591">
                  <c:v>42948</c:v>
                </c:pt>
                <c:pt idx="592">
                  <c:v>42949</c:v>
                </c:pt>
                <c:pt idx="593">
                  <c:v>42950</c:v>
                </c:pt>
                <c:pt idx="594">
                  <c:v>42951</c:v>
                </c:pt>
                <c:pt idx="595">
                  <c:v>42954</c:v>
                </c:pt>
                <c:pt idx="596">
                  <c:v>42955</c:v>
                </c:pt>
                <c:pt idx="597">
                  <c:v>42956</c:v>
                </c:pt>
                <c:pt idx="598">
                  <c:v>42957</c:v>
                </c:pt>
                <c:pt idx="599">
                  <c:v>42958</c:v>
                </c:pt>
                <c:pt idx="600">
                  <c:v>42961</c:v>
                </c:pt>
                <c:pt idx="601">
                  <c:v>42963</c:v>
                </c:pt>
                <c:pt idx="602">
                  <c:v>42965</c:v>
                </c:pt>
                <c:pt idx="603">
                  <c:v>42968</c:v>
                </c:pt>
                <c:pt idx="604">
                  <c:v>42969</c:v>
                </c:pt>
                <c:pt idx="605">
                  <c:v>42970</c:v>
                </c:pt>
                <c:pt idx="606">
                  <c:v>42971</c:v>
                </c:pt>
                <c:pt idx="607">
                  <c:v>42975</c:v>
                </c:pt>
                <c:pt idx="608">
                  <c:v>42976</c:v>
                </c:pt>
                <c:pt idx="609">
                  <c:v>42977</c:v>
                </c:pt>
                <c:pt idx="610">
                  <c:v>42978</c:v>
                </c:pt>
                <c:pt idx="611">
                  <c:v>42979</c:v>
                </c:pt>
                <c:pt idx="612">
                  <c:v>42983</c:v>
                </c:pt>
                <c:pt idx="613">
                  <c:v>42984</c:v>
                </c:pt>
                <c:pt idx="614">
                  <c:v>42985</c:v>
                </c:pt>
                <c:pt idx="615">
                  <c:v>42986</c:v>
                </c:pt>
                <c:pt idx="616">
                  <c:v>42989</c:v>
                </c:pt>
                <c:pt idx="617">
                  <c:v>42990</c:v>
                </c:pt>
                <c:pt idx="618">
                  <c:v>42991</c:v>
                </c:pt>
                <c:pt idx="619">
                  <c:v>42992</c:v>
                </c:pt>
                <c:pt idx="620">
                  <c:v>42993</c:v>
                </c:pt>
                <c:pt idx="621">
                  <c:v>42996</c:v>
                </c:pt>
                <c:pt idx="622">
                  <c:v>42997</c:v>
                </c:pt>
                <c:pt idx="623">
                  <c:v>42998</c:v>
                </c:pt>
                <c:pt idx="624">
                  <c:v>42999</c:v>
                </c:pt>
                <c:pt idx="625">
                  <c:v>43000</c:v>
                </c:pt>
                <c:pt idx="626">
                  <c:v>43003</c:v>
                </c:pt>
                <c:pt idx="627">
                  <c:v>43004</c:v>
                </c:pt>
                <c:pt idx="628">
                  <c:v>43005</c:v>
                </c:pt>
                <c:pt idx="629">
                  <c:v>43006</c:v>
                </c:pt>
                <c:pt idx="630">
                  <c:v>43007</c:v>
                </c:pt>
                <c:pt idx="631">
                  <c:v>43011</c:v>
                </c:pt>
                <c:pt idx="632">
                  <c:v>43012</c:v>
                </c:pt>
                <c:pt idx="633">
                  <c:v>43013</c:v>
                </c:pt>
                <c:pt idx="634">
                  <c:v>43014</c:v>
                </c:pt>
                <c:pt idx="635">
                  <c:v>43018</c:v>
                </c:pt>
                <c:pt idx="636">
                  <c:v>43019</c:v>
                </c:pt>
                <c:pt idx="637">
                  <c:v>43020</c:v>
                </c:pt>
                <c:pt idx="638">
                  <c:v>43021</c:v>
                </c:pt>
                <c:pt idx="639">
                  <c:v>43024</c:v>
                </c:pt>
                <c:pt idx="640">
                  <c:v>43025</c:v>
                </c:pt>
                <c:pt idx="641">
                  <c:v>43026</c:v>
                </c:pt>
                <c:pt idx="642">
                  <c:v>43031</c:v>
                </c:pt>
                <c:pt idx="643">
                  <c:v>43032</c:v>
                </c:pt>
                <c:pt idx="644">
                  <c:v>43033</c:v>
                </c:pt>
                <c:pt idx="645">
                  <c:v>43034</c:v>
                </c:pt>
                <c:pt idx="646">
                  <c:v>43035</c:v>
                </c:pt>
                <c:pt idx="647">
                  <c:v>43038</c:v>
                </c:pt>
                <c:pt idx="648">
                  <c:v>43039</c:v>
                </c:pt>
                <c:pt idx="649">
                  <c:v>43040</c:v>
                </c:pt>
                <c:pt idx="650">
                  <c:v>43041</c:v>
                </c:pt>
                <c:pt idx="651">
                  <c:v>43042</c:v>
                </c:pt>
                <c:pt idx="652">
                  <c:v>43045</c:v>
                </c:pt>
                <c:pt idx="653">
                  <c:v>43046</c:v>
                </c:pt>
                <c:pt idx="654">
                  <c:v>43047</c:v>
                </c:pt>
                <c:pt idx="655">
                  <c:v>43048</c:v>
                </c:pt>
                <c:pt idx="656">
                  <c:v>43049</c:v>
                </c:pt>
                <c:pt idx="657">
                  <c:v>43052</c:v>
                </c:pt>
                <c:pt idx="658">
                  <c:v>43053</c:v>
                </c:pt>
                <c:pt idx="659">
                  <c:v>43054</c:v>
                </c:pt>
                <c:pt idx="660">
                  <c:v>43055</c:v>
                </c:pt>
                <c:pt idx="661">
                  <c:v>43056</c:v>
                </c:pt>
                <c:pt idx="662">
                  <c:v>43059</c:v>
                </c:pt>
                <c:pt idx="663">
                  <c:v>43060</c:v>
                </c:pt>
                <c:pt idx="664">
                  <c:v>43061</c:v>
                </c:pt>
                <c:pt idx="665">
                  <c:v>43066</c:v>
                </c:pt>
                <c:pt idx="666">
                  <c:v>43067</c:v>
                </c:pt>
                <c:pt idx="667">
                  <c:v>43068</c:v>
                </c:pt>
                <c:pt idx="668">
                  <c:v>43069</c:v>
                </c:pt>
                <c:pt idx="669">
                  <c:v>43073</c:v>
                </c:pt>
                <c:pt idx="670">
                  <c:v>43074</c:v>
                </c:pt>
                <c:pt idx="671">
                  <c:v>43075</c:v>
                </c:pt>
                <c:pt idx="672">
                  <c:v>43076</c:v>
                </c:pt>
                <c:pt idx="673">
                  <c:v>43077</c:v>
                </c:pt>
                <c:pt idx="674">
                  <c:v>43080</c:v>
                </c:pt>
                <c:pt idx="675">
                  <c:v>43081</c:v>
                </c:pt>
                <c:pt idx="676">
                  <c:v>43082</c:v>
                </c:pt>
                <c:pt idx="677">
                  <c:v>43083</c:v>
                </c:pt>
                <c:pt idx="678">
                  <c:v>43084</c:v>
                </c:pt>
                <c:pt idx="679">
                  <c:v>43087</c:v>
                </c:pt>
                <c:pt idx="680">
                  <c:v>43088</c:v>
                </c:pt>
                <c:pt idx="681">
                  <c:v>43089</c:v>
                </c:pt>
                <c:pt idx="682">
                  <c:v>43090</c:v>
                </c:pt>
                <c:pt idx="683">
                  <c:v>43091</c:v>
                </c:pt>
                <c:pt idx="684">
                  <c:v>43095</c:v>
                </c:pt>
                <c:pt idx="685">
                  <c:v>43096</c:v>
                </c:pt>
                <c:pt idx="686">
                  <c:v>43097</c:v>
                </c:pt>
                <c:pt idx="687">
                  <c:v>43098</c:v>
                </c:pt>
                <c:pt idx="688">
                  <c:v>43102</c:v>
                </c:pt>
                <c:pt idx="689">
                  <c:v>43103</c:v>
                </c:pt>
                <c:pt idx="690">
                  <c:v>43104</c:v>
                </c:pt>
                <c:pt idx="691">
                  <c:v>43105</c:v>
                </c:pt>
                <c:pt idx="692">
                  <c:v>43108</c:v>
                </c:pt>
                <c:pt idx="693">
                  <c:v>43109</c:v>
                </c:pt>
                <c:pt idx="694">
                  <c:v>43110</c:v>
                </c:pt>
                <c:pt idx="695">
                  <c:v>43111</c:v>
                </c:pt>
                <c:pt idx="696">
                  <c:v>43112</c:v>
                </c:pt>
                <c:pt idx="697">
                  <c:v>43116</c:v>
                </c:pt>
                <c:pt idx="698">
                  <c:v>43117</c:v>
                </c:pt>
                <c:pt idx="699">
                  <c:v>43118</c:v>
                </c:pt>
                <c:pt idx="700">
                  <c:v>43119</c:v>
                </c:pt>
                <c:pt idx="701">
                  <c:v>43122</c:v>
                </c:pt>
                <c:pt idx="702">
                  <c:v>43123</c:v>
                </c:pt>
                <c:pt idx="703">
                  <c:v>43124</c:v>
                </c:pt>
                <c:pt idx="704">
                  <c:v>43125</c:v>
                </c:pt>
                <c:pt idx="705">
                  <c:v>43129</c:v>
                </c:pt>
                <c:pt idx="706">
                  <c:v>43130</c:v>
                </c:pt>
                <c:pt idx="707">
                  <c:v>43131</c:v>
                </c:pt>
                <c:pt idx="708">
                  <c:v>43132</c:v>
                </c:pt>
                <c:pt idx="709">
                  <c:v>43133</c:v>
                </c:pt>
                <c:pt idx="710">
                  <c:v>43136</c:v>
                </c:pt>
                <c:pt idx="711">
                  <c:v>43137</c:v>
                </c:pt>
                <c:pt idx="712">
                  <c:v>43138</c:v>
                </c:pt>
                <c:pt idx="713">
                  <c:v>43139</c:v>
                </c:pt>
                <c:pt idx="714">
                  <c:v>43140</c:v>
                </c:pt>
                <c:pt idx="715">
                  <c:v>43143</c:v>
                </c:pt>
                <c:pt idx="716">
                  <c:v>43145</c:v>
                </c:pt>
                <c:pt idx="717">
                  <c:v>43146</c:v>
                </c:pt>
                <c:pt idx="718">
                  <c:v>43147</c:v>
                </c:pt>
                <c:pt idx="719">
                  <c:v>43151</c:v>
                </c:pt>
                <c:pt idx="720">
                  <c:v>43152</c:v>
                </c:pt>
                <c:pt idx="721">
                  <c:v>43153</c:v>
                </c:pt>
                <c:pt idx="722">
                  <c:v>43154</c:v>
                </c:pt>
                <c:pt idx="723">
                  <c:v>43157</c:v>
                </c:pt>
                <c:pt idx="724">
                  <c:v>43158</c:v>
                </c:pt>
                <c:pt idx="725">
                  <c:v>43159</c:v>
                </c:pt>
                <c:pt idx="726">
                  <c:v>43160</c:v>
                </c:pt>
                <c:pt idx="727">
                  <c:v>43164</c:v>
                </c:pt>
                <c:pt idx="728">
                  <c:v>43165</c:v>
                </c:pt>
                <c:pt idx="729">
                  <c:v>43166</c:v>
                </c:pt>
                <c:pt idx="730">
                  <c:v>43167</c:v>
                </c:pt>
                <c:pt idx="731">
                  <c:v>43168</c:v>
                </c:pt>
                <c:pt idx="732">
                  <c:v>43171</c:v>
                </c:pt>
                <c:pt idx="733">
                  <c:v>43172</c:v>
                </c:pt>
                <c:pt idx="734">
                  <c:v>43173</c:v>
                </c:pt>
                <c:pt idx="735">
                  <c:v>43174</c:v>
                </c:pt>
                <c:pt idx="736">
                  <c:v>43175</c:v>
                </c:pt>
                <c:pt idx="737">
                  <c:v>43178</c:v>
                </c:pt>
                <c:pt idx="738">
                  <c:v>43179</c:v>
                </c:pt>
                <c:pt idx="739">
                  <c:v>43181</c:v>
                </c:pt>
                <c:pt idx="740">
                  <c:v>43182</c:v>
                </c:pt>
                <c:pt idx="741">
                  <c:v>43185</c:v>
                </c:pt>
                <c:pt idx="742">
                  <c:v>43186</c:v>
                </c:pt>
                <c:pt idx="743">
                  <c:v>43187</c:v>
                </c:pt>
                <c:pt idx="744">
                  <c:v>43192</c:v>
                </c:pt>
                <c:pt idx="745">
                  <c:v>43193</c:v>
                </c:pt>
                <c:pt idx="746">
                  <c:v>43194</c:v>
                </c:pt>
                <c:pt idx="747">
                  <c:v>43195</c:v>
                </c:pt>
                <c:pt idx="748">
                  <c:v>43196</c:v>
                </c:pt>
                <c:pt idx="749">
                  <c:v>43199</c:v>
                </c:pt>
                <c:pt idx="750">
                  <c:v>43200</c:v>
                </c:pt>
                <c:pt idx="751">
                  <c:v>43201</c:v>
                </c:pt>
                <c:pt idx="752">
                  <c:v>43202</c:v>
                </c:pt>
                <c:pt idx="753">
                  <c:v>43203</c:v>
                </c:pt>
                <c:pt idx="754">
                  <c:v>43206</c:v>
                </c:pt>
                <c:pt idx="755">
                  <c:v>43207</c:v>
                </c:pt>
                <c:pt idx="756">
                  <c:v>43208</c:v>
                </c:pt>
                <c:pt idx="757">
                  <c:v>43209</c:v>
                </c:pt>
                <c:pt idx="758">
                  <c:v>43210</c:v>
                </c:pt>
                <c:pt idx="759">
                  <c:v>43213</c:v>
                </c:pt>
                <c:pt idx="760">
                  <c:v>43214</c:v>
                </c:pt>
                <c:pt idx="761">
                  <c:v>43215</c:v>
                </c:pt>
                <c:pt idx="762">
                  <c:v>43216</c:v>
                </c:pt>
                <c:pt idx="763">
                  <c:v>43217</c:v>
                </c:pt>
                <c:pt idx="764">
                  <c:v>43220</c:v>
                </c:pt>
                <c:pt idx="765">
                  <c:v>43222</c:v>
                </c:pt>
                <c:pt idx="766">
                  <c:v>43223</c:v>
                </c:pt>
                <c:pt idx="767">
                  <c:v>43224</c:v>
                </c:pt>
                <c:pt idx="768">
                  <c:v>43227</c:v>
                </c:pt>
                <c:pt idx="769">
                  <c:v>43228</c:v>
                </c:pt>
                <c:pt idx="770">
                  <c:v>43229</c:v>
                </c:pt>
                <c:pt idx="771">
                  <c:v>43230</c:v>
                </c:pt>
                <c:pt idx="772">
                  <c:v>43231</c:v>
                </c:pt>
                <c:pt idx="773">
                  <c:v>43234</c:v>
                </c:pt>
                <c:pt idx="774">
                  <c:v>43235</c:v>
                </c:pt>
                <c:pt idx="775">
                  <c:v>43236</c:v>
                </c:pt>
                <c:pt idx="776">
                  <c:v>43237</c:v>
                </c:pt>
                <c:pt idx="777">
                  <c:v>43238</c:v>
                </c:pt>
                <c:pt idx="778">
                  <c:v>43241</c:v>
                </c:pt>
                <c:pt idx="779">
                  <c:v>43242</c:v>
                </c:pt>
                <c:pt idx="780">
                  <c:v>43243</c:v>
                </c:pt>
                <c:pt idx="781">
                  <c:v>43244</c:v>
                </c:pt>
                <c:pt idx="782">
                  <c:v>43245</c:v>
                </c:pt>
                <c:pt idx="783">
                  <c:v>43249</c:v>
                </c:pt>
                <c:pt idx="784">
                  <c:v>43250</c:v>
                </c:pt>
                <c:pt idx="785">
                  <c:v>43251</c:v>
                </c:pt>
                <c:pt idx="786">
                  <c:v>43252</c:v>
                </c:pt>
                <c:pt idx="787">
                  <c:v>43255</c:v>
                </c:pt>
                <c:pt idx="788">
                  <c:v>43256</c:v>
                </c:pt>
                <c:pt idx="789">
                  <c:v>43257</c:v>
                </c:pt>
                <c:pt idx="790">
                  <c:v>43258</c:v>
                </c:pt>
                <c:pt idx="791">
                  <c:v>43259</c:v>
                </c:pt>
                <c:pt idx="792">
                  <c:v>43262</c:v>
                </c:pt>
                <c:pt idx="793">
                  <c:v>43263</c:v>
                </c:pt>
                <c:pt idx="794">
                  <c:v>43264</c:v>
                </c:pt>
                <c:pt idx="795">
                  <c:v>43265</c:v>
                </c:pt>
                <c:pt idx="796">
                  <c:v>43266</c:v>
                </c:pt>
                <c:pt idx="797">
                  <c:v>43269</c:v>
                </c:pt>
                <c:pt idx="798">
                  <c:v>43270</c:v>
                </c:pt>
                <c:pt idx="799">
                  <c:v>43271</c:v>
                </c:pt>
                <c:pt idx="800">
                  <c:v>43272</c:v>
                </c:pt>
                <c:pt idx="801">
                  <c:v>43273</c:v>
                </c:pt>
                <c:pt idx="802">
                  <c:v>43276</c:v>
                </c:pt>
                <c:pt idx="803">
                  <c:v>43277</c:v>
                </c:pt>
                <c:pt idx="804">
                  <c:v>43278</c:v>
                </c:pt>
                <c:pt idx="805">
                  <c:v>43279</c:v>
                </c:pt>
                <c:pt idx="806">
                  <c:v>43280</c:v>
                </c:pt>
                <c:pt idx="807">
                  <c:v>43283</c:v>
                </c:pt>
                <c:pt idx="808">
                  <c:v>43284</c:v>
                </c:pt>
                <c:pt idx="809">
                  <c:v>43286</c:v>
                </c:pt>
                <c:pt idx="810">
                  <c:v>43287</c:v>
                </c:pt>
                <c:pt idx="811">
                  <c:v>43290</c:v>
                </c:pt>
                <c:pt idx="812">
                  <c:v>43291</c:v>
                </c:pt>
                <c:pt idx="813">
                  <c:v>43292</c:v>
                </c:pt>
                <c:pt idx="814">
                  <c:v>43293</c:v>
                </c:pt>
                <c:pt idx="815">
                  <c:v>43294</c:v>
                </c:pt>
                <c:pt idx="816">
                  <c:v>43297</c:v>
                </c:pt>
                <c:pt idx="817">
                  <c:v>43298</c:v>
                </c:pt>
                <c:pt idx="818">
                  <c:v>43299</c:v>
                </c:pt>
                <c:pt idx="819">
                  <c:v>43300</c:v>
                </c:pt>
                <c:pt idx="820">
                  <c:v>43301</c:v>
                </c:pt>
                <c:pt idx="821">
                  <c:v>43304</c:v>
                </c:pt>
                <c:pt idx="822">
                  <c:v>43305</c:v>
                </c:pt>
                <c:pt idx="823">
                  <c:v>43306</c:v>
                </c:pt>
                <c:pt idx="824">
                  <c:v>43307</c:v>
                </c:pt>
                <c:pt idx="825">
                  <c:v>43308</c:v>
                </c:pt>
                <c:pt idx="826">
                  <c:v>43311</c:v>
                </c:pt>
                <c:pt idx="827">
                  <c:v>43312</c:v>
                </c:pt>
                <c:pt idx="828">
                  <c:v>43313</c:v>
                </c:pt>
                <c:pt idx="829">
                  <c:v>43314</c:v>
                </c:pt>
                <c:pt idx="830">
                  <c:v>43315</c:v>
                </c:pt>
                <c:pt idx="831">
                  <c:v>43318</c:v>
                </c:pt>
                <c:pt idx="832">
                  <c:v>43319</c:v>
                </c:pt>
                <c:pt idx="833">
                  <c:v>43320</c:v>
                </c:pt>
                <c:pt idx="834">
                  <c:v>43321</c:v>
                </c:pt>
                <c:pt idx="835">
                  <c:v>43322</c:v>
                </c:pt>
                <c:pt idx="836">
                  <c:v>43325</c:v>
                </c:pt>
                <c:pt idx="837">
                  <c:v>43328</c:v>
                </c:pt>
                <c:pt idx="838">
                  <c:v>43332</c:v>
                </c:pt>
                <c:pt idx="839">
                  <c:v>43333</c:v>
                </c:pt>
                <c:pt idx="840">
                  <c:v>43335</c:v>
                </c:pt>
                <c:pt idx="841">
                  <c:v>43336</c:v>
                </c:pt>
                <c:pt idx="842">
                  <c:v>43339</c:v>
                </c:pt>
                <c:pt idx="843">
                  <c:v>43340</c:v>
                </c:pt>
                <c:pt idx="844">
                  <c:v>43341</c:v>
                </c:pt>
                <c:pt idx="845">
                  <c:v>43342</c:v>
                </c:pt>
                <c:pt idx="846">
                  <c:v>43343</c:v>
                </c:pt>
                <c:pt idx="847">
                  <c:v>43347</c:v>
                </c:pt>
                <c:pt idx="848">
                  <c:v>43348</c:v>
                </c:pt>
                <c:pt idx="849">
                  <c:v>43349</c:v>
                </c:pt>
                <c:pt idx="850">
                  <c:v>43350</c:v>
                </c:pt>
                <c:pt idx="851">
                  <c:v>43353</c:v>
                </c:pt>
                <c:pt idx="852">
                  <c:v>43354</c:v>
                </c:pt>
                <c:pt idx="853">
                  <c:v>43355</c:v>
                </c:pt>
                <c:pt idx="854">
                  <c:v>43357</c:v>
                </c:pt>
                <c:pt idx="855">
                  <c:v>43360</c:v>
                </c:pt>
                <c:pt idx="856">
                  <c:v>43361</c:v>
                </c:pt>
                <c:pt idx="857">
                  <c:v>43362</c:v>
                </c:pt>
                <c:pt idx="858">
                  <c:v>43364</c:v>
                </c:pt>
                <c:pt idx="859">
                  <c:v>43367</c:v>
                </c:pt>
                <c:pt idx="860">
                  <c:v>43368</c:v>
                </c:pt>
                <c:pt idx="861">
                  <c:v>43369</c:v>
                </c:pt>
                <c:pt idx="862">
                  <c:v>43370</c:v>
                </c:pt>
                <c:pt idx="863">
                  <c:v>43371</c:v>
                </c:pt>
                <c:pt idx="864">
                  <c:v>43374</c:v>
                </c:pt>
                <c:pt idx="865">
                  <c:v>43376</c:v>
                </c:pt>
                <c:pt idx="866">
                  <c:v>43377</c:v>
                </c:pt>
                <c:pt idx="867">
                  <c:v>43378</c:v>
                </c:pt>
                <c:pt idx="868">
                  <c:v>43382</c:v>
                </c:pt>
                <c:pt idx="869">
                  <c:v>43383</c:v>
                </c:pt>
                <c:pt idx="870">
                  <c:v>43384</c:v>
                </c:pt>
                <c:pt idx="871">
                  <c:v>43385</c:v>
                </c:pt>
                <c:pt idx="872">
                  <c:v>43388</c:v>
                </c:pt>
                <c:pt idx="873">
                  <c:v>43389</c:v>
                </c:pt>
                <c:pt idx="874">
                  <c:v>43390</c:v>
                </c:pt>
                <c:pt idx="875">
                  <c:v>43392</c:v>
                </c:pt>
                <c:pt idx="876">
                  <c:v>43395</c:v>
                </c:pt>
                <c:pt idx="877">
                  <c:v>43396</c:v>
                </c:pt>
                <c:pt idx="878">
                  <c:v>43397</c:v>
                </c:pt>
                <c:pt idx="879">
                  <c:v>43398</c:v>
                </c:pt>
                <c:pt idx="880">
                  <c:v>43399</c:v>
                </c:pt>
                <c:pt idx="881">
                  <c:v>43402</c:v>
                </c:pt>
                <c:pt idx="882">
                  <c:v>43403</c:v>
                </c:pt>
                <c:pt idx="883">
                  <c:v>43404</c:v>
                </c:pt>
                <c:pt idx="884">
                  <c:v>43405</c:v>
                </c:pt>
                <c:pt idx="885">
                  <c:v>43406</c:v>
                </c:pt>
                <c:pt idx="886">
                  <c:v>43409</c:v>
                </c:pt>
                <c:pt idx="887">
                  <c:v>43413</c:v>
                </c:pt>
                <c:pt idx="888">
                  <c:v>43416</c:v>
                </c:pt>
                <c:pt idx="889">
                  <c:v>43417</c:v>
                </c:pt>
                <c:pt idx="890">
                  <c:v>43418</c:v>
                </c:pt>
                <c:pt idx="891">
                  <c:v>43419</c:v>
                </c:pt>
                <c:pt idx="892">
                  <c:v>43420</c:v>
                </c:pt>
                <c:pt idx="893">
                  <c:v>43423</c:v>
                </c:pt>
                <c:pt idx="894">
                  <c:v>43424</c:v>
                </c:pt>
                <c:pt idx="895">
                  <c:v>43430</c:v>
                </c:pt>
                <c:pt idx="896">
                  <c:v>43431</c:v>
                </c:pt>
                <c:pt idx="897">
                  <c:v>43432</c:v>
                </c:pt>
                <c:pt idx="898">
                  <c:v>43433</c:v>
                </c:pt>
                <c:pt idx="899">
                  <c:v>43434</c:v>
                </c:pt>
                <c:pt idx="900">
                  <c:v>43437</c:v>
                </c:pt>
                <c:pt idx="901">
                  <c:v>43438</c:v>
                </c:pt>
                <c:pt idx="902">
                  <c:v>43440</c:v>
                </c:pt>
                <c:pt idx="903">
                  <c:v>43441</c:v>
                </c:pt>
                <c:pt idx="904">
                  <c:v>43444</c:v>
                </c:pt>
                <c:pt idx="905">
                  <c:v>43445</c:v>
                </c:pt>
                <c:pt idx="906">
                  <c:v>43446</c:v>
                </c:pt>
                <c:pt idx="907">
                  <c:v>43447</c:v>
                </c:pt>
                <c:pt idx="908">
                  <c:v>43448</c:v>
                </c:pt>
                <c:pt idx="909">
                  <c:v>43451</c:v>
                </c:pt>
                <c:pt idx="910">
                  <c:v>43452</c:v>
                </c:pt>
                <c:pt idx="911">
                  <c:v>43453</c:v>
                </c:pt>
                <c:pt idx="912">
                  <c:v>43454</c:v>
                </c:pt>
                <c:pt idx="913">
                  <c:v>43455</c:v>
                </c:pt>
                <c:pt idx="914">
                  <c:v>43460</c:v>
                </c:pt>
                <c:pt idx="915">
                  <c:v>43461</c:v>
                </c:pt>
                <c:pt idx="916">
                  <c:v>43462</c:v>
                </c:pt>
                <c:pt idx="917">
                  <c:v>43467</c:v>
                </c:pt>
                <c:pt idx="918">
                  <c:v>43468</c:v>
                </c:pt>
                <c:pt idx="919">
                  <c:v>43469</c:v>
                </c:pt>
                <c:pt idx="920">
                  <c:v>43472</c:v>
                </c:pt>
                <c:pt idx="921">
                  <c:v>43473</c:v>
                </c:pt>
                <c:pt idx="922">
                  <c:v>43474</c:v>
                </c:pt>
                <c:pt idx="923">
                  <c:v>43475</c:v>
                </c:pt>
                <c:pt idx="924">
                  <c:v>43476</c:v>
                </c:pt>
                <c:pt idx="925">
                  <c:v>43479</c:v>
                </c:pt>
                <c:pt idx="926">
                  <c:v>43480</c:v>
                </c:pt>
                <c:pt idx="927">
                  <c:v>43481</c:v>
                </c:pt>
                <c:pt idx="928">
                  <c:v>43482</c:v>
                </c:pt>
                <c:pt idx="929">
                  <c:v>43483</c:v>
                </c:pt>
                <c:pt idx="930">
                  <c:v>43487</c:v>
                </c:pt>
                <c:pt idx="931">
                  <c:v>43488</c:v>
                </c:pt>
                <c:pt idx="932">
                  <c:v>43489</c:v>
                </c:pt>
                <c:pt idx="933">
                  <c:v>43490</c:v>
                </c:pt>
                <c:pt idx="934">
                  <c:v>43493</c:v>
                </c:pt>
                <c:pt idx="935">
                  <c:v>43494</c:v>
                </c:pt>
                <c:pt idx="936">
                  <c:v>43495</c:v>
                </c:pt>
                <c:pt idx="937">
                  <c:v>43496</c:v>
                </c:pt>
                <c:pt idx="938">
                  <c:v>43497</c:v>
                </c:pt>
                <c:pt idx="939">
                  <c:v>43500</c:v>
                </c:pt>
                <c:pt idx="940">
                  <c:v>43501</c:v>
                </c:pt>
                <c:pt idx="941">
                  <c:v>43502</c:v>
                </c:pt>
                <c:pt idx="942">
                  <c:v>43503</c:v>
                </c:pt>
                <c:pt idx="943">
                  <c:v>43504</c:v>
                </c:pt>
                <c:pt idx="944">
                  <c:v>43507</c:v>
                </c:pt>
                <c:pt idx="945">
                  <c:v>43508</c:v>
                </c:pt>
                <c:pt idx="946">
                  <c:v>43509</c:v>
                </c:pt>
                <c:pt idx="947">
                  <c:v>43510</c:v>
                </c:pt>
                <c:pt idx="948">
                  <c:v>43511</c:v>
                </c:pt>
                <c:pt idx="949">
                  <c:v>43516</c:v>
                </c:pt>
                <c:pt idx="950">
                  <c:v>43517</c:v>
                </c:pt>
                <c:pt idx="951">
                  <c:v>43518</c:v>
                </c:pt>
                <c:pt idx="952">
                  <c:v>43521</c:v>
                </c:pt>
                <c:pt idx="953">
                  <c:v>43522</c:v>
                </c:pt>
                <c:pt idx="954">
                  <c:v>43523</c:v>
                </c:pt>
                <c:pt idx="955">
                  <c:v>43524</c:v>
                </c:pt>
                <c:pt idx="956">
                  <c:v>43525</c:v>
                </c:pt>
                <c:pt idx="957">
                  <c:v>43529</c:v>
                </c:pt>
                <c:pt idx="958">
                  <c:v>43530</c:v>
                </c:pt>
                <c:pt idx="959">
                  <c:v>43531</c:v>
                </c:pt>
                <c:pt idx="960">
                  <c:v>43532</c:v>
                </c:pt>
                <c:pt idx="961">
                  <c:v>43535</c:v>
                </c:pt>
                <c:pt idx="962">
                  <c:v>43536</c:v>
                </c:pt>
                <c:pt idx="963">
                  <c:v>43537</c:v>
                </c:pt>
                <c:pt idx="964">
                  <c:v>43538</c:v>
                </c:pt>
                <c:pt idx="965">
                  <c:v>43539</c:v>
                </c:pt>
                <c:pt idx="966">
                  <c:v>43542</c:v>
                </c:pt>
                <c:pt idx="967">
                  <c:v>43543</c:v>
                </c:pt>
                <c:pt idx="968">
                  <c:v>43544</c:v>
                </c:pt>
                <c:pt idx="969">
                  <c:v>43546</c:v>
                </c:pt>
                <c:pt idx="970">
                  <c:v>43549</c:v>
                </c:pt>
                <c:pt idx="971">
                  <c:v>43550</c:v>
                </c:pt>
                <c:pt idx="972">
                  <c:v>43551</c:v>
                </c:pt>
                <c:pt idx="973">
                  <c:v>43552</c:v>
                </c:pt>
                <c:pt idx="974">
                  <c:v>43553</c:v>
                </c:pt>
                <c:pt idx="975">
                  <c:v>43557</c:v>
                </c:pt>
                <c:pt idx="976">
                  <c:v>43558</c:v>
                </c:pt>
                <c:pt idx="977">
                  <c:v>43559</c:v>
                </c:pt>
                <c:pt idx="978">
                  <c:v>43560</c:v>
                </c:pt>
                <c:pt idx="979">
                  <c:v>43563</c:v>
                </c:pt>
                <c:pt idx="980">
                  <c:v>43564</c:v>
                </c:pt>
                <c:pt idx="981">
                  <c:v>43565</c:v>
                </c:pt>
                <c:pt idx="982">
                  <c:v>43566</c:v>
                </c:pt>
                <c:pt idx="983">
                  <c:v>43567</c:v>
                </c:pt>
                <c:pt idx="984">
                  <c:v>43570</c:v>
                </c:pt>
                <c:pt idx="985">
                  <c:v>43571</c:v>
                </c:pt>
                <c:pt idx="986">
                  <c:v>43573</c:v>
                </c:pt>
                <c:pt idx="987">
                  <c:v>43577</c:v>
                </c:pt>
                <c:pt idx="988">
                  <c:v>43578</c:v>
                </c:pt>
                <c:pt idx="989">
                  <c:v>43579</c:v>
                </c:pt>
                <c:pt idx="990">
                  <c:v>43580</c:v>
                </c:pt>
                <c:pt idx="991">
                  <c:v>43581</c:v>
                </c:pt>
                <c:pt idx="992">
                  <c:v>43585</c:v>
                </c:pt>
                <c:pt idx="993">
                  <c:v>43587</c:v>
                </c:pt>
                <c:pt idx="994">
                  <c:v>43588</c:v>
                </c:pt>
                <c:pt idx="995">
                  <c:v>43591</c:v>
                </c:pt>
                <c:pt idx="996">
                  <c:v>43592</c:v>
                </c:pt>
                <c:pt idx="997">
                  <c:v>43593</c:v>
                </c:pt>
                <c:pt idx="998">
                  <c:v>43594</c:v>
                </c:pt>
                <c:pt idx="999">
                  <c:v>43595</c:v>
                </c:pt>
                <c:pt idx="1000">
                  <c:v>43598</c:v>
                </c:pt>
                <c:pt idx="1001">
                  <c:v>43599</c:v>
                </c:pt>
                <c:pt idx="1002">
                  <c:v>43600</c:v>
                </c:pt>
                <c:pt idx="1003">
                  <c:v>43601</c:v>
                </c:pt>
                <c:pt idx="1004">
                  <c:v>43602</c:v>
                </c:pt>
                <c:pt idx="1005">
                  <c:v>43605</c:v>
                </c:pt>
                <c:pt idx="1006">
                  <c:v>43606</c:v>
                </c:pt>
                <c:pt idx="1007">
                  <c:v>43607</c:v>
                </c:pt>
                <c:pt idx="1008">
                  <c:v>43608</c:v>
                </c:pt>
                <c:pt idx="1009">
                  <c:v>43609</c:v>
                </c:pt>
                <c:pt idx="1010">
                  <c:v>43613</c:v>
                </c:pt>
                <c:pt idx="1011">
                  <c:v>43614</c:v>
                </c:pt>
                <c:pt idx="1012">
                  <c:v>43615</c:v>
                </c:pt>
                <c:pt idx="1013">
                  <c:v>43616</c:v>
                </c:pt>
                <c:pt idx="1014">
                  <c:v>43619</c:v>
                </c:pt>
                <c:pt idx="1015">
                  <c:v>43620</c:v>
                </c:pt>
                <c:pt idx="1016">
                  <c:v>43622</c:v>
                </c:pt>
                <c:pt idx="1017">
                  <c:v>43623</c:v>
                </c:pt>
                <c:pt idx="1018">
                  <c:v>43626</c:v>
                </c:pt>
                <c:pt idx="1019">
                  <c:v>43627</c:v>
                </c:pt>
                <c:pt idx="1020">
                  <c:v>43628</c:v>
                </c:pt>
                <c:pt idx="1021">
                  <c:v>43629</c:v>
                </c:pt>
                <c:pt idx="1022">
                  <c:v>43630</c:v>
                </c:pt>
                <c:pt idx="1023">
                  <c:v>43633</c:v>
                </c:pt>
                <c:pt idx="1024">
                  <c:v>43634</c:v>
                </c:pt>
                <c:pt idx="1025">
                  <c:v>43635</c:v>
                </c:pt>
                <c:pt idx="1026">
                  <c:v>43636</c:v>
                </c:pt>
                <c:pt idx="1027">
                  <c:v>43637</c:v>
                </c:pt>
                <c:pt idx="1028">
                  <c:v>43640</c:v>
                </c:pt>
                <c:pt idx="1029">
                  <c:v>43641</c:v>
                </c:pt>
                <c:pt idx="1030">
                  <c:v>43642</c:v>
                </c:pt>
                <c:pt idx="1031">
                  <c:v>43643</c:v>
                </c:pt>
                <c:pt idx="1032">
                  <c:v>43644</c:v>
                </c:pt>
                <c:pt idx="1033">
                  <c:v>43647</c:v>
                </c:pt>
                <c:pt idx="1034">
                  <c:v>43648</c:v>
                </c:pt>
                <c:pt idx="1035">
                  <c:v>43649</c:v>
                </c:pt>
                <c:pt idx="1036">
                  <c:v>43654</c:v>
                </c:pt>
                <c:pt idx="1037">
                  <c:v>43655</c:v>
                </c:pt>
                <c:pt idx="1038">
                  <c:v>43656</c:v>
                </c:pt>
                <c:pt idx="1039">
                  <c:v>43657</c:v>
                </c:pt>
                <c:pt idx="1040">
                  <c:v>43658</c:v>
                </c:pt>
                <c:pt idx="1041">
                  <c:v>43661</c:v>
                </c:pt>
                <c:pt idx="1042">
                  <c:v>43662</c:v>
                </c:pt>
                <c:pt idx="1043">
                  <c:v>43663</c:v>
                </c:pt>
                <c:pt idx="1044">
                  <c:v>43664</c:v>
                </c:pt>
                <c:pt idx="1045">
                  <c:v>43665</c:v>
                </c:pt>
                <c:pt idx="1046">
                  <c:v>43668</c:v>
                </c:pt>
                <c:pt idx="1047">
                  <c:v>43669</c:v>
                </c:pt>
                <c:pt idx="1048">
                  <c:v>43670</c:v>
                </c:pt>
                <c:pt idx="1049">
                  <c:v>43671</c:v>
                </c:pt>
                <c:pt idx="1050">
                  <c:v>43672</c:v>
                </c:pt>
                <c:pt idx="1051">
                  <c:v>43675</c:v>
                </c:pt>
                <c:pt idx="1052">
                  <c:v>43676</c:v>
                </c:pt>
                <c:pt idx="1053">
                  <c:v>43677</c:v>
                </c:pt>
                <c:pt idx="1054">
                  <c:v>43678</c:v>
                </c:pt>
                <c:pt idx="1055">
                  <c:v>43679</c:v>
                </c:pt>
                <c:pt idx="1056">
                  <c:v>43682</c:v>
                </c:pt>
                <c:pt idx="1057">
                  <c:v>43683</c:v>
                </c:pt>
                <c:pt idx="1058">
                  <c:v>43684</c:v>
                </c:pt>
                <c:pt idx="1059">
                  <c:v>43685</c:v>
                </c:pt>
                <c:pt idx="1060">
                  <c:v>43686</c:v>
                </c:pt>
                <c:pt idx="1061">
                  <c:v>43690</c:v>
                </c:pt>
                <c:pt idx="1062">
                  <c:v>43691</c:v>
                </c:pt>
                <c:pt idx="1063">
                  <c:v>43693</c:v>
                </c:pt>
                <c:pt idx="1064">
                  <c:v>43696</c:v>
                </c:pt>
                <c:pt idx="1065">
                  <c:v>43697</c:v>
                </c:pt>
                <c:pt idx="1066">
                  <c:v>43698</c:v>
                </c:pt>
                <c:pt idx="1067">
                  <c:v>43699</c:v>
                </c:pt>
                <c:pt idx="1068">
                  <c:v>43700</c:v>
                </c:pt>
                <c:pt idx="1069">
                  <c:v>43703</c:v>
                </c:pt>
                <c:pt idx="1070">
                  <c:v>43704</c:v>
                </c:pt>
                <c:pt idx="1071">
                  <c:v>43705</c:v>
                </c:pt>
                <c:pt idx="1072">
                  <c:v>43706</c:v>
                </c:pt>
                <c:pt idx="1073">
                  <c:v>43707</c:v>
                </c:pt>
                <c:pt idx="1074">
                  <c:v>43711</c:v>
                </c:pt>
                <c:pt idx="1075">
                  <c:v>43712</c:v>
                </c:pt>
                <c:pt idx="1076">
                  <c:v>43713</c:v>
                </c:pt>
                <c:pt idx="1077">
                  <c:v>43714</c:v>
                </c:pt>
                <c:pt idx="1078">
                  <c:v>43717</c:v>
                </c:pt>
                <c:pt idx="1079">
                  <c:v>43719</c:v>
                </c:pt>
                <c:pt idx="1080">
                  <c:v>43720</c:v>
                </c:pt>
                <c:pt idx="1081">
                  <c:v>43721</c:v>
                </c:pt>
                <c:pt idx="1082">
                  <c:v>43724</c:v>
                </c:pt>
                <c:pt idx="1083">
                  <c:v>43725</c:v>
                </c:pt>
                <c:pt idx="1084">
                  <c:v>43726</c:v>
                </c:pt>
                <c:pt idx="1085">
                  <c:v>43727</c:v>
                </c:pt>
                <c:pt idx="1086">
                  <c:v>43728</c:v>
                </c:pt>
                <c:pt idx="1087">
                  <c:v>43731</c:v>
                </c:pt>
                <c:pt idx="1088">
                  <c:v>43732</c:v>
                </c:pt>
                <c:pt idx="1089">
                  <c:v>43733</c:v>
                </c:pt>
                <c:pt idx="1090">
                  <c:v>43734</c:v>
                </c:pt>
                <c:pt idx="1091">
                  <c:v>43735</c:v>
                </c:pt>
                <c:pt idx="1092">
                  <c:v>43738</c:v>
                </c:pt>
                <c:pt idx="1093">
                  <c:v>43739</c:v>
                </c:pt>
                <c:pt idx="1094">
                  <c:v>43741</c:v>
                </c:pt>
                <c:pt idx="1095">
                  <c:v>43742</c:v>
                </c:pt>
                <c:pt idx="1096">
                  <c:v>43745</c:v>
                </c:pt>
                <c:pt idx="1097">
                  <c:v>43747</c:v>
                </c:pt>
                <c:pt idx="1098">
                  <c:v>43748</c:v>
                </c:pt>
                <c:pt idx="1099">
                  <c:v>43749</c:v>
                </c:pt>
                <c:pt idx="1100">
                  <c:v>43753</c:v>
                </c:pt>
                <c:pt idx="1101">
                  <c:v>43754</c:v>
                </c:pt>
                <c:pt idx="1102">
                  <c:v>43755</c:v>
                </c:pt>
                <c:pt idx="1103">
                  <c:v>43756</c:v>
                </c:pt>
                <c:pt idx="1104">
                  <c:v>43760</c:v>
                </c:pt>
                <c:pt idx="1105">
                  <c:v>43761</c:v>
                </c:pt>
                <c:pt idx="1106">
                  <c:v>43762</c:v>
                </c:pt>
                <c:pt idx="1107">
                  <c:v>43763</c:v>
                </c:pt>
                <c:pt idx="1108">
                  <c:v>43767</c:v>
                </c:pt>
                <c:pt idx="1109">
                  <c:v>43768</c:v>
                </c:pt>
                <c:pt idx="1110">
                  <c:v>43769</c:v>
                </c:pt>
                <c:pt idx="1111">
                  <c:v>43770</c:v>
                </c:pt>
                <c:pt idx="1112">
                  <c:v>43773</c:v>
                </c:pt>
                <c:pt idx="1113">
                  <c:v>43774</c:v>
                </c:pt>
                <c:pt idx="1114">
                  <c:v>43775</c:v>
                </c:pt>
                <c:pt idx="1115">
                  <c:v>43776</c:v>
                </c:pt>
                <c:pt idx="1116">
                  <c:v>43777</c:v>
                </c:pt>
                <c:pt idx="1117">
                  <c:v>43780</c:v>
                </c:pt>
                <c:pt idx="1118">
                  <c:v>43782</c:v>
                </c:pt>
                <c:pt idx="1119">
                  <c:v>43783</c:v>
                </c:pt>
                <c:pt idx="1120">
                  <c:v>43784</c:v>
                </c:pt>
                <c:pt idx="1121">
                  <c:v>43787</c:v>
                </c:pt>
                <c:pt idx="1122">
                  <c:v>43788</c:v>
                </c:pt>
                <c:pt idx="1123">
                  <c:v>43789</c:v>
                </c:pt>
                <c:pt idx="1124">
                  <c:v>43790</c:v>
                </c:pt>
                <c:pt idx="1125">
                  <c:v>43791</c:v>
                </c:pt>
                <c:pt idx="1126">
                  <c:v>43794</c:v>
                </c:pt>
                <c:pt idx="1127">
                  <c:v>43795</c:v>
                </c:pt>
                <c:pt idx="1128">
                  <c:v>43796</c:v>
                </c:pt>
                <c:pt idx="1129">
                  <c:v>43801</c:v>
                </c:pt>
                <c:pt idx="1130">
                  <c:v>43802</c:v>
                </c:pt>
                <c:pt idx="1131">
                  <c:v>43803</c:v>
                </c:pt>
                <c:pt idx="1132">
                  <c:v>43804</c:v>
                </c:pt>
                <c:pt idx="1133">
                  <c:v>43805</c:v>
                </c:pt>
                <c:pt idx="1134">
                  <c:v>43808</c:v>
                </c:pt>
                <c:pt idx="1135">
                  <c:v>43809</c:v>
                </c:pt>
                <c:pt idx="1136">
                  <c:v>43810</c:v>
                </c:pt>
                <c:pt idx="1137">
                  <c:v>43811</c:v>
                </c:pt>
                <c:pt idx="1138">
                  <c:v>43812</c:v>
                </c:pt>
                <c:pt idx="1139">
                  <c:v>43815</c:v>
                </c:pt>
                <c:pt idx="1140">
                  <c:v>43816</c:v>
                </c:pt>
                <c:pt idx="1141">
                  <c:v>43817</c:v>
                </c:pt>
                <c:pt idx="1142">
                  <c:v>43818</c:v>
                </c:pt>
                <c:pt idx="1143">
                  <c:v>43819</c:v>
                </c:pt>
                <c:pt idx="1144">
                  <c:v>43822</c:v>
                </c:pt>
                <c:pt idx="1145">
                  <c:v>43825</c:v>
                </c:pt>
                <c:pt idx="1146">
                  <c:v>43826</c:v>
                </c:pt>
                <c:pt idx="1147">
                  <c:v>43829</c:v>
                </c:pt>
                <c:pt idx="1148">
                  <c:v>43832</c:v>
                </c:pt>
                <c:pt idx="1149">
                  <c:v>43833</c:v>
                </c:pt>
                <c:pt idx="1150">
                  <c:v>43836</c:v>
                </c:pt>
                <c:pt idx="1151">
                  <c:v>43837</c:v>
                </c:pt>
                <c:pt idx="1152">
                  <c:v>43838</c:v>
                </c:pt>
                <c:pt idx="1153">
                  <c:v>43839</c:v>
                </c:pt>
                <c:pt idx="1154">
                  <c:v>43840</c:v>
                </c:pt>
                <c:pt idx="1155">
                  <c:v>43843</c:v>
                </c:pt>
                <c:pt idx="1156">
                  <c:v>43844</c:v>
                </c:pt>
                <c:pt idx="1157">
                  <c:v>43845</c:v>
                </c:pt>
                <c:pt idx="1158">
                  <c:v>43846</c:v>
                </c:pt>
                <c:pt idx="1159">
                  <c:v>43847</c:v>
                </c:pt>
                <c:pt idx="1160">
                  <c:v>43851</c:v>
                </c:pt>
                <c:pt idx="1161">
                  <c:v>43852</c:v>
                </c:pt>
                <c:pt idx="1162">
                  <c:v>43853</c:v>
                </c:pt>
                <c:pt idx="1163">
                  <c:v>43857</c:v>
                </c:pt>
                <c:pt idx="1164">
                  <c:v>43858</c:v>
                </c:pt>
                <c:pt idx="1165">
                  <c:v>43859</c:v>
                </c:pt>
                <c:pt idx="1166">
                  <c:v>43860</c:v>
                </c:pt>
                <c:pt idx="1167">
                  <c:v>43861</c:v>
                </c:pt>
                <c:pt idx="1168">
                  <c:v>43864</c:v>
                </c:pt>
                <c:pt idx="1169">
                  <c:v>43865</c:v>
                </c:pt>
                <c:pt idx="1170">
                  <c:v>43866</c:v>
                </c:pt>
                <c:pt idx="1171">
                  <c:v>43867</c:v>
                </c:pt>
                <c:pt idx="1172">
                  <c:v>43868</c:v>
                </c:pt>
                <c:pt idx="1173">
                  <c:v>43871</c:v>
                </c:pt>
                <c:pt idx="1174">
                  <c:v>43872</c:v>
                </c:pt>
                <c:pt idx="1175">
                  <c:v>43873</c:v>
                </c:pt>
                <c:pt idx="1176">
                  <c:v>43874</c:v>
                </c:pt>
                <c:pt idx="1177">
                  <c:v>43875</c:v>
                </c:pt>
                <c:pt idx="1178">
                  <c:v>43879</c:v>
                </c:pt>
                <c:pt idx="1179">
                  <c:v>43881</c:v>
                </c:pt>
                <c:pt idx="1180">
                  <c:v>43885</c:v>
                </c:pt>
                <c:pt idx="1181">
                  <c:v>43886</c:v>
                </c:pt>
                <c:pt idx="1182">
                  <c:v>43887</c:v>
                </c:pt>
                <c:pt idx="1183">
                  <c:v>43888</c:v>
                </c:pt>
                <c:pt idx="1184">
                  <c:v>43889</c:v>
                </c:pt>
                <c:pt idx="1185">
                  <c:v>43892</c:v>
                </c:pt>
                <c:pt idx="1186">
                  <c:v>43893</c:v>
                </c:pt>
                <c:pt idx="1187">
                  <c:v>43894</c:v>
                </c:pt>
                <c:pt idx="1188">
                  <c:v>43895</c:v>
                </c:pt>
                <c:pt idx="1189">
                  <c:v>43896</c:v>
                </c:pt>
                <c:pt idx="1190">
                  <c:v>43899</c:v>
                </c:pt>
                <c:pt idx="1191">
                  <c:v>43901</c:v>
                </c:pt>
                <c:pt idx="1192">
                  <c:v>43902</c:v>
                </c:pt>
                <c:pt idx="1193">
                  <c:v>43903</c:v>
                </c:pt>
                <c:pt idx="1194">
                  <c:v>43906</c:v>
                </c:pt>
                <c:pt idx="1195">
                  <c:v>43907</c:v>
                </c:pt>
                <c:pt idx="1196">
                  <c:v>43908</c:v>
                </c:pt>
                <c:pt idx="1197">
                  <c:v>43909</c:v>
                </c:pt>
                <c:pt idx="1198">
                  <c:v>43913</c:v>
                </c:pt>
                <c:pt idx="1199">
                  <c:v>43914</c:v>
                </c:pt>
                <c:pt idx="1200">
                  <c:v>43916</c:v>
                </c:pt>
                <c:pt idx="1201">
                  <c:v>43917</c:v>
                </c:pt>
                <c:pt idx="1202">
                  <c:v>43920</c:v>
                </c:pt>
                <c:pt idx="1203">
                  <c:v>43921</c:v>
                </c:pt>
                <c:pt idx="1204">
                  <c:v>43922</c:v>
                </c:pt>
                <c:pt idx="1205">
                  <c:v>43924</c:v>
                </c:pt>
                <c:pt idx="1206">
                  <c:v>43928</c:v>
                </c:pt>
                <c:pt idx="1207">
                  <c:v>43929</c:v>
                </c:pt>
                <c:pt idx="1208">
                  <c:v>43930</c:v>
                </c:pt>
                <c:pt idx="1209">
                  <c:v>43934</c:v>
                </c:pt>
                <c:pt idx="1210">
                  <c:v>43936</c:v>
                </c:pt>
                <c:pt idx="1211">
                  <c:v>43937</c:v>
                </c:pt>
                <c:pt idx="1212">
                  <c:v>43938</c:v>
                </c:pt>
                <c:pt idx="1213">
                  <c:v>43941</c:v>
                </c:pt>
                <c:pt idx="1214">
                  <c:v>43942</c:v>
                </c:pt>
                <c:pt idx="1215">
                  <c:v>43943</c:v>
                </c:pt>
                <c:pt idx="1216">
                  <c:v>43944</c:v>
                </c:pt>
                <c:pt idx="1217">
                  <c:v>43945</c:v>
                </c:pt>
                <c:pt idx="1218">
                  <c:v>43948</c:v>
                </c:pt>
                <c:pt idx="1219">
                  <c:v>43949</c:v>
                </c:pt>
                <c:pt idx="1220">
                  <c:v>43950</c:v>
                </c:pt>
                <c:pt idx="1221">
                  <c:v>43951</c:v>
                </c:pt>
                <c:pt idx="1222">
                  <c:v>43955</c:v>
                </c:pt>
                <c:pt idx="1223">
                  <c:v>43956</c:v>
                </c:pt>
                <c:pt idx="1224">
                  <c:v>43957</c:v>
                </c:pt>
                <c:pt idx="1225">
                  <c:v>43959</c:v>
                </c:pt>
                <c:pt idx="1226">
                  <c:v>43962</c:v>
                </c:pt>
                <c:pt idx="1227">
                  <c:v>43963</c:v>
                </c:pt>
                <c:pt idx="1228">
                  <c:v>43964</c:v>
                </c:pt>
                <c:pt idx="1229">
                  <c:v>43965</c:v>
                </c:pt>
                <c:pt idx="1230">
                  <c:v>43966</c:v>
                </c:pt>
                <c:pt idx="1231">
                  <c:v>43969</c:v>
                </c:pt>
                <c:pt idx="1232">
                  <c:v>43970</c:v>
                </c:pt>
                <c:pt idx="1233">
                  <c:v>43971</c:v>
                </c:pt>
                <c:pt idx="1234">
                  <c:v>43972</c:v>
                </c:pt>
                <c:pt idx="1235">
                  <c:v>43973</c:v>
                </c:pt>
                <c:pt idx="1236">
                  <c:v>43977</c:v>
                </c:pt>
                <c:pt idx="1237">
                  <c:v>43978</c:v>
                </c:pt>
                <c:pt idx="1238">
                  <c:v>43979</c:v>
                </c:pt>
                <c:pt idx="1239">
                  <c:v>43980</c:v>
                </c:pt>
                <c:pt idx="1240">
                  <c:v>43983</c:v>
                </c:pt>
                <c:pt idx="1241">
                  <c:v>43984</c:v>
                </c:pt>
                <c:pt idx="1242">
                  <c:v>43985</c:v>
                </c:pt>
                <c:pt idx="1243">
                  <c:v>43986</c:v>
                </c:pt>
                <c:pt idx="1244">
                  <c:v>43987</c:v>
                </c:pt>
                <c:pt idx="1245">
                  <c:v>43990</c:v>
                </c:pt>
                <c:pt idx="1246">
                  <c:v>43991</c:v>
                </c:pt>
                <c:pt idx="1247">
                  <c:v>43992</c:v>
                </c:pt>
                <c:pt idx="1248">
                  <c:v>43993</c:v>
                </c:pt>
                <c:pt idx="1249">
                  <c:v>43994</c:v>
                </c:pt>
                <c:pt idx="1250">
                  <c:v>43997</c:v>
                </c:pt>
                <c:pt idx="1251">
                  <c:v>43998</c:v>
                </c:pt>
                <c:pt idx="1252">
                  <c:v>43999</c:v>
                </c:pt>
                <c:pt idx="1253">
                  <c:v>44000</c:v>
                </c:pt>
                <c:pt idx="1254">
                  <c:v>44001</c:v>
                </c:pt>
                <c:pt idx="1255">
                  <c:v>44006</c:v>
                </c:pt>
                <c:pt idx="1256">
                  <c:v>44007</c:v>
                </c:pt>
                <c:pt idx="1257">
                  <c:v>44008</c:v>
                </c:pt>
                <c:pt idx="1258">
                  <c:v>44011</c:v>
                </c:pt>
                <c:pt idx="1259">
                  <c:v>44012</c:v>
                </c:pt>
                <c:pt idx="1260">
                  <c:v>44013</c:v>
                </c:pt>
                <c:pt idx="1261">
                  <c:v>44014</c:v>
                </c:pt>
                <c:pt idx="1262">
                  <c:v>44019</c:v>
                </c:pt>
                <c:pt idx="1263">
                  <c:v>44020</c:v>
                </c:pt>
                <c:pt idx="1264">
                  <c:v>44021</c:v>
                </c:pt>
                <c:pt idx="1265">
                  <c:v>44022</c:v>
                </c:pt>
                <c:pt idx="1266">
                  <c:v>44025</c:v>
                </c:pt>
                <c:pt idx="1267">
                  <c:v>44026</c:v>
                </c:pt>
                <c:pt idx="1268">
                  <c:v>44027</c:v>
                </c:pt>
                <c:pt idx="1269">
                  <c:v>44028</c:v>
                </c:pt>
                <c:pt idx="1270">
                  <c:v>44029</c:v>
                </c:pt>
                <c:pt idx="1271">
                  <c:v>44032</c:v>
                </c:pt>
                <c:pt idx="1272">
                  <c:v>44033</c:v>
                </c:pt>
                <c:pt idx="1273">
                  <c:v>44034</c:v>
                </c:pt>
                <c:pt idx="1274">
                  <c:v>44035</c:v>
                </c:pt>
                <c:pt idx="1275">
                  <c:v>44036</c:v>
                </c:pt>
                <c:pt idx="1276">
                  <c:v>44039</c:v>
                </c:pt>
                <c:pt idx="1277">
                  <c:v>44040</c:v>
                </c:pt>
                <c:pt idx="1278">
                  <c:v>44041</c:v>
                </c:pt>
                <c:pt idx="1279">
                  <c:v>44042</c:v>
                </c:pt>
                <c:pt idx="1280">
                  <c:v>44043</c:v>
                </c:pt>
                <c:pt idx="1281">
                  <c:v>44046</c:v>
                </c:pt>
                <c:pt idx="1282">
                  <c:v>44047</c:v>
                </c:pt>
                <c:pt idx="1283">
                  <c:v>44048</c:v>
                </c:pt>
                <c:pt idx="1284">
                  <c:v>44049</c:v>
                </c:pt>
                <c:pt idx="1285">
                  <c:v>44050</c:v>
                </c:pt>
                <c:pt idx="1286">
                  <c:v>44053</c:v>
                </c:pt>
                <c:pt idx="1287">
                  <c:v>44054</c:v>
                </c:pt>
                <c:pt idx="1288">
                  <c:v>44055</c:v>
                </c:pt>
                <c:pt idx="1289">
                  <c:v>44056</c:v>
                </c:pt>
                <c:pt idx="1290">
                  <c:v>44057</c:v>
                </c:pt>
                <c:pt idx="1291">
                  <c:v>44060</c:v>
                </c:pt>
                <c:pt idx="1292">
                  <c:v>44061</c:v>
                </c:pt>
                <c:pt idx="1293">
                  <c:v>44062</c:v>
                </c:pt>
                <c:pt idx="1294">
                  <c:v>44063</c:v>
                </c:pt>
                <c:pt idx="1295">
                  <c:v>44064</c:v>
                </c:pt>
                <c:pt idx="1296">
                  <c:v>44067</c:v>
                </c:pt>
                <c:pt idx="1297">
                  <c:v>44068</c:v>
                </c:pt>
                <c:pt idx="1298">
                  <c:v>44069</c:v>
                </c:pt>
                <c:pt idx="1299">
                  <c:v>44070</c:v>
                </c:pt>
                <c:pt idx="1300">
                  <c:v>44071</c:v>
                </c:pt>
                <c:pt idx="1301">
                  <c:v>44074</c:v>
                </c:pt>
                <c:pt idx="1302">
                  <c:v>44075</c:v>
                </c:pt>
                <c:pt idx="1303">
                  <c:v>44076</c:v>
                </c:pt>
                <c:pt idx="1304">
                  <c:v>44077</c:v>
                </c:pt>
                <c:pt idx="1305">
                  <c:v>44082</c:v>
                </c:pt>
                <c:pt idx="1306">
                  <c:v>44083</c:v>
                </c:pt>
                <c:pt idx="1307">
                  <c:v>44084</c:v>
                </c:pt>
                <c:pt idx="1308">
                  <c:v>44085</c:v>
                </c:pt>
                <c:pt idx="1309">
                  <c:v>44088</c:v>
                </c:pt>
                <c:pt idx="1310">
                  <c:v>44089</c:v>
                </c:pt>
                <c:pt idx="1311">
                  <c:v>44090</c:v>
                </c:pt>
                <c:pt idx="1312">
                  <c:v>44091</c:v>
                </c:pt>
                <c:pt idx="1313">
                  <c:v>44092</c:v>
                </c:pt>
                <c:pt idx="1314">
                  <c:v>44095</c:v>
                </c:pt>
                <c:pt idx="1315">
                  <c:v>44096</c:v>
                </c:pt>
                <c:pt idx="1316">
                  <c:v>44097</c:v>
                </c:pt>
                <c:pt idx="1317">
                  <c:v>44098</c:v>
                </c:pt>
                <c:pt idx="1318">
                  <c:v>44099</c:v>
                </c:pt>
                <c:pt idx="1319">
                  <c:v>44102</c:v>
                </c:pt>
                <c:pt idx="1320">
                  <c:v>44103</c:v>
                </c:pt>
                <c:pt idx="1321">
                  <c:v>44104</c:v>
                </c:pt>
                <c:pt idx="1322">
                  <c:v>44105</c:v>
                </c:pt>
                <c:pt idx="1323">
                  <c:v>44109</c:v>
                </c:pt>
                <c:pt idx="1324">
                  <c:v>44110</c:v>
                </c:pt>
                <c:pt idx="1325">
                  <c:v>44111</c:v>
                </c:pt>
                <c:pt idx="1326">
                  <c:v>44112</c:v>
                </c:pt>
                <c:pt idx="1327">
                  <c:v>44113</c:v>
                </c:pt>
                <c:pt idx="1328">
                  <c:v>44117</c:v>
                </c:pt>
                <c:pt idx="1329">
                  <c:v>44118</c:v>
                </c:pt>
                <c:pt idx="1330">
                  <c:v>44119</c:v>
                </c:pt>
                <c:pt idx="1331">
                  <c:v>44120</c:v>
                </c:pt>
                <c:pt idx="1332">
                  <c:v>44123</c:v>
                </c:pt>
                <c:pt idx="1333">
                  <c:v>44124</c:v>
                </c:pt>
                <c:pt idx="1334">
                  <c:v>44125</c:v>
                </c:pt>
                <c:pt idx="1335">
                  <c:v>44126</c:v>
                </c:pt>
                <c:pt idx="1336">
                  <c:v>44127</c:v>
                </c:pt>
                <c:pt idx="1337">
                  <c:v>44130</c:v>
                </c:pt>
                <c:pt idx="1338">
                  <c:v>44131</c:v>
                </c:pt>
                <c:pt idx="1339">
                  <c:v>44132</c:v>
                </c:pt>
                <c:pt idx="1340">
                  <c:v>44133</c:v>
                </c:pt>
                <c:pt idx="1341">
                  <c:v>44137</c:v>
                </c:pt>
                <c:pt idx="1342">
                  <c:v>44138</c:v>
                </c:pt>
                <c:pt idx="1343">
                  <c:v>44139</c:v>
                </c:pt>
                <c:pt idx="1344">
                  <c:v>44140</c:v>
                </c:pt>
                <c:pt idx="1345">
                  <c:v>44141</c:v>
                </c:pt>
                <c:pt idx="1346">
                  <c:v>44144</c:v>
                </c:pt>
                <c:pt idx="1347">
                  <c:v>44145</c:v>
                </c:pt>
                <c:pt idx="1348">
                  <c:v>44146</c:v>
                </c:pt>
                <c:pt idx="1349">
                  <c:v>44147</c:v>
                </c:pt>
                <c:pt idx="1350">
                  <c:v>44148</c:v>
                </c:pt>
                <c:pt idx="1351">
                  <c:v>44152</c:v>
                </c:pt>
                <c:pt idx="1352">
                  <c:v>44153</c:v>
                </c:pt>
                <c:pt idx="1353">
                  <c:v>44154</c:v>
                </c:pt>
                <c:pt idx="1354">
                  <c:v>44155</c:v>
                </c:pt>
                <c:pt idx="1355">
                  <c:v>44158</c:v>
                </c:pt>
                <c:pt idx="1356">
                  <c:v>44159</c:v>
                </c:pt>
                <c:pt idx="1357">
                  <c:v>44160</c:v>
                </c:pt>
                <c:pt idx="1358">
                  <c:v>44166</c:v>
                </c:pt>
                <c:pt idx="1359">
                  <c:v>44167</c:v>
                </c:pt>
                <c:pt idx="1360">
                  <c:v>44168</c:v>
                </c:pt>
                <c:pt idx="1361">
                  <c:v>44169</c:v>
                </c:pt>
                <c:pt idx="1362">
                  <c:v>44172</c:v>
                </c:pt>
                <c:pt idx="1363">
                  <c:v>44173</c:v>
                </c:pt>
                <c:pt idx="1364">
                  <c:v>44174</c:v>
                </c:pt>
                <c:pt idx="1365">
                  <c:v>44175</c:v>
                </c:pt>
                <c:pt idx="1366">
                  <c:v>44176</c:v>
                </c:pt>
                <c:pt idx="1367">
                  <c:v>44179</c:v>
                </c:pt>
                <c:pt idx="1368">
                  <c:v>44180</c:v>
                </c:pt>
                <c:pt idx="1369">
                  <c:v>44181</c:v>
                </c:pt>
                <c:pt idx="1370">
                  <c:v>44182</c:v>
                </c:pt>
                <c:pt idx="1371">
                  <c:v>44183</c:v>
                </c:pt>
                <c:pt idx="1372">
                  <c:v>44186</c:v>
                </c:pt>
                <c:pt idx="1373">
                  <c:v>44187</c:v>
                </c:pt>
                <c:pt idx="1374">
                  <c:v>44188</c:v>
                </c:pt>
                <c:pt idx="1375">
                  <c:v>44200</c:v>
                </c:pt>
                <c:pt idx="1376">
                  <c:v>44201</c:v>
                </c:pt>
                <c:pt idx="1377">
                  <c:v>44202</c:v>
                </c:pt>
                <c:pt idx="1378">
                  <c:v>44203</c:v>
                </c:pt>
                <c:pt idx="1379">
                  <c:v>44204</c:v>
                </c:pt>
                <c:pt idx="1380">
                  <c:v>44207</c:v>
                </c:pt>
                <c:pt idx="1381">
                  <c:v>44208</c:v>
                </c:pt>
                <c:pt idx="1382">
                  <c:v>44209</c:v>
                </c:pt>
                <c:pt idx="1383">
                  <c:v>44210</c:v>
                </c:pt>
                <c:pt idx="1384">
                  <c:v>44211</c:v>
                </c:pt>
                <c:pt idx="1385">
                  <c:v>44215</c:v>
                </c:pt>
                <c:pt idx="1386">
                  <c:v>44216</c:v>
                </c:pt>
                <c:pt idx="1387">
                  <c:v>44217</c:v>
                </c:pt>
                <c:pt idx="1388">
                  <c:v>44218</c:v>
                </c:pt>
                <c:pt idx="1389">
                  <c:v>44221</c:v>
                </c:pt>
                <c:pt idx="1390">
                  <c:v>44223</c:v>
                </c:pt>
                <c:pt idx="1391">
                  <c:v>44224</c:v>
                </c:pt>
                <c:pt idx="1392">
                  <c:v>44225</c:v>
                </c:pt>
                <c:pt idx="1393">
                  <c:v>44228</c:v>
                </c:pt>
                <c:pt idx="1394">
                  <c:v>44229</c:v>
                </c:pt>
                <c:pt idx="1395">
                  <c:v>44230</c:v>
                </c:pt>
                <c:pt idx="1396">
                  <c:v>44231</c:v>
                </c:pt>
                <c:pt idx="1397">
                  <c:v>44232</c:v>
                </c:pt>
                <c:pt idx="1398">
                  <c:v>44235</c:v>
                </c:pt>
                <c:pt idx="1399">
                  <c:v>44236</c:v>
                </c:pt>
                <c:pt idx="1400">
                  <c:v>44237</c:v>
                </c:pt>
                <c:pt idx="1401">
                  <c:v>44238</c:v>
                </c:pt>
                <c:pt idx="1402">
                  <c:v>44239</c:v>
                </c:pt>
                <c:pt idx="1403">
                  <c:v>44243</c:v>
                </c:pt>
                <c:pt idx="1404">
                  <c:v>44244</c:v>
                </c:pt>
                <c:pt idx="1405">
                  <c:v>44245</c:v>
                </c:pt>
                <c:pt idx="1406">
                  <c:v>44249</c:v>
                </c:pt>
                <c:pt idx="1407">
                  <c:v>44250</c:v>
                </c:pt>
                <c:pt idx="1408">
                  <c:v>44251</c:v>
                </c:pt>
                <c:pt idx="1409">
                  <c:v>44252</c:v>
                </c:pt>
                <c:pt idx="1410">
                  <c:v>44253</c:v>
                </c:pt>
                <c:pt idx="1411">
                  <c:v>44256</c:v>
                </c:pt>
                <c:pt idx="1412">
                  <c:v>44257</c:v>
                </c:pt>
                <c:pt idx="1413">
                  <c:v>44258</c:v>
                </c:pt>
                <c:pt idx="1414">
                  <c:v>44259</c:v>
                </c:pt>
                <c:pt idx="1415">
                  <c:v>44260</c:v>
                </c:pt>
                <c:pt idx="1416">
                  <c:v>44263</c:v>
                </c:pt>
                <c:pt idx="1417">
                  <c:v>44264</c:v>
                </c:pt>
                <c:pt idx="1418">
                  <c:v>44265</c:v>
                </c:pt>
                <c:pt idx="1419">
                  <c:v>44267</c:v>
                </c:pt>
                <c:pt idx="1420">
                  <c:v>44270</c:v>
                </c:pt>
                <c:pt idx="1421">
                  <c:v>44271</c:v>
                </c:pt>
                <c:pt idx="1422">
                  <c:v>44272</c:v>
                </c:pt>
                <c:pt idx="1423">
                  <c:v>44273</c:v>
                </c:pt>
                <c:pt idx="1424">
                  <c:v>44274</c:v>
                </c:pt>
                <c:pt idx="1425">
                  <c:v>44277</c:v>
                </c:pt>
                <c:pt idx="1426">
                  <c:v>44278</c:v>
                </c:pt>
                <c:pt idx="1427">
                  <c:v>44279</c:v>
                </c:pt>
                <c:pt idx="1428">
                  <c:v>44280</c:v>
                </c:pt>
                <c:pt idx="1429">
                  <c:v>44281</c:v>
                </c:pt>
                <c:pt idx="1430">
                  <c:v>44285</c:v>
                </c:pt>
                <c:pt idx="1431">
                  <c:v>44286</c:v>
                </c:pt>
                <c:pt idx="1432">
                  <c:v>44287</c:v>
                </c:pt>
                <c:pt idx="1433">
                  <c:v>44291</c:v>
                </c:pt>
                <c:pt idx="1434">
                  <c:v>44292</c:v>
                </c:pt>
                <c:pt idx="1435">
                  <c:v>44293</c:v>
                </c:pt>
                <c:pt idx="1436">
                  <c:v>44294</c:v>
                </c:pt>
                <c:pt idx="1437">
                  <c:v>44295</c:v>
                </c:pt>
                <c:pt idx="1438">
                  <c:v>44298</c:v>
                </c:pt>
                <c:pt idx="1439">
                  <c:v>44301</c:v>
                </c:pt>
                <c:pt idx="1440">
                  <c:v>44302</c:v>
                </c:pt>
                <c:pt idx="1441">
                  <c:v>44305</c:v>
                </c:pt>
                <c:pt idx="1442">
                  <c:v>44306</c:v>
                </c:pt>
                <c:pt idx="1443">
                  <c:v>44308</c:v>
                </c:pt>
                <c:pt idx="1444">
                  <c:v>44309</c:v>
                </c:pt>
                <c:pt idx="1445">
                  <c:v>44312</c:v>
                </c:pt>
                <c:pt idx="1446">
                  <c:v>44313</c:v>
                </c:pt>
                <c:pt idx="1447">
                  <c:v>44314</c:v>
                </c:pt>
                <c:pt idx="1448">
                  <c:v>44315</c:v>
                </c:pt>
                <c:pt idx="1449">
                  <c:v>44316</c:v>
                </c:pt>
                <c:pt idx="1450">
                  <c:v>44319</c:v>
                </c:pt>
                <c:pt idx="1451">
                  <c:v>44320</c:v>
                </c:pt>
                <c:pt idx="1452">
                  <c:v>44321</c:v>
                </c:pt>
                <c:pt idx="1453">
                  <c:v>44322</c:v>
                </c:pt>
                <c:pt idx="1454">
                  <c:v>44323</c:v>
                </c:pt>
                <c:pt idx="1455">
                  <c:v>44326</c:v>
                </c:pt>
                <c:pt idx="1456">
                  <c:v>44327</c:v>
                </c:pt>
                <c:pt idx="1457">
                  <c:v>44328</c:v>
                </c:pt>
                <c:pt idx="1458">
                  <c:v>44330</c:v>
                </c:pt>
                <c:pt idx="1459">
                  <c:v>44333</c:v>
                </c:pt>
                <c:pt idx="1460">
                  <c:v>44334</c:v>
                </c:pt>
                <c:pt idx="1461">
                  <c:v>44335</c:v>
                </c:pt>
                <c:pt idx="1462">
                  <c:v>44336</c:v>
                </c:pt>
                <c:pt idx="1463">
                  <c:v>44337</c:v>
                </c:pt>
                <c:pt idx="1464">
                  <c:v>44340</c:v>
                </c:pt>
                <c:pt idx="1465">
                  <c:v>44341</c:v>
                </c:pt>
                <c:pt idx="1466">
                  <c:v>44343</c:v>
                </c:pt>
                <c:pt idx="1467">
                  <c:v>44348</c:v>
                </c:pt>
                <c:pt idx="1468">
                  <c:v>44349</c:v>
                </c:pt>
                <c:pt idx="1469">
                  <c:v>44350</c:v>
                </c:pt>
                <c:pt idx="1470">
                  <c:v>44351</c:v>
                </c:pt>
                <c:pt idx="1471">
                  <c:v>44354</c:v>
                </c:pt>
                <c:pt idx="1472">
                  <c:v>44355</c:v>
                </c:pt>
                <c:pt idx="1473">
                  <c:v>44356</c:v>
                </c:pt>
                <c:pt idx="1474">
                  <c:v>44357</c:v>
                </c:pt>
                <c:pt idx="1475">
                  <c:v>44358</c:v>
                </c:pt>
                <c:pt idx="1476">
                  <c:v>44361</c:v>
                </c:pt>
                <c:pt idx="1477">
                  <c:v>44362</c:v>
                </c:pt>
                <c:pt idx="1478">
                  <c:v>44363</c:v>
                </c:pt>
                <c:pt idx="1479">
                  <c:v>44364</c:v>
                </c:pt>
                <c:pt idx="1480">
                  <c:v>44365</c:v>
                </c:pt>
                <c:pt idx="1481">
                  <c:v>44368</c:v>
                </c:pt>
                <c:pt idx="1482">
                  <c:v>44369</c:v>
                </c:pt>
                <c:pt idx="1483">
                  <c:v>44370</c:v>
                </c:pt>
                <c:pt idx="1484">
                  <c:v>44371</c:v>
                </c:pt>
                <c:pt idx="1485">
                  <c:v>44372</c:v>
                </c:pt>
                <c:pt idx="1486">
                  <c:v>44375</c:v>
                </c:pt>
                <c:pt idx="1487">
                  <c:v>44376</c:v>
                </c:pt>
                <c:pt idx="1488">
                  <c:v>44377</c:v>
                </c:pt>
                <c:pt idx="1489">
                  <c:v>44378</c:v>
                </c:pt>
                <c:pt idx="1490">
                  <c:v>44383</c:v>
                </c:pt>
                <c:pt idx="1491">
                  <c:v>44384</c:v>
                </c:pt>
                <c:pt idx="1492">
                  <c:v>44385</c:v>
                </c:pt>
                <c:pt idx="1493">
                  <c:v>44386</c:v>
                </c:pt>
                <c:pt idx="1494">
                  <c:v>44389</c:v>
                </c:pt>
                <c:pt idx="1495">
                  <c:v>44390</c:v>
                </c:pt>
                <c:pt idx="1496">
                  <c:v>44391</c:v>
                </c:pt>
                <c:pt idx="1497">
                  <c:v>44392</c:v>
                </c:pt>
                <c:pt idx="1498">
                  <c:v>44393</c:v>
                </c:pt>
                <c:pt idx="1499">
                  <c:v>44396</c:v>
                </c:pt>
                <c:pt idx="1500">
                  <c:v>44397</c:v>
                </c:pt>
                <c:pt idx="1501">
                  <c:v>44399</c:v>
                </c:pt>
                <c:pt idx="1502">
                  <c:v>44400</c:v>
                </c:pt>
                <c:pt idx="1503">
                  <c:v>44403</c:v>
                </c:pt>
                <c:pt idx="1504">
                  <c:v>44404</c:v>
                </c:pt>
                <c:pt idx="1505">
                  <c:v>44405</c:v>
                </c:pt>
                <c:pt idx="1506">
                  <c:v>44406</c:v>
                </c:pt>
                <c:pt idx="1507">
                  <c:v>44407</c:v>
                </c:pt>
                <c:pt idx="1508">
                  <c:v>44410</c:v>
                </c:pt>
                <c:pt idx="1509">
                  <c:v>44411</c:v>
                </c:pt>
                <c:pt idx="1510">
                  <c:v>44412</c:v>
                </c:pt>
                <c:pt idx="1511">
                  <c:v>44413</c:v>
                </c:pt>
                <c:pt idx="1512">
                  <c:v>44414</c:v>
                </c:pt>
                <c:pt idx="1513">
                  <c:v>44417</c:v>
                </c:pt>
                <c:pt idx="1514">
                  <c:v>44418</c:v>
                </c:pt>
                <c:pt idx="1515">
                  <c:v>44419</c:v>
                </c:pt>
                <c:pt idx="1516">
                  <c:v>44420</c:v>
                </c:pt>
                <c:pt idx="1517">
                  <c:v>44421</c:v>
                </c:pt>
                <c:pt idx="1518">
                  <c:v>44426</c:v>
                </c:pt>
                <c:pt idx="1519">
                  <c:v>44428</c:v>
                </c:pt>
                <c:pt idx="1520">
                  <c:v>44431</c:v>
                </c:pt>
                <c:pt idx="1521">
                  <c:v>44432</c:v>
                </c:pt>
                <c:pt idx="1522">
                  <c:v>44433</c:v>
                </c:pt>
                <c:pt idx="1523">
                  <c:v>44434</c:v>
                </c:pt>
                <c:pt idx="1524">
                  <c:v>44435</c:v>
                </c:pt>
                <c:pt idx="1525">
                  <c:v>44438</c:v>
                </c:pt>
                <c:pt idx="1526">
                  <c:v>44439</c:v>
                </c:pt>
                <c:pt idx="1527">
                  <c:v>44440</c:v>
                </c:pt>
                <c:pt idx="1528">
                  <c:v>44446</c:v>
                </c:pt>
                <c:pt idx="1529">
                  <c:v>44447</c:v>
                </c:pt>
                <c:pt idx="1530">
                  <c:v>44448</c:v>
                </c:pt>
                <c:pt idx="1531">
                  <c:v>44453</c:v>
                </c:pt>
                <c:pt idx="1532">
                  <c:v>44454</c:v>
                </c:pt>
                <c:pt idx="1533">
                  <c:v>44455</c:v>
                </c:pt>
                <c:pt idx="1534">
                  <c:v>44456</c:v>
                </c:pt>
                <c:pt idx="1535">
                  <c:v>44459</c:v>
                </c:pt>
                <c:pt idx="1536">
                  <c:v>44460</c:v>
                </c:pt>
                <c:pt idx="1537">
                  <c:v>44461</c:v>
                </c:pt>
                <c:pt idx="1538">
                  <c:v>44462</c:v>
                </c:pt>
                <c:pt idx="1539">
                  <c:v>44463</c:v>
                </c:pt>
                <c:pt idx="1540">
                  <c:v>44466</c:v>
                </c:pt>
                <c:pt idx="1541">
                  <c:v>44467</c:v>
                </c:pt>
                <c:pt idx="1542">
                  <c:v>44468</c:v>
                </c:pt>
                <c:pt idx="1543">
                  <c:v>44469</c:v>
                </c:pt>
                <c:pt idx="1544">
                  <c:v>44470</c:v>
                </c:pt>
                <c:pt idx="1545">
                  <c:v>44473</c:v>
                </c:pt>
                <c:pt idx="1546">
                  <c:v>44474</c:v>
                </c:pt>
                <c:pt idx="1547">
                  <c:v>44475</c:v>
                </c:pt>
                <c:pt idx="1548">
                  <c:v>44476</c:v>
                </c:pt>
                <c:pt idx="1549">
                  <c:v>44477</c:v>
                </c:pt>
                <c:pt idx="1550">
                  <c:v>44481</c:v>
                </c:pt>
                <c:pt idx="1551">
                  <c:v>44482</c:v>
                </c:pt>
                <c:pt idx="1552">
                  <c:v>44483</c:v>
                </c:pt>
                <c:pt idx="1553">
                  <c:v>44487</c:v>
                </c:pt>
                <c:pt idx="1554">
                  <c:v>44489</c:v>
                </c:pt>
                <c:pt idx="1555">
                  <c:v>44490</c:v>
                </c:pt>
                <c:pt idx="1556">
                  <c:v>44491</c:v>
                </c:pt>
                <c:pt idx="1557">
                  <c:v>44494</c:v>
                </c:pt>
                <c:pt idx="1558">
                  <c:v>44495</c:v>
                </c:pt>
                <c:pt idx="1559">
                  <c:v>44496</c:v>
                </c:pt>
                <c:pt idx="1560">
                  <c:v>44497</c:v>
                </c:pt>
                <c:pt idx="1561">
                  <c:v>44498</c:v>
                </c:pt>
                <c:pt idx="1562">
                  <c:v>44501</c:v>
                </c:pt>
                <c:pt idx="1563">
                  <c:v>44502</c:v>
                </c:pt>
                <c:pt idx="1564">
                  <c:v>44503</c:v>
                </c:pt>
                <c:pt idx="1565">
                  <c:v>44508</c:v>
                </c:pt>
                <c:pt idx="1566">
                  <c:v>44509</c:v>
                </c:pt>
                <c:pt idx="1567">
                  <c:v>44510</c:v>
                </c:pt>
                <c:pt idx="1568">
                  <c:v>44511</c:v>
                </c:pt>
                <c:pt idx="1569">
                  <c:v>44512</c:v>
                </c:pt>
                <c:pt idx="1570">
                  <c:v>44515</c:v>
                </c:pt>
                <c:pt idx="1571">
                  <c:v>44516</c:v>
                </c:pt>
                <c:pt idx="1572">
                  <c:v>44517</c:v>
                </c:pt>
                <c:pt idx="1573">
                  <c:v>44518</c:v>
                </c:pt>
                <c:pt idx="1574">
                  <c:v>44522</c:v>
                </c:pt>
                <c:pt idx="1575">
                  <c:v>44523</c:v>
                </c:pt>
                <c:pt idx="1576">
                  <c:v>44524</c:v>
                </c:pt>
                <c:pt idx="1577">
                  <c:v>44529</c:v>
                </c:pt>
                <c:pt idx="1578">
                  <c:v>44530</c:v>
                </c:pt>
                <c:pt idx="1579">
                  <c:v>44531</c:v>
                </c:pt>
                <c:pt idx="1580">
                  <c:v>44532</c:v>
                </c:pt>
                <c:pt idx="1581">
                  <c:v>44533</c:v>
                </c:pt>
                <c:pt idx="1582">
                  <c:v>44536</c:v>
                </c:pt>
                <c:pt idx="1583">
                  <c:v>44537</c:v>
                </c:pt>
                <c:pt idx="1584">
                  <c:v>44538</c:v>
                </c:pt>
                <c:pt idx="1585">
                  <c:v>44539</c:v>
                </c:pt>
                <c:pt idx="1586">
                  <c:v>44540</c:v>
                </c:pt>
                <c:pt idx="1587">
                  <c:v>44544</c:v>
                </c:pt>
                <c:pt idx="1588">
                  <c:v>44546</c:v>
                </c:pt>
                <c:pt idx="1589">
                  <c:v>44547</c:v>
                </c:pt>
                <c:pt idx="1590">
                  <c:v>44550</c:v>
                </c:pt>
                <c:pt idx="1591">
                  <c:v>44551</c:v>
                </c:pt>
                <c:pt idx="1592">
                  <c:v>44552</c:v>
                </c:pt>
                <c:pt idx="1593">
                  <c:v>44553</c:v>
                </c:pt>
                <c:pt idx="1594">
                  <c:v>44564</c:v>
                </c:pt>
                <c:pt idx="1595">
                  <c:v>44565</c:v>
                </c:pt>
                <c:pt idx="1596">
                  <c:v>44566</c:v>
                </c:pt>
                <c:pt idx="1597">
                  <c:v>44567</c:v>
                </c:pt>
                <c:pt idx="1598">
                  <c:v>44568</c:v>
                </c:pt>
                <c:pt idx="1599">
                  <c:v>44571</c:v>
                </c:pt>
                <c:pt idx="1600">
                  <c:v>44572</c:v>
                </c:pt>
                <c:pt idx="1601">
                  <c:v>44573</c:v>
                </c:pt>
                <c:pt idx="1602">
                  <c:v>44574</c:v>
                </c:pt>
                <c:pt idx="1603">
                  <c:v>44575</c:v>
                </c:pt>
                <c:pt idx="1604">
                  <c:v>44579</c:v>
                </c:pt>
                <c:pt idx="1605">
                  <c:v>44580</c:v>
                </c:pt>
                <c:pt idx="1606">
                  <c:v>44581</c:v>
                </c:pt>
                <c:pt idx="1607">
                  <c:v>44582</c:v>
                </c:pt>
                <c:pt idx="1608">
                  <c:v>44585</c:v>
                </c:pt>
                <c:pt idx="1609">
                  <c:v>44586</c:v>
                </c:pt>
                <c:pt idx="1610">
                  <c:v>44588</c:v>
                </c:pt>
                <c:pt idx="1611">
                  <c:v>44589</c:v>
                </c:pt>
                <c:pt idx="1612">
                  <c:v>44592</c:v>
                </c:pt>
                <c:pt idx="1613">
                  <c:v>44593</c:v>
                </c:pt>
                <c:pt idx="1614">
                  <c:v>44594</c:v>
                </c:pt>
                <c:pt idx="1615">
                  <c:v>44595</c:v>
                </c:pt>
                <c:pt idx="1616">
                  <c:v>44596</c:v>
                </c:pt>
                <c:pt idx="1617">
                  <c:v>44600</c:v>
                </c:pt>
                <c:pt idx="1618">
                  <c:v>44601</c:v>
                </c:pt>
                <c:pt idx="1619">
                  <c:v>44602</c:v>
                </c:pt>
                <c:pt idx="1620">
                  <c:v>44603</c:v>
                </c:pt>
                <c:pt idx="1621">
                  <c:v>44606</c:v>
                </c:pt>
                <c:pt idx="1622">
                  <c:v>44607</c:v>
                </c:pt>
                <c:pt idx="1623">
                  <c:v>44608</c:v>
                </c:pt>
                <c:pt idx="1624">
                  <c:v>44609</c:v>
                </c:pt>
                <c:pt idx="1625">
                  <c:v>44610</c:v>
                </c:pt>
                <c:pt idx="1626">
                  <c:v>44614</c:v>
                </c:pt>
                <c:pt idx="1627">
                  <c:v>44615</c:v>
                </c:pt>
                <c:pt idx="1628">
                  <c:v>44616</c:v>
                </c:pt>
                <c:pt idx="1629">
                  <c:v>44617</c:v>
                </c:pt>
                <c:pt idx="1630">
                  <c:v>44620</c:v>
                </c:pt>
                <c:pt idx="1631">
                  <c:v>44622</c:v>
                </c:pt>
                <c:pt idx="1632">
                  <c:v>44623</c:v>
                </c:pt>
                <c:pt idx="1633">
                  <c:v>44624</c:v>
                </c:pt>
                <c:pt idx="1634">
                  <c:v>44627</c:v>
                </c:pt>
                <c:pt idx="1635">
                  <c:v>44628</c:v>
                </c:pt>
                <c:pt idx="1636">
                  <c:v>44629</c:v>
                </c:pt>
                <c:pt idx="1637">
                  <c:v>44630</c:v>
                </c:pt>
                <c:pt idx="1638">
                  <c:v>44631</c:v>
                </c:pt>
                <c:pt idx="1639">
                  <c:v>44634</c:v>
                </c:pt>
                <c:pt idx="1640">
                  <c:v>44635</c:v>
                </c:pt>
                <c:pt idx="1641">
                  <c:v>44636</c:v>
                </c:pt>
                <c:pt idx="1642">
                  <c:v>44637</c:v>
                </c:pt>
                <c:pt idx="1643">
                  <c:v>44641</c:v>
                </c:pt>
                <c:pt idx="1644">
                  <c:v>44642</c:v>
                </c:pt>
                <c:pt idx="1645">
                  <c:v>44643</c:v>
                </c:pt>
                <c:pt idx="1646">
                  <c:v>44644</c:v>
                </c:pt>
                <c:pt idx="1647">
                  <c:v>44645</c:v>
                </c:pt>
                <c:pt idx="1648">
                  <c:v>44648</c:v>
                </c:pt>
                <c:pt idx="1649">
                  <c:v>44649</c:v>
                </c:pt>
                <c:pt idx="1650">
                  <c:v>44650</c:v>
                </c:pt>
                <c:pt idx="1651">
                  <c:v>44651</c:v>
                </c:pt>
                <c:pt idx="1652">
                  <c:v>44652</c:v>
                </c:pt>
                <c:pt idx="1653">
                  <c:v>44656</c:v>
                </c:pt>
                <c:pt idx="1654">
                  <c:v>44657</c:v>
                </c:pt>
                <c:pt idx="1655">
                  <c:v>44658</c:v>
                </c:pt>
                <c:pt idx="1656">
                  <c:v>44659</c:v>
                </c:pt>
                <c:pt idx="1657">
                  <c:v>44662</c:v>
                </c:pt>
                <c:pt idx="1658">
                  <c:v>44663</c:v>
                </c:pt>
                <c:pt idx="1659">
                  <c:v>44664</c:v>
                </c:pt>
                <c:pt idx="1660">
                  <c:v>44669</c:v>
                </c:pt>
                <c:pt idx="1661">
                  <c:v>44670</c:v>
                </c:pt>
                <c:pt idx="1662">
                  <c:v>44671</c:v>
                </c:pt>
                <c:pt idx="1663">
                  <c:v>44672</c:v>
                </c:pt>
                <c:pt idx="1664">
                  <c:v>44673</c:v>
                </c:pt>
                <c:pt idx="1665">
                  <c:v>44676</c:v>
                </c:pt>
                <c:pt idx="1666">
                  <c:v>44677</c:v>
                </c:pt>
                <c:pt idx="1667">
                  <c:v>44678</c:v>
                </c:pt>
                <c:pt idx="1668">
                  <c:v>44679</c:v>
                </c:pt>
                <c:pt idx="1669">
                  <c:v>44680</c:v>
                </c:pt>
                <c:pt idx="1670">
                  <c:v>44683</c:v>
                </c:pt>
                <c:pt idx="1671">
                  <c:v>44685</c:v>
                </c:pt>
                <c:pt idx="1672">
                  <c:v>44686</c:v>
                </c:pt>
                <c:pt idx="1673">
                  <c:v>44687</c:v>
                </c:pt>
                <c:pt idx="1674">
                  <c:v>44690</c:v>
                </c:pt>
                <c:pt idx="1675">
                  <c:v>44691</c:v>
                </c:pt>
                <c:pt idx="1676">
                  <c:v>44692</c:v>
                </c:pt>
                <c:pt idx="1677">
                  <c:v>44693</c:v>
                </c:pt>
                <c:pt idx="1678">
                  <c:v>44694</c:v>
                </c:pt>
                <c:pt idx="1679">
                  <c:v>44698</c:v>
                </c:pt>
                <c:pt idx="1680">
                  <c:v>44699</c:v>
                </c:pt>
                <c:pt idx="1681">
                  <c:v>44700</c:v>
                </c:pt>
                <c:pt idx="1682">
                  <c:v>44701</c:v>
                </c:pt>
                <c:pt idx="1683">
                  <c:v>44704</c:v>
                </c:pt>
                <c:pt idx="1684">
                  <c:v>44705</c:v>
                </c:pt>
                <c:pt idx="1685">
                  <c:v>44706</c:v>
                </c:pt>
                <c:pt idx="1686">
                  <c:v>44707</c:v>
                </c:pt>
                <c:pt idx="1687">
                  <c:v>44708</c:v>
                </c:pt>
                <c:pt idx="1688">
                  <c:v>44712</c:v>
                </c:pt>
                <c:pt idx="1689">
                  <c:v>44713</c:v>
                </c:pt>
                <c:pt idx="1690">
                  <c:v>44714</c:v>
                </c:pt>
                <c:pt idx="1691">
                  <c:v>44715</c:v>
                </c:pt>
                <c:pt idx="1692">
                  <c:v>44718</c:v>
                </c:pt>
                <c:pt idx="1693">
                  <c:v>44719</c:v>
                </c:pt>
                <c:pt idx="1694">
                  <c:v>44720</c:v>
                </c:pt>
                <c:pt idx="1695">
                  <c:v>44721</c:v>
                </c:pt>
                <c:pt idx="1696">
                  <c:v>44722</c:v>
                </c:pt>
                <c:pt idx="1697">
                  <c:v>44725</c:v>
                </c:pt>
                <c:pt idx="1698">
                  <c:v>44726</c:v>
                </c:pt>
                <c:pt idx="1699">
                  <c:v>44727</c:v>
                </c:pt>
                <c:pt idx="1700">
                  <c:v>44728</c:v>
                </c:pt>
                <c:pt idx="1701">
                  <c:v>44729</c:v>
                </c:pt>
                <c:pt idx="1702">
                  <c:v>44733</c:v>
                </c:pt>
                <c:pt idx="1703">
                  <c:v>44734</c:v>
                </c:pt>
                <c:pt idx="1704">
                  <c:v>44735</c:v>
                </c:pt>
                <c:pt idx="1705">
                  <c:v>44736</c:v>
                </c:pt>
                <c:pt idx="1706">
                  <c:v>44739</c:v>
                </c:pt>
                <c:pt idx="1707">
                  <c:v>44740</c:v>
                </c:pt>
                <c:pt idx="1708">
                  <c:v>44741</c:v>
                </c:pt>
                <c:pt idx="1709">
                  <c:v>44742</c:v>
                </c:pt>
                <c:pt idx="1710">
                  <c:v>44743</c:v>
                </c:pt>
                <c:pt idx="1711">
                  <c:v>44747</c:v>
                </c:pt>
                <c:pt idx="1712">
                  <c:v>44748</c:v>
                </c:pt>
                <c:pt idx="1713">
                  <c:v>44749</c:v>
                </c:pt>
                <c:pt idx="1714">
                  <c:v>44750</c:v>
                </c:pt>
                <c:pt idx="1715">
                  <c:v>44753</c:v>
                </c:pt>
                <c:pt idx="1716">
                  <c:v>44754</c:v>
                </c:pt>
                <c:pt idx="1717">
                  <c:v>44755</c:v>
                </c:pt>
                <c:pt idx="1718">
                  <c:v>44756</c:v>
                </c:pt>
                <c:pt idx="1719">
                  <c:v>44760</c:v>
                </c:pt>
                <c:pt idx="1720">
                  <c:v>44761</c:v>
                </c:pt>
                <c:pt idx="1721">
                  <c:v>44762</c:v>
                </c:pt>
                <c:pt idx="1722">
                  <c:v>44763</c:v>
                </c:pt>
                <c:pt idx="1723">
                  <c:v>44764</c:v>
                </c:pt>
                <c:pt idx="1724">
                  <c:v>44767</c:v>
                </c:pt>
                <c:pt idx="1725">
                  <c:v>44768</c:v>
                </c:pt>
                <c:pt idx="1726">
                  <c:v>44769</c:v>
                </c:pt>
                <c:pt idx="1727">
                  <c:v>44770</c:v>
                </c:pt>
                <c:pt idx="1728">
                  <c:v>44771</c:v>
                </c:pt>
                <c:pt idx="1729">
                  <c:v>44774</c:v>
                </c:pt>
                <c:pt idx="1730">
                  <c:v>44775</c:v>
                </c:pt>
                <c:pt idx="1731">
                  <c:v>44776</c:v>
                </c:pt>
                <c:pt idx="1732">
                  <c:v>44777</c:v>
                </c:pt>
                <c:pt idx="1733">
                  <c:v>44778</c:v>
                </c:pt>
                <c:pt idx="1734">
                  <c:v>44781</c:v>
                </c:pt>
                <c:pt idx="1735">
                  <c:v>44783</c:v>
                </c:pt>
                <c:pt idx="1736">
                  <c:v>44784</c:v>
                </c:pt>
                <c:pt idx="1737">
                  <c:v>44785</c:v>
                </c:pt>
                <c:pt idx="1738">
                  <c:v>44790</c:v>
                </c:pt>
                <c:pt idx="1739">
                  <c:v>44791</c:v>
                </c:pt>
                <c:pt idx="1740">
                  <c:v>44792</c:v>
                </c:pt>
                <c:pt idx="1741">
                  <c:v>44795</c:v>
                </c:pt>
                <c:pt idx="1742">
                  <c:v>44796</c:v>
                </c:pt>
                <c:pt idx="1743">
                  <c:v>44797</c:v>
                </c:pt>
                <c:pt idx="1744">
                  <c:v>44798</c:v>
                </c:pt>
                <c:pt idx="1745">
                  <c:v>44799</c:v>
                </c:pt>
                <c:pt idx="1746">
                  <c:v>44802</c:v>
                </c:pt>
                <c:pt idx="1747">
                  <c:v>44803</c:v>
                </c:pt>
                <c:pt idx="1748">
                  <c:v>44805</c:v>
                </c:pt>
                <c:pt idx="1749">
                  <c:v>44806</c:v>
                </c:pt>
                <c:pt idx="1750">
                  <c:v>44810</c:v>
                </c:pt>
                <c:pt idx="1751">
                  <c:v>44811</c:v>
                </c:pt>
                <c:pt idx="1752">
                  <c:v>44812</c:v>
                </c:pt>
                <c:pt idx="1753">
                  <c:v>44813</c:v>
                </c:pt>
                <c:pt idx="1754">
                  <c:v>44816</c:v>
                </c:pt>
                <c:pt idx="1755">
                  <c:v>44817</c:v>
                </c:pt>
                <c:pt idx="1756">
                  <c:v>44818</c:v>
                </c:pt>
                <c:pt idx="1757">
                  <c:v>44819</c:v>
                </c:pt>
                <c:pt idx="1758">
                  <c:v>44820</c:v>
                </c:pt>
                <c:pt idx="1759">
                  <c:v>44823</c:v>
                </c:pt>
                <c:pt idx="1760">
                  <c:v>44824</c:v>
                </c:pt>
                <c:pt idx="1761">
                  <c:v>44825</c:v>
                </c:pt>
                <c:pt idx="1762">
                  <c:v>44826</c:v>
                </c:pt>
                <c:pt idx="1763">
                  <c:v>44827</c:v>
                </c:pt>
                <c:pt idx="1764">
                  <c:v>44830</c:v>
                </c:pt>
                <c:pt idx="1765">
                  <c:v>44831</c:v>
                </c:pt>
                <c:pt idx="1766">
                  <c:v>44832</c:v>
                </c:pt>
                <c:pt idx="1767">
                  <c:v>44833</c:v>
                </c:pt>
                <c:pt idx="1768">
                  <c:v>44834</c:v>
                </c:pt>
                <c:pt idx="1769">
                  <c:v>44837</c:v>
                </c:pt>
                <c:pt idx="1770">
                  <c:v>44838</c:v>
                </c:pt>
                <c:pt idx="1771">
                  <c:v>44840</c:v>
                </c:pt>
                <c:pt idx="1772">
                  <c:v>44841</c:v>
                </c:pt>
                <c:pt idx="1773">
                  <c:v>44845</c:v>
                </c:pt>
                <c:pt idx="1774">
                  <c:v>44846</c:v>
                </c:pt>
                <c:pt idx="1775">
                  <c:v>44847</c:v>
                </c:pt>
                <c:pt idx="1776">
                  <c:v>44848</c:v>
                </c:pt>
                <c:pt idx="1777">
                  <c:v>44851</c:v>
                </c:pt>
                <c:pt idx="1778">
                  <c:v>44852</c:v>
                </c:pt>
                <c:pt idx="1779">
                  <c:v>44853</c:v>
                </c:pt>
                <c:pt idx="1780">
                  <c:v>44854</c:v>
                </c:pt>
                <c:pt idx="1781">
                  <c:v>44855</c:v>
                </c:pt>
                <c:pt idx="1782">
                  <c:v>44859</c:v>
                </c:pt>
                <c:pt idx="1783">
                  <c:v>44861</c:v>
                </c:pt>
                <c:pt idx="1784">
                  <c:v>44862</c:v>
                </c:pt>
                <c:pt idx="1785">
                  <c:v>44865</c:v>
                </c:pt>
                <c:pt idx="1786">
                  <c:v>44866</c:v>
                </c:pt>
                <c:pt idx="1787">
                  <c:v>44867</c:v>
                </c:pt>
                <c:pt idx="1788">
                  <c:v>44868</c:v>
                </c:pt>
                <c:pt idx="1789">
                  <c:v>44869</c:v>
                </c:pt>
                <c:pt idx="1790">
                  <c:v>44872</c:v>
                </c:pt>
                <c:pt idx="1791">
                  <c:v>44874</c:v>
                </c:pt>
                <c:pt idx="1792">
                  <c:v>44875</c:v>
                </c:pt>
                <c:pt idx="1793">
                  <c:v>44876</c:v>
                </c:pt>
                <c:pt idx="1794">
                  <c:v>44879</c:v>
                </c:pt>
                <c:pt idx="1795">
                  <c:v>44880</c:v>
                </c:pt>
                <c:pt idx="1796">
                  <c:v>44881</c:v>
                </c:pt>
                <c:pt idx="1797">
                  <c:v>44882</c:v>
                </c:pt>
                <c:pt idx="1798">
                  <c:v>44883</c:v>
                </c:pt>
                <c:pt idx="1799">
                  <c:v>44886</c:v>
                </c:pt>
                <c:pt idx="1800">
                  <c:v>44887</c:v>
                </c:pt>
                <c:pt idx="1801">
                  <c:v>44888</c:v>
                </c:pt>
                <c:pt idx="1802">
                  <c:v>44893</c:v>
                </c:pt>
                <c:pt idx="1803">
                  <c:v>44894</c:v>
                </c:pt>
                <c:pt idx="1804">
                  <c:v>44895</c:v>
                </c:pt>
                <c:pt idx="1805">
                  <c:v>44896</c:v>
                </c:pt>
                <c:pt idx="1806">
                  <c:v>44897</c:v>
                </c:pt>
                <c:pt idx="1807">
                  <c:v>44900</c:v>
                </c:pt>
                <c:pt idx="1808">
                  <c:v>44901</c:v>
                </c:pt>
                <c:pt idx="1809">
                  <c:v>44902</c:v>
                </c:pt>
                <c:pt idx="1810">
                  <c:v>44903</c:v>
                </c:pt>
                <c:pt idx="1811">
                  <c:v>44904</c:v>
                </c:pt>
                <c:pt idx="1812">
                  <c:v>44907</c:v>
                </c:pt>
                <c:pt idx="1813">
                  <c:v>44908</c:v>
                </c:pt>
                <c:pt idx="1814">
                  <c:v>44909</c:v>
                </c:pt>
                <c:pt idx="1815">
                  <c:v>44910</c:v>
                </c:pt>
                <c:pt idx="1816">
                  <c:v>44911</c:v>
                </c:pt>
                <c:pt idx="1817">
                  <c:v>44914</c:v>
                </c:pt>
                <c:pt idx="1818">
                  <c:v>44915</c:v>
                </c:pt>
                <c:pt idx="1819">
                  <c:v>44916</c:v>
                </c:pt>
                <c:pt idx="1820">
                  <c:v>44917</c:v>
                </c:pt>
                <c:pt idx="1821">
                  <c:v>44918</c:v>
                </c:pt>
                <c:pt idx="1822">
                  <c:v>44929</c:v>
                </c:pt>
                <c:pt idx="1823">
                  <c:v>44930</c:v>
                </c:pt>
                <c:pt idx="1824">
                  <c:v>44931</c:v>
                </c:pt>
                <c:pt idx="1825">
                  <c:v>44932</c:v>
                </c:pt>
                <c:pt idx="1826">
                  <c:v>44935</c:v>
                </c:pt>
                <c:pt idx="1827">
                  <c:v>44936</c:v>
                </c:pt>
                <c:pt idx="1828">
                  <c:v>44937</c:v>
                </c:pt>
                <c:pt idx="1829">
                  <c:v>44938</c:v>
                </c:pt>
                <c:pt idx="1830">
                  <c:v>44939</c:v>
                </c:pt>
                <c:pt idx="1831">
                  <c:v>44943</c:v>
                </c:pt>
                <c:pt idx="1832">
                  <c:v>44944</c:v>
                </c:pt>
                <c:pt idx="1833">
                  <c:v>44945</c:v>
                </c:pt>
                <c:pt idx="1834">
                  <c:v>44946</c:v>
                </c:pt>
                <c:pt idx="1835">
                  <c:v>44949</c:v>
                </c:pt>
                <c:pt idx="1836">
                  <c:v>44950</c:v>
                </c:pt>
                <c:pt idx="1837">
                  <c:v>44951</c:v>
                </c:pt>
                <c:pt idx="1838">
                  <c:v>44953</c:v>
                </c:pt>
                <c:pt idx="1839">
                  <c:v>44956</c:v>
                </c:pt>
                <c:pt idx="1840">
                  <c:v>44957</c:v>
                </c:pt>
                <c:pt idx="1841">
                  <c:v>44958</c:v>
                </c:pt>
                <c:pt idx="1842">
                  <c:v>44959</c:v>
                </c:pt>
                <c:pt idx="1843">
                  <c:v>44960</c:v>
                </c:pt>
                <c:pt idx="1844">
                  <c:v>44963</c:v>
                </c:pt>
                <c:pt idx="1845">
                  <c:v>44964</c:v>
                </c:pt>
                <c:pt idx="1846">
                  <c:v>44965</c:v>
                </c:pt>
                <c:pt idx="1847">
                  <c:v>44966</c:v>
                </c:pt>
                <c:pt idx="1848">
                  <c:v>44967</c:v>
                </c:pt>
                <c:pt idx="1849">
                  <c:v>44970</c:v>
                </c:pt>
                <c:pt idx="1850">
                  <c:v>44971</c:v>
                </c:pt>
                <c:pt idx="1851">
                  <c:v>44972</c:v>
                </c:pt>
                <c:pt idx="1852">
                  <c:v>44973</c:v>
                </c:pt>
                <c:pt idx="1853">
                  <c:v>44974</c:v>
                </c:pt>
                <c:pt idx="1854">
                  <c:v>44978</c:v>
                </c:pt>
                <c:pt idx="1855">
                  <c:v>44979</c:v>
                </c:pt>
                <c:pt idx="1856">
                  <c:v>44980</c:v>
                </c:pt>
                <c:pt idx="1857">
                  <c:v>44981</c:v>
                </c:pt>
                <c:pt idx="1858">
                  <c:v>44984</c:v>
                </c:pt>
                <c:pt idx="1859">
                  <c:v>44985</c:v>
                </c:pt>
                <c:pt idx="1860">
                  <c:v>44986</c:v>
                </c:pt>
                <c:pt idx="1861">
                  <c:v>44987</c:v>
                </c:pt>
                <c:pt idx="1862">
                  <c:v>44988</c:v>
                </c:pt>
                <c:pt idx="1863">
                  <c:v>44991</c:v>
                </c:pt>
                <c:pt idx="1864">
                  <c:v>44993</c:v>
                </c:pt>
                <c:pt idx="1865">
                  <c:v>44994</c:v>
                </c:pt>
                <c:pt idx="1866">
                  <c:v>44995</c:v>
                </c:pt>
                <c:pt idx="1867">
                  <c:v>44998</c:v>
                </c:pt>
                <c:pt idx="1868">
                  <c:v>44999</c:v>
                </c:pt>
                <c:pt idx="1869">
                  <c:v>45000</c:v>
                </c:pt>
                <c:pt idx="1870">
                  <c:v>45001</c:v>
                </c:pt>
                <c:pt idx="1871">
                  <c:v>45002</c:v>
                </c:pt>
                <c:pt idx="1872">
                  <c:v>45005</c:v>
                </c:pt>
                <c:pt idx="1873">
                  <c:v>45006</c:v>
                </c:pt>
                <c:pt idx="1874">
                  <c:v>45008</c:v>
                </c:pt>
                <c:pt idx="1875">
                  <c:v>45009</c:v>
                </c:pt>
                <c:pt idx="1876">
                  <c:v>45012</c:v>
                </c:pt>
                <c:pt idx="1877">
                  <c:v>45013</c:v>
                </c:pt>
                <c:pt idx="1878">
                  <c:v>45014</c:v>
                </c:pt>
                <c:pt idx="1879">
                  <c:v>45016</c:v>
                </c:pt>
                <c:pt idx="1880">
                  <c:v>45019</c:v>
                </c:pt>
                <c:pt idx="1881">
                  <c:v>45021</c:v>
                </c:pt>
                <c:pt idx="1882">
                  <c:v>45022</c:v>
                </c:pt>
                <c:pt idx="1883">
                  <c:v>45026</c:v>
                </c:pt>
                <c:pt idx="1884">
                  <c:v>45027</c:v>
                </c:pt>
                <c:pt idx="1885">
                  <c:v>45028</c:v>
                </c:pt>
                <c:pt idx="1886">
                  <c:v>45029</c:v>
                </c:pt>
                <c:pt idx="1887">
                  <c:v>45033</c:v>
                </c:pt>
                <c:pt idx="1888">
                  <c:v>45034</c:v>
                </c:pt>
                <c:pt idx="1889">
                  <c:v>45035</c:v>
                </c:pt>
                <c:pt idx="1890">
                  <c:v>45036</c:v>
                </c:pt>
                <c:pt idx="1891">
                  <c:v>45037</c:v>
                </c:pt>
                <c:pt idx="1892">
                  <c:v>45040</c:v>
                </c:pt>
                <c:pt idx="1893">
                  <c:v>45041</c:v>
                </c:pt>
                <c:pt idx="1894">
                  <c:v>45042</c:v>
                </c:pt>
                <c:pt idx="1895">
                  <c:v>45043</c:v>
                </c:pt>
                <c:pt idx="1896">
                  <c:v>45044</c:v>
                </c:pt>
                <c:pt idx="1897">
                  <c:v>45048</c:v>
                </c:pt>
                <c:pt idx="1898">
                  <c:v>45049</c:v>
                </c:pt>
                <c:pt idx="1899">
                  <c:v>45050</c:v>
                </c:pt>
                <c:pt idx="1900">
                  <c:v>45054</c:v>
                </c:pt>
                <c:pt idx="1901">
                  <c:v>45055</c:v>
                </c:pt>
                <c:pt idx="1902">
                  <c:v>45056</c:v>
                </c:pt>
                <c:pt idx="1903">
                  <c:v>45057</c:v>
                </c:pt>
                <c:pt idx="1904">
                  <c:v>45058</c:v>
                </c:pt>
                <c:pt idx="1905">
                  <c:v>45061</c:v>
                </c:pt>
                <c:pt idx="1906">
                  <c:v>45062</c:v>
                </c:pt>
                <c:pt idx="1907">
                  <c:v>45063</c:v>
                </c:pt>
                <c:pt idx="1908">
                  <c:v>45064</c:v>
                </c:pt>
                <c:pt idx="1909">
                  <c:v>45065</c:v>
                </c:pt>
                <c:pt idx="1910">
                  <c:v>45068</c:v>
                </c:pt>
                <c:pt idx="1911">
                  <c:v>45069</c:v>
                </c:pt>
                <c:pt idx="1912">
                  <c:v>45070</c:v>
                </c:pt>
                <c:pt idx="1913">
                  <c:v>45071</c:v>
                </c:pt>
                <c:pt idx="1914">
                  <c:v>45072</c:v>
                </c:pt>
                <c:pt idx="1915">
                  <c:v>45076</c:v>
                </c:pt>
                <c:pt idx="1916">
                  <c:v>45077</c:v>
                </c:pt>
                <c:pt idx="1917">
                  <c:v>45078</c:v>
                </c:pt>
                <c:pt idx="1918">
                  <c:v>45079</c:v>
                </c:pt>
                <c:pt idx="1919">
                  <c:v>45082</c:v>
                </c:pt>
                <c:pt idx="1920">
                  <c:v>45083</c:v>
                </c:pt>
                <c:pt idx="1921">
                  <c:v>45084</c:v>
                </c:pt>
                <c:pt idx="1922">
                  <c:v>45085</c:v>
                </c:pt>
                <c:pt idx="1923">
                  <c:v>45089</c:v>
                </c:pt>
                <c:pt idx="1924">
                  <c:v>45090</c:v>
                </c:pt>
                <c:pt idx="1925">
                  <c:v>45091</c:v>
                </c:pt>
                <c:pt idx="1926">
                  <c:v>45092</c:v>
                </c:pt>
                <c:pt idx="1927">
                  <c:v>45093</c:v>
                </c:pt>
                <c:pt idx="1928">
                  <c:v>45097</c:v>
                </c:pt>
                <c:pt idx="1929">
                  <c:v>45098</c:v>
                </c:pt>
                <c:pt idx="1930">
                  <c:v>45099</c:v>
                </c:pt>
                <c:pt idx="1931">
                  <c:v>45100</c:v>
                </c:pt>
                <c:pt idx="1932">
                  <c:v>45103</c:v>
                </c:pt>
                <c:pt idx="1933">
                  <c:v>45104</c:v>
                </c:pt>
                <c:pt idx="1934">
                  <c:v>45107</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45152</c:v>
                </c:pt>
                <c:pt idx="1964">
                  <c:v>45155</c:v>
                </c:pt>
                <c:pt idx="1965">
                  <c:v>45156</c:v>
                </c:pt>
                <c:pt idx="1966">
                  <c:v>45159</c:v>
                </c:pt>
                <c:pt idx="1967">
                  <c:v>45160</c:v>
                </c:pt>
                <c:pt idx="1968">
                  <c:v>45161</c:v>
                </c:pt>
                <c:pt idx="1969">
                  <c:v>45162</c:v>
                </c:pt>
                <c:pt idx="1970">
                  <c:v>45163</c:v>
                </c:pt>
                <c:pt idx="1971">
                  <c:v>45166</c:v>
                </c:pt>
                <c:pt idx="1972">
                  <c:v>45167</c:v>
                </c:pt>
                <c:pt idx="1973">
                  <c:v>45168</c:v>
                </c:pt>
                <c:pt idx="1974">
                  <c:v>45169</c:v>
                </c:pt>
                <c:pt idx="1975">
                  <c:v>45170</c:v>
                </c:pt>
                <c:pt idx="1976">
                  <c:v>45174</c:v>
                </c:pt>
                <c:pt idx="1977">
                  <c:v>45175</c:v>
                </c:pt>
                <c:pt idx="1978">
                  <c:v>45176</c:v>
                </c:pt>
                <c:pt idx="1979">
                  <c:v>45177</c:v>
                </c:pt>
                <c:pt idx="1980">
                  <c:v>45180</c:v>
                </c:pt>
                <c:pt idx="1981">
                  <c:v>45181</c:v>
                </c:pt>
                <c:pt idx="1982">
                  <c:v>45182</c:v>
                </c:pt>
                <c:pt idx="1983">
                  <c:v>45183</c:v>
                </c:pt>
                <c:pt idx="1984">
                  <c:v>45184</c:v>
                </c:pt>
                <c:pt idx="1985">
                  <c:v>45187</c:v>
                </c:pt>
                <c:pt idx="1986">
                  <c:v>45189</c:v>
                </c:pt>
                <c:pt idx="1987">
                  <c:v>45190</c:v>
                </c:pt>
                <c:pt idx="1988">
                  <c:v>45191</c:v>
                </c:pt>
                <c:pt idx="1989">
                  <c:v>45194</c:v>
                </c:pt>
                <c:pt idx="1990">
                  <c:v>45195</c:v>
                </c:pt>
                <c:pt idx="1991">
                  <c:v>45196</c:v>
                </c:pt>
                <c:pt idx="1992">
                  <c:v>45202</c:v>
                </c:pt>
                <c:pt idx="1993">
                  <c:v>45203</c:v>
                </c:pt>
                <c:pt idx="1994">
                  <c:v>45204</c:v>
                </c:pt>
                <c:pt idx="1995">
                  <c:v>45205</c:v>
                </c:pt>
                <c:pt idx="1996">
                  <c:v>45209</c:v>
                </c:pt>
                <c:pt idx="1997">
                  <c:v>45210</c:v>
                </c:pt>
                <c:pt idx="1998">
                  <c:v>45211</c:v>
                </c:pt>
                <c:pt idx="1999">
                  <c:v>45212</c:v>
                </c:pt>
                <c:pt idx="2000">
                  <c:v>45215</c:v>
                </c:pt>
                <c:pt idx="2001">
                  <c:v>45216</c:v>
                </c:pt>
                <c:pt idx="2002">
                  <c:v>45217</c:v>
                </c:pt>
                <c:pt idx="2003">
                  <c:v>45218</c:v>
                </c:pt>
                <c:pt idx="2004">
                  <c:v>45219</c:v>
                </c:pt>
                <c:pt idx="2005">
                  <c:v>45222</c:v>
                </c:pt>
                <c:pt idx="2006">
                  <c:v>45224</c:v>
                </c:pt>
                <c:pt idx="2007">
                  <c:v>45225</c:v>
                </c:pt>
                <c:pt idx="2008">
                  <c:v>45226</c:v>
                </c:pt>
                <c:pt idx="2009">
                  <c:v>45229</c:v>
                </c:pt>
                <c:pt idx="2010">
                  <c:v>45230</c:v>
                </c:pt>
                <c:pt idx="2011">
                  <c:v>45231</c:v>
                </c:pt>
                <c:pt idx="2012">
                  <c:v>45232</c:v>
                </c:pt>
                <c:pt idx="2013">
                  <c:v>45233</c:v>
                </c:pt>
                <c:pt idx="2014">
                  <c:v>45236</c:v>
                </c:pt>
                <c:pt idx="2015">
                  <c:v>45237</c:v>
                </c:pt>
                <c:pt idx="2016">
                  <c:v>45238</c:v>
                </c:pt>
                <c:pt idx="2017">
                  <c:v>45239</c:v>
                </c:pt>
                <c:pt idx="2018">
                  <c:v>45240</c:v>
                </c:pt>
                <c:pt idx="2019">
                  <c:v>45243</c:v>
                </c:pt>
                <c:pt idx="2020">
                  <c:v>45245</c:v>
                </c:pt>
                <c:pt idx="2021">
                  <c:v>45246</c:v>
                </c:pt>
                <c:pt idx="2022">
                  <c:v>45247</c:v>
                </c:pt>
                <c:pt idx="2023">
                  <c:v>45250</c:v>
                </c:pt>
                <c:pt idx="2024">
                  <c:v>45251</c:v>
                </c:pt>
                <c:pt idx="2025">
                  <c:v>45252</c:v>
                </c:pt>
                <c:pt idx="2026">
                  <c:v>45258</c:v>
                </c:pt>
                <c:pt idx="2027">
                  <c:v>45259</c:v>
                </c:pt>
                <c:pt idx="2028">
                  <c:v>45260</c:v>
                </c:pt>
                <c:pt idx="2029">
                  <c:v>45261</c:v>
                </c:pt>
                <c:pt idx="2030">
                  <c:v>45264</c:v>
                </c:pt>
                <c:pt idx="2031">
                  <c:v>45265</c:v>
                </c:pt>
                <c:pt idx="2032">
                  <c:v>45266</c:v>
                </c:pt>
                <c:pt idx="2033">
                  <c:v>45267</c:v>
                </c:pt>
                <c:pt idx="2034">
                  <c:v>45268</c:v>
                </c:pt>
                <c:pt idx="2035">
                  <c:v>45271</c:v>
                </c:pt>
                <c:pt idx="2036">
                  <c:v>45272</c:v>
                </c:pt>
                <c:pt idx="2037">
                  <c:v>45273</c:v>
                </c:pt>
                <c:pt idx="2038">
                  <c:v>45274</c:v>
                </c:pt>
                <c:pt idx="2039">
                  <c:v>45275</c:v>
                </c:pt>
                <c:pt idx="2040">
                  <c:v>45278</c:v>
                </c:pt>
                <c:pt idx="2041">
                  <c:v>45279</c:v>
                </c:pt>
                <c:pt idx="2042">
                  <c:v>45280</c:v>
                </c:pt>
                <c:pt idx="2043">
                  <c:v>45281</c:v>
                </c:pt>
                <c:pt idx="2044">
                  <c:v>45293</c:v>
                </c:pt>
                <c:pt idx="2045">
                  <c:v>45294</c:v>
                </c:pt>
                <c:pt idx="2046">
                  <c:v>45295</c:v>
                </c:pt>
                <c:pt idx="2047">
                  <c:v>45296</c:v>
                </c:pt>
                <c:pt idx="2048">
                  <c:v>45299</c:v>
                </c:pt>
                <c:pt idx="2049">
                  <c:v>45300</c:v>
                </c:pt>
                <c:pt idx="2050">
                  <c:v>45301</c:v>
                </c:pt>
                <c:pt idx="2051">
                  <c:v>45302</c:v>
                </c:pt>
                <c:pt idx="2052">
                  <c:v>45303</c:v>
                </c:pt>
                <c:pt idx="2053">
                  <c:v>45307</c:v>
                </c:pt>
                <c:pt idx="2054">
                  <c:v>45308</c:v>
                </c:pt>
                <c:pt idx="2055">
                  <c:v>45309</c:v>
                </c:pt>
                <c:pt idx="2056">
                  <c:v>45310</c:v>
                </c:pt>
                <c:pt idx="2057">
                  <c:v>45314</c:v>
                </c:pt>
                <c:pt idx="2058">
                  <c:v>45315</c:v>
                </c:pt>
                <c:pt idx="2059">
                  <c:v>45316</c:v>
                </c:pt>
                <c:pt idx="2060">
                  <c:v>45320</c:v>
                </c:pt>
                <c:pt idx="2061">
                  <c:v>45321</c:v>
                </c:pt>
                <c:pt idx="2062">
                  <c:v>45322</c:v>
                </c:pt>
                <c:pt idx="2063">
                  <c:v>45323</c:v>
                </c:pt>
                <c:pt idx="2064">
                  <c:v>45324</c:v>
                </c:pt>
                <c:pt idx="2065">
                  <c:v>45327</c:v>
                </c:pt>
                <c:pt idx="2066">
                  <c:v>45328</c:v>
                </c:pt>
                <c:pt idx="2067">
                  <c:v>45329</c:v>
                </c:pt>
                <c:pt idx="2068">
                  <c:v>45330</c:v>
                </c:pt>
                <c:pt idx="2069">
                  <c:v>45331</c:v>
                </c:pt>
                <c:pt idx="2070">
                  <c:v>45334</c:v>
                </c:pt>
                <c:pt idx="2071">
                  <c:v>45335</c:v>
                </c:pt>
                <c:pt idx="2072">
                  <c:v>45336</c:v>
                </c:pt>
                <c:pt idx="2073">
                  <c:v>45337</c:v>
                </c:pt>
                <c:pt idx="2074">
                  <c:v>45338</c:v>
                </c:pt>
                <c:pt idx="2075">
                  <c:v>45342</c:v>
                </c:pt>
                <c:pt idx="2076">
                  <c:v>45343</c:v>
                </c:pt>
                <c:pt idx="2077">
                  <c:v>45344</c:v>
                </c:pt>
                <c:pt idx="2078">
                  <c:v>45345</c:v>
                </c:pt>
                <c:pt idx="2079">
                  <c:v>45348</c:v>
                </c:pt>
                <c:pt idx="2080">
                  <c:v>45349</c:v>
                </c:pt>
                <c:pt idx="2081">
                  <c:v>45350</c:v>
                </c:pt>
                <c:pt idx="2082">
                  <c:v>45351</c:v>
                </c:pt>
                <c:pt idx="2083">
                  <c:v>45352</c:v>
                </c:pt>
                <c:pt idx="2084">
                  <c:v>45355</c:v>
                </c:pt>
                <c:pt idx="2085">
                  <c:v>45356</c:v>
                </c:pt>
                <c:pt idx="2086">
                  <c:v>45357</c:v>
                </c:pt>
                <c:pt idx="2087">
                  <c:v>45358</c:v>
                </c:pt>
                <c:pt idx="2088">
                  <c:v>45362</c:v>
                </c:pt>
                <c:pt idx="2089">
                  <c:v>45363</c:v>
                </c:pt>
                <c:pt idx="2090">
                  <c:v>45364</c:v>
                </c:pt>
                <c:pt idx="2091">
                  <c:v>45365</c:v>
                </c:pt>
                <c:pt idx="2092">
                  <c:v>45366</c:v>
                </c:pt>
                <c:pt idx="2093">
                  <c:v>45369</c:v>
                </c:pt>
                <c:pt idx="2094">
                  <c:v>45370</c:v>
                </c:pt>
                <c:pt idx="2095">
                  <c:v>45371</c:v>
                </c:pt>
                <c:pt idx="2096">
                  <c:v>45372</c:v>
                </c:pt>
                <c:pt idx="2097">
                  <c:v>45373</c:v>
                </c:pt>
                <c:pt idx="2098">
                  <c:v>45377</c:v>
                </c:pt>
                <c:pt idx="2099">
                  <c:v>45378</c:v>
                </c:pt>
                <c:pt idx="2100">
                  <c:v>45379</c:v>
                </c:pt>
                <c:pt idx="2101">
                  <c:v>45383</c:v>
                </c:pt>
                <c:pt idx="2102">
                  <c:v>45384</c:v>
                </c:pt>
                <c:pt idx="2103">
                  <c:v>45385</c:v>
                </c:pt>
                <c:pt idx="2104">
                  <c:v>45386</c:v>
                </c:pt>
                <c:pt idx="2105">
                  <c:v>45387</c:v>
                </c:pt>
                <c:pt idx="2106">
                  <c:v>45390</c:v>
                </c:pt>
                <c:pt idx="2107">
                  <c:v>45392</c:v>
                </c:pt>
                <c:pt idx="2108">
                  <c:v>45394</c:v>
                </c:pt>
                <c:pt idx="2109">
                  <c:v>45397</c:v>
                </c:pt>
                <c:pt idx="2110">
                  <c:v>45398</c:v>
                </c:pt>
                <c:pt idx="2111">
                  <c:v>45400</c:v>
                </c:pt>
                <c:pt idx="2112">
                  <c:v>45401</c:v>
                </c:pt>
                <c:pt idx="2113">
                  <c:v>45404</c:v>
                </c:pt>
                <c:pt idx="2114">
                  <c:v>45405</c:v>
                </c:pt>
                <c:pt idx="2115">
                  <c:v>45406</c:v>
                </c:pt>
                <c:pt idx="2116">
                  <c:v>45407</c:v>
                </c:pt>
                <c:pt idx="2117">
                  <c:v>45408</c:v>
                </c:pt>
                <c:pt idx="2118">
                  <c:v>45411</c:v>
                </c:pt>
                <c:pt idx="2119">
                  <c:v>45412</c:v>
                </c:pt>
                <c:pt idx="2120">
                  <c:v>45414</c:v>
                </c:pt>
                <c:pt idx="2121">
                  <c:v>45415</c:v>
                </c:pt>
                <c:pt idx="2122">
                  <c:v>45418</c:v>
                </c:pt>
                <c:pt idx="2123">
                  <c:v>45419</c:v>
                </c:pt>
                <c:pt idx="2124">
                  <c:v>45420</c:v>
                </c:pt>
                <c:pt idx="2125">
                  <c:v>45421</c:v>
                </c:pt>
                <c:pt idx="2126">
                  <c:v>45422</c:v>
                </c:pt>
                <c:pt idx="2127">
                  <c:v>45425</c:v>
                </c:pt>
                <c:pt idx="2128">
                  <c:v>45426</c:v>
                </c:pt>
                <c:pt idx="2129">
                  <c:v>45427</c:v>
                </c:pt>
                <c:pt idx="2130">
                  <c:v>45428</c:v>
                </c:pt>
                <c:pt idx="2131">
                  <c:v>45429</c:v>
                </c:pt>
                <c:pt idx="2132">
                  <c:v>45433</c:v>
                </c:pt>
                <c:pt idx="2133">
                  <c:v>45434</c:v>
                </c:pt>
                <c:pt idx="2134">
                  <c:v>45436</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45457</c:v>
                </c:pt>
                <c:pt idx="2149">
                  <c:v>45461</c:v>
                </c:pt>
                <c:pt idx="2150">
                  <c:v>45463</c:v>
                </c:pt>
                <c:pt idx="2151">
                  <c:v>45464</c:v>
                </c:pt>
                <c:pt idx="2152">
                  <c:v>45467</c:v>
                </c:pt>
                <c:pt idx="2153">
                  <c:v>45468</c:v>
                </c:pt>
                <c:pt idx="2154">
                  <c:v>45469</c:v>
                </c:pt>
                <c:pt idx="2155">
                  <c:v>45470</c:v>
                </c:pt>
                <c:pt idx="2156">
                  <c:v>45471</c:v>
                </c:pt>
                <c:pt idx="2157">
                  <c:v>45474</c:v>
                </c:pt>
                <c:pt idx="2158">
                  <c:v>45475</c:v>
                </c:pt>
                <c:pt idx="2159">
                  <c:v>45481</c:v>
                </c:pt>
                <c:pt idx="2160">
                  <c:v>45482</c:v>
                </c:pt>
                <c:pt idx="2161">
                  <c:v>45483</c:v>
                </c:pt>
                <c:pt idx="2162">
                  <c:v>45485</c:v>
                </c:pt>
                <c:pt idx="2163">
                  <c:v>45488</c:v>
                </c:pt>
                <c:pt idx="2164">
                  <c:v>45489</c:v>
                </c:pt>
                <c:pt idx="2165">
                  <c:v>45491</c:v>
                </c:pt>
                <c:pt idx="2166">
                  <c:v>45492</c:v>
                </c:pt>
                <c:pt idx="2167">
                  <c:v>45495</c:v>
                </c:pt>
                <c:pt idx="2168">
                  <c:v>45496</c:v>
                </c:pt>
                <c:pt idx="2169">
                  <c:v>45497</c:v>
                </c:pt>
                <c:pt idx="2170">
                  <c:v>45498</c:v>
                </c:pt>
                <c:pt idx="2171">
                  <c:v>45499</c:v>
                </c:pt>
                <c:pt idx="2172">
                  <c:v>45502</c:v>
                </c:pt>
                <c:pt idx="2173">
                  <c:v>45503</c:v>
                </c:pt>
                <c:pt idx="2174">
                  <c:v>45504</c:v>
                </c:pt>
                <c:pt idx="2175">
                  <c:v>45505</c:v>
                </c:pt>
                <c:pt idx="2176">
                  <c:v>45506</c:v>
                </c:pt>
                <c:pt idx="2177">
                  <c:v>45509</c:v>
                </c:pt>
                <c:pt idx="2178">
                  <c:v>45510</c:v>
                </c:pt>
                <c:pt idx="2179">
                  <c:v>45511</c:v>
                </c:pt>
                <c:pt idx="2180">
                  <c:v>45512</c:v>
                </c:pt>
                <c:pt idx="2181">
                  <c:v>45513</c:v>
                </c:pt>
                <c:pt idx="2182">
                  <c:v>45516</c:v>
                </c:pt>
                <c:pt idx="2183">
                  <c:v>45517</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45538</c:v>
                </c:pt>
                <c:pt idx="2197">
                  <c:v>45539</c:v>
                </c:pt>
                <c:pt idx="2198">
                  <c:v>45540</c:v>
                </c:pt>
                <c:pt idx="2199">
                  <c:v>45541</c:v>
                </c:pt>
                <c:pt idx="2200">
                  <c:v>45544</c:v>
                </c:pt>
                <c:pt idx="2201">
                  <c:v>45545</c:v>
                </c:pt>
                <c:pt idx="2202">
                  <c:v>45546</c:v>
                </c:pt>
                <c:pt idx="2203">
                  <c:v>45547</c:v>
                </c:pt>
                <c:pt idx="2204">
                  <c:v>45548</c:v>
                </c:pt>
                <c:pt idx="2205">
                  <c:v>45552</c:v>
                </c:pt>
                <c:pt idx="2206">
                  <c:v>45554</c:v>
                </c:pt>
                <c:pt idx="2207">
                  <c:v>45555</c:v>
                </c:pt>
                <c:pt idx="2208">
                  <c:v>45558</c:v>
                </c:pt>
                <c:pt idx="2209">
                  <c:v>45559</c:v>
                </c:pt>
                <c:pt idx="2210">
                  <c:v>45560</c:v>
                </c:pt>
                <c:pt idx="2211">
                  <c:v>45561</c:v>
                </c:pt>
                <c:pt idx="2212">
                  <c:v>45562</c:v>
                </c:pt>
                <c:pt idx="2213">
                  <c:v>45565</c:v>
                </c:pt>
                <c:pt idx="2214">
                  <c:v>45566</c:v>
                </c:pt>
                <c:pt idx="2215">
                  <c:v>45568</c:v>
                </c:pt>
                <c:pt idx="2216">
                  <c:v>45569</c:v>
                </c:pt>
                <c:pt idx="2217">
                  <c:v>45572</c:v>
                </c:pt>
                <c:pt idx="2218">
                  <c:v>45573</c:v>
                </c:pt>
                <c:pt idx="2219">
                  <c:v>45574</c:v>
                </c:pt>
                <c:pt idx="2220">
                  <c:v>45575</c:v>
                </c:pt>
                <c:pt idx="2221">
                  <c:v>45576</c:v>
                </c:pt>
                <c:pt idx="2222">
                  <c:v>45580</c:v>
                </c:pt>
                <c:pt idx="2223">
                  <c:v>45581</c:v>
                </c:pt>
                <c:pt idx="2224">
                  <c:v>45582</c:v>
                </c:pt>
                <c:pt idx="2225">
                  <c:v>45583</c:v>
                </c:pt>
                <c:pt idx="2226">
                  <c:v>45586</c:v>
                </c:pt>
                <c:pt idx="2227">
                  <c:v>45587</c:v>
                </c:pt>
                <c:pt idx="2228">
                  <c:v>45588</c:v>
                </c:pt>
                <c:pt idx="2229">
                  <c:v>45589</c:v>
                </c:pt>
                <c:pt idx="2230">
                  <c:v>45590</c:v>
                </c:pt>
                <c:pt idx="2231">
                  <c:v>45593</c:v>
                </c:pt>
                <c:pt idx="2232">
                  <c:v>45594</c:v>
                </c:pt>
                <c:pt idx="2233">
                  <c:v>45595</c:v>
                </c:pt>
                <c:pt idx="2234">
                  <c:v>45600</c:v>
                </c:pt>
                <c:pt idx="2235">
                  <c:v>45601</c:v>
                </c:pt>
                <c:pt idx="2236">
                  <c:v>45602</c:v>
                </c:pt>
                <c:pt idx="2237">
                  <c:v>45603</c:v>
                </c:pt>
                <c:pt idx="2238">
                  <c:v>45604</c:v>
                </c:pt>
                <c:pt idx="2239">
                  <c:v>45607</c:v>
                </c:pt>
                <c:pt idx="2240">
                  <c:v>45608</c:v>
                </c:pt>
                <c:pt idx="2241">
                  <c:v>45609</c:v>
                </c:pt>
                <c:pt idx="2242">
                  <c:v>45610</c:v>
                </c:pt>
                <c:pt idx="2243">
                  <c:v>45614</c:v>
                </c:pt>
                <c:pt idx="2244">
                  <c:v>45615</c:v>
                </c:pt>
                <c:pt idx="2245">
                  <c:v>45617</c:v>
                </c:pt>
                <c:pt idx="2246">
                  <c:v>45618</c:v>
                </c:pt>
                <c:pt idx="2247">
                  <c:v>45621</c:v>
                </c:pt>
                <c:pt idx="2248">
                  <c:v>45622</c:v>
                </c:pt>
                <c:pt idx="2249">
                  <c:v>45623</c:v>
                </c:pt>
                <c:pt idx="2250">
                  <c:v>45628</c:v>
                </c:pt>
                <c:pt idx="2251">
                  <c:v>45630</c:v>
                </c:pt>
                <c:pt idx="2252">
                  <c:v>45631</c:v>
                </c:pt>
                <c:pt idx="2253">
                  <c:v>45632</c:v>
                </c:pt>
                <c:pt idx="2254">
                  <c:v>45635</c:v>
                </c:pt>
                <c:pt idx="2255">
                  <c:v>45636</c:v>
                </c:pt>
                <c:pt idx="2256">
                  <c:v>45637</c:v>
                </c:pt>
                <c:pt idx="2257">
                  <c:v>45638</c:v>
                </c:pt>
                <c:pt idx="2258">
                  <c:v>45639</c:v>
                </c:pt>
                <c:pt idx="2259">
                  <c:v>45642</c:v>
                </c:pt>
                <c:pt idx="2260">
                  <c:v>45643</c:v>
                </c:pt>
                <c:pt idx="2261">
                  <c:v>45644</c:v>
                </c:pt>
                <c:pt idx="2262">
                  <c:v>45645</c:v>
                </c:pt>
                <c:pt idx="2263">
                  <c:v>45646</c:v>
                </c:pt>
                <c:pt idx="2264">
                  <c:v>45649</c:v>
                </c:pt>
                <c:pt idx="2265">
                  <c:v>45659</c:v>
                </c:pt>
                <c:pt idx="2266">
                  <c:v>45660</c:v>
                </c:pt>
                <c:pt idx="2267">
                  <c:v>45663</c:v>
                </c:pt>
                <c:pt idx="2268">
                  <c:v>45664</c:v>
                </c:pt>
                <c:pt idx="2269">
                  <c:v>45665</c:v>
                </c:pt>
                <c:pt idx="2270">
                  <c:v>45667</c:v>
                </c:pt>
                <c:pt idx="2271">
                  <c:v>45670</c:v>
                </c:pt>
                <c:pt idx="2272">
                  <c:v>45671</c:v>
                </c:pt>
                <c:pt idx="2273">
                  <c:v>45672</c:v>
                </c:pt>
                <c:pt idx="2274">
                  <c:v>45673</c:v>
                </c:pt>
                <c:pt idx="2275">
                  <c:v>45674</c:v>
                </c:pt>
                <c:pt idx="2276">
                  <c:v>45678</c:v>
                </c:pt>
                <c:pt idx="2277">
                  <c:v>45679</c:v>
                </c:pt>
                <c:pt idx="2278">
                  <c:v>45680</c:v>
                </c:pt>
                <c:pt idx="2279">
                  <c:v>45681</c:v>
                </c:pt>
                <c:pt idx="2280">
                  <c:v>45684</c:v>
                </c:pt>
                <c:pt idx="2281">
                  <c:v>45685</c:v>
                </c:pt>
                <c:pt idx="2282">
                  <c:v>45686</c:v>
                </c:pt>
                <c:pt idx="2283">
                  <c:v>45687</c:v>
                </c:pt>
                <c:pt idx="2284">
                  <c:v>45688</c:v>
                </c:pt>
                <c:pt idx="2285">
                  <c:v>45691</c:v>
                </c:pt>
                <c:pt idx="2286">
                  <c:v>45692</c:v>
                </c:pt>
                <c:pt idx="2287">
                  <c:v>45693</c:v>
                </c:pt>
                <c:pt idx="2288">
                  <c:v>45694</c:v>
                </c:pt>
                <c:pt idx="2289">
                  <c:v>45695</c:v>
                </c:pt>
                <c:pt idx="2290">
                  <c:v>45698</c:v>
                </c:pt>
                <c:pt idx="2291">
                  <c:v>45699</c:v>
                </c:pt>
                <c:pt idx="2292">
                  <c:v>45700</c:v>
                </c:pt>
                <c:pt idx="2293">
                  <c:v>45701</c:v>
                </c:pt>
                <c:pt idx="2294">
                  <c:v>45702</c:v>
                </c:pt>
                <c:pt idx="2295">
                  <c:v>45706</c:v>
                </c:pt>
                <c:pt idx="2296">
                  <c:v>45708</c:v>
                </c:pt>
                <c:pt idx="2297">
                  <c:v>45709</c:v>
                </c:pt>
                <c:pt idx="2298">
                  <c:v>45712</c:v>
                </c:pt>
                <c:pt idx="2299">
                  <c:v>45713</c:v>
                </c:pt>
                <c:pt idx="2300">
                  <c:v>45715</c:v>
                </c:pt>
                <c:pt idx="2301">
                  <c:v>45716</c:v>
                </c:pt>
                <c:pt idx="2302">
                  <c:v>45719</c:v>
                </c:pt>
                <c:pt idx="2303">
                  <c:v>45720</c:v>
                </c:pt>
                <c:pt idx="2304">
                  <c:v>45721</c:v>
                </c:pt>
                <c:pt idx="2305">
                  <c:v>45722</c:v>
                </c:pt>
                <c:pt idx="2306">
                  <c:v>45723</c:v>
                </c:pt>
                <c:pt idx="2307">
                  <c:v>45726</c:v>
                </c:pt>
                <c:pt idx="2308">
                  <c:v>45727</c:v>
                </c:pt>
                <c:pt idx="2309">
                  <c:v>45728</c:v>
                </c:pt>
                <c:pt idx="2310">
                  <c:v>45729</c:v>
                </c:pt>
                <c:pt idx="2311">
                  <c:v>45733</c:v>
                </c:pt>
                <c:pt idx="2312">
                  <c:v>45734</c:v>
                </c:pt>
                <c:pt idx="2313">
                  <c:v>45735</c:v>
                </c:pt>
                <c:pt idx="2314">
                  <c:v>45736</c:v>
                </c:pt>
                <c:pt idx="2315">
                  <c:v>45737</c:v>
                </c:pt>
                <c:pt idx="2316">
                  <c:v>45740</c:v>
                </c:pt>
                <c:pt idx="2317">
                  <c:v>45741</c:v>
                </c:pt>
                <c:pt idx="2318">
                  <c:v>45742</c:v>
                </c:pt>
                <c:pt idx="2319">
                  <c:v>45743</c:v>
                </c:pt>
                <c:pt idx="2320">
                  <c:v>45744</c:v>
                </c:pt>
                <c:pt idx="2321">
                  <c:v>45749</c:v>
                </c:pt>
                <c:pt idx="2322">
                  <c:v>45750</c:v>
                </c:pt>
                <c:pt idx="2323">
                  <c:v>45751</c:v>
                </c:pt>
                <c:pt idx="2324">
                  <c:v>45754</c:v>
                </c:pt>
              </c:numCache>
            </c:numRef>
          </c:cat>
          <c:val>
            <c:numRef>
              <c:f>FX!$B$2:$B$2537</c:f>
            </c:numRef>
          </c:val>
          <c:smooth val="0"/>
          <c:extLst>
            <c:ext xmlns:c16="http://schemas.microsoft.com/office/drawing/2014/chart" uri="{C3380CC4-5D6E-409C-BE32-E72D297353CC}">
              <c16:uniqueId val="{00000000-F5F9-0347-A081-D06DA822ADCA}"/>
            </c:ext>
          </c:extLst>
        </c:ser>
        <c:ser>
          <c:idx val="1"/>
          <c:order val="1"/>
          <c:tx>
            <c:strRef>
              <c:f>FX!$C$1</c:f>
              <c:strCache>
                <c:ptCount val="1"/>
                <c:pt idx="0">
                  <c:v>U.S. dollar   (USD)                     </c:v>
                </c:pt>
              </c:strCache>
            </c:strRef>
          </c:tx>
          <c:spPr>
            <a:ln w="28575" cap="rnd">
              <a:solidFill>
                <a:schemeClr val="dk1">
                  <a:tint val="55000"/>
                </a:schemeClr>
              </a:solidFill>
              <a:round/>
            </a:ln>
            <a:effectLst/>
          </c:spPr>
          <c:marker>
            <c:symbol val="circle"/>
            <c:size val="5"/>
            <c:spPr>
              <a:solidFill>
                <a:schemeClr val="dk1">
                  <a:tint val="55000"/>
                </a:schemeClr>
              </a:solidFill>
              <a:ln w="9525">
                <a:solidFill>
                  <a:schemeClr val="dk1">
                    <a:tint val="55000"/>
                  </a:schemeClr>
                </a:solidFill>
              </a:ln>
              <a:effectLst/>
            </c:spPr>
          </c:marker>
          <c:cat>
            <c:numRef>
              <c:f>FX!$A$2:$A$2537</c:f>
              <c:numCache>
                <c:formatCode>[$-409]d\-mmm\-yyyy;@</c:formatCode>
                <c:ptCount val="2325"/>
                <c:pt idx="0">
                  <c:v>42009</c:v>
                </c:pt>
                <c:pt idx="1">
                  <c:v>42010</c:v>
                </c:pt>
                <c:pt idx="2">
                  <c:v>42011</c:v>
                </c:pt>
                <c:pt idx="3">
                  <c:v>42012</c:v>
                </c:pt>
                <c:pt idx="4">
                  <c:v>42013</c:v>
                </c:pt>
                <c:pt idx="5">
                  <c:v>42016</c:v>
                </c:pt>
                <c:pt idx="6">
                  <c:v>42017</c:v>
                </c:pt>
                <c:pt idx="7">
                  <c:v>42018</c:v>
                </c:pt>
                <c:pt idx="8">
                  <c:v>42019</c:v>
                </c:pt>
                <c:pt idx="9">
                  <c:v>42020</c:v>
                </c:pt>
                <c:pt idx="10">
                  <c:v>42024</c:v>
                </c:pt>
                <c:pt idx="11">
                  <c:v>42025</c:v>
                </c:pt>
                <c:pt idx="12">
                  <c:v>42026</c:v>
                </c:pt>
                <c:pt idx="13">
                  <c:v>42027</c:v>
                </c:pt>
                <c:pt idx="14">
                  <c:v>42031</c:v>
                </c:pt>
                <c:pt idx="15">
                  <c:v>42032</c:v>
                </c:pt>
                <c:pt idx="16">
                  <c:v>42033</c:v>
                </c:pt>
                <c:pt idx="17">
                  <c:v>42034</c:v>
                </c:pt>
                <c:pt idx="18">
                  <c:v>42037</c:v>
                </c:pt>
                <c:pt idx="19">
                  <c:v>42038</c:v>
                </c:pt>
                <c:pt idx="20">
                  <c:v>42039</c:v>
                </c:pt>
                <c:pt idx="21">
                  <c:v>42040</c:v>
                </c:pt>
                <c:pt idx="22">
                  <c:v>42041</c:v>
                </c:pt>
                <c:pt idx="23">
                  <c:v>42044</c:v>
                </c:pt>
                <c:pt idx="24">
                  <c:v>42045</c:v>
                </c:pt>
                <c:pt idx="25">
                  <c:v>42046</c:v>
                </c:pt>
                <c:pt idx="26">
                  <c:v>42047</c:v>
                </c:pt>
                <c:pt idx="27">
                  <c:v>42048</c:v>
                </c:pt>
                <c:pt idx="28">
                  <c:v>42053</c:v>
                </c:pt>
                <c:pt idx="29">
                  <c:v>42055</c:v>
                </c:pt>
                <c:pt idx="30">
                  <c:v>42058</c:v>
                </c:pt>
                <c:pt idx="31">
                  <c:v>42059</c:v>
                </c:pt>
                <c:pt idx="32">
                  <c:v>42060</c:v>
                </c:pt>
                <c:pt idx="33">
                  <c:v>42061</c:v>
                </c:pt>
                <c:pt idx="34">
                  <c:v>42062</c:v>
                </c:pt>
                <c:pt idx="35">
                  <c:v>42065</c:v>
                </c:pt>
                <c:pt idx="36">
                  <c:v>42066</c:v>
                </c:pt>
                <c:pt idx="37">
                  <c:v>42067</c:v>
                </c:pt>
                <c:pt idx="38">
                  <c:v>42068</c:v>
                </c:pt>
                <c:pt idx="39">
                  <c:v>42072</c:v>
                </c:pt>
                <c:pt idx="40">
                  <c:v>42073</c:v>
                </c:pt>
                <c:pt idx="41">
                  <c:v>42074</c:v>
                </c:pt>
                <c:pt idx="42">
                  <c:v>42075</c:v>
                </c:pt>
                <c:pt idx="43">
                  <c:v>42076</c:v>
                </c:pt>
                <c:pt idx="44">
                  <c:v>42079</c:v>
                </c:pt>
                <c:pt idx="45">
                  <c:v>42080</c:v>
                </c:pt>
                <c:pt idx="46">
                  <c:v>42081</c:v>
                </c:pt>
                <c:pt idx="47">
                  <c:v>42082</c:v>
                </c:pt>
                <c:pt idx="48">
                  <c:v>42083</c:v>
                </c:pt>
                <c:pt idx="49">
                  <c:v>42086</c:v>
                </c:pt>
                <c:pt idx="50">
                  <c:v>42087</c:v>
                </c:pt>
                <c:pt idx="51">
                  <c:v>42088</c:v>
                </c:pt>
                <c:pt idx="52">
                  <c:v>42089</c:v>
                </c:pt>
                <c:pt idx="53">
                  <c:v>42090</c:v>
                </c:pt>
                <c:pt idx="54">
                  <c:v>42093</c:v>
                </c:pt>
                <c:pt idx="55">
                  <c:v>42094</c:v>
                </c:pt>
                <c:pt idx="56">
                  <c:v>42100</c:v>
                </c:pt>
                <c:pt idx="57">
                  <c:v>42101</c:v>
                </c:pt>
                <c:pt idx="58">
                  <c:v>42102</c:v>
                </c:pt>
                <c:pt idx="59">
                  <c:v>42103</c:v>
                </c:pt>
                <c:pt idx="60">
                  <c:v>42104</c:v>
                </c:pt>
                <c:pt idx="61">
                  <c:v>42107</c:v>
                </c:pt>
                <c:pt idx="62">
                  <c:v>42109</c:v>
                </c:pt>
                <c:pt idx="63">
                  <c:v>42110</c:v>
                </c:pt>
                <c:pt idx="64">
                  <c:v>42111</c:v>
                </c:pt>
                <c:pt idx="65">
                  <c:v>42114</c:v>
                </c:pt>
                <c:pt idx="66">
                  <c:v>42115</c:v>
                </c:pt>
                <c:pt idx="67">
                  <c:v>42116</c:v>
                </c:pt>
                <c:pt idx="68">
                  <c:v>42117</c:v>
                </c:pt>
                <c:pt idx="69">
                  <c:v>42118</c:v>
                </c:pt>
                <c:pt idx="70">
                  <c:v>42121</c:v>
                </c:pt>
                <c:pt idx="71">
                  <c:v>42122</c:v>
                </c:pt>
                <c:pt idx="72">
                  <c:v>42123</c:v>
                </c:pt>
                <c:pt idx="73">
                  <c:v>42124</c:v>
                </c:pt>
                <c:pt idx="74">
                  <c:v>42129</c:v>
                </c:pt>
                <c:pt idx="75">
                  <c:v>42130</c:v>
                </c:pt>
                <c:pt idx="76">
                  <c:v>42131</c:v>
                </c:pt>
                <c:pt idx="77">
                  <c:v>42132</c:v>
                </c:pt>
                <c:pt idx="78">
                  <c:v>42135</c:v>
                </c:pt>
                <c:pt idx="79">
                  <c:v>42136</c:v>
                </c:pt>
                <c:pt idx="80">
                  <c:v>42137</c:v>
                </c:pt>
                <c:pt idx="81">
                  <c:v>42138</c:v>
                </c:pt>
                <c:pt idx="82">
                  <c:v>42139</c:v>
                </c:pt>
                <c:pt idx="83">
                  <c:v>42142</c:v>
                </c:pt>
                <c:pt idx="84">
                  <c:v>42143</c:v>
                </c:pt>
                <c:pt idx="85">
                  <c:v>42144</c:v>
                </c:pt>
                <c:pt idx="86">
                  <c:v>42145</c:v>
                </c:pt>
                <c:pt idx="87">
                  <c:v>42146</c:v>
                </c:pt>
                <c:pt idx="88">
                  <c:v>42150</c:v>
                </c:pt>
                <c:pt idx="89">
                  <c:v>42151</c:v>
                </c:pt>
                <c:pt idx="90">
                  <c:v>42152</c:v>
                </c:pt>
                <c:pt idx="91">
                  <c:v>42153</c:v>
                </c:pt>
                <c:pt idx="92">
                  <c:v>42156</c:v>
                </c:pt>
                <c:pt idx="93">
                  <c:v>42157</c:v>
                </c:pt>
                <c:pt idx="94">
                  <c:v>42158</c:v>
                </c:pt>
                <c:pt idx="95">
                  <c:v>42159</c:v>
                </c:pt>
                <c:pt idx="96">
                  <c:v>42160</c:v>
                </c:pt>
                <c:pt idx="97">
                  <c:v>42163</c:v>
                </c:pt>
                <c:pt idx="98">
                  <c:v>42164</c:v>
                </c:pt>
                <c:pt idx="99">
                  <c:v>42165</c:v>
                </c:pt>
                <c:pt idx="100">
                  <c:v>42166</c:v>
                </c:pt>
                <c:pt idx="101">
                  <c:v>42167</c:v>
                </c:pt>
                <c:pt idx="102">
                  <c:v>42170</c:v>
                </c:pt>
                <c:pt idx="103">
                  <c:v>42171</c:v>
                </c:pt>
                <c:pt idx="104">
                  <c:v>42172</c:v>
                </c:pt>
                <c:pt idx="105">
                  <c:v>42173</c:v>
                </c:pt>
                <c:pt idx="106">
                  <c:v>42174</c:v>
                </c:pt>
                <c:pt idx="107">
                  <c:v>42177</c:v>
                </c:pt>
                <c:pt idx="108">
                  <c:v>42178</c:v>
                </c:pt>
                <c:pt idx="109">
                  <c:v>42179</c:v>
                </c:pt>
                <c:pt idx="110">
                  <c:v>42180</c:v>
                </c:pt>
                <c:pt idx="111">
                  <c:v>42181</c:v>
                </c:pt>
                <c:pt idx="112">
                  <c:v>42184</c:v>
                </c:pt>
                <c:pt idx="113">
                  <c:v>42185</c:v>
                </c:pt>
                <c:pt idx="114">
                  <c:v>42186</c:v>
                </c:pt>
                <c:pt idx="115">
                  <c:v>42187</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42233</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42255</c:v>
                </c:pt>
                <c:pt idx="161">
                  <c:v>42256</c:v>
                </c:pt>
                <c:pt idx="162">
                  <c:v>42257</c:v>
                </c:pt>
                <c:pt idx="163">
                  <c:v>42258</c:v>
                </c:pt>
                <c:pt idx="164">
                  <c:v>42261</c:v>
                </c:pt>
                <c:pt idx="165">
                  <c:v>42262</c:v>
                </c:pt>
                <c:pt idx="166">
                  <c:v>42263</c:v>
                </c:pt>
                <c:pt idx="167">
                  <c:v>42265</c:v>
                </c:pt>
                <c:pt idx="168">
                  <c:v>42268</c:v>
                </c:pt>
                <c:pt idx="169">
                  <c:v>42269</c:v>
                </c:pt>
                <c:pt idx="170">
                  <c:v>42270</c:v>
                </c:pt>
                <c:pt idx="171">
                  <c:v>42271</c:v>
                </c:pt>
                <c:pt idx="172">
                  <c:v>42275</c:v>
                </c:pt>
                <c:pt idx="173">
                  <c:v>42276</c:v>
                </c:pt>
                <c:pt idx="174">
                  <c:v>42277</c:v>
                </c:pt>
                <c:pt idx="175">
                  <c:v>42278</c:v>
                </c:pt>
                <c:pt idx="176">
                  <c:v>42282</c:v>
                </c:pt>
                <c:pt idx="177">
                  <c:v>42283</c:v>
                </c:pt>
                <c:pt idx="178">
                  <c:v>42284</c:v>
                </c:pt>
                <c:pt idx="179">
                  <c:v>42285</c:v>
                </c:pt>
                <c:pt idx="180">
                  <c:v>42286</c:v>
                </c:pt>
                <c:pt idx="181">
                  <c:v>42290</c:v>
                </c:pt>
                <c:pt idx="182">
                  <c:v>42291</c:v>
                </c:pt>
                <c:pt idx="183">
                  <c:v>42292</c:v>
                </c:pt>
                <c:pt idx="184">
                  <c:v>42293</c:v>
                </c:pt>
                <c:pt idx="185">
                  <c:v>42296</c:v>
                </c:pt>
                <c:pt idx="186">
                  <c:v>42297</c:v>
                </c:pt>
                <c:pt idx="187">
                  <c:v>42298</c:v>
                </c:pt>
                <c:pt idx="188">
                  <c:v>42300</c:v>
                </c:pt>
                <c:pt idx="189">
                  <c:v>42303</c:v>
                </c:pt>
                <c:pt idx="190">
                  <c:v>42304</c:v>
                </c:pt>
                <c:pt idx="191">
                  <c:v>42305</c:v>
                </c:pt>
                <c:pt idx="192">
                  <c:v>42306</c:v>
                </c:pt>
                <c:pt idx="193">
                  <c:v>42307</c:v>
                </c:pt>
                <c:pt idx="194">
                  <c:v>42310</c:v>
                </c:pt>
                <c:pt idx="195">
                  <c:v>42311</c:v>
                </c:pt>
                <c:pt idx="196">
                  <c:v>42312</c:v>
                </c:pt>
                <c:pt idx="197">
                  <c:v>42313</c:v>
                </c:pt>
                <c:pt idx="198">
                  <c:v>42314</c:v>
                </c:pt>
                <c:pt idx="199">
                  <c:v>42317</c:v>
                </c:pt>
                <c:pt idx="200">
                  <c:v>42318</c:v>
                </c:pt>
                <c:pt idx="201">
                  <c:v>42321</c:v>
                </c:pt>
                <c:pt idx="202">
                  <c:v>42324</c:v>
                </c:pt>
                <c:pt idx="203">
                  <c:v>42325</c:v>
                </c:pt>
                <c:pt idx="204">
                  <c:v>42326</c:v>
                </c:pt>
                <c:pt idx="205">
                  <c:v>42327</c:v>
                </c:pt>
                <c:pt idx="206">
                  <c:v>42328</c:v>
                </c:pt>
                <c:pt idx="207">
                  <c:v>42331</c:v>
                </c:pt>
                <c:pt idx="208">
                  <c:v>42332</c:v>
                </c:pt>
                <c:pt idx="209">
                  <c:v>42338</c:v>
                </c:pt>
                <c:pt idx="210">
                  <c:v>42339</c:v>
                </c:pt>
                <c:pt idx="211">
                  <c:v>42340</c:v>
                </c:pt>
                <c:pt idx="212">
                  <c:v>42341</c:v>
                </c:pt>
                <c:pt idx="213">
                  <c:v>42342</c:v>
                </c:pt>
                <c:pt idx="214">
                  <c:v>42345</c:v>
                </c:pt>
                <c:pt idx="215">
                  <c:v>42346</c:v>
                </c:pt>
                <c:pt idx="216">
                  <c:v>42347</c:v>
                </c:pt>
                <c:pt idx="217">
                  <c:v>42348</c:v>
                </c:pt>
                <c:pt idx="218">
                  <c:v>42349</c:v>
                </c:pt>
                <c:pt idx="219">
                  <c:v>42352</c:v>
                </c:pt>
                <c:pt idx="220">
                  <c:v>42353</c:v>
                </c:pt>
                <c:pt idx="221">
                  <c:v>42354</c:v>
                </c:pt>
                <c:pt idx="222">
                  <c:v>42355</c:v>
                </c:pt>
                <c:pt idx="223">
                  <c:v>42356</c:v>
                </c:pt>
                <c:pt idx="224">
                  <c:v>42359</c:v>
                </c:pt>
                <c:pt idx="225">
                  <c:v>42360</c:v>
                </c:pt>
                <c:pt idx="226">
                  <c:v>42361</c:v>
                </c:pt>
                <c:pt idx="227">
                  <c:v>42366</c:v>
                </c:pt>
                <c:pt idx="228">
                  <c:v>42367</c:v>
                </c:pt>
                <c:pt idx="229">
                  <c:v>42368</c:v>
                </c:pt>
                <c:pt idx="230">
                  <c:v>42369</c:v>
                </c:pt>
                <c:pt idx="231">
                  <c:v>42373</c:v>
                </c:pt>
                <c:pt idx="232">
                  <c:v>42374</c:v>
                </c:pt>
                <c:pt idx="233">
                  <c:v>42375</c:v>
                </c:pt>
                <c:pt idx="234">
                  <c:v>42376</c:v>
                </c:pt>
                <c:pt idx="235">
                  <c:v>42377</c:v>
                </c:pt>
                <c:pt idx="236">
                  <c:v>42380</c:v>
                </c:pt>
                <c:pt idx="237">
                  <c:v>42381</c:v>
                </c:pt>
                <c:pt idx="238">
                  <c:v>42382</c:v>
                </c:pt>
                <c:pt idx="239">
                  <c:v>42383</c:v>
                </c:pt>
                <c:pt idx="240">
                  <c:v>42384</c:v>
                </c:pt>
                <c:pt idx="241">
                  <c:v>42388</c:v>
                </c:pt>
                <c:pt idx="242">
                  <c:v>42389</c:v>
                </c:pt>
                <c:pt idx="243">
                  <c:v>42390</c:v>
                </c:pt>
                <c:pt idx="244">
                  <c:v>42391</c:v>
                </c:pt>
                <c:pt idx="245">
                  <c:v>42394</c:v>
                </c:pt>
                <c:pt idx="246">
                  <c:v>42396</c:v>
                </c:pt>
                <c:pt idx="247">
                  <c:v>42397</c:v>
                </c:pt>
                <c:pt idx="248">
                  <c:v>42398</c:v>
                </c:pt>
                <c:pt idx="249">
                  <c:v>42401</c:v>
                </c:pt>
                <c:pt idx="250">
                  <c:v>42402</c:v>
                </c:pt>
                <c:pt idx="251">
                  <c:v>42403</c:v>
                </c:pt>
                <c:pt idx="252">
                  <c:v>42404</c:v>
                </c:pt>
                <c:pt idx="253">
                  <c:v>42405</c:v>
                </c:pt>
                <c:pt idx="254">
                  <c:v>42408</c:v>
                </c:pt>
                <c:pt idx="255">
                  <c:v>42409</c:v>
                </c:pt>
                <c:pt idx="256">
                  <c:v>42410</c:v>
                </c:pt>
                <c:pt idx="257">
                  <c:v>42411</c:v>
                </c:pt>
                <c:pt idx="258">
                  <c:v>42412</c:v>
                </c:pt>
                <c:pt idx="259">
                  <c:v>42416</c:v>
                </c:pt>
                <c:pt idx="260">
                  <c:v>42417</c:v>
                </c:pt>
                <c:pt idx="261">
                  <c:v>42418</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42464</c:v>
                </c:pt>
                <c:pt idx="289">
                  <c:v>42465</c:v>
                </c:pt>
                <c:pt idx="290">
                  <c:v>42466</c:v>
                </c:pt>
                <c:pt idx="291">
                  <c:v>42467</c:v>
                </c:pt>
                <c:pt idx="292">
                  <c:v>42471</c:v>
                </c:pt>
                <c:pt idx="293">
                  <c:v>42472</c:v>
                </c:pt>
                <c:pt idx="294">
                  <c:v>42473</c:v>
                </c:pt>
                <c:pt idx="295">
                  <c:v>42478</c:v>
                </c:pt>
                <c:pt idx="296">
                  <c:v>42480</c:v>
                </c:pt>
                <c:pt idx="297">
                  <c:v>42481</c:v>
                </c:pt>
                <c:pt idx="298">
                  <c:v>42482</c:v>
                </c:pt>
                <c:pt idx="299">
                  <c:v>42485</c:v>
                </c:pt>
                <c:pt idx="300">
                  <c:v>42486</c:v>
                </c:pt>
                <c:pt idx="301">
                  <c:v>42487</c:v>
                </c:pt>
                <c:pt idx="302">
                  <c:v>42488</c:v>
                </c:pt>
                <c:pt idx="303">
                  <c:v>42489</c:v>
                </c:pt>
                <c:pt idx="304">
                  <c:v>42492</c:v>
                </c:pt>
                <c:pt idx="305">
                  <c:v>42493</c:v>
                </c:pt>
                <c:pt idx="306">
                  <c:v>42494</c:v>
                </c:pt>
                <c:pt idx="307">
                  <c:v>42495</c:v>
                </c:pt>
                <c:pt idx="308">
                  <c:v>42496</c:v>
                </c:pt>
                <c:pt idx="309">
                  <c:v>42499</c:v>
                </c:pt>
                <c:pt idx="310">
                  <c:v>42500</c:v>
                </c:pt>
                <c:pt idx="311">
                  <c:v>42501</c:v>
                </c:pt>
                <c:pt idx="312">
                  <c:v>42502</c:v>
                </c:pt>
                <c:pt idx="313">
                  <c:v>42503</c:v>
                </c:pt>
                <c:pt idx="314">
                  <c:v>42506</c:v>
                </c:pt>
                <c:pt idx="315">
                  <c:v>42507</c:v>
                </c:pt>
                <c:pt idx="316">
                  <c:v>42508</c:v>
                </c:pt>
                <c:pt idx="317">
                  <c:v>42509</c:v>
                </c:pt>
                <c:pt idx="318">
                  <c:v>42510</c:v>
                </c:pt>
                <c:pt idx="319">
                  <c:v>42513</c:v>
                </c:pt>
                <c:pt idx="320">
                  <c:v>42514</c:v>
                </c:pt>
                <c:pt idx="321">
                  <c:v>42515</c:v>
                </c:pt>
                <c:pt idx="322">
                  <c:v>42516</c:v>
                </c:pt>
                <c:pt idx="323">
                  <c:v>42517</c:v>
                </c:pt>
                <c:pt idx="324">
                  <c:v>42521</c:v>
                </c:pt>
                <c:pt idx="325">
                  <c:v>42522</c:v>
                </c:pt>
                <c:pt idx="326">
                  <c:v>42523</c:v>
                </c:pt>
                <c:pt idx="327">
                  <c:v>42524</c:v>
                </c:pt>
                <c:pt idx="328">
                  <c:v>42527</c:v>
                </c:pt>
                <c:pt idx="329">
                  <c:v>42528</c:v>
                </c:pt>
                <c:pt idx="330">
                  <c:v>42529</c:v>
                </c:pt>
                <c:pt idx="331">
                  <c:v>42530</c:v>
                </c:pt>
                <c:pt idx="332">
                  <c:v>42531</c:v>
                </c:pt>
                <c:pt idx="333">
                  <c:v>42534</c:v>
                </c:pt>
                <c:pt idx="334">
                  <c:v>42535</c:v>
                </c:pt>
                <c:pt idx="335">
                  <c:v>42536</c:v>
                </c:pt>
                <c:pt idx="336">
                  <c:v>42537</c:v>
                </c:pt>
                <c:pt idx="337">
                  <c:v>42538</c:v>
                </c:pt>
                <c:pt idx="338">
                  <c:v>42541</c:v>
                </c:pt>
                <c:pt idx="339">
                  <c:v>42542</c:v>
                </c:pt>
                <c:pt idx="340">
                  <c:v>42543</c:v>
                </c:pt>
                <c:pt idx="341">
                  <c:v>42544</c:v>
                </c:pt>
                <c:pt idx="342">
                  <c:v>42545</c:v>
                </c:pt>
                <c:pt idx="343">
                  <c:v>42548</c:v>
                </c:pt>
                <c:pt idx="344">
                  <c:v>42549</c:v>
                </c:pt>
                <c:pt idx="345">
                  <c:v>42550</c:v>
                </c:pt>
                <c:pt idx="346">
                  <c:v>42551</c:v>
                </c:pt>
                <c:pt idx="347">
                  <c:v>42552</c:v>
                </c:pt>
                <c:pt idx="348">
                  <c:v>42556</c:v>
                </c:pt>
                <c:pt idx="349">
                  <c:v>42558</c:v>
                </c:pt>
                <c:pt idx="350">
                  <c:v>42559</c:v>
                </c:pt>
                <c:pt idx="351">
                  <c:v>42562</c:v>
                </c:pt>
                <c:pt idx="352">
                  <c:v>42563</c:v>
                </c:pt>
                <c:pt idx="353">
                  <c:v>42564</c:v>
                </c:pt>
                <c:pt idx="354">
                  <c:v>42565</c:v>
                </c:pt>
                <c:pt idx="355">
                  <c:v>42569</c:v>
                </c:pt>
                <c:pt idx="356">
                  <c:v>42570</c:v>
                </c:pt>
                <c:pt idx="357">
                  <c:v>42571</c:v>
                </c:pt>
                <c:pt idx="358">
                  <c:v>42572</c:v>
                </c:pt>
                <c:pt idx="359">
                  <c:v>42573</c:v>
                </c:pt>
                <c:pt idx="360">
                  <c:v>42576</c:v>
                </c:pt>
                <c:pt idx="361">
                  <c:v>42577</c:v>
                </c:pt>
                <c:pt idx="362">
                  <c:v>42578</c:v>
                </c:pt>
                <c:pt idx="363">
                  <c:v>42579</c:v>
                </c:pt>
                <c:pt idx="364">
                  <c:v>42580</c:v>
                </c:pt>
                <c:pt idx="365">
                  <c:v>42583</c:v>
                </c:pt>
                <c:pt idx="366">
                  <c:v>42584</c:v>
                </c:pt>
                <c:pt idx="367">
                  <c:v>42585</c:v>
                </c:pt>
                <c:pt idx="368">
                  <c:v>42586</c:v>
                </c:pt>
                <c:pt idx="369">
                  <c:v>42587</c:v>
                </c:pt>
                <c:pt idx="370">
                  <c:v>42590</c:v>
                </c:pt>
                <c:pt idx="371">
                  <c:v>42591</c:v>
                </c:pt>
                <c:pt idx="372">
                  <c:v>42592</c:v>
                </c:pt>
                <c:pt idx="373">
                  <c:v>42593</c:v>
                </c:pt>
                <c:pt idx="374">
                  <c:v>42594</c:v>
                </c:pt>
                <c:pt idx="375">
                  <c:v>42598</c:v>
                </c:pt>
                <c:pt idx="376">
                  <c:v>42600</c:v>
                </c:pt>
                <c:pt idx="377">
                  <c:v>42601</c:v>
                </c:pt>
                <c:pt idx="378">
                  <c:v>42604</c:v>
                </c:pt>
                <c:pt idx="379">
                  <c:v>42605</c:v>
                </c:pt>
                <c:pt idx="380">
                  <c:v>42606</c:v>
                </c:pt>
                <c:pt idx="381">
                  <c:v>42607</c:v>
                </c:pt>
                <c:pt idx="382">
                  <c:v>42608</c:v>
                </c:pt>
                <c:pt idx="383">
                  <c:v>42611</c:v>
                </c:pt>
                <c:pt idx="384">
                  <c:v>42612</c:v>
                </c:pt>
                <c:pt idx="385">
                  <c:v>42613</c:v>
                </c:pt>
                <c:pt idx="386">
                  <c:v>42614</c:v>
                </c:pt>
                <c:pt idx="387">
                  <c:v>42615</c:v>
                </c:pt>
                <c:pt idx="388">
                  <c:v>42619</c:v>
                </c:pt>
                <c:pt idx="389">
                  <c:v>42620</c:v>
                </c:pt>
                <c:pt idx="390">
                  <c:v>42621</c:v>
                </c:pt>
                <c:pt idx="391">
                  <c:v>42622</c:v>
                </c:pt>
                <c:pt idx="392">
                  <c:v>42625</c:v>
                </c:pt>
                <c:pt idx="393">
                  <c:v>42627</c:v>
                </c:pt>
                <c:pt idx="394">
                  <c:v>42628</c:v>
                </c:pt>
                <c:pt idx="395">
                  <c:v>42629</c:v>
                </c:pt>
                <c:pt idx="396">
                  <c:v>42632</c:v>
                </c:pt>
                <c:pt idx="397">
                  <c:v>42633</c:v>
                </c:pt>
                <c:pt idx="398">
                  <c:v>42634</c:v>
                </c:pt>
                <c:pt idx="399">
                  <c:v>42635</c:v>
                </c:pt>
                <c:pt idx="400">
                  <c:v>42636</c:v>
                </c:pt>
                <c:pt idx="401">
                  <c:v>42639</c:v>
                </c:pt>
                <c:pt idx="402">
                  <c:v>42640</c:v>
                </c:pt>
                <c:pt idx="403">
                  <c:v>42641</c:v>
                </c:pt>
                <c:pt idx="404">
                  <c:v>42642</c:v>
                </c:pt>
                <c:pt idx="405">
                  <c:v>42643</c:v>
                </c:pt>
                <c:pt idx="406">
                  <c:v>42646</c:v>
                </c:pt>
                <c:pt idx="407">
                  <c:v>42647</c:v>
                </c:pt>
                <c:pt idx="408">
                  <c:v>42648</c:v>
                </c:pt>
                <c:pt idx="409">
                  <c:v>42649</c:v>
                </c:pt>
                <c:pt idx="410">
                  <c:v>42650</c:v>
                </c:pt>
                <c:pt idx="411">
                  <c:v>42656</c:v>
                </c:pt>
                <c:pt idx="412">
                  <c:v>42657</c:v>
                </c:pt>
                <c:pt idx="413">
                  <c:v>42660</c:v>
                </c:pt>
                <c:pt idx="414">
                  <c:v>42661</c:v>
                </c:pt>
                <c:pt idx="415">
                  <c:v>42662</c:v>
                </c:pt>
                <c:pt idx="416">
                  <c:v>42663</c:v>
                </c:pt>
                <c:pt idx="417">
                  <c:v>42664</c:v>
                </c:pt>
                <c:pt idx="418">
                  <c:v>42667</c:v>
                </c:pt>
                <c:pt idx="419">
                  <c:v>42668</c:v>
                </c:pt>
                <c:pt idx="420">
                  <c:v>42669</c:v>
                </c:pt>
                <c:pt idx="421">
                  <c:v>42670</c:v>
                </c:pt>
                <c:pt idx="422">
                  <c:v>42671</c:v>
                </c:pt>
                <c:pt idx="423">
                  <c:v>42675</c:v>
                </c:pt>
                <c:pt idx="424">
                  <c:v>42676</c:v>
                </c:pt>
                <c:pt idx="425">
                  <c:v>42677</c:v>
                </c:pt>
                <c:pt idx="426">
                  <c:v>42678</c:v>
                </c:pt>
                <c:pt idx="427">
                  <c:v>42681</c:v>
                </c:pt>
                <c:pt idx="428">
                  <c:v>42682</c:v>
                </c:pt>
                <c:pt idx="429">
                  <c:v>42683</c:v>
                </c:pt>
                <c:pt idx="430">
                  <c:v>42684</c:v>
                </c:pt>
                <c:pt idx="431">
                  <c:v>42685</c:v>
                </c:pt>
                <c:pt idx="432">
                  <c:v>42689</c:v>
                </c:pt>
                <c:pt idx="433">
                  <c:v>42690</c:v>
                </c:pt>
                <c:pt idx="434">
                  <c:v>42691</c:v>
                </c:pt>
                <c:pt idx="435">
                  <c:v>42692</c:v>
                </c:pt>
                <c:pt idx="436">
                  <c:v>42695</c:v>
                </c:pt>
                <c:pt idx="437">
                  <c:v>42696</c:v>
                </c:pt>
                <c:pt idx="438">
                  <c:v>42697</c:v>
                </c:pt>
                <c:pt idx="439">
                  <c:v>42702</c:v>
                </c:pt>
                <c:pt idx="440">
                  <c:v>42703</c:v>
                </c:pt>
                <c:pt idx="441">
                  <c:v>42704</c:v>
                </c:pt>
                <c:pt idx="442">
                  <c:v>42705</c:v>
                </c:pt>
                <c:pt idx="443">
                  <c:v>42706</c:v>
                </c:pt>
                <c:pt idx="444">
                  <c:v>42709</c:v>
                </c:pt>
                <c:pt idx="445">
                  <c:v>42710</c:v>
                </c:pt>
                <c:pt idx="446">
                  <c:v>42711</c:v>
                </c:pt>
                <c:pt idx="447">
                  <c:v>42712</c:v>
                </c:pt>
                <c:pt idx="448">
                  <c:v>42713</c:v>
                </c:pt>
                <c:pt idx="449">
                  <c:v>42717</c:v>
                </c:pt>
                <c:pt idx="450">
                  <c:v>42718</c:v>
                </c:pt>
                <c:pt idx="451">
                  <c:v>42719</c:v>
                </c:pt>
                <c:pt idx="452">
                  <c:v>42720</c:v>
                </c:pt>
                <c:pt idx="453">
                  <c:v>42723</c:v>
                </c:pt>
                <c:pt idx="454">
                  <c:v>42724</c:v>
                </c:pt>
                <c:pt idx="455">
                  <c:v>42725</c:v>
                </c:pt>
                <c:pt idx="456">
                  <c:v>42726</c:v>
                </c:pt>
                <c:pt idx="457">
                  <c:v>42727</c:v>
                </c:pt>
                <c:pt idx="458">
                  <c:v>42732</c:v>
                </c:pt>
                <c:pt idx="459">
                  <c:v>42733</c:v>
                </c:pt>
                <c:pt idx="460">
                  <c:v>42734</c:v>
                </c:pt>
                <c:pt idx="461">
                  <c:v>42738</c:v>
                </c:pt>
                <c:pt idx="462">
                  <c:v>42739</c:v>
                </c:pt>
                <c:pt idx="463">
                  <c:v>42740</c:v>
                </c:pt>
                <c:pt idx="464">
                  <c:v>42744</c:v>
                </c:pt>
                <c:pt idx="465">
                  <c:v>42745</c:v>
                </c:pt>
                <c:pt idx="466">
                  <c:v>42746</c:v>
                </c:pt>
                <c:pt idx="467">
                  <c:v>42747</c:v>
                </c:pt>
                <c:pt idx="468">
                  <c:v>42748</c:v>
                </c:pt>
                <c:pt idx="469">
                  <c:v>42752</c:v>
                </c:pt>
                <c:pt idx="470">
                  <c:v>42753</c:v>
                </c:pt>
                <c:pt idx="471">
                  <c:v>42754</c:v>
                </c:pt>
                <c:pt idx="472">
                  <c:v>42758</c:v>
                </c:pt>
                <c:pt idx="473">
                  <c:v>42759</c:v>
                </c:pt>
                <c:pt idx="474">
                  <c:v>42760</c:v>
                </c:pt>
                <c:pt idx="475">
                  <c:v>42762</c:v>
                </c:pt>
                <c:pt idx="476">
                  <c:v>42765</c:v>
                </c:pt>
                <c:pt idx="477">
                  <c:v>42766</c:v>
                </c:pt>
                <c:pt idx="478">
                  <c:v>42767</c:v>
                </c:pt>
                <c:pt idx="479">
                  <c:v>42768</c:v>
                </c:pt>
                <c:pt idx="480">
                  <c:v>42769</c:v>
                </c:pt>
                <c:pt idx="481">
                  <c:v>42772</c:v>
                </c:pt>
                <c:pt idx="482">
                  <c:v>42773</c:v>
                </c:pt>
                <c:pt idx="483">
                  <c:v>42774</c:v>
                </c:pt>
                <c:pt idx="484">
                  <c:v>42775</c:v>
                </c:pt>
                <c:pt idx="485">
                  <c:v>42776</c:v>
                </c:pt>
                <c:pt idx="486">
                  <c:v>42779</c:v>
                </c:pt>
                <c:pt idx="487">
                  <c:v>42780</c:v>
                </c:pt>
                <c:pt idx="488">
                  <c:v>42781</c:v>
                </c:pt>
                <c:pt idx="489">
                  <c:v>42782</c:v>
                </c:pt>
                <c:pt idx="490">
                  <c:v>42783</c:v>
                </c:pt>
                <c:pt idx="491">
                  <c:v>42788</c:v>
                </c:pt>
                <c:pt idx="492">
                  <c:v>42789</c:v>
                </c:pt>
                <c:pt idx="493">
                  <c:v>42793</c:v>
                </c:pt>
                <c:pt idx="494">
                  <c:v>42794</c:v>
                </c:pt>
                <c:pt idx="495">
                  <c:v>42795</c:v>
                </c:pt>
                <c:pt idx="496">
                  <c:v>42796</c:v>
                </c:pt>
                <c:pt idx="497">
                  <c:v>42797</c:v>
                </c:pt>
                <c:pt idx="498">
                  <c:v>42800</c:v>
                </c:pt>
                <c:pt idx="499">
                  <c:v>42801</c:v>
                </c:pt>
                <c:pt idx="500">
                  <c:v>42802</c:v>
                </c:pt>
                <c:pt idx="501">
                  <c:v>42803</c:v>
                </c:pt>
                <c:pt idx="502">
                  <c:v>42804</c:v>
                </c:pt>
                <c:pt idx="503">
                  <c:v>42809</c:v>
                </c:pt>
                <c:pt idx="504">
                  <c:v>42810</c:v>
                </c:pt>
                <c:pt idx="505">
                  <c:v>42811</c:v>
                </c:pt>
                <c:pt idx="506">
                  <c:v>42814</c:v>
                </c:pt>
                <c:pt idx="507">
                  <c:v>42815</c:v>
                </c:pt>
                <c:pt idx="508">
                  <c:v>42816</c:v>
                </c:pt>
                <c:pt idx="509">
                  <c:v>42817</c:v>
                </c:pt>
                <c:pt idx="510">
                  <c:v>42818</c:v>
                </c:pt>
                <c:pt idx="511">
                  <c:v>42821</c:v>
                </c:pt>
                <c:pt idx="512">
                  <c:v>42823</c:v>
                </c:pt>
                <c:pt idx="513">
                  <c:v>42824</c:v>
                </c:pt>
                <c:pt idx="514">
                  <c:v>42825</c:v>
                </c:pt>
                <c:pt idx="515">
                  <c:v>42828</c:v>
                </c:pt>
                <c:pt idx="516">
                  <c:v>42830</c:v>
                </c:pt>
                <c:pt idx="517">
                  <c:v>42831</c:v>
                </c:pt>
                <c:pt idx="518">
                  <c:v>42835</c:v>
                </c:pt>
                <c:pt idx="519">
                  <c:v>42836</c:v>
                </c:pt>
                <c:pt idx="520">
                  <c:v>42837</c:v>
                </c:pt>
                <c:pt idx="521">
                  <c:v>42838</c:v>
                </c:pt>
                <c:pt idx="522">
                  <c:v>42842</c:v>
                </c:pt>
                <c:pt idx="523">
                  <c:v>42843</c:v>
                </c:pt>
                <c:pt idx="524">
                  <c:v>42844</c:v>
                </c:pt>
                <c:pt idx="525">
                  <c:v>42845</c:v>
                </c:pt>
                <c:pt idx="526">
                  <c:v>42846</c:v>
                </c:pt>
                <c:pt idx="527">
                  <c:v>42849</c:v>
                </c:pt>
                <c:pt idx="528">
                  <c:v>42850</c:v>
                </c:pt>
                <c:pt idx="529">
                  <c:v>42851</c:v>
                </c:pt>
                <c:pt idx="530">
                  <c:v>42852</c:v>
                </c:pt>
                <c:pt idx="531">
                  <c:v>42853</c:v>
                </c:pt>
                <c:pt idx="532">
                  <c:v>42857</c:v>
                </c:pt>
                <c:pt idx="533">
                  <c:v>42858</c:v>
                </c:pt>
                <c:pt idx="534">
                  <c:v>42859</c:v>
                </c:pt>
                <c:pt idx="535">
                  <c:v>42860</c:v>
                </c:pt>
                <c:pt idx="536">
                  <c:v>42863</c:v>
                </c:pt>
                <c:pt idx="537">
                  <c:v>42864</c:v>
                </c:pt>
                <c:pt idx="538">
                  <c:v>42866</c:v>
                </c:pt>
                <c:pt idx="539">
                  <c:v>42867</c:v>
                </c:pt>
                <c:pt idx="540">
                  <c:v>42870</c:v>
                </c:pt>
                <c:pt idx="541">
                  <c:v>42871</c:v>
                </c:pt>
                <c:pt idx="542">
                  <c:v>42872</c:v>
                </c:pt>
                <c:pt idx="543">
                  <c:v>42873</c:v>
                </c:pt>
                <c:pt idx="544">
                  <c:v>42874</c:v>
                </c:pt>
                <c:pt idx="545">
                  <c:v>42877</c:v>
                </c:pt>
                <c:pt idx="546">
                  <c:v>42878</c:v>
                </c:pt>
                <c:pt idx="547">
                  <c:v>42879</c:v>
                </c:pt>
                <c:pt idx="548">
                  <c:v>42880</c:v>
                </c:pt>
                <c:pt idx="549">
                  <c:v>42881</c:v>
                </c:pt>
                <c:pt idx="550">
                  <c:v>42885</c:v>
                </c:pt>
                <c:pt idx="551">
                  <c:v>42886</c:v>
                </c:pt>
                <c:pt idx="552">
                  <c:v>42887</c:v>
                </c:pt>
                <c:pt idx="553">
                  <c:v>42888</c:v>
                </c:pt>
                <c:pt idx="554">
                  <c:v>42891</c:v>
                </c:pt>
                <c:pt idx="555">
                  <c:v>42892</c:v>
                </c:pt>
                <c:pt idx="556">
                  <c:v>42893</c:v>
                </c:pt>
                <c:pt idx="557">
                  <c:v>42894</c:v>
                </c:pt>
                <c:pt idx="558">
                  <c:v>42895</c:v>
                </c:pt>
                <c:pt idx="559">
                  <c:v>42898</c:v>
                </c:pt>
                <c:pt idx="560">
                  <c:v>42899</c:v>
                </c:pt>
                <c:pt idx="561">
                  <c:v>42900</c:v>
                </c:pt>
                <c:pt idx="562">
                  <c:v>42902</c:v>
                </c:pt>
                <c:pt idx="563">
                  <c:v>42905</c:v>
                </c:pt>
                <c:pt idx="564">
                  <c:v>42906</c:v>
                </c:pt>
                <c:pt idx="565">
                  <c:v>42907</c:v>
                </c:pt>
                <c:pt idx="566">
                  <c:v>42908</c:v>
                </c:pt>
                <c:pt idx="567">
                  <c:v>42909</c:v>
                </c:pt>
                <c:pt idx="568">
                  <c:v>42913</c:v>
                </c:pt>
                <c:pt idx="569">
                  <c:v>42914</c:v>
                </c:pt>
                <c:pt idx="570">
                  <c:v>42915</c:v>
                </c:pt>
                <c:pt idx="571">
                  <c:v>42916</c:v>
                </c:pt>
                <c:pt idx="572">
                  <c:v>42921</c:v>
                </c:pt>
                <c:pt idx="573">
                  <c:v>42922</c:v>
                </c:pt>
                <c:pt idx="574">
                  <c:v>42923</c:v>
                </c:pt>
                <c:pt idx="575">
                  <c:v>42926</c:v>
                </c:pt>
                <c:pt idx="576">
                  <c:v>42927</c:v>
                </c:pt>
                <c:pt idx="577">
                  <c:v>42928</c:v>
                </c:pt>
                <c:pt idx="578">
                  <c:v>42929</c:v>
                </c:pt>
                <c:pt idx="579">
                  <c:v>42930</c:v>
                </c:pt>
                <c:pt idx="580">
                  <c:v>42933</c:v>
                </c:pt>
                <c:pt idx="581">
                  <c:v>42934</c:v>
                </c:pt>
                <c:pt idx="582">
                  <c:v>42935</c:v>
                </c:pt>
                <c:pt idx="583">
                  <c:v>42936</c:v>
                </c:pt>
                <c:pt idx="584">
                  <c:v>42937</c:v>
                </c:pt>
                <c:pt idx="585">
                  <c:v>42940</c:v>
                </c:pt>
                <c:pt idx="586">
                  <c:v>42941</c:v>
                </c:pt>
                <c:pt idx="587">
                  <c:v>42942</c:v>
                </c:pt>
                <c:pt idx="588">
                  <c:v>42943</c:v>
                </c:pt>
                <c:pt idx="589">
                  <c:v>42944</c:v>
                </c:pt>
                <c:pt idx="590">
                  <c:v>42947</c:v>
                </c:pt>
                <c:pt idx="591">
                  <c:v>42948</c:v>
                </c:pt>
                <c:pt idx="592">
                  <c:v>42949</c:v>
                </c:pt>
                <c:pt idx="593">
                  <c:v>42950</c:v>
                </c:pt>
                <c:pt idx="594">
                  <c:v>42951</c:v>
                </c:pt>
                <c:pt idx="595">
                  <c:v>42954</c:v>
                </c:pt>
                <c:pt idx="596">
                  <c:v>42955</c:v>
                </c:pt>
                <c:pt idx="597">
                  <c:v>42956</c:v>
                </c:pt>
                <c:pt idx="598">
                  <c:v>42957</c:v>
                </c:pt>
                <c:pt idx="599">
                  <c:v>42958</c:v>
                </c:pt>
                <c:pt idx="600">
                  <c:v>42961</c:v>
                </c:pt>
                <c:pt idx="601">
                  <c:v>42963</c:v>
                </c:pt>
                <c:pt idx="602">
                  <c:v>42965</c:v>
                </c:pt>
                <c:pt idx="603">
                  <c:v>42968</c:v>
                </c:pt>
                <c:pt idx="604">
                  <c:v>42969</c:v>
                </c:pt>
                <c:pt idx="605">
                  <c:v>42970</c:v>
                </c:pt>
                <c:pt idx="606">
                  <c:v>42971</c:v>
                </c:pt>
                <c:pt idx="607">
                  <c:v>42975</c:v>
                </c:pt>
                <c:pt idx="608">
                  <c:v>42976</c:v>
                </c:pt>
                <c:pt idx="609">
                  <c:v>42977</c:v>
                </c:pt>
                <c:pt idx="610">
                  <c:v>42978</c:v>
                </c:pt>
                <c:pt idx="611">
                  <c:v>42979</c:v>
                </c:pt>
                <c:pt idx="612">
                  <c:v>42983</c:v>
                </c:pt>
                <c:pt idx="613">
                  <c:v>42984</c:v>
                </c:pt>
                <c:pt idx="614">
                  <c:v>42985</c:v>
                </c:pt>
                <c:pt idx="615">
                  <c:v>42986</c:v>
                </c:pt>
                <c:pt idx="616">
                  <c:v>42989</c:v>
                </c:pt>
                <c:pt idx="617">
                  <c:v>42990</c:v>
                </c:pt>
                <c:pt idx="618">
                  <c:v>42991</c:v>
                </c:pt>
                <c:pt idx="619">
                  <c:v>42992</c:v>
                </c:pt>
                <c:pt idx="620">
                  <c:v>42993</c:v>
                </c:pt>
                <c:pt idx="621">
                  <c:v>42996</c:v>
                </c:pt>
                <c:pt idx="622">
                  <c:v>42997</c:v>
                </c:pt>
                <c:pt idx="623">
                  <c:v>42998</c:v>
                </c:pt>
                <c:pt idx="624">
                  <c:v>42999</c:v>
                </c:pt>
                <c:pt idx="625">
                  <c:v>43000</c:v>
                </c:pt>
                <c:pt idx="626">
                  <c:v>43003</c:v>
                </c:pt>
                <c:pt idx="627">
                  <c:v>43004</c:v>
                </c:pt>
                <c:pt idx="628">
                  <c:v>43005</c:v>
                </c:pt>
                <c:pt idx="629">
                  <c:v>43006</c:v>
                </c:pt>
                <c:pt idx="630">
                  <c:v>43007</c:v>
                </c:pt>
                <c:pt idx="631">
                  <c:v>43011</c:v>
                </c:pt>
                <c:pt idx="632">
                  <c:v>43012</c:v>
                </c:pt>
                <c:pt idx="633">
                  <c:v>43013</c:v>
                </c:pt>
                <c:pt idx="634">
                  <c:v>43014</c:v>
                </c:pt>
                <c:pt idx="635">
                  <c:v>43018</c:v>
                </c:pt>
                <c:pt idx="636">
                  <c:v>43019</c:v>
                </c:pt>
                <c:pt idx="637">
                  <c:v>43020</c:v>
                </c:pt>
                <c:pt idx="638">
                  <c:v>43021</c:v>
                </c:pt>
                <c:pt idx="639">
                  <c:v>43024</c:v>
                </c:pt>
                <c:pt idx="640">
                  <c:v>43025</c:v>
                </c:pt>
                <c:pt idx="641">
                  <c:v>43026</c:v>
                </c:pt>
                <c:pt idx="642">
                  <c:v>43031</c:v>
                </c:pt>
                <c:pt idx="643">
                  <c:v>43032</c:v>
                </c:pt>
                <c:pt idx="644">
                  <c:v>43033</c:v>
                </c:pt>
                <c:pt idx="645">
                  <c:v>43034</c:v>
                </c:pt>
                <c:pt idx="646">
                  <c:v>43035</c:v>
                </c:pt>
                <c:pt idx="647">
                  <c:v>43038</c:v>
                </c:pt>
                <c:pt idx="648">
                  <c:v>43039</c:v>
                </c:pt>
                <c:pt idx="649">
                  <c:v>43040</c:v>
                </c:pt>
                <c:pt idx="650">
                  <c:v>43041</c:v>
                </c:pt>
                <c:pt idx="651">
                  <c:v>43042</c:v>
                </c:pt>
                <c:pt idx="652">
                  <c:v>43045</c:v>
                </c:pt>
                <c:pt idx="653">
                  <c:v>43046</c:v>
                </c:pt>
                <c:pt idx="654">
                  <c:v>43047</c:v>
                </c:pt>
                <c:pt idx="655">
                  <c:v>43048</c:v>
                </c:pt>
                <c:pt idx="656">
                  <c:v>43049</c:v>
                </c:pt>
                <c:pt idx="657">
                  <c:v>43052</c:v>
                </c:pt>
                <c:pt idx="658">
                  <c:v>43053</c:v>
                </c:pt>
                <c:pt idx="659">
                  <c:v>43054</c:v>
                </c:pt>
                <c:pt idx="660">
                  <c:v>43055</c:v>
                </c:pt>
                <c:pt idx="661">
                  <c:v>43056</c:v>
                </c:pt>
                <c:pt idx="662">
                  <c:v>43059</c:v>
                </c:pt>
                <c:pt idx="663">
                  <c:v>43060</c:v>
                </c:pt>
                <c:pt idx="664">
                  <c:v>43061</c:v>
                </c:pt>
                <c:pt idx="665">
                  <c:v>43066</c:v>
                </c:pt>
                <c:pt idx="666">
                  <c:v>43067</c:v>
                </c:pt>
                <c:pt idx="667">
                  <c:v>43068</c:v>
                </c:pt>
                <c:pt idx="668">
                  <c:v>43069</c:v>
                </c:pt>
                <c:pt idx="669">
                  <c:v>43073</c:v>
                </c:pt>
                <c:pt idx="670">
                  <c:v>43074</c:v>
                </c:pt>
                <c:pt idx="671">
                  <c:v>43075</c:v>
                </c:pt>
                <c:pt idx="672">
                  <c:v>43076</c:v>
                </c:pt>
                <c:pt idx="673">
                  <c:v>43077</c:v>
                </c:pt>
                <c:pt idx="674">
                  <c:v>43080</c:v>
                </c:pt>
                <c:pt idx="675">
                  <c:v>43081</c:v>
                </c:pt>
                <c:pt idx="676">
                  <c:v>43082</c:v>
                </c:pt>
                <c:pt idx="677">
                  <c:v>43083</c:v>
                </c:pt>
                <c:pt idx="678">
                  <c:v>43084</c:v>
                </c:pt>
                <c:pt idx="679">
                  <c:v>43087</c:v>
                </c:pt>
                <c:pt idx="680">
                  <c:v>43088</c:v>
                </c:pt>
                <c:pt idx="681">
                  <c:v>43089</c:v>
                </c:pt>
                <c:pt idx="682">
                  <c:v>43090</c:v>
                </c:pt>
                <c:pt idx="683">
                  <c:v>43091</c:v>
                </c:pt>
                <c:pt idx="684">
                  <c:v>43095</c:v>
                </c:pt>
                <c:pt idx="685">
                  <c:v>43096</c:v>
                </c:pt>
                <c:pt idx="686">
                  <c:v>43097</c:v>
                </c:pt>
                <c:pt idx="687">
                  <c:v>43098</c:v>
                </c:pt>
                <c:pt idx="688">
                  <c:v>43102</c:v>
                </c:pt>
                <c:pt idx="689">
                  <c:v>43103</c:v>
                </c:pt>
                <c:pt idx="690">
                  <c:v>43104</c:v>
                </c:pt>
                <c:pt idx="691">
                  <c:v>43105</c:v>
                </c:pt>
                <c:pt idx="692">
                  <c:v>43108</c:v>
                </c:pt>
                <c:pt idx="693">
                  <c:v>43109</c:v>
                </c:pt>
                <c:pt idx="694">
                  <c:v>43110</c:v>
                </c:pt>
                <c:pt idx="695">
                  <c:v>43111</c:v>
                </c:pt>
                <c:pt idx="696">
                  <c:v>43112</c:v>
                </c:pt>
                <c:pt idx="697">
                  <c:v>43116</c:v>
                </c:pt>
                <c:pt idx="698">
                  <c:v>43117</c:v>
                </c:pt>
                <c:pt idx="699">
                  <c:v>43118</c:v>
                </c:pt>
                <c:pt idx="700">
                  <c:v>43119</c:v>
                </c:pt>
                <c:pt idx="701">
                  <c:v>43122</c:v>
                </c:pt>
                <c:pt idx="702">
                  <c:v>43123</c:v>
                </c:pt>
                <c:pt idx="703">
                  <c:v>43124</c:v>
                </c:pt>
                <c:pt idx="704">
                  <c:v>43125</c:v>
                </c:pt>
                <c:pt idx="705">
                  <c:v>43129</c:v>
                </c:pt>
                <c:pt idx="706">
                  <c:v>43130</c:v>
                </c:pt>
                <c:pt idx="707">
                  <c:v>43131</c:v>
                </c:pt>
                <c:pt idx="708">
                  <c:v>43132</c:v>
                </c:pt>
                <c:pt idx="709">
                  <c:v>43133</c:v>
                </c:pt>
                <c:pt idx="710">
                  <c:v>43136</c:v>
                </c:pt>
                <c:pt idx="711">
                  <c:v>43137</c:v>
                </c:pt>
                <c:pt idx="712">
                  <c:v>43138</c:v>
                </c:pt>
                <c:pt idx="713">
                  <c:v>43139</c:v>
                </c:pt>
                <c:pt idx="714">
                  <c:v>43140</c:v>
                </c:pt>
                <c:pt idx="715">
                  <c:v>43143</c:v>
                </c:pt>
                <c:pt idx="716">
                  <c:v>43145</c:v>
                </c:pt>
                <c:pt idx="717">
                  <c:v>43146</c:v>
                </c:pt>
                <c:pt idx="718">
                  <c:v>43147</c:v>
                </c:pt>
                <c:pt idx="719">
                  <c:v>43151</c:v>
                </c:pt>
                <c:pt idx="720">
                  <c:v>43152</c:v>
                </c:pt>
                <c:pt idx="721">
                  <c:v>43153</c:v>
                </c:pt>
                <c:pt idx="722">
                  <c:v>43154</c:v>
                </c:pt>
                <c:pt idx="723">
                  <c:v>43157</c:v>
                </c:pt>
                <c:pt idx="724">
                  <c:v>43158</c:v>
                </c:pt>
                <c:pt idx="725">
                  <c:v>43159</c:v>
                </c:pt>
                <c:pt idx="726">
                  <c:v>43160</c:v>
                </c:pt>
                <c:pt idx="727">
                  <c:v>43164</c:v>
                </c:pt>
                <c:pt idx="728">
                  <c:v>43165</c:v>
                </c:pt>
                <c:pt idx="729">
                  <c:v>43166</c:v>
                </c:pt>
                <c:pt idx="730">
                  <c:v>43167</c:v>
                </c:pt>
                <c:pt idx="731">
                  <c:v>43168</c:v>
                </c:pt>
                <c:pt idx="732">
                  <c:v>43171</c:v>
                </c:pt>
                <c:pt idx="733">
                  <c:v>43172</c:v>
                </c:pt>
                <c:pt idx="734">
                  <c:v>43173</c:v>
                </c:pt>
                <c:pt idx="735">
                  <c:v>43174</c:v>
                </c:pt>
                <c:pt idx="736">
                  <c:v>43175</c:v>
                </c:pt>
                <c:pt idx="737">
                  <c:v>43178</c:v>
                </c:pt>
                <c:pt idx="738">
                  <c:v>43179</c:v>
                </c:pt>
                <c:pt idx="739">
                  <c:v>43181</c:v>
                </c:pt>
                <c:pt idx="740">
                  <c:v>43182</c:v>
                </c:pt>
                <c:pt idx="741">
                  <c:v>43185</c:v>
                </c:pt>
                <c:pt idx="742">
                  <c:v>43186</c:v>
                </c:pt>
                <c:pt idx="743">
                  <c:v>43187</c:v>
                </c:pt>
                <c:pt idx="744">
                  <c:v>43192</c:v>
                </c:pt>
                <c:pt idx="745">
                  <c:v>43193</c:v>
                </c:pt>
                <c:pt idx="746">
                  <c:v>43194</c:v>
                </c:pt>
                <c:pt idx="747">
                  <c:v>43195</c:v>
                </c:pt>
                <c:pt idx="748">
                  <c:v>43196</c:v>
                </c:pt>
                <c:pt idx="749">
                  <c:v>43199</c:v>
                </c:pt>
                <c:pt idx="750">
                  <c:v>43200</c:v>
                </c:pt>
                <c:pt idx="751">
                  <c:v>43201</c:v>
                </c:pt>
                <c:pt idx="752">
                  <c:v>43202</c:v>
                </c:pt>
                <c:pt idx="753">
                  <c:v>43203</c:v>
                </c:pt>
                <c:pt idx="754">
                  <c:v>43206</c:v>
                </c:pt>
                <c:pt idx="755">
                  <c:v>43207</c:v>
                </c:pt>
                <c:pt idx="756">
                  <c:v>43208</c:v>
                </c:pt>
                <c:pt idx="757">
                  <c:v>43209</c:v>
                </c:pt>
                <c:pt idx="758">
                  <c:v>43210</c:v>
                </c:pt>
                <c:pt idx="759">
                  <c:v>43213</c:v>
                </c:pt>
                <c:pt idx="760">
                  <c:v>43214</c:v>
                </c:pt>
                <c:pt idx="761">
                  <c:v>43215</c:v>
                </c:pt>
                <c:pt idx="762">
                  <c:v>43216</c:v>
                </c:pt>
                <c:pt idx="763">
                  <c:v>43217</c:v>
                </c:pt>
                <c:pt idx="764">
                  <c:v>43220</c:v>
                </c:pt>
                <c:pt idx="765">
                  <c:v>43222</c:v>
                </c:pt>
                <c:pt idx="766">
                  <c:v>43223</c:v>
                </c:pt>
                <c:pt idx="767">
                  <c:v>43224</c:v>
                </c:pt>
                <c:pt idx="768">
                  <c:v>43227</c:v>
                </c:pt>
                <c:pt idx="769">
                  <c:v>43228</c:v>
                </c:pt>
                <c:pt idx="770">
                  <c:v>43229</c:v>
                </c:pt>
                <c:pt idx="771">
                  <c:v>43230</c:v>
                </c:pt>
                <c:pt idx="772">
                  <c:v>43231</c:v>
                </c:pt>
                <c:pt idx="773">
                  <c:v>43234</c:v>
                </c:pt>
                <c:pt idx="774">
                  <c:v>43235</c:v>
                </c:pt>
                <c:pt idx="775">
                  <c:v>43236</c:v>
                </c:pt>
                <c:pt idx="776">
                  <c:v>43237</c:v>
                </c:pt>
                <c:pt idx="777">
                  <c:v>43238</c:v>
                </c:pt>
                <c:pt idx="778">
                  <c:v>43241</c:v>
                </c:pt>
                <c:pt idx="779">
                  <c:v>43242</c:v>
                </c:pt>
                <c:pt idx="780">
                  <c:v>43243</c:v>
                </c:pt>
                <c:pt idx="781">
                  <c:v>43244</c:v>
                </c:pt>
                <c:pt idx="782">
                  <c:v>43245</c:v>
                </c:pt>
                <c:pt idx="783">
                  <c:v>43249</c:v>
                </c:pt>
                <c:pt idx="784">
                  <c:v>43250</c:v>
                </c:pt>
                <c:pt idx="785">
                  <c:v>43251</c:v>
                </c:pt>
                <c:pt idx="786">
                  <c:v>43252</c:v>
                </c:pt>
                <c:pt idx="787">
                  <c:v>43255</c:v>
                </c:pt>
                <c:pt idx="788">
                  <c:v>43256</c:v>
                </c:pt>
                <c:pt idx="789">
                  <c:v>43257</c:v>
                </c:pt>
                <c:pt idx="790">
                  <c:v>43258</c:v>
                </c:pt>
                <c:pt idx="791">
                  <c:v>43259</c:v>
                </c:pt>
                <c:pt idx="792">
                  <c:v>43262</c:v>
                </c:pt>
                <c:pt idx="793">
                  <c:v>43263</c:v>
                </c:pt>
                <c:pt idx="794">
                  <c:v>43264</c:v>
                </c:pt>
                <c:pt idx="795">
                  <c:v>43265</c:v>
                </c:pt>
                <c:pt idx="796">
                  <c:v>43266</c:v>
                </c:pt>
                <c:pt idx="797">
                  <c:v>43269</c:v>
                </c:pt>
                <c:pt idx="798">
                  <c:v>43270</c:v>
                </c:pt>
                <c:pt idx="799">
                  <c:v>43271</c:v>
                </c:pt>
                <c:pt idx="800">
                  <c:v>43272</c:v>
                </c:pt>
                <c:pt idx="801">
                  <c:v>43273</c:v>
                </c:pt>
                <c:pt idx="802">
                  <c:v>43276</c:v>
                </c:pt>
                <c:pt idx="803">
                  <c:v>43277</c:v>
                </c:pt>
                <c:pt idx="804">
                  <c:v>43278</c:v>
                </c:pt>
                <c:pt idx="805">
                  <c:v>43279</c:v>
                </c:pt>
                <c:pt idx="806">
                  <c:v>43280</c:v>
                </c:pt>
                <c:pt idx="807">
                  <c:v>43283</c:v>
                </c:pt>
                <c:pt idx="808">
                  <c:v>43284</c:v>
                </c:pt>
                <c:pt idx="809">
                  <c:v>43286</c:v>
                </c:pt>
                <c:pt idx="810">
                  <c:v>43287</c:v>
                </c:pt>
                <c:pt idx="811">
                  <c:v>43290</c:v>
                </c:pt>
                <c:pt idx="812">
                  <c:v>43291</c:v>
                </c:pt>
                <c:pt idx="813">
                  <c:v>43292</c:v>
                </c:pt>
                <c:pt idx="814">
                  <c:v>43293</c:v>
                </c:pt>
                <c:pt idx="815">
                  <c:v>43294</c:v>
                </c:pt>
                <c:pt idx="816">
                  <c:v>43297</c:v>
                </c:pt>
                <c:pt idx="817">
                  <c:v>43298</c:v>
                </c:pt>
                <c:pt idx="818">
                  <c:v>43299</c:v>
                </c:pt>
                <c:pt idx="819">
                  <c:v>43300</c:v>
                </c:pt>
                <c:pt idx="820">
                  <c:v>43301</c:v>
                </c:pt>
                <c:pt idx="821">
                  <c:v>43304</c:v>
                </c:pt>
                <c:pt idx="822">
                  <c:v>43305</c:v>
                </c:pt>
                <c:pt idx="823">
                  <c:v>43306</c:v>
                </c:pt>
                <c:pt idx="824">
                  <c:v>43307</c:v>
                </c:pt>
                <c:pt idx="825">
                  <c:v>43308</c:v>
                </c:pt>
                <c:pt idx="826">
                  <c:v>43311</c:v>
                </c:pt>
                <c:pt idx="827">
                  <c:v>43312</c:v>
                </c:pt>
                <c:pt idx="828">
                  <c:v>43313</c:v>
                </c:pt>
                <c:pt idx="829">
                  <c:v>43314</c:v>
                </c:pt>
                <c:pt idx="830">
                  <c:v>43315</c:v>
                </c:pt>
                <c:pt idx="831">
                  <c:v>43318</c:v>
                </c:pt>
                <c:pt idx="832">
                  <c:v>43319</c:v>
                </c:pt>
                <c:pt idx="833">
                  <c:v>43320</c:v>
                </c:pt>
                <c:pt idx="834">
                  <c:v>43321</c:v>
                </c:pt>
                <c:pt idx="835">
                  <c:v>43322</c:v>
                </c:pt>
                <c:pt idx="836">
                  <c:v>43325</c:v>
                </c:pt>
                <c:pt idx="837">
                  <c:v>43328</c:v>
                </c:pt>
                <c:pt idx="838">
                  <c:v>43332</c:v>
                </c:pt>
                <c:pt idx="839">
                  <c:v>43333</c:v>
                </c:pt>
                <c:pt idx="840">
                  <c:v>43335</c:v>
                </c:pt>
                <c:pt idx="841">
                  <c:v>43336</c:v>
                </c:pt>
                <c:pt idx="842">
                  <c:v>43339</c:v>
                </c:pt>
                <c:pt idx="843">
                  <c:v>43340</c:v>
                </c:pt>
                <c:pt idx="844">
                  <c:v>43341</c:v>
                </c:pt>
                <c:pt idx="845">
                  <c:v>43342</c:v>
                </c:pt>
                <c:pt idx="846">
                  <c:v>43343</c:v>
                </c:pt>
                <c:pt idx="847">
                  <c:v>43347</c:v>
                </c:pt>
                <c:pt idx="848">
                  <c:v>43348</c:v>
                </c:pt>
                <c:pt idx="849">
                  <c:v>43349</c:v>
                </c:pt>
                <c:pt idx="850">
                  <c:v>43350</c:v>
                </c:pt>
                <c:pt idx="851">
                  <c:v>43353</c:v>
                </c:pt>
                <c:pt idx="852">
                  <c:v>43354</c:v>
                </c:pt>
                <c:pt idx="853">
                  <c:v>43355</c:v>
                </c:pt>
                <c:pt idx="854">
                  <c:v>43357</c:v>
                </c:pt>
                <c:pt idx="855">
                  <c:v>43360</c:v>
                </c:pt>
                <c:pt idx="856">
                  <c:v>43361</c:v>
                </c:pt>
                <c:pt idx="857">
                  <c:v>43362</c:v>
                </c:pt>
                <c:pt idx="858">
                  <c:v>43364</c:v>
                </c:pt>
                <c:pt idx="859">
                  <c:v>43367</c:v>
                </c:pt>
                <c:pt idx="860">
                  <c:v>43368</c:v>
                </c:pt>
                <c:pt idx="861">
                  <c:v>43369</c:v>
                </c:pt>
                <c:pt idx="862">
                  <c:v>43370</c:v>
                </c:pt>
                <c:pt idx="863">
                  <c:v>43371</c:v>
                </c:pt>
                <c:pt idx="864">
                  <c:v>43374</c:v>
                </c:pt>
                <c:pt idx="865">
                  <c:v>43376</c:v>
                </c:pt>
                <c:pt idx="866">
                  <c:v>43377</c:v>
                </c:pt>
                <c:pt idx="867">
                  <c:v>43378</c:v>
                </c:pt>
                <c:pt idx="868">
                  <c:v>43382</c:v>
                </c:pt>
                <c:pt idx="869">
                  <c:v>43383</c:v>
                </c:pt>
                <c:pt idx="870">
                  <c:v>43384</c:v>
                </c:pt>
                <c:pt idx="871">
                  <c:v>43385</c:v>
                </c:pt>
                <c:pt idx="872">
                  <c:v>43388</c:v>
                </c:pt>
                <c:pt idx="873">
                  <c:v>43389</c:v>
                </c:pt>
                <c:pt idx="874">
                  <c:v>43390</c:v>
                </c:pt>
                <c:pt idx="875">
                  <c:v>43392</c:v>
                </c:pt>
                <c:pt idx="876">
                  <c:v>43395</c:v>
                </c:pt>
                <c:pt idx="877">
                  <c:v>43396</c:v>
                </c:pt>
                <c:pt idx="878">
                  <c:v>43397</c:v>
                </c:pt>
                <c:pt idx="879">
                  <c:v>43398</c:v>
                </c:pt>
                <c:pt idx="880">
                  <c:v>43399</c:v>
                </c:pt>
                <c:pt idx="881">
                  <c:v>43402</c:v>
                </c:pt>
                <c:pt idx="882">
                  <c:v>43403</c:v>
                </c:pt>
                <c:pt idx="883">
                  <c:v>43404</c:v>
                </c:pt>
                <c:pt idx="884">
                  <c:v>43405</c:v>
                </c:pt>
                <c:pt idx="885">
                  <c:v>43406</c:v>
                </c:pt>
                <c:pt idx="886">
                  <c:v>43409</c:v>
                </c:pt>
                <c:pt idx="887">
                  <c:v>43413</c:v>
                </c:pt>
                <c:pt idx="888">
                  <c:v>43416</c:v>
                </c:pt>
                <c:pt idx="889">
                  <c:v>43417</c:v>
                </c:pt>
                <c:pt idx="890">
                  <c:v>43418</c:v>
                </c:pt>
                <c:pt idx="891">
                  <c:v>43419</c:v>
                </c:pt>
                <c:pt idx="892">
                  <c:v>43420</c:v>
                </c:pt>
                <c:pt idx="893">
                  <c:v>43423</c:v>
                </c:pt>
                <c:pt idx="894">
                  <c:v>43424</c:v>
                </c:pt>
                <c:pt idx="895">
                  <c:v>43430</c:v>
                </c:pt>
                <c:pt idx="896">
                  <c:v>43431</c:v>
                </c:pt>
                <c:pt idx="897">
                  <c:v>43432</c:v>
                </c:pt>
                <c:pt idx="898">
                  <c:v>43433</c:v>
                </c:pt>
                <c:pt idx="899">
                  <c:v>43434</c:v>
                </c:pt>
                <c:pt idx="900">
                  <c:v>43437</c:v>
                </c:pt>
                <c:pt idx="901">
                  <c:v>43438</c:v>
                </c:pt>
                <c:pt idx="902">
                  <c:v>43440</c:v>
                </c:pt>
                <c:pt idx="903">
                  <c:v>43441</c:v>
                </c:pt>
                <c:pt idx="904">
                  <c:v>43444</c:v>
                </c:pt>
                <c:pt idx="905">
                  <c:v>43445</c:v>
                </c:pt>
                <c:pt idx="906">
                  <c:v>43446</c:v>
                </c:pt>
                <c:pt idx="907">
                  <c:v>43447</c:v>
                </c:pt>
                <c:pt idx="908">
                  <c:v>43448</c:v>
                </c:pt>
                <c:pt idx="909">
                  <c:v>43451</c:v>
                </c:pt>
                <c:pt idx="910">
                  <c:v>43452</c:v>
                </c:pt>
                <c:pt idx="911">
                  <c:v>43453</c:v>
                </c:pt>
                <c:pt idx="912">
                  <c:v>43454</c:v>
                </c:pt>
                <c:pt idx="913">
                  <c:v>43455</c:v>
                </c:pt>
                <c:pt idx="914">
                  <c:v>43460</c:v>
                </c:pt>
                <c:pt idx="915">
                  <c:v>43461</c:v>
                </c:pt>
                <c:pt idx="916">
                  <c:v>43462</c:v>
                </c:pt>
                <c:pt idx="917">
                  <c:v>43467</c:v>
                </c:pt>
                <c:pt idx="918">
                  <c:v>43468</c:v>
                </c:pt>
                <c:pt idx="919">
                  <c:v>43469</c:v>
                </c:pt>
                <c:pt idx="920">
                  <c:v>43472</c:v>
                </c:pt>
                <c:pt idx="921">
                  <c:v>43473</c:v>
                </c:pt>
                <c:pt idx="922">
                  <c:v>43474</c:v>
                </c:pt>
                <c:pt idx="923">
                  <c:v>43475</c:v>
                </c:pt>
                <c:pt idx="924">
                  <c:v>43476</c:v>
                </c:pt>
                <c:pt idx="925">
                  <c:v>43479</c:v>
                </c:pt>
                <c:pt idx="926">
                  <c:v>43480</c:v>
                </c:pt>
                <c:pt idx="927">
                  <c:v>43481</c:v>
                </c:pt>
                <c:pt idx="928">
                  <c:v>43482</c:v>
                </c:pt>
                <c:pt idx="929">
                  <c:v>43483</c:v>
                </c:pt>
                <c:pt idx="930">
                  <c:v>43487</c:v>
                </c:pt>
                <c:pt idx="931">
                  <c:v>43488</c:v>
                </c:pt>
                <c:pt idx="932">
                  <c:v>43489</c:v>
                </c:pt>
                <c:pt idx="933">
                  <c:v>43490</c:v>
                </c:pt>
                <c:pt idx="934">
                  <c:v>43493</c:v>
                </c:pt>
                <c:pt idx="935">
                  <c:v>43494</c:v>
                </c:pt>
                <c:pt idx="936">
                  <c:v>43495</c:v>
                </c:pt>
                <c:pt idx="937">
                  <c:v>43496</c:v>
                </c:pt>
                <c:pt idx="938">
                  <c:v>43497</c:v>
                </c:pt>
                <c:pt idx="939">
                  <c:v>43500</c:v>
                </c:pt>
                <c:pt idx="940">
                  <c:v>43501</c:v>
                </c:pt>
                <c:pt idx="941">
                  <c:v>43502</c:v>
                </c:pt>
                <c:pt idx="942">
                  <c:v>43503</c:v>
                </c:pt>
                <c:pt idx="943">
                  <c:v>43504</c:v>
                </c:pt>
                <c:pt idx="944">
                  <c:v>43507</c:v>
                </c:pt>
                <c:pt idx="945">
                  <c:v>43508</c:v>
                </c:pt>
                <c:pt idx="946">
                  <c:v>43509</c:v>
                </c:pt>
                <c:pt idx="947">
                  <c:v>43510</c:v>
                </c:pt>
                <c:pt idx="948">
                  <c:v>43511</c:v>
                </c:pt>
                <c:pt idx="949">
                  <c:v>43516</c:v>
                </c:pt>
                <c:pt idx="950">
                  <c:v>43517</c:v>
                </c:pt>
                <c:pt idx="951">
                  <c:v>43518</c:v>
                </c:pt>
                <c:pt idx="952">
                  <c:v>43521</c:v>
                </c:pt>
                <c:pt idx="953">
                  <c:v>43522</c:v>
                </c:pt>
                <c:pt idx="954">
                  <c:v>43523</c:v>
                </c:pt>
                <c:pt idx="955">
                  <c:v>43524</c:v>
                </c:pt>
                <c:pt idx="956">
                  <c:v>43525</c:v>
                </c:pt>
                <c:pt idx="957">
                  <c:v>43529</c:v>
                </c:pt>
                <c:pt idx="958">
                  <c:v>43530</c:v>
                </c:pt>
                <c:pt idx="959">
                  <c:v>43531</c:v>
                </c:pt>
                <c:pt idx="960">
                  <c:v>43532</c:v>
                </c:pt>
                <c:pt idx="961">
                  <c:v>43535</c:v>
                </c:pt>
                <c:pt idx="962">
                  <c:v>43536</c:v>
                </c:pt>
                <c:pt idx="963">
                  <c:v>43537</c:v>
                </c:pt>
                <c:pt idx="964">
                  <c:v>43538</c:v>
                </c:pt>
                <c:pt idx="965">
                  <c:v>43539</c:v>
                </c:pt>
                <c:pt idx="966">
                  <c:v>43542</c:v>
                </c:pt>
                <c:pt idx="967">
                  <c:v>43543</c:v>
                </c:pt>
                <c:pt idx="968">
                  <c:v>43544</c:v>
                </c:pt>
                <c:pt idx="969">
                  <c:v>43546</c:v>
                </c:pt>
                <c:pt idx="970">
                  <c:v>43549</c:v>
                </c:pt>
                <c:pt idx="971">
                  <c:v>43550</c:v>
                </c:pt>
                <c:pt idx="972">
                  <c:v>43551</c:v>
                </c:pt>
                <c:pt idx="973">
                  <c:v>43552</c:v>
                </c:pt>
                <c:pt idx="974">
                  <c:v>43553</c:v>
                </c:pt>
                <c:pt idx="975">
                  <c:v>43557</c:v>
                </c:pt>
                <c:pt idx="976">
                  <c:v>43558</c:v>
                </c:pt>
                <c:pt idx="977">
                  <c:v>43559</c:v>
                </c:pt>
                <c:pt idx="978">
                  <c:v>43560</c:v>
                </c:pt>
                <c:pt idx="979">
                  <c:v>43563</c:v>
                </c:pt>
                <c:pt idx="980">
                  <c:v>43564</c:v>
                </c:pt>
                <c:pt idx="981">
                  <c:v>43565</c:v>
                </c:pt>
                <c:pt idx="982">
                  <c:v>43566</c:v>
                </c:pt>
                <c:pt idx="983">
                  <c:v>43567</c:v>
                </c:pt>
                <c:pt idx="984">
                  <c:v>43570</c:v>
                </c:pt>
                <c:pt idx="985">
                  <c:v>43571</c:v>
                </c:pt>
                <c:pt idx="986">
                  <c:v>43573</c:v>
                </c:pt>
                <c:pt idx="987">
                  <c:v>43577</c:v>
                </c:pt>
                <c:pt idx="988">
                  <c:v>43578</c:v>
                </c:pt>
                <c:pt idx="989">
                  <c:v>43579</c:v>
                </c:pt>
                <c:pt idx="990">
                  <c:v>43580</c:v>
                </c:pt>
                <c:pt idx="991">
                  <c:v>43581</c:v>
                </c:pt>
                <c:pt idx="992">
                  <c:v>43585</c:v>
                </c:pt>
                <c:pt idx="993">
                  <c:v>43587</c:v>
                </c:pt>
                <c:pt idx="994">
                  <c:v>43588</c:v>
                </c:pt>
                <c:pt idx="995">
                  <c:v>43591</c:v>
                </c:pt>
                <c:pt idx="996">
                  <c:v>43592</c:v>
                </c:pt>
                <c:pt idx="997">
                  <c:v>43593</c:v>
                </c:pt>
                <c:pt idx="998">
                  <c:v>43594</c:v>
                </c:pt>
                <c:pt idx="999">
                  <c:v>43595</c:v>
                </c:pt>
                <c:pt idx="1000">
                  <c:v>43598</c:v>
                </c:pt>
                <c:pt idx="1001">
                  <c:v>43599</c:v>
                </c:pt>
                <c:pt idx="1002">
                  <c:v>43600</c:v>
                </c:pt>
                <c:pt idx="1003">
                  <c:v>43601</c:v>
                </c:pt>
                <c:pt idx="1004">
                  <c:v>43602</c:v>
                </c:pt>
                <c:pt idx="1005">
                  <c:v>43605</c:v>
                </c:pt>
                <c:pt idx="1006">
                  <c:v>43606</c:v>
                </c:pt>
                <c:pt idx="1007">
                  <c:v>43607</c:v>
                </c:pt>
                <c:pt idx="1008">
                  <c:v>43608</c:v>
                </c:pt>
                <c:pt idx="1009">
                  <c:v>43609</c:v>
                </c:pt>
                <c:pt idx="1010">
                  <c:v>43613</c:v>
                </c:pt>
                <c:pt idx="1011">
                  <c:v>43614</c:v>
                </c:pt>
                <c:pt idx="1012">
                  <c:v>43615</c:v>
                </c:pt>
                <c:pt idx="1013">
                  <c:v>43616</c:v>
                </c:pt>
                <c:pt idx="1014">
                  <c:v>43619</c:v>
                </c:pt>
                <c:pt idx="1015">
                  <c:v>43620</c:v>
                </c:pt>
                <c:pt idx="1016">
                  <c:v>43622</c:v>
                </c:pt>
                <c:pt idx="1017">
                  <c:v>43623</c:v>
                </c:pt>
                <c:pt idx="1018">
                  <c:v>43626</c:v>
                </c:pt>
                <c:pt idx="1019">
                  <c:v>43627</c:v>
                </c:pt>
                <c:pt idx="1020">
                  <c:v>43628</c:v>
                </c:pt>
                <c:pt idx="1021">
                  <c:v>43629</c:v>
                </c:pt>
                <c:pt idx="1022">
                  <c:v>43630</c:v>
                </c:pt>
                <c:pt idx="1023">
                  <c:v>43633</c:v>
                </c:pt>
                <c:pt idx="1024">
                  <c:v>43634</c:v>
                </c:pt>
                <c:pt idx="1025">
                  <c:v>43635</c:v>
                </c:pt>
                <c:pt idx="1026">
                  <c:v>43636</c:v>
                </c:pt>
                <c:pt idx="1027">
                  <c:v>43637</c:v>
                </c:pt>
                <c:pt idx="1028">
                  <c:v>43640</c:v>
                </c:pt>
                <c:pt idx="1029">
                  <c:v>43641</c:v>
                </c:pt>
                <c:pt idx="1030">
                  <c:v>43642</c:v>
                </c:pt>
                <c:pt idx="1031">
                  <c:v>43643</c:v>
                </c:pt>
                <c:pt idx="1032">
                  <c:v>43644</c:v>
                </c:pt>
                <c:pt idx="1033">
                  <c:v>43647</c:v>
                </c:pt>
                <c:pt idx="1034">
                  <c:v>43648</c:v>
                </c:pt>
                <c:pt idx="1035">
                  <c:v>43649</c:v>
                </c:pt>
                <c:pt idx="1036">
                  <c:v>43654</c:v>
                </c:pt>
                <c:pt idx="1037">
                  <c:v>43655</c:v>
                </c:pt>
                <c:pt idx="1038">
                  <c:v>43656</c:v>
                </c:pt>
                <c:pt idx="1039">
                  <c:v>43657</c:v>
                </c:pt>
                <c:pt idx="1040">
                  <c:v>43658</c:v>
                </c:pt>
                <c:pt idx="1041">
                  <c:v>43661</c:v>
                </c:pt>
                <c:pt idx="1042">
                  <c:v>43662</c:v>
                </c:pt>
                <c:pt idx="1043">
                  <c:v>43663</c:v>
                </c:pt>
                <c:pt idx="1044">
                  <c:v>43664</c:v>
                </c:pt>
                <c:pt idx="1045">
                  <c:v>43665</c:v>
                </c:pt>
                <c:pt idx="1046">
                  <c:v>43668</c:v>
                </c:pt>
                <c:pt idx="1047">
                  <c:v>43669</c:v>
                </c:pt>
                <c:pt idx="1048">
                  <c:v>43670</c:v>
                </c:pt>
                <c:pt idx="1049">
                  <c:v>43671</c:v>
                </c:pt>
                <c:pt idx="1050">
                  <c:v>43672</c:v>
                </c:pt>
                <c:pt idx="1051">
                  <c:v>43675</c:v>
                </c:pt>
                <c:pt idx="1052">
                  <c:v>43676</c:v>
                </c:pt>
                <c:pt idx="1053">
                  <c:v>43677</c:v>
                </c:pt>
                <c:pt idx="1054">
                  <c:v>43678</c:v>
                </c:pt>
                <c:pt idx="1055">
                  <c:v>43679</c:v>
                </c:pt>
                <c:pt idx="1056">
                  <c:v>43682</c:v>
                </c:pt>
                <c:pt idx="1057">
                  <c:v>43683</c:v>
                </c:pt>
                <c:pt idx="1058">
                  <c:v>43684</c:v>
                </c:pt>
                <c:pt idx="1059">
                  <c:v>43685</c:v>
                </c:pt>
                <c:pt idx="1060">
                  <c:v>43686</c:v>
                </c:pt>
                <c:pt idx="1061">
                  <c:v>43690</c:v>
                </c:pt>
                <c:pt idx="1062">
                  <c:v>43691</c:v>
                </c:pt>
                <c:pt idx="1063">
                  <c:v>43693</c:v>
                </c:pt>
                <c:pt idx="1064">
                  <c:v>43696</c:v>
                </c:pt>
                <c:pt idx="1065">
                  <c:v>43697</c:v>
                </c:pt>
                <c:pt idx="1066">
                  <c:v>43698</c:v>
                </c:pt>
                <c:pt idx="1067">
                  <c:v>43699</c:v>
                </c:pt>
                <c:pt idx="1068">
                  <c:v>43700</c:v>
                </c:pt>
                <c:pt idx="1069">
                  <c:v>43703</c:v>
                </c:pt>
                <c:pt idx="1070">
                  <c:v>43704</c:v>
                </c:pt>
                <c:pt idx="1071">
                  <c:v>43705</c:v>
                </c:pt>
                <c:pt idx="1072">
                  <c:v>43706</c:v>
                </c:pt>
                <c:pt idx="1073">
                  <c:v>43707</c:v>
                </c:pt>
                <c:pt idx="1074">
                  <c:v>43711</c:v>
                </c:pt>
                <c:pt idx="1075">
                  <c:v>43712</c:v>
                </c:pt>
                <c:pt idx="1076">
                  <c:v>43713</c:v>
                </c:pt>
                <c:pt idx="1077">
                  <c:v>43714</c:v>
                </c:pt>
                <c:pt idx="1078">
                  <c:v>43717</c:v>
                </c:pt>
                <c:pt idx="1079">
                  <c:v>43719</c:v>
                </c:pt>
                <c:pt idx="1080">
                  <c:v>43720</c:v>
                </c:pt>
                <c:pt idx="1081">
                  <c:v>43721</c:v>
                </c:pt>
                <c:pt idx="1082">
                  <c:v>43724</c:v>
                </c:pt>
                <c:pt idx="1083">
                  <c:v>43725</c:v>
                </c:pt>
                <c:pt idx="1084">
                  <c:v>43726</c:v>
                </c:pt>
                <c:pt idx="1085">
                  <c:v>43727</c:v>
                </c:pt>
                <c:pt idx="1086">
                  <c:v>43728</c:v>
                </c:pt>
                <c:pt idx="1087">
                  <c:v>43731</c:v>
                </c:pt>
                <c:pt idx="1088">
                  <c:v>43732</c:v>
                </c:pt>
                <c:pt idx="1089">
                  <c:v>43733</c:v>
                </c:pt>
                <c:pt idx="1090">
                  <c:v>43734</c:v>
                </c:pt>
                <c:pt idx="1091">
                  <c:v>43735</c:v>
                </c:pt>
                <c:pt idx="1092">
                  <c:v>43738</c:v>
                </c:pt>
                <c:pt idx="1093">
                  <c:v>43739</c:v>
                </c:pt>
                <c:pt idx="1094">
                  <c:v>43741</c:v>
                </c:pt>
                <c:pt idx="1095">
                  <c:v>43742</c:v>
                </c:pt>
                <c:pt idx="1096">
                  <c:v>43745</c:v>
                </c:pt>
                <c:pt idx="1097">
                  <c:v>43747</c:v>
                </c:pt>
                <c:pt idx="1098">
                  <c:v>43748</c:v>
                </c:pt>
                <c:pt idx="1099">
                  <c:v>43749</c:v>
                </c:pt>
                <c:pt idx="1100">
                  <c:v>43753</c:v>
                </c:pt>
                <c:pt idx="1101">
                  <c:v>43754</c:v>
                </c:pt>
                <c:pt idx="1102">
                  <c:v>43755</c:v>
                </c:pt>
                <c:pt idx="1103">
                  <c:v>43756</c:v>
                </c:pt>
                <c:pt idx="1104">
                  <c:v>43760</c:v>
                </c:pt>
                <c:pt idx="1105">
                  <c:v>43761</c:v>
                </c:pt>
                <c:pt idx="1106">
                  <c:v>43762</c:v>
                </c:pt>
                <c:pt idx="1107">
                  <c:v>43763</c:v>
                </c:pt>
                <c:pt idx="1108">
                  <c:v>43767</c:v>
                </c:pt>
                <c:pt idx="1109">
                  <c:v>43768</c:v>
                </c:pt>
                <c:pt idx="1110">
                  <c:v>43769</c:v>
                </c:pt>
                <c:pt idx="1111">
                  <c:v>43770</c:v>
                </c:pt>
                <c:pt idx="1112">
                  <c:v>43773</c:v>
                </c:pt>
                <c:pt idx="1113">
                  <c:v>43774</c:v>
                </c:pt>
                <c:pt idx="1114">
                  <c:v>43775</c:v>
                </c:pt>
                <c:pt idx="1115">
                  <c:v>43776</c:v>
                </c:pt>
                <c:pt idx="1116">
                  <c:v>43777</c:v>
                </c:pt>
                <c:pt idx="1117">
                  <c:v>43780</c:v>
                </c:pt>
                <c:pt idx="1118">
                  <c:v>43782</c:v>
                </c:pt>
                <c:pt idx="1119">
                  <c:v>43783</c:v>
                </c:pt>
                <c:pt idx="1120">
                  <c:v>43784</c:v>
                </c:pt>
                <c:pt idx="1121">
                  <c:v>43787</c:v>
                </c:pt>
                <c:pt idx="1122">
                  <c:v>43788</c:v>
                </c:pt>
                <c:pt idx="1123">
                  <c:v>43789</c:v>
                </c:pt>
                <c:pt idx="1124">
                  <c:v>43790</c:v>
                </c:pt>
                <c:pt idx="1125">
                  <c:v>43791</c:v>
                </c:pt>
                <c:pt idx="1126">
                  <c:v>43794</c:v>
                </c:pt>
                <c:pt idx="1127">
                  <c:v>43795</c:v>
                </c:pt>
                <c:pt idx="1128">
                  <c:v>43796</c:v>
                </c:pt>
                <c:pt idx="1129">
                  <c:v>43801</c:v>
                </c:pt>
                <c:pt idx="1130">
                  <c:v>43802</c:v>
                </c:pt>
                <c:pt idx="1131">
                  <c:v>43803</c:v>
                </c:pt>
                <c:pt idx="1132">
                  <c:v>43804</c:v>
                </c:pt>
                <c:pt idx="1133">
                  <c:v>43805</c:v>
                </c:pt>
                <c:pt idx="1134">
                  <c:v>43808</c:v>
                </c:pt>
                <c:pt idx="1135">
                  <c:v>43809</c:v>
                </c:pt>
                <c:pt idx="1136">
                  <c:v>43810</c:v>
                </c:pt>
                <c:pt idx="1137">
                  <c:v>43811</c:v>
                </c:pt>
                <c:pt idx="1138">
                  <c:v>43812</c:v>
                </c:pt>
                <c:pt idx="1139">
                  <c:v>43815</c:v>
                </c:pt>
                <c:pt idx="1140">
                  <c:v>43816</c:v>
                </c:pt>
                <c:pt idx="1141">
                  <c:v>43817</c:v>
                </c:pt>
                <c:pt idx="1142">
                  <c:v>43818</c:v>
                </c:pt>
                <c:pt idx="1143">
                  <c:v>43819</c:v>
                </c:pt>
                <c:pt idx="1144">
                  <c:v>43822</c:v>
                </c:pt>
                <c:pt idx="1145">
                  <c:v>43825</c:v>
                </c:pt>
                <c:pt idx="1146">
                  <c:v>43826</c:v>
                </c:pt>
                <c:pt idx="1147">
                  <c:v>43829</c:v>
                </c:pt>
                <c:pt idx="1148">
                  <c:v>43832</c:v>
                </c:pt>
                <c:pt idx="1149">
                  <c:v>43833</c:v>
                </c:pt>
                <c:pt idx="1150">
                  <c:v>43836</c:v>
                </c:pt>
                <c:pt idx="1151">
                  <c:v>43837</c:v>
                </c:pt>
                <c:pt idx="1152">
                  <c:v>43838</c:v>
                </c:pt>
                <c:pt idx="1153">
                  <c:v>43839</c:v>
                </c:pt>
                <c:pt idx="1154">
                  <c:v>43840</c:v>
                </c:pt>
                <c:pt idx="1155">
                  <c:v>43843</c:v>
                </c:pt>
                <c:pt idx="1156">
                  <c:v>43844</c:v>
                </c:pt>
                <c:pt idx="1157">
                  <c:v>43845</c:v>
                </c:pt>
                <c:pt idx="1158">
                  <c:v>43846</c:v>
                </c:pt>
                <c:pt idx="1159">
                  <c:v>43847</c:v>
                </c:pt>
                <c:pt idx="1160">
                  <c:v>43851</c:v>
                </c:pt>
                <c:pt idx="1161">
                  <c:v>43852</c:v>
                </c:pt>
                <c:pt idx="1162">
                  <c:v>43853</c:v>
                </c:pt>
                <c:pt idx="1163">
                  <c:v>43857</c:v>
                </c:pt>
                <c:pt idx="1164">
                  <c:v>43858</c:v>
                </c:pt>
                <c:pt idx="1165">
                  <c:v>43859</c:v>
                </c:pt>
                <c:pt idx="1166">
                  <c:v>43860</c:v>
                </c:pt>
                <c:pt idx="1167">
                  <c:v>43861</c:v>
                </c:pt>
                <c:pt idx="1168">
                  <c:v>43864</c:v>
                </c:pt>
                <c:pt idx="1169">
                  <c:v>43865</c:v>
                </c:pt>
                <c:pt idx="1170">
                  <c:v>43866</c:v>
                </c:pt>
                <c:pt idx="1171">
                  <c:v>43867</c:v>
                </c:pt>
                <c:pt idx="1172">
                  <c:v>43868</c:v>
                </c:pt>
                <c:pt idx="1173">
                  <c:v>43871</c:v>
                </c:pt>
                <c:pt idx="1174">
                  <c:v>43872</c:v>
                </c:pt>
                <c:pt idx="1175">
                  <c:v>43873</c:v>
                </c:pt>
                <c:pt idx="1176">
                  <c:v>43874</c:v>
                </c:pt>
                <c:pt idx="1177">
                  <c:v>43875</c:v>
                </c:pt>
                <c:pt idx="1178">
                  <c:v>43879</c:v>
                </c:pt>
                <c:pt idx="1179">
                  <c:v>43881</c:v>
                </c:pt>
                <c:pt idx="1180">
                  <c:v>43885</c:v>
                </c:pt>
                <c:pt idx="1181">
                  <c:v>43886</c:v>
                </c:pt>
                <c:pt idx="1182">
                  <c:v>43887</c:v>
                </c:pt>
                <c:pt idx="1183">
                  <c:v>43888</c:v>
                </c:pt>
                <c:pt idx="1184">
                  <c:v>43889</c:v>
                </c:pt>
                <c:pt idx="1185">
                  <c:v>43892</c:v>
                </c:pt>
                <c:pt idx="1186">
                  <c:v>43893</c:v>
                </c:pt>
                <c:pt idx="1187">
                  <c:v>43894</c:v>
                </c:pt>
                <c:pt idx="1188">
                  <c:v>43895</c:v>
                </c:pt>
                <c:pt idx="1189">
                  <c:v>43896</c:v>
                </c:pt>
                <c:pt idx="1190">
                  <c:v>43899</c:v>
                </c:pt>
                <c:pt idx="1191">
                  <c:v>43901</c:v>
                </c:pt>
                <c:pt idx="1192">
                  <c:v>43902</c:v>
                </c:pt>
                <c:pt idx="1193">
                  <c:v>43903</c:v>
                </c:pt>
                <c:pt idx="1194">
                  <c:v>43906</c:v>
                </c:pt>
                <c:pt idx="1195">
                  <c:v>43907</c:v>
                </c:pt>
                <c:pt idx="1196">
                  <c:v>43908</c:v>
                </c:pt>
                <c:pt idx="1197">
                  <c:v>43909</c:v>
                </c:pt>
                <c:pt idx="1198">
                  <c:v>43913</c:v>
                </c:pt>
                <c:pt idx="1199">
                  <c:v>43914</c:v>
                </c:pt>
                <c:pt idx="1200">
                  <c:v>43916</c:v>
                </c:pt>
                <c:pt idx="1201">
                  <c:v>43917</c:v>
                </c:pt>
                <c:pt idx="1202">
                  <c:v>43920</c:v>
                </c:pt>
                <c:pt idx="1203">
                  <c:v>43921</c:v>
                </c:pt>
                <c:pt idx="1204">
                  <c:v>43922</c:v>
                </c:pt>
                <c:pt idx="1205">
                  <c:v>43924</c:v>
                </c:pt>
                <c:pt idx="1206">
                  <c:v>43928</c:v>
                </c:pt>
                <c:pt idx="1207">
                  <c:v>43929</c:v>
                </c:pt>
                <c:pt idx="1208">
                  <c:v>43930</c:v>
                </c:pt>
                <c:pt idx="1209">
                  <c:v>43934</c:v>
                </c:pt>
                <c:pt idx="1210">
                  <c:v>43936</c:v>
                </c:pt>
                <c:pt idx="1211">
                  <c:v>43937</c:v>
                </c:pt>
                <c:pt idx="1212">
                  <c:v>43938</c:v>
                </c:pt>
                <c:pt idx="1213">
                  <c:v>43941</c:v>
                </c:pt>
                <c:pt idx="1214">
                  <c:v>43942</c:v>
                </c:pt>
                <c:pt idx="1215">
                  <c:v>43943</c:v>
                </c:pt>
                <c:pt idx="1216">
                  <c:v>43944</c:v>
                </c:pt>
                <c:pt idx="1217">
                  <c:v>43945</c:v>
                </c:pt>
                <c:pt idx="1218">
                  <c:v>43948</c:v>
                </c:pt>
                <c:pt idx="1219">
                  <c:v>43949</c:v>
                </c:pt>
                <c:pt idx="1220">
                  <c:v>43950</c:v>
                </c:pt>
                <c:pt idx="1221">
                  <c:v>43951</c:v>
                </c:pt>
                <c:pt idx="1222">
                  <c:v>43955</c:v>
                </c:pt>
                <c:pt idx="1223">
                  <c:v>43956</c:v>
                </c:pt>
                <c:pt idx="1224">
                  <c:v>43957</c:v>
                </c:pt>
                <c:pt idx="1225">
                  <c:v>43959</c:v>
                </c:pt>
                <c:pt idx="1226">
                  <c:v>43962</c:v>
                </c:pt>
                <c:pt idx="1227">
                  <c:v>43963</c:v>
                </c:pt>
                <c:pt idx="1228">
                  <c:v>43964</c:v>
                </c:pt>
                <c:pt idx="1229">
                  <c:v>43965</c:v>
                </c:pt>
                <c:pt idx="1230">
                  <c:v>43966</c:v>
                </c:pt>
                <c:pt idx="1231">
                  <c:v>43969</c:v>
                </c:pt>
                <c:pt idx="1232">
                  <c:v>43970</c:v>
                </c:pt>
                <c:pt idx="1233">
                  <c:v>43971</c:v>
                </c:pt>
                <c:pt idx="1234">
                  <c:v>43972</c:v>
                </c:pt>
                <c:pt idx="1235">
                  <c:v>43973</c:v>
                </c:pt>
                <c:pt idx="1236">
                  <c:v>43977</c:v>
                </c:pt>
                <c:pt idx="1237">
                  <c:v>43978</c:v>
                </c:pt>
                <c:pt idx="1238">
                  <c:v>43979</c:v>
                </c:pt>
                <c:pt idx="1239">
                  <c:v>43980</c:v>
                </c:pt>
                <c:pt idx="1240">
                  <c:v>43983</c:v>
                </c:pt>
                <c:pt idx="1241">
                  <c:v>43984</c:v>
                </c:pt>
                <c:pt idx="1242">
                  <c:v>43985</c:v>
                </c:pt>
                <c:pt idx="1243">
                  <c:v>43986</c:v>
                </c:pt>
                <c:pt idx="1244">
                  <c:v>43987</c:v>
                </c:pt>
                <c:pt idx="1245">
                  <c:v>43990</c:v>
                </c:pt>
                <c:pt idx="1246">
                  <c:v>43991</c:v>
                </c:pt>
                <c:pt idx="1247">
                  <c:v>43992</c:v>
                </c:pt>
                <c:pt idx="1248">
                  <c:v>43993</c:v>
                </c:pt>
                <c:pt idx="1249">
                  <c:v>43994</c:v>
                </c:pt>
                <c:pt idx="1250">
                  <c:v>43997</c:v>
                </c:pt>
                <c:pt idx="1251">
                  <c:v>43998</c:v>
                </c:pt>
                <c:pt idx="1252">
                  <c:v>43999</c:v>
                </c:pt>
                <c:pt idx="1253">
                  <c:v>44000</c:v>
                </c:pt>
                <c:pt idx="1254">
                  <c:v>44001</c:v>
                </c:pt>
                <c:pt idx="1255">
                  <c:v>44006</c:v>
                </c:pt>
                <c:pt idx="1256">
                  <c:v>44007</c:v>
                </c:pt>
                <c:pt idx="1257">
                  <c:v>44008</c:v>
                </c:pt>
                <c:pt idx="1258">
                  <c:v>44011</c:v>
                </c:pt>
                <c:pt idx="1259">
                  <c:v>44012</c:v>
                </c:pt>
                <c:pt idx="1260">
                  <c:v>44013</c:v>
                </c:pt>
                <c:pt idx="1261">
                  <c:v>44014</c:v>
                </c:pt>
                <c:pt idx="1262">
                  <c:v>44019</c:v>
                </c:pt>
                <c:pt idx="1263">
                  <c:v>44020</c:v>
                </c:pt>
                <c:pt idx="1264">
                  <c:v>44021</c:v>
                </c:pt>
                <c:pt idx="1265">
                  <c:v>44022</c:v>
                </c:pt>
                <c:pt idx="1266">
                  <c:v>44025</c:v>
                </c:pt>
                <c:pt idx="1267">
                  <c:v>44026</c:v>
                </c:pt>
                <c:pt idx="1268">
                  <c:v>44027</c:v>
                </c:pt>
                <c:pt idx="1269">
                  <c:v>44028</c:v>
                </c:pt>
                <c:pt idx="1270">
                  <c:v>44029</c:v>
                </c:pt>
                <c:pt idx="1271">
                  <c:v>44032</c:v>
                </c:pt>
                <c:pt idx="1272">
                  <c:v>44033</c:v>
                </c:pt>
                <c:pt idx="1273">
                  <c:v>44034</c:v>
                </c:pt>
                <c:pt idx="1274">
                  <c:v>44035</c:v>
                </c:pt>
                <c:pt idx="1275">
                  <c:v>44036</c:v>
                </c:pt>
                <c:pt idx="1276">
                  <c:v>44039</c:v>
                </c:pt>
                <c:pt idx="1277">
                  <c:v>44040</c:v>
                </c:pt>
                <c:pt idx="1278">
                  <c:v>44041</c:v>
                </c:pt>
                <c:pt idx="1279">
                  <c:v>44042</c:v>
                </c:pt>
                <c:pt idx="1280">
                  <c:v>44043</c:v>
                </c:pt>
                <c:pt idx="1281">
                  <c:v>44046</c:v>
                </c:pt>
                <c:pt idx="1282">
                  <c:v>44047</c:v>
                </c:pt>
                <c:pt idx="1283">
                  <c:v>44048</c:v>
                </c:pt>
                <c:pt idx="1284">
                  <c:v>44049</c:v>
                </c:pt>
                <c:pt idx="1285">
                  <c:v>44050</c:v>
                </c:pt>
                <c:pt idx="1286">
                  <c:v>44053</c:v>
                </c:pt>
                <c:pt idx="1287">
                  <c:v>44054</c:v>
                </c:pt>
                <c:pt idx="1288">
                  <c:v>44055</c:v>
                </c:pt>
                <c:pt idx="1289">
                  <c:v>44056</c:v>
                </c:pt>
                <c:pt idx="1290">
                  <c:v>44057</c:v>
                </c:pt>
                <c:pt idx="1291">
                  <c:v>44060</c:v>
                </c:pt>
                <c:pt idx="1292">
                  <c:v>44061</c:v>
                </c:pt>
                <c:pt idx="1293">
                  <c:v>44062</c:v>
                </c:pt>
                <c:pt idx="1294">
                  <c:v>44063</c:v>
                </c:pt>
                <c:pt idx="1295">
                  <c:v>44064</c:v>
                </c:pt>
                <c:pt idx="1296">
                  <c:v>44067</c:v>
                </c:pt>
                <c:pt idx="1297">
                  <c:v>44068</c:v>
                </c:pt>
                <c:pt idx="1298">
                  <c:v>44069</c:v>
                </c:pt>
                <c:pt idx="1299">
                  <c:v>44070</c:v>
                </c:pt>
                <c:pt idx="1300">
                  <c:v>44071</c:v>
                </c:pt>
                <c:pt idx="1301">
                  <c:v>44074</c:v>
                </c:pt>
                <c:pt idx="1302">
                  <c:v>44075</c:v>
                </c:pt>
                <c:pt idx="1303">
                  <c:v>44076</c:v>
                </c:pt>
                <c:pt idx="1304">
                  <c:v>44077</c:v>
                </c:pt>
                <c:pt idx="1305">
                  <c:v>44082</c:v>
                </c:pt>
                <c:pt idx="1306">
                  <c:v>44083</c:v>
                </c:pt>
                <c:pt idx="1307">
                  <c:v>44084</c:v>
                </c:pt>
                <c:pt idx="1308">
                  <c:v>44085</c:v>
                </c:pt>
                <c:pt idx="1309">
                  <c:v>44088</c:v>
                </c:pt>
                <c:pt idx="1310">
                  <c:v>44089</c:v>
                </c:pt>
                <c:pt idx="1311">
                  <c:v>44090</c:v>
                </c:pt>
                <c:pt idx="1312">
                  <c:v>44091</c:v>
                </c:pt>
                <c:pt idx="1313">
                  <c:v>44092</c:v>
                </c:pt>
                <c:pt idx="1314">
                  <c:v>44095</c:v>
                </c:pt>
                <c:pt idx="1315">
                  <c:v>44096</c:v>
                </c:pt>
                <c:pt idx="1316">
                  <c:v>44097</c:v>
                </c:pt>
                <c:pt idx="1317">
                  <c:v>44098</c:v>
                </c:pt>
                <c:pt idx="1318">
                  <c:v>44099</c:v>
                </c:pt>
                <c:pt idx="1319">
                  <c:v>44102</c:v>
                </c:pt>
                <c:pt idx="1320">
                  <c:v>44103</c:v>
                </c:pt>
                <c:pt idx="1321">
                  <c:v>44104</c:v>
                </c:pt>
                <c:pt idx="1322">
                  <c:v>44105</c:v>
                </c:pt>
                <c:pt idx="1323">
                  <c:v>44109</c:v>
                </c:pt>
                <c:pt idx="1324">
                  <c:v>44110</c:v>
                </c:pt>
                <c:pt idx="1325">
                  <c:v>44111</c:v>
                </c:pt>
                <c:pt idx="1326">
                  <c:v>44112</c:v>
                </c:pt>
                <c:pt idx="1327">
                  <c:v>44113</c:v>
                </c:pt>
                <c:pt idx="1328">
                  <c:v>44117</c:v>
                </c:pt>
                <c:pt idx="1329">
                  <c:v>44118</c:v>
                </c:pt>
                <c:pt idx="1330">
                  <c:v>44119</c:v>
                </c:pt>
                <c:pt idx="1331">
                  <c:v>44120</c:v>
                </c:pt>
                <c:pt idx="1332">
                  <c:v>44123</c:v>
                </c:pt>
                <c:pt idx="1333">
                  <c:v>44124</c:v>
                </c:pt>
                <c:pt idx="1334">
                  <c:v>44125</c:v>
                </c:pt>
                <c:pt idx="1335">
                  <c:v>44126</c:v>
                </c:pt>
                <c:pt idx="1336">
                  <c:v>44127</c:v>
                </c:pt>
                <c:pt idx="1337">
                  <c:v>44130</c:v>
                </c:pt>
                <c:pt idx="1338">
                  <c:v>44131</c:v>
                </c:pt>
                <c:pt idx="1339">
                  <c:v>44132</c:v>
                </c:pt>
                <c:pt idx="1340">
                  <c:v>44133</c:v>
                </c:pt>
                <c:pt idx="1341">
                  <c:v>44137</c:v>
                </c:pt>
                <c:pt idx="1342">
                  <c:v>44138</c:v>
                </c:pt>
                <c:pt idx="1343">
                  <c:v>44139</c:v>
                </c:pt>
                <c:pt idx="1344">
                  <c:v>44140</c:v>
                </c:pt>
                <c:pt idx="1345">
                  <c:v>44141</c:v>
                </c:pt>
                <c:pt idx="1346">
                  <c:v>44144</c:v>
                </c:pt>
                <c:pt idx="1347">
                  <c:v>44145</c:v>
                </c:pt>
                <c:pt idx="1348">
                  <c:v>44146</c:v>
                </c:pt>
                <c:pt idx="1349">
                  <c:v>44147</c:v>
                </c:pt>
                <c:pt idx="1350">
                  <c:v>44148</c:v>
                </c:pt>
                <c:pt idx="1351">
                  <c:v>44152</c:v>
                </c:pt>
                <c:pt idx="1352">
                  <c:v>44153</c:v>
                </c:pt>
                <c:pt idx="1353">
                  <c:v>44154</c:v>
                </c:pt>
                <c:pt idx="1354">
                  <c:v>44155</c:v>
                </c:pt>
                <c:pt idx="1355">
                  <c:v>44158</c:v>
                </c:pt>
                <c:pt idx="1356">
                  <c:v>44159</c:v>
                </c:pt>
                <c:pt idx="1357">
                  <c:v>44160</c:v>
                </c:pt>
                <c:pt idx="1358">
                  <c:v>44166</c:v>
                </c:pt>
                <c:pt idx="1359">
                  <c:v>44167</c:v>
                </c:pt>
                <c:pt idx="1360">
                  <c:v>44168</c:v>
                </c:pt>
                <c:pt idx="1361">
                  <c:v>44169</c:v>
                </c:pt>
                <c:pt idx="1362">
                  <c:v>44172</c:v>
                </c:pt>
                <c:pt idx="1363">
                  <c:v>44173</c:v>
                </c:pt>
                <c:pt idx="1364">
                  <c:v>44174</c:v>
                </c:pt>
                <c:pt idx="1365">
                  <c:v>44175</c:v>
                </c:pt>
                <c:pt idx="1366">
                  <c:v>44176</c:v>
                </c:pt>
                <c:pt idx="1367">
                  <c:v>44179</c:v>
                </c:pt>
                <c:pt idx="1368">
                  <c:v>44180</c:v>
                </c:pt>
                <c:pt idx="1369">
                  <c:v>44181</c:v>
                </c:pt>
                <c:pt idx="1370">
                  <c:v>44182</c:v>
                </c:pt>
                <c:pt idx="1371">
                  <c:v>44183</c:v>
                </c:pt>
                <c:pt idx="1372">
                  <c:v>44186</c:v>
                </c:pt>
                <c:pt idx="1373">
                  <c:v>44187</c:v>
                </c:pt>
                <c:pt idx="1374">
                  <c:v>44188</c:v>
                </c:pt>
                <c:pt idx="1375">
                  <c:v>44200</c:v>
                </c:pt>
                <c:pt idx="1376">
                  <c:v>44201</c:v>
                </c:pt>
                <c:pt idx="1377">
                  <c:v>44202</c:v>
                </c:pt>
                <c:pt idx="1378">
                  <c:v>44203</c:v>
                </c:pt>
                <c:pt idx="1379">
                  <c:v>44204</c:v>
                </c:pt>
                <c:pt idx="1380">
                  <c:v>44207</c:v>
                </c:pt>
                <c:pt idx="1381">
                  <c:v>44208</c:v>
                </c:pt>
                <c:pt idx="1382">
                  <c:v>44209</c:v>
                </c:pt>
                <c:pt idx="1383">
                  <c:v>44210</c:v>
                </c:pt>
                <c:pt idx="1384">
                  <c:v>44211</c:v>
                </c:pt>
                <c:pt idx="1385">
                  <c:v>44215</c:v>
                </c:pt>
                <c:pt idx="1386">
                  <c:v>44216</c:v>
                </c:pt>
                <c:pt idx="1387">
                  <c:v>44217</c:v>
                </c:pt>
                <c:pt idx="1388">
                  <c:v>44218</c:v>
                </c:pt>
                <c:pt idx="1389">
                  <c:v>44221</c:v>
                </c:pt>
                <c:pt idx="1390">
                  <c:v>44223</c:v>
                </c:pt>
                <c:pt idx="1391">
                  <c:v>44224</c:v>
                </c:pt>
                <c:pt idx="1392">
                  <c:v>44225</c:v>
                </c:pt>
                <c:pt idx="1393">
                  <c:v>44228</c:v>
                </c:pt>
                <c:pt idx="1394">
                  <c:v>44229</c:v>
                </c:pt>
                <c:pt idx="1395">
                  <c:v>44230</c:v>
                </c:pt>
                <c:pt idx="1396">
                  <c:v>44231</c:v>
                </c:pt>
                <c:pt idx="1397">
                  <c:v>44232</c:v>
                </c:pt>
                <c:pt idx="1398">
                  <c:v>44235</c:v>
                </c:pt>
                <c:pt idx="1399">
                  <c:v>44236</c:v>
                </c:pt>
                <c:pt idx="1400">
                  <c:v>44237</c:v>
                </c:pt>
                <c:pt idx="1401">
                  <c:v>44238</c:v>
                </c:pt>
                <c:pt idx="1402">
                  <c:v>44239</c:v>
                </c:pt>
                <c:pt idx="1403">
                  <c:v>44243</c:v>
                </c:pt>
                <c:pt idx="1404">
                  <c:v>44244</c:v>
                </c:pt>
                <c:pt idx="1405">
                  <c:v>44245</c:v>
                </c:pt>
                <c:pt idx="1406">
                  <c:v>44249</c:v>
                </c:pt>
                <c:pt idx="1407">
                  <c:v>44250</c:v>
                </c:pt>
                <c:pt idx="1408">
                  <c:v>44251</c:v>
                </c:pt>
                <c:pt idx="1409">
                  <c:v>44252</c:v>
                </c:pt>
                <c:pt idx="1410">
                  <c:v>44253</c:v>
                </c:pt>
                <c:pt idx="1411">
                  <c:v>44256</c:v>
                </c:pt>
                <c:pt idx="1412">
                  <c:v>44257</c:v>
                </c:pt>
                <c:pt idx="1413">
                  <c:v>44258</c:v>
                </c:pt>
                <c:pt idx="1414">
                  <c:v>44259</c:v>
                </c:pt>
                <c:pt idx="1415">
                  <c:v>44260</c:v>
                </c:pt>
                <c:pt idx="1416">
                  <c:v>44263</c:v>
                </c:pt>
                <c:pt idx="1417">
                  <c:v>44264</c:v>
                </c:pt>
                <c:pt idx="1418">
                  <c:v>44265</c:v>
                </c:pt>
                <c:pt idx="1419">
                  <c:v>44267</c:v>
                </c:pt>
                <c:pt idx="1420">
                  <c:v>44270</c:v>
                </c:pt>
                <c:pt idx="1421">
                  <c:v>44271</c:v>
                </c:pt>
                <c:pt idx="1422">
                  <c:v>44272</c:v>
                </c:pt>
                <c:pt idx="1423">
                  <c:v>44273</c:v>
                </c:pt>
                <c:pt idx="1424">
                  <c:v>44274</c:v>
                </c:pt>
                <c:pt idx="1425">
                  <c:v>44277</c:v>
                </c:pt>
                <c:pt idx="1426">
                  <c:v>44278</c:v>
                </c:pt>
                <c:pt idx="1427">
                  <c:v>44279</c:v>
                </c:pt>
                <c:pt idx="1428">
                  <c:v>44280</c:v>
                </c:pt>
                <c:pt idx="1429">
                  <c:v>44281</c:v>
                </c:pt>
                <c:pt idx="1430">
                  <c:v>44285</c:v>
                </c:pt>
                <c:pt idx="1431">
                  <c:v>44286</c:v>
                </c:pt>
                <c:pt idx="1432">
                  <c:v>44287</c:v>
                </c:pt>
                <c:pt idx="1433">
                  <c:v>44291</c:v>
                </c:pt>
                <c:pt idx="1434">
                  <c:v>44292</c:v>
                </c:pt>
                <c:pt idx="1435">
                  <c:v>44293</c:v>
                </c:pt>
                <c:pt idx="1436">
                  <c:v>44294</c:v>
                </c:pt>
                <c:pt idx="1437">
                  <c:v>44295</c:v>
                </c:pt>
                <c:pt idx="1438">
                  <c:v>44298</c:v>
                </c:pt>
                <c:pt idx="1439">
                  <c:v>44301</c:v>
                </c:pt>
                <c:pt idx="1440">
                  <c:v>44302</c:v>
                </c:pt>
                <c:pt idx="1441">
                  <c:v>44305</c:v>
                </c:pt>
                <c:pt idx="1442">
                  <c:v>44306</c:v>
                </c:pt>
                <c:pt idx="1443">
                  <c:v>44308</c:v>
                </c:pt>
                <c:pt idx="1444">
                  <c:v>44309</c:v>
                </c:pt>
                <c:pt idx="1445">
                  <c:v>44312</c:v>
                </c:pt>
                <c:pt idx="1446">
                  <c:v>44313</c:v>
                </c:pt>
                <c:pt idx="1447">
                  <c:v>44314</c:v>
                </c:pt>
                <c:pt idx="1448">
                  <c:v>44315</c:v>
                </c:pt>
                <c:pt idx="1449">
                  <c:v>44316</c:v>
                </c:pt>
                <c:pt idx="1450">
                  <c:v>44319</c:v>
                </c:pt>
                <c:pt idx="1451">
                  <c:v>44320</c:v>
                </c:pt>
                <c:pt idx="1452">
                  <c:v>44321</c:v>
                </c:pt>
                <c:pt idx="1453">
                  <c:v>44322</c:v>
                </c:pt>
                <c:pt idx="1454">
                  <c:v>44323</c:v>
                </c:pt>
                <c:pt idx="1455">
                  <c:v>44326</c:v>
                </c:pt>
                <c:pt idx="1456">
                  <c:v>44327</c:v>
                </c:pt>
                <c:pt idx="1457">
                  <c:v>44328</c:v>
                </c:pt>
                <c:pt idx="1458">
                  <c:v>44330</c:v>
                </c:pt>
                <c:pt idx="1459">
                  <c:v>44333</c:v>
                </c:pt>
                <c:pt idx="1460">
                  <c:v>44334</c:v>
                </c:pt>
                <c:pt idx="1461">
                  <c:v>44335</c:v>
                </c:pt>
                <c:pt idx="1462">
                  <c:v>44336</c:v>
                </c:pt>
                <c:pt idx="1463">
                  <c:v>44337</c:v>
                </c:pt>
                <c:pt idx="1464">
                  <c:v>44340</c:v>
                </c:pt>
                <c:pt idx="1465">
                  <c:v>44341</c:v>
                </c:pt>
                <c:pt idx="1466">
                  <c:v>44343</c:v>
                </c:pt>
                <c:pt idx="1467">
                  <c:v>44348</c:v>
                </c:pt>
                <c:pt idx="1468">
                  <c:v>44349</c:v>
                </c:pt>
                <c:pt idx="1469">
                  <c:v>44350</c:v>
                </c:pt>
                <c:pt idx="1470">
                  <c:v>44351</c:v>
                </c:pt>
                <c:pt idx="1471">
                  <c:v>44354</c:v>
                </c:pt>
                <c:pt idx="1472">
                  <c:v>44355</c:v>
                </c:pt>
                <c:pt idx="1473">
                  <c:v>44356</c:v>
                </c:pt>
                <c:pt idx="1474">
                  <c:v>44357</c:v>
                </c:pt>
                <c:pt idx="1475">
                  <c:v>44358</c:v>
                </c:pt>
                <c:pt idx="1476">
                  <c:v>44361</c:v>
                </c:pt>
                <c:pt idx="1477">
                  <c:v>44362</c:v>
                </c:pt>
                <c:pt idx="1478">
                  <c:v>44363</c:v>
                </c:pt>
                <c:pt idx="1479">
                  <c:v>44364</c:v>
                </c:pt>
                <c:pt idx="1480">
                  <c:v>44365</c:v>
                </c:pt>
                <c:pt idx="1481">
                  <c:v>44368</c:v>
                </c:pt>
                <c:pt idx="1482">
                  <c:v>44369</c:v>
                </c:pt>
                <c:pt idx="1483">
                  <c:v>44370</c:v>
                </c:pt>
                <c:pt idx="1484">
                  <c:v>44371</c:v>
                </c:pt>
                <c:pt idx="1485">
                  <c:v>44372</c:v>
                </c:pt>
                <c:pt idx="1486">
                  <c:v>44375</c:v>
                </c:pt>
                <c:pt idx="1487">
                  <c:v>44376</c:v>
                </c:pt>
                <c:pt idx="1488">
                  <c:v>44377</c:v>
                </c:pt>
                <c:pt idx="1489">
                  <c:v>44378</c:v>
                </c:pt>
                <c:pt idx="1490">
                  <c:v>44383</c:v>
                </c:pt>
                <c:pt idx="1491">
                  <c:v>44384</c:v>
                </c:pt>
                <c:pt idx="1492">
                  <c:v>44385</c:v>
                </c:pt>
                <c:pt idx="1493">
                  <c:v>44386</c:v>
                </c:pt>
                <c:pt idx="1494">
                  <c:v>44389</c:v>
                </c:pt>
                <c:pt idx="1495">
                  <c:v>44390</c:v>
                </c:pt>
                <c:pt idx="1496">
                  <c:v>44391</c:v>
                </c:pt>
                <c:pt idx="1497">
                  <c:v>44392</c:v>
                </c:pt>
                <c:pt idx="1498">
                  <c:v>44393</c:v>
                </c:pt>
                <c:pt idx="1499">
                  <c:v>44396</c:v>
                </c:pt>
                <c:pt idx="1500">
                  <c:v>44397</c:v>
                </c:pt>
                <c:pt idx="1501">
                  <c:v>44399</c:v>
                </c:pt>
                <c:pt idx="1502">
                  <c:v>44400</c:v>
                </c:pt>
                <c:pt idx="1503">
                  <c:v>44403</c:v>
                </c:pt>
                <c:pt idx="1504">
                  <c:v>44404</c:v>
                </c:pt>
                <c:pt idx="1505">
                  <c:v>44405</c:v>
                </c:pt>
                <c:pt idx="1506">
                  <c:v>44406</c:v>
                </c:pt>
                <c:pt idx="1507">
                  <c:v>44407</c:v>
                </c:pt>
                <c:pt idx="1508">
                  <c:v>44410</c:v>
                </c:pt>
                <c:pt idx="1509">
                  <c:v>44411</c:v>
                </c:pt>
                <c:pt idx="1510">
                  <c:v>44412</c:v>
                </c:pt>
                <c:pt idx="1511">
                  <c:v>44413</c:v>
                </c:pt>
                <c:pt idx="1512">
                  <c:v>44414</c:v>
                </c:pt>
                <c:pt idx="1513">
                  <c:v>44417</c:v>
                </c:pt>
                <c:pt idx="1514">
                  <c:v>44418</c:v>
                </c:pt>
                <c:pt idx="1515">
                  <c:v>44419</c:v>
                </c:pt>
                <c:pt idx="1516">
                  <c:v>44420</c:v>
                </c:pt>
                <c:pt idx="1517">
                  <c:v>44421</c:v>
                </c:pt>
                <c:pt idx="1518">
                  <c:v>44426</c:v>
                </c:pt>
                <c:pt idx="1519">
                  <c:v>44428</c:v>
                </c:pt>
                <c:pt idx="1520">
                  <c:v>44431</c:v>
                </c:pt>
                <c:pt idx="1521">
                  <c:v>44432</c:v>
                </c:pt>
                <c:pt idx="1522">
                  <c:v>44433</c:v>
                </c:pt>
                <c:pt idx="1523">
                  <c:v>44434</c:v>
                </c:pt>
                <c:pt idx="1524">
                  <c:v>44435</c:v>
                </c:pt>
                <c:pt idx="1525">
                  <c:v>44438</c:v>
                </c:pt>
                <c:pt idx="1526">
                  <c:v>44439</c:v>
                </c:pt>
                <c:pt idx="1527">
                  <c:v>44440</c:v>
                </c:pt>
                <c:pt idx="1528">
                  <c:v>44446</c:v>
                </c:pt>
                <c:pt idx="1529">
                  <c:v>44447</c:v>
                </c:pt>
                <c:pt idx="1530">
                  <c:v>44448</c:v>
                </c:pt>
                <c:pt idx="1531">
                  <c:v>44453</c:v>
                </c:pt>
                <c:pt idx="1532">
                  <c:v>44454</c:v>
                </c:pt>
                <c:pt idx="1533">
                  <c:v>44455</c:v>
                </c:pt>
                <c:pt idx="1534">
                  <c:v>44456</c:v>
                </c:pt>
                <c:pt idx="1535">
                  <c:v>44459</c:v>
                </c:pt>
                <c:pt idx="1536">
                  <c:v>44460</c:v>
                </c:pt>
                <c:pt idx="1537">
                  <c:v>44461</c:v>
                </c:pt>
                <c:pt idx="1538">
                  <c:v>44462</c:v>
                </c:pt>
                <c:pt idx="1539">
                  <c:v>44463</c:v>
                </c:pt>
                <c:pt idx="1540">
                  <c:v>44466</c:v>
                </c:pt>
                <c:pt idx="1541">
                  <c:v>44467</c:v>
                </c:pt>
                <c:pt idx="1542">
                  <c:v>44468</c:v>
                </c:pt>
                <c:pt idx="1543">
                  <c:v>44469</c:v>
                </c:pt>
                <c:pt idx="1544">
                  <c:v>44470</c:v>
                </c:pt>
                <c:pt idx="1545">
                  <c:v>44473</c:v>
                </c:pt>
                <c:pt idx="1546">
                  <c:v>44474</c:v>
                </c:pt>
                <c:pt idx="1547">
                  <c:v>44475</c:v>
                </c:pt>
                <c:pt idx="1548">
                  <c:v>44476</c:v>
                </c:pt>
                <c:pt idx="1549">
                  <c:v>44477</c:v>
                </c:pt>
                <c:pt idx="1550">
                  <c:v>44481</c:v>
                </c:pt>
                <c:pt idx="1551">
                  <c:v>44482</c:v>
                </c:pt>
                <c:pt idx="1552">
                  <c:v>44483</c:v>
                </c:pt>
                <c:pt idx="1553">
                  <c:v>44487</c:v>
                </c:pt>
                <c:pt idx="1554">
                  <c:v>44489</c:v>
                </c:pt>
                <c:pt idx="1555">
                  <c:v>44490</c:v>
                </c:pt>
                <c:pt idx="1556">
                  <c:v>44491</c:v>
                </c:pt>
                <c:pt idx="1557">
                  <c:v>44494</c:v>
                </c:pt>
                <c:pt idx="1558">
                  <c:v>44495</c:v>
                </c:pt>
                <c:pt idx="1559">
                  <c:v>44496</c:v>
                </c:pt>
                <c:pt idx="1560">
                  <c:v>44497</c:v>
                </c:pt>
                <c:pt idx="1561">
                  <c:v>44498</c:v>
                </c:pt>
                <c:pt idx="1562">
                  <c:v>44501</c:v>
                </c:pt>
                <c:pt idx="1563">
                  <c:v>44502</c:v>
                </c:pt>
                <c:pt idx="1564">
                  <c:v>44503</c:v>
                </c:pt>
                <c:pt idx="1565">
                  <c:v>44508</c:v>
                </c:pt>
                <c:pt idx="1566">
                  <c:v>44509</c:v>
                </c:pt>
                <c:pt idx="1567">
                  <c:v>44510</c:v>
                </c:pt>
                <c:pt idx="1568">
                  <c:v>44511</c:v>
                </c:pt>
                <c:pt idx="1569">
                  <c:v>44512</c:v>
                </c:pt>
                <c:pt idx="1570">
                  <c:v>44515</c:v>
                </c:pt>
                <c:pt idx="1571">
                  <c:v>44516</c:v>
                </c:pt>
                <c:pt idx="1572">
                  <c:v>44517</c:v>
                </c:pt>
                <c:pt idx="1573">
                  <c:v>44518</c:v>
                </c:pt>
                <c:pt idx="1574">
                  <c:v>44522</c:v>
                </c:pt>
                <c:pt idx="1575">
                  <c:v>44523</c:v>
                </c:pt>
                <c:pt idx="1576">
                  <c:v>44524</c:v>
                </c:pt>
                <c:pt idx="1577">
                  <c:v>44529</c:v>
                </c:pt>
                <c:pt idx="1578">
                  <c:v>44530</c:v>
                </c:pt>
                <c:pt idx="1579">
                  <c:v>44531</c:v>
                </c:pt>
                <c:pt idx="1580">
                  <c:v>44532</c:v>
                </c:pt>
                <c:pt idx="1581">
                  <c:v>44533</c:v>
                </c:pt>
                <c:pt idx="1582">
                  <c:v>44536</c:v>
                </c:pt>
                <c:pt idx="1583">
                  <c:v>44537</c:v>
                </c:pt>
                <c:pt idx="1584">
                  <c:v>44538</c:v>
                </c:pt>
                <c:pt idx="1585">
                  <c:v>44539</c:v>
                </c:pt>
                <c:pt idx="1586">
                  <c:v>44540</c:v>
                </c:pt>
                <c:pt idx="1587">
                  <c:v>44544</c:v>
                </c:pt>
                <c:pt idx="1588">
                  <c:v>44546</c:v>
                </c:pt>
                <c:pt idx="1589">
                  <c:v>44547</c:v>
                </c:pt>
                <c:pt idx="1590">
                  <c:v>44550</c:v>
                </c:pt>
                <c:pt idx="1591">
                  <c:v>44551</c:v>
                </c:pt>
                <c:pt idx="1592">
                  <c:v>44552</c:v>
                </c:pt>
                <c:pt idx="1593">
                  <c:v>44553</c:v>
                </c:pt>
                <c:pt idx="1594">
                  <c:v>44564</c:v>
                </c:pt>
                <c:pt idx="1595">
                  <c:v>44565</c:v>
                </c:pt>
                <c:pt idx="1596">
                  <c:v>44566</c:v>
                </c:pt>
                <c:pt idx="1597">
                  <c:v>44567</c:v>
                </c:pt>
                <c:pt idx="1598">
                  <c:v>44568</c:v>
                </c:pt>
                <c:pt idx="1599">
                  <c:v>44571</c:v>
                </c:pt>
                <c:pt idx="1600">
                  <c:v>44572</c:v>
                </c:pt>
                <c:pt idx="1601">
                  <c:v>44573</c:v>
                </c:pt>
                <c:pt idx="1602">
                  <c:v>44574</c:v>
                </c:pt>
                <c:pt idx="1603">
                  <c:v>44575</c:v>
                </c:pt>
                <c:pt idx="1604">
                  <c:v>44579</c:v>
                </c:pt>
                <c:pt idx="1605">
                  <c:v>44580</c:v>
                </c:pt>
                <c:pt idx="1606">
                  <c:v>44581</c:v>
                </c:pt>
                <c:pt idx="1607">
                  <c:v>44582</c:v>
                </c:pt>
                <c:pt idx="1608">
                  <c:v>44585</c:v>
                </c:pt>
                <c:pt idx="1609">
                  <c:v>44586</c:v>
                </c:pt>
                <c:pt idx="1610">
                  <c:v>44588</c:v>
                </c:pt>
                <c:pt idx="1611">
                  <c:v>44589</c:v>
                </c:pt>
                <c:pt idx="1612">
                  <c:v>44592</c:v>
                </c:pt>
                <c:pt idx="1613">
                  <c:v>44593</c:v>
                </c:pt>
                <c:pt idx="1614">
                  <c:v>44594</c:v>
                </c:pt>
                <c:pt idx="1615">
                  <c:v>44595</c:v>
                </c:pt>
                <c:pt idx="1616">
                  <c:v>44596</c:v>
                </c:pt>
                <c:pt idx="1617">
                  <c:v>44600</c:v>
                </c:pt>
                <c:pt idx="1618">
                  <c:v>44601</c:v>
                </c:pt>
                <c:pt idx="1619">
                  <c:v>44602</c:v>
                </c:pt>
                <c:pt idx="1620">
                  <c:v>44603</c:v>
                </c:pt>
                <c:pt idx="1621">
                  <c:v>44606</c:v>
                </c:pt>
                <c:pt idx="1622">
                  <c:v>44607</c:v>
                </c:pt>
                <c:pt idx="1623">
                  <c:v>44608</c:v>
                </c:pt>
                <c:pt idx="1624">
                  <c:v>44609</c:v>
                </c:pt>
                <c:pt idx="1625">
                  <c:v>44610</c:v>
                </c:pt>
                <c:pt idx="1626">
                  <c:v>44614</c:v>
                </c:pt>
                <c:pt idx="1627">
                  <c:v>44615</c:v>
                </c:pt>
                <c:pt idx="1628">
                  <c:v>44616</c:v>
                </c:pt>
                <c:pt idx="1629">
                  <c:v>44617</c:v>
                </c:pt>
                <c:pt idx="1630">
                  <c:v>44620</c:v>
                </c:pt>
                <c:pt idx="1631">
                  <c:v>44622</c:v>
                </c:pt>
                <c:pt idx="1632">
                  <c:v>44623</c:v>
                </c:pt>
                <c:pt idx="1633">
                  <c:v>44624</c:v>
                </c:pt>
                <c:pt idx="1634">
                  <c:v>44627</c:v>
                </c:pt>
                <c:pt idx="1635">
                  <c:v>44628</c:v>
                </c:pt>
                <c:pt idx="1636">
                  <c:v>44629</c:v>
                </c:pt>
                <c:pt idx="1637">
                  <c:v>44630</c:v>
                </c:pt>
                <c:pt idx="1638">
                  <c:v>44631</c:v>
                </c:pt>
                <c:pt idx="1639">
                  <c:v>44634</c:v>
                </c:pt>
                <c:pt idx="1640">
                  <c:v>44635</c:v>
                </c:pt>
                <c:pt idx="1641">
                  <c:v>44636</c:v>
                </c:pt>
                <c:pt idx="1642">
                  <c:v>44637</c:v>
                </c:pt>
                <c:pt idx="1643">
                  <c:v>44641</c:v>
                </c:pt>
                <c:pt idx="1644">
                  <c:v>44642</c:v>
                </c:pt>
                <c:pt idx="1645">
                  <c:v>44643</c:v>
                </c:pt>
                <c:pt idx="1646">
                  <c:v>44644</c:v>
                </c:pt>
                <c:pt idx="1647">
                  <c:v>44645</c:v>
                </c:pt>
                <c:pt idx="1648">
                  <c:v>44648</c:v>
                </c:pt>
                <c:pt idx="1649">
                  <c:v>44649</c:v>
                </c:pt>
                <c:pt idx="1650">
                  <c:v>44650</c:v>
                </c:pt>
                <c:pt idx="1651">
                  <c:v>44651</c:v>
                </c:pt>
                <c:pt idx="1652">
                  <c:v>44652</c:v>
                </c:pt>
                <c:pt idx="1653">
                  <c:v>44656</c:v>
                </c:pt>
                <c:pt idx="1654">
                  <c:v>44657</c:v>
                </c:pt>
                <c:pt idx="1655">
                  <c:v>44658</c:v>
                </c:pt>
                <c:pt idx="1656">
                  <c:v>44659</c:v>
                </c:pt>
                <c:pt idx="1657">
                  <c:v>44662</c:v>
                </c:pt>
                <c:pt idx="1658">
                  <c:v>44663</c:v>
                </c:pt>
                <c:pt idx="1659">
                  <c:v>44664</c:v>
                </c:pt>
                <c:pt idx="1660">
                  <c:v>44669</c:v>
                </c:pt>
                <c:pt idx="1661">
                  <c:v>44670</c:v>
                </c:pt>
                <c:pt idx="1662">
                  <c:v>44671</c:v>
                </c:pt>
                <c:pt idx="1663">
                  <c:v>44672</c:v>
                </c:pt>
                <c:pt idx="1664">
                  <c:v>44673</c:v>
                </c:pt>
                <c:pt idx="1665">
                  <c:v>44676</c:v>
                </c:pt>
                <c:pt idx="1666">
                  <c:v>44677</c:v>
                </c:pt>
                <c:pt idx="1667">
                  <c:v>44678</c:v>
                </c:pt>
                <c:pt idx="1668">
                  <c:v>44679</c:v>
                </c:pt>
                <c:pt idx="1669">
                  <c:v>44680</c:v>
                </c:pt>
                <c:pt idx="1670">
                  <c:v>44683</c:v>
                </c:pt>
                <c:pt idx="1671">
                  <c:v>44685</c:v>
                </c:pt>
                <c:pt idx="1672">
                  <c:v>44686</c:v>
                </c:pt>
                <c:pt idx="1673">
                  <c:v>44687</c:v>
                </c:pt>
                <c:pt idx="1674">
                  <c:v>44690</c:v>
                </c:pt>
                <c:pt idx="1675">
                  <c:v>44691</c:v>
                </c:pt>
                <c:pt idx="1676">
                  <c:v>44692</c:v>
                </c:pt>
                <c:pt idx="1677">
                  <c:v>44693</c:v>
                </c:pt>
                <c:pt idx="1678">
                  <c:v>44694</c:v>
                </c:pt>
                <c:pt idx="1679">
                  <c:v>44698</c:v>
                </c:pt>
                <c:pt idx="1680">
                  <c:v>44699</c:v>
                </c:pt>
                <c:pt idx="1681">
                  <c:v>44700</c:v>
                </c:pt>
                <c:pt idx="1682">
                  <c:v>44701</c:v>
                </c:pt>
                <c:pt idx="1683">
                  <c:v>44704</c:v>
                </c:pt>
                <c:pt idx="1684">
                  <c:v>44705</c:v>
                </c:pt>
                <c:pt idx="1685">
                  <c:v>44706</c:v>
                </c:pt>
                <c:pt idx="1686">
                  <c:v>44707</c:v>
                </c:pt>
                <c:pt idx="1687">
                  <c:v>44708</c:v>
                </c:pt>
                <c:pt idx="1688">
                  <c:v>44712</c:v>
                </c:pt>
                <c:pt idx="1689">
                  <c:v>44713</c:v>
                </c:pt>
                <c:pt idx="1690">
                  <c:v>44714</c:v>
                </c:pt>
                <c:pt idx="1691">
                  <c:v>44715</c:v>
                </c:pt>
                <c:pt idx="1692">
                  <c:v>44718</c:v>
                </c:pt>
                <c:pt idx="1693">
                  <c:v>44719</c:v>
                </c:pt>
                <c:pt idx="1694">
                  <c:v>44720</c:v>
                </c:pt>
                <c:pt idx="1695">
                  <c:v>44721</c:v>
                </c:pt>
                <c:pt idx="1696">
                  <c:v>44722</c:v>
                </c:pt>
                <c:pt idx="1697">
                  <c:v>44725</c:v>
                </c:pt>
                <c:pt idx="1698">
                  <c:v>44726</c:v>
                </c:pt>
                <c:pt idx="1699">
                  <c:v>44727</c:v>
                </c:pt>
                <c:pt idx="1700">
                  <c:v>44728</c:v>
                </c:pt>
                <c:pt idx="1701">
                  <c:v>44729</c:v>
                </c:pt>
                <c:pt idx="1702">
                  <c:v>44733</c:v>
                </c:pt>
                <c:pt idx="1703">
                  <c:v>44734</c:v>
                </c:pt>
                <c:pt idx="1704">
                  <c:v>44735</c:v>
                </c:pt>
                <c:pt idx="1705">
                  <c:v>44736</c:v>
                </c:pt>
                <c:pt idx="1706">
                  <c:v>44739</c:v>
                </c:pt>
                <c:pt idx="1707">
                  <c:v>44740</c:v>
                </c:pt>
                <c:pt idx="1708">
                  <c:v>44741</c:v>
                </c:pt>
                <c:pt idx="1709">
                  <c:v>44742</c:v>
                </c:pt>
                <c:pt idx="1710">
                  <c:v>44743</c:v>
                </c:pt>
                <c:pt idx="1711">
                  <c:v>44747</c:v>
                </c:pt>
                <c:pt idx="1712">
                  <c:v>44748</c:v>
                </c:pt>
                <c:pt idx="1713">
                  <c:v>44749</c:v>
                </c:pt>
                <c:pt idx="1714">
                  <c:v>44750</c:v>
                </c:pt>
                <c:pt idx="1715">
                  <c:v>44753</c:v>
                </c:pt>
                <c:pt idx="1716">
                  <c:v>44754</c:v>
                </c:pt>
                <c:pt idx="1717">
                  <c:v>44755</c:v>
                </c:pt>
                <c:pt idx="1718">
                  <c:v>44756</c:v>
                </c:pt>
                <c:pt idx="1719">
                  <c:v>44760</c:v>
                </c:pt>
                <c:pt idx="1720">
                  <c:v>44761</c:v>
                </c:pt>
                <c:pt idx="1721">
                  <c:v>44762</c:v>
                </c:pt>
                <c:pt idx="1722">
                  <c:v>44763</c:v>
                </c:pt>
                <c:pt idx="1723">
                  <c:v>44764</c:v>
                </c:pt>
                <c:pt idx="1724">
                  <c:v>44767</c:v>
                </c:pt>
                <c:pt idx="1725">
                  <c:v>44768</c:v>
                </c:pt>
                <c:pt idx="1726">
                  <c:v>44769</c:v>
                </c:pt>
                <c:pt idx="1727">
                  <c:v>44770</c:v>
                </c:pt>
                <c:pt idx="1728">
                  <c:v>44771</c:v>
                </c:pt>
                <c:pt idx="1729">
                  <c:v>44774</c:v>
                </c:pt>
                <c:pt idx="1730">
                  <c:v>44775</c:v>
                </c:pt>
                <c:pt idx="1731">
                  <c:v>44776</c:v>
                </c:pt>
                <c:pt idx="1732">
                  <c:v>44777</c:v>
                </c:pt>
                <c:pt idx="1733">
                  <c:v>44778</c:v>
                </c:pt>
                <c:pt idx="1734">
                  <c:v>44781</c:v>
                </c:pt>
                <c:pt idx="1735">
                  <c:v>44783</c:v>
                </c:pt>
                <c:pt idx="1736">
                  <c:v>44784</c:v>
                </c:pt>
                <c:pt idx="1737">
                  <c:v>44785</c:v>
                </c:pt>
                <c:pt idx="1738">
                  <c:v>44790</c:v>
                </c:pt>
                <c:pt idx="1739">
                  <c:v>44791</c:v>
                </c:pt>
                <c:pt idx="1740">
                  <c:v>44792</c:v>
                </c:pt>
                <c:pt idx="1741">
                  <c:v>44795</c:v>
                </c:pt>
                <c:pt idx="1742">
                  <c:v>44796</c:v>
                </c:pt>
                <c:pt idx="1743">
                  <c:v>44797</c:v>
                </c:pt>
                <c:pt idx="1744">
                  <c:v>44798</c:v>
                </c:pt>
                <c:pt idx="1745">
                  <c:v>44799</c:v>
                </c:pt>
                <c:pt idx="1746">
                  <c:v>44802</c:v>
                </c:pt>
                <c:pt idx="1747">
                  <c:v>44803</c:v>
                </c:pt>
                <c:pt idx="1748">
                  <c:v>44805</c:v>
                </c:pt>
                <c:pt idx="1749">
                  <c:v>44806</c:v>
                </c:pt>
                <c:pt idx="1750">
                  <c:v>44810</c:v>
                </c:pt>
                <c:pt idx="1751">
                  <c:v>44811</c:v>
                </c:pt>
                <c:pt idx="1752">
                  <c:v>44812</c:v>
                </c:pt>
                <c:pt idx="1753">
                  <c:v>44813</c:v>
                </c:pt>
                <c:pt idx="1754">
                  <c:v>44816</c:v>
                </c:pt>
                <c:pt idx="1755">
                  <c:v>44817</c:v>
                </c:pt>
                <c:pt idx="1756">
                  <c:v>44818</c:v>
                </c:pt>
                <c:pt idx="1757">
                  <c:v>44819</c:v>
                </c:pt>
                <c:pt idx="1758">
                  <c:v>44820</c:v>
                </c:pt>
                <c:pt idx="1759">
                  <c:v>44823</c:v>
                </c:pt>
                <c:pt idx="1760">
                  <c:v>44824</c:v>
                </c:pt>
                <c:pt idx="1761">
                  <c:v>44825</c:v>
                </c:pt>
                <c:pt idx="1762">
                  <c:v>44826</c:v>
                </c:pt>
                <c:pt idx="1763">
                  <c:v>44827</c:v>
                </c:pt>
                <c:pt idx="1764">
                  <c:v>44830</c:v>
                </c:pt>
                <c:pt idx="1765">
                  <c:v>44831</c:v>
                </c:pt>
                <c:pt idx="1766">
                  <c:v>44832</c:v>
                </c:pt>
                <c:pt idx="1767">
                  <c:v>44833</c:v>
                </c:pt>
                <c:pt idx="1768">
                  <c:v>44834</c:v>
                </c:pt>
                <c:pt idx="1769">
                  <c:v>44837</c:v>
                </c:pt>
                <c:pt idx="1770">
                  <c:v>44838</c:v>
                </c:pt>
                <c:pt idx="1771">
                  <c:v>44840</c:v>
                </c:pt>
                <c:pt idx="1772">
                  <c:v>44841</c:v>
                </c:pt>
                <c:pt idx="1773">
                  <c:v>44845</c:v>
                </c:pt>
                <c:pt idx="1774">
                  <c:v>44846</c:v>
                </c:pt>
                <c:pt idx="1775">
                  <c:v>44847</c:v>
                </c:pt>
                <c:pt idx="1776">
                  <c:v>44848</c:v>
                </c:pt>
                <c:pt idx="1777">
                  <c:v>44851</c:v>
                </c:pt>
                <c:pt idx="1778">
                  <c:v>44852</c:v>
                </c:pt>
                <c:pt idx="1779">
                  <c:v>44853</c:v>
                </c:pt>
                <c:pt idx="1780">
                  <c:v>44854</c:v>
                </c:pt>
                <c:pt idx="1781">
                  <c:v>44855</c:v>
                </c:pt>
                <c:pt idx="1782">
                  <c:v>44859</c:v>
                </c:pt>
                <c:pt idx="1783">
                  <c:v>44861</c:v>
                </c:pt>
                <c:pt idx="1784">
                  <c:v>44862</c:v>
                </c:pt>
                <c:pt idx="1785">
                  <c:v>44865</c:v>
                </c:pt>
                <c:pt idx="1786">
                  <c:v>44866</c:v>
                </c:pt>
                <c:pt idx="1787">
                  <c:v>44867</c:v>
                </c:pt>
                <c:pt idx="1788">
                  <c:v>44868</c:v>
                </c:pt>
                <c:pt idx="1789">
                  <c:v>44869</c:v>
                </c:pt>
                <c:pt idx="1790">
                  <c:v>44872</c:v>
                </c:pt>
                <c:pt idx="1791">
                  <c:v>44874</c:v>
                </c:pt>
                <c:pt idx="1792">
                  <c:v>44875</c:v>
                </c:pt>
                <c:pt idx="1793">
                  <c:v>44876</c:v>
                </c:pt>
                <c:pt idx="1794">
                  <c:v>44879</c:v>
                </c:pt>
                <c:pt idx="1795">
                  <c:v>44880</c:v>
                </c:pt>
                <c:pt idx="1796">
                  <c:v>44881</c:v>
                </c:pt>
                <c:pt idx="1797">
                  <c:v>44882</c:v>
                </c:pt>
                <c:pt idx="1798">
                  <c:v>44883</c:v>
                </c:pt>
                <c:pt idx="1799">
                  <c:v>44886</c:v>
                </c:pt>
                <c:pt idx="1800">
                  <c:v>44887</c:v>
                </c:pt>
                <c:pt idx="1801">
                  <c:v>44888</c:v>
                </c:pt>
                <c:pt idx="1802">
                  <c:v>44893</c:v>
                </c:pt>
                <c:pt idx="1803">
                  <c:v>44894</c:v>
                </c:pt>
                <c:pt idx="1804">
                  <c:v>44895</c:v>
                </c:pt>
                <c:pt idx="1805">
                  <c:v>44896</c:v>
                </c:pt>
                <c:pt idx="1806">
                  <c:v>44897</c:v>
                </c:pt>
                <c:pt idx="1807">
                  <c:v>44900</c:v>
                </c:pt>
                <c:pt idx="1808">
                  <c:v>44901</c:v>
                </c:pt>
                <c:pt idx="1809">
                  <c:v>44902</c:v>
                </c:pt>
                <c:pt idx="1810">
                  <c:v>44903</c:v>
                </c:pt>
                <c:pt idx="1811">
                  <c:v>44904</c:v>
                </c:pt>
                <c:pt idx="1812">
                  <c:v>44907</c:v>
                </c:pt>
                <c:pt idx="1813">
                  <c:v>44908</c:v>
                </c:pt>
                <c:pt idx="1814">
                  <c:v>44909</c:v>
                </c:pt>
                <c:pt idx="1815">
                  <c:v>44910</c:v>
                </c:pt>
                <c:pt idx="1816">
                  <c:v>44911</c:v>
                </c:pt>
                <c:pt idx="1817">
                  <c:v>44914</c:v>
                </c:pt>
                <c:pt idx="1818">
                  <c:v>44915</c:v>
                </c:pt>
                <c:pt idx="1819">
                  <c:v>44916</c:v>
                </c:pt>
                <c:pt idx="1820">
                  <c:v>44917</c:v>
                </c:pt>
                <c:pt idx="1821">
                  <c:v>44918</c:v>
                </c:pt>
                <c:pt idx="1822">
                  <c:v>44929</c:v>
                </c:pt>
                <c:pt idx="1823">
                  <c:v>44930</c:v>
                </c:pt>
                <c:pt idx="1824">
                  <c:v>44931</c:v>
                </c:pt>
                <c:pt idx="1825">
                  <c:v>44932</c:v>
                </c:pt>
                <c:pt idx="1826">
                  <c:v>44935</c:v>
                </c:pt>
                <c:pt idx="1827">
                  <c:v>44936</c:v>
                </c:pt>
                <c:pt idx="1828">
                  <c:v>44937</c:v>
                </c:pt>
                <c:pt idx="1829">
                  <c:v>44938</c:v>
                </c:pt>
                <c:pt idx="1830">
                  <c:v>44939</c:v>
                </c:pt>
                <c:pt idx="1831">
                  <c:v>44943</c:v>
                </c:pt>
                <c:pt idx="1832">
                  <c:v>44944</c:v>
                </c:pt>
                <c:pt idx="1833">
                  <c:v>44945</c:v>
                </c:pt>
                <c:pt idx="1834">
                  <c:v>44946</c:v>
                </c:pt>
                <c:pt idx="1835">
                  <c:v>44949</c:v>
                </c:pt>
                <c:pt idx="1836">
                  <c:v>44950</c:v>
                </c:pt>
                <c:pt idx="1837">
                  <c:v>44951</c:v>
                </c:pt>
                <c:pt idx="1838">
                  <c:v>44953</c:v>
                </c:pt>
                <c:pt idx="1839">
                  <c:v>44956</c:v>
                </c:pt>
                <c:pt idx="1840">
                  <c:v>44957</c:v>
                </c:pt>
                <c:pt idx="1841">
                  <c:v>44958</c:v>
                </c:pt>
                <c:pt idx="1842">
                  <c:v>44959</c:v>
                </c:pt>
                <c:pt idx="1843">
                  <c:v>44960</c:v>
                </c:pt>
                <c:pt idx="1844">
                  <c:v>44963</c:v>
                </c:pt>
                <c:pt idx="1845">
                  <c:v>44964</c:v>
                </c:pt>
                <c:pt idx="1846">
                  <c:v>44965</c:v>
                </c:pt>
                <c:pt idx="1847">
                  <c:v>44966</c:v>
                </c:pt>
                <c:pt idx="1848">
                  <c:v>44967</c:v>
                </c:pt>
                <c:pt idx="1849">
                  <c:v>44970</c:v>
                </c:pt>
                <c:pt idx="1850">
                  <c:v>44971</c:v>
                </c:pt>
                <c:pt idx="1851">
                  <c:v>44972</c:v>
                </c:pt>
                <c:pt idx="1852">
                  <c:v>44973</c:v>
                </c:pt>
                <c:pt idx="1853">
                  <c:v>44974</c:v>
                </c:pt>
                <c:pt idx="1854">
                  <c:v>44978</c:v>
                </c:pt>
                <c:pt idx="1855">
                  <c:v>44979</c:v>
                </c:pt>
                <c:pt idx="1856">
                  <c:v>44980</c:v>
                </c:pt>
                <c:pt idx="1857">
                  <c:v>44981</c:v>
                </c:pt>
                <c:pt idx="1858">
                  <c:v>44984</c:v>
                </c:pt>
                <c:pt idx="1859">
                  <c:v>44985</c:v>
                </c:pt>
                <c:pt idx="1860">
                  <c:v>44986</c:v>
                </c:pt>
                <c:pt idx="1861">
                  <c:v>44987</c:v>
                </c:pt>
                <c:pt idx="1862">
                  <c:v>44988</c:v>
                </c:pt>
                <c:pt idx="1863">
                  <c:v>44991</c:v>
                </c:pt>
                <c:pt idx="1864">
                  <c:v>44993</c:v>
                </c:pt>
                <c:pt idx="1865">
                  <c:v>44994</c:v>
                </c:pt>
                <c:pt idx="1866">
                  <c:v>44995</c:v>
                </c:pt>
                <c:pt idx="1867">
                  <c:v>44998</c:v>
                </c:pt>
                <c:pt idx="1868">
                  <c:v>44999</c:v>
                </c:pt>
                <c:pt idx="1869">
                  <c:v>45000</c:v>
                </c:pt>
                <c:pt idx="1870">
                  <c:v>45001</c:v>
                </c:pt>
                <c:pt idx="1871">
                  <c:v>45002</c:v>
                </c:pt>
                <c:pt idx="1872">
                  <c:v>45005</c:v>
                </c:pt>
                <c:pt idx="1873">
                  <c:v>45006</c:v>
                </c:pt>
                <c:pt idx="1874">
                  <c:v>45008</c:v>
                </c:pt>
                <c:pt idx="1875">
                  <c:v>45009</c:v>
                </c:pt>
                <c:pt idx="1876">
                  <c:v>45012</c:v>
                </c:pt>
                <c:pt idx="1877">
                  <c:v>45013</c:v>
                </c:pt>
                <c:pt idx="1878">
                  <c:v>45014</c:v>
                </c:pt>
                <c:pt idx="1879">
                  <c:v>45016</c:v>
                </c:pt>
                <c:pt idx="1880">
                  <c:v>45019</c:v>
                </c:pt>
                <c:pt idx="1881">
                  <c:v>45021</c:v>
                </c:pt>
                <c:pt idx="1882">
                  <c:v>45022</c:v>
                </c:pt>
                <c:pt idx="1883">
                  <c:v>45026</c:v>
                </c:pt>
                <c:pt idx="1884">
                  <c:v>45027</c:v>
                </c:pt>
                <c:pt idx="1885">
                  <c:v>45028</c:v>
                </c:pt>
                <c:pt idx="1886">
                  <c:v>45029</c:v>
                </c:pt>
                <c:pt idx="1887">
                  <c:v>45033</c:v>
                </c:pt>
                <c:pt idx="1888">
                  <c:v>45034</c:v>
                </c:pt>
                <c:pt idx="1889">
                  <c:v>45035</c:v>
                </c:pt>
                <c:pt idx="1890">
                  <c:v>45036</c:v>
                </c:pt>
                <c:pt idx="1891">
                  <c:v>45037</c:v>
                </c:pt>
                <c:pt idx="1892">
                  <c:v>45040</c:v>
                </c:pt>
                <c:pt idx="1893">
                  <c:v>45041</c:v>
                </c:pt>
                <c:pt idx="1894">
                  <c:v>45042</c:v>
                </c:pt>
                <c:pt idx="1895">
                  <c:v>45043</c:v>
                </c:pt>
                <c:pt idx="1896">
                  <c:v>45044</c:v>
                </c:pt>
                <c:pt idx="1897">
                  <c:v>45048</c:v>
                </c:pt>
                <c:pt idx="1898">
                  <c:v>45049</c:v>
                </c:pt>
                <c:pt idx="1899">
                  <c:v>45050</c:v>
                </c:pt>
                <c:pt idx="1900">
                  <c:v>45054</c:v>
                </c:pt>
                <c:pt idx="1901">
                  <c:v>45055</c:v>
                </c:pt>
                <c:pt idx="1902">
                  <c:v>45056</c:v>
                </c:pt>
                <c:pt idx="1903">
                  <c:v>45057</c:v>
                </c:pt>
                <c:pt idx="1904">
                  <c:v>45058</c:v>
                </c:pt>
                <c:pt idx="1905">
                  <c:v>45061</c:v>
                </c:pt>
                <c:pt idx="1906">
                  <c:v>45062</c:v>
                </c:pt>
                <c:pt idx="1907">
                  <c:v>45063</c:v>
                </c:pt>
                <c:pt idx="1908">
                  <c:v>45064</c:v>
                </c:pt>
                <c:pt idx="1909">
                  <c:v>45065</c:v>
                </c:pt>
                <c:pt idx="1910">
                  <c:v>45068</c:v>
                </c:pt>
                <c:pt idx="1911">
                  <c:v>45069</c:v>
                </c:pt>
                <c:pt idx="1912">
                  <c:v>45070</c:v>
                </c:pt>
                <c:pt idx="1913">
                  <c:v>45071</c:v>
                </c:pt>
                <c:pt idx="1914">
                  <c:v>45072</c:v>
                </c:pt>
                <c:pt idx="1915">
                  <c:v>45076</c:v>
                </c:pt>
                <c:pt idx="1916">
                  <c:v>45077</c:v>
                </c:pt>
                <c:pt idx="1917">
                  <c:v>45078</c:v>
                </c:pt>
                <c:pt idx="1918">
                  <c:v>45079</c:v>
                </c:pt>
                <c:pt idx="1919">
                  <c:v>45082</c:v>
                </c:pt>
                <c:pt idx="1920">
                  <c:v>45083</c:v>
                </c:pt>
                <c:pt idx="1921">
                  <c:v>45084</c:v>
                </c:pt>
                <c:pt idx="1922">
                  <c:v>45085</c:v>
                </c:pt>
                <c:pt idx="1923">
                  <c:v>45089</c:v>
                </c:pt>
                <c:pt idx="1924">
                  <c:v>45090</c:v>
                </c:pt>
                <c:pt idx="1925">
                  <c:v>45091</c:v>
                </c:pt>
                <c:pt idx="1926">
                  <c:v>45092</c:v>
                </c:pt>
                <c:pt idx="1927">
                  <c:v>45093</c:v>
                </c:pt>
                <c:pt idx="1928">
                  <c:v>45097</c:v>
                </c:pt>
                <c:pt idx="1929">
                  <c:v>45098</c:v>
                </c:pt>
                <c:pt idx="1930">
                  <c:v>45099</c:v>
                </c:pt>
                <c:pt idx="1931">
                  <c:v>45100</c:v>
                </c:pt>
                <c:pt idx="1932">
                  <c:v>45103</c:v>
                </c:pt>
                <c:pt idx="1933">
                  <c:v>45104</c:v>
                </c:pt>
                <c:pt idx="1934">
                  <c:v>45107</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45152</c:v>
                </c:pt>
                <c:pt idx="1964">
                  <c:v>45155</c:v>
                </c:pt>
                <c:pt idx="1965">
                  <c:v>45156</c:v>
                </c:pt>
                <c:pt idx="1966">
                  <c:v>45159</c:v>
                </c:pt>
                <c:pt idx="1967">
                  <c:v>45160</c:v>
                </c:pt>
                <c:pt idx="1968">
                  <c:v>45161</c:v>
                </c:pt>
                <c:pt idx="1969">
                  <c:v>45162</c:v>
                </c:pt>
                <c:pt idx="1970">
                  <c:v>45163</c:v>
                </c:pt>
                <c:pt idx="1971">
                  <c:v>45166</c:v>
                </c:pt>
                <c:pt idx="1972">
                  <c:v>45167</c:v>
                </c:pt>
                <c:pt idx="1973">
                  <c:v>45168</c:v>
                </c:pt>
                <c:pt idx="1974">
                  <c:v>45169</c:v>
                </c:pt>
                <c:pt idx="1975">
                  <c:v>45170</c:v>
                </c:pt>
                <c:pt idx="1976">
                  <c:v>45174</c:v>
                </c:pt>
                <c:pt idx="1977">
                  <c:v>45175</c:v>
                </c:pt>
                <c:pt idx="1978">
                  <c:v>45176</c:v>
                </c:pt>
                <c:pt idx="1979">
                  <c:v>45177</c:v>
                </c:pt>
                <c:pt idx="1980">
                  <c:v>45180</c:v>
                </c:pt>
                <c:pt idx="1981">
                  <c:v>45181</c:v>
                </c:pt>
                <c:pt idx="1982">
                  <c:v>45182</c:v>
                </c:pt>
                <c:pt idx="1983">
                  <c:v>45183</c:v>
                </c:pt>
                <c:pt idx="1984">
                  <c:v>45184</c:v>
                </c:pt>
                <c:pt idx="1985">
                  <c:v>45187</c:v>
                </c:pt>
                <c:pt idx="1986">
                  <c:v>45189</c:v>
                </c:pt>
                <c:pt idx="1987">
                  <c:v>45190</c:v>
                </c:pt>
                <c:pt idx="1988">
                  <c:v>45191</c:v>
                </c:pt>
                <c:pt idx="1989">
                  <c:v>45194</c:v>
                </c:pt>
                <c:pt idx="1990">
                  <c:v>45195</c:v>
                </c:pt>
                <c:pt idx="1991">
                  <c:v>45196</c:v>
                </c:pt>
                <c:pt idx="1992">
                  <c:v>45202</c:v>
                </c:pt>
                <c:pt idx="1993">
                  <c:v>45203</c:v>
                </c:pt>
                <c:pt idx="1994">
                  <c:v>45204</c:v>
                </c:pt>
                <c:pt idx="1995">
                  <c:v>45205</c:v>
                </c:pt>
                <c:pt idx="1996">
                  <c:v>45209</c:v>
                </c:pt>
                <c:pt idx="1997">
                  <c:v>45210</c:v>
                </c:pt>
                <c:pt idx="1998">
                  <c:v>45211</c:v>
                </c:pt>
                <c:pt idx="1999">
                  <c:v>45212</c:v>
                </c:pt>
                <c:pt idx="2000">
                  <c:v>45215</c:v>
                </c:pt>
                <c:pt idx="2001">
                  <c:v>45216</c:v>
                </c:pt>
                <c:pt idx="2002">
                  <c:v>45217</c:v>
                </c:pt>
                <c:pt idx="2003">
                  <c:v>45218</c:v>
                </c:pt>
                <c:pt idx="2004">
                  <c:v>45219</c:v>
                </c:pt>
                <c:pt idx="2005">
                  <c:v>45222</c:v>
                </c:pt>
                <c:pt idx="2006">
                  <c:v>45224</c:v>
                </c:pt>
                <c:pt idx="2007">
                  <c:v>45225</c:v>
                </c:pt>
                <c:pt idx="2008">
                  <c:v>45226</c:v>
                </c:pt>
                <c:pt idx="2009">
                  <c:v>45229</c:v>
                </c:pt>
                <c:pt idx="2010">
                  <c:v>45230</c:v>
                </c:pt>
                <c:pt idx="2011">
                  <c:v>45231</c:v>
                </c:pt>
                <c:pt idx="2012">
                  <c:v>45232</c:v>
                </c:pt>
                <c:pt idx="2013">
                  <c:v>45233</c:v>
                </c:pt>
                <c:pt idx="2014">
                  <c:v>45236</c:v>
                </c:pt>
                <c:pt idx="2015">
                  <c:v>45237</c:v>
                </c:pt>
                <c:pt idx="2016">
                  <c:v>45238</c:v>
                </c:pt>
                <c:pt idx="2017">
                  <c:v>45239</c:v>
                </c:pt>
                <c:pt idx="2018">
                  <c:v>45240</c:v>
                </c:pt>
                <c:pt idx="2019">
                  <c:v>45243</c:v>
                </c:pt>
                <c:pt idx="2020">
                  <c:v>45245</c:v>
                </c:pt>
                <c:pt idx="2021">
                  <c:v>45246</c:v>
                </c:pt>
                <c:pt idx="2022">
                  <c:v>45247</c:v>
                </c:pt>
                <c:pt idx="2023">
                  <c:v>45250</c:v>
                </c:pt>
                <c:pt idx="2024">
                  <c:v>45251</c:v>
                </c:pt>
                <c:pt idx="2025">
                  <c:v>45252</c:v>
                </c:pt>
                <c:pt idx="2026">
                  <c:v>45258</c:v>
                </c:pt>
                <c:pt idx="2027">
                  <c:v>45259</c:v>
                </c:pt>
                <c:pt idx="2028">
                  <c:v>45260</c:v>
                </c:pt>
                <c:pt idx="2029">
                  <c:v>45261</c:v>
                </c:pt>
                <c:pt idx="2030">
                  <c:v>45264</c:v>
                </c:pt>
                <c:pt idx="2031">
                  <c:v>45265</c:v>
                </c:pt>
                <c:pt idx="2032">
                  <c:v>45266</c:v>
                </c:pt>
                <c:pt idx="2033">
                  <c:v>45267</c:v>
                </c:pt>
                <c:pt idx="2034">
                  <c:v>45268</c:v>
                </c:pt>
                <c:pt idx="2035">
                  <c:v>45271</c:v>
                </c:pt>
                <c:pt idx="2036">
                  <c:v>45272</c:v>
                </c:pt>
                <c:pt idx="2037">
                  <c:v>45273</c:v>
                </c:pt>
                <c:pt idx="2038">
                  <c:v>45274</c:v>
                </c:pt>
                <c:pt idx="2039">
                  <c:v>45275</c:v>
                </c:pt>
                <c:pt idx="2040">
                  <c:v>45278</c:v>
                </c:pt>
                <c:pt idx="2041">
                  <c:v>45279</c:v>
                </c:pt>
                <c:pt idx="2042">
                  <c:v>45280</c:v>
                </c:pt>
                <c:pt idx="2043">
                  <c:v>45281</c:v>
                </c:pt>
                <c:pt idx="2044">
                  <c:v>45293</c:v>
                </c:pt>
                <c:pt idx="2045">
                  <c:v>45294</c:v>
                </c:pt>
                <c:pt idx="2046">
                  <c:v>45295</c:v>
                </c:pt>
                <c:pt idx="2047">
                  <c:v>45296</c:v>
                </c:pt>
                <c:pt idx="2048">
                  <c:v>45299</c:v>
                </c:pt>
                <c:pt idx="2049">
                  <c:v>45300</c:v>
                </c:pt>
                <c:pt idx="2050">
                  <c:v>45301</c:v>
                </c:pt>
                <c:pt idx="2051">
                  <c:v>45302</c:v>
                </c:pt>
                <c:pt idx="2052">
                  <c:v>45303</c:v>
                </c:pt>
                <c:pt idx="2053">
                  <c:v>45307</c:v>
                </c:pt>
                <c:pt idx="2054">
                  <c:v>45308</c:v>
                </c:pt>
                <c:pt idx="2055">
                  <c:v>45309</c:v>
                </c:pt>
                <c:pt idx="2056">
                  <c:v>45310</c:v>
                </c:pt>
                <c:pt idx="2057">
                  <c:v>45314</c:v>
                </c:pt>
                <c:pt idx="2058">
                  <c:v>45315</c:v>
                </c:pt>
                <c:pt idx="2059">
                  <c:v>45316</c:v>
                </c:pt>
                <c:pt idx="2060">
                  <c:v>45320</c:v>
                </c:pt>
                <c:pt idx="2061">
                  <c:v>45321</c:v>
                </c:pt>
                <c:pt idx="2062">
                  <c:v>45322</c:v>
                </c:pt>
                <c:pt idx="2063">
                  <c:v>45323</c:v>
                </c:pt>
                <c:pt idx="2064">
                  <c:v>45324</c:v>
                </c:pt>
                <c:pt idx="2065">
                  <c:v>45327</c:v>
                </c:pt>
                <c:pt idx="2066">
                  <c:v>45328</c:v>
                </c:pt>
                <c:pt idx="2067">
                  <c:v>45329</c:v>
                </c:pt>
                <c:pt idx="2068">
                  <c:v>45330</c:v>
                </c:pt>
                <c:pt idx="2069">
                  <c:v>45331</c:v>
                </c:pt>
                <c:pt idx="2070">
                  <c:v>45334</c:v>
                </c:pt>
                <c:pt idx="2071">
                  <c:v>45335</c:v>
                </c:pt>
                <c:pt idx="2072">
                  <c:v>45336</c:v>
                </c:pt>
                <c:pt idx="2073">
                  <c:v>45337</c:v>
                </c:pt>
                <c:pt idx="2074">
                  <c:v>45338</c:v>
                </c:pt>
                <c:pt idx="2075">
                  <c:v>45342</c:v>
                </c:pt>
                <c:pt idx="2076">
                  <c:v>45343</c:v>
                </c:pt>
                <c:pt idx="2077">
                  <c:v>45344</c:v>
                </c:pt>
                <c:pt idx="2078">
                  <c:v>45345</c:v>
                </c:pt>
                <c:pt idx="2079">
                  <c:v>45348</c:v>
                </c:pt>
                <c:pt idx="2080">
                  <c:v>45349</c:v>
                </c:pt>
                <c:pt idx="2081">
                  <c:v>45350</c:v>
                </c:pt>
                <c:pt idx="2082">
                  <c:v>45351</c:v>
                </c:pt>
                <c:pt idx="2083">
                  <c:v>45352</c:v>
                </c:pt>
                <c:pt idx="2084">
                  <c:v>45355</c:v>
                </c:pt>
                <c:pt idx="2085">
                  <c:v>45356</c:v>
                </c:pt>
                <c:pt idx="2086">
                  <c:v>45357</c:v>
                </c:pt>
                <c:pt idx="2087">
                  <c:v>45358</c:v>
                </c:pt>
                <c:pt idx="2088">
                  <c:v>45362</c:v>
                </c:pt>
                <c:pt idx="2089">
                  <c:v>45363</c:v>
                </c:pt>
                <c:pt idx="2090">
                  <c:v>45364</c:v>
                </c:pt>
                <c:pt idx="2091">
                  <c:v>45365</c:v>
                </c:pt>
                <c:pt idx="2092">
                  <c:v>45366</c:v>
                </c:pt>
                <c:pt idx="2093">
                  <c:v>45369</c:v>
                </c:pt>
                <c:pt idx="2094">
                  <c:v>45370</c:v>
                </c:pt>
                <c:pt idx="2095">
                  <c:v>45371</c:v>
                </c:pt>
                <c:pt idx="2096">
                  <c:v>45372</c:v>
                </c:pt>
                <c:pt idx="2097">
                  <c:v>45373</c:v>
                </c:pt>
                <c:pt idx="2098">
                  <c:v>45377</c:v>
                </c:pt>
                <c:pt idx="2099">
                  <c:v>45378</c:v>
                </c:pt>
                <c:pt idx="2100">
                  <c:v>45379</c:v>
                </c:pt>
                <c:pt idx="2101">
                  <c:v>45383</c:v>
                </c:pt>
                <c:pt idx="2102">
                  <c:v>45384</c:v>
                </c:pt>
                <c:pt idx="2103">
                  <c:v>45385</c:v>
                </c:pt>
                <c:pt idx="2104">
                  <c:v>45386</c:v>
                </c:pt>
                <c:pt idx="2105">
                  <c:v>45387</c:v>
                </c:pt>
                <c:pt idx="2106">
                  <c:v>45390</c:v>
                </c:pt>
                <c:pt idx="2107">
                  <c:v>45392</c:v>
                </c:pt>
                <c:pt idx="2108">
                  <c:v>45394</c:v>
                </c:pt>
                <c:pt idx="2109">
                  <c:v>45397</c:v>
                </c:pt>
                <c:pt idx="2110">
                  <c:v>45398</c:v>
                </c:pt>
                <c:pt idx="2111">
                  <c:v>45400</c:v>
                </c:pt>
                <c:pt idx="2112">
                  <c:v>45401</c:v>
                </c:pt>
                <c:pt idx="2113">
                  <c:v>45404</c:v>
                </c:pt>
                <c:pt idx="2114">
                  <c:v>45405</c:v>
                </c:pt>
                <c:pt idx="2115">
                  <c:v>45406</c:v>
                </c:pt>
                <c:pt idx="2116">
                  <c:v>45407</c:v>
                </c:pt>
                <c:pt idx="2117">
                  <c:v>45408</c:v>
                </c:pt>
                <c:pt idx="2118">
                  <c:v>45411</c:v>
                </c:pt>
                <c:pt idx="2119">
                  <c:v>45412</c:v>
                </c:pt>
                <c:pt idx="2120">
                  <c:v>45414</c:v>
                </c:pt>
                <c:pt idx="2121">
                  <c:v>45415</c:v>
                </c:pt>
                <c:pt idx="2122">
                  <c:v>45418</c:v>
                </c:pt>
                <c:pt idx="2123">
                  <c:v>45419</c:v>
                </c:pt>
                <c:pt idx="2124">
                  <c:v>45420</c:v>
                </c:pt>
                <c:pt idx="2125">
                  <c:v>45421</c:v>
                </c:pt>
                <c:pt idx="2126">
                  <c:v>45422</c:v>
                </c:pt>
                <c:pt idx="2127">
                  <c:v>45425</c:v>
                </c:pt>
                <c:pt idx="2128">
                  <c:v>45426</c:v>
                </c:pt>
                <c:pt idx="2129">
                  <c:v>45427</c:v>
                </c:pt>
                <c:pt idx="2130">
                  <c:v>45428</c:v>
                </c:pt>
                <c:pt idx="2131">
                  <c:v>45429</c:v>
                </c:pt>
                <c:pt idx="2132">
                  <c:v>45433</c:v>
                </c:pt>
                <c:pt idx="2133">
                  <c:v>45434</c:v>
                </c:pt>
                <c:pt idx="2134">
                  <c:v>45436</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45457</c:v>
                </c:pt>
                <c:pt idx="2149">
                  <c:v>45461</c:v>
                </c:pt>
                <c:pt idx="2150">
                  <c:v>45463</c:v>
                </c:pt>
                <c:pt idx="2151">
                  <c:v>45464</c:v>
                </c:pt>
                <c:pt idx="2152">
                  <c:v>45467</c:v>
                </c:pt>
                <c:pt idx="2153">
                  <c:v>45468</c:v>
                </c:pt>
                <c:pt idx="2154">
                  <c:v>45469</c:v>
                </c:pt>
                <c:pt idx="2155">
                  <c:v>45470</c:v>
                </c:pt>
                <c:pt idx="2156">
                  <c:v>45471</c:v>
                </c:pt>
                <c:pt idx="2157">
                  <c:v>45474</c:v>
                </c:pt>
                <c:pt idx="2158">
                  <c:v>45475</c:v>
                </c:pt>
                <c:pt idx="2159">
                  <c:v>45481</c:v>
                </c:pt>
                <c:pt idx="2160">
                  <c:v>45482</c:v>
                </c:pt>
                <c:pt idx="2161">
                  <c:v>45483</c:v>
                </c:pt>
                <c:pt idx="2162">
                  <c:v>45485</c:v>
                </c:pt>
                <c:pt idx="2163">
                  <c:v>45488</c:v>
                </c:pt>
                <c:pt idx="2164">
                  <c:v>45489</c:v>
                </c:pt>
                <c:pt idx="2165">
                  <c:v>45491</c:v>
                </c:pt>
                <c:pt idx="2166">
                  <c:v>45492</c:v>
                </c:pt>
                <c:pt idx="2167">
                  <c:v>45495</c:v>
                </c:pt>
                <c:pt idx="2168">
                  <c:v>45496</c:v>
                </c:pt>
                <c:pt idx="2169">
                  <c:v>45497</c:v>
                </c:pt>
                <c:pt idx="2170">
                  <c:v>45498</c:v>
                </c:pt>
                <c:pt idx="2171">
                  <c:v>45499</c:v>
                </c:pt>
                <c:pt idx="2172">
                  <c:v>45502</c:v>
                </c:pt>
                <c:pt idx="2173">
                  <c:v>45503</c:v>
                </c:pt>
                <c:pt idx="2174">
                  <c:v>45504</c:v>
                </c:pt>
                <c:pt idx="2175">
                  <c:v>45505</c:v>
                </c:pt>
                <c:pt idx="2176">
                  <c:v>45506</c:v>
                </c:pt>
                <c:pt idx="2177">
                  <c:v>45509</c:v>
                </c:pt>
                <c:pt idx="2178">
                  <c:v>45510</c:v>
                </c:pt>
                <c:pt idx="2179">
                  <c:v>45511</c:v>
                </c:pt>
                <c:pt idx="2180">
                  <c:v>45512</c:v>
                </c:pt>
                <c:pt idx="2181">
                  <c:v>45513</c:v>
                </c:pt>
                <c:pt idx="2182">
                  <c:v>45516</c:v>
                </c:pt>
                <c:pt idx="2183">
                  <c:v>45517</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45538</c:v>
                </c:pt>
                <c:pt idx="2197">
                  <c:v>45539</c:v>
                </c:pt>
                <c:pt idx="2198">
                  <c:v>45540</c:v>
                </c:pt>
                <c:pt idx="2199">
                  <c:v>45541</c:v>
                </c:pt>
                <c:pt idx="2200">
                  <c:v>45544</c:v>
                </c:pt>
                <c:pt idx="2201">
                  <c:v>45545</c:v>
                </c:pt>
                <c:pt idx="2202">
                  <c:v>45546</c:v>
                </c:pt>
                <c:pt idx="2203">
                  <c:v>45547</c:v>
                </c:pt>
                <c:pt idx="2204">
                  <c:v>45548</c:v>
                </c:pt>
                <c:pt idx="2205">
                  <c:v>45552</c:v>
                </c:pt>
                <c:pt idx="2206">
                  <c:v>45554</c:v>
                </c:pt>
                <c:pt idx="2207">
                  <c:v>45555</c:v>
                </c:pt>
                <c:pt idx="2208">
                  <c:v>45558</c:v>
                </c:pt>
                <c:pt idx="2209">
                  <c:v>45559</c:v>
                </c:pt>
                <c:pt idx="2210">
                  <c:v>45560</c:v>
                </c:pt>
                <c:pt idx="2211">
                  <c:v>45561</c:v>
                </c:pt>
                <c:pt idx="2212">
                  <c:v>45562</c:v>
                </c:pt>
                <c:pt idx="2213">
                  <c:v>45565</c:v>
                </c:pt>
                <c:pt idx="2214">
                  <c:v>45566</c:v>
                </c:pt>
                <c:pt idx="2215">
                  <c:v>45568</c:v>
                </c:pt>
                <c:pt idx="2216">
                  <c:v>45569</c:v>
                </c:pt>
                <c:pt idx="2217">
                  <c:v>45572</c:v>
                </c:pt>
                <c:pt idx="2218">
                  <c:v>45573</c:v>
                </c:pt>
                <c:pt idx="2219">
                  <c:v>45574</c:v>
                </c:pt>
                <c:pt idx="2220">
                  <c:v>45575</c:v>
                </c:pt>
                <c:pt idx="2221">
                  <c:v>45576</c:v>
                </c:pt>
                <c:pt idx="2222">
                  <c:v>45580</c:v>
                </c:pt>
                <c:pt idx="2223">
                  <c:v>45581</c:v>
                </c:pt>
                <c:pt idx="2224">
                  <c:v>45582</c:v>
                </c:pt>
                <c:pt idx="2225">
                  <c:v>45583</c:v>
                </c:pt>
                <c:pt idx="2226">
                  <c:v>45586</c:v>
                </c:pt>
                <c:pt idx="2227">
                  <c:v>45587</c:v>
                </c:pt>
                <c:pt idx="2228">
                  <c:v>45588</c:v>
                </c:pt>
                <c:pt idx="2229">
                  <c:v>45589</c:v>
                </c:pt>
                <c:pt idx="2230">
                  <c:v>45590</c:v>
                </c:pt>
                <c:pt idx="2231">
                  <c:v>45593</c:v>
                </c:pt>
                <c:pt idx="2232">
                  <c:v>45594</c:v>
                </c:pt>
                <c:pt idx="2233">
                  <c:v>45595</c:v>
                </c:pt>
                <c:pt idx="2234">
                  <c:v>45600</c:v>
                </c:pt>
                <c:pt idx="2235">
                  <c:v>45601</c:v>
                </c:pt>
                <c:pt idx="2236">
                  <c:v>45602</c:v>
                </c:pt>
                <c:pt idx="2237">
                  <c:v>45603</c:v>
                </c:pt>
                <c:pt idx="2238">
                  <c:v>45604</c:v>
                </c:pt>
                <c:pt idx="2239">
                  <c:v>45607</c:v>
                </c:pt>
                <c:pt idx="2240">
                  <c:v>45608</c:v>
                </c:pt>
                <c:pt idx="2241">
                  <c:v>45609</c:v>
                </c:pt>
                <c:pt idx="2242">
                  <c:v>45610</c:v>
                </c:pt>
                <c:pt idx="2243">
                  <c:v>45614</c:v>
                </c:pt>
                <c:pt idx="2244">
                  <c:v>45615</c:v>
                </c:pt>
                <c:pt idx="2245">
                  <c:v>45617</c:v>
                </c:pt>
                <c:pt idx="2246">
                  <c:v>45618</c:v>
                </c:pt>
                <c:pt idx="2247">
                  <c:v>45621</c:v>
                </c:pt>
                <c:pt idx="2248">
                  <c:v>45622</c:v>
                </c:pt>
                <c:pt idx="2249">
                  <c:v>45623</c:v>
                </c:pt>
                <c:pt idx="2250">
                  <c:v>45628</c:v>
                </c:pt>
                <c:pt idx="2251">
                  <c:v>45630</c:v>
                </c:pt>
                <c:pt idx="2252">
                  <c:v>45631</c:v>
                </c:pt>
                <c:pt idx="2253">
                  <c:v>45632</c:v>
                </c:pt>
                <c:pt idx="2254">
                  <c:v>45635</c:v>
                </c:pt>
                <c:pt idx="2255">
                  <c:v>45636</c:v>
                </c:pt>
                <c:pt idx="2256">
                  <c:v>45637</c:v>
                </c:pt>
                <c:pt idx="2257">
                  <c:v>45638</c:v>
                </c:pt>
                <c:pt idx="2258">
                  <c:v>45639</c:v>
                </c:pt>
                <c:pt idx="2259">
                  <c:v>45642</c:v>
                </c:pt>
                <c:pt idx="2260">
                  <c:v>45643</c:v>
                </c:pt>
                <c:pt idx="2261">
                  <c:v>45644</c:v>
                </c:pt>
                <c:pt idx="2262">
                  <c:v>45645</c:v>
                </c:pt>
                <c:pt idx="2263">
                  <c:v>45646</c:v>
                </c:pt>
                <c:pt idx="2264">
                  <c:v>45649</c:v>
                </c:pt>
                <c:pt idx="2265">
                  <c:v>45659</c:v>
                </c:pt>
                <c:pt idx="2266">
                  <c:v>45660</c:v>
                </c:pt>
                <c:pt idx="2267">
                  <c:v>45663</c:v>
                </c:pt>
                <c:pt idx="2268">
                  <c:v>45664</c:v>
                </c:pt>
                <c:pt idx="2269">
                  <c:v>45665</c:v>
                </c:pt>
                <c:pt idx="2270">
                  <c:v>45667</c:v>
                </c:pt>
                <c:pt idx="2271">
                  <c:v>45670</c:v>
                </c:pt>
                <c:pt idx="2272">
                  <c:v>45671</c:v>
                </c:pt>
                <c:pt idx="2273">
                  <c:v>45672</c:v>
                </c:pt>
                <c:pt idx="2274">
                  <c:v>45673</c:v>
                </c:pt>
                <c:pt idx="2275">
                  <c:v>45674</c:v>
                </c:pt>
                <c:pt idx="2276">
                  <c:v>45678</c:v>
                </c:pt>
                <c:pt idx="2277">
                  <c:v>45679</c:v>
                </c:pt>
                <c:pt idx="2278">
                  <c:v>45680</c:v>
                </c:pt>
                <c:pt idx="2279">
                  <c:v>45681</c:v>
                </c:pt>
                <c:pt idx="2280">
                  <c:v>45684</c:v>
                </c:pt>
                <c:pt idx="2281">
                  <c:v>45685</c:v>
                </c:pt>
                <c:pt idx="2282">
                  <c:v>45686</c:v>
                </c:pt>
                <c:pt idx="2283">
                  <c:v>45687</c:v>
                </c:pt>
                <c:pt idx="2284">
                  <c:v>45688</c:v>
                </c:pt>
                <c:pt idx="2285">
                  <c:v>45691</c:v>
                </c:pt>
                <c:pt idx="2286">
                  <c:v>45692</c:v>
                </c:pt>
                <c:pt idx="2287">
                  <c:v>45693</c:v>
                </c:pt>
                <c:pt idx="2288">
                  <c:v>45694</c:v>
                </c:pt>
                <c:pt idx="2289">
                  <c:v>45695</c:v>
                </c:pt>
                <c:pt idx="2290">
                  <c:v>45698</c:v>
                </c:pt>
                <c:pt idx="2291">
                  <c:v>45699</c:v>
                </c:pt>
                <c:pt idx="2292">
                  <c:v>45700</c:v>
                </c:pt>
                <c:pt idx="2293">
                  <c:v>45701</c:v>
                </c:pt>
                <c:pt idx="2294">
                  <c:v>45702</c:v>
                </c:pt>
                <c:pt idx="2295">
                  <c:v>45706</c:v>
                </c:pt>
                <c:pt idx="2296">
                  <c:v>45708</c:v>
                </c:pt>
                <c:pt idx="2297">
                  <c:v>45709</c:v>
                </c:pt>
                <c:pt idx="2298">
                  <c:v>45712</c:v>
                </c:pt>
                <c:pt idx="2299">
                  <c:v>45713</c:v>
                </c:pt>
                <c:pt idx="2300">
                  <c:v>45715</c:v>
                </c:pt>
                <c:pt idx="2301">
                  <c:v>45716</c:v>
                </c:pt>
                <c:pt idx="2302">
                  <c:v>45719</c:v>
                </c:pt>
                <c:pt idx="2303">
                  <c:v>45720</c:v>
                </c:pt>
                <c:pt idx="2304">
                  <c:v>45721</c:v>
                </c:pt>
                <c:pt idx="2305">
                  <c:v>45722</c:v>
                </c:pt>
                <c:pt idx="2306">
                  <c:v>45723</c:v>
                </c:pt>
                <c:pt idx="2307">
                  <c:v>45726</c:v>
                </c:pt>
                <c:pt idx="2308">
                  <c:v>45727</c:v>
                </c:pt>
                <c:pt idx="2309">
                  <c:v>45728</c:v>
                </c:pt>
                <c:pt idx="2310">
                  <c:v>45729</c:v>
                </c:pt>
                <c:pt idx="2311">
                  <c:v>45733</c:v>
                </c:pt>
                <c:pt idx="2312">
                  <c:v>45734</c:v>
                </c:pt>
                <c:pt idx="2313">
                  <c:v>45735</c:v>
                </c:pt>
                <c:pt idx="2314">
                  <c:v>45736</c:v>
                </c:pt>
                <c:pt idx="2315">
                  <c:v>45737</c:v>
                </c:pt>
                <c:pt idx="2316">
                  <c:v>45740</c:v>
                </c:pt>
                <c:pt idx="2317">
                  <c:v>45741</c:v>
                </c:pt>
                <c:pt idx="2318">
                  <c:v>45742</c:v>
                </c:pt>
                <c:pt idx="2319">
                  <c:v>45743</c:v>
                </c:pt>
                <c:pt idx="2320">
                  <c:v>45744</c:v>
                </c:pt>
                <c:pt idx="2321">
                  <c:v>45749</c:v>
                </c:pt>
                <c:pt idx="2322">
                  <c:v>45750</c:v>
                </c:pt>
                <c:pt idx="2323">
                  <c:v>45751</c:v>
                </c:pt>
                <c:pt idx="2324">
                  <c:v>45754</c:v>
                </c:pt>
              </c:numCache>
            </c:numRef>
          </c:cat>
          <c:val>
            <c:numRef>
              <c:f>FX!$C$2:$C$2537</c:f>
            </c:numRef>
          </c:val>
          <c:smooth val="0"/>
          <c:extLst>
            <c:ext xmlns:c16="http://schemas.microsoft.com/office/drawing/2014/chart" uri="{C3380CC4-5D6E-409C-BE32-E72D297353CC}">
              <c16:uniqueId val="{00000001-F5F9-0347-A081-D06DA822ADCA}"/>
            </c:ext>
          </c:extLst>
        </c:ser>
        <c:ser>
          <c:idx val="2"/>
          <c:order val="2"/>
          <c:tx>
            <c:strRef>
              <c:f>FX!$D$1</c:f>
              <c:strCache>
                <c:ptCount val="1"/>
                <c:pt idx="0">
                  <c:v>USDINR</c:v>
                </c:pt>
              </c:strCache>
            </c:strRef>
          </c:tx>
          <c:spPr>
            <a:ln w="12700" cap="rnd">
              <a:solidFill>
                <a:schemeClr val="dk1">
                  <a:tint val="75000"/>
                </a:schemeClr>
              </a:solidFill>
              <a:round/>
            </a:ln>
            <a:effectLst>
              <a:outerShdw blurRad="50800" dist="38100" dir="2700000" algn="tl" rotWithShape="0">
                <a:prstClr val="black">
                  <a:alpha val="40000"/>
                </a:prstClr>
              </a:outerShdw>
            </a:effectLst>
          </c:spPr>
          <c:marker>
            <c:symbol val="none"/>
          </c:marker>
          <c:cat>
            <c:numRef>
              <c:f>FX!$A$2:$A$2537</c:f>
              <c:numCache>
                <c:formatCode>[$-409]d\-mmm\-yyyy;@</c:formatCode>
                <c:ptCount val="2325"/>
                <c:pt idx="0">
                  <c:v>42009</c:v>
                </c:pt>
                <c:pt idx="1">
                  <c:v>42010</c:v>
                </c:pt>
                <c:pt idx="2">
                  <c:v>42011</c:v>
                </c:pt>
                <c:pt idx="3">
                  <c:v>42012</c:v>
                </c:pt>
                <c:pt idx="4">
                  <c:v>42013</c:v>
                </c:pt>
                <c:pt idx="5">
                  <c:v>42016</c:v>
                </c:pt>
                <c:pt idx="6">
                  <c:v>42017</c:v>
                </c:pt>
                <c:pt idx="7">
                  <c:v>42018</c:v>
                </c:pt>
                <c:pt idx="8">
                  <c:v>42019</c:v>
                </c:pt>
                <c:pt idx="9">
                  <c:v>42020</c:v>
                </c:pt>
                <c:pt idx="10">
                  <c:v>42024</c:v>
                </c:pt>
                <c:pt idx="11">
                  <c:v>42025</c:v>
                </c:pt>
                <c:pt idx="12">
                  <c:v>42026</c:v>
                </c:pt>
                <c:pt idx="13">
                  <c:v>42027</c:v>
                </c:pt>
                <c:pt idx="14">
                  <c:v>42031</c:v>
                </c:pt>
                <c:pt idx="15">
                  <c:v>42032</c:v>
                </c:pt>
                <c:pt idx="16">
                  <c:v>42033</c:v>
                </c:pt>
                <c:pt idx="17">
                  <c:v>42034</c:v>
                </c:pt>
                <c:pt idx="18">
                  <c:v>42037</c:v>
                </c:pt>
                <c:pt idx="19">
                  <c:v>42038</c:v>
                </c:pt>
                <c:pt idx="20">
                  <c:v>42039</c:v>
                </c:pt>
                <c:pt idx="21">
                  <c:v>42040</c:v>
                </c:pt>
                <c:pt idx="22">
                  <c:v>42041</c:v>
                </c:pt>
                <c:pt idx="23">
                  <c:v>42044</c:v>
                </c:pt>
                <c:pt idx="24">
                  <c:v>42045</c:v>
                </c:pt>
                <c:pt idx="25">
                  <c:v>42046</c:v>
                </c:pt>
                <c:pt idx="26">
                  <c:v>42047</c:v>
                </c:pt>
                <c:pt idx="27">
                  <c:v>42048</c:v>
                </c:pt>
                <c:pt idx="28">
                  <c:v>42053</c:v>
                </c:pt>
                <c:pt idx="29">
                  <c:v>42055</c:v>
                </c:pt>
                <c:pt idx="30">
                  <c:v>42058</c:v>
                </c:pt>
                <c:pt idx="31">
                  <c:v>42059</c:v>
                </c:pt>
                <c:pt idx="32">
                  <c:v>42060</c:v>
                </c:pt>
                <c:pt idx="33">
                  <c:v>42061</c:v>
                </c:pt>
                <c:pt idx="34">
                  <c:v>42062</c:v>
                </c:pt>
                <c:pt idx="35">
                  <c:v>42065</c:v>
                </c:pt>
                <c:pt idx="36">
                  <c:v>42066</c:v>
                </c:pt>
                <c:pt idx="37">
                  <c:v>42067</c:v>
                </c:pt>
                <c:pt idx="38">
                  <c:v>42068</c:v>
                </c:pt>
                <c:pt idx="39">
                  <c:v>42072</c:v>
                </c:pt>
                <c:pt idx="40">
                  <c:v>42073</c:v>
                </c:pt>
                <c:pt idx="41">
                  <c:v>42074</c:v>
                </c:pt>
                <c:pt idx="42">
                  <c:v>42075</c:v>
                </c:pt>
                <c:pt idx="43">
                  <c:v>42076</c:v>
                </c:pt>
                <c:pt idx="44">
                  <c:v>42079</c:v>
                </c:pt>
                <c:pt idx="45">
                  <c:v>42080</c:v>
                </c:pt>
                <c:pt idx="46">
                  <c:v>42081</c:v>
                </c:pt>
                <c:pt idx="47">
                  <c:v>42082</c:v>
                </c:pt>
                <c:pt idx="48">
                  <c:v>42083</c:v>
                </c:pt>
                <c:pt idx="49">
                  <c:v>42086</c:v>
                </c:pt>
                <c:pt idx="50">
                  <c:v>42087</c:v>
                </c:pt>
                <c:pt idx="51">
                  <c:v>42088</c:v>
                </c:pt>
                <c:pt idx="52">
                  <c:v>42089</c:v>
                </c:pt>
                <c:pt idx="53">
                  <c:v>42090</c:v>
                </c:pt>
                <c:pt idx="54">
                  <c:v>42093</c:v>
                </c:pt>
                <c:pt idx="55">
                  <c:v>42094</c:v>
                </c:pt>
                <c:pt idx="56">
                  <c:v>42100</c:v>
                </c:pt>
                <c:pt idx="57">
                  <c:v>42101</c:v>
                </c:pt>
                <c:pt idx="58">
                  <c:v>42102</c:v>
                </c:pt>
                <c:pt idx="59">
                  <c:v>42103</c:v>
                </c:pt>
                <c:pt idx="60">
                  <c:v>42104</c:v>
                </c:pt>
                <c:pt idx="61">
                  <c:v>42107</c:v>
                </c:pt>
                <c:pt idx="62">
                  <c:v>42109</c:v>
                </c:pt>
                <c:pt idx="63">
                  <c:v>42110</c:v>
                </c:pt>
                <c:pt idx="64">
                  <c:v>42111</c:v>
                </c:pt>
                <c:pt idx="65">
                  <c:v>42114</c:v>
                </c:pt>
                <c:pt idx="66">
                  <c:v>42115</c:v>
                </c:pt>
                <c:pt idx="67">
                  <c:v>42116</c:v>
                </c:pt>
                <c:pt idx="68">
                  <c:v>42117</c:v>
                </c:pt>
                <c:pt idx="69">
                  <c:v>42118</c:v>
                </c:pt>
                <c:pt idx="70">
                  <c:v>42121</c:v>
                </c:pt>
                <c:pt idx="71">
                  <c:v>42122</c:v>
                </c:pt>
                <c:pt idx="72">
                  <c:v>42123</c:v>
                </c:pt>
                <c:pt idx="73">
                  <c:v>42124</c:v>
                </c:pt>
                <c:pt idx="74">
                  <c:v>42129</c:v>
                </c:pt>
                <c:pt idx="75">
                  <c:v>42130</c:v>
                </c:pt>
                <c:pt idx="76">
                  <c:v>42131</c:v>
                </c:pt>
                <c:pt idx="77">
                  <c:v>42132</c:v>
                </c:pt>
                <c:pt idx="78">
                  <c:v>42135</c:v>
                </c:pt>
                <c:pt idx="79">
                  <c:v>42136</c:v>
                </c:pt>
                <c:pt idx="80">
                  <c:v>42137</c:v>
                </c:pt>
                <c:pt idx="81">
                  <c:v>42138</c:v>
                </c:pt>
                <c:pt idx="82">
                  <c:v>42139</c:v>
                </c:pt>
                <c:pt idx="83">
                  <c:v>42142</c:v>
                </c:pt>
                <c:pt idx="84">
                  <c:v>42143</c:v>
                </c:pt>
                <c:pt idx="85">
                  <c:v>42144</c:v>
                </c:pt>
                <c:pt idx="86">
                  <c:v>42145</c:v>
                </c:pt>
                <c:pt idx="87">
                  <c:v>42146</c:v>
                </c:pt>
                <c:pt idx="88">
                  <c:v>42150</c:v>
                </c:pt>
                <c:pt idx="89">
                  <c:v>42151</c:v>
                </c:pt>
                <c:pt idx="90">
                  <c:v>42152</c:v>
                </c:pt>
                <c:pt idx="91">
                  <c:v>42153</c:v>
                </c:pt>
                <c:pt idx="92">
                  <c:v>42156</c:v>
                </c:pt>
                <c:pt idx="93">
                  <c:v>42157</c:v>
                </c:pt>
                <c:pt idx="94">
                  <c:v>42158</c:v>
                </c:pt>
                <c:pt idx="95">
                  <c:v>42159</c:v>
                </c:pt>
                <c:pt idx="96">
                  <c:v>42160</c:v>
                </c:pt>
                <c:pt idx="97">
                  <c:v>42163</c:v>
                </c:pt>
                <c:pt idx="98">
                  <c:v>42164</c:v>
                </c:pt>
                <c:pt idx="99">
                  <c:v>42165</c:v>
                </c:pt>
                <c:pt idx="100">
                  <c:v>42166</c:v>
                </c:pt>
                <c:pt idx="101">
                  <c:v>42167</c:v>
                </c:pt>
                <c:pt idx="102">
                  <c:v>42170</c:v>
                </c:pt>
                <c:pt idx="103">
                  <c:v>42171</c:v>
                </c:pt>
                <c:pt idx="104">
                  <c:v>42172</c:v>
                </c:pt>
                <c:pt idx="105">
                  <c:v>42173</c:v>
                </c:pt>
                <c:pt idx="106">
                  <c:v>42174</c:v>
                </c:pt>
                <c:pt idx="107">
                  <c:v>42177</c:v>
                </c:pt>
                <c:pt idx="108">
                  <c:v>42178</c:v>
                </c:pt>
                <c:pt idx="109">
                  <c:v>42179</c:v>
                </c:pt>
                <c:pt idx="110">
                  <c:v>42180</c:v>
                </c:pt>
                <c:pt idx="111">
                  <c:v>42181</c:v>
                </c:pt>
                <c:pt idx="112">
                  <c:v>42184</c:v>
                </c:pt>
                <c:pt idx="113">
                  <c:v>42185</c:v>
                </c:pt>
                <c:pt idx="114">
                  <c:v>42186</c:v>
                </c:pt>
                <c:pt idx="115">
                  <c:v>42187</c:v>
                </c:pt>
                <c:pt idx="116">
                  <c:v>42191</c:v>
                </c:pt>
                <c:pt idx="117">
                  <c:v>42192</c:v>
                </c:pt>
                <c:pt idx="118">
                  <c:v>42193</c:v>
                </c:pt>
                <c:pt idx="119">
                  <c:v>42194</c:v>
                </c:pt>
                <c:pt idx="120">
                  <c:v>42195</c:v>
                </c:pt>
                <c:pt idx="121">
                  <c:v>42198</c:v>
                </c:pt>
                <c:pt idx="122">
                  <c:v>42199</c:v>
                </c:pt>
                <c:pt idx="123">
                  <c:v>42200</c:v>
                </c:pt>
                <c:pt idx="124">
                  <c:v>42201</c:v>
                </c:pt>
                <c:pt idx="125">
                  <c:v>42202</c:v>
                </c:pt>
                <c:pt idx="126">
                  <c:v>42205</c:v>
                </c:pt>
                <c:pt idx="127">
                  <c:v>42206</c:v>
                </c:pt>
                <c:pt idx="128">
                  <c:v>42207</c:v>
                </c:pt>
                <c:pt idx="129">
                  <c:v>42208</c:v>
                </c:pt>
                <c:pt idx="130">
                  <c:v>42209</c:v>
                </c:pt>
                <c:pt idx="131">
                  <c:v>42212</c:v>
                </c:pt>
                <c:pt idx="132">
                  <c:v>42213</c:v>
                </c:pt>
                <c:pt idx="133">
                  <c:v>42214</c:v>
                </c:pt>
                <c:pt idx="134">
                  <c:v>42215</c:v>
                </c:pt>
                <c:pt idx="135">
                  <c:v>42216</c:v>
                </c:pt>
                <c:pt idx="136">
                  <c:v>42219</c:v>
                </c:pt>
                <c:pt idx="137">
                  <c:v>42220</c:v>
                </c:pt>
                <c:pt idx="138">
                  <c:v>42221</c:v>
                </c:pt>
                <c:pt idx="139">
                  <c:v>42222</c:v>
                </c:pt>
                <c:pt idx="140">
                  <c:v>42223</c:v>
                </c:pt>
                <c:pt idx="141">
                  <c:v>42226</c:v>
                </c:pt>
                <c:pt idx="142">
                  <c:v>42227</c:v>
                </c:pt>
                <c:pt idx="143">
                  <c:v>42228</c:v>
                </c:pt>
                <c:pt idx="144">
                  <c:v>42229</c:v>
                </c:pt>
                <c:pt idx="145">
                  <c:v>42230</c:v>
                </c:pt>
                <c:pt idx="146">
                  <c:v>42233</c:v>
                </c:pt>
                <c:pt idx="147">
                  <c:v>42235</c:v>
                </c:pt>
                <c:pt idx="148">
                  <c:v>42236</c:v>
                </c:pt>
                <c:pt idx="149">
                  <c:v>42237</c:v>
                </c:pt>
                <c:pt idx="150">
                  <c:v>42240</c:v>
                </c:pt>
                <c:pt idx="151">
                  <c:v>42241</c:v>
                </c:pt>
                <c:pt idx="152">
                  <c:v>42242</c:v>
                </c:pt>
                <c:pt idx="153">
                  <c:v>42243</c:v>
                </c:pt>
                <c:pt idx="154">
                  <c:v>42244</c:v>
                </c:pt>
                <c:pt idx="155">
                  <c:v>42247</c:v>
                </c:pt>
                <c:pt idx="156">
                  <c:v>42248</c:v>
                </c:pt>
                <c:pt idx="157">
                  <c:v>42249</c:v>
                </c:pt>
                <c:pt idx="158">
                  <c:v>42250</c:v>
                </c:pt>
                <c:pt idx="159">
                  <c:v>42251</c:v>
                </c:pt>
                <c:pt idx="160">
                  <c:v>42255</c:v>
                </c:pt>
                <c:pt idx="161">
                  <c:v>42256</c:v>
                </c:pt>
                <c:pt idx="162">
                  <c:v>42257</c:v>
                </c:pt>
                <c:pt idx="163">
                  <c:v>42258</c:v>
                </c:pt>
                <c:pt idx="164">
                  <c:v>42261</c:v>
                </c:pt>
                <c:pt idx="165">
                  <c:v>42262</c:v>
                </c:pt>
                <c:pt idx="166">
                  <c:v>42263</c:v>
                </c:pt>
                <c:pt idx="167">
                  <c:v>42265</c:v>
                </c:pt>
                <c:pt idx="168">
                  <c:v>42268</c:v>
                </c:pt>
                <c:pt idx="169">
                  <c:v>42269</c:v>
                </c:pt>
                <c:pt idx="170">
                  <c:v>42270</c:v>
                </c:pt>
                <c:pt idx="171">
                  <c:v>42271</c:v>
                </c:pt>
                <c:pt idx="172">
                  <c:v>42275</c:v>
                </c:pt>
                <c:pt idx="173">
                  <c:v>42276</c:v>
                </c:pt>
                <c:pt idx="174">
                  <c:v>42277</c:v>
                </c:pt>
                <c:pt idx="175">
                  <c:v>42278</c:v>
                </c:pt>
                <c:pt idx="176">
                  <c:v>42282</c:v>
                </c:pt>
                <c:pt idx="177">
                  <c:v>42283</c:v>
                </c:pt>
                <c:pt idx="178">
                  <c:v>42284</c:v>
                </c:pt>
                <c:pt idx="179">
                  <c:v>42285</c:v>
                </c:pt>
                <c:pt idx="180">
                  <c:v>42286</c:v>
                </c:pt>
                <c:pt idx="181">
                  <c:v>42290</c:v>
                </c:pt>
                <c:pt idx="182">
                  <c:v>42291</c:v>
                </c:pt>
                <c:pt idx="183">
                  <c:v>42292</c:v>
                </c:pt>
                <c:pt idx="184">
                  <c:v>42293</c:v>
                </c:pt>
                <c:pt idx="185">
                  <c:v>42296</c:v>
                </c:pt>
                <c:pt idx="186">
                  <c:v>42297</c:v>
                </c:pt>
                <c:pt idx="187">
                  <c:v>42298</c:v>
                </c:pt>
                <c:pt idx="188">
                  <c:v>42300</c:v>
                </c:pt>
                <c:pt idx="189">
                  <c:v>42303</c:v>
                </c:pt>
                <c:pt idx="190">
                  <c:v>42304</c:v>
                </c:pt>
                <c:pt idx="191">
                  <c:v>42305</c:v>
                </c:pt>
                <c:pt idx="192">
                  <c:v>42306</c:v>
                </c:pt>
                <c:pt idx="193">
                  <c:v>42307</c:v>
                </c:pt>
                <c:pt idx="194">
                  <c:v>42310</c:v>
                </c:pt>
                <c:pt idx="195">
                  <c:v>42311</c:v>
                </c:pt>
                <c:pt idx="196">
                  <c:v>42312</c:v>
                </c:pt>
                <c:pt idx="197">
                  <c:v>42313</c:v>
                </c:pt>
                <c:pt idx="198">
                  <c:v>42314</c:v>
                </c:pt>
                <c:pt idx="199">
                  <c:v>42317</c:v>
                </c:pt>
                <c:pt idx="200">
                  <c:v>42318</c:v>
                </c:pt>
                <c:pt idx="201">
                  <c:v>42321</c:v>
                </c:pt>
                <c:pt idx="202">
                  <c:v>42324</c:v>
                </c:pt>
                <c:pt idx="203">
                  <c:v>42325</c:v>
                </c:pt>
                <c:pt idx="204">
                  <c:v>42326</c:v>
                </c:pt>
                <c:pt idx="205">
                  <c:v>42327</c:v>
                </c:pt>
                <c:pt idx="206">
                  <c:v>42328</c:v>
                </c:pt>
                <c:pt idx="207">
                  <c:v>42331</c:v>
                </c:pt>
                <c:pt idx="208">
                  <c:v>42332</c:v>
                </c:pt>
                <c:pt idx="209">
                  <c:v>42338</c:v>
                </c:pt>
                <c:pt idx="210">
                  <c:v>42339</c:v>
                </c:pt>
                <c:pt idx="211">
                  <c:v>42340</c:v>
                </c:pt>
                <c:pt idx="212">
                  <c:v>42341</c:v>
                </c:pt>
                <c:pt idx="213">
                  <c:v>42342</c:v>
                </c:pt>
                <c:pt idx="214">
                  <c:v>42345</c:v>
                </c:pt>
                <c:pt idx="215">
                  <c:v>42346</c:v>
                </c:pt>
                <c:pt idx="216">
                  <c:v>42347</c:v>
                </c:pt>
                <c:pt idx="217">
                  <c:v>42348</c:v>
                </c:pt>
                <c:pt idx="218">
                  <c:v>42349</c:v>
                </c:pt>
                <c:pt idx="219">
                  <c:v>42352</c:v>
                </c:pt>
                <c:pt idx="220">
                  <c:v>42353</c:v>
                </c:pt>
                <c:pt idx="221">
                  <c:v>42354</c:v>
                </c:pt>
                <c:pt idx="222">
                  <c:v>42355</c:v>
                </c:pt>
                <c:pt idx="223">
                  <c:v>42356</c:v>
                </c:pt>
                <c:pt idx="224">
                  <c:v>42359</c:v>
                </c:pt>
                <c:pt idx="225">
                  <c:v>42360</c:v>
                </c:pt>
                <c:pt idx="226">
                  <c:v>42361</c:v>
                </c:pt>
                <c:pt idx="227">
                  <c:v>42366</c:v>
                </c:pt>
                <c:pt idx="228">
                  <c:v>42367</c:v>
                </c:pt>
                <c:pt idx="229">
                  <c:v>42368</c:v>
                </c:pt>
                <c:pt idx="230">
                  <c:v>42369</c:v>
                </c:pt>
                <c:pt idx="231">
                  <c:v>42373</c:v>
                </c:pt>
                <c:pt idx="232">
                  <c:v>42374</c:v>
                </c:pt>
                <c:pt idx="233">
                  <c:v>42375</c:v>
                </c:pt>
                <c:pt idx="234">
                  <c:v>42376</c:v>
                </c:pt>
                <c:pt idx="235">
                  <c:v>42377</c:v>
                </c:pt>
                <c:pt idx="236">
                  <c:v>42380</c:v>
                </c:pt>
                <c:pt idx="237">
                  <c:v>42381</c:v>
                </c:pt>
                <c:pt idx="238">
                  <c:v>42382</c:v>
                </c:pt>
                <c:pt idx="239">
                  <c:v>42383</c:v>
                </c:pt>
                <c:pt idx="240">
                  <c:v>42384</c:v>
                </c:pt>
                <c:pt idx="241">
                  <c:v>42388</c:v>
                </c:pt>
                <c:pt idx="242">
                  <c:v>42389</c:v>
                </c:pt>
                <c:pt idx="243">
                  <c:v>42390</c:v>
                </c:pt>
                <c:pt idx="244">
                  <c:v>42391</c:v>
                </c:pt>
                <c:pt idx="245">
                  <c:v>42394</c:v>
                </c:pt>
                <c:pt idx="246">
                  <c:v>42396</c:v>
                </c:pt>
                <c:pt idx="247">
                  <c:v>42397</c:v>
                </c:pt>
                <c:pt idx="248">
                  <c:v>42398</c:v>
                </c:pt>
                <c:pt idx="249">
                  <c:v>42401</c:v>
                </c:pt>
                <c:pt idx="250">
                  <c:v>42402</c:v>
                </c:pt>
                <c:pt idx="251">
                  <c:v>42403</c:v>
                </c:pt>
                <c:pt idx="252">
                  <c:v>42404</c:v>
                </c:pt>
                <c:pt idx="253">
                  <c:v>42405</c:v>
                </c:pt>
                <c:pt idx="254">
                  <c:v>42408</c:v>
                </c:pt>
                <c:pt idx="255">
                  <c:v>42409</c:v>
                </c:pt>
                <c:pt idx="256">
                  <c:v>42410</c:v>
                </c:pt>
                <c:pt idx="257">
                  <c:v>42411</c:v>
                </c:pt>
                <c:pt idx="258">
                  <c:v>42412</c:v>
                </c:pt>
                <c:pt idx="259">
                  <c:v>42416</c:v>
                </c:pt>
                <c:pt idx="260">
                  <c:v>42417</c:v>
                </c:pt>
                <c:pt idx="261">
                  <c:v>42418</c:v>
                </c:pt>
                <c:pt idx="262">
                  <c:v>42422</c:v>
                </c:pt>
                <c:pt idx="263">
                  <c:v>42423</c:v>
                </c:pt>
                <c:pt idx="264">
                  <c:v>42424</c:v>
                </c:pt>
                <c:pt idx="265">
                  <c:v>42425</c:v>
                </c:pt>
                <c:pt idx="266">
                  <c:v>42426</c:v>
                </c:pt>
                <c:pt idx="267">
                  <c:v>42429</c:v>
                </c:pt>
                <c:pt idx="268">
                  <c:v>42430</c:v>
                </c:pt>
                <c:pt idx="269">
                  <c:v>42431</c:v>
                </c:pt>
                <c:pt idx="270">
                  <c:v>42432</c:v>
                </c:pt>
                <c:pt idx="271">
                  <c:v>42433</c:v>
                </c:pt>
                <c:pt idx="272">
                  <c:v>42437</c:v>
                </c:pt>
                <c:pt idx="273">
                  <c:v>42438</c:v>
                </c:pt>
                <c:pt idx="274">
                  <c:v>42439</c:v>
                </c:pt>
                <c:pt idx="275">
                  <c:v>42440</c:v>
                </c:pt>
                <c:pt idx="276">
                  <c:v>42443</c:v>
                </c:pt>
                <c:pt idx="277">
                  <c:v>42444</c:v>
                </c:pt>
                <c:pt idx="278">
                  <c:v>42445</c:v>
                </c:pt>
                <c:pt idx="279">
                  <c:v>42446</c:v>
                </c:pt>
                <c:pt idx="280">
                  <c:v>42447</c:v>
                </c:pt>
                <c:pt idx="281">
                  <c:v>42450</c:v>
                </c:pt>
                <c:pt idx="282">
                  <c:v>42451</c:v>
                </c:pt>
                <c:pt idx="283">
                  <c:v>42452</c:v>
                </c:pt>
                <c:pt idx="284">
                  <c:v>42457</c:v>
                </c:pt>
                <c:pt idx="285">
                  <c:v>42458</c:v>
                </c:pt>
                <c:pt idx="286">
                  <c:v>42459</c:v>
                </c:pt>
                <c:pt idx="287">
                  <c:v>42460</c:v>
                </c:pt>
                <c:pt idx="288">
                  <c:v>42464</c:v>
                </c:pt>
                <c:pt idx="289">
                  <c:v>42465</c:v>
                </c:pt>
                <c:pt idx="290">
                  <c:v>42466</c:v>
                </c:pt>
                <c:pt idx="291">
                  <c:v>42467</c:v>
                </c:pt>
                <c:pt idx="292">
                  <c:v>42471</c:v>
                </c:pt>
                <c:pt idx="293">
                  <c:v>42472</c:v>
                </c:pt>
                <c:pt idx="294">
                  <c:v>42473</c:v>
                </c:pt>
                <c:pt idx="295">
                  <c:v>42478</c:v>
                </c:pt>
                <c:pt idx="296">
                  <c:v>42480</c:v>
                </c:pt>
                <c:pt idx="297">
                  <c:v>42481</c:v>
                </c:pt>
                <c:pt idx="298">
                  <c:v>42482</c:v>
                </c:pt>
                <c:pt idx="299">
                  <c:v>42485</c:v>
                </c:pt>
                <c:pt idx="300">
                  <c:v>42486</c:v>
                </c:pt>
                <c:pt idx="301">
                  <c:v>42487</c:v>
                </c:pt>
                <c:pt idx="302">
                  <c:v>42488</c:v>
                </c:pt>
                <c:pt idx="303">
                  <c:v>42489</c:v>
                </c:pt>
                <c:pt idx="304">
                  <c:v>42492</c:v>
                </c:pt>
                <c:pt idx="305">
                  <c:v>42493</c:v>
                </c:pt>
                <c:pt idx="306">
                  <c:v>42494</c:v>
                </c:pt>
                <c:pt idx="307">
                  <c:v>42495</c:v>
                </c:pt>
                <c:pt idx="308">
                  <c:v>42496</c:v>
                </c:pt>
                <c:pt idx="309">
                  <c:v>42499</c:v>
                </c:pt>
                <c:pt idx="310">
                  <c:v>42500</c:v>
                </c:pt>
                <c:pt idx="311">
                  <c:v>42501</c:v>
                </c:pt>
                <c:pt idx="312">
                  <c:v>42502</c:v>
                </c:pt>
                <c:pt idx="313">
                  <c:v>42503</c:v>
                </c:pt>
                <c:pt idx="314">
                  <c:v>42506</c:v>
                </c:pt>
                <c:pt idx="315">
                  <c:v>42507</c:v>
                </c:pt>
                <c:pt idx="316">
                  <c:v>42508</c:v>
                </c:pt>
                <c:pt idx="317">
                  <c:v>42509</c:v>
                </c:pt>
                <c:pt idx="318">
                  <c:v>42510</c:v>
                </c:pt>
                <c:pt idx="319">
                  <c:v>42513</c:v>
                </c:pt>
                <c:pt idx="320">
                  <c:v>42514</c:v>
                </c:pt>
                <c:pt idx="321">
                  <c:v>42515</c:v>
                </c:pt>
                <c:pt idx="322">
                  <c:v>42516</c:v>
                </c:pt>
                <c:pt idx="323">
                  <c:v>42517</c:v>
                </c:pt>
                <c:pt idx="324">
                  <c:v>42521</c:v>
                </c:pt>
                <c:pt idx="325">
                  <c:v>42522</c:v>
                </c:pt>
                <c:pt idx="326">
                  <c:v>42523</c:v>
                </c:pt>
                <c:pt idx="327">
                  <c:v>42524</c:v>
                </c:pt>
                <c:pt idx="328">
                  <c:v>42527</c:v>
                </c:pt>
                <c:pt idx="329">
                  <c:v>42528</c:v>
                </c:pt>
                <c:pt idx="330">
                  <c:v>42529</c:v>
                </c:pt>
                <c:pt idx="331">
                  <c:v>42530</c:v>
                </c:pt>
                <c:pt idx="332">
                  <c:v>42531</c:v>
                </c:pt>
                <c:pt idx="333">
                  <c:v>42534</c:v>
                </c:pt>
                <c:pt idx="334">
                  <c:v>42535</c:v>
                </c:pt>
                <c:pt idx="335">
                  <c:v>42536</c:v>
                </c:pt>
                <c:pt idx="336">
                  <c:v>42537</c:v>
                </c:pt>
                <c:pt idx="337">
                  <c:v>42538</c:v>
                </c:pt>
                <c:pt idx="338">
                  <c:v>42541</c:v>
                </c:pt>
                <c:pt idx="339">
                  <c:v>42542</c:v>
                </c:pt>
                <c:pt idx="340">
                  <c:v>42543</c:v>
                </c:pt>
                <c:pt idx="341">
                  <c:v>42544</c:v>
                </c:pt>
                <c:pt idx="342">
                  <c:v>42545</c:v>
                </c:pt>
                <c:pt idx="343">
                  <c:v>42548</c:v>
                </c:pt>
                <c:pt idx="344">
                  <c:v>42549</c:v>
                </c:pt>
                <c:pt idx="345">
                  <c:v>42550</c:v>
                </c:pt>
                <c:pt idx="346">
                  <c:v>42551</c:v>
                </c:pt>
                <c:pt idx="347">
                  <c:v>42552</c:v>
                </c:pt>
                <c:pt idx="348">
                  <c:v>42556</c:v>
                </c:pt>
                <c:pt idx="349">
                  <c:v>42558</c:v>
                </c:pt>
                <c:pt idx="350">
                  <c:v>42559</c:v>
                </c:pt>
                <c:pt idx="351">
                  <c:v>42562</c:v>
                </c:pt>
                <c:pt idx="352">
                  <c:v>42563</c:v>
                </c:pt>
                <c:pt idx="353">
                  <c:v>42564</c:v>
                </c:pt>
                <c:pt idx="354">
                  <c:v>42565</c:v>
                </c:pt>
                <c:pt idx="355">
                  <c:v>42569</c:v>
                </c:pt>
                <c:pt idx="356">
                  <c:v>42570</c:v>
                </c:pt>
                <c:pt idx="357">
                  <c:v>42571</c:v>
                </c:pt>
                <c:pt idx="358">
                  <c:v>42572</c:v>
                </c:pt>
                <c:pt idx="359">
                  <c:v>42573</c:v>
                </c:pt>
                <c:pt idx="360">
                  <c:v>42576</c:v>
                </c:pt>
                <c:pt idx="361">
                  <c:v>42577</c:v>
                </c:pt>
                <c:pt idx="362">
                  <c:v>42578</c:v>
                </c:pt>
                <c:pt idx="363">
                  <c:v>42579</c:v>
                </c:pt>
                <c:pt idx="364">
                  <c:v>42580</c:v>
                </c:pt>
                <c:pt idx="365">
                  <c:v>42583</c:v>
                </c:pt>
                <c:pt idx="366">
                  <c:v>42584</c:v>
                </c:pt>
                <c:pt idx="367">
                  <c:v>42585</c:v>
                </c:pt>
                <c:pt idx="368">
                  <c:v>42586</c:v>
                </c:pt>
                <c:pt idx="369">
                  <c:v>42587</c:v>
                </c:pt>
                <c:pt idx="370">
                  <c:v>42590</c:v>
                </c:pt>
                <c:pt idx="371">
                  <c:v>42591</c:v>
                </c:pt>
                <c:pt idx="372">
                  <c:v>42592</c:v>
                </c:pt>
                <c:pt idx="373">
                  <c:v>42593</c:v>
                </c:pt>
                <c:pt idx="374">
                  <c:v>42594</c:v>
                </c:pt>
                <c:pt idx="375">
                  <c:v>42598</c:v>
                </c:pt>
                <c:pt idx="376">
                  <c:v>42600</c:v>
                </c:pt>
                <c:pt idx="377">
                  <c:v>42601</c:v>
                </c:pt>
                <c:pt idx="378">
                  <c:v>42604</c:v>
                </c:pt>
                <c:pt idx="379">
                  <c:v>42605</c:v>
                </c:pt>
                <c:pt idx="380">
                  <c:v>42606</c:v>
                </c:pt>
                <c:pt idx="381">
                  <c:v>42607</c:v>
                </c:pt>
                <c:pt idx="382">
                  <c:v>42608</c:v>
                </c:pt>
                <c:pt idx="383">
                  <c:v>42611</c:v>
                </c:pt>
                <c:pt idx="384">
                  <c:v>42612</c:v>
                </c:pt>
                <c:pt idx="385">
                  <c:v>42613</c:v>
                </c:pt>
                <c:pt idx="386">
                  <c:v>42614</c:v>
                </c:pt>
                <c:pt idx="387">
                  <c:v>42615</c:v>
                </c:pt>
                <c:pt idx="388">
                  <c:v>42619</c:v>
                </c:pt>
                <c:pt idx="389">
                  <c:v>42620</c:v>
                </c:pt>
                <c:pt idx="390">
                  <c:v>42621</c:v>
                </c:pt>
                <c:pt idx="391">
                  <c:v>42622</c:v>
                </c:pt>
                <c:pt idx="392">
                  <c:v>42625</c:v>
                </c:pt>
                <c:pt idx="393">
                  <c:v>42627</c:v>
                </c:pt>
                <c:pt idx="394">
                  <c:v>42628</c:v>
                </c:pt>
                <c:pt idx="395">
                  <c:v>42629</c:v>
                </c:pt>
                <c:pt idx="396">
                  <c:v>42632</c:v>
                </c:pt>
                <c:pt idx="397">
                  <c:v>42633</c:v>
                </c:pt>
                <c:pt idx="398">
                  <c:v>42634</c:v>
                </c:pt>
                <c:pt idx="399">
                  <c:v>42635</c:v>
                </c:pt>
                <c:pt idx="400">
                  <c:v>42636</c:v>
                </c:pt>
                <c:pt idx="401">
                  <c:v>42639</c:v>
                </c:pt>
                <c:pt idx="402">
                  <c:v>42640</c:v>
                </c:pt>
                <c:pt idx="403">
                  <c:v>42641</c:v>
                </c:pt>
                <c:pt idx="404">
                  <c:v>42642</c:v>
                </c:pt>
                <c:pt idx="405">
                  <c:v>42643</c:v>
                </c:pt>
                <c:pt idx="406">
                  <c:v>42646</c:v>
                </c:pt>
                <c:pt idx="407">
                  <c:v>42647</c:v>
                </c:pt>
                <c:pt idx="408">
                  <c:v>42648</c:v>
                </c:pt>
                <c:pt idx="409">
                  <c:v>42649</c:v>
                </c:pt>
                <c:pt idx="410">
                  <c:v>42650</c:v>
                </c:pt>
                <c:pt idx="411">
                  <c:v>42656</c:v>
                </c:pt>
                <c:pt idx="412">
                  <c:v>42657</c:v>
                </c:pt>
                <c:pt idx="413">
                  <c:v>42660</c:v>
                </c:pt>
                <c:pt idx="414">
                  <c:v>42661</c:v>
                </c:pt>
                <c:pt idx="415">
                  <c:v>42662</c:v>
                </c:pt>
                <c:pt idx="416">
                  <c:v>42663</c:v>
                </c:pt>
                <c:pt idx="417">
                  <c:v>42664</c:v>
                </c:pt>
                <c:pt idx="418">
                  <c:v>42667</c:v>
                </c:pt>
                <c:pt idx="419">
                  <c:v>42668</c:v>
                </c:pt>
                <c:pt idx="420">
                  <c:v>42669</c:v>
                </c:pt>
                <c:pt idx="421">
                  <c:v>42670</c:v>
                </c:pt>
                <c:pt idx="422">
                  <c:v>42671</c:v>
                </c:pt>
                <c:pt idx="423">
                  <c:v>42675</c:v>
                </c:pt>
                <c:pt idx="424">
                  <c:v>42676</c:v>
                </c:pt>
                <c:pt idx="425">
                  <c:v>42677</c:v>
                </c:pt>
                <c:pt idx="426">
                  <c:v>42678</c:v>
                </c:pt>
                <c:pt idx="427">
                  <c:v>42681</c:v>
                </c:pt>
                <c:pt idx="428">
                  <c:v>42682</c:v>
                </c:pt>
                <c:pt idx="429">
                  <c:v>42683</c:v>
                </c:pt>
                <c:pt idx="430">
                  <c:v>42684</c:v>
                </c:pt>
                <c:pt idx="431">
                  <c:v>42685</c:v>
                </c:pt>
                <c:pt idx="432">
                  <c:v>42689</c:v>
                </c:pt>
                <c:pt idx="433">
                  <c:v>42690</c:v>
                </c:pt>
                <c:pt idx="434">
                  <c:v>42691</c:v>
                </c:pt>
                <c:pt idx="435">
                  <c:v>42692</c:v>
                </c:pt>
                <c:pt idx="436">
                  <c:v>42695</c:v>
                </c:pt>
                <c:pt idx="437">
                  <c:v>42696</c:v>
                </c:pt>
                <c:pt idx="438">
                  <c:v>42697</c:v>
                </c:pt>
                <c:pt idx="439">
                  <c:v>42702</c:v>
                </c:pt>
                <c:pt idx="440">
                  <c:v>42703</c:v>
                </c:pt>
                <c:pt idx="441">
                  <c:v>42704</c:v>
                </c:pt>
                <c:pt idx="442">
                  <c:v>42705</c:v>
                </c:pt>
                <c:pt idx="443">
                  <c:v>42706</c:v>
                </c:pt>
                <c:pt idx="444">
                  <c:v>42709</c:v>
                </c:pt>
                <c:pt idx="445">
                  <c:v>42710</c:v>
                </c:pt>
                <c:pt idx="446">
                  <c:v>42711</c:v>
                </c:pt>
                <c:pt idx="447">
                  <c:v>42712</c:v>
                </c:pt>
                <c:pt idx="448">
                  <c:v>42713</c:v>
                </c:pt>
                <c:pt idx="449">
                  <c:v>42717</c:v>
                </c:pt>
                <c:pt idx="450">
                  <c:v>42718</c:v>
                </c:pt>
                <c:pt idx="451">
                  <c:v>42719</c:v>
                </c:pt>
                <c:pt idx="452">
                  <c:v>42720</c:v>
                </c:pt>
                <c:pt idx="453">
                  <c:v>42723</c:v>
                </c:pt>
                <c:pt idx="454">
                  <c:v>42724</c:v>
                </c:pt>
                <c:pt idx="455">
                  <c:v>42725</c:v>
                </c:pt>
                <c:pt idx="456">
                  <c:v>42726</c:v>
                </c:pt>
                <c:pt idx="457">
                  <c:v>42727</c:v>
                </c:pt>
                <c:pt idx="458">
                  <c:v>42732</c:v>
                </c:pt>
                <c:pt idx="459">
                  <c:v>42733</c:v>
                </c:pt>
                <c:pt idx="460">
                  <c:v>42734</c:v>
                </c:pt>
                <c:pt idx="461">
                  <c:v>42738</c:v>
                </c:pt>
                <c:pt idx="462">
                  <c:v>42739</c:v>
                </c:pt>
                <c:pt idx="463">
                  <c:v>42740</c:v>
                </c:pt>
                <c:pt idx="464">
                  <c:v>42744</c:v>
                </c:pt>
                <c:pt idx="465">
                  <c:v>42745</c:v>
                </c:pt>
                <c:pt idx="466">
                  <c:v>42746</c:v>
                </c:pt>
                <c:pt idx="467">
                  <c:v>42747</c:v>
                </c:pt>
                <c:pt idx="468">
                  <c:v>42748</c:v>
                </c:pt>
                <c:pt idx="469">
                  <c:v>42752</c:v>
                </c:pt>
                <c:pt idx="470">
                  <c:v>42753</c:v>
                </c:pt>
                <c:pt idx="471">
                  <c:v>42754</c:v>
                </c:pt>
                <c:pt idx="472">
                  <c:v>42758</c:v>
                </c:pt>
                <c:pt idx="473">
                  <c:v>42759</c:v>
                </c:pt>
                <c:pt idx="474">
                  <c:v>42760</c:v>
                </c:pt>
                <c:pt idx="475">
                  <c:v>42762</c:v>
                </c:pt>
                <c:pt idx="476">
                  <c:v>42765</c:v>
                </c:pt>
                <c:pt idx="477">
                  <c:v>42766</c:v>
                </c:pt>
                <c:pt idx="478">
                  <c:v>42767</c:v>
                </c:pt>
                <c:pt idx="479">
                  <c:v>42768</c:v>
                </c:pt>
                <c:pt idx="480">
                  <c:v>42769</c:v>
                </c:pt>
                <c:pt idx="481">
                  <c:v>42772</c:v>
                </c:pt>
                <c:pt idx="482">
                  <c:v>42773</c:v>
                </c:pt>
                <c:pt idx="483">
                  <c:v>42774</c:v>
                </c:pt>
                <c:pt idx="484">
                  <c:v>42775</c:v>
                </c:pt>
                <c:pt idx="485">
                  <c:v>42776</c:v>
                </c:pt>
                <c:pt idx="486">
                  <c:v>42779</c:v>
                </c:pt>
                <c:pt idx="487">
                  <c:v>42780</c:v>
                </c:pt>
                <c:pt idx="488">
                  <c:v>42781</c:v>
                </c:pt>
                <c:pt idx="489">
                  <c:v>42782</c:v>
                </c:pt>
                <c:pt idx="490">
                  <c:v>42783</c:v>
                </c:pt>
                <c:pt idx="491">
                  <c:v>42788</c:v>
                </c:pt>
                <c:pt idx="492">
                  <c:v>42789</c:v>
                </c:pt>
                <c:pt idx="493">
                  <c:v>42793</c:v>
                </c:pt>
                <c:pt idx="494">
                  <c:v>42794</c:v>
                </c:pt>
                <c:pt idx="495">
                  <c:v>42795</c:v>
                </c:pt>
                <c:pt idx="496">
                  <c:v>42796</c:v>
                </c:pt>
                <c:pt idx="497">
                  <c:v>42797</c:v>
                </c:pt>
                <c:pt idx="498">
                  <c:v>42800</c:v>
                </c:pt>
                <c:pt idx="499">
                  <c:v>42801</c:v>
                </c:pt>
                <c:pt idx="500">
                  <c:v>42802</c:v>
                </c:pt>
                <c:pt idx="501">
                  <c:v>42803</c:v>
                </c:pt>
                <c:pt idx="502">
                  <c:v>42804</c:v>
                </c:pt>
                <c:pt idx="503">
                  <c:v>42809</c:v>
                </c:pt>
                <c:pt idx="504">
                  <c:v>42810</c:v>
                </c:pt>
                <c:pt idx="505">
                  <c:v>42811</c:v>
                </c:pt>
                <c:pt idx="506">
                  <c:v>42814</c:v>
                </c:pt>
                <c:pt idx="507">
                  <c:v>42815</c:v>
                </c:pt>
                <c:pt idx="508">
                  <c:v>42816</c:v>
                </c:pt>
                <c:pt idx="509">
                  <c:v>42817</c:v>
                </c:pt>
                <c:pt idx="510">
                  <c:v>42818</c:v>
                </c:pt>
                <c:pt idx="511">
                  <c:v>42821</c:v>
                </c:pt>
                <c:pt idx="512">
                  <c:v>42823</c:v>
                </c:pt>
                <c:pt idx="513">
                  <c:v>42824</c:v>
                </c:pt>
                <c:pt idx="514">
                  <c:v>42825</c:v>
                </c:pt>
                <c:pt idx="515">
                  <c:v>42828</c:v>
                </c:pt>
                <c:pt idx="516">
                  <c:v>42830</c:v>
                </c:pt>
                <c:pt idx="517">
                  <c:v>42831</c:v>
                </c:pt>
                <c:pt idx="518">
                  <c:v>42835</c:v>
                </c:pt>
                <c:pt idx="519">
                  <c:v>42836</c:v>
                </c:pt>
                <c:pt idx="520">
                  <c:v>42837</c:v>
                </c:pt>
                <c:pt idx="521">
                  <c:v>42838</c:v>
                </c:pt>
                <c:pt idx="522">
                  <c:v>42842</c:v>
                </c:pt>
                <c:pt idx="523">
                  <c:v>42843</c:v>
                </c:pt>
                <c:pt idx="524">
                  <c:v>42844</c:v>
                </c:pt>
                <c:pt idx="525">
                  <c:v>42845</c:v>
                </c:pt>
                <c:pt idx="526">
                  <c:v>42846</c:v>
                </c:pt>
                <c:pt idx="527">
                  <c:v>42849</c:v>
                </c:pt>
                <c:pt idx="528">
                  <c:v>42850</c:v>
                </c:pt>
                <c:pt idx="529">
                  <c:v>42851</c:v>
                </c:pt>
                <c:pt idx="530">
                  <c:v>42852</c:v>
                </c:pt>
                <c:pt idx="531">
                  <c:v>42853</c:v>
                </c:pt>
                <c:pt idx="532">
                  <c:v>42857</c:v>
                </c:pt>
                <c:pt idx="533">
                  <c:v>42858</c:v>
                </c:pt>
                <c:pt idx="534">
                  <c:v>42859</c:v>
                </c:pt>
                <c:pt idx="535">
                  <c:v>42860</c:v>
                </c:pt>
                <c:pt idx="536">
                  <c:v>42863</c:v>
                </c:pt>
                <c:pt idx="537">
                  <c:v>42864</c:v>
                </c:pt>
                <c:pt idx="538">
                  <c:v>42866</c:v>
                </c:pt>
                <c:pt idx="539">
                  <c:v>42867</c:v>
                </c:pt>
                <c:pt idx="540">
                  <c:v>42870</c:v>
                </c:pt>
                <c:pt idx="541">
                  <c:v>42871</c:v>
                </c:pt>
                <c:pt idx="542">
                  <c:v>42872</c:v>
                </c:pt>
                <c:pt idx="543">
                  <c:v>42873</c:v>
                </c:pt>
                <c:pt idx="544">
                  <c:v>42874</c:v>
                </c:pt>
                <c:pt idx="545">
                  <c:v>42877</c:v>
                </c:pt>
                <c:pt idx="546">
                  <c:v>42878</c:v>
                </c:pt>
                <c:pt idx="547">
                  <c:v>42879</c:v>
                </c:pt>
                <c:pt idx="548">
                  <c:v>42880</c:v>
                </c:pt>
                <c:pt idx="549">
                  <c:v>42881</c:v>
                </c:pt>
                <c:pt idx="550">
                  <c:v>42885</c:v>
                </c:pt>
                <c:pt idx="551">
                  <c:v>42886</c:v>
                </c:pt>
                <c:pt idx="552">
                  <c:v>42887</c:v>
                </c:pt>
                <c:pt idx="553">
                  <c:v>42888</c:v>
                </c:pt>
                <c:pt idx="554">
                  <c:v>42891</c:v>
                </c:pt>
                <c:pt idx="555">
                  <c:v>42892</c:v>
                </c:pt>
                <c:pt idx="556">
                  <c:v>42893</c:v>
                </c:pt>
                <c:pt idx="557">
                  <c:v>42894</c:v>
                </c:pt>
                <c:pt idx="558">
                  <c:v>42895</c:v>
                </c:pt>
                <c:pt idx="559">
                  <c:v>42898</c:v>
                </c:pt>
                <c:pt idx="560">
                  <c:v>42899</c:v>
                </c:pt>
                <c:pt idx="561">
                  <c:v>42900</c:v>
                </c:pt>
                <c:pt idx="562">
                  <c:v>42902</c:v>
                </c:pt>
                <c:pt idx="563">
                  <c:v>42905</c:v>
                </c:pt>
                <c:pt idx="564">
                  <c:v>42906</c:v>
                </c:pt>
                <c:pt idx="565">
                  <c:v>42907</c:v>
                </c:pt>
                <c:pt idx="566">
                  <c:v>42908</c:v>
                </c:pt>
                <c:pt idx="567">
                  <c:v>42909</c:v>
                </c:pt>
                <c:pt idx="568">
                  <c:v>42913</c:v>
                </c:pt>
                <c:pt idx="569">
                  <c:v>42914</c:v>
                </c:pt>
                <c:pt idx="570">
                  <c:v>42915</c:v>
                </c:pt>
                <c:pt idx="571">
                  <c:v>42916</c:v>
                </c:pt>
                <c:pt idx="572">
                  <c:v>42921</c:v>
                </c:pt>
                <c:pt idx="573">
                  <c:v>42922</c:v>
                </c:pt>
                <c:pt idx="574">
                  <c:v>42923</c:v>
                </c:pt>
                <c:pt idx="575">
                  <c:v>42926</c:v>
                </c:pt>
                <c:pt idx="576">
                  <c:v>42927</c:v>
                </c:pt>
                <c:pt idx="577">
                  <c:v>42928</c:v>
                </c:pt>
                <c:pt idx="578">
                  <c:v>42929</c:v>
                </c:pt>
                <c:pt idx="579">
                  <c:v>42930</c:v>
                </c:pt>
                <c:pt idx="580">
                  <c:v>42933</c:v>
                </c:pt>
                <c:pt idx="581">
                  <c:v>42934</c:v>
                </c:pt>
                <c:pt idx="582">
                  <c:v>42935</c:v>
                </c:pt>
                <c:pt idx="583">
                  <c:v>42936</c:v>
                </c:pt>
                <c:pt idx="584">
                  <c:v>42937</c:v>
                </c:pt>
                <c:pt idx="585">
                  <c:v>42940</c:v>
                </c:pt>
                <c:pt idx="586">
                  <c:v>42941</c:v>
                </c:pt>
                <c:pt idx="587">
                  <c:v>42942</c:v>
                </c:pt>
                <c:pt idx="588">
                  <c:v>42943</c:v>
                </c:pt>
                <c:pt idx="589">
                  <c:v>42944</c:v>
                </c:pt>
                <c:pt idx="590">
                  <c:v>42947</c:v>
                </c:pt>
                <c:pt idx="591">
                  <c:v>42948</c:v>
                </c:pt>
                <c:pt idx="592">
                  <c:v>42949</c:v>
                </c:pt>
                <c:pt idx="593">
                  <c:v>42950</c:v>
                </c:pt>
                <c:pt idx="594">
                  <c:v>42951</c:v>
                </c:pt>
                <c:pt idx="595">
                  <c:v>42954</c:v>
                </c:pt>
                <c:pt idx="596">
                  <c:v>42955</c:v>
                </c:pt>
                <c:pt idx="597">
                  <c:v>42956</c:v>
                </c:pt>
                <c:pt idx="598">
                  <c:v>42957</c:v>
                </c:pt>
                <c:pt idx="599">
                  <c:v>42958</c:v>
                </c:pt>
                <c:pt idx="600">
                  <c:v>42961</c:v>
                </c:pt>
                <c:pt idx="601">
                  <c:v>42963</c:v>
                </c:pt>
                <c:pt idx="602">
                  <c:v>42965</c:v>
                </c:pt>
                <c:pt idx="603">
                  <c:v>42968</c:v>
                </c:pt>
                <c:pt idx="604">
                  <c:v>42969</c:v>
                </c:pt>
                <c:pt idx="605">
                  <c:v>42970</c:v>
                </c:pt>
                <c:pt idx="606">
                  <c:v>42971</c:v>
                </c:pt>
                <c:pt idx="607">
                  <c:v>42975</c:v>
                </c:pt>
                <c:pt idx="608">
                  <c:v>42976</c:v>
                </c:pt>
                <c:pt idx="609">
                  <c:v>42977</c:v>
                </c:pt>
                <c:pt idx="610">
                  <c:v>42978</c:v>
                </c:pt>
                <c:pt idx="611">
                  <c:v>42979</c:v>
                </c:pt>
                <c:pt idx="612">
                  <c:v>42983</c:v>
                </c:pt>
                <c:pt idx="613">
                  <c:v>42984</c:v>
                </c:pt>
                <c:pt idx="614">
                  <c:v>42985</c:v>
                </c:pt>
                <c:pt idx="615">
                  <c:v>42986</c:v>
                </c:pt>
                <c:pt idx="616">
                  <c:v>42989</c:v>
                </c:pt>
                <c:pt idx="617">
                  <c:v>42990</c:v>
                </c:pt>
                <c:pt idx="618">
                  <c:v>42991</c:v>
                </c:pt>
                <c:pt idx="619">
                  <c:v>42992</c:v>
                </c:pt>
                <c:pt idx="620">
                  <c:v>42993</c:v>
                </c:pt>
                <c:pt idx="621">
                  <c:v>42996</c:v>
                </c:pt>
                <c:pt idx="622">
                  <c:v>42997</c:v>
                </c:pt>
                <c:pt idx="623">
                  <c:v>42998</c:v>
                </c:pt>
                <c:pt idx="624">
                  <c:v>42999</c:v>
                </c:pt>
                <c:pt idx="625">
                  <c:v>43000</c:v>
                </c:pt>
                <c:pt idx="626">
                  <c:v>43003</c:v>
                </c:pt>
                <c:pt idx="627">
                  <c:v>43004</c:v>
                </c:pt>
                <c:pt idx="628">
                  <c:v>43005</c:v>
                </c:pt>
                <c:pt idx="629">
                  <c:v>43006</c:v>
                </c:pt>
                <c:pt idx="630">
                  <c:v>43007</c:v>
                </c:pt>
                <c:pt idx="631">
                  <c:v>43011</c:v>
                </c:pt>
                <c:pt idx="632">
                  <c:v>43012</c:v>
                </c:pt>
                <c:pt idx="633">
                  <c:v>43013</c:v>
                </c:pt>
                <c:pt idx="634">
                  <c:v>43014</c:v>
                </c:pt>
                <c:pt idx="635">
                  <c:v>43018</c:v>
                </c:pt>
                <c:pt idx="636">
                  <c:v>43019</c:v>
                </c:pt>
                <c:pt idx="637">
                  <c:v>43020</c:v>
                </c:pt>
                <c:pt idx="638">
                  <c:v>43021</c:v>
                </c:pt>
                <c:pt idx="639">
                  <c:v>43024</c:v>
                </c:pt>
                <c:pt idx="640">
                  <c:v>43025</c:v>
                </c:pt>
                <c:pt idx="641">
                  <c:v>43026</c:v>
                </c:pt>
                <c:pt idx="642">
                  <c:v>43031</c:v>
                </c:pt>
                <c:pt idx="643">
                  <c:v>43032</c:v>
                </c:pt>
                <c:pt idx="644">
                  <c:v>43033</c:v>
                </c:pt>
                <c:pt idx="645">
                  <c:v>43034</c:v>
                </c:pt>
                <c:pt idx="646">
                  <c:v>43035</c:v>
                </c:pt>
                <c:pt idx="647">
                  <c:v>43038</c:v>
                </c:pt>
                <c:pt idx="648">
                  <c:v>43039</c:v>
                </c:pt>
                <c:pt idx="649">
                  <c:v>43040</c:v>
                </c:pt>
                <c:pt idx="650">
                  <c:v>43041</c:v>
                </c:pt>
                <c:pt idx="651">
                  <c:v>43042</c:v>
                </c:pt>
                <c:pt idx="652">
                  <c:v>43045</c:v>
                </c:pt>
                <c:pt idx="653">
                  <c:v>43046</c:v>
                </c:pt>
                <c:pt idx="654">
                  <c:v>43047</c:v>
                </c:pt>
                <c:pt idx="655">
                  <c:v>43048</c:v>
                </c:pt>
                <c:pt idx="656">
                  <c:v>43049</c:v>
                </c:pt>
                <c:pt idx="657">
                  <c:v>43052</c:v>
                </c:pt>
                <c:pt idx="658">
                  <c:v>43053</c:v>
                </c:pt>
                <c:pt idx="659">
                  <c:v>43054</c:v>
                </c:pt>
                <c:pt idx="660">
                  <c:v>43055</c:v>
                </c:pt>
                <c:pt idx="661">
                  <c:v>43056</c:v>
                </c:pt>
                <c:pt idx="662">
                  <c:v>43059</c:v>
                </c:pt>
                <c:pt idx="663">
                  <c:v>43060</c:v>
                </c:pt>
                <c:pt idx="664">
                  <c:v>43061</c:v>
                </c:pt>
                <c:pt idx="665">
                  <c:v>43066</c:v>
                </c:pt>
                <c:pt idx="666">
                  <c:v>43067</c:v>
                </c:pt>
                <c:pt idx="667">
                  <c:v>43068</c:v>
                </c:pt>
                <c:pt idx="668">
                  <c:v>43069</c:v>
                </c:pt>
                <c:pt idx="669">
                  <c:v>43073</c:v>
                </c:pt>
                <c:pt idx="670">
                  <c:v>43074</c:v>
                </c:pt>
                <c:pt idx="671">
                  <c:v>43075</c:v>
                </c:pt>
                <c:pt idx="672">
                  <c:v>43076</c:v>
                </c:pt>
                <c:pt idx="673">
                  <c:v>43077</c:v>
                </c:pt>
                <c:pt idx="674">
                  <c:v>43080</c:v>
                </c:pt>
                <c:pt idx="675">
                  <c:v>43081</c:v>
                </c:pt>
                <c:pt idx="676">
                  <c:v>43082</c:v>
                </c:pt>
                <c:pt idx="677">
                  <c:v>43083</c:v>
                </c:pt>
                <c:pt idx="678">
                  <c:v>43084</c:v>
                </c:pt>
                <c:pt idx="679">
                  <c:v>43087</c:v>
                </c:pt>
                <c:pt idx="680">
                  <c:v>43088</c:v>
                </c:pt>
                <c:pt idx="681">
                  <c:v>43089</c:v>
                </c:pt>
                <c:pt idx="682">
                  <c:v>43090</c:v>
                </c:pt>
                <c:pt idx="683">
                  <c:v>43091</c:v>
                </c:pt>
                <c:pt idx="684">
                  <c:v>43095</c:v>
                </c:pt>
                <c:pt idx="685">
                  <c:v>43096</c:v>
                </c:pt>
                <c:pt idx="686">
                  <c:v>43097</c:v>
                </c:pt>
                <c:pt idx="687">
                  <c:v>43098</c:v>
                </c:pt>
                <c:pt idx="688">
                  <c:v>43102</c:v>
                </c:pt>
                <c:pt idx="689">
                  <c:v>43103</c:v>
                </c:pt>
                <c:pt idx="690">
                  <c:v>43104</c:v>
                </c:pt>
                <c:pt idx="691">
                  <c:v>43105</c:v>
                </c:pt>
                <c:pt idx="692">
                  <c:v>43108</c:v>
                </c:pt>
                <c:pt idx="693">
                  <c:v>43109</c:v>
                </c:pt>
                <c:pt idx="694">
                  <c:v>43110</c:v>
                </c:pt>
                <c:pt idx="695">
                  <c:v>43111</c:v>
                </c:pt>
                <c:pt idx="696">
                  <c:v>43112</c:v>
                </c:pt>
                <c:pt idx="697">
                  <c:v>43116</c:v>
                </c:pt>
                <c:pt idx="698">
                  <c:v>43117</c:v>
                </c:pt>
                <c:pt idx="699">
                  <c:v>43118</c:v>
                </c:pt>
                <c:pt idx="700">
                  <c:v>43119</c:v>
                </c:pt>
                <c:pt idx="701">
                  <c:v>43122</c:v>
                </c:pt>
                <c:pt idx="702">
                  <c:v>43123</c:v>
                </c:pt>
                <c:pt idx="703">
                  <c:v>43124</c:v>
                </c:pt>
                <c:pt idx="704">
                  <c:v>43125</c:v>
                </c:pt>
                <c:pt idx="705">
                  <c:v>43129</c:v>
                </c:pt>
                <c:pt idx="706">
                  <c:v>43130</c:v>
                </c:pt>
                <c:pt idx="707">
                  <c:v>43131</c:v>
                </c:pt>
                <c:pt idx="708">
                  <c:v>43132</c:v>
                </c:pt>
                <c:pt idx="709">
                  <c:v>43133</c:v>
                </c:pt>
                <c:pt idx="710">
                  <c:v>43136</c:v>
                </c:pt>
                <c:pt idx="711">
                  <c:v>43137</c:v>
                </c:pt>
                <c:pt idx="712">
                  <c:v>43138</c:v>
                </c:pt>
                <c:pt idx="713">
                  <c:v>43139</c:v>
                </c:pt>
                <c:pt idx="714">
                  <c:v>43140</c:v>
                </c:pt>
                <c:pt idx="715">
                  <c:v>43143</c:v>
                </c:pt>
                <c:pt idx="716">
                  <c:v>43145</c:v>
                </c:pt>
                <c:pt idx="717">
                  <c:v>43146</c:v>
                </c:pt>
                <c:pt idx="718">
                  <c:v>43147</c:v>
                </c:pt>
                <c:pt idx="719">
                  <c:v>43151</c:v>
                </c:pt>
                <c:pt idx="720">
                  <c:v>43152</c:v>
                </c:pt>
                <c:pt idx="721">
                  <c:v>43153</c:v>
                </c:pt>
                <c:pt idx="722">
                  <c:v>43154</c:v>
                </c:pt>
                <c:pt idx="723">
                  <c:v>43157</c:v>
                </c:pt>
                <c:pt idx="724">
                  <c:v>43158</c:v>
                </c:pt>
                <c:pt idx="725">
                  <c:v>43159</c:v>
                </c:pt>
                <c:pt idx="726">
                  <c:v>43160</c:v>
                </c:pt>
                <c:pt idx="727">
                  <c:v>43164</c:v>
                </c:pt>
                <c:pt idx="728">
                  <c:v>43165</c:v>
                </c:pt>
                <c:pt idx="729">
                  <c:v>43166</c:v>
                </c:pt>
                <c:pt idx="730">
                  <c:v>43167</c:v>
                </c:pt>
                <c:pt idx="731">
                  <c:v>43168</c:v>
                </c:pt>
                <c:pt idx="732">
                  <c:v>43171</c:v>
                </c:pt>
                <c:pt idx="733">
                  <c:v>43172</c:v>
                </c:pt>
                <c:pt idx="734">
                  <c:v>43173</c:v>
                </c:pt>
                <c:pt idx="735">
                  <c:v>43174</c:v>
                </c:pt>
                <c:pt idx="736">
                  <c:v>43175</c:v>
                </c:pt>
                <c:pt idx="737">
                  <c:v>43178</c:v>
                </c:pt>
                <c:pt idx="738">
                  <c:v>43179</c:v>
                </c:pt>
                <c:pt idx="739">
                  <c:v>43181</c:v>
                </c:pt>
                <c:pt idx="740">
                  <c:v>43182</c:v>
                </c:pt>
                <c:pt idx="741">
                  <c:v>43185</c:v>
                </c:pt>
                <c:pt idx="742">
                  <c:v>43186</c:v>
                </c:pt>
                <c:pt idx="743">
                  <c:v>43187</c:v>
                </c:pt>
                <c:pt idx="744">
                  <c:v>43192</c:v>
                </c:pt>
                <c:pt idx="745">
                  <c:v>43193</c:v>
                </c:pt>
                <c:pt idx="746">
                  <c:v>43194</c:v>
                </c:pt>
                <c:pt idx="747">
                  <c:v>43195</c:v>
                </c:pt>
                <c:pt idx="748">
                  <c:v>43196</c:v>
                </c:pt>
                <c:pt idx="749">
                  <c:v>43199</c:v>
                </c:pt>
                <c:pt idx="750">
                  <c:v>43200</c:v>
                </c:pt>
                <c:pt idx="751">
                  <c:v>43201</c:v>
                </c:pt>
                <c:pt idx="752">
                  <c:v>43202</c:v>
                </c:pt>
                <c:pt idx="753">
                  <c:v>43203</c:v>
                </c:pt>
                <c:pt idx="754">
                  <c:v>43206</c:v>
                </c:pt>
                <c:pt idx="755">
                  <c:v>43207</c:v>
                </c:pt>
                <c:pt idx="756">
                  <c:v>43208</c:v>
                </c:pt>
                <c:pt idx="757">
                  <c:v>43209</c:v>
                </c:pt>
                <c:pt idx="758">
                  <c:v>43210</c:v>
                </c:pt>
                <c:pt idx="759">
                  <c:v>43213</c:v>
                </c:pt>
                <c:pt idx="760">
                  <c:v>43214</c:v>
                </c:pt>
                <c:pt idx="761">
                  <c:v>43215</c:v>
                </c:pt>
                <c:pt idx="762">
                  <c:v>43216</c:v>
                </c:pt>
                <c:pt idx="763">
                  <c:v>43217</c:v>
                </c:pt>
                <c:pt idx="764">
                  <c:v>43220</c:v>
                </c:pt>
                <c:pt idx="765">
                  <c:v>43222</c:v>
                </c:pt>
                <c:pt idx="766">
                  <c:v>43223</c:v>
                </c:pt>
                <c:pt idx="767">
                  <c:v>43224</c:v>
                </c:pt>
                <c:pt idx="768">
                  <c:v>43227</c:v>
                </c:pt>
                <c:pt idx="769">
                  <c:v>43228</c:v>
                </c:pt>
                <c:pt idx="770">
                  <c:v>43229</c:v>
                </c:pt>
                <c:pt idx="771">
                  <c:v>43230</c:v>
                </c:pt>
                <c:pt idx="772">
                  <c:v>43231</c:v>
                </c:pt>
                <c:pt idx="773">
                  <c:v>43234</c:v>
                </c:pt>
                <c:pt idx="774">
                  <c:v>43235</c:v>
                </c:pt>
                <c:pt idx="775">
                  <c:v>43236</c:v>
                </c:pt>
                <c:pt idx="776">
                  <c:v>43237</c:v>
                </c:pt>
                <c:pt idx="777">
                  <c:v>43238</c:v>
                </c:pt>
                <c:pt idx="778">
                  <c:v>43241</c:v>
                </c:pt>
                <c:pt idx="779">
                  <c:v>43242</c:v>
                </c:pt>
                <c:pt idx="780">
                  <c:v>43243</c:v>
                </c:pt>
                <c:pt idx="781">
                  <c:v>43244</c:v>
                </c:pt>
                <c:pt idx="782">
                  <c:v>43245</c:v>
                </c:pt>
                <c:pt idx="783">
                  <c:v>43249</c:v>
                </c:pt>
                <c:pt idx="784">
                  <c:v>43250</c:v>
                </c:pt>
                <c:pt idx="785">
                  <c:v>43251</c:v>
                </c:pt>
                <c:pt idx="786">
                  <c:v>43252</c:v>
                </c:pt>
                <c:pt idx="787">
                  <c:v>43255</c:v>
                </c:pt>
                <c:pt idx="788">
                  <c:v>43256</c:v>
                </c:pt>
                <c:pt idx="789">
                  <c:v>43257</c:v>
                </c:pt>
                <c:pt idx="790">
                  <c:v>43258</c:v>
                </c:pt>
                <c:pt idx="791">
                  <c:v>43259</c:v>
                </c:pt>
                <c:pt idx="792">
                  <c:v>43262</c:v>
                </c:pt>
                <c:pt idx="793">
                  <c:v>43263</c:v>
                </c:pt>
                <c:pt idx="794">
                  <c:v>43264</c:v>
                </c:pt>
                <c:pt idx="795">
                  <c:v>43265</c:v>
                </c:pt>
                <c:pt idx="796">
                  <c:v>43266</c:v>
                </c:pt>
                <c:pt idx="797">
                  <c:v>43269</c:v>
                </c:pt>
                <c:pt idx="798">
                  <c:v>43270</c:v>
                </c:pt>
                <c:pt idx="799">
                  <c:v>43271</c:v>
                </c:pt>
                <c:pt idx="800">
                  <c:v>43272</c:v>
                </c:pt>
                <c:pt idx="801">
                  <c:v>43273</c:v>
                </c:pt>
                <c:pt idx="802">
                  <c:v>43276</c:v>
                </c:pt>
                <c:pt idx="803">
                  <c:v>43277</c:v>
                </c:pt>
                <c:pt idx="804">
                  <c:v>43278</c:v>
                </c:pt>
                <c:pt idx="805">
                  <c:v>43279</c:v>
                </c:pt>
                <c:pt idx="806">
                  <c:v>43280</c:v>
                </c:pt>
                <c:pt idx="807">
                  <c:v>43283</c:v>
                </c:pt>
                <c:pt idx="808">
                  <c:v>43284</c:v>
                </c:pt>
                <c:pt idx="809">
                  <c:v>43286</c:v>
                </c:pt>
                <c:pt idx="810">
                  <c:v>43287</c:v>
                </c:pt>
                <c:pt idx="811">
                  <c:v>43290</c:v>
                </c:pt>
                <c:pt idx="812">
                  <c:v>43291</c:v>
                </c:pt>
                <c:pt idx="813">
                  <c:v>43292</c:v>
                </c:pt>
                <c:pt idx="814">
                  <c:v>43293</c:v>
                </c:pt>
                <c:pt idx="815">
                  <c:v>43294</c:v>
                </c:pt>
                <c:pt idx="816">
                  <c:v>43297</c:v>
                </c:pt>
                <c:pt idx="817">
                  <c:v>43298</c:v>
                </c:pt>
                <c:pt idx="818">
                  <c:v>43299</c:v>
                </c:pt>
                <c:pt idx="819">
                  <c:v>43300</c:v>
                </c:pt>
                <c:pt idx="820">
                  <c:v>43301</c:v>
                </c:pt>
                <c:pt idx="821">
                  <c:v>43304</c:v>
                </c:pt>
                <c:pt idx="822">
                  <c:v>43305</c:v>
                </c:pt>
                <c:pt idx="823">
                  <c:v>43306</c:v>
                </c:pt>
                <c:pt idx="824">
                  <c:v>43307</c:v>
                </c:pt>
                <c:pt idx="825">
                  <c:v>43308</c:v>
                </c:pt>
                <c:pt idx="826">
                  <c:v>43311</c:v>
                </c:pt>
                <c:pt idx="827">
                  <c:v>43312</c:v>
                </c:pt>
                <c:pt idx="828">
                  <c:v>43313</c:v>
                </c:pt>
                <c:pt idx="829">
                  <c:v>43314</c:v>
                </c:pt>
                <c:pt idx="830">
                  <c:v>43315</c:v>
                </c:pt>
                <c:pt idx="831">
                  <c:v>43318</c:v>
                </c:pt>
                <c:pt idx="832">
                  <c:v>43319</c:v>
                </c:pt>
                <c:pt idx="833">
                  <c:v>43320</c:v>
                </c:pt>
                <c:pt idx="834">
                  <c:v>43321</c:v>
                </c:pt>
                <c:pt idx="835">
                  <c:v>43322</c:v>
                </c:pt>
                <c:pt idx="836">
                  <c:v>43325</c:v>
                </c:pt>
                <c:pt idx="837">
                  <c:v>43328</c:v>
                </c:pt>
                <c:pt idx="838">
                  <c:v>43332</c:v>
                </c:pt>
                <c:pt idx="839">
                  <c:v>43333</c:v>
                </c:pt>
                <c:pt idx="840">
                  <c:v>43335</c:v>
                </c:pt>
                <c:pt idx="841">
                  <c:v>43336</c:v>
                </c:pt>
                <c:pt idx="842">
                  <c:v>43339</c:v>
                </c:pt>
                <c:pt idx="843">
                  <c:v>43340</c:v>
                </c:pt>
                <c:pt idx="844">
                  <c:v>43341</c:v>
                </c:pt>
                <c:pt idx="845">
                  <c:v>43342</c:v>
                </c:pt>
                <c:pt idx="846">
                  <c:v>43343</c:v>
                </c:pt>
                <c:pt idx="847">
                  <c:v>43347</c:v>
                </c:pt>
                <c:pt idx="848">
                  <c:v>43348</c:v>
                </c:pt>
                <c:pt idx="849">
                  <c:v>43349</c:v>
                </c:pt>
                <c:pt idx="850">
                  <c:v>43350</c:v>
                </c:pt>
                <c:pt idx="851">
                  <c:v>43353</c:v>
                </c:pt>
                <c:pt idx="852">
                  <c:v>43354</c:v>
                </c:pt>
                <c:pt idx="853">
                  <c:v>43355</c:v>
                </c:pt>
                <c:pt idx="854">
                  <c:v>43357</c:v>
                </c:pt>
                <c:pt idx="855">
                  <c:v>43360</c:v>
                </c:pt>
                <c:pt idx="856">
                  <c:v>43361</c:v>
                </c:pt>
                <c:pt idx="857">
                  <c:v>43362</c:v>
                </c:pt>
                <c:pt idx="858">
                  <c:v>43364</c:v>
                </c:pt>
                <c:pt idx="859">
                  <c:v>43367</c:v>
                </c:pt>
                <c:pt idx="860">
                  <c:v>43368</c:v>
                </c:pt>
                <c:pt idx="861">
                  <c:v>43369</c:v>
                </c:pt>
                <c:pt idx="862">
                  <c:v>43370</c:v>
                </c:pt>
                <c:pt idx="863">
                  <c:v>43371</c:v>
                </c:pt>
                <c:pt idx="864">
                  <c:v>43374</c:v>
                </c:pt>
                <c:pt idx="865">
                  <c:v>43376</c:v>
                </c:pt>
                <c:pt idx="866">
                  <c:v>43377</c:v>
                </c:pt>
                <c:pt idx="867">
                  <c:v>43378</c:v>
                </c:pt>
                <c:pt idx="868">
                  <c:v>43382</c:v>
                </c:pt>
                <c:pt idx="869">
                  <c:v>43383</c:v>
                </c:pt>
                <c:pt idx="870">
                  <c:v>43384</c:v>
                </c:pt>
                <c:pt idx="871">
                  <c:v>43385</c:v>
                </c:pt>
                <c:pt idx="872">
                  <c:v>43388</c:v>
                </c:pt>
                <c:pt idx="873">
                  <c:v>43389</c:v>
                </c:pt>
                <c:pt idx="874">
                  <c:v>43390</c:v>
                </c:pt>
                <c:pt idx="875">
                  <c:v>43392</c:v>
                </c:pt>
                <c:pt idx="876">
                  <c:v>43395</c:v>
                </c:pt>
                <c:pt idx="877">
                  <c:v>43396</c:v>
                </c:pt>
                <c:pt idx="878">
                  <c:v>43397</c:v>
                </c:pt>
                <c:pt idx="879">
                  <c:v>43398</c:v>
                </c:pt>
                <c:pt idx="880">
                  <c:v>43399</c:v>
                </c:pt>
                <c:pt idx="881">
                  <c:v>43402</c:v>
                </c:pt>
                <c:pt idx="882">
                  <c:v>43403</c:v>
                </c:pt>
                <c:pt idx="883">
                  <c:v>43404</c:v>
                </c:pt>
                <c:pt idx="884">
                  <c:v>43405</c:v>
                </c:pt>
                <c:pt idx="885">
                  <c:v>43406</c:v>
                </c:pt>
                <c:pt idx="886">
                  <c:v>43409</c:v>
                </c:pt>
                <c:pt idx="887">
                  <c:v>43413</c:v>
                </c:pt>
                <c:pt idx="888">
                  <c:v>43416</c:v>
                </c:pt>
                <c:pt idx="889">
                  <c:v>43417</c:v>
                </c:pt>
                <c:pt idx="890">
                  <c:v>43418</c:v>
                </c:pt>
                <c:pt idx="891">
                  <c:v>43419</c:v>
                </c:pt>
                <c:pt idx="892">
                  <c:v>43420</c:v>
                </c:pt>
                <c:pt idx="893">
                  <c:v>43423</c:v>
                </c:pt>
                <c:pt idx="894">
                  <c:v>43424</c:v>
                </c:pt>
                <c:pt idx="895">
                  <c:v>43430</c:v>
                </c:pt>
                <c:pt idx="896">
                  <c:v>43431</c:v>
                </c:pt>
                <c:pt idx="897">
                  <c:v>43432</c:v>
                </c:pt>
                <c:pt idx="898">
                  <c:v>43433</c:v>
                </c:pt>
                <c:pt idx="899">
                  <c:v>43434</c:v>
                </c:pt>
                <c:pt idx="900">
                  <c:v>43437</c:v>
                </c:pt>
                <c:pt idx="901">
                  <c:v>43438</c:v>
                </c:pt>
                <c:pt idx="902">
                  <c:v>43440</c:v>
                </c:pt>
                <c:pt idx="903">
                  <c:v>43441</c:v>
                </c:pt>
                <c:pt idx="904">
                  <c:v>43444</c:v>
                </c:pt>
                <c:pt idx="905">
                  <c:v>43445</c:v>
                </c:pt>
                <c:pt idx="906">
                  <c:v>43446</c:v>
                </c:pt>
                <c:pt idx="907">
                  <c:v>43447</c:v>
                </c:pt>
                <c:pt idx="908">
                  <c:v>43448</c:v>
                </c:pt>
                <c:pt idx="909">
                  <c:v>43451</c:v>
                </c:pt>
                <c:pt idx="910">
                  <c:v>43452</c:v>
                </c:pt>
                <c:pt idx="911">
                  <c:v>43453</c:v>
                </c:pt>
                <c:pt idx="912">
                  <c:v>43454</c:v>
                </c:pt>
                <c:pt idx="913">
                  <c:v>43455</c:v>
                </c:pt>
                <c:pt idx="914">
                  <c:v>43460</c:v>
                </c:pt>
                <c:pt idx="915">
                  <c:v>43461</c:v>
                </c:pt>
                <c:pt idx="916">
                  <c:v>43462</c:v>
                </c:pt>
                <c:pt idx="917">
                  <c:v>43467</c:v>
                </c:pt>
                <c:pt idx="918">
                  <c:v>43468</c:v>
                </c:pt>
                <c:pt idx="919">
                  <c:v>43469</c:v>
                </c:pt>
                <c:pt idx="920">
                  <c:v>43472</c:v>
                </c:pt>
                <c:pt idx="921">
                  <c:v>43473</c:v>
                </c:pt>
                <c:pt idx="922">
                  <c:v>43474</c:v>
                </c:pt>
                <c:pt idx="923">
                  <c:v>43475</c:v>
                </c:pt>
                <c:pt idx="924">
                  <c:v>43476</c:v>
                </c:pt>
                <c:pt idx="925">
                  <c:v>43479</c:v>
                </c:pt>
                <c:pt idx="926">
                  <c:v>43480</c:v>
                </c:pt>
                <c:pt idx="927">
                  <c:v>43481</c:v>
                </c:pt>
                <c:pt idx="928">
                  <c:v>43482</c:v>
                </c:pt>
                <c:pt idx="929">
                  <c:v>43483</c:v>
                </c:pt>
                <c:pt idx="930">
                  <c:v>43487</c:v>
                </c:pt>
                <c:pt idx="931">
                  <c:v>43488</c:v>
                </c:pt>
                <c:pt idx="932">
                  <c:v>43489</c:v>
                </c:pt>
                <c:pt idx="933">
                  <c:v>43490</c:v>
                </c:pt>
                <c:pt idx="934">
                  <c:v>43493</c:v>
                </c:pt>
                <c:pt idx="935">
                  <c:v>43494</c:v>
                </c:pt>
                <c:pt idx="936">
                  <c:v>43495</c:v>
                </c:pt>
                <c:pt idx="937">
                  <c:v>43496</c:v>
                </c:pt>
                <c:pt idx="938">
                  <c:v>43497</c:v>
                </c:pt>
                <c:pt idx="939">
                  <c:v>43500</c:v>
                </c:pt>
                <c:pt idx="940">
                  <c:v>43501</c:v>
                </c:pt>
                <c:pt idx="941">
                  <c:v>43502</c:v>
                </c:pt>
                <c:pt idx="942">
                  <c:v>43503</c:v>
                </c:pt>
                <c:pt idx="943">
                  <c:v>43504</c:v>
                </c:pt>
                <c:pt idx="944">
                  <c:v>43507</c:v>
                </c:pt>
                <c:pt idx="945">
                  <c:v>43508</c:v>
                </c:pt>
                <c:pt idx="946">
                  <c:v>43509</c:v>
                </c:pt>
                <c:pt idx="947">
                  <c:v>43510</c:v>
                </c:pt>
                <c:pt idx="948">
                  <c:v>43511</c:v>
                </c:pt>
                <c:pt idx="949">
                  <c:v>43516</c:v>
                </c:pt>
                <c:pt idx="950">
                  <c:v>43517</c:v>
                </c:pt>
                <c:pt idx="951">
                  <c:v>43518</c:v>
                </c:pt>
                <c:pt idx="952">
                  <c:v>43521</c:v>
                </c:pt>
                <c:pt idx="953">
                  <c:v>43522</c:v>
                </c:pt>
                <c:pt idx="954">
                  <c:v>43523</c:v>
                </c:pt>
                <c:pt idx="955">
                  <c:v>43524</c:v>
                </c:pt>
                <c:pt idx="956">
                  <c:v>43525</c:v>
                </c:pt>
                <c:pt idx="957">
                  <c:v>43529</c:v>
                </c:pt>
                <c:pt idx="958">
                  <c:v>43530</c:v>
                </c:pt>
                <c:pt idx="959">
                  <c:v>43531</c:v>
                </c:pt>
                <c:pt idx="960">
                  <c:v>43532</c:v>
                </c:pt>
                <c:pt idx="961">
                  <c:v>43535</c:v>
                </c:pt>
                <c:pt idx="962">
                  <c:v>43536</c:v>
                </c:pt>
                <c:pt idx="963">
                  <c:v>43537</c:v>
                </c:pt>
                <c:pt idx="964">
                  <c:v>43538</c:v>
                </c:pt>
                <c:pt idx="965">
                  <c:v>43539</c:v>
                </c:pt>
                <c:pt idx="966">
                  <c:v>43542</c:v>
                </c:pt>
                <c:pt idx="967">
                  <c:v>43543</c:v>
                </c:pt>
                <c:pt idx="968">
                  <c:v>43544</c:v>
                </c:pt>
                <c:pt idx="969">
                  <c:v>43546</c:v>
                </c:pt>
                <c:pt idx="970">
                  <c:v>43549</c:v>
                </c:pt>
                <c:pt idx="971">
                  <c:v>43550</c:v>
                </c:pt>
                <c:pt idx="972">
                  <c:v>43551</c:v>
                </c:pt>
                <c:pt idx="973">
                  <c:v>43552</c:v>
                </c:pt>
                <c:pt idx="974">
                  <c:v>43553</c:v>
                </c:pt>
                <c:pt idx="975">
                  <c:v>43557</c:v>
                </c:pt>
                <c:pt idx="976">
                  <c:v>43558</c:v>
                </c:pt>
                <c:pt idx="977">
                  <c:v>43559</c:v>
                </c:pt>
                <c:pt idx="978">
                  <c:v>43560</c:v>
                </c:pt>
                <c:pt idx="979">
                  <c:v>43563</c:v>
                </c:pt>
                <c:pt idx="980">
                  <c:v>43564</c:v>
                </c:pt>
                <c:pt idx="981">
                  <c:v>43565</c:v>
                </c:pt>
                <c:pt idx="982">
                  <c:v>43566</c:v>
                </c:pt>
                <c:pt idx="983">
                  <c:v>43567</c:v>
                </c:pt>
                <c:pt idx="984">
                  <c:v>43570</c:v>
                </c:pt>
                <c:pt idx="985">
                  <c:v>43571</c:v>
                </c:pt>
                <c:pt idx="986">
                  <c:v>43573</c:v>
                </c:pt>
                <c:pt idx="987">
                  <c:v>43577</c:v>
                </c:pt>
                <c:pt idx="988">
                  <c:v>43578</c:v>
                </c:pt>
                <c:pt idx="989">
                  <c:v>43579</c:v>
                </c:pt>
                <c:pt idx="990">
                  <c:v>43580</c:v>
                </c:pt>
                <c:pt idx="991">
                  <c:v>43581</c:v>
                </c:pt>
                <c:pt idx="992">
                  <c:v>43585</c:v>
                </c:pt>
                <c:pt idx="993">
                  <c:v>43587</c:v>
                </c:pt>
                <c:pt idx="994">
                  <c:v>43588</c:v>
                </c:pt>
                <c:pt idx="995">
                  <c:v>43591</c:v>
                </c:pt>
                <c:pt idx="996">
                  <c:v>43592</c:v>
                </c:pt>
                <c:pt idx="997">
                  <c:v>43593</c:v>
                </c:pt>
                <c:pt idx="998">
                  <c:v>43594</c:v>
                </c:pt>
                <c:pt idx="999">
                  <c:v>43595</c:v>
                </c:pt>
                <c:pt idx="1000">
                  <c:v>43598</c:v>
                </c:pt>
                <c:pt idx="1001">
                  <c:v>43599</c:v>
                </c:pt>
                <c:pt idx="1002">
                  <c:v>43600</c:v>
                </c:pt>
                <c:pt idx="1003">
                  <c:v>43601</c:v>
                </c:pt>
                <c:pt idx="1004">
                  <c:v>43602</c:v>
                </c:pt>
                <c:pt idx="1005">
                  <c:v>43605</c:v>
                </c:pt>
                <c:pt idx="1006">
                  <c:v>43606</c:v>
                </c:pt>
                <c:pt idx="1007">
                  <c:v>43607</c:v>
                </c:pt>
                <c:pt idx="1008">
                  <c:v>43608</c:v>
                </c:pt>
                <c:pt idx="1009">
                  <c:v>43609</c:v>
                </c:pt>
                <c:pt idx="1010">
                  <c:v>43613</c:v>
                </c:pt>
                <c:pt idx="1011">
                  <c:v>43614</c:v>
                </c:pt>
                <c:pt idx="1012">
                  <c:v>43615</c:v>
                </c:pt>
                <c:pt idx="1013">
                  <c:v>43616</c:v>
                </c:pt>
                <c:pt idx="1014">
                  <c:v>43619</c:v>
                </c:pt>
                <c:pt idx="1015">
                  <c:v>43620</c:v>
                </c:pt>
                <c:pt idx="1016">
                  <c:v>43622</c:v>
                </c:pt>
                <c:pt idx="1017">
                  <c:v>43623</c:v>
                </c:pt>
                <c:pt idx="1018">
                  <c:v>43626</c:v>
                </c:pt>
                <c:pt idx="1019">
                  <c:v>43627</c:v>
                </c:pt>
                <c:pt idx="1020">
                  <c:v>43628</c:v>
                </c:pt>
                <c:pt idx="1021">
                  <c:v>43629</c:v>
                </c:pt>
                <c:pt idx="1022">
                  <c:v>43630</c:v>
                </c:pt>
                <c:pt idx="1023">
                  <c:v>43633</c:v>
                </c:pt>
                <c:pt idx="1024">
                  <c:v>43634</c:v>
                </c:pt>
                <c:pt idx="1025">
                  <c:v>43635</c:v>
                </c:pt>
                <c:pt idx="1026">
                  <c:v>43636</c:v>
                </c:pt>
                <c:pt idx="1027">
                  <c:v>43637</c:v>
                </c:pt>
                <c:pt idx="1028">
                  <c:v>43640</c:v>
                </c:pt>
                <c:pt idx="1029">
                  <c:v>43641</c:v>
                </c:pt>
                <c:pt idx="1030">
                  <c:v>43642</c:v>
                </c:pt>
                <c:pt idx="1031">
                  <c:v>43643</c:v>
                </c:pt>
                <c:pt idx="1032">
                  <c:v>43644</c:v>
                </c:pt>
                <c:pt idx="1033">
                  <c:v>43647</c:v>
                </c:pt>
                <c:pt idx="1034">
                  <c:v>43648</c:v>
                </c:pt>
                <c:pt idx="1035">
                  <c:v>43649</c:v>
                </c:pt>
                <c:pt idx="1036">
                  <c:v>43654</c:v>
                </c:pt>
                <c:pt idx="1037">
                  <c:v>43655</c:v>
                </c:pt>
                <c:pt idx="1038">
                  <c:v>43656</c:v>
                </c:pt>
                <c:pt idx="1039">
                  <c:v>43657</c:v>
                </c:pt>
                <c:pt idx="1040">
                  <c:v>43658</c:v>
                </c:pt>
                <c:pt idx="1041">
                  <c:v>43661</c:v>
                </c:pt>
                <c:pt idx="1042">
                  <c:v>43662</c:v>
                </c:pt>
                <c:pt idx="1043">
                  <c:v>43663</c:v>
                </c:pt>
                <c:pt idx="1044">
                  <c:v>43664</c:v>
                </c:pt>
                <c:pt idx="1045">
                  <c:v>43665</c:v>
                </c:pt>
                <c:pt idx="1046">
                  <c:v>43668</c:v>
                </c:pt>
                <c:pt idx="1047">
                  <c:v>43669</c:v>
                </c:pt>
                <c:pt idx="1048">
                  <c:v>43670</c:v>
                </c:pt>
                <c:pt idx="1049">
                  <c:v>43671</c:v>
                </c:pt>
                <c:pt idx="1050">
                  <c:v>43672</c:v>
                </c:pt>
                <c:pt idx="1051">
                  <c:v>43675</c:v>
                </c:pt>
                <c:pt idx="1052">
                  <c:v>43676</c:v>
                </c:pt>
                <c:pt idx="1053">
                  <c:v>43677</c:v>
                </c:pt>
                <c:pt idx="1054">
                  <c:v>43678</c:v>
                </c:pt>
                <c:pt idx="1055">
                  <c:v>43679</c:v>
                </c:pt>
                <c:pt idx="1056">
                  <c:v>43682</c:v>
                </c:pt>
                <c:pt idx="1057">
                  <c:v>43683</c:v>
                </c:pt>
                <c:pt idx="1058">
                  <c:v>43684</c:v>
                </c:pt>
                <c:pt idx="1059">
                  <c:v>43685</c:v>
                </c:pt>
                <c:pt idx="1060">
                  <c:v>43686</c:v>
                </c:pt>
                <c:pt idx="1061">
                  <c:v>43690</c:v>
                </c:pt>
                <c:pt idx="1062">
                  <c:v>43691</c:v>
                </c:pt>
                <c:pt idx="1063">
                  <c:v>43693</c:v>
                </c:pt>
                <c:pt idx="1064">
                  <c:v>43696</c:v>
                </c:pt>
                <c:pt idx="1065">
                  <c:v>43697</c:v>
                </c:pt>
                <c:pt idx="1066">
                  <c:v>43698</c:v>
                </c:pt>
                <c:pt idx="1067">
                  <c:v>43699</c:v>
                </c:pt>
                <c:pt idx="1068">
                  <c:v>43700</c:v>
                </c:pt>
                <c:pt idx="1069">
                  <c:v>43703</c:v>
                </c:pt>
                <c:pt idx="1070">
                  <c:v>43704</c:v>
                </c:pt>
                <c:pt idx="1071">
                  <c:v>43705</c:v>
                </c:pt>
                <c:pt idx="1072">
                  <c:v>43706</c:v>
                </c:pt>
                <c:pt idx="1073">
                  <c:v>43707</c:v>
                </c:pt>
                <c:pt idx="1074">
                  <c:v>43711</c:v>
                </c:pt>
                <c:pt idx="1075">
                  <c:v>43712</c:v>
                </c:pt>
                <c:pt idx="1076">
                  <c:v>43713</c:v>
                </c:pt>
                <c:pt idx="1077">
                  <c:v>43714</c:v>
                </c:pt>
                <c:pt idx="1078">
                  <c:v>43717</c:v>
                </c:pt>
                <c:pt idx="1079">
                  <c:v>43719</c:v>
                </c:pt>
                <c:pt idx="1080">
                  <c:v>43720</c:v>
                </c:pt>
                <c:pt idx="1081">
                  <c:v>43721</c:v>
                </c:pt>
                <c:pt idx="1082">
                  <c:v>43724</c:v>
                </c:pt>
                <c:pt idx="1083">
                  <c:v>43725</c:v>
                </c:pt>
                <c:pt idx="1084">
                  <c:v>43726</c:v>
                </c:pt>
                <c:pt idx="1085">
                  <c:v>43727</c:v>
                </c:pt>
                <c:pt idx="1086">
                  <c:v>43728</c:v>
                </c:pt>
                <c:pt idx="1087">
                  <c:v>43731</c:v>
                </c:pt>
                <c:pt idx="1088">
                  <c:v>43732</c:v>
                </c:pt>
                <c:pt idx="1089">
                  <c:v>43733</c:v>
                </c:pt>
                <c:pt idx="1090">
                  <c:v>43734</c:v>
                </c:pt>
                <c:pt idx="1091">
                  <c:v>43735</c:v>
                </c:pt>
                <c:pt idx="1092">
                  <c:v>43738</c:v>
                </c:pt>
                <c:pt idx="1093">
                  <c:v>43739</c:v>
                </c:pt>
                <c:pt idx="1094">
                  <c:v>43741</c:v>
                </c:pt>
                <c:pt idx="1095">
                  <c:v>43742</c:v>
                </c:pt>
                <c:pt idx="1096">
                  <c:v>43745</c:v>
                </c:pt>
                <c:pt idx="1097">
                  <c:v>43747</c:v>
                </c:pt>
                <c:pt idx="1098">
                  <c:v>43748</c:v>
                </c:pt>
                <c:pt idx="1099">
                  <c:v>43749</c:v>
                </c:pt>
                <c:pt idx="1100">
                  <c:v>43753</c:v>
                </c:pt>
                <c:pt idx="1101">
                  <c:v>43754</c:v>
                </c:pt>
                <c:pt idx="1102">
                  <c:v>43755</c:v>
                </c:pt>
                <c:pt idx="1103">
                  <c:v>43756</c:v>
                </c:pt>
                <c:pt idx="1104">
                  <c:v>43760</c:v>
                </c:pt>
                <c:pt idx="1105">
                  <c:v>43761</c:v>
                </c:pt>
                <c:pt idx="1106">
                  <c:v>43762</c:v>
                </c:pt>
                <c:pt idx="1107">
                  <c:v>43763</c:v>
                </c:pt>
                <c:pt idx="1108">
                  <c:v>43767</c:v>
                </c:pt>
                <c:pt idx="1109">
                  <c:v>43768</c:v>
                </c:pt>
                <c:pt idx="1110">
                  <c:v>43769</c:v>
                </c:pt>
                <c:pt idx="1111">
                  <c:v>43770</c:v>
                </c:pt>
                <c:pt idx="1112">
                  <c:v>43773</c:v>
                </c:pt>
                <c:pt idx="1113">
                  <c:v>43774</c:v>
                </c:pt>
                <c:pt idx="1114">
                  <c:v>43775</c:v>
                </c:pt>
                <c:pt idx="1115">
                  <c:v>43776</c:v>
                </c:pt>
                <c:pt idx="1116">
                  <c:v>43777</c:v>
                </c:pt>
                <c:pt idx="1117">
                  <c:v>43780</c:v>
                </c:pt>
                <c:pt idx="1118">
                  <c:v>43782</c:v>
                </c:pt>
                <c:pt idx="1119">
                  <c:v>43783</c:v>
                </c:pt>
                <c:pt idx="1120">
                  <c:v>43784</c:v>
                </c:pt>
                <c:pt idx="1121">
                  <c:v>43787</c:v>
                </c:pt>
                <c:pt idx="1122">
                  <c:v>43788</c:v>
                </c:pt>
                <c:pt idx="1123">
                  <c:v>43789</c:v>
                </c:pt>
                <c:pt idx="1124">
                  <c:v>43790</c:v>
                </c:pt>
                <c:pt idx="1125">
                  <c:v>43791</c:v>
                </c:pt>
                <c:pt idx="1126">
                  <c:v>43794</c:v>
                </c:pt>
                <c:pt idx="1127">
                  <c:v>43795</c:v>
                </c:pt>
                <c:pt idx="1128">
                  <c:v>43796</c:v>
                </c:pt>
                <c:pt idx="1129">
                  <c:v>43801</c:v>
                </c:pt>
                <c:pt idx="1130">
                  <c:v>43802</c:v>
                </c:pt>
                <c:pt idx="1131">
                  <c:v>43803</c:v>
                </c:pt>
                <c:pt idx="1132">
                  <c:v>43804</c:v>
                </c:pt>
                <c:pt idx="1133">
                  <c:v>43805</c:v>
                </c:pt>
                <c:pt idx="1134">
                  <c:v>43808</c:v>
                </c:pt>
                <c:pt idx="1135">
                  <c:v>43809</c:v>
                </c:pt>
                <c:pt idx="1136">
                  <c:v>43810</c:v>
                </c:pt>
                <c:pt idx="1137">
                  <c:v>43811</c:v>
                </c:pt>
                <c:pt idx="1138">
                  <c:v>43812</c:v>
                </c:pt>
                <c:pt idx="1139">
                  <c:v>43815</c:v>
                </c:pt>
                <c:pt idx="1140">
                  <c:v>43816</c:v>
                </c:pt>
                <c:pt idx="1141">
                  <c:v>43817</c:v>
                </c:pt>
                <c:pt idx="1142">
                  <c:v>43818</c:v>
                </c:pt>
                <c:pt idx="1143">
                  <c:v>43819</c:v>
                </c:pt>
                <c:pt idx="1144">
                  <c:v>43822</c:v>
                </c:pt>
                <c:pt idx="1145">
                  <c:v>43825</c:v>
                </c:pt>
                <c:pt idx="1146">
                  <c:v>43826</c:v>
                </c:pt>
                <c:pt idx="1147">
                  <c:v>43829</c:v>
                </c:pt>
                <c:pt idx="1148">
                  <c:v>43832</c:v>
                </c:pt>
                <c:pt idx="1149">
                  <c:v>43833</c:v>
                </c:pt>
                <c:pt idx="1150">
                  <c:v>43836</c:v>
                </c:pt>
                <c:pt idx="1151">
                  <c:v>43837</c:v>
                </c:pt>
                <c:pt idx="1152">
                  <c:v>43838</c:v>
                </c:pt>
                <c:pt idx="1153">
                  <c:v>43839</c:v>
                </c:pt>
                <c:pt idx="1154">
                  <c:v>43840</c:v>
                </c:pt>
                <c:pt idx="1155">
                  <c:v>43843</c:v>
                </c:pt>
                <c:pt idx="1156">
                  <c:v>43844</c:v>
                </c:pt>
                <c:pt idx="1157">
                  <c:v>43845</c:v>
                </c:pt>
                <c:pt idx="1158">
                  <c:v>43846</c:v>
                </c:pt>
                <c:pt idx="1159">
                  <c:v>43847</c:v>
                </c:pt>
                <c:pt idx="1160">
                  <c:v>43851</c:v>
                </c:pt>
                <c:pt idx="1161">
                  <c:v>43852</c:v>
                </c:pt>
                <c:pt idx="1162">
                  <c:v>43853</c:v>
                </c:pt>
                <c:pt idx="1163">
                  <c:v>43857</c:v>
                </c:pt>
                <c:pt idx="1164">
                  <c:v>43858</c:v>
                </c:pt>
                <c:pt idx="1165">
                  <c:v>43859</c:v>
                </c:pt>
                <c:pt idx="1166">
                  <c:v>43860</c:v>
                </c:pt>
                <c:pt idx="1167">
                  <c:v>43861</c:v>
                </c:pt>
                <c:pt idx="1168">
                  <c:v>43864</c:v>
                </c:pt>
                <c:pt idx="1169">
                  <c:v>43865</c:v>
                </c:pt>
                <c:pt idx="1170">
                  <c:v>43866</c:v>
                </c:pt>
                <c:pt idx="1171">
                  <c:v>43867</c:v>
                </c:pt>
                <c:pt idx="1172">
                  <c:v>43868</c:v>
                </c:pt>
                <c:pt idx="1173">
                  <c:v>43871</c:v>
                </c:pt>
                <c:pt idx="1174">
                  <c:v>43872</c:v>
                </c:pt>
                <c:pt idx="1175">
                  <c:v>43873</c:v>
                </c:pt>
                <c:pt idx="1176">
                  <c:v>43874</c:v>
                </c:pt>
                <c:pt idx="1177">
                  <c:v>43875</c:v>
                </c:pt>
                <c:pt idx="1178">
                  <c:v>43879</c:v>
                </c:pt>
                <c:pt idx="1179">
                  <c:v>43881</c:v>
                </c:pt>
                <c:pt idx="1180">
                  <c:v>43885</c:v>
                </c:pt>
                <c:pt idx="1181">
                  <c:v>43886</c:v>
                </c:pt>
                <c:pt idx="1182">
                  <c:v>43887</c:v>
                </c:pt>
                <c:pt idx="1183">
                  <c:v>43888</c:v>
                </c:pt>
                <c:pt idx="1184">
                  <c:v>43889</c:v>
                </c:pt>
                <c:pt idx="1185">
                  <c:v>43892</c:v>
                </c:pt>
                <c:pt idx="1186">
                  <c:v>43893</c:v>
                </c:pt>
                <c:pt idx="1187">
                  <c:v>43894</c:v>
                </c:pt>
                <c:pt idx="1188">
                  <c:v>43895</c:v>
                </c:pt>
                <c:pt idx="1189">
                  <c:v>43896</c:v>
                </c:pt>
                <c:pt idx="1190">
                  <c:v>43899</c:v>
                </c:pt>
                <c:pt idx="1191">
                  <c:v>43901</c:v>
                </c:pt>
                <c:pt idx="1192">
                  <c:v>43902</c:v>
                </c:pt>
                <c:pt idx="1193">
                  <c:v>43903</c:v>
                </c:pt>
                <c:pt idx="1194">
                  <c:v>43906</c:v>
                </c:pt>
                <c:pt idx="1195">
                  <c:v>43907</c:v>
                </c:pt>
                <c:pt idx="1196">
                  <c:v>43908</c:v>
                </c:pt>
                <c:pt idx="1197">
                  <c:v>43909</c:v>
                </c:pt>
                <c:pt idx="1198">
                  <c:v>43913</c:v>
                </c:pt>
                <c:pt idx="1199">
                  <c:v>43914</c:v>
                </c:pt>
                <c:pt idx="1200">
                  <c:v>43916</c:v>
                </c:pt>
                <c:pt idx="1201">
                  <c:v>43917</c:v>
                </c:pt>
                <c:pt idx="1202">
                  <c:v>43920</c:v>
                </c:pt>
                <c:pt idx="1203">
                  <c:v>43921</c:v>
                </c:pt>
                <c:pt idx="1204">
                  <c:v>43922</c:v>
                </c:pt>
                <c:pt idx="1205">
                  <c:v>43924</c:v>
                </c:pt>
                <c:pt idx="1206">
                  <c:v>43928</c:v>
                </c:pt>
                <c:pt idx="1207">
                  <c:v>43929</c:v>
                </c:pt>
                <c:pt idx="1208">
                  <c:v>43930</c:v>
                </c:pt>
                <c:pt idx="1209">
                  <c:v>43934</c:v>
                </c:pt>
                <c:pt idx="1210">
                  <c:v>43936</c:v>
                </c:pt>
                <c:pt idx="1211">
                  <c:v>43937</c:v>
                </c:pt>
                <c:pt idx="1212">
                  <c:v>43938</c:v>
                </c:pt>
                <c:pt idx="1213">
                  <c:v>43941</c:v>
                </c:pt>
                <c:pt idx="1214">
                  <c:v>43942</c:v>
                </c:pt>
                <c:pt idx="1215">
                  <c:v>43943</c:v>
                </c:pt>
                <c:pt idx="1216">
                  <c:v>43944</c:v>
                </c:pt>
                <c:pt idx="1217">
                  <c:v>43945</c:v>
                </c:pt>
                <c:pt idx="1218">
                  <c:v>43948</c:v>
                </c:pt>
                <c:pt idx="1219">
                  <c:v>43949</c:v>
                </c:pt>
                <c:pt idx="1220">
                  <c:v>43950</c:v>
                </c:pt>
                <c:pt idx="1221">
                  <c:v>43951</c:v>
                </c:pt>
                <c:pt idx="1222">
                  <c:v>43955</c:v>
                </c:pt>
                <c:pt idx="1223">
                  <c:v>43956</c:v>
                </c:pt>
                <c:pt idx="1224">
                  <c:v>43957</c:v>
                </c:pt>
                <c:pt idx="1225">
                  <c:v>43959</c:v>
                </c:pt>
                <c:pt idx="1226">
                  <c:v>43962</c:v>
                </c:pt>
                <c:pt idx="1227">
                  <c:v>43963</c:v>
                </c:pt>
                <c:pt idx="1228">
                  <c:v>43964</c:v>
                </c:pt>
                <c:pt idx="1229">
                  <c:v>43965</c:v>
                </c:pt>
                <c:pt idx="1230">
                  <c:v>43966</c:v>
                </c:pt>
                <c:pt idx="1231">
                  <c:v>43969</c:v>
                </c:pt>
                <c:pt idx="1232">
                  <c:v>43970</c:v>
                </c:pt>
                <c:pt idx="1233">
                  <c:v>43971</c:v>
                </c:pt>
                <c:pt idx="1234">
                  <c:v>43972</c:v>
                </c:pt>
                <c:pt idx="1235">
                  <c:v>43973</c:v>
                </c:pt>
                <c:pt idx="1236">
                  <c:v>43977</c:v>
                </c:pt>
                <c:pt idx="1237">
                  <c:v>43978</c:v>
                </c:pt>
                <c:pt idx="1238">
                  <c:v>43979</c:v>
                </c:pt>
                <c:pt idx="1239">
                  <c:v>43980</c:v>
                </c:pt>
                <c:pt idx="1240">
                  <c:v>43983</c:v>
                </c:pt>
                <c:pt idx="1241">
                  <c:v>43984</c:v>
                </c:pt>
                <c:pt idx="1242">
                  <c:v>43985</c:v>
                </c:pt>
                <c:pt idx="1243">
                  <c:v>43986</c:v>
                </c:pt>
                <c:pt idx="1244">
                  <c:v>43987</c:v>
                </c:pt>
                <c:pt idx="1245">
                  <c:v>43990</c:v>
                </c:pt>
                <c:pt idx="1246">
                  <c:v>43991</c:v>
                </c:pt>
                <c:pt idx="1247">
                  <c:v>43992</c:v>
                </c:pt>
                <c:pt idx="1248">
                  <c:v>43993</c:v>
                </c:pt>
                <c:pt idx="1249">
                  <c:v>43994</c:v>
                </c:pt>
                <c:pt idx="1250">
                  <c:v>43997</c:v>
                </c:pt>
                <c:pt idx="1251">
                  <c:v>43998</c:v>
                </c:pt>
                <c:pt idx="1252">
                  <c:v>43999</c:v>
                </c:pt>
                <c:pt idx="1253">
                  <c:v>44000</c:v>
                </c:pt>
                <c:pt idx="1254">
                  <c:v>44001</c:v>
                </c:pt>
                <c:pt idx="1255">
                  <c:v>44006</c:v>
                </c:pt>
                <c:pt idx="1256">
                  <c:v>44007</c:v>
                </c:pt>
                <c:pt idx="1257">
                  <c:v>44008</c:v>
                </c:pt>
                <c:pt idx="1258">
                  <c:v>44011</c:v>
                </c:pt>
                <c:pt idx="1259">
                  <c:v>44012</c:v>
                </c:pt>
                <c:pt idx="1260">
                  <c:v>44013</c:v>
                </c:pt>
                <c:pt idx="1261">
                  <c:v>44014</c:v>
                </c:pt>
                <c:pt idx="1262">
                  <c:v>44019</c:v>
                </c:pt>
                <c:pt idx="1263">
                  <c:v>44020</c:v>
                </c:pt>
                <c:pt idx="1264">
                  <c:v>44021</c:v>
                </c:pt>
                <c:pt idx="1265">
                  <c:v>44022</c:v>
                </c:pt>
                <c:pt idx="1266">
                  <c:v>44025</c:v>
                </c:pt>
                <c:pt idx="1267">
                  <c:v>44026</c:v>
                </c:pt>
                <c:pt idx="1268">
                  <c:v>44027</c:v>
                </c:pt>
                <c:pt idx="1269">
                  <c:v>44028</c:v>
                </c:pt>
                <c:pt idx="1270">
                  <c:v>44029</c:v>
                </c:pt>
                <c:pt idx="1271">
                  <c:v>44032</c:v>
                </c:pt>
                <c:pt idx="1272">
                  <c:v>44033</c:v>
                </c:pt>
                <c:pt idx="1273">
                  <c:v>44034</c:v>
                </c:pt>
                <c:pt idx="1274">
                  <c:v>44035</c:v>
                </c:pt>
                <c:pt idx="1275">
                  <c:v>44036</c:v>
                </c:pt>
                <c:pt idx="1276">
                  <c:v>44039</c:v>
                </c:pt>
                <c:pt idx="1277">
                  <c:v>44040</c:v>
                </c:pt>
                <c:pt idx="1278">
                  <c:v>44041</c:v>
                </c:pt>
                <c:pt idx="1279">
                  <c:v>44042</c:v>
                </c:pt>
                <c:pt idx="1280">
                  <c:v>44043</c:v>
                </c:pt>
                <c:pt idx="1281">
                  <c:v>44046</c:v>
                </c:pt>
                <c:pt idx="1282">
                  <c:v>44047</c:v>
                </c:pt>
                <c:pt idx="1283">
                  <c:v>44048</c:v>
                </c:pt>
                <c:pt idx="1284">
                  <c:v>44049</c:v>
                </c:pt>
                <c:pt idx="1285">
                  <c:v>44050</c:v>
                </c:pt>
                <c:pt idx="1286">
                  <c:v>44053</c:v>
                </c:pt>
                <c:pt idx="1287">
                  <c:v>44054</c:v>
                </c:pt>
                <c:pt idx="1288">
                  <c:v>44055</c:v>
                </c:pt>
                <c:pt idx="1289">
                  <c:v>44056</c:v>
                </c:pt>
                <c:pt idx="1290">
                  <c:v>44057</c:v>
                </c:pt>
                <c:pt idx="1291">
                  <c:v>44060</c:v>
                </c:pt>
                <c:pt idx="1292">
                  <c:v>44061</c:v>
                </c:pt>
                <c:pt idx="1293">
                  <c:v>44062</c:v>
                </c:pt>
                <c:pt idx="1294">
                  <c:v>44063</c:v>
                </c:pt>
                <c:pt idx="1295">
                  <c:v>44064</c:v>
                </c:pt>
                <c:pt idx="1296">
                  <c:v>44067</c:v>
                </c:pt>
                <c:pt idx="1297">
                  <c:v>44068</c:v>
                </c:pt>
                <c:pt idx="1298">
                  <c:v>44069</c:v>
                </c:pt>
                <c:pt idx="1299">
                  <c:v>44070</c:v>
                </c:pt>
                <c:pt idx="1300">
                  <c:v>44071</c:v>
                </c:pt>
                <c:pt idx="1301">
                  <c:v>44074</c:v>
                </c:pt>
                <c:pt idx="1302">
                  <c:v>44075</c:v>
                </c:pt>
                <c:pt idx="1303">
                  <c:v>44076</c:v>
                </c:pt>
                <c:pt idx="1304">
                  <c:v>44077</c:v>
                </c:pt>
                <c:pt idx="1305">
                  <c:v>44082</c:v>
                </c:pt>
                <c:pt idx="1306">
                  <c:v>44083</c:v>
                </c:pt>
                <c:pt idx="1307">
                  <c:v>44084</c:v>
                </c:pt>
                <c:pt idx="1308">
                  <c:v>44085</c:v>
                </c:pt>
                <c:pt idx="1309">
                  <c:v>44088</c:v>
                </c:pt>
                <c:pt idx="1310">
                  <c:v>44089</c:v>
                </c:pt>
                <c:pt idx="1311">
                  <c:v>44090</c:v>
                </c:pt>
                <c:pt idx="1312">
                  <c:v>44091</c:v>
                </c:pt>
                <c:pt idx="1313">
                  <c:v>44092</c:v>
                </c:pt>
                <c:pt idx="1314">
                  <c:v>44095</c:v>
                </c:pt>
                <c:pt idx="1315">
                  <c:v>44096</c:v>
                </c:pt>
                <c:pt idx="1316">
                  <c:v>44097</c:v>
                </c:pt>
                <c:pt idx="1317">
                  <c:v>44098</c:v>
                </c:pt>
                <c:pt idx="1318">
                  <c:v>44099</c:v>
                </c:pt>
                <c:pt idx="1319">
                  <c:v>44102</c:v>
                </c:pt>
                <c:pt idx="1320">
                  <c:v>44103</c:v>
                </c:pt>
                <c:pt idx="1321">
                  <c:v>44104</c:v>
                </c:pt>
                <c:pt idx="1322">
                  <c:v>44105</c:v>
                </c:pt>
                <c:pt idx="1323">
                  <c:v>44109</c:v>
                </c:pt>
                <c:pt idx="1324">
                  <c:v>44110</c:v>
                </c:pt>
                <c:pt idx="1325">
                  <c:v>44111</c:v>
                </c:pt>
                <c:pt idx="1326">
                  <c:v>44112</c:v>
                </c:pt>
                <c:pt idx="1327">
                  <c:v>44113</c:v>
                </c:pt>
                <c:pt idx="1328">
                  <c:v>44117</c:v>
                </c:pt>
                <c:pt idx="1329">
                  <c:v>44118</c:v>
                </c:pt>
                <c:pt idx="1330">
                  <c:v>44119</c:v>
                </c:pt>
                <c:pt idx="1331">
                  <c:v>44120</c:v>
                </c:pt>
                <c:pt idx="1332">
                  <c:v>44123</c:v>
                </c:pt>
                <c:pt idx="1333">
                  <c:v>44124</c:v>
                </c:pt>
                <c:pt idx="1334">
                  <c:v>44125</c:v>
                </c:pt>
                <c:pt idx="1335">
                  <c:v>44126</c:v>
                </c:pt>
                <c:pt idx="1336">
                  <c:v>44127</c:v>
                </c:pt>
                <c:pt idx="1337">
                  <c:v>44130</c:v>
                </c:pt>
                <c:pt idx="1338">
                  <c:v>44131</c:v>
                </c:pt>
                <c:pt idx="1339">
                  <c:v>44132</c:v>
                </c:pt>
                <c:pt idx="1340">
                  <c:v>44133</c:v>
                </c:pt>
                <c:pt idx="1341">
                  <c:v>44137</c:v>
                </c:pt>
                <c:pt idx="1342">
                  <c:v>44138</c:v>
                </c:pt>
                <c:pt idx="1343">
                  <c:v>44139</c:v>
                </c:pt>
                <c:pt idx="1344">
                  <c:v>44140</c:v>
                </c:pt>
                <c:pt idx="1345">
                  <c:v>44141</c:v>
                </c:pt>
                <c:pt idx="1346">
                  <c:v>44144</c:v>
                </c:pt>
                <c:pt idx="1347">
                  <c:v>44145</c:v>
                </c:pt>
                <c:pt idx="1348">
                  <c:v>44146</c:v>
                </c:pt>
                <c:pt idx="1349">
                  <c:v>44147</c:v>
                </c:pt>
                <c:pt idx="1350">
                  <c:v>44148</c:v>
                </c:pt>
                <c:pt idx="1351">
                  <c:v>44152</c:v>
                </c:pt>
                <c:pt idx="1352">
                  <c:v>44153</c:v>
                </c:pt>
                <c:pt idx="1353">
                  <c:v>44154</c:v>
                </c:pt>
                <c:pt idx="1354">
                  <c:v>44155</c:v>
                </c:pt>
                <c:pt idx="1355">
                  <c:v>44158</c:v>
                </c:pt>
                <c:pt idx="1356">
                  <c:v>44159</c:v>
                </c:pt>
                <c:pt idx="1357">
                  <c:v>44160</c:v>
                </c:pt>
                <c:pt idx="1358">
                  <c:v>44166</c:v>
                </c:pt>
                <c:pt idx="1359">
                  <c:v>44167</c:v>
                </c:pt>
                <c:pt idx="1360">
                  <c:v>44168</c:v>
                </c:pt>
                <c:pt idx="1361">
                  <c:v>44169</c:v>
                </c:pt>
                <c:pt idx="1362">
                  <c:v>44172</c:v>
                </c:pt>
                <c:pt idx="1363">
                  <c:v>44173</c:v>
                </c:pt>
                <c:pt idx="1364">
                  <c:v>44174</c:v>
                </c:pt>
                <c:pt idx="1365">
                  <c:v>44175</c:v>
                </c:pt>
                <c:pt idx="1366">
                  <c:v>44176</c:v>
                </c:pt>
                <c:pt idx="1367">
                  <c:v>44179</c:v>
                </c:pt>
                <c:pt idx="1368">
                  <c:v>44180</c:v>
                </c:pt>
                <c:pt idx="1369">
                  <c:v>44181</c:v>
                </c:pt>
                <c:pt idx="1370">
                  <c:v>44182</c:v>
                </c:pt>
                <c:pt idx="1371">
                  <c:v>44183</c:v>
                </c:pt>
                <c:pt idx="1372">
                  <c:v>44186</c:v>
                </c:pt>
                <c:pt idx="1373">
                  <c:v>44187</c:v>
                </c:pt>
                <c:pt idx="1374">
                  <c:v>44188</c:v>
                </c:pt>
                <c:pt idx="1375">
                  <c:v>44200</c:v>
                </c:pt>
                <c:pt idx="1376">
                  <c:v>44201</c:v>
                </c:pt>
                <c:pt idx="1377">
                  <c:v>44202</c:v>
                </c:pt>
                <c:pt idx="1378">
                  <c:v>44203</c:v>
                </c:pt>
                <c:pt idx="1379">
                  <c:v>44204</c:v>
                </c:pt>
                <c:pt idx="1380">
                  <c:v>44207</c:v>
                </c:pt>
                <c:pt idx="1381">
                  <c:v>44208</c:v>
                </c:pt>
                <c:pt idx="1382">
                  <c:v>44209</c:v>
                </c:pt>
                <c:pt idx="1383">
                  <c:v>44210</c:v>
                </c:pt>
                <c:pt idx="1384">
                  <c:v>44211</c:v>
                </c:pt>
                <c:pt idx="1385">
                  <c:v>44215</c:v>
                </c:pt>
                <c:pt idx="1386">
                  <c:v>44216</c:v>
                </c:pt>
                <c:pt idx="1387">
                  <c:v>44217</c:v>
                </c:pt>
                <c:pt idx="1388">
                  <c:v>44218</c:v>
                </c:pt>
                <c:pt idx="1389">
                  <c:v>44221</c:v>
                </c:pt>
                <c:pt idx="1390">
                  <c:v>44223</c:v>
                </c:pt>
                <c:pt idx="1391">
                  <c:v>44224</c:v>
                </c:pt>
                <c:pt idx="1392">
                  <c:v>44225</c:v>
                </c:pt>
                <c:pt idx="1393">
                  <c:v>44228</c:v>
                </c:pt>
                <c:pt idx="1394">
                  <c:v>44229</c:v>
                </c:pt>
                <c:pt idx="1395">
                  <c:v>44230</c:v>
                </c:pt>
                <c:pt idx="1396">
                  <c:v>44231</c:v>
                </c:pt>
                <c:pt idx="1397">
                  <c:v>44232</c:v>
                </c:pt>
                <c:pt idx="1398">
                  <c:v>44235</c:v>
                </c:pt>
                <c:pt idx="1399">
                  <c:v>44236</c:v>
                </c:pt>
                <c:pt idx="1400">
                  <c:v>44237</c:v>
                </c:pt>
                <c:pt idx="1401">
                  <c:v>44238</c:v>
                </c:pt>
                <c:pt idx="1402">
                  <c:v>44239</c:v>
                </c:pt>
                <c:pt idx="1403">
                  <c:v>44243</c:v>
                </c:pt>
                <c:pt idx="1404">
                  <c:v>44244</c:v>
                </c:pt>
                <c:pt idx="1405">
                  <c:v>44245</c:v>
                </c:pt>
                <c:pt idx="1406">
                  <c:v>44249</c:v>
                </c:pt>
                <c:pt idx="1407">
                  <c:v>44250</c:v>
                </c:pt>
                <c:pt idx="1408">
                  <c:v>44251</c:v>
                </c:pt>
                <c:pt idx="1409">
                  <c:v>44252</c:v>
                </c:pt>
                <c:pt idx="1410">
                  <c:v>44253</c:v>
                </c:pt>
                <c:pt idx="1411">
                  <c:v>44256</c:v>
                </c:pt>
                <c:pt idx="1412">
                  <c:v>44257</c:v>
                </c:pt>
                <c:pt idx="1413">
                  <c:v>44258</c:v>
                </c:pt>
                <c:pt idx="1414">
                  <c:v>44259</c:v>
                </c:pt>
                <c:pt idx="1415">
                  <c:v>44260</c:v>
                </c:pt>
                <c:pt idx="1416">
                  <c:v>44263</c:v>
                </c:pt>
                <c:pt idx="1417">
                  <c:v>44264</c:v>
                </c:pt>
                <c:pt idx="1418">
                  <c:v>44265</c:v>
                </c:pt>
                <c:pt idx="1419">
                  <c:v>44267</c:v>
                </c:pt>
                <c:pt idx="1420">
                  <c:v>44270</c:v>
                </c:pt>
                <c:pt idx="1421">
                  <c:v>44271</c:v>
                </c:pt>
                <c:pt idx="1422">
                  <c:v>44272</c:v>
                </c:pt>
                <c:pt idx="1423">
                  <c:v>44273</c:v>
                </c:pt>
                <c:pt idx="1424">
                  <c:v>44274</c:v>
                </c:pt>
                <c:pt idx="1425">
                  <c:v>44277</c:v>
                </c:pt>
                <c:pt idx="1426">
                  <c:v>44278</c:v>
                </c:pt>
                <c:pt idx="1427">
                  <c:v>44279</c:v>
                </c:pt>
                <c:pt idx="1428">
                  <c:v>44280</c:v>
                </c:pt>
                <c:pt idx="1429">
                  <c:v>44281</c:v>
                </c:pt>
                <c:pt idx="1430">
                  <c:v>44285</c:v>
                </c:pt>
                <c:pt idx="1431">
                  <c:v>44286</c:v>
                </c:pt>
                <c:pt idx="1432">
                  <c:v>44287</c:v>
                </c:pt>
                <c:pt idx="1433">
                  <c:v>44291</c:v>
                </c:pt>
                <c:pt idx="1434">
                  <c:v>44292</c:v>
                </c:pt>
                <c:pt idx="1435">
                  <c:v>44293</c:v>
                </c:pt>
                <c:pt idx="1436">
                  <c:v>44294</c:v>
                </c:pt>
                <c:pt idx="1437">
                  <c:v>44295</c:v>
                </c:pt>
                <c:pt idx="1438">
                  <c:v>44298</c:v>
                </c:pt>
                <c:pt idx="1439">
                  <c:v>44301</c:v>
                </c:pt>
                <c:pt idx="1440">
                  <c:v>44302</c:v>
                </c:pt>
                <c:pt idx="1441">
                  <c:v>44305</c:v>
                </c:pt>
                <c:pt idx="1442">
                  <c:v>44306</c:v>
                </c:pt>
                <c:pt idx="1443">
                  <c:v>44308</c:v>
                </c:pt>
                <c:pt idx="1444">
                  <c:v>44309</c:v>
                </c:pt>
                <c:pt idx="1445">
                  <c:v>44312</c:v>
                </c:pt>
                <c:pt idx="1446">
                  <c:v>44313</c:v>
                </c:pt>
                <c:pt idx="1447">
                  <c:v>44314</c:v>
                </c:pt>
                <c:pt idx="1448">
                  <c:v>44315</c:v>
                </c:pt>
                <c:pt idx="1449">
                  <c:v>44316</c:v>
                </c:pt>
                <c:pt idx="1450">
                  <c:v>44319</c:v>
                </c:pt>
                <c:pt idx="1451">
                  <c:v>44320</c:v>
                </c:pt>
                <c:pt idx="1452">
                  <c:v>44321</c:v>
                </c:pt>
                <c:pt idx="1453">
                  <c:v>44322</c:v>
                </c:pt>
                <c:pt idx="1454">
                  <c:v>44323</c:v>
                </c:pt>
                <c:pt idx="1455">
                  <c:v>44326</c:v>
                </c:pt>
                <c:pt idx="1456">
                  <c:v>44327</c:v>
                </c:pt>
                <c:pt idx="1457">
                  <c:v>44328</c:v>
                </c:pt>
                <c:pt idx="1458">
                  <c:v>44330</c:v>
                </c:pt>
                <c:pt idx="1459">
                  <c:v>44333</c:v>
                </c:pt>
                <c:pt idx="1460">
                  <c:v>44334</c:v>
                </c:pt>
                <c:pt idx="1461">
                  <c:v>44335</c:v>
                </c:pt>
                <c:pt idx="1462">
                  <c:v>44336</c:v>
                </c:pt>
                <c:pt idx="1463">
                  <c:v>44337</c:v>
                </c:pt>
                <c:pt idx="1464">
                  <c:v>44340</c:v>
                </c:pt>
                <c:pt idx="1465">
                  <c:v>44341</c:v>
                </c:pt>
                <c:pt idx="1466">
                  <c:v>44343</c:v>
                </c:pt>
                <c:pt idx="1467">
                  <c:v>44348</c:v>
                </c:pt>
                <c:pt idx="1468">
                  <c:v>44349</c:v>
                </c:pt>
                <c:pt idx="1469">
                  <c:v>44350</c:v>
                </c:pt>
                <c:pt idx="1470">
                  <c:v>44351</c:v>
                </c:pt>
                <c:pt idx="1471">
                  <c:v>44354</c:v>
                </c:pt>
                <c:pt idx="1472">
                  <c:v>44355</c:v>
                </c:pt>
                <c:pt idx="1473">
                  <c:v>44356</c:v>
                </c:pt>
                <c:pt idx="1474">
                  <c:v>44357</c:v>
                </c:pt>
                <c:pt idx="1475">
                  <c:v>44358</c:v>
                </c:pt>
                <c:pt idx="1476">
                  <c:v>44361</c:v>
                </c:pt>
                <c:pt idx="1477">
                  <c:v>44362</c:v>
                </c:pt>
                <c:pt idx="1478">
                  <c:v>44363</c:v>
                </c:pt>
                <c:pt idx="1479">
                  <c:v>44364</c:v>
                </c:pt>
                <c:pt idx="1480">
                  <c:v>44365</c:v>
                </c:pt>
                <c:pt idx="1481">
                  <c:v>44368</c:v>
                </c:pt>
                <c:pt idx="1482">
                  <c:v>44369</c:v>
                </c:pt>
                <c:pt idx="1483">
                  <c:v>44370</c:v>
                </c:pt>
                <c:pt idx="1484">
                  <c:v>44371</c:v>
                </c:pt>
                <c:pt idx="1485">
                  <c:v>44372</c:v>
                </c:pt>
                <c:pt idx="1486">
                  <c:v>44375</c:v>
                </c:pt>
                <c:pt idx="1487">
                  <c:v>44376</c:v>
                </c:pt>
                <c:pt idx="1488">
                  <c:v>44377</c:v>
                </c:pt>
                <c:pt idx="1489">
                  <c:v>44378</c:v>
                </c:pt>
                <c:pt idx="1490">
                  <c:v>44383</c:v>
                </c:pt>
                <c:pt idx="1491">
                  <c:v>44384</c:v>
                </c:pt>
                <c:pt idx="1492">
                  <c:v>44385</c:v>
                </c:pt>
                <c:pt idx="1493">
                  <c:v>44386</c:v>
                </c:pt>
                <c:pt idx="1494">
                  <c:v>44389</c:v>
                </c:pt>
                <c:pt idx="1495">
                  <c:v>44390</c:v>
                </c:pt>
                <c:pt idx="1496">
                  <c:v>44391</c:v>
                </c:pt>
                <c:pt idx="1497">
                  <c:v>44392</c:v>
                </c:pt>
                <c:pt idx="1498">
                  <c:v>44393</c:v>
                </c:pt>
                <c:pt idx="1499">
                  <c:v>44396</c:v>
                </c:pt>
                <c:pt idx="1500">
                  <c:v>44397</c:v>
                </c:pt>
                <c:pt idx="1501">
                  <c:v>44399</c:v>
                </c:pt>
                <c:pt idx="1502">
                  <c:v>44400</c:v>
                </c:pt>
                <c:pt idx="1503">
                  <c:v>44403</c:v>
                </c:pt>
                <c:pt idx="1504">
                  <c:v>44404</c:v>
                </c:pt>
                <c:pt idx="1505">
                  <c:v>44405</c:v>
                </c:pt>
                <c:pt idx="1506">
                  <c:v>44406</c:v>
                </c:pt>
                <c:pt idx="1507">
                  <c:v>44407</c:v>
                </c:pt>
                <c:pt idx="1508">
                  <c:v>44410</c:v>
                </c:pt>
                <c:pt idx="1509">
                  <c:v>44411</c:v>
                </c:pt>
                <c:pt idx="1510">
                  <c:v>44412</c:v>
                </c:pt>
                <c:pt idx="1511">
                  <c:v>44413</c:v>
                </c:pt>
                <c:pt idx="1512">
                  <c:v>44414</c:v>
                </c:pt>
                <c:pt idx="1513">
                  <c:v>44417</c:v>
                </c:pt>
                <c:pt idx="1514">
                  <c:v>44418</c:v>
                </c:pt>
                <c:pt idx="1515">
                  <c:v>44419</c:v>
                </c:pt>
                <c:pt idx="1516">
                  <c:v>44420</c:v>
                </c:pt>
                <c:pt idx="1517">
                  <c:v>44421</c:v>
                </c:pt>
                <c:pt idx="1518">
                  <c:v>44426</c:v>
                </c:pt>
                <c:pt idx="1519">
                  <c:v>44428</c:v>
                </c:pt>
                <c:pt idx="1520">
                  <c:v>44431</c:v>
                </c:pt>
                <c:pt idx="1521">
                  <c:v>44432</c:v>
                </c:pt>
                <c:pt idx="1522">
                  <c:v>44433</c:v>
                </c:pt>
                <c:pt idx="1523">
                  <c:v>44434</c:v>
                </c:pt>
                <c:pt idx="1524">
                  <c:v>44435</c:v>
                </c:pt>
                <c:pt idx="1525">
                  <c:v>44438</c:v>
                </c:pt>
                <c:pt idx="1526">
                  <c:v>44439</c:v>
                </c:pt>
                <c:pt idx="1527">
                  <c:v>44440</c:v>
                </c:pt>
                <c:pt idx="1528">
                  <c:v>44446</c:v>
                </c:pt>
                <c:pt idx="1529">
                  <c:v>44447</c:v>
                </c:pt>
                <c:pt idx="1530">
                  <c:v>44448</c:v>
                </c:pt>
                <c:pt idx="1531">
                  <c:v>44453</c:v>
                </c:pt>
                <c:pt idx="1532">
                  <c:v>44454</c:v>
                </c:pt>
                <c:pt idx="1533">
                  <c:v>44455</c:v>
                </c:pt>
                <c:pt idx="1534">
                  <c:v>44456</c:v>
                </c:pt>
                <c:pt idx="1535">
                  <c:v>44459</c:v>
                </c:pt>
                <c:pt idx="1536">
                  <c:v>44460</c:v>
                </c:pt>
                <c:pt idx="1537">
                  <c:v>44461</c:v>
                </c:pt>
                <c:pt idx="1538">
                  <c:v>44462</c:v>
                </c:pt>
                <c:pt idx="1539">
                  <c:v>44463</c:v>
                </c:pt>
                <c:pt idx="1540">
                  <c:v>44466</c:v>
                </c:pt>
                <c:pt idx="1541">
                  <c:v>44467</c:v>
                </c:pt>
                <c:pt idx="1542">
                  <c:v>44468</c:v>
                </c:pt>
                <c:pt idx="1543">
                  <c:v>44469</c:v>
                </c:pt>
                <c:pt idx="1544">
                  <c:v>44470</c:v>
                </c:pt>
                <c:pt idx="1545">
                  <c:v>44473</c:v>
                </c:pt>
                <c:pt idx="1546">
                  <c:v>44474</c:v>
                </c:pt>
                <c:pt idx="1547">
                  <c:v>44475</c:v>
                </c:pt>
                <c:pt idx="1548">
                  <c:v>44476</c:v>
                </c:pt>
                <c:pt idx="1549">
                  <c:v>44477</c:v>
                </c:pt>
                <c:pt idx="1550">
                  <c:v>44481</c:v>
                </c:pt>
                <c:pt idx="1551">
                  <c:v>44482</c:v>
                </c:pt>
                <c:pt idx="1552">
                  <c:v>44483</c:v>
                </c:pt>
                <c:pt idx="1553">
                  <c:v>44487</c:v>
                </c:pt>
                <c:pt idx="1554">
                  <c:v>44489</c:v>
                </c:pt>
                <c:pt idx="1555">
                  <c:v>44490</c:v>
                </c:pt>
                <c:pt idx="1556">
                  <c:v>44491</c:v>
                </c:pt>
                <c:pt idx="1557">
                  <c:v>44494</c:v>
                </c:pt>
                <c:pt idx="1558">
                  <c:v>44495</c:v>
                </c:pt>
                <c:pt idx="1559">
                  <c:v>44496</c:v>
                </c:pt>
                <c:pt idx="1560">
                  <c:v>44497</c:v>
                </c:pt>
                <c:pt idx="1561">
                  <c:v>44498</c:v>
                </c:pt>
                <c:pt idx="1562">
                  <c:v>44501</c:v>
                </c:pt>
                <c:pt idx="1563">
                  <c:v>44502</c:v>
                </c:pt>
                <c:pt idx="1564">
                  <c:v>44503</c:v>
                </c:pt>
                <c:pt idx="1565">
                  <c:v>44508</c:v>
                </c:pt>
                <c:pt idx="1566">
                  <c:v>44509</c:v>
                </c:pt>
                <c:pt idx="1567">
                  <c:v>44510</c:v>
                </c:pt>
                <c:pt idx="1568">
                  <c:v>44511</c:v>
                </c:pt>
                <c:pt idx="1569">
                  <c:v>44512</c:v>
                </c:pt>
                <c:pt idx="1570">
                  <c:v>44515</c:v>
                </c:pt>
                <c:pt idx="1571">
                  <c:v>44516</c:v>
                </c:pt>
                <c:pt idx="1572">
                  <c:v>44517</c:v>
                </c:pt>
                <c:pt idx="1573">
                  <c:v>44518</c:v>
                </c:pt>
                <c:pt idx="1574">
                  <c:v>44522</c:v>
                </c:pt>
                <c:pt idx="1575">
                  <c:v>44523</c:v>
                </c:pt>
                <c:pt idx="1576">
                  <c:v>44524</c:v>
                </c:pt>
                <c:pt idx="1577">
                  <c:v>44529</c:v>
                </c:pt>
                <c:pt idx="1578">
                  <c:v>44530</c:v>
                </c:pt>
                <c:pt idx="1579">
                  <c:v>44531</c:v>
                </c:pt>
                <c:pt idx="1580">
                  <c:v>44532</c:v>
                </c:pt>
                <c:pt idx="1581">
                  <c:v>44533</c:v>
                </c:pt>
                <c:pt idx="1582">
                  <c:v>44536</c:v>
                </c:pt>
                <c:pt idx="1583">
                  <c:v>44537</c:v>
                </c:pt>
                <c:pt idx="1584">
                  <c:v>44538</c:v>
                </c:pt>
                <c:pt idx="1585">
                  <c:v>44539</c:v>
                </c:pt>
                <c:pt idx="1586">
                  <c:v>44540</c:v>
                </c:pt>
                <c:pt idx="1587">
                  <c:v>44544</c:v>
                </c:pt>
                <c:pt idx="1588">
                  <c:v>44546</c:v>
                </c:pt>
                <c:pt idx="1589">
                  <c:v>44547</c:v>
                </c:pt>
                <c:pt idx="1590">
                  <c:v>44550</c:v>
                </c:pt>
                <c:pt idx="1591">
                  <c:v>44551</c:v>
                </c:pt>
                <c:pt idx="1592">
                  <c:v>44552</c:v>
                </c:pt>
                <c:pt idx="1593">
                  <c:v>44553</c:v>
                </c:pt>
                <c:pt idx="1594">
                  <c:v>44564</c:v>
                </c:pt>
                <c:pt idx="1595">
                  <c:v>44565</c:v>
                </c:pt>
                <c:pt idx="1596">
                  <c:v>44566</c:v>
                </c:pt>
                <c:pt idx="1597">
                  <c:v>44567</c:v>
                </c:pt>
                <c:pt idx="1598">
                  <c:v>44568</c:v>
                </c:pt>
                <c:pt idx="1599">
                  <c:v>44571</c:v>
                </c:pt>
                <c:pt idx="1600">
                  <c:v>44572</c:v>
                </c:pt>
                <c:pt idx="1601">
                  <c:v>44573</c:v>
                </c:pt>
                <c:pt idx="1602">
                  <c:v>44574</c:v>
                </c:pt>
                <c:pt idx="1603">
                  <c:v>44575</c:v>
                </c:pt>
                <c:pt idx="1604">
                  <c:v>44579</c:v>
                </c:pt>
                <c:pt idx="1605">
                  <c:v>44580</c:v>
                </c:pt>
                <c:pt idx="1606">
                  <c:v>44581</c:v>
                </c:pt>
                <c:pt idx="1607">
                  <c:v>44582</c:v>
                </c:pt>
                <c:pt idx="1608">
                  <c:v>44585</c:v>
                </c:pt>
                <c:pt idx="1609">
                  <c:v>44586</c:v>
                </c:pt>
                <c:pt idx="1610">
                  <c:v>44588</c:v>
                </c:pt>
                <c:pt idx="1611">
                  <c:v>44589</c:v>
                </c:pt>
                <c:pt idx="1612">
                  <c:v>44592</c:v>
                </c:pt>
                <c:pt idx="1613">
                  <c:v>44593</c:v>
                </c:pt>
                <c:pt idx="1614">
                  <c:v>44594</c:v>
                </c:pt>
                <c:pt idx="1615">
                  <c:v>44595</c:v>
                </c:pt>
                <c:pt idx="1616">
                  <c:v>44596</c:v>
                </c:pt>
                <c:pt idx="1617">
                  <c:v>44600</c:v>
                </c:pt>
                <c:pt idx="1618">
                  <c:v>44601</c:v>
                </c:pt>
                <c:pt idx="1619">
                  <c:v>44602</c:v>
                </c:pt>
                <c:pt idx="1620">
                  <c:v>44603</c:v>
                </c:pt>
                <c:pt idx="1621">
                  <c:v>44606</c:v>
                </c:pt>
                <c:pt idx="1622">
                  <c:v>44607</c:v>
                </c:pt>
                <c:pt idx="1623">
                  <c:v>44608</c:v>
                </c:pt>
                <c:pt idx="1624">
                  <c:v>44609</c:v>
                </c:pt>
                <c:pt idx="1625">
                  <c:v>44610</c:v>
                </c:pt>
                <c:pt idx="1626">
                  <c:v>44614</c:v>
                </c:pt>
                <c:pt idx="1627">
                  <c:v>44615</c:v>
                </c:pt>
                <c:pt idx="1628">
                  <c:v>44616</c:v>
                </c:pt>
                <c:pt idx="1629">
                  <c:v>44617</c:v>
                </c:pt>
                <c:pt idx="1630">
                  <c:v>44620</c:v>
                </c:pt>
                <c:pt idx="1631">
                  <c:v>44622</c:v>
                </c:pt>
                <c:pt idx="1632">
                  <c:v>44623</c:v>
                </c:pt>
                <c:pt idx="1633">
                  <c:v>44624</c:v>
                </c:pt>
                <c:pt idx="1634">
                  <c:v>44627</c:v>
                </c:pt>
                <c:pt idx="1635">
                  <c:v>44628</c:v>
                </c:pt>
                <c:pt idx="1636">
                  <c:v>44629</c:v>
                </c:pt>
                <c:pt idx="1637">
                  <c:v>44630</c:v>
                </c:pt>
                <c:pt idx="1638">
                  <c:v>44631</c:v>
                </c:pt>
                <c:pt idx="1639">
                  <c:v>44634</c:v>
                </c:pt>
                <c:pt idx="1640">
                  <c:v>44635</c:v>
                </c:pt>
                <c:pt idx="1641">
                  <c:v>44636</c:v>
                </c:pt>
                <c:pt idx="1642">
                  <c:v>44637</c:v>
                </c:pt>
                <c:pt idx="1643">
                  <c:v>44641</c:v>
                </c:pt>
                <c:pt idx="1644">
                  <c:v>44642</c:v>
                </c:pt>
                <c:pt idx="1645">
                  <c:v>44643</c:v>
                </c:pt>
                <c:pt idx="1646">
                  <c:v>44644</c:v>
                </c:pt>
                <c:pt idx="1647">
                  <c:v>44645</c:v>
                </c:pt>
                <c:pt idx="1648">
                  <c:v>44648</c:v>
                </c:pt>
                <c:pt idx="1649">
                  <c:v>44649</c:v>
                </c:pt>
                <c:pt idx="1650">
                  <c:v>44650</c:v>
                </c:pt>
                <c:pt idx="1651">
                  <c:v>44651</c:v>
                </c:pt>
                <c:pt idx="1652">
                  <c:v>44652</c:v>
                </c:pt>
                <c:pt idx="1653">
                  <c:v>44656</c:v>
                </c:pt>
                <c:pt idx="1654">
                  <c:v>44657</c:v>
                </c:pt>
                <c:pt idx="1655">
                  <c:v>44658</c:v>
                </c:pt>
                <c:pt idx="1656">
                  <c:v>44659</c:v>
                </c:pt>
                <c:pt idx="1657">
                  <c:v>44662</c:v>
                </c:pt>
                <c:pt idx="1658">
                  <c:v>44663</c:v>
                </c:pt>
                <c:pt idx="1659">
                  <c:v>44664</c:v>
                </c:pt>
                <c:pt idx="1660">
                  <c:v>44669</c:v>
                </c:pt>
                <c:pt idx="1661">
                  <c:v>44670</c:v>
                </c:pt>
                <c:pt idx="1662">
                  <c:v>44671</c:v>
                </c:pt>
                <c:pt idx="1663">
                  <c:v>44672</c:v>
                </c:pt>
                <c:pt idx="1664">
                  <c:v>44673</c:v>
                </c:pt>
                <c:pt idx="1665">
                  <c:v>44676</c:v>
                </c:pt>
                <c:pt idx="1666">
                  <c:v>44677</c:v>
                </c:pt>
                <c:pt idx="1667">
                  <c:v>44678</c:v>
                </c:pt>
                <c:pt idx="1668">
                  <c:v>44679</c:v>
                </c:pt>
                <c:pt idx="1669">
                  <c:v>44680</c:v>
                </c:pt>
                <c:pt idx="1670">
                  <c:v>44683</c:v>
                </c:pt>
                <c:pt idx="1671">
                  <c:v>44685</c:v>
                </c:pt>
                <c:pt idx="1672">
                  <c:v>44686</c:v>
                </c:pt>
                <c:pt idx="1673">
                  <c:v>44687</c:v>
                </c:pt>
                <c:pt idx="1674">
                  <c:v>44690</c:v>
                </c:pt>
                <c:pt idx="1675">
                  <c:v>44691</c:v>
                </c:pt>
                <c:pt idx="1676">
                  <c:v>44692</c:v>
                </c:pt>
                <c:pt idx="1677">
                  <c:v>44693</c:v>
                </c:pt>
                <c:pt idx="1678">
                  <c:v>44694</c:v>
                </c:pt>
                <c:pt idx="1679">
                  <c:v>44698</c:v>
                </c:pt>
                <c:pt idx="1680">
                  <c:v>44699</c:v>
                </c:pt>
                <c:pt idx="1681">
                  <c:v>44700</c:v>
                </c:pt>
                <c:pt idx="1682">
                  <c:v>44701</c:v>
                </c:pt>
                <c:pt idx="1683">
                  <c:v>44704</c:v>
                </c:pt>
                <c:pt idx="1684">
                  <c:v>44705</c:v>
                </c:pt>
                <c:pt idx="1685">
                  <c:v>44706</c:v>
                </c:pt>
                <c:pt idx="1686">
                  <c:v>44707</c:v>
                </c:pt>
                <c:pt idx="1687">
                  <c:v>44708</c:v>
                </c:pt>
                <c:pt idx="1688">
                  <c:v>44712</c:v>
                </c:pt>
                <c:pt idx="1689">
                  <c:v>44713</c:v>
                </c:pt>
                <c:pt idx="1690">
                  <c:v>44714</c:v>
                </c:pt>
                <c:pt idx="1691">
                  <c:v>44715</c:v>
                </c:pt>
                <c:pt idx="1692">
                  <c:v>44718</c:v>
                </c:pt>
                <c:pt idx="1693">
                  <c:v>44719</c:v>
                </c:pt>
                <c:pt idx="1694">
                  <c:v>44720</c:v>
                </c:pt>
                <c:pt idx="1695">
                  <c:v>44721</c:v>
                </c:pt>
                <c:pt idx="1696">
                  <c:v>44722</c:v>
                </c:pt>
                <c:pt idx="1697">
                  <c:v>44725</c:v>
                </c:pt>
                <c:pt idx="1698">
                  <c:v>44726</c:v>
                </c:pt>
                <c:pt idx="1699">
                  <c:v>44727</c:v>
                </c:pt>
                <c:pt idx="1700">
                  <c:v>44728</c:v>
                </c:pt>
                <c:pt idx="1701">
                  <c:v>44729</c:v>
                </c:pt>
                <c:pt idx="1702">
                  <c:v>44733</c:v>
                </c:pt>
                <c:pt idx="1703">
                  <c:v>44734</c:v>
                </c:pt>
                <c:pt idx="1704">
                  <c:v>44735</c:v>
                </c:pt>
                <c:pt idx="1705">
                  <c:v>44736</c:v>
                </c:pt>
                <c:pt idx="1706">
                  <c:v>44739</c:v>
                </c:pt>
                <c:pt idx="1707">
                  <c:v>44740</c:v>
                </c:pt>
                <c:pt idx="1708">
                  <c:v>44741</c:v>
                </c:pt>
                <c:pt idx="1709">
                  <c:v>44742</c:v>
                </c:pt>
                <c:pt idx="1710">
                  <c:v>44743</c:v>
                </c:pt>
                <c:pt idx="1711">
                  <c:v>44747</c:v>
                </c:pt>
                <c:pt idx="1712">
                  <c:v>44748</c:v>
                </c:pt>
                <c:pt idx="1713">
                  <c:v>44749</c:v>
                </c:pt>
                <c:pt idx="1714">
                  <c:v>44750</c:v>
                </c:pt>
                <c:pt idx="1715">
                  <c:v>44753</c:v>
                </c:pt>
                <c:pt idx="1716">
                  <c:v>44754</c:v>
                </c:pt>
                <c:pt idx="1717">
                  <c:v>44755</c:v>
                </c:pt>
                <c:pt idx="1718">
                  <c:v>44756</c:v>
                </c:pt>
                <c:pt idx="1719">
                  <c:v>44760</c:v>
                </c:pt>
                <c:pt idx="1720">
                  <c:v>44761</c:v>
                </c:pt>
                <c:pt idx="1721">
                  <c:v>44762</c:v>
                </c:pt>
                <c:pt idx="1722">
                  <c:v>44763</c:v>
                </c:pt>
                <c:pt idx="1723">
                  <c:v>44764</c:v>
                </c:pt>
                <c:pt idx="1724">
                  <c:v>44767</c:v>
                </c:pt>
                <c:pt idx="1725">
                  <c:v>44768</c:v>
                </c:pt>
                <c:pt idx="1726">
                  <c:v>44769</c:v>
                </c:pt>
                <c:pt idx="1727">
                  <c:v>44770</c:v>
                </c:pt>
                <c:pt idx="1728">
                  <c:v>44771</c:v>
                </c:pt>
                <c:pt idx="1729">
                  <c:v>44774</c:v>
                </c:pt>
                <c:pt idx="1730">
                  <c:v>44775</c:v>
                </c:pt>
                <c:pt idx="1731">
                  <c:v>44776</c:v>
                </c:pt>
                <c:pt idx="1732">
                  <c:v>44777</c:v>
                </c:pt>
                <c:pt idx="1733">
                  <c:v>44778</c:v>
                </c:pt>
                <c:pt idx="1734">
                  <c:v>44781</c:v>
                </c:pt>
                <c:pt idx="1735">
                  <c:v>44783</c:v>
                </c:pt>
                <c:pt idx="1736">
                  <c:v>44784</c:v>
                </c:pt>
                <c:pt idx="1737">
                  <c:v>44785</c:v>
                </c:pt>
                <c:pt idx="1738">
                  <c:v>44790</c:v>
                </c:pt>
                <c:pt idx="1739">
                  <c:v>44791</c:v>
                </c:pt>
                <c:pt idx="1740">
                  <c:v>44792</c:v>
                </c:pt>
                <c:pt idx="1741">
                  <c:v>44795</c:v>
                </c:pt>
                <c:pt idx="1742">
                  <c:v>44796</c:v>
                </c:pt>
                <c:pt idx="1743">
                  <c:v>44797</c:v>
                </c:pt>
                <c:pt idx="1744">
                  <c:v>44798</c:v>
                </c:pt>
                <c:pt idx="1745">
                  <c:v>44799</c:v>
                </c:pt>
                <c:pt idx="1746">
                  <c:v>44802</c:v>
                </c:pt>
                <c:pt idx="1747">
                  <c:v>44803</c:v>
                </c:pt>
                <c:pt idx="1748">
                  <c:v>44805</c:v>
                </c:pt>
                <c:pt idx="1749">
                  <c:v>44806</c:v>
                </c:pt>
                <c:pt idx="1750">
                  <c:v>44810</c:v>
                </c:pt>
                <c:pt idx="1751">
                  <c:v>44811</c:v>
                </c:pt>
                <c:pt idx="1752">
                  <c:v>44812</c:v>
                </c:pt>
                <c:pt idx="1753">
                  <c:v>44813</c:v>
                </c:pt>
                <c:pt idx="1754">
                  <c:v>44816</c:v>
                </c:pt>
                <c:pt idx="1755">
                  <c:v>44817</c:v>
                </c:pt>
                <c:pt idx="1756">
                  <c:v>44818</c:v>
                </c:pt>
                <c:pt idx="1757">
                  <c:v>44819</c:v>
                </c:pt>
                <c:pt idx="1758">
                  <c:v>44820</c:v>
                </c:pt>
                <c:pt idx="1759">
                  <c:v>44823</c:v>
                </c:pt>
                <c:pt idx="1760">
                  <c:v>44824</c:v>
                </c:pt>
                <c:pt idx="1761">
                  <c:v>44825</c:v>
                </c:pt>
                <c:pt idx="1762">
                  <c:v>44826</c:v>
                </c:pt>
                <c:pt idx="1763">
                  <c:v>44827</c:v>
                </c:pt>
                <c:pt idx="1764">
                  <c:v>44830</c:v>
                </c:pt>
                <c:pt idx="1765">
                  <c:v>44831</c:v>
                </c:pt>
                <c:pt idx="1766">
                  <c:v>44832</c:v>
                </c:pt>
                <c:pt idx="1767">
                  <c:v>44833</c:v>
                </c:pt>
                <c:pt idx="1768">
                  <c:v>44834</c:v>
                </c:pt>
                <c:pt idx="1769">
                  <c:v>44837</c:v>
                </c:pt>
                <c:pt idx="1770">
                  <c:v>44838</c:v>
                </c:pt>
                <c:pt idx="1771">
                  <c:v>44840</c:v>
                </c:pt>
                <c:pt idx="1772">
                  <c:v>44841</c:v>
                </c:pt>
                <c:pt idx="1773">
                  <c:v>44845</c:v>
                </c:pt>
                <c:pt idx="1774">
                  <c:v>44846</c:v>
                </c:pt>
                <c:pt idx="1775">
                  <c:v>44847</c:v>
                </c:pt>
                <c:pt idx="1776">
                  <c:v>44848</c:v>
                </c:pt>
                <c:pt idx="1777">
                  <c:v>44851</c:v>
                </c:pt>
                <c:pt idx="1778">
                  <c:v>44852</c:v>
                </c:pt>
                <c:pt idx="1779">
                  <c:v>44853</c:v>
                </c:pt>
                <c:pt idx="1780">
                  <c:v>44854</c:v>
                </c:pt>
                <c:pt idx="1781">
                  <c:v>44855</c:v>
                </c:pt>
                <c:pt idx="1782">
                  <c:v>44859</c:v>
                </c:pt>
                <c:pt idx="1783">
                  <c:v>44861</c:v>
                </c:pt>
                <c:pt idx="1784">
                  <c:v>44862</c:v>
                </c:pt>
                <c:pt idx="1785">
                  <c:v>44865</c:v>
                </c:pt>
                <c:pt idx="1786">
                  <c:v>44866</c:v>
                </c:pt>
                <c:pt idx="1787">
                  <c:v>44867</c:v>
                </c:pt>
                <c:pt idx="1788">
                  <c:v>44868</c:v>
                </c:pt>
                <c:pt idx="1789">
                  <c:v>44869</c:v>
                </c:pt>
                <c:pt idx="1790">
                  <c:v>44872</c:v>
                </c:pt>
                <c:pt idx="1791">
                  <c:v>44874</c:v>
                </c:pt>
                <c:pt idx="1792">
                  <c:v>44875</c:v>
                </c:pt>
                <c:pt idx="1793">
                  <c:v>44876</c:v>
                </c:pt>
                <c:pt idx="1794">
                  <c:v>44879</c:v>
                </c:pt>
                <c:pt idx="1795">
                  <c:v>44880</c:v>
                </c:pt>
                <c:pt idx="1796">
                  <c:v>44881</c:v>
                </c:pt>
                <c:pt idx="1797">
                  <c:v>44882</c:v>
                </c:pt>
                <c:pt idx="1798">
                  <c:v>44883</c:v>
                </c:pt>
                <c:pt idx="1799">
                  <c:v>44886</c:v>
                </c:pt>
                <c:pt idx="1800">
                  <c:v>44887</c:v>
                </c:pt>
                <c:pt idx="1801">
                  <c:v>44888</c:v>
                </c:pt>
                <c:pt idx="1802">
                  <c:v>44893</c:v>
                </c:pt>
                <c:pt idx="1803">
                  <c:v>44894</c:v>
                </c:pt>
                <c:pt idx="1804">
                  <c:v>44895</c:v>
                </c:pt>
                <c:pt idx="1805">
                  <c:v>44896</c:v>
                </c:pt>
                <c:pt idx="1806">
                  <c:v>44897</c:v>
                </c:pt>
                <c:pt idx="1807">
                  <c:v>44900</c:v>
                </c:pt>
                <c:pt idx="1808">
                  <c:v>44901</c:v>
                </c:pt>
                <c:pt idx="1809">
                  <c:v>44902</c:v>
                </c:pt>
                <c:pt idx="1810">
                  <c:v>44903</c:v>
                </c:pt>
                <c:pt idx="1811">
                  <c:v>44904</c:v>
                </c:pt>
                <c:pt idx="1812">
                  <c:v>44907</c:v>
                </c:pt>
                <c:pt idx="1813">
                  <c:v>44908</c:v>
                </c:pt>
                <c:pt idx="1814">
                  <c:v>44909</c:v>
                </c:pt>
                <c:pt idx="1815">
                  <c:v>44910</c:v>
                </c:pt>
                <c:pt idx="1816">
                  <c:v>44911</c:v>
                </c:pt>
                <c:pt idx="1817">
                  <c:v>44914</c:v>
                </c:pt>
                <c:pt idx="1818">
                  <c:v>44915</c:v>
                </c:pt>
                <c:pt idx="1819">
                  <c:v>44916</c:v>
                </c:pt>
                <c:pt idx="1820">
                  <c:v>44917</c:v>
                </c:pt>
                <c:pt idx="1821">
                  <c:v>44918</c:v>
                </c:pt>
                <c:pt idx="1822">
                  <c:v>44929</c:v>
                </c:pt>
                <c:pt idx="1823">
                  <c:v>44930</c:v>
                </c:pt>
                <c:pt idx="1824">
                  <c:v>44931</c:v>
                </c:pt>
                <c:pt idx="1825">
                  <c:v>44932</c:v>
                </c:pt>
                <c:pt idx="1826">
                  <c:v>44935</c:v>
                </c:pt>
                <c:pt idx="1827">
                  <c:v>44936</c:v>
                </c:pt>
                <c:pt idx="1828">
                  <c:v>44937</c:v>
                </c:pt>
                <c:pt idx="1829">
                  <c:v>44938</c:v>
                </c:pt>
                <c:pt idx="1830">
                  <c:v>44939</c:v>
                </c:pt>
                <c:pt idx="1831">
                  <c:v>44943</c:v>
                </c:pt>
                <c:pt idx="1832">
                  <c:v>44944</c:v>
                </c:pt>
                <c:pt idx="1833">
                  <c:v>44945</c:v>
                </c:pt>
                <c:pt idx="1834">
                  <c:v>44946</c:v>
                </c:pt>
                <c:pt idx="1835">
                  <c:v>44949</c:v>
                </c:pt>
                <c:pt idx="1836">
                  <c:v>44950</c:v>
                </c:pt>
                <c:pt idx="1837">
                  <c:v>44951</c:v>
                </c:pt>
                <c:pt idx="1838">
                  <c:v>44953</c:v>
                </c:pt>
                <c:pt idx="1839">
                  <c:v>44956</c:v>
                </c:pt>
                <c:pt idx="1840">
                  <c:v>44957</c:v>
                </c:pt>
                <c:pt idx="1841">
                  <c:v>44958</c:v>
                </c:pt>
                <c:pt idx="1842">
                  <c:v>44959</c:v>
                </c:pt>
                <c:pt idx="1843">
                  <c:v>44960</c:v>
                </c:pt>
                <c:pt idx="1844">
                  <c:v>44963</c:v>
                </c:pt>
                <c:pt idx="1845">
                  <c:v>44964</c:v>
                </c:pt>
                <c:pt idx="1846">
                  <c:v>44965</c:v>
                </c:pt>
                <c:pt idx="1847">
                  <c:v>44966</c:v>
                </c:pt>
                <c:pt idx="1848">
                  <c:v>44967</c:v>
                </c:pt>
                <c:pt idx="1849">
                  <c:v>44970</c:v>
                </c:pt>
                <c:pt idx="1850">
                  <c:v>44971</c:v>
                </c:pt>
                <c:pt idx="1851">
                  <c:v>44972</c:v>
                </c:pt>
                <c:pt idx="1852">
                  <c:v>44973</c:v>
                </c:pt>
                <c:pt idx="1853">
                  <c:v>44974</c:v>
                </c:pt>
                <c:pt idx="1854">
                  <c:v>44978</c:v>
                </c:pt>
                <c:pt idx="1855">
                  <c:v>44979</c:v>
                </c:pt>
                <c:pt idx="1856">
                  <c:v>44980</c:v>
                </c:pt>
                <c:pt idx="1857">
                  <c:v>44981</c:v>
                </c:pt>
                <c:pt idx="1858">
                  <c:v>44984</c:v>
                </c:pt>
                <c:pt idx="1859">
                  <c:v>44985</c:v>
                </c:pt>
                <c:pt idx="1860">
                  <c:v>44986</c:v>
                </c:pt>
                <c:pt idx="1861">
                  <c:v>44987</c:v>
                </c:pt>
                <c:pt idx="1862">
                  <c:v>44988</c:v>
                </c:pt>
                <c:pt idx="1863">
                  <c:v>44991</c:v>
                </c:pt>
                <c:pt idx="1864">
                  <c:v>44993</c:v>
                </c:pt>
                <c:pt idx="1865">
                  <c:v>44994</c:v>
                </c:pt>
                <c:pt idx="1866">
                  <c:v>44995</c:v>
                </c:pt>
                <c:pt idx="1867">
                  <c:v>44998</c:v>
                </c:pt>
                <c:pt idx="1868">
                  <c:v>44999</c:v>
                </c:pt>
                <c:pt idx="1869">
                  <c:v>45000</c:v>
                </c:pt>
                <c:pt idx="1870">
                  <c:v>45001</c:v>
                </c:pt>
                <c:pt idx="1871">
                  <c:v>45002</c:v>
                </c:pt>
                <c:pt idx="1872">
                  <c:v>45005</c:v>
                </c:pt>
                <c:pt idx="1873">
                  <c:v>45006</c:v>
                </c:pt>
                <c:pt idx="1874">
                  <c:v>45008</c:v>
                </c:pt>
                <c:pt idx="1875">
                  <c:v>45009</c:v>
                </c:pt>
                <c:pt idx="1876">
                  <c:v>45012</c:v>
                </c:pt>
                <c:pt idx="1877">
                  <c:v>45013</c:v>
                </c:pt>
                <c:pt idx="1878">
                  <c:v>45014</c:v>
                </c:pt>
                <c:pt idx="1879">
                  <c:v>45016</c:v>
                </c:pt>
                <c:pt idx="1880">
                  <c:v>45019</c:v>
                </c:pt>
                <c:pt idx="1881">
                  <c:v>45021</c:v>
                </c:pt>
                <c:pt idx="1882">
                  <c:v>45022</c:v>
                </c:pt>
                <c:pt idx="1883">
                  <c:v>45026</c:v>
                </c:pt>
                <c:pt idx="1884">
                  <c:v>45027</c:v>
                </c:pt>
                <c:pt idx="1885">
                  <c:v>45028</c:v>
                </c:pt>
                <c:pt idx="1886">
                  <c:v>45029</c:v>
                </c:pt>
                <c:pt idx="1887">
                  <c:v>45033</c:v>
                </c:pt>
                <c:pt idx="1888">
                  <c:v>45034</c:v>
                </c:pt>
                <c:pt idx="1889">
                  <c:v>45035</c:v>
                </c:pt>
                <c:pt idx="1890">
                  <c:v>45036</c:v>
                </c:pt>
                <c:pt idx="1891">
                  <c:v>45037</c:v>
                </c:pt>
                <c:pt idx="1892">
                  <c:v>45040</c:v>
                </c:pt>
                <c:pt idx="1893">
                  <c:v>45041</c:v>
                </c:pt>
                <c:pt idx="1894">
                  <c:v>45042</c:v>
                </c:pt>
                <c:pt idx="1895">
                  <c:v>45043</c:v>
                </c:pt>
                <c:pt idx="1896">
                  <c:v>45044</c:v>
                </c:pt>
                <c:pt idx="1897">
                  <c:v>45048</c:v>
                </c:pt>
                <c:pt idx="1898">
                  <c:v>45049</c:v>
                </c:pt>
                <c:pt idx="1899">
                  <c:v>45050</c:v>
                </c:pt>
                <c:pt idx="1900">
                  <c:v>45054</c:v>
                </c:pt>
                <c:pt idx="1901">
                  <c:v>45055</c:v>
                </c:pt>
                <c:pt idx="1902">
                  <c:v>45056</c:v>
                </c:pt>
                <c:pt idx="1903">
                  <c:v>45057</c:v>
                </c:pt>
                <c:pt idx="1904">
                  <c:v>45058</c:v>
                </c:pt>
                <c:pt idx="1905">
                  <c:v>45061</c:v>
                </c:pt>
                <c:pt idx="1906">
                  <c:v>45062</c:v>
                </c:pt>
                <c:pt idx="1907">
                  <c:v>45063</c:v>
                </c:pt>
                <c:pt idx="1908">
                  <c:v>45064</c:v>
                </c:pt>
                <c:pt idx="1909">
                  <c:v>45065</c:v>
                </c:pt>
                <c:pt idx="1910">
                  <c:v>45068</c:v>
                </c:pt>
                <c:pt idx="1911">
                  <c:v>45069</c:v>
                </c:pt>
                <c:pt idx="1912">
                  <c:v>45070</c:v>
                </c:pt>
                <c:pt idx="1913">
                  <c:v>45071</c:v>
                </c:pt>
                <c:pt idx="1914">
                  <c:v>45072</c:v>
                </c:pt>
                <c:pt idx="1915">
                  <c:v>45076</c:v>
                </c:pt>
                <c:pt idx="1916">
                  <c:v>45077</c:v>
                </c:pt>
                <c:pt idx="1917">
                  <c:v>45078</c:v>
                </c:pt>
                <c:pt idx="1918">
                  <c:v>45079</c:v>
                </c:pt>
                <c:pt idx="1919">
                  <c:v>45082</c:v>
                </c:pt>
                <c:pt idx="1920">
                  <c:v>45083</c:v>
                </c:pt>
                <c:pt idx="1921">
                  <c:v>45084</c:v>
                </c:pt>
                <c:pt idx="1922">
                  <c:v>45085</c:v>
                </c:pt>
                <c:pt idx="1923">
                  <c:v>45089</c:v>
                </c:pt>
                <c:pt idx="1924">
                  <c:v>45090</c:v>
                </c:pt>
                <c:pt idx="1925">
                  <c:v>45091</c:v>
                </c:pt>
                <c:pt idx="1926">
                  <c:v>45092</c:v>
                </c:pt>
                <c:pt idx="1927">
                  <c:v>45093</c:v>
                </c:pt>
                <c:pt idx="1928">
                  <c:v>45097</c:v>
                </c:pt>
                <c:pt idx="1929">
                  <c:v>45098</c:v>
                </c:pt>
                <c:pt idx="1930">
                  <c:v>45099</c:v>
                </c:pt>
                <c:pt idx="1931">
                  <c:v>45100</c:v>
                </c:pt>
                <c:pt idx="1932">
                  <c:v>45103</c:v>
                </c:pt>
                <c:pt idx="1933">
                  <c:v>45104</c:v>
                </c:pt>
                <c:pt idx="1934">
                  <c:v>45107</c:v>
                </c:pt>
                <c:pt idx="1935">
                  <c:v>45112</c:v>
                </c:pt>
                <c:pt idx="1936">
                  <c:v>45113</c:v>
                </c:pt>
                <c:pt idx="1937">
                  <c:v>45114</c:v>
                </c:pt>
                <c:pt idx="1938">
                  <c:v>45117</c:v>
                </c:pt>
                <c:pt idx="1939">
                  <c:v>45118</c:v>
                </c:pt>
                <c:pt idx="1940">
                  <c:v>45119</c:v>
                </c:pt>
                <c:pt idx="1941">
                  <c:v>45120</c:v>
                </c:pt>
                <c:pt idx="1942">
                  <c:v>45121</c:v>
                </c:pt>
                <c:pt idx="1943">
                  <c:v>45124</c:v>
                </c:pt>
                <c:pt idx="1944">
                  <c:v>45125</c:v>
                </c:pt>
                <c:pt idx="1945">
                  <c:v>45126</c:v>
                </c:pt>
                <c:pt idx="1946">
                  <c:v>45127</c:v>
                </c:pt>
                <c:pt idx="1947">
                  <c:v>45128</c:v>
                </c:pt>
                <c:pt idx="1948">
                  <c:v>45131</c:v>
                </c:pt>
                <c:pt idx="1949">
                  <c:v>45132</c:v>
                </c:pt>
                <c:pt idx="1950">
                  <c:v>45133</c:v>
                </c:pt>
                <c:pt idx="1951">
                  <c:v>45134</c:v>
                </c:pt>
                <c:pt idx="1952">
                  <c:v>45135</c:v>
                </c:pt>
                <c:pt idx="1953">
                  <c:v>45138</c:v>
                </c:pt>
                <c:pt idx="1954">
                  <c:v>45139</c:v>
                </c:pt>
                <c:pt idx="1955">
                  <c:v>45140</c:v>
                </c:pt>
                <c:pt idx="1956">
                  <c:v>45141</c:v>
                </c:pt>
                <c:pt idx="1957">
                  <c:v>45142</c:v>
                </c:pt>
                <c:pt idx="1958">
                  <c:v>45145</c:v>
                </c:pt>
                <c:pt idx="1959">
                  <c:v>45146</c:v>
                </c:pt>
                <c:pt idx="1960">
                  <c:v>45147</c:v>
                </c:pt>
                <c:pt idx="1961">
                  <c:v>45148</c:v>
                </c:pt>
                <c:pt idx="1962">
                  <c:v>45149</c:v>
                </c:pt>
                <c:pt idx="1963">
                  <c:v>45152</c:v>
                </c:pt>
                <c:pt idx="1964">
                  <c:v>45155</c:v>
                </c:pt>
                <c:pt idx="1965">
                  <c:v>45156</c:v>
                </c:pt>
                <c:pt idx="1966">
                  <c:v>45159</c:v>
                </c:pt>
                <c:pt idx="1967">
                  <c:v>45160</c:v>
                </c:pt>
                <c:pt idx="1968">
                  <c:v>45161</c:v>
                </c:pt>
                <c:pt idx="1969">
                  <c:v>45162</c:v>
                </c:pt>
                <c:pt idx="1970">
                  <c:v>45163</c:v>
                </c:pt>
                <c:pt idx="1971">
                  <c:v>45166</c:v>
                </c:pt>
                <c:pt idx="1972">
                  <c:v>45167</c:v>
                </c:pt>
                <c:pt idx="1973">
                  <c:v>45168</c:v>
                </c:pt>
                <c:pt idx="1974">
                  <c:v>45169</c:v>
                </c:pt>
                <c:pt idx="1975">
                  <c:v>45170</c:v>
                </c:pt>
                <c:pt idx="1976">
                  <c:v>45174</c:v>
                </c:pt>
                <c:pt idx="1977">
                  <c:v>45175</c:v>
                </c:pt>
                <c:pt idx="1978">
                  <c:v>45176</c:v>
                </c:pt>
                <c:pt idx="1979">
                  <c:v>45177</c:v>
                </c:pt>
                <c:pt idx="1980">
                  <c:v>45180</c:v>
                </c:pt>
                <c:pt idx="1981">
                  <c:v>45181</c:v>
                </c:pt>
                <c:pt idx="1982">
                  <c:v>45182</c:v>
                </c:pt>
                <c:pt idx="1983">
                  <c:v>45183</c:v>
                </c:pt>
                <c:pt idx="1984">
                  <c:v>45184</c:v>
                </c:pt>
                <c:pt idx="1985">
                  <c:v>45187</c:v>
                </c:pt>
                <c:pt idx="1986">
                  <c:v>45189</c:v>
                </c:pt>
                <c:pt idx="1987">
                  <c:v>45190</c:v>
                </c:pt>
                <c:pt idx="1988">
                  <c:v>45191</c:v>
                </c:pt>
                <c:pt idx="1989">
                  <c:v>45194</c:v>
                </c:pt>
                <c:pt idx="1990">
                  <c:v>45195</c:v>
                </c:pt>
                <c:pt idx="1991">
                  <c:v>45196</c:v>
                </c:pt>
                <c:pt idx="1992">
                  <c:v>45202</c:v>
                </c:pt>
                <c:pt idx="1993">
                  <c:v>45203</c:v>
                </c:pt>
                <c:pt idx="1994">
                  <c:v>45204</c:v>
                </c:pt>
                <c:pt idx="1995">
                  <c:v>45205</c:v>
                </c:pt>
                <c:pt idx="1996">
                  <c:v>45209</c:v>
                </c:pt>
                <c:pt idx="1997">
                  <c:v>45210</c:v>
                </c:pt>
                <c:pt idx="1998">
                  <c:v>45211</c:v>
                </c:pt>
                <c:pt idx="1999">
                  <c:v>45212</c:v>
                </c:pt>
                <c:pt idx="2000">
                  <c:v>45215</c:v>
                </c:pt>
                <c:pt idx="2001">
                  <c:v>45216</c:v>
                </c:pt>
                <c:pt idx="2002">
                  <c:v>45217</c:v>
                </c:pt>
                <c:pt idx="2003">
                  <c:v>45218</c:v>
                </c:pt>
                <c:pt idx="2004">
                  <c:v>45219</c:v>
                </c:pt>
                <c:pt idx="2005">
                  <c:v>45222</c:v>
                </c:pt>
                <c:pt idx="2006">
                  <c:v>45224</c:v>
                </c:pt>
                <c:pt idx="2007">
                  <c:v>45225</c:v>
                </c:pt>
                <c:pt idx="2008">
                  <c:v>45226</c:v>
                </c:pt>
                <c:pt idx="2009">
                  <c:v>45229</c:v>
                </c:pt>
                <c:pt idx="2010">
                  <c:v>45230</c:v>
                </c:pt>
                <c:pt idx="2011">
                  <c:v>45231</c:v>
                </c:pt>
                <c:pt idx="2012">
                  <c:v>45232</c:v>
                </c:pt>
                <c:pt idx="2013">
                  <c:v>45233</c:v>
                </c:pt>
                <c:pt idx="2014">
                  <c:v>45236</c:v>
                </c:pt>
                <c:pt idx="2015">
                  <c:v>45237</c:v>
                </c:pt>
                <c:pt idx="2016">
                  <c:v>45238</c:v>
                </c:pt>
                <c:pt idx="2017">
                  <c:v>45239</c:v>
                </c:pt>
                <c:pt idx="2018">
                  <c:v>45240</c:v>
                </c:pt>
                <c:pt idx="2019">
                  <c:v>45243</c:v>
                </c:pt>
                <c:pt idx="2020">
                  <c:v>45245</c:v>
                </c:pt>
                <c:pt idx="2021">
                  <c:v>45246</c:v>
                </c:pt>
                <c:pt idx="2022">
                  <c:v>45247</c:v>
                </c:pt>
                <c:pt idx="2023">
                  <c:v>45250</c:v>
                </c:pt>
                <c:pt idx="2024">
                  <c:v>45251</c:v>
                </c:pt>
                <c:pt idx="2025">
                  <c:v>45252</c:v>
                </c:pt>
                <c:pt idx="2026">
                  <c:v>45258</c:v>
                </c:pt>
                <c:pt idx="2027">
                  <c:v>45259</c:v>
                </c:pt>
                <c:pt idx="2028">
                  <c:v>45260</c:v>
                </c:pt>
                <c:pt idx="2029">
                  <c:v>45261</c:v>
                </c:pt>
                <c:pt idx="2030">
                  <c:v>45264</c:v>
                </c:pt>
                <c:pt idx="2031">
                  <c:v>45265</c:v>
                </c:pt>
                <c:pt idx="2032">
                  <c:v>45266</c:v>
                </c:pt>
                <c:pt idx="2033">
                  <c:v>45267</c:v>
                </c:pt>
                <c:pt idx="2034">
                  <c:v>45268</c:v>
                </c:pt>
                <c:pt idx="2035">
                  <c:v>45271</c:v>
                </c:pt>
                <c:pt idx="2036">
                  <c:v>45272</c:v>
                </c:pt>
                <c:pt idx="2037">
                  <c:v>45273</c:v>
                </c:pt>
                <c:pt idx="2038">
                  <c:v>45274</c:v>
                </c:pt>
                <c:pt idx="2039">
                  <c:v>45275</c:v>
                </c:pt>
                <c:pt idx="2040">
                  <c:v>45278</c:v>
                </c:pt>
                <c:pt idx="2041">
                  <c:v>45279</c:v>
                </c:pt>
                <c:pt idx="2042">
                  <c:v>45280</c:v>
                </c:pt>
                <c:pt idx="2043">
                  <c:v>45281</c:v>
                </c:pt>
                <c:pt idx="2044">
                  <c:v>45293</c:v>
                </c:pt>
                <c:pt idx="2045">
                  <c:v>45294</c:v>
                </c:pt>
                <c:pt idx="2046">
                  <c:v>45295</c:v>
                </c:pt>
                <c:pt idx="2047">
                  <c:v>45296</c:v>
                </c:pt>
                <c:pt idx="2048">
                  <c:v>45299</c:v>
                </c:pt>
                <c:pt idx="2049">
                  <c:v>45300</c:v>
                </c:pt>
                <c:pt idx="2050">
                  <c:v>45301</c:v>
                </c:pt>
                <c:pt idx="2051">
                  <c:v>45302</c:v>
                </c:pt>
                <c:pt idx="2052">
                  <c:v>45303</c:v>
                </c:pt>
                <c:pt idx="2053">
                  <c:v>45307</c:v>
                </c:pt>
                <c:pt idx="2054">
                  <c:v>45308</c:v>
                </c:pt>
                <c:pt idx="2055">
                  <c:v>45309</c:v>
                </c:pt>
                <c:pt idx="2056">
                  <c:v>45310</c:v>
                </c:pt>
                <c:pt idx="2057">
                  <c:v>45314</c:v>
                </c:pt>
                <c:pt idx="2058">
                  <c:v>45315</c:v>
                </c:pt>
                <c:pt idx="2059">
                  <c:v>45316</c:v>
                </c:pt>
                <c:pt idx="2060">
                  <c:v>45320</c:v>
                </c:pt>
                <c:pt idx="2061">
                  <c:v>45321</c:v>
                </c:pt>
                <c:pt idx="2062">
                  <c:v>45322</c:v>
                </c:pt>
                <c:pt idx="2063">
                  <c:v>45323</c:v>
                </c:pt>
                <c:pt idx="2064">
                  <c:v>45324</c:v>
                </c:pt>
                <c:pt idx="2065">
                  <c:v>45327</c:v>
                </c:pt>
                <c:pt idx="2066">
                  <c:v>45328</c:v>
                </c:pt>
                <c:pt idx="2067">
                  <c:v>45329</c:v>
                </c:pt>
                <c:pt idx="2068">
                  <c:v>45330</c:v>
                </c:pt>
                <c:pt idx="2069">
                  <c:v>45331</c:v>
                </c:pt>
                <c:pt idx="2070">
                  <c:v>45334</c:v>
                </c:pt>
                <c:pt idx="2071">
                  <c:v>45335</c:v>
                </c:pt>
                <c:pt idx="2072">
                  <c:v>45336</c:v>
                </c:pt>
                <c:pt idx="2073">
                  <c:v>45337</c:v>
                </c:pt>
                <c:pt idx="2074">
                  <c:v>45338</c:v>
                </c:pt>
                <c:pt idx="2075">
                  <c:v>45342</c:v>
                </c:pt>
                <c:pt idx="2076">
                  <c:v>45343</c:v>
                </c:pt>
                <c:pt idx="2077">
                  <c:v>45344</c:v>
                </c:pt>
                <c:pt idx="2078">
                  <c:v>45345</c:v>
                </c:pt>
                <c:pt idx="2079">
                  <c:v>45348</c:v>
                </c:pt>
                <c:pt idx="2080">
                  <c:v>45349</c:v>
                </c:pt>
                <c:pt idx="2081">
                  <c:v>45350</c:v>
                </c:pt>
                <c:pt idx="2082">
                  <c:v>45351</c:v>
                </c:pt>
                <c:pt idx="2083">
                  <c:v>45352</c:v>
                </c:pt>
                <c:pt idx="2084">
                  <c:v>45355</c:v>
                </c:pt>
                <c:pt idx="2085">
                  <c:v>45356</c:v>
                </c:pt>
                <c:pt idx="2086">
                  <c:v>45357</c:v>
                </c:pt>
                <c:pt idx="2087">
                  <c:v>45358</c:v>
                </c:pt>
                <c:pt idx="2088">
                  <c:v>45362</c:v>
                </c:pt>
                <c:pt idx="2089">
                  <c:v>45363</c:v>
                </c:pt>
                <c:pt idx="2090">
                  <c:v>45364</c:v>
                </c:pt>
                <c:pt idx="2091">
                  <c:v>45365</c:v>
                </c:pt>
                <c:pt idx="2092">
                  <c:v>45366</c:v>
                </c:pt>
                <c:pt idx="2093">
                  <c:v>45369</c:v>
                </c:pt>
                <c:pt idx="2094">
                  <c:v>45370</c:v>
                </c:pt>
                <c:pt idx="2095">
                  <c:v>45371</c:v>
                </c:pt>
                <c:pt idx="2096">
                  <c:v>45372</c:v>
                </c:pt>
                <c:pt idx="2097">
                  <c:v>45373</c:v>
                </c:pt>
                <c:pt idx="2098">
                  <c:v>45377</c:v>
                </c:pt>
                <c:pt idx="2099">
                  <c:v>45378</c:v>
                </c:pt>
                <c:pt idx="2100">
                  <c:v>45379</c:v>
                </c:pt>
                <c:pt idx="2101">
                  <c:v>45383</c:v>
                </c:pt>
                <c:pt idx="2102">
                  <c:v>45384</c:v>
                </c:pt>
                <c:pt idx="2103">
                  <c:v>45385</c:v>
                </c:pt>
                <c:pt idx="2104">
                  <c:v>45386</c:v>
                </c:pt>
                <c:pt idx="2105">
                  <c:v>45387</c:v>
                </c:pt>
                <c:pt idx="2106">
                  <c:v>45390</c:v>
                </c:pt>
                <c:pt idx="2107">
                  <c:v>45392</c:v>
                </c:pt>
                <c:pt idx="2108">
                  <c:v>45394</c:v>
                </c:pt>
                <c:pt idx="2109">
                  <c:v>45397</c:v>
                </c:pt>
                <c:pt idx="2110">
                  <c:v>45398</c:v>
                </c:pt>
                <c:pt idx="2111">
                  <c:v>45400</c:v>
                </c:pt>
                <c:pt idx="2112">
                  <c:v>45401</c:v>
                </c:pt>
                <c:pt idx="2113">
                  <c:v>45404</c:v>
                </c:pt>
                <c:pt idx="2114">
                  <c:v>45405</c:v>
                </c:pt>
                <c:pt idx="2115">
                  <c:v>45406</c:v>
                </c:pt>
                <c:pt idx="2116">
                  <c:v>45407</c:v>
                </c:pt>
                <c:pt idx="2117">
                  <c:v>45408</c:v>
                </c:pt>
                <c:pt idx="2118">
                  <c:v>45411</c:v>
                </c:pt>
                <c:pt idx="2119">
                  <c:v>45412</c:v>
                </c:pt>
                <c:pt idx="2120">
                  <c:v>45414</c:v>
                </c:pt>
                <c:pt idx="2121">
                  <c:v>45415</c:v>
                </c:pt>
                <c:pt idx="2122">
                  <c:v>45418</c:v>
                </c:pt>
                <c:pt idx="2123">
                  <c:v>45419</c:v>
                </c:pt>
                <c:pt idx="2124">
                  <c:v>45420</c:v>
                </c:pt>
                <c:pt idx="2125">
                  <c:v>45421</c:v>
                </c:pt>
                <c:pt idx="2126">
                  <c:v>45422</c:v>
                </c:pt>
                <c:pt idx="2127">
                  <c:v>45425</c:v>
                </c:pt>
                <c:pt idx="2128">
                  <c:v>45426</c:v>
                </c:pt>
                <c:pt idx="2129">
                  <c:v>45427</c:v>
                </c:pt>
                <c:pt idx="2130">
                  <c:v>45428</c:v>
                </c:pt>
                <c:pt idx="2131">
                  <c:v>45429</c:v>
                </c:pt>
                <c:pt idx="2132">
                  <c:v>45433</c:v>
                </c:pt>
                <c:pt idx="2133">
                  <c:v>45434</c:v>
                </c:pt>
                <c:pt idx="2134">
                  <c:v>45436</c:v>
                </c:pt>
                <c:pt idx="2135">
                  <c:v>45440</c:v>
                </c:pt>
                <c:pt idx="2136">
                  <c:v>45441</c:v>
                </c:pt>
                <c:pt idx="2137">
                  <c:v>45442</c:v>
                </c:pt>
                <c:pt idx="2138">
                  <c:v>45443</c:v>
                </c:pt>
                <c:pt idx="2139">
                  <c:v>45446</c:v>
                </c:pt>
                <c:pt idx="2140">
                  <c:v>45447</c:v>
                </c:pt>
                <c:pt idx="2141">
                  <c:v>45448</c:v>
                </c:pt>
                <c:pt idx="2142">
                  <c:v>45449</c:v>
                </c:pt>
                <c:pt idx="2143">
                  <c:v>45450</c:v>
                </c:pt>
                <c:pt idx="2144">
                  <c:v>45453</c:v>
                </c:pt>
                <c:pt idx="2145">
                  <c:v>45454</c:v>
                </c:pt>
                <c:pt idx="2146">
                  <c:v>45455</c:v>
                </c:pt>
                <c:pt idx="2147">
                  <c:v>45456</c:v>
                </c:pt>
                <c:pt idx="2148">
                  <c:v>45457</c:v>
                </c:pt>
                <c:pt idx="2149">
                  <c:v>45461</c:v>
                </c:pt>
                <c:pt idx="2150">
                  <c:v>45463</c:v>
                </c:pt>
                <c:pt idx="2151">
                  <c:v>45464</c:v>
                </c:pt>
                <c:pt idx="2152">
                  <c:v>45467</c:v>
                </c:pt>
                <c:pt idx="2153">
                  <c:v>45468</c:v>
                </c:pt>
                <c:pt idx="2154">
                  <c:v>45469</c:v>
                </c:pt>
                <c:pt idx="2155">
                  <c:v>45470</c:v>
                </c:pt>
                <c:pt idx="2156">
                  <c:v>45471</c:v>
                </c:pt>
                <c:pt idx="2157">
                  <c:v>45474</c:v>
                </c:pt>
                <c:pt idx="2158">
                  <c:v>45475</c:v>
                </c:pt>
                <c:pt idx="2159">
                  <c:v>45481</c:v>
                </c:pt>
                <c:pt idx="2160">
                  <c:v>45482</c:v>
                </c:pt>
                <c:pt idx="2161">
                  <c:v>45483</c:v>
                </c:pt>
                <c:pt idx="2162">
                  <c:v>45485</c:v>
                </c:pt>
                <c:pt idx="2163">
                  <c:v>45488</c:v>
                </c:pt>
                <c:pt idx="2164">
                  <c:v>45489</c:v>
                </c:pt>
                <c:pt idx="2165">
                  <c:v>45491</c:v>
                </c:pt>
                <c:pt idx="2166">
                  <c:v>45492</c:v>
                </c:pt>
                <c:pt idx="2167">
                  <c:v>45495</c:v>
                </c:pt>
                <c:pt idx="2168">
                  <c:v>45496</c:v>
                </c:pt>
                <c:pt idx="2169">
                  <c:v>45497</c:v>
                </c:pt>
                <c:pt idx="2170">
                  <c:v>45498</c:v>
                </c:pt>
                <c:pt idx="2171">
                  <c:v>45499</c:v>
                </c:pt>
                <c:pt idx="2172">
                  <c:v>45502</c:v>
                </c:pt>
                <c:pt idx="2173">
                  <c:v>45503</c:v>
                </c:pt>
                <c:pt idx="2174">
                  <c:v>45504</c:v>
                </c:pt>
                <c:pt idx="2175">
                  <c:v>45505</c:v>
                </c:pt>
                <c:pt idx="2176">
                  <c:v>45506</c:v>
                </c:pt>
                <c:pt idx="2177">
                  <c:v>45509</c:v>
                </c:pt>
                <c:pt idx="2178">
                  <c:v>45510</c:v>
                </c:pt>
                <c:pt idx="2179">
                  <c:v>45511</c:v>
                </c:pt>
                <c:pt idx="2180">
                  <c:v>45512</c:v>
                </c:pt>
                <c:pt idx="2181">
                  <c:v>45513</c:v>
                </c:pt>
                <c:pt idx="2182">
                  <c:v>45516</c:v>
                </c:pt>
                <c:pt idx="2183">
                  <c:v>45517</c:v>
                </c:pt>
                <c:pt idx="2184">
                  <c:v>45518</c:v>
                </c:pt>
                <c:pt idx="2185">
                  <c:v>45520</c:v>
                </c:pt>
                <c:pt idx="2186">
                  <c:v>45523</c:v>
                </c:pt>
                <c:pt idx="2187">
                  <c:v>45524</c:v>
                </c:pt>
                <c:pt idx="2188">
                  <c:v>45525</c:v>
                </c:pt>
                <c:pt idx="2189">
                  <c:v>45526</c:v>
                </c:pt>
                <c:pt idx="2190">
                  <c:v>45527</c:v>
                </c:pt>
                <c:pt idx="2191">
                  <c:v>45530</c:v>
                </c:pt>
                <c:pt idx="2192">
                  <c:v>45531</c:v>
                </c:pt>
                <c:pt idx="2193">
                  <c:v>45532</c:v>
                </c:pt>
                <c:pt idx="2194">
                  <c:v>45533</c:v>
                </c:pt>
                <c:pt idx="2195">
                  <c:v>45534</c:v>
                </c:pt>
                <c:pt idx="2196">
                  <c:v>45538</c:v>
                </c:pt>
                <c:pt idx="2197">
                  <c:v>45539</c:v>
                </c:pt>
                <c:pt idx="2198">
                  <c:v>45540</c:v>
                </c:pt>
                <c:pt idx="2199">
                  <c:v>45541</c:v>
                </c:pt>
                <c:pt idx="2200">
                  <c:v>45544</c:v>
                </c:pt>
                <c:pt idx="2201">
                  <c:v>45545</c:v>
                </c:pt>
                <c:pt idx="2202">
                  <c:v>45546</c:v>
                </c:pt>
                <c:pt idx="2203">
                  <c:v>45547</c:v>
                </c:pt>
                <c:pt idx="2204">
                  <c:v>45548</c:v>
                </c:pt>
                <c:pt idx="2205">
                  <c:v>45552</c:v>
                </c:pt>
                <c:pt idx="2206">
                  <c:v>45554</c:v>
                </c:pt>
                <c:pt idx="2207">
                  <c:v>45555</c:v>
                </c:pt>
                <c:pt idx="2208">
                  <c:v>45558</c:v>
                </c:pt>
                <c:pt idx="2209">
                  <c:v>45559</c:v>
                </c:pt>
                <c:pt idx="2210">
                  <c:v>45560</c:v>
                </c:pt>
                <c:pt idx="2211">
                  <c:v>45561</c:v>
                </c:pt>
                <c:pt idx="2212">
                  <c:v>45562</c:v>
                </c:pt>
                <c:pt idx="2213">
                  <c:v>45565</c:v>
                </c:pt>
                <c:pt idx="2214">
                  <c:v>45566</c:v>
                </c:pt>
                <c:pt idx="2215">
                  <c:v>45568</c:v>
                </c:pt>
                <c:pt idx="2216">
                  <c:v>45569</c:v>
                </c:pt>
                <c:pt idx="2217">
                  <c:v>45572</c:v>
                </c:pt>
                <c:pt idx="2218">
                  <c:v>45573</c:v>
                </c:pt>
                <c:pt idx="2219">
                  <c:v>45574</c:v>
                </c:pt>
                <c:pt idx="2220">
                  <c:v>45575</c:v>
                </c:pt>
                <c:pt idx="2221">
                  <c:v>45576</c:v>
                </c:pt>
                <c:pt idx="2222">
                  <c:v>45580</c:v>
                </c:pt>
                <c:pt idx="2223">
                  <c:v>45581</c:v>
                </c:pt>
                <c:pt idx="2224">
                  <c:v>45582</c:v>
                </c:pt>
                <c:pt idx="2225">
                  <c:v>45583</c:v>
                </c:pt>
                <c:pt idx="2226">
                  <c:v>45586</c:v>
                </c:pt>
                <c:pt idx="2227">
                  <c:v>45587</c:v>
                </c:pt>
                <c:pt idx="2228">
                  <c:v>45588</c:v>
                </c:pt>
                <c:pt idx="2229">
                  <c:v>45589</c:v>
                </c:pt>
                <c:pt idx="2230">
                  <c:v>45590</c:v>
                </c:pt>
                <c:pt idx="2231">
                  <c:v>45593</c:v>
                </c:pt>
                <c:pt idx="2232">
                  <c:v>45594</c:v>
                </c:pt>
                <c:pt idx="2233">
                  <c:v>45595</c:v>
                </c:pt>
                <c:pt idx="2234">
                  <c:v>45600</c:v>
                </c:pt>
                <c:pt idx="2235">
                  <c:v>45601</c:v>
                </c:pt>
                <c:pt idx="2236">
                  <c:v>45602</c:v>
                </c:pt>
                <c:pt idx="2237">
                  <c:v>45603</c:v>
                </c:pt>
                <c:pt idx="2238">
                  <c:v>45604</c:v>
                </c:pt>
                <c:pt idx="2239">
                  <c:v>45607</c:v>
                </c:pt>
                <c:pt idx="2240">
                  <c:v>45608</c:v>
                </c:pt>
                <c:pt idx="2241">
                  <c:v>45609</c:v>
                </c:pt>
                <c:pt idx="2242">
                  <c:v>45610</c:v>
                </c:pt>
                <c:pt idx="2243">
                  <c:v>45614</c:v>
                </c:pt>
                <c:pt idx="2244">
                  <c:v>45615</c:v>
                </c:pt>
                <c:pt idx="2245">
                  <c:v>45617</c:v>
                </c:pt>
                <c:pt idx="2246">
                  <c:v>45618</c:v>
                </c:pt>
                <c:pt idx="2247">
                  <c:v>45621</c:v>
                </c:pt>
                <c:pt idx="2248">
                  <c:v>45622</c:v>
                </c:pt>
                <c:pt idx="2249">
                  <c:v>45623</c:v>
                </c:pt>
                <c:pt idx="2250">
                  <c:v>45628</c:v>
                </c:pt>
                <c:pt idx="2251">
                  <c:v>45630</c:v>
                </c:pt>
                <c:pt idx="2252">
                  <c:v>45631</c:v>
                </c:pt>
                <c:pt idx="2253">
                  <c:v>45632</c:v>
                </c:pt>
                <c:pt idx="2254">
                  <c:v>45635</c:v>
                </c:pt>
                <c:pt idx="2255">
                  <c:v>45636</c:v>
                </c:pt>
                <c:pt idx="2256">
                  <c:v>45637</c:v>
                </c:pt>
                <c:pt idx="2257">
                  <c:v>45638</c:v>
                </c:pt>
                <c:pt idx="2258">
                  <c:v>45639</c:v>
                </c:pt>
                <c:pt idx="2259">
                  <c:v>45642</c:v>
                </c:pt>
                <c:pt idx="2260">
                  <c:v>45643</c:v>
                </c:pt>
                <c:pt idx="2261">
                  <c:v>45644</c:v>
                </c:pt>
                <c:pt idx="2262">
                  <c:v>45645</c:v>
                </c:pt>
                <c:pt idx="2263">
                  <c:v>45646</c:v>
                </c:pt>
                <c:pt idx="2264">
                  <c:v>45649</c:v>
                </c:pt>
                <c:pt idx="2265">
                  <c:v>45659</c:v>
                </c:pt>
                <c:pt idx="2266">
                  <c:v>45660</c:v>
                </c:pt>
                <c:pt idx="2267">
                  <c:v>45663</c:v>
                </c:pt>
                <c:pt idx="2268">
                  <c:v>45664</c:v>
                </c:pt>
                <c:pt idx="2269">
                  <c:v>45665</c:v>
                </c:pt>
                <c:pt idx="2270">
                  <c:v>45667</c:v>
                </c:pt>
                <c:pt idx="2271">
                  <c:v>45670</c:v>
                </c:pt>
                <c:pt idx="2272">
                  <c:v>45671</c:v>
                </c:pt>
                <c:pt idx="2273">
                  <c:v>45672</c:v>
                </c:pt>
                <c:pt idx="2274">
                  <c:v>45673</c:v>
                </c:pt>
                <c:pt idx="2275">
                  <c:v>45674</c:v>
                </c:pt>
                <c:pt idx="2276">
                  <c:v>45678</c:v>
                </c:pt>
                <c:pt idx="2277">
                  <c:v>45679</c:v>
                </c:pt>
                <c:pt idx="2278">
                  <c:v>45680</c:v>
                </c:pt>
                <c:pt idx="2279">
                  <c:v>45681</c:v>
                </c:pt>
                <c:pt idx="2280">
                  <c:v>45684</c:v>
                </c:pt>
                <c:pt idx="2281">
                  <c:v>45685</c:v>
                </c:pt>
                <c:pt idx="2282">
                  <c:v>45686</c:v>
                </c:pt>
                <c:pt idx="2283">
                  <c:v>45687</c:v>
                </c:pt>
                <c:pt idx="2284">
                  <c:v>45688</c:v>
                </c:pt>
                <c:pt idx="2285">
                  <c:v>45691</c:v>
                </c:pt>
                <c:pt idx="2286">
                  <c:v>45692</c:v>
                </c:pt>
                <c:pt idx="2287">
                  <c:v>45693</c:v>
                </c:pt>
                <c:pt idx="2288">
                  <c:v>45694</c:v>
                </c:pt>
                <c:pt idx="2289">
                  <c:v>45695</c:v>
                </c:pt>
                <c:pt idx="2290">
                  <c:v>45698</c:v>
                </c:pt>
                <c:pt idx="2291">
                  <c:v>45699</c:v>
                </c:pt>
                <c:pt idx="2292">
                  <c:v>45700</c:v>
                </c:pt>
                <c:pt idx="2293">
                  <c:v>45701</c:v>
                </c:pt>
                <c:pt idx="2294">
                  <c:v>45702</c:v>
                </c:pt>
                <c:pt idx="2295">
                  <c:v>45706</c:v>
                </c:pt>
                <c:pt idx="2296">
                  <c:v>45708</c:v>
                </c:pt>
                <c:pt idx="2297">
                  <c:v>45709</c:v>
                </c:pt>
                <c:pt idx="2298">
                  <c:v>45712</c:v>
                </c:pt>
                <c:pt idx="2299">
                  <c:v>45713</c:v>
                </c:pt>
                <c:pt idx="2300">
                  <c:v>45715</c:v>
                </c:pt>
                <c:pt idx="2301">
                  <c:v>45716</c:v>
                </c:pt>
                <c:pt idx="2302">
                  <c:v>45719</c:v>
                </c:pt>
                <c:pt idx="2303">
                  <c:v>45720</c:v>
                </c:pt>
                <c:pt idx="2304">
                  <c:v>45721</c:v>
                </c:pt>
                <c:pt idx="2305">
                  <c:v>45722</c:v>
                </c:pt>
                <c:pt idx="2306">
                  <c:v>45723</c:v>
                </c:pt>
                <c:pt idx="2307">
                  <c:v>45726</c:v>
                </c:pt>
                <c:pt idx="2308">
                  <c:v>45727</c:v>
                </c:pt>
                <c:pt idx="2309">
                  <c:v>45728</c:v>
                </c:pt>
                <c:pt idx="2310">
                  <c:v>45729</c:v>
                </c:pt>
                <c:pt idx="2311">
                  <c:v>45733</c:v>
                </c:pt>
                <c:pt idx="2312">
                  <c:v>45734</c:v>
                </c:pt>
                <c:pt idx="2313">
                  <c:v>45735</c:v>
                </c:pt>
                <c:pt idx="2314">
                  <c:v>45736</c:v>
                </c:pt>
                <c:pt idx="2315">
                  <c:v>45737</c:v>
                </c:pt>
                <c:pt idx="2316">
                  <c:v>45740</c:v>
                </c:pt>
                <c:pt idx="2317">
                  <c:v>45741</c:v>
                </c:pt>
                <c:pt idx="2318">
                  <c:v>45742</c:v>
                </c:pt>
                <c:pt idx="2319">
                  <c:v>45743</c:v>
                </c:pt>
                <c:pt idx="2320">
                  <c:v>45744</c:v>
                </c:pt>
                <c:pt idx="2321">
                  <c:v>45749</c:v>
                </c:pt>
                <c:pt idx="2322">
                  <c:v>45750</c:v>
                </c:pt>
                <c:pt idx="2323">
                  <c:v>45751</c:v>
                </c:pt>
                <c:pt idx="2324">
                  <c:v>45754</c:v>
                </c:pt>
              </c:numCache>
            </c:numRef>
          </c:cat>
          <c:val>
            <c:numRef>
              <c:f>FX!$D$2:$D$2537</c:f>
              <c:numCache>
                <c:formatCode>0.0000</c:formatCode>
                <c:ptCount val="2325"/>
                <c:pt idx="0">
                  <c:v>63.388944924533618</c:v>
                </c:pt>
                <c:pt idx="1">
                  <c:v>63.384987101696765</c:v>
                </c:pt>
                <c:pt idx="2">
                  <c:v>63.44936106148139</c:v>
                </c:pt>
                <c:pt idx="3">
                  <c:v>62.96678131707273</c:v>
                </c:pt>
                <c:pt idx="4">
                  <c:v>62.395041911895845</c:v>
                </c:pt>
                <c:pt idx="5">
                  <c:v>62.160256467182329</c:v>
                </c:pt>
                <c:pt idx="6">
                  <c:v>62.102227349365513</c:v>
                </c:pt>
                <c:pt idx="7">
                  <c:v>62.153105372102729</c:v>
                </c:pt>
                <c:pt idx="8">
                  <c:v>61.758767831008768</c:v>
                </c:pt>
                <c:pt idx="9">
                  <c:v>61.893131652858365</c:v>
                </c:pt>
                <c:pt idx="10">
                  <c:v>61.84762657533043</c:v>
                </c:pt>
                <c:pt idx="11">
                  <c:v>61.613775599509893</c:v>
                </c:pt>
                <c:pt idx="12">
                  <c:v>61.69111772504192</c:v>
                </c:pt>
                <c:pt idx="13">
                  <c:v>61.498655682327389</c:v>
                </c:pt>
                <c:pt idx="14">
                  <c:v>61.464072632944223</c:v>
                </c:pt>
                <c:pt idx="15">
                  <c:v>61.410662112135107</c:v>
                </c:pt>
                <c:pt idx="16">
                  <c:v>61.499995667507172</c:v>
                </c:pt>
                <c:pt idx="17">
                  <c:v>61.757243853172668</c:v>
                </c:pt>
                <c:pt idx="18">
                  <c:v>61.884023854362837</c:v>
                </c:pt>
                <c:pt idx="19">
                  <c:v>61.739100159286956</c:v>
                </c:pt>
                <c:pt idx="20">
                  <c:v>61.680004193458203</c:v>
                </c:pt>
                <c:pt idx="21">
                  <c:v>61.874638684021505</c:v>
                </c:pt>
                <c:pt idx="22">
                  <c:v>61.736273351708448</c:v>
                </c:pt>
                <c:pt idx="23">
                  <c:v>62.140736264025016</c:v>
                </c:pt>
                <c:pt idx="24">
                  <c:v>61.963436864920489</c:v>
                </c:pt>
                <c:pt idx="25">
                  <c:v>62.153784183749423</c:v>
                </c:pt>
                <c:pt idx="26">
                  <c:v>62.430144467935165</c:v>
                </c:pt>
                <c:pt idx="27">
                  <c:v>62.135764356139568</c:v>
                </c:pt>
                <c:pt idx="28">
                  <c:v>62.24492309858163</c:v>
                </c:pt>
                <c:pt idx="29">
                  <c:v>62.254926941562033</c:v>
                </c:pt>
                <c:pt idx="30">
                  <c:v>62.183558183189774</c:v>
                </c:pt>
                <c:pt idx="31">
                  <c:v>62.275708082068945</c:v>
                </c:pt>
                <c:pt idx="32">
                  <c:v>62.046891857517515</c:v>
                </c:pt>
                <c:pt idx="33">
                  <c:v>61.939770328390097</c:v>
                </c:pt>
                <c:pt idx="34">
                  <c:v>61.790851378380722</c:v>
                </c:pt>
                <c:pt idx="35">
                  <c:v>61.82502130916555</c:v>
                </c:pt>
                <c:pt idx="36">
                  <c:v>61.838498858695182</c:v>
                </c:pt>
                <c:pt idx="37">
                  <c:v>61.854537254663875</c:v>
                </c:pt>
                <c:pt idx="38">
                  <c:v>62.201468862717832</c:v>
                </c:pt>
                <c:pt idx="39">
                  <c:v>62.61583623557204</c:v>
                </c:pt>
                <c:pt idx="40">
                  <c:v>62.698313770298803</c:v>
                </c:pt>
                <c:pt idx="41">
                  <c:v>62.744922083973293</c:v>
                </c:pt>
                <c:pt idx="42">
                  <c:v>62.566739003134579</c:v>
                </c:pt>
                <c:pt idx="43">
                  <c:v>62.673471491906383</c:v>
                </c:pt>
                <c:pt idx="44">
                  <c:v>62.821458983820612</c:v>
                </c:pt>
                <c:pt idx="45">
                  <c:v>62.69211905315057</c:v>
                </c:pt>
                <c:pt idx="46">
                  <c:v>62.671981307126657</c:v>
                </c:pt>
                <c:pt idx="47">
                  <c:v>62.420704902660809</c:v>
                </c:pt>
                <c:pt idx="48">
                  <c:v>62.492232750682049</c:v>
                </c:pt>
                <c:pt idx="49">
                  <c:v>62.287975941512983</c:v>
                </c:pt>
                <c:pt idx="50">
                  <c:v>62.198961488533108</c:v>
                </c:pt>
                <c:pt idx="51">
                  <c:v>62.342142249830815</c:v>
                </c:pt>
                <c:pt idx="52">
                  <c:v>62.672997695691642</c:v>
                </c:pt>
                <c:pt idx="53">
                  <c:v>62.607054208397699</c:v>
                </c:pt>
                <c:pt idx="54">
                  <c:v>62.630689646208637</c:v>
                </c:pt>
                <c:pt idx="55">
                  <c:v>62.590552336876279</c:v>
                </c:pt>
                <c:pt idx="56">
                  <c:v>62.157771215283496</c:v>
                </c:pt>
                <c:pt idx="57">
                  <c:v>62.331945835780154</c:v>
                </c:pt>
                <c:pt idx="58">
                  <c:v>62.32955576878193</c:v>
                </c:pt>
                <c:pt idx="59">
                  <c:v>62.256118002011398</c:v>
                </c:pt>
                <c:pt idx="60">
                  <c:v>62.365773389750814</c:v>
                </c:pt>
                <c:pt idx="61">
                  <c:v>62.388420091635886</c:v>
                </c:pt>
                <c:pt idx="62">
                  <c:v>62.402696405934151</c:v>
                </c:pt>
                <c:pt idx="63">
                  <c:v>62.368371212121211</c:v>
                </c:pt>
                <c:pt idx="64">
                  <c:v>62.346183766963442</c:v>
                </c:pt>
                <c:pt idx="65">
                  <c:v>62.563500017278919</c:v>
                </c:pt>
                <c:pt idx="66">
                  <c:v>62.920066950541582</c:v>
                </c:pt>
                <c:pt idx="67">
                  <c:v>62.818560339357269</c:v>
                </c:pt>
                <c:pt idx="68">
                  <c:v>63.184913567312726</c:v>
                </c:pt>
                <c:pt idx="69">
                  <c:v>63.400462372869434</c:v>
                </c:pt>
                <c:pt idx="70">
                  <c:v>63.611550178815847</c:v>
                </c:pt>
                <c:pt idx="71">
                  <c:v>63.33074314778186</c:v>
                </c:pt>
                <c:pt idx="72">
                  <c:v>63.202507615557806</c:v>
                </c:pt>
                <c:pt idx="73">
                  <c:v>63.578217910314294</c:v>
                </c:pt>
                <c:pt idx="74">
                  <c:v>63.519484558986889</c:v>
                </c:pt>
                <c:pt idx="75">
                  <c:v>63.642338507761643</c:v>
                </c:pt>
                <c:pt idx="76">
                  <c:v>63.879989188215156</c:v>
                </c:pt>
                <c:pt idx="77">
                  <c:v>64.049306875399708</c:v>
                </c:pt>
                <c:pt idx="78">
                  <c:v>63.849513474732071</c:v>
                </c:pt>
                <c:pt idx="79">
                  <c:v>64.202159459410495</c:v>
                </c:pt>
                <c:pt idx="80">
                  <c:v>64.189601339427114</c:v>
                </c:pt>
                <c:pt idx="81">
                  <c:v>63.83782509340201</c:v>
                </c:pt>
                <c:pt idx="82">
                  <c:v>63.578624222400272</c:v>
                </c:pt>
                <c:pt idx="83">
                  <c:v>63.554117509215608</c:v>
                </c:pt>
                <c:pt idx="84">
                  <c:v>63.687008121044805</c:v>
                </c:pt>
                <c:pt idx="85">
                  <c:v>63.86561165761136</c:v>
                </c:pt>
                <c:pt idx="86">
                  <c:v>63.699751838811693</c:v>
                </c:pt>
                <c:pt idx="87">
                  <c:v>63.572770205001611</c:v>
                </c:pt>
                <c:pt idx="88">
                  <c:v>63.845012878586019</c:v>
                </c:pt>
                <c:pt idx="89">
                  <c:v>63.947363746180628</c:v>
                </c:pt>
                <c:pt idx="90">
                  <c:v>63.901044256588769</c:v>
                </c:pt>
                <c:pt idx="91">
                  <c:v>63.761415019061971</c:v>
                </c:pt>
                <c:pt idx="92">
                  <c:v>63.608128157123183</c:v>
                </c:pt>
                <c:pt idx="93">
                  <c:v>63.833192623861365</c:v>
                </c:pt>
                <c:pt idx="94">
                  <c:v>63.851307947610714</c:v>
                </c:pt>
                <c:pt idx="95">
                  <c:v>64.177256405850059</c:v>
                </c:pt>
                <c:pt idx="96">
                  <c:v>63.895570101994217</c:v>
                </c:pt>
                <c:pt idx="97">
                  <c:v>64.109926315883712</c:v>
                </c:pt>
                <c:pt idx="98">
                  <c:v>63.936043224225678</c:v>
                </c:pt>
                <c:pt idx="99">
                  <c:v>63.88462230215827</c:v>
                </c:pt>
                <c:pt idx="100">
                  <c:v>63.891099871533427</c:v>
                </c:pt>
                <c:pt idx="101">
                  <c:v>64.029841361096643</c:v>
                </c:pt>
                <c:pt idx="102">
                  <c:v>64.086871214234932</c:v>
                </c:pt>
                <c:pt idx="103">
                  <c:v>64.15055005550191</c:v>
                </c:pt>
                <c:pt idx="104">
                  <c:v>64.113286258645914</c:v>
                </c:pt>
                <c:pt idx="105">
                  <c:v>63.84939055840595</c:v>
                </c:pt>
                <c:pt idx="106">
                  <c:v>63.819346815183309</c:v>
                </c:pt>
                <c:pt idx="107">
                  <c:v>63.509893345782309</c:v>
                </c:pt>
                <c:pt idx="108">
                  <c:v>63.640647114678323</c:v>
                </c:pt>
                <c:pt idx="109">
                  <c:v>63.660089172202632</c:v>
                </c:pt>
                <c:pt idx="110">
                  <c:v>63.612005437504472</c:v>
                </c:pt>
                <c:pt idx="111">
                  <c:v>63.604187170081417</c:v>
                </c:pt>
                <c:pt idx="112">
                  <c:v>63.91685725817301</c:v>
                </c:pt>
                <c:pt idx="113">
                  <c:v>63.754875500999759</c:v>
                </c:pt>
                <c:pt idx="114">
                  <c:v>63.622519982871822</c:v>
                </c:pt>
                <c:pt idx="115">
                  <c:v>63.57055171064102</c:v>
                </c:pt>
                <c:pt idx="116">
                  <c:v>63.578513278111558</c:v>
                </c:pt>
                <c:pt idx="117">
                  <c:v>63.375001105050529</c:v>
                </c:pt>
                <c:pt idx="118">
                  <c:v>63.56924196310527</c:v>
                </c:pt>
                <c:pt idx="119">
                  <c:v>63.506598390117055</c:v>
                </c:pt>
                <c:pt idx="120">
                  <c:v>63.379182023752293</c:v>
                </c:pt>
                <c:pt idx="121">
                  <c:v>63.465352687885648</c:v>
                </c:pt>
                <c:pt idx="122">
                  <c:v>63.498048261178134</c:v>
                </c:pt>
                <c:pt idx="123">
                  <c:v>63.384477733582564</c:v>
                </c:pt>
                <c:pt idx="124">
                  <c:v>63.495388366669026</c:v>
                </c:pt>
                <c:pt idx="125">
                  <c:v>63.492541531613483</c:v>
                </c:pt>
                <c:pt idx="126">
                  <c:v>63.55079817509553</c:v>
                </c:pt>
                <c:pt idx="127">
                  <c:v>63.650824528051636</c:v>
                </c:pt>
                <c:pt idx="128">
                  <c:v>63.528292536151078</c:v>
                </c:pt>
                <c:pt idx="129">
                  <c:v>63.713978226839338</c:v>
                </c:pt>
                <c:pt idx="130">
                  <c:v>63.891865432538275</c:v>
                </c:pt>
                <c:pt idx="131">
                  <c:v>64.002882024935772</c:v>
                </c:pt>
                <c:pt idx="132">
                  <c:v>64.026966332346177</c:v>
                </c:pt>
                <c:pt idx="133">
                  <c:v>63.894272025171631</c:v>
                </c:pt>
                <c:pt idx="134">
                  <c:v>64.006265227984684</c:v>
                </c:pt>
                <c:pt idx="135">
                  <c:v>64.005284676224306</c:v>
                </c:pt>
                <c:pt idx="136">
                  <c:v>63.962400449482288</c:v>
                </c:pt>
                <c:pt idx="137">
                  <c:v>63.931415830546264</c:v>
                </c:pt>
                <c:pt idx="138">
                  <c:v>63.816062589813185</c:v>
                </c:pt>
                <c:pt idx="139">
                  <c:v>63.760079482653083</c:v>
                </c:pt>
                <c:pt idx="140">
                  <c:v>63.806031765760807</c:v>
                </c:pt>
                <c:pt idx="141">
                  <c:v>63.759025030600846</c:v>
                </c:pt>
                <c:pt idx="142">
                  <c:v>64.173373003781833</c:v>
                </c:pt>
                <c:pt idx="143">
                  <c:v>64.827213332242906</c:v>
                </c:pt>
                <c:pt idx="144">
                  <c:v>64.921202200700236</c:v>
                </c:pt>
                <c:pt idx="145">
                  <c:v>65.122533112734118</c:v>
                </c:pt>
                <c:pt idx="146">
                  <c:v>65.219947238222161</c:v>
                </c:pt>
                <c:pt idx="147">
                  <c:v>65.252492997709993</c:v>
                </c:pt>
                <c:pt idx="148">
                  <c:v>65.238343867362829</c:v>
                </c:pt>
                <c:pt idx="149">
                  <c:v>65.829572678143634</c:v>
                </c:pt>
                <c:pt idx="150">
                  <c:v>66.50921637205785</c:v>
                </c:pt>
                <c:pt idx="151">
                  <c:v>66.708761077060288</c:v>
                </c:pt>
                <c:pt idx="152">
                  <c:v>66.16092449980772</c:v>
                </c:pt>
                <c:pt idx="153">
                  <c:v>66.060470616718348</c:v>
                </c:pt>
                <c:pt idx="154">
                  <c:v>66.081082338491314</c:v>
                </c:pt>
                <c:pt idx="155">
                  <c:v>66.306011132416174</c:v>
                </c:pt>
                <c:pt idx="156">
                  <c:v>66.26019142148175</c:v>
                </c:pt>
                <c:pt idx="157">
                  <c:v>66.163864529222295</c:v>
                </c:pt>
                <c:pt idx="158">
                  <c:v>66.228121597856131</c:v>
                </c:pt>
                <c:pt idx="159">
                  <c:v>66.400483968542034</c:v>
                </c:pt>
                <c:pt idx="160">
                  <c:v>66.605754131458909</c:v>
                </c:pt>
                <c:pt idx="161">
                  <c:v>66.294546975965787</c:v>
                </c:pt>
                <c:pt idx="162">
                  <c:v>66.58427827582662</c:v>
                </c:pt>
                <c:pt idx="163">
                  <c:v>66.386904984481916</c:v>
                </c:pt>
                <c:pt idx="164">
                  <c:v>66.371101394181707</c:v>
                </c:pt>
                <c:pt idx="165">
                  <c:v>66.438324071557759</c:v>
                </c:pt>
                <c:pt idx="166">
                  <c:v>66.50013093412143</c:v>
                </c:pt>
                <c:pt idx="167">
                  <c:v>65.925610793727955</c:v>
                </c:pt>
                <c:pt idx="168">
                  <c:v>65.752832742985376</c:v>
                </c:pt>
                <c:pt idx="169">
                  <c:v>65.62510367708046</c:v>
                </c:pt>
                <c:pt idx="170">
                  <c:v>65.969518063369847</c:v>
                </c:pt>
                <c:pt idx="171">
                  <c:v>66.099120109266252</c:v>
                </c:pt>
                <c:pt idx="172">
                  <c:v>66.080538902736222</c:v>
                </c:pt>
                <c:pt idx="173">
                  <c:v>66.184047824914686</c:v>
                </c:pt>
                <c:pt idx="174">
                  <c:v>65.741825933684638</c:v>
                </c:pt>
                <c:pt idx="175">
                  <c:v>65.553801244744719</c:v>
                </c:pt>
                <c:pt idx="176">
                  <c:v>65.290308378125516</c:v>
                </c:pt>
                <c:pt idx="177">
                  <c:v>65.390904586246762</c:v>
                </c:pt>
                <c:pt idx="178">
                  <c:v>65.257388382405594</c:v>
                </c:pt>
                <c:pt idx="179">
                  <c:v>65.15685392433187</c:v>
                </c:pt>
                <c:pt idx="180">
                  <c:v>64.784791375195454</c:v>
                </c:pt>
                <c:pt idx="181">
                  <c:v>65.021385956860954</c:v>
                </c:pt>
                <c:pt idx="182">
                  <c:v>65.112154696132606</c:v>
                </c:pt>
                <c:pt idx="183">
                  <c:v>64.823706753924782</c:v>
                </c:pt>
                <c:pt idx="184">
                  <c:v>64.969614629041445</c:v>
                </c:pt>
                <c:pt idx="185">
                  <c:v>64.817710001922208</c:v>
                </c:pt>
                <c:pt idx="186">
                  <c:v>64.890916266647082</c:v>
                </c:pt>
                <c:pt idx="187">
                  <c:v>65.15155699150398</c:v>
                </c:pt>
                <c:pt idx="188">
                  <c:v>64.881337452298752</c:v>
                </c:pt>
                <c:pt idx="189">
                  <c:v>64.960037739614805</c:v>
                </c:pt>
                <c:pt idx="190">
                  <c:v>64.955207065108752</c:v>
                </c:pt>
                <c:pt idx="191">
                  <c:v>65.040657061776912</c:v>
                </c:pt>
                <c:pt idx="192">
                  <c:v>65.151215350264124</c:v>
                </c:pt>
                <c:pt idx="193">
                  <c:v>65.223261873741563</c:v>
                </c:pt>
                <c:pt idx="194">
                  <c:v>65.479465846581903</c:v>
                </c:pt>
                <c:pt idx="195">
                  <c:v>65.451233209449285</c:v>
                </c:pt>
                <c:pt idx="196">
                  <c:v>65.567726080958863</c:v>
                </c:pt>
                <c:pt idx="197">
                  <c:v>65.675762029522645</c:v>
                </c:pt>
                <c:pt idx="198">
                  <c:v>65.790866854696645</c:v>
                </c:pt>
                <c:pt idx="199">
                  <c:v>66.337897785599054</c:v>
                </c:pt>
                <c:pt idx="200">
                  <c:v>66.349530383199991</c:v>
                </c:pt>
                <c:pt idx="201">
                  <c:v>66.138868546320026</c:v>
                </c:pt>
                <c:pt idx="202">
                  <c:v>66.169193788672274</c:v>
                </c:pt>
                <c:pt idx="203">
                  <c:v>65.980543685789613</c:v>
                </c:pt>
                <c:pt idx="204">
                  <c:v>66.113717737306743</c:v>
                </c:pt>
                <c:pt idx="205">
                  <c:v>66.110497439314955</c:v>
                </c:pt>
                <c:pt idx="206">
                  <c:v>66.094153268096051</c:v>
                </c:pt>
                <c:pt idx="207">
                  <c:v>66.348784784017369</c:v>
                </c:pt>
                <c:pt idx="208">
                  <c:v>66.384141548922472</c:v>
                </c:pt>
                <c:pt idx="209">
                  <c:v>66.81473128334892</c:v>
                </c:pt>
                <c:pt idx="210">
                  <c:v>66.518278194114416</c:v>
                </c:pt>
                <c:pt idx="211">
                  <c:v>66.615799826174467</c:v>
                </c:pt>
                <c:pt idx="212">
                  <c:v>66.74481119136874</c:v>
                </c:pt>
                <c:pt idx="213">
                  <c:v>66.8366174208019</c:v>
                </c:pt>
                <c:pt idx="214">
                  <c:v>66.626509353154105</c:v>
                </c:pt>
                <c:pt idx="215">
                  <c:v>66.798324688652812</c:v>
                </c:pt>
                <c:pt idx="216">
                  <c:v>66.750023163161302</c:v>
                </c:pt>
                <c:pt idx="217">
                  <c:v>66.790261128147947</c:v>
                </c:pt>
                <c:pt idx="218">
                  <c:v>66.785724246283721</c:v>
                </c:pt>
                <c:pt idx="219">
                  <c:v>66.994301064236609</c:v>
                </c:pt>
                <c:pt idx="220">
                  <c:v>67.043602586625795</c:v>
                </c:pt>
                <c:pt idx="221">
                  <c:v>66.846749872407557</c:v>
                </c:pt>
                <c:pt idx="222">
                  <c:v>66.648631708958192</c:v>
                </c:pt>
                <c:pt idx="223">
                  <c:v>66.423214778053492</c:v>
                </c:pt>
                <c:pt idx="224">
                  <c:v>66.324088529708888</c:v>
                </c:pt>
                <c:pt idx="225">
                  <c:v>66.298746710344702</c:v>
                </c:pt>
                <c:pt idx="226">
                  <c:v>66.202249049115267</c:v>
                </c:pt>
                <c:pt idx="227">
                  <c:v>66.138171385484014</c:v>
                </c:pt>
                <c:pt idx="228">
                  <c:v>66.370056236747487</c:v>
                </c:pt>
                <c:pt idx="229">
                  <c:v>66.424235166232165</c:v>
                </c:pt>
                <c:pt idx="230">
                  <c:v>66.326078564732271</c:v>
                </c:pt>
                <c:pt idx="231">
                  <c:v>66.462087537119359</c:v>
                </c:pt>
                <c:pt idx="232">
                  <c:v>66.541942827767272</c:v>
                </c:pt>
                <c:pt idx="233">
                  <c:v>66.716339604580099</c:v>
                </c:pt>
                <c:pt idx="234">
                  <c:v>66.911790587167346</c:v>
                </c:pt>
                <c:pt idx="235">
                  <c:v>66.669250860628878</c:v>
                </c:pt>
                <c:pt idx="236">
                  <c:v>66.788573120737354</c:v>
                </c:pt>
                <c:pt idx="237">
                  <c:v>66.890277726415448</c:v>
                </c:pt>
                <c:pt idx="238">
                  <c:v>66.83914884197128</c:v>
                </c:pt>
                <c:pt idx="239">
                  <c:v>67.095068622987071</c:v>
                </c:pt>
                <c:pt idx="240">
                  <c:v>67.432313921594229</c:v>
                </c:pt>
                <c:pt idx="241">
                  <c:v>67.562991501627835</c:v>
                </c:pt>
                <c:pt idx="242">
                  <c:v>67.97763368104502</c:v>
                </c:pt>
                <c:pt idx="243">
                  <c:v>68.060011660053036</c:v>
                </c:pt>
                <c:pt idx="244">
                  <c:v>67.748313430883371</c:v>
                </c:pt>
                <c:pt idx="245">
                  <c:v>67.642848488802315</c:v>
                </c:pt>
                <c:pt idx="246">
                  <c:v>67.979982912242164</c:v>
                </c:pt>
                <c:pt idx="247">
                  <c:v>68.085651089463028</c:v>
                </c:pt>
                <c:pt idx="248">
                  <c:v>67.876405547226398</c:v>
                </c:pt>
                <c:pt idx="249">
                  <c:v>67.672705573012323</c:v>
                </c:pt>
                <c:pt idx="250">
                  <c:v>67.83392249341297</c:v>
                </c:pt>
                <c:pt idx="251">
                  <c:v>68.182324404930441</c:v>
                </c:pt>
                <c:pt idx="252">
                  <c:v>67.809426346011719</c:v>
                </c:pt>
                <c:pt idx="253">
                  <c:v>67.636410067247397</c:v>
                </c:pt>
                <c:pt idx="254">
                  <c:v>67.818921091201361</c:v>
                </c:pt>
                <c:pt idx="255">
                  <c:v>68.162182789543976</c:v>
                </c:pt>
                <c:pt idx="256">
                  <c:v>67.878089652283208</c:v>
                </c:pt>
                <c:pt idx="257">
                  <c:v>68.015211602199358</c:v>
                </c:pt>
                <c:pt idx="258">
                  <c:v>68.436309409274585</c:v>
                </c:pt>
                <c:pt idx="259">
                  <c:v>68.335785531394507</c:v>
                </c:pt>
                <c:pt idx="260">
                  <c:v>68.591870354762079</c:v>
                </c:pt>
                <c:pt idx="261">
                  <c:v>68.494280444567607</c:v>
                </c:pt>
                <c:pt idx="262">
                  <c:v>68.55176883196097</c:v>
                </c:pt>
                <c:pt idx="263">
                  <c:v>68.641098033230961</c:v>
                </c:pt>
                <c:pt idx="264">
                  <c:v>68.564817454434873</c:v>
                </c:pt>
                <c:pt idx="265">
                  <c:v>68.598793492866733</c:v>
                </c:pt>
                <c:pt idx="266">
                  <c:v>68.77725254261567</c:v>
                </c:pt>
                <c:pt idx="267">
                  <c:v>68.616110779379568</c:v>
                </c:pt>
                <c:pt idx="268">
                  <c:v>68.157959191363489</c:v>
                </c:pt>
                <c:pt idx="269">
                  <c:v>67.701918494360399</c:v>
                </c:pt>
                <c:pt idx="270">
                  <c:v>67.378701366443423</c:v>
                </c:pt>
                <c:pt idx="271">
                  <c:v>67.271513408530666</c:v>
                </c:pt>
                <c:pt idx="272">
                  <c:v>67.337760253252299</c:v>
                </c:pt>
                <c:pt idx="273">
                  <c:v>67.463181873576261</c:v>
                </c:pt>
                <c:pt idx="274">
                  <c:v>67.051184181127581</c:v>
                </c:pt>
                <c:pt idx="275">
                  <c:v>67.086659118343363</c:v>
                </c:pt>
                <c:pt idx="276">
                  <c:v>67.022924324475994</c:v>
                </c:pt>
                <c:pt idx="277">
                  <c:v>67.228739552490538</c:v>
                </c:pt>
                <c:pt idx="278">
                  <c:v>67.367828704876061</c:v>
                </c:pt>
                <c:pt idx="279">
                  <c:v>66.88039619994538</c:v>
                </c:pt>
                <c:pt idx="280">
                  <c:v>66.608628053349321</c:v>
                </c:pt>
                <c:pt idx="281">
                  <c:v>66.503695812658265</c:v>
                </c:pt>
                <c:pt idx="282">
                  <c:v>66.541291676381448</c:v>
                </c:pt>
                <c:pt idx="283">
                  <c:v>66.864015406476696</c:v>
                </c:pt>
                <c:pt idx="284">
                  <c:v>66.667754873612537</c:v>
                </c:pt>
                <c:pt idx="285">
                  <c:v>66.557708242172581</c:v>
                </c:pt>
                <c:pt idx="286">
                  <c:v>66.410249224675852</c:v>
                </c:pt>
                <c:pt idx="287">
                  <c:v>66.33279754784688</c:v>
                </c:pt>
                <c:pt idx="288">
                  <c:v>66.243056332252181</c:v>
                </c:pt>
                <c:pt idx="289">
                  <c:v>66.324851767122652</c:v>
                </c:pt>
                <c:pt idx="290">
                  <c:v>66.580578125585049</c:v>
                </c:pt>
                <c:pt idx="291">
                  <c:v>66.470048327276814</c:v>
                </c:pt>
                <c:pt idx="292">
                  <c:v>66.392554547499429</c:v>
                </c:pt>
                <c:pt idx="293">
                  <c:v>66.49516022930176</c:v>
                </c:pt>
                <c:pt idx="294">
                  <c:v>66.429319175982357</c:v>
                </c:pt>
                <c:pt idx="295">
                  <c:v>66.666416453985889</c:v>
                </c:pt>
                <c:pt idx="296">
                  <c:v>66.240768784938396</c:v>
                </c:pt>
                <c:pt idx="297">
                  <c:v>66.292969844085519</c:v>
                </c:pt>
                <c:pt idx="298">
                  <c:v>66.492761208677209</c:v>
                </c:pt>
                <c:pt idx="299">
                  <c:v>66.684036401465818</c:v>
                </c:pt>
                <c:pt idx="300">
                  <c:v>66.733163567341023</c:v>
                </c:pt>
                <c:pt idx="301">
                  <c:v>66.546155361111886</c:v>
                </c:pt>
                <c:pt idx="302">
                  <c:v>66.404234949597338</c:v>
                </c:pt>
                <c:pt idx="303">
                  <c:v>66.517582728386913</c:v>
                </c:pt>
                <c:pt idx="304">
                  <c:v>66.343805773534655</c:v>
                </c:pt>
                <c:pt idx="305">
                  <c:v>66.269670146769556</c:v>
                </c:pt>
                <c:pt idx="306">
                  <c:v>66.539086562990107</c:v>
                </c:pt>
                <c:pt idx="307">
                  <c:v>66.510543275481936</c:v>
                </c:pt>
                <c:pt idx="308">
                  <c:v>66.583271203556023</c:v>
                </c:pt>
                <c:pt idx="309">
                  <c:v>66.437859370889555</c:v>
                </c:pt>
                <c:pt idx="310">
                  <c:v>66.72220390864139</c:v>
                </c:pt>
                <c:pt idx="311">
                  <c:v>66.695794802183201</c:v>
                </c:pt>
                <c:pt idx="312">
                  <c:v>66.597628681659927</c:v>
                </c:pt>
                <c:pt idx="313">
                  <c:v>66.76083270535041</c:v>
                </c:pt>
                <c:pt idx="314">
                  <c:v>66.821820784749562</c:v>
                </c:pt>
                <c:pt idx="315">
                  <c:v>66.723398250070574</c:v>
                </c:pt>
                <c:pt idx="316">
                  <c:v>66.912842740035813</c:v>
                </c:pt>
                <c:pt idx="317">
                  <c:v>67.230873968172929</c:v>
                </c:pt>
                <c:pt idx="318">
                  <c:v>67.407463563481983</c:v>
                </c:pt>
                <c:pt idx="319">
                  <c:v>67.349333737129015</c:v>
                </c:pt>
                <c:pt idx="320">
                  <c:v>67.706281462026709</c:v>
                </c:pt>
                <c:pt idx="321">
                  <c:v>67.446949539329779</c:v>
                </c:pt>
                <c:pt idx="322">
                  <c:v>67.285275057944276</c:v>
                </c:pt>
                <c:pt idx="323">
                  <c:v>67.061213715341609</c:v>
                </c:pt>
                <c:pt idx="324">
                  <c:v>67.202790609974542</c:v>
                </c:pt>
                <c:pt idx="325">
                  <c:v>67.352796674225246</c:v>
                </c:pt>
                <c:pt idx="326">
                  <c:v>67.253245648846303</c:v>
                </c:pt>
                <c:pt idx="327">
                  <c:v>67.241415074770416</c:v>
                </c:pt>
                <c:pt idx="328">
                  <c:v>66.961335892659591</c:v>
                </c:pt>
                <c:pt idx="329">
                  <c:v>66.830202236992633</c:v>
                </c:pt>
                <c:pt idx="330">
                  <c:v>66.737314561088539</c:v>
                </c:pt>
                <c:pt idx="331">
                  <c:v>66.624996467296583</c:v>
                </c:pt>
                <c:pt idx="332">
                  <c:v>66.794973320512099</c:v>
                </c:pt>
                <c:pt idx="333">
                  <c:v>67.073389556791668</c:v>
                </c:pt>
                <c:pt idx="334">
                  <c:v>67.151975827392491</c:v>
                </c:pt>
                <c:pt idx="335">
                  <c:v>67.159330229395493</c:v>
                </c:pt>
                <c:pt idx="336">
                  <c:v>67.20696438366528</c:v>
                </c:pt>
                <c:pt idx="337">
                  <c:v>67.167939509939544</c:v>
                </c:pt>
                <c:pt idx="338">
                  <c:v>67.408642317356282</c:v>
                </c:pt>
                <c:pt idx="339">
                  <c:v>67.476693657994986</c:v>
                </c:pt>
                <c:pt idx="340">
                  <c:v>67.557048135709977</c:v>
                </c:pt>
                <c:pt idx="341">
                  <c:v>67.370014176788388</c:v>
                </c:pt>
                <c:pt idx="342">
                  <c:v>68.014358389197938</c:v>
                </c:pt>
                <c:pt idx="343">
                  <c:v>67.899799674944248</c:v>
                </c:pt>
                <c:pt idx="344">
                  <c:v>67.886989058873681</c:v>
                </c:pt>
                <c:pt idx="345">
                  <c:v>67.74404024548231</c:v>
                </c:pt>
                <c:pt idx="346">
                  <c:v>67.616552376448325</c:v>
                </c:pt>
                <c:pt idx="347">
                  <c:v>67.44104162155547</c:v>
                </c:pt>
                <c:pt idx="348">
                  <c:v>67.402929989078444</c:v>
                </c:pt>
                <c:pt idx="349">
                  <c:v>67.497178966373269</c:v>
                </c:pt>
                <c:pt idx="350">
                  <c:v>67.458525129168621</c:v>
                </c:pt>
                <c:pt idx="351">
                  <c:v>67.14269719531994</c:v>
                </c:pt>
                <c:pt idx="352">
                  <c:v>67.146822689334812</c:v>
                </c:pt>
                <c:pt idx="353">
                  <c:v>67.204890506169264</c:v>
                </c:pt>
                <c:pt idx="354">
                  <c:v>66.913731951852995</c:v>
                </c:pt>
                <c:pt idx="355">
                  <c:v>67.101253436466138</c:v>
                </c:pt>
                <c:pt idx="356">
                  <c:v>67.146079144066064</c:v>
                </c:pt>
                <c:pt idx="357">
                  <c:v>67.171774516282142</c:v>
                </c:pt>
                <c:pt idx="358">
                  <c:v>67.203446669771779</c:v>
                </c:pt>
                <c:pt idx="359">
                  <c:v>67.135296525039067</c:v>
                </c:pt>
                <c:pt idx="360">
                  <c:v>67.243225127770685</c:v>
                </c:pt>
                <c:pt idx="361">
                  <c:v>67.368121087545546</c:v>
                </c:pt>
                <c:pt idx="362">
                  <c:v>67.236321303841677</c:v>
                </c:pt>
                <c:pt idx="363">
                  <c:v>67.054929892601422</c:v>
                </c:pt>
                <c:pt idx="364">
                  <c:v>67.033961629709879</c:v>
                </c:pt>
                <c:pt idx="365">
                  <c:v>66.741408566260787</c:v>
                </c:pt>
                <c:pt idx="366">
                  <c:v>66.761483059159815</c:v>
                </c:pt>
                <c:pt idx="367">
                  <c:v>66.936830453462406</c:v>
                </c:pt>
                <c:pt idx="368">
                  <c:v>66.944577005492718</c:v>
                </c:pt>
                <c:pt idx="369">
                  <c:v>66.814108069756159</c:v>
                </c:pt>
                <c:pt idx="370">
                  <c:v>66.740402839198779</c:v>
                </c:pt>
                <c:pt idx="371">
                  <c:v>66.963578596252574</c:v>
                </c:pt>
                <c:pt idx="372">
                  <c:v>66.744313996102093</c:v>
                </c:pt>
                <c:pt idx="373">
                  <c:v>66.857121538561969</c:v>
                </c:pt>
                <c:pt idx="374">
                  <c:v>66.825427881972587</c:v>
                </c:pt>
                <c:pt idx="375">
                  <c:v>66.898537674348802</c:v>
                </c:pt>
                <c:pt idx="376">
                  <c:v>66.794190544143603</c:v>
                </c:pt>
                <c:pt idx="377">
                  <c:v>66.929827861913282</c:v>
                </c:pt>
                <c:pt idx="378">
                  <c:v>67.193685580377775</c:v>
                </c:pt>
                <c:pt idx="379">
                  <c:v>67.088318550669939</c:v>
                </c:pt>
                <c:pt idx="380">
                  <c:v>67.131836315109453</c:v>
                </c:pt>
                <c:pt idx="381">
                  <c:v>67.087408831345059</c:v>
                </c:pt>
                <c:pt idx="382">
                  <c:v>67.030164378918826</c:v>
                </c:pt>
                <c:pt idx="383">
                  <c:v>67.181087142146694</c:v>
                </c:pt>
                <c:pt idx="384">
                  <c:v>67.088128704804902</c:v>
                </c:pt>
                <c:pt idx="385">
                  <c:v>66.981470412432756</c:v>
                </c:pt>
                <c:pt idx="386">
                  <c:v>66.954023525454758</c:v>
                </c:pt>
                <c:pt idx="387">
                  <c:v>66.840606236051059</c:v>
                </c:pt>
                <c:pt idx="388">
                  <c:v>66.546670262528949</c:v>
                </c:pt>
                <c:pt idx="389">
                  <c:v>66.361875314321907</c:v>
                </c:pt>
                <c:pt idx="390">
                  <c:v>66.448345081928949</c:v>
                </c:pt>
                <c:pt idx="391">
                  <c:v>66.546058462945169</c:v>
                </c:pt>
                <c:pt idx="392">
                  <c:v>66.901433523845213</c:v>
                </c:pt>
                <c:pt idx="393">
                  <c:v>66.96415186267896</c:v>
                </c:pt>
                <c:pt idx="394">
                  <c:v>67.024505617239342</c:v>
                </c:pt>
                <c:pt idx="395">
                  <c:v>66.880254657803576</c:v>
                </c:pt>
                <c:pt idx="396">
                  <c:v>66.873885730820561</c:v>
                </c:pt>
                <c:pt idx="397">
                  <c:v>67.019941261200586</c:v>
                </c:pt>
                <c:pt idx="398">
                  <c:v>67.063308665999315</c:v>
                </c:pt>
                <c:pt idx="399">
                  <c:v>66.845322225862319</c:v>
                </c:pt>
                <c:pt idx="400">
                  <c:v>66.651748251748259</c:v>
                </c:pt>
                <c:pt idx="401">
                  <c:v>66.709709345209745</c:v>
                </c:pt>
                <c:pt idx="402">
                  <c:v>66.462705318505428</c:v>
                </c:pt>
                <c:pt idx="403">
                  <c:v>66.448254062697572</c:v>
                </c:pt>
                <c:pt idx="404">
                  <c:v>66.551862122875917</c:v>
                </c:pt>
                <c:pt idx="405">
                  <c:v>66.659347203096502</c:v>
                </c:pt>
                <c:pt idx="406">
                  <c:v>66.53306799583396</c:v>
                </c:pt>
                <c:pt idx="407">
                  <c:v>66.556173526140142</c:v>
                </c:pt>
                <c:pt idx="408">
                  <c:v>66.570021425192692</c:v>
                </c:pt>
                <c:pt idx="409">
                  <c:v>66.632124352331601</c:v>
                </c:pt>
                <c:pt idx="410">
                  <c:v>66.787383934605302</c:v>
                </c:pt>
                <c:pt idx="411">
                  <c:v>66.847017162038796</c:v>
                </c:pt>
                <c:pt idx="412">
                  <c:v>66.847882183802113</c:v>
                </c:pt>
                <c:pt idx="413">
                  <c:v>66.778058761322356</c:v>
                </c:pt>
                <c:pt idx="414">
                  <c:v>66.726705444906671</c:v>
                </c:pt>
                <c:pt idx="415">
                  <c:v>66.714447378347799</c:v>
                </c:pt>
                <c:pt idx="416">
                  <c:v>66.741187614379385</c:v>
                </c:pt>
                <c:pt idx="417">
                  <c:v>66.894226175162629</c:v>
                </c:pt>
                <c:pt idx="418">
                  <c:v>66.862199445271031</c:v>
                </c:pt>
                <c:pt idx="419">
                  <c:v>66.877982526980389</c:v>
                </c:pt>
                <c:pt idx="420">
                  <c:v>66.761856710393545</c:v>
                </c:pt>
                <c:pt idx="421">
                  <c:v>66.885601396673707</c:v>
                </c:pt>
                <c:pt idx="422">
                  <c:v>66.856624053117159</c:v>
                </c:pt>
                <c:pt idx="423">
                  <c:v>66.713694852941174</c:v>
                </c:pt>
                <c:pt idx="424">
                  <c:v>66.829446401005711</c:v>
                </c:pt>
                <c:pt idx="425">
                  <c:v>66.694130998403807</c:v>
                </c:pt>
                <c:pt idx="426">
                  <c:v>66.721999371499336</c:v>
                </c:pt>
                <c:pt idx="427">
                  <c:v>66.730163118606583</c:v>
                </c:pt>
                <c:pt idx="428">
                  <c:v>66.707368692259564</c:v>
                </c:pt>
                <c:pt idx="429">
                  <c:v>66.796921200473093</c:v>
                </c:pt>
                <c:pt idx="430">
                  <c:v>66.427504417685313</c:v>
                </c:pt>
                <c:pt idx="431">
                  <c:v>67.029369548415588</c:v>
                </c:pt>
                <c:pt idx="432">
                  <c:v>67.717359187442298</c:v>
                </c:pt>
                <c:pt idx="433">
                  <c:v>67.77910843750864</c:v>
                </c:pt>
                <c:pt idx="434">
                  <c:v>67.910315228651768</c:v>
                </c:pt>
                <c:pt idx="435">
                  <c:v>68.093615842681061</c:v>
                </c:pt>
                <c:pt idx="436">
                  <c:v>68.257575757575751</c:v>
                </c:pt>
                <c:pt idx="437">
                  <c:v>68.231861811322148</c:v>
                </c:pt>
                <c:pt idx="438">
                  <c:v>68.477380367586406</c:v>
                </c:pt>
                <c:pt idx="439">
                  <c:v>68.723756084872363</c:v>
                </c:pt>
                <c:pt idx="440">
                  <c:v>68.653367740977274</c:v>
                </c:pt>
                <c:pt idx="441">
                  <c:v>68.525919329103118</c:v>
                </c:pt>
                <c:pt idx="442">
                  <c:v>68.37356922763739</c:v>
                </c:pt>
                <c:pt idx="443">
                  <c:v>68.36911103905129</c:v>
                </c:pt>
                <c:pt idx="444">
                  <c:v>68.170592863423892</c:v>
                </c:pt>
                <c:pt idx="445">
                  <c:v>68.03217421067724</c:v>
                </c:pt>
                <c:pt idx="446">
                  <c:v>67.870966553366301</c:v>
                </c:pt>
                <c:pt idx="447">
                  <c:v>67.432336934076119</c:v>
                </c:pt>
                <c:pt idx="448">
                  <c:v>67.583800156925719</c:v>
                </c:pt>
                <c:pt idx="449">
                  <c:v>67.486839824470181</c:v>
                </c:pt>
                <c:pt idx="450">
                  <c:v>67.560279536057962</c:v>
                </c:pt>
                <c:pt idx="451">
                  <c:v>67.799487682581216</c:v>
                </c:pt>
                <c:pt idx="452">
                  <c:v>67.777636444581745</c:v>
                </c:pt>
                <c:pt idx="453">
                  <c:v>67.726113204121461</c:v>
                </c:pt>
                <c:pt idx="454">
                  <c:v>67.895611430439402</c:v>
                </c:pt>
                <c:pt idx="455">
                  <c:v>67.872624784071277</c:v>
                </c:pt>
                <c:pt idx="456">
                  <c:v>67.913826214378673</c:v>
                </c:pt>
                <c:pt idx="457">
                  <c:v>67.911893952489692</c:v>
                </c:pt>
                <c:pt idx="458">
                  <c:v>68.225014600671628</c:v>
                </c:pt>
                <c:pt idx="459">
                  <c:v>68.124303894538883</c:v>
                </c:pt>
                <c:pt idx="460">
                  <c:v>67.954506006486085</c:v>
                </c:pt>
                <c:pt idx="461">
                  <c:v>68.086454020111944</c:v>
                </c:pt>
                <c:pt idx="462">
                  <c:v>68.179276571251066</c:v>
                </c:pt>
                <c:pt idx="463">
                  <c:v>67.788465045038478</c:v>
                </c:pt>
                <c:pt idx="464">
                  <c:v>68.186233630556913</c:v>
                </c:pt>
                <c:pt idx="465">
                  <c:v>68.064386096707395</c:v>
                </c:pt>
                <c:pt idx="466">
                  <c:v>68.227838821125175</c:v>
                </c:pt>
                <c:pt idx="467">
                  <c:v>68.085655077135613</c:v>
                </c:pt>
                <c:pt idx="468">
                  <c:v>68.231194047739791</c:v>
                </c:pt>
                <c:pt idx="469">
                  <c:v>68.050982817996328</c:v>
                </c:pt>
                <c:pt idx="470">
                  <c:v>67.936614659126505</c:v>
                </c:pt>
                <c:pt idx="471">
                  <c:v>68.176290391038776</c:v>
                </c:pt>
                <c:pt idx="472">
                  <c:v>68.084010614592287</c:v>
                </c:pt>
                <c:pt idx="473">
                  <c:v>68.157056033204853</c:v>
                </c:pt>
                <c:pt idx="474">
                  <c:v>68.155574714242007</c:v>
                </c:pt>
                <c:pt idx="475">
                  <c:v>68.204518980086164</c:v>
                </c:pt>
                <c:pt idx="476">
                  <c:v>68.04268691653381</c:v>
                </c:pt>
                <c:pt idx="477">
                  <c:v>67.812465445431428</c:v>
                </c:pt>
                <c:pt idx="478">
                  <c:v>67.646022921103821</c:v>
                </c:pt>
                <c:pt idx="479">
                  <c:v>67.447966050206659</c:v>
                </c:pt>
                <c:pt idx="480">
                  <c:v>67.382234432234441</c:v>
                </c:pt>
                <c:pt idx="481">
                  <c:v>67.195960149894901</c:v>
                </c:pt>
                <c:pt idx="482">
                  <c:v>67.369089497007636</c:v>
                </c:pt>
                <c:pt idx="483">
                  <c:v>67.305610573105398</c:v>
                </c:pt>
                <c:pt idx="484">
                  <c:v>67.012175147412094</c:v>
                </c:pt>
                <c:pt idx="485">
                  <c:v>66.936420899986402</c:v>
                </c:pt>
                <c:pt idx="486">
                  <c:v>66.966486780644857</c:v>
                </c:pt>
                <c:pt idx="487">
                  <c:v>66.943696572480121</c:v>
                </c:pt>
                <c:pt idx="488">
                  <c:v>66.919123027308288</c:v>
                </c:pt>
                <c:pt idx="489">
                  <c:v>66.946638255429122</c:v>
                </c:pt>
                <c:pt idx="490">
                  <c:v>67.046955479047625</c:v>
                </c:pt>
                <c:pt idx="491">
                  <c:v>66.964643818539855</c:v>
                </c:pt>
                <c:pt idx="492">
                  <c:v>66.834865699680279</c:v>
                </c:pt>
                <c:pt idx="493">
                  <c:v>66.724614134849716</c:v>
                </c:pt>
                <c:pt idx="494">
                  <c:v>66.737535464517421</c:v>
                </c:pt>
                <c:pt idx="495">
                  <c:v>66.84809259392803</c:v>
                </c:pt>
                <c:pt idx="496">
                  <c:v>66.743021530992948</c:v>
                </c:pt>
                <c:pt idx="497">
                  <c:v>66.835578593090545</c:v>
                </c:pt>
                <c:pt idx="498">
                  <c:v>66.756041105637166</c:v>
                </c:pt>
                <c:pt idx="499">
                  <c:v>66.634776047000486</c:v>
                </c:pt>
                <c:pt idx="500">
                  <c:v>66.635914924167636</c:v>
                </c:pt>
                <c:pt idx="501">
                  <c:v>66.77063197360259</c:v>
                </c:pt>
                <c:pt idx="502">
                  <c:v>66.688053773296673</c:v>
                </c:pt>
                <c:pt idx="503">
                  <c:v>65.514460782146614</c:v>
                </c:pt>
                <c:pt idx="504">
                  <c:v>65.383339983153789</c:v>
                </c:pt>
                <c:pt idx="505">
                  <c:v>65.541346897759922</c:v>
                </c:pt>
                <c:pt idx="506">
                  <c:v>65.382908274227475</c:v>
                </c:pt>
                <c:pt idx="507">
                  <c:v>65.311744202589267</c:v>
                </c:pt>
                <c:pt idx="508">
                  <c:v>65.487938645382798</c:v>
                </c:pt>
                <c:pt idx="509">
                  <c:v>65.422162412662203</c:v>
                </c:pt>
                <c:pt idx="510">
                  <c:v>65.458090190409919</c:v>
                </c:pt>
                <c:pt idx="511">
                  <c:v>65.08933974016729</c:v>
                </c:pt>
                <c:pt idx="512">
                  <c:v>64.955283294263353</c:v>
                </c:pt>
                <c:pt idx="513">
                  <c:v>64.932404390403278</c:v>
                </c:pt>
                <c:pt idx="514">
                  <c:v>64.838695487696512</c:v>
                </c:pt>
                <c:pt idx="515">
                  <c:v>64.910476022722264</c:v>
                </c:pt>
                <c:pt idx="516">
                  <c:v>65.043575774165348</c:v>
                </c:pt>
                <c:pt idx="517">
                  <c:v>64.978838591355569</c:v>
                </c:pt>
                <c:pt idx="518">
                  <c:v>64.441926543134556</c:v>
                </c:pt>
                <c:pt idx="519">
                  <c:v>64.543777431933833</c:v>
                </c:pt>
                <c:pt idx="520">
                  <c:v>64.69227530307549</c:v>
                </c:pt>
                <c:pt idx="521">
                  <c:v>64.316297195984035</c:v>
                </c:pt>
                <c:pt idx="522">
                  <c:v>64.405546655461308</c:v>
                </c:pt>
                <c:pt idx="523">
                  <c:v>64.565864974824478</c:v>
                </c:pt>
                <c:pt idx="524">
                  <c:v>64.544469502096618</c:v>
                </c:pt>
                <c:pt idx="525">
                  <c:v>64.636124545486638</c:v>
                </c:pt>
                <c:pt idx="526">
                  <c:v>64.570266773458187</c:v>
                </c:pt>
                <c:pt idx="527">
                  <c:v>64.475420827892862</c:v>
                </c:pt>
                <c:pt idx="528">
                  <c:v>64.277807597208906</c:v>
                </c:pt>
                <c:pt idx="529">
                  <c:v>64.001050972149244</c:v>
                </c:pt>
                <c:pt idx="530">
                  <c:v>64.114058495137101</c:v>
                </c:pt>
                <c:pt idx="531">
                  <c:v>64.216902474885771</c:v>
                </c:pt>
                <c:pt idx="532">
                  <c:v>64.207222178259613</c:v>
                </c:pt>
                <c:pt idx="533">
                  <c:v>64.143830803822368</c:v>
                </c:pt>
                <c:pt idx="534">
                  <c:v>64.211664395903838</c:v>
                </c:pt>
                <c:pt idx="535">
                  <c:v>64.308053028700371</c:v>
                </c:pt>
                <c:pt idx="536">
                  <c:v>64.215125488401569</c:v>
                </c:pt>
                <c:pt idx="537">
                  <c:v>64.506237601939617</c:v>
                </c:pt>
                <c:pt idx="538">
                  <c:v>64.43807026651298</c:v>
                </c:pt>
                <c:pt idx="539">
                  <c:v>64.304467703979483</c:v>
                </c:pt>
                <c:pt idx="540">
                  <c:v>64.11853088480801</c:v>
                </c:pt>
                <c:pt idx="541">
                  <c:v>64.075638385864877</c:v>
                </c:pt>
                <c:pt idx="542">
                  <c:v>64.02116308804726</c:v>
                </c:pt>
                <c:pt idx="543">
                  <c:v>64.343909091716796</c:v>
                </c:pt>
                <c:pt idx="544">
                  <c:v>64.990758187528044</c:v>
                </c:pt>
                <c:pt idx="545">
                  <c:v>64.563120668714731</c:v>
                </c:pt>
                <c:pt idx="546">
                  <c:v>64.775213943277038</c:v>
                </c:pt>
                <c:pt idx="547">
                  <c:v>64.858657876822761</c:v>
                </c:pt>
                <c:pt idx="548">
                  <c:v>64.509003023303521</c:v>
                </c:pt>
                <c:pt idx="549">
                  <c:v>64.594225046247885</c:v>
                </c:pt>
                <c:pt idx="550">
                  <c:v>64.633876465654168</c:v>
                </c:pt>
                <c:pt idx="551">
                  <c:v>64.545690109634819</c:v>
                </c:pt>
                <c:pt idx="552">
                  <c:v>64.470185963878549</c:v>
                </c:pt>
                <c:pt idx="553">
                  <c:v>64.420938190632356</c:v>
                </c:pt>
                <c:pt idx="554">
                  <c:v>64.348310699349966</c:v>
                </c:pt>
                <c:pt idx="555">
                  <c:v>64.351778267896535</c:v>
                </c:pt>
                <c:pt idx="556">
                  <c:v>64.45392110457172</c:v>
                </c:pt>
                <c:pt idx="557">
                  <c:v>64.355176874693313</c:v>
                </c:pt>
                <c:pt idx="558">
                  <c:v>64.258537235223585</c:v>
                </c:pt>
                <c:pt idx="559">
                  <c:v>64.340984540349069</c:v>
                </c:pt>
                <c:pt idx="560">
                  <c:v>64.445316051737819</c:v>
                </c:pt>
                <c:pt idx="561">
                  <c:v>64.314213798439965</c:v>
                </c:pt>
                <c:pt idx="562">
                  <c:v>64.588127218565489</c:v>
                </c:pt>
                <c:pt idx="563">
                  <c:v>64.378849371640143</c:v>
                </c:pt>
                <c:pt idx="564">
                  <c:v>64.467045222290338</c:v>
                </c:pt>
                <c:pt idx="565">
                  <c:v>64.602750463160888</c:v>
                </c:pt>
                <c:pt idx="566">
                  <c:v>64.495228439036964</c:v>
                </c:pt>
                <c:pt idx="567">
                  <c:v>64.536333042502804</c:v>
                </c:pt>
                <c:pt idx="568">
                  <c:v>64.457165275697264</c:v>
                </c:pt>
                <c:pt idx="569">
                  <c:v>64.528938791590562</c:v>
                </c:pt>
                <c:pt idx="570">
                  <c:v>64.471390916100347</c:v>
                </c:pt>
                <c:pt idx="571">
                  <c:v>64.737880343728037</c:v>
                </c:pt>
                <c:pt idx="572">
                  <c:v>64.720804899701392</c:v>
                </c:pt>
                <c:pt idx="573">
                  <c:v>64.777862698377021</c:v>
                </c:pt>
                <c:pt idx="574">
                  <c:v>64.734107112353797</c:v>
                </c:pt>
                <c:pt idx="575">
                  <c:v>64.540310160810861</c:v>
                </c:pt>
                <c:pt idx="576">
                  <c:v>64.502376455635016</c:v>
                </c:pt>
                <c:pt idx="577">
                  <c:v>64.497121024592374</c:v>
                </c:pt>
                <c:pt idx="578">
                  <c:v>64.438495971351841</c:v>
                </c:pt>
                <c:pt idx="579">
                  <c:v>64.453625617264592</c:v>
                </c:pt>
                <c:pt idx="580">
                  <c:v>64.366542230517965</c:v>
                </c:pt>
                <c:pt idx="581">
                  <c:v>64.33021778829287</c:v>
                </c:pt>
                <c:pt idx="582">
                  <c:v>64.321110811539498</c:v>
                </c:pt>
                <c:pt idx="583">
                  <c:v>64.427468567166059</c:v>
                </c:pt>
                <c:pt idx="584">
                  <c:v>64.318675671045625</c:v>
                </c:pt>
                <c:pt idx="585">
                  <c:v>64.449459136789557</c:v>
                </c:pt>
                <c:pt idx="586">
                  <c:v>64.358215152964974</c:v>
                </c:pt>
                <c:pt idx="587">
                  <c:v>64.420860580223277</c:v>
                </c:pt>
                <c:pt idx="588">
                  <c:v>64.121460190953599</c:v>
                </c:pt>
                <c:pt idx="589">
                  <c:v>64.148408619601483</c:v>
                </c:pt>
                <c:pt idx="590">
                  <c:v>64.077251283161502</c:v>
                </c:pt>
                <c:pt idx="591">
                  <c:v>64.068133915890982</c:v>
                </c:pt>
                <c:pt idx="592">
                  <c:v>64.069217054474038</c:v>
                </c:pt>
                <c:pt idx="593">
                  <c:v>63.631175460828459</c:v>
                </c:pt>
                <c:pt idx="594">
                  <c:v>63.70911514867629</c:v>
                </c:pt>
                <c:pt idx="595">
                  <c:v>63.737591519561597</c:v>
                </c:pt>
                <c:pt idx="596">
                  <c:v>63.738309352517987</c:v>
                </c:pt>
                <c:pt idx="597">
                  <c:v>63.74936029233519</c:v>
                </c:pt>
                <c:pt idx="598">
                  <c:v>63.943801504030255</c:v>
                </c:pt>
                <c:pt idx="599">
                  <c:v>64.169396434711786</c:v>
                </c:pt>
                <c:pt idx="600">
                  <c:v>64.025453198811334</c:v>
                </c:pt>
                <c:pt idx="601">
                  <c:v>64.24285907675646</c:v>
                </c:pt>
                <c:pt idx="602">
                  <c:v>64.104958901634902</c:v>
                </c:pt>
                <c:pt idx="603">
                  <c:v>64.028680239693884</c:v>
                </c:pt>
                <c:pt idx="604">
                  <c:v>64.109890903836416</c:v>
                </c:pt>
                <c:pt idx="605">
                  <c:v>64.127149133115168</c:v>
                </c:pt>
                <c:pt idx="606">
                  <c:v>64.067424461471745</c:v>
                </c:pt>
                <c:pt idx="607">
                  <c:v>63.870161618905335</c:v>
                </c:pt>
                <c:pt idx="608">
                  <c:v>64.017526120660605</c:v>
                </c:pt>
                <c:pt idx="609">
                  <c:v>63.943048880021756</c:v>
                </c:pt>
                <c:pt idx="610">
                  <c:v>64.015544275852093</c:v>
                </c:pt>
                <c:pt idx="611">
                  <c:v>63.980394112792794</c:v>
                </c:pt>
                <c:pt idx="612">
                  <c:v>64.116572114335582</c:v>
                </c:pt>
                <c:pt idx="613">
                  <c:v>64.214766692822863</c:v>
                </c:pt>
                <c:pt idx="614">
                  <c:v>64.027595389217183</c:v>
                </c:pt>
                <c:pt idx="615">
                  <c:v>63.86612209095145</c:v>
                </c:pt>
                <c:pt idx="616">
                  <c:v>63.885831936447786</c:v>
                </c:pt>
                <c:pt idx="617">
                  <c:v>63.947653216198766</c:v>
                </c:pt>
                <c:pt idx="618">
                  <c:v>63.981924362934009</c:v>
                </c:pt>
                <c:pt idx="619">
                  <c:v>64.069042032702214</c:v>
                </c:pt>
                <c:pt idx="620">
                  <c:v>64.077128702934971</c:v>
                </c:pt>
                <c:pt idx="621">
                  <c:v>64.036945565894158</c:v>
                </c:pt>
                <c:pt idx="622">
                  <c:v>64.176691420272377</c:v>
                </c:pt>
                <c:pt idx="623">
                  <c:v>64.363909802015613</c:v>
                </c:pt>
                <c:pt idx="624">
                  <c:v>64.525562147513369</c:v>
                </c:pt>
                <c:pt idx="625">
                  <c:v>64.959751578052362</c:v>
                </c:pt>
                <c:pt idx="626">
                  <c:v>64.835940515799351</c:v>
                </c:pt>
                <c:pt idx="627">
                  <c:v>65.336874682433361</c:v>
                </c:pt>
                <c:pt idx="628">
                  <c:v>65.694492071288892</c:v>
                </c:pt>
                <c:pt idx="629">
                  <c:v>65.760464921971462</c:v>
                </c:pt>
                <c:pt idx="630">
                  <c:v>65.355008543850744</c:v>
                </c:pt>
                <c:pt idx="631">
                  <c:v>65.552948566361223</c:v>
                </c:pt>
                <c:pt idx="632">
                  <c:v>65.290123456790127</c:v>
                </c:pt>
                <c:pt idx="633">
                  <c:v>65.175801875097576</c:v>
                </c:pt>
                <c:pt idx="634">
                  <c:v>65.227418615314079</c:v>
                </c:pt>
                <c:pt idx="635">
                  <c:v>65.265059352650596</c:v>
                </c:pt>
                <c:pt idx="636">
                  <c:v>65.268984860087272</c:v>
                </c:pt>
                <c:pt idx="637">
                  <c:v>65.100242202105221</c:v>
                </c:pt>
                <c:pt idx="638">
                  <c:v>64.930277420540136</c:v>
                </c:pt>
                <c:pt idx="639">
                  <c:v>64.760570088664181</c:v>
                </c:pt>
                <c:pt idx="640">
                  <c:v>64.922886711237297</c:v>
                </c:pt>
                <c:pt idx="641">
                  <c:v>65.06469331426004</c:v>
                </c:pt>
                <c:pt idx="642">
                  <c:v>65.023842865903333</c:v>
                </c:pt>
                <c:pt idx="643">
                  <c:v>64.925468678555106</c:v>
                </c:pt>
                <c:pt idx="644">
                  <c:v>65.138506443440917</c:v>
                </c:pt>
                <c:pt idx="645">
                  <c:v>64.789004077304227</c:v>
                </c:pt>
                <c:pt idx="646">
                  <c:v>65.093175637445469</c:v>
                </c:pt>
                <c:pt idx="647">
                  <c:v>64.933835189471964</c:v>
                </c:pt>
                <c:pt idx="648">
                  <c:v>64.774396069332596</c:v>
                </c:pt>
                <c:pt idx="649">
                  <c:v>64.525549430623045</c:v>
                </c:pt>
                <c:pt idx="650">
                  <c:v>64.593023255813947</c:v>
                </c:pt>
                <c:pt idx="651">
                  <c:v>64.576381777483761</c:v>
                </c:pt>
                <c:pt idx="652">
                  <c:v>64.726613159207361</c:v>
                </c:pt>
                <c:pt idx="653">
                  <c:v>64.806123467545092</c:v>
                </c:pt>
                <c:pt idx="654">
                  <c:v>65.059327830726431</c:v>
                </c:pt>
                <c:pt idx="655">
                  <c:v>64.896981400178518</c:v>
                </c:pt>
                <c:pt idx="656">
                  <c:v>65.014645095945909</c:v>
                </c:pt>
                <c:pt idx="657">
                  <c:v>65.427338261628165</c:v>
                </c:pt>
                <c:pt idx="658">
                  <c:v>65.5168855102511</c:v>
                </c:pt>
                <c:pt idx="659">
                  <c:v>65.368615498291305</c:v>
                </c:pt>
                <c:pt idx="660">
                  <c:v>65.296948616018838</c:v>
                </c:pt>
                <c:pt idx="661">
                  <c:v>64.845970154716042</c:v>
                </c:pt>
                <c:pt idx="662">
                  <c:v>65.056451020707883</c:v>
                </c:pt>
                <c:pt idx="663">
                  <c:v>65.038798750377921</c:v>
                </c:pt>
                <c:pt idx="664">
                  <c:v>64.745419003599039</c:v>
                </c:pt>
                <c:pt idx="665">
                  <c:v>64.694906845992719</c:v>
                </c:pt>
                <c:pt idx="666">
                  <c:v>64.42066238711385</c:v>
                </c:pt>
                <c:pt idx="667">
                  <c:v>64.405550385899616</c:v>
                </c:pt>
                <c:pt idx="668">
                  <c:v>64.433328165327552</c:v>
                </c:pt>
                <c:pt idx="669">
                  <c:v>64.379627265764626</c:v>
                </c:pt>
                <c:pt idx="670">
                  <c:v>64.376492897908577</c:v>
                </c:pt>
                <c:pt idx="671">
                  <c:v>64.446874430472022</c:v>
                </c:pt>
                <c:pt idx="672">
                  <c:v>64.539066558515529</c:v>
                </c:pt>
                <c:pt idx="673">
                  <c:v>64.464993635206397</c:v>
                </c:pt>
                <c:pt idx="674">
                  <c:v>64.361861657169342</c:v>
                </c:pt>
                <c:pt idx="675">
                  <c:v>64.483580677154904</c:v>
                </c:pt>
                <c:pt idx="676">
                  <c:v>64.45271326282122</c:v>
                </c:pt>
                <c:pt idx="677">
                  <c:v>64.279582408788329</c:v>
                </c:pt>
                <c:pt idx="678">
                  <c:v>64.096001160134875</c:v>
                </c:pt>
                <c:pt idx="679">
                  <c:v>64.106292008623655</c:v>
                </c:pt>
                <c:pt idx="680">
                  <c:v>64.120217588395292</c:v>
                </c:pt>
                <c:pt idx="681">
                  <c:v>64.057582130683883</c:v>
                </c:pt>
                <c:pt idx="682">
                  <c:v>64.088475499092553</c:v>
                </c:pt>
                <c:pt idx="683">
                  <c:v>64.040998395241942</c:v>
                </c:pt>
                <c:pt idx="684">
                  <c:v>64.054027067996756</c:v>
                </c:pt>
                <c:pt idx="685">
                  <c:v>64.157433182322663</c:v>
                </c:pt>
                <c:pt idx="686">
                  <c:v>64.171597363406789</c:v>
                </c:pt>
                <c:pt idx="687">
                  <c:v>63.927039994173398</c:v>
                </c:pt>
                <c:pt idx="688">
                  <c:v>63.673059261077931</c:v>
                </c:pt>
                <c:pt idx="689">
                  <c:v>63.483429916696849</c:v>
                </c:pt>
                <c:pt idx="690">
                  <c:v>63.391501108747804</c:v>
                </c:pt>
                <c:pt idx="691">
                  <c:v>63.382057636991874</c:v>
                </c:pt>
                <c:pt idx="692">
                  <c:v>63.348400368104805</c:v>
                </c:pt>
                <c:pt idx="693">
                  <c:v>63.468885059234324</c:v>
                </c:pt>
                <c:pt idx="694">
                  <c:v>63.826223120482155</c:v>
                </c:pt>
                <c:pt idx="695">
                  <c:v>63.736282672180806</c:v>
                </c:pt>
                <c:pt idx="696">
                  <c:v>63.526134687858438</c:v>
                </c:pt>
                <c:pt idx="697">
                  <c:v>63.760422686370013</c:v>
                </c:pt>
                <c:pt idx="698">
                  <c:v>63.979475379659462</c:v>
                </c:pt>
                <c:pt idx="699">
                  <c:v>63.842821668352791</c:v>
                </c:pt>
                <c:pt idx="700">
                  <c:v>63.718559241009046</c:v>
                </c:pt>
                <c:pt idx="701">
                  <c:v>63.889677157809388</c:v>
                </c:pt>
                <c:pt idx="702">
                  <c:v>63.772413793103446</c:v>
                </c:pt>
                <c:pt idx="703">
                  <c:v>63.643751960295944</c:v>
                </c:pt>
                <c:pt idx="704">
                  <c:v>63.498586709527238</c:v>
                </c:pt>
                <c:pt idx="705">
                  <c:v>63.547103623355646</c:v>
                </c:pt>
                <c:pt idx="706">
                  <c:v>63.753525308000604</c:v>
                </c:pt>
                <c:pt idx="707">
                  <c:v>63.68752204012695</c:v>
                </c:pt>
                <c:pt idx="708">
                  <c:v>63.611491741352495</c:v>
                </c:pt>
                <c:pt idx="709">
                  <c:v>64.077921107447438</c:v>
                </c:pt>
                <c:pt idx="710">
                  <c:v>64.029582436825294</c:v>
                </c:pt>
                <c:pt idx="711">
                  <c:v>64.272598342912588</c:v>
                </c:pt>
                <c:pt idx="712">
                  <c:v>64.137680822363819</c:v>
                </c:pt>
                <c:pt idx="713">
                  <c:v>64.16132201379105</c:v>
                </c:pt>
                <c:pt idx="714">
                  <c:v>64.368328063976193</c:v>
                </c:pt>
                <c:pt idx="715">
                  <c:v>64.284080873808975</c:v>
                </c:pt>
                <c:pt idx="716">
                  <c:v>64.126116071428569</c:v>
                </c:pt>
                <c:pt idx="717">
                  <c:v>63.922371193615163</c:v>
                </c:pt>
                <c:pt idx="718">
                  <c:v>63.909766018584165</c:v>
                </c:pt>
                <c:pt idx="719">
                  <c:v>64.525404514067802</c:v>
                </c:pt>
                <c:pt idx="720">
                  <c:v>64.815872807058753</c:v>
                </c:pt>
                <c:pt idx="721">
                  <c:v>65.045549180868392</c:v>
                </c:pt>
                <c:pt idx="722">
                  <c:v>64.822797069969056</c:v>
                </c:pt>
                <c:pt idx="723">
                  <c:v>64.663960688145366</c:v>
                </c:pt>
                <c:pt idx="724">
                  <c:v>64.851242858621887</c:v>
                </c:pt>
                <c:pt idx="725">
                  <c:v>65.103168477135384</c:v>
                </c:pt>
                <c:pt idx="726">
                  <c:v>65.226078604922705</c:v>
                </c:pt>
                <c:pt idx="727">
                  <c:v>65.05310719541184</c:v>
                </c:pt>
                <c:pt idx="728">
                  <c:v>64.993904225458593</c:v>
                </c:pt>
                <c:pt idx="729">
                  <c:v>64.962995169995381</c:v>
                </c:pt>
                <c:pt idx="730">
                  <c:v>64.920905926631647</c:v>
                </c:pt>
                <c:pt idx="731">
                  <c:v>65.078595743477067</c:v>
                </c:pt>
                <c:pt idx="732">
                  <c:v>65.020025066671693</c:v>
                </c:pt>
                <c:pt idx="733">
                  <c:v>64.956461918314261</c:v>
                </c:pt>
                <c:pt idx="734">
                  <c:v>64.987521742418508</c:v>
                </c:pt>
                <c:pt idx="735">
                  <c:v>64.936393492129397</c:v>
                </c:pt>
                <c:pt idx="736">
                  <c:v>64.87342607253261</c:v>
                </c:pt>
                <c:pt idx="737">
                  <c:v>65.037530803584076</c:v>
                </c:pt>
                <c:pt idx="738">
                  <c:v>65.199125927047078</c:v>
                </c:pt>
                <c:pt idx="739">
                  <c:v>65.062452687358061</c:v>
                </c:pt>
                <c:pt idx="740">
                  <c:v>65.133064707276617</c:v>
                </c:pt>
                <c:pt idx="741">
                  <c:v>64.905286698443078</c:v>
                </c:pt>
                <c:pt idx="742">
                  <c:v>64.79745244597315</c:v>
                </c:pt>
                <c:pt idx="743">
                  <c:v>65.044179828969078</c:v>
                </c:pt>
                <c:pt idx="744">
                  <c:v>65.04394138625851</c:v>
                </c:pt>
                <c:pt idx="745">
                  <c:v>65.023894524092853</c:v>
                </c:pt>
                <c:pt idx="746">
                  <c:v>65.023502095367547</c:v>
                </c:pt>
                <c:pt idx="747">
                  <c:v>65.06000094415333</c:v>
                </c:pt>
                <c:pt idx="748">
                  <c:v>64.988377017552111</c:v>
                </c:pt>
                <c:pt idx="749">
                  <c:v>64.928745679058864</c:v>
                </c:pt>
                <c:pt idx="750">
                  <c:v>64.93708643653423</c:v>
                </c:pt>
                <c:pt idx="751">
                  <c:v>65.127025822419895</c:v>
                </c:pt>
                <c:pt idx="752">
                  <c:v>65.349619771863118</c:v>
                </c:pt>
                <c:pt idx="753">
                  <c:v>65.222876765607069</c:v>
                </c:pt>
                <c:pt idx="754">
                  <c:v>65.447438916270258</c:v>
                </c:pt>
                <c:pt idx="755">
                  <c:v>65.612550324659793</c:v>
                </c:pt>
                <c:pt idx="756">
                  <c:v>65.681535607031506</c:v>
                </c:pt>
                <c:pt idx="757">
                  <c:v>65.783771875209538</c:v>
                </c:pt>
                <c:pt idx="758">
                  <c:v>66.01650168179161</c:v>
                </c:pt>
                <c:pt idx="759">
                  <c:v>66.217860290454851</c:v>
                </c:pt>
                <c:pt idx="760">
                  <c:v>66.362162887942617</c:v>
                </c:pt>
                <c:pt idx="761">
                  <c:v>66.698586718817737</c:v>
                </c:pt>
                <c:pt idx="762">
                  <c:v>66.829583606683912</c:v>
                </c:pt>
                <c:pt idx="763">
                  <c:v>66.780189920210475</c:v>
                </c:pt>
                <c:pt idx="764">
                  <c:v>66.779986555267456</c:v>
                </c:pt>
                <c:pt idx="765">
                  <c:v>66.663579244886662</c:v>
                </c:pt>
                <c:pt idx="766">
                  <c:v>66.609581203753137</c:v>
                </c:pt>
                <c:pt idx="767">
                  <c:v>66.768044487760122</c:v>
                </c:pt>
                <c:pt idx="768">
                  <c:v>67.105871075964529</c:v>
                </c:pt>
                <c:pt idx="769">
                  <c:v>67.080892207543556</c:v>
                </c:pt>
                <c:pt idx="770">
                  <c:v>67.381494832972848</c:v>
                </c:pt>
                <c:pt idx="771">
                  <c:v>67.37864357864359</c:v>
                </c:pt>
                <c:pt idx="772">
                  <c:v>67.220405493786785</c:v>
                </c:pt>
                <c:pt idx="773">
                  <c:v>67.315608340643777</c:v>
                </c:pt>
                <c:pt idx="774">
                  <c:v>67.528957901335772</c:v>
                </c:pt>
                <c:pt idx="775">
                  <c:v>67.827777134699232</c:v>
                </c:pt>
                <c:pt idx="776">
                  <c:v>67.71566418212285</c:v>
                </c:pt>
                <c:pt idx="777">
                  <c:v>67.957609115488594</c:v>
                </c:pt>
                <c:pt idx="778">
                  <c:v>68.08812734227098</c:v>
                </c:pt>
                <c:pt idx="779">
                  <c:v>68.018536613681889</c:v>
                </c:pt>
                <c:pt idx="780">
                  <c:v>68.214195894836621</c:v>
                </c:pt>
                <c:pt idx="781">
                  <c:v>68.387077992023208</c:v>
                </c:pt>
                <c:pt idx="782">
                  <c:v>68.25992255566311</c:v>
                </c:pt>
                <c:pt idx="783">
                  <c:v>67.820420816947504</c:v>
                </c:pt>
                <c:pt idx="784">
                  <c:v>67.628538638102526</c:v>
                </c:pt>
                <c:pt idx="785">
                  <c:v>67.45246058289537</c:v>
                </c:pt>
                <c:pt idx="786">
                  <c:v>67.18430050382392</c:v>
                </c:pt>
                <c:pt idx="787">
                  <c:v>67.054078478002381</c:v>
                </c:pt>
                <c:pt idx="788">
                  <c:v>67.179326159145177</c:v>
                </c:pt>
                <c:pt idx="789">
                  <c:v>67.039551357733188</c:v>
                </c:pt>
                <c:pt idx="790">
                  <c:v>67.017901935163891</c:v>
                </c:pt>
                <c:pt idx="791">
                  <c:v>67.522832034806271</c:v>
                </c:pt>
                <c:pt idx="792">
                  <c:v>67.335615652373491</c:v>
                </c:pt>
                <c:pt idx="793">
                  <c:v>67.457196784609053</c:v>
                </c:pt>
                <c:pt idx="794">
                  <c:v>67.624936440474713</c:v>
                </c:pt>
                <c:pt idx="795">
                  <c:v>67.68728512408633</c:v>
                </c:pt>
                <c:pt idx="796">
                  <c:v>67.97371954728564</c:v>
                </c:pt>
                <c:pt idx="797">
                  <c:v>68.024498180875668</c:v>
                </c:pt>
                <c:pt idx="798">
                  <c:v>68.151146839595938</c:v>
                </c:pt>
                <c:pt idx="799">
                  <c:v>68.083603320361163</c:v>
                </c:pt>
                <c:pt idx="800">
                  <c:v>68.194746785066982</c:v>
                </c:pt>
                <c:pt idx="801">
                  <c:v>67.76922193950756</c:v>
                </c:pt>
                <c:pt idx="802">
                  <c:v>68.146274856725256</c:v>
                </c:pt>
                <c:pt idx="803">
                  <c:v>68.167557897976465</c:v>
                </c:pt>
                <c:pt idx="804">
                  <c:v>68.524884432391744</c:v>
                </c:pt>
                <c:pt idx="805">
                  <c:v>68.938585361601568</c:v>
                </c:pt>
                <c:pt idx="806">
                  <c:v>68.575341937226298</c:v>
                </c:pt>
                <c:pt idx="807">
                  <c:v>68.622788570987595</c:v>
                </c:pt>
                <c:pt idx="808">
                  <c:v>68.693556178147034</c:v>
                </c:pt>
                <c:pt idx="809">
                  <c:v>68.754310511836948</c:v>
                </c:pt>
                <c:pt idx="810">
                  <c:v>68.875741368097152</c:v>
                </c:pt>
                <c:pt idx="811">
                  <c:v>68.657471219739477</c:v>
                </c:pt>
                <c:pt idx="812">
                  <c:v>68.794037546399949</c:v>
                </c:pt>
                <c:pt idx="813">
                  <c:v>68.829190289286231</c:v>
                </c:pt>
                <c:pt idx="814">
                  <c:v>68.63148660503407</c:v>
                </c:pt>
                <c:pt idx="815">
                  <c:v>68.409533400469954</c:v>
                </c:pt>
                <c:pt idx="816">
                  <c:v>68.587662807874636</c:v>
                </c:pt>
                <c:pt idx="817">
                  <c:v>68.298101314474593</c:v>
                </c:pt>
                <c:pt idx="818">
                  <c:v>68.564957002457007</c:v>
                </c:pt>
                <c:pt idx="819">
                  <c:v>68.833216302267203</c:v>
                </c:pt>
                <c:pt idx="820">
                  <c:v>68.846087107409346</c:v>
                </c:pt>
                <c:pt idx="821">
                  <c:v>68.703828850572492</c:v>
                </c:pt>
                <c:pt idx="822">
                  <c:v>69.05308910276311</c:v>
                </c:pt>
                <c:pt idx="823">
                  <c:v>68.80308992294529</c:v>
                </c:pt>
                <c:pt idx="824">
                  <c:v>68.701875712326384</c:v>
                </c:pt>
                <c:pt idx="825">
                  <c:v>68.703885456959753</c:v>
                </c:pt>
                <c:pt idx="826">
                  <c:v>68.752918475639177</c:v>
                </c:pt>
                <c:pt idx="827">
                  <c:v>68.606966612691807</c:v>
                </c:pt>
                <c:pt idx="828">
                  <c:v>68.605945092603278</c:v>
                </c:pt>
                <c:pt idx="829">
                  <c:v>68.356696552450032</c:v>
                </c:pt>
                <c:pt idx="830">
                  <c:v>68.793494341652746</c:v>
                </c:pt>
                <c:pt idx="831">
                  <c:v>68.683292774062508</c:v>
                </c:pt>
                <c:pt idx="832">
                  <c:v>68.800230891336767</c:v>
                </c:pt>
                <c:pt idx="833">
                  <c:v>68.646178047634123</c:v>
                </c:pt>
                <c:pt idx="834">
                  <c:v>68.62378896882494</c:v>
                </c:pt>
                <c:pt idx="835">
                  <c:v>68.953866520850724</c:v>
                </c:pt>
                <c:pt idx="836">
                  <c:v>69.468296350561971</c:v>
                </c:pt>
                <c:pt idx="837">
                  <c:v>70.228440724158077</c:v>
                </c:pt>
                <c:pt idx="838">
                  <c:v>69.761784772832996</c:v>
                </c:pt>
                <c:pt idx="839">
                  <c:v>69.666715264615831</c:v>
                </c:pt>
                <c:pt idx="840">
                  <c:v>70.065576979543906</c:v>
                </c:pt>
                <c:pt idx="841">
                  <c:v>70.137490696854556</c:v>
                </c:pt>
                <c:pt idx="842">
                  <c:v>70.036726539086828</c:v>
                </c:pt>
                <c:pt idx="843">
                  <c:v>70.168981094194407</c:v>
                </c:pt>
                <c:pt idx="844">
                  <c:v>70.504540967423495</c:v>
                </c:pt>
                <c:pt idx="845">
                  <c:v>70.73289756891063</c:v>
                </c:pt>
                <c:pt idx="846">
                  <c:v>70.925156545075041</c:v>
                </c:pt>
                <c:pt idx="847">
                  <c:v>71.185577247721</c:v>
                </c:pt>
                <c:pt idx="848">
                  <c:v>71.753335884883668</c:v>
                </c:pt>
                <c:pt idx="849">
                  <c:v>71.921391931514265</c:v>
                </c:pt>
                <c:pt idx="850">
                  <c:v>71.900894661824267</c:v>
                </c:pt>
                <c:pt idx="851">
                  <c:v>72.574526459388878</c:v>
                </c:pt>
                <c:pt idx="852">
                  <c:v>72.322714078301132</c:v>
                </c:pt>
                <c:pt idx="853">
                  <c:v>72.754910846742561</c:v>
                </c:pt>
                <c:pt idx="854">
                  <c:v>71.812892476735968</c:v>
                </c:pt>
                <c:pt idx="855">
                  <c:v>72.550468000016252</c:v>
                </c:pt>
                <c:pt idx="856">
                  <c:v>72.379605841681467</c:v>
                </c:pt>
                <c:pt idx="857">
                  <c:v>72.678096270788473</c:v>
                </c:pt>
                <c:pt idx="858">
                  <c:v>71.848905356358628</c:v>
                </c:pt>
                <c:pt idx="859">
                  <c:v>72.692731727235611</c:v>
                </c:pt>
                <c:pt idx="860">
                  <c:v>72.813404074789673</c:v>
                </c:pt>
                <c:pt idx="861">
                  <c:v>72.718191511614265</c:v>
                </c:pt>
                <c:pt idx="862">
                  <c:v>72.65049809521868</c:v>
                </c:pt>
                <c:pt idx="863">
                  <c:v>72.54741990568148</c:v>
                </c:pt>
                <c:pt idx="864">
                  <c:v>72.803633850906436</c:v>
                </c:pt>
                <c:pt idx="865">
                  <c:v>73.029931809440868</c:v>
                </c:pt>
                <c:pt idx="866">
                  <c:v>73.750924111596788</c:v>
                </c:pt>
                <c:pt idx="867">
                  <c:v>73.580898001132141</c:v>
                </c:pt>
                <c:pt idx="868">
                  <c:v>74.098878121148914</c:v>
                </c:pt>
                <c:pt idx="869">
                  <c:v>74.131588183075621</c:v>
                </c:pt>
                <c:pt idx="870">
                  <c:v>74.387520204769373</c:v>
                </c:pt>
                <c:pt idx="871">
                  <c:v>73.79672306946722</c:v>
                </c:pt>
                <c:pt idx="872">
                  <c:v>73.970781198138383</c:v>
                </c:pt>
                <c:pt idx="873">
                  <c:v>73.904104567388373</c:v>
                </c:pt>
                <c:pt idx="874">
                  <c:v>73.484586803331197</c:v>
                </c:pt>
                <c:pt idx="875">
                  <c:v>73.435383074499441</c:v>
                </c:pt>
                <c:pt idx="876">
                  <c:v>73.30250847955422</c:v>
                </c:pt>
                <c:pt idx="877">
                  <c:v>73.781825454209795</c:v>
                </c:pt>
                <c:pt idx="878">
                  <c:v>73.264535952998841</c:v>
                </c:pt>
                <c:pt idx="879">
                  <c:v>73.27456305865546</c:v>
                </c:pt>
                <c:pt idx="880">
                  <c:v>73.373978374536776</c:v>
                </c:pt>
                <c:pt idx="881">
                  <c:v>73.418079469592399</c:v>
                </c:pt>
                <c:pt idx="882">
                  <c:v>73.570867114563498</c:v>
                </c:pt>
                <c:pt idx="883">
                  <c:v>73.993626625813818</c:v>
                </c:pt>
                <c:pt idx="884">
                  <c:v>73.829535744073354</c:v>
                </c:pt>
                <c:pt idx="885">
                  <c:v>72.879785774085718</c:v>
                </c:pt>
                <c:pt idx="886">
                  <c:v>73.073970316263257</c:v>
                </c:pt>
                <c:pt idx="887">
                  <c:v>72.734688615988247</c:v>
                </c:pt>
                <c:pt idx="888">
                  <c:v>72.907790435642156</c:v>
                </c:pt>
                <c:pt idx="889">
                  <c:v>72.585294544653536</c:v>
                </c:pt>
                <c:pt idx="890">
                  <c:v>72.103581453683972</c:v>
                </c:pt>
                <c:pt idx="891">
                  <c:v>72.160340581660833</c:v>
                </c:pt>
                <c:pt idx="892">
                  <c:v>71.801949340956014</c:v>
                </c:pt>
                <c:pt idx="893">
                  <c:v>71.900517452816075</c:v>
                </c:pt>
                <c:pt idx="894">
                  <c:v>71.327797955406893</c:v>
                </c:pt>
                <c:pt idx="895">
                  <c:v>70.71466332504454</c:v>
                </c:pt>
                <c:pt idx="896">
                  <c:v>70.906820741321056</c:v>
                </c:pt>
                <c:pt idx="897">
                  <c:v>70.687946789939247</c:v>
                </c:pt>
                <c:pt idx="898">
                  <c:v>69.916147626600647</c:v>
                </c:pt>
                <c:pt idx="899">
                  <c:v>69.657564604089188</c:v>
                </c:pt>
                <c:pt idx="900">
                  <c:v>70.02807601823973</c:v>
                </c:pt>
                <c:pt idx="901">
                  <c:v>70.345231471992037</c:v>
                </c:pt>
                <c:pt idx="902">
                  <c:v>71.037299130178397</c:v>
                </c:pt>
                <c:pt idx="903">
                  <c:v>70.566109682528818</c:v>
                </c:pt>
                <c:pt idx="904">
                  <c:v>71.325954839665982</c:v>
                </c:pt>
                <c:pt idx="905">
                  <c:v>71.927223853850379</c:v>
                </c:pt>
                <c:pt idx="906">
                  <c:v>72.041017374171588</c:v>
                </c:pt>
                <c:pt idx="907">
                  <c:v>71.536724953957659</c:v>
                </c:pt>
                <c:pt idx="908">
                  <c:v>71.735599323368518</c:v>
                </c:pt>
                <c:pt idx="909">
                  <c:v>71.672728353830763</c:v>
                </c:pt>
                <c:pt idx="910">
                  <c:v>71.19402101524345</c:v>
                </c:pt>
                <c:pt idx="911">
                  <c:v>70.109292271822028</c:v>
                </c:pt>
                <c:pt idx="912">
                  <c:v>70.283633239277108</c:v>
                </c:pt>
                <c:pt idx="913">
                  <c:v>70.036534649617167</c:v>
                </c:pt>
                <c:pt idx="914">
                  <c:v>69.990479798715739</c:v>
                </c:pt>
                <c:pt idx="915">
                  <c:v>70.326981588391334</c:v>
                </c:pt>
                <c:pt idx="916">
                  <c:v>69.97849106551952</c:v>
                </c:pt>
                <c:pt idx="917">
                  <c:v>69.609211647177261</c:v>
                </c:pt>
                <c:pt idx="918">
                  <c:v>70.362850086392882</c:v>
                </c:pt>
                <c:pt idx="919">
                  <c:v>69.865621174138639</c:v>
                </c:pt>
                <c:pt idx="920">
                  <c:v>69.481472162274642</c:v>
                </c:pt>
                <c:pt idx="921">
                  <c:v>70.021759494164939</c:v>
                </c:pt>
                <c:pt idx="922">
                  <c:v>70.441485290365634</c:v>
                </c:pt>
                <c:pt idx="923">
                  <c:v>70.513606481435843</c:v>
                </c:pt>
                <c:pt idx="924">
                  <c:v>70.473654625602805</c:v>
                </c:pt>
                <c:pt idx="925">
                  <c:v>70.824609661013596</c:v>
                </c:pt>
                <c:pt idx="926">
                  <c:v>71.029544395881032</c:v>
                </c:pt>
                <c:pt idx="927">
                  <c:v>71.184745325852049</c:v>
                </c:pt>
                <c:pt idx="928">
                  <c:v>71.341519188705519</c:v>
                </c:pt>
                <c:pt idx="929">
                  <c:v>71.142001922829124</c:v>
                </c:pt>
                <c:pt idx="930">
                  <c:v>71.376418156371898</c:v>
                </c:pt>
                <c:pt idx="931">
                  <c:v>71.203965303593563</c:v>
                </c:pt>
                <c:pt idx="932">
                  <c:v>71.281944485764441</c:v>
                </c:pt>
                <c:pt idx="933">
                  <c:v>71.105169869985843</c:v>
                </c:pt>
                <c:pt idx="934">
                  <c:v>71.133772887953285</c:v>
                </c:pt>
                <c:pt idx="935">
                  <c:v>71.094125593499797</c:v>
                </c:pt>
                <c:pt idx="936">
                  <c:v>71.244375870993437</c:v>
                </c:pt>
                <c:pt idx="937">
                  <c:v>71.033570135116307</c:v>
                </c:pt>
                <c:pt idx="938">
                  <c:v>71.109995127238747</c:v>
                </c:pt>
                <c:pt idx="939">
                  <c:v>71.658026319211984</c:v>
                </c:pt>
                <c:pt idx="940">
                  <c:v>71.745932321596001</c:v>
                </c:pt>
                <c:pt idx="941">
                  <c:v>71.573396598815762</c:v>
                </c:pt>
                <c:pt idx="942">
                  <c:v>71.468721758215565</c:v>
                </c:pt>
                <c:pt idx="943">
                  <c:v>71.294893406048587</c:v>
                </c:pt>
                <c:pt idx="944">
                  <c:v>71.162425260661152</c:v>
                </c:pt>
                <c:pt idx="945">
                  <c:v>70.935064935064929</c:v>
                </c:pt>
                <c:pt idx="946">
                  <c:v>70.5546404690472</c:v>
                </c:pt>
                <c:pt idx="947">
                  <c:v>70.941007646792869</c:v>
                </c:pt>
                <c:pt idx="948">
                  <c:v>71.251234933807538</c:v>
                </c:pt>
                <c:pt idx="949">
                  <c:v>71.177338681721395</c:v>
                </c:pt>
                <c:pt idx="950">
                  <c:v>71.153884264764159</c:v>
                </c:pt>
                <c:pt idx="951">
                  <c:v>71.217902341853062</c:v>
                </c:pt>
                <c:pt idx="952">
                  <c:v>71.041955548512348</c:v>
                </c:pt>
                <c:pt idx="953">
                  <c:v>71.095133730674263</c:v>
                </c:pt>
                <c:pt idx="954">
                  <c:v>71.166184238011397</c:v>
                </c:pt>
                <c:pt idx="955">
                  <c:v>71.195246484130053</c:v>
                </c:pt>
                <c:pt idx="956">
                  <c:v>70.969568014251067</c:v>
                </c:pt>
                <c:pt idx="957">
                  <c:v>70.759880215926557</c:v>
                </c:pt>
                <c:pt idx="958">
                  <c:v>70.579946224952408</c:v>
                </c:pt>
                <c:pt idx="959">
                  <c:v>70.027075460672407</c:v>
                </c:pt>
                <c:pt idx="960">
                  <c:v>70.101199618921711</c:v>
                </c:pt>
                <c:pt idx="961">
                  <c:v>69.930918052510037</c:v>
                </c:pt>
                <c:pt idx="962">
                  <c:v>69.594701654042368</c:v>
                </c:pt>
                <c:pt idx="963">
                  <c:v>69.622212107419202</c:v>
                </c:pt>
                <c:pt idx="964">
                  <c:v>69.665975425404085</c:v>
                </c:pt>
                <c:pt idx="965">
                  <c:v>69.213333718812336</c:v>
                </c:pt>
                <c:pt idx="966">
                  <c:v>68.60889024903409</c:v>
                </c:pt>
                <c:pt idx="967">
                  <c:v>68.584596261414163</c:v>
                </c:pt>
                <c:pt idx="968">
                  <c:v>68.860368230076602</c:v>
                </c:pt>
                <c:pt idx="969">
                  <c:v>68.660895157283193</c:v>
                </c:pt>
                <c:pt idx="970">
                  <c:v>68.990478386610178</c:v>
                </c:pt>
                <c:pt idx="971">
                  <c:v>68.847057469721236</c:v>
                </c:pt>
                <c:pt idx="972">
                  <c:v>68.903290129611179</c:v>
                </c:pt>
                <c:pt idx="973">
                  <c:v>69.004042068159606</c:v>
                </c:pt>
                <c:pt idx="974">
                  <c:v>69.171476036375168</c:v>
                </c:pt>
                <c:pt idx="975">
                  <c:v>69.119701106480818</c:v>
                </c:pt>
                <c:pt idx="976">
                  <c:v>68.489855320606111</c:v>
                </c:pt>
                <c:pt idx="977">
                  <c:v>68.844658060447387</c:v>
                </c:pt>
                <c:pt idx="978">
                  <c:v>69.196348872700057</c:v>
                </c:pt>
                <c:pt idx="979">
                  <c:v>69.514416074236266</c:v>
                </c:pt>
                <c:pt idx="980">
                  <c:v>69.539955551260988</c:v>
                </c:pt>
                <c:pt idx="981">
                  <c:v>69.148286197356285</c:v>
                </c:pt>
                <c:pt idx="982">
                  <c:v>68.974059090821939</c:v>
                </c:pt>
                <c:pt idx="983">
                  <c:v>69.324087281699363</c:v>
                </c:pt>
                <c:pt idx="984">
                  <c:v>69.229406725002633</c:v>
                </c:pt>
                <c:pt idx="985">
                  <c:v>69.576990773872836</c:v>
                </c:pt>
                <c:pt idx="986">
                  <c:v>69.419227434736541</c:v>
                </c:pt>
                <c:pt idx="987">
                  <c:v>69.742570234501969</c:v>
                </c:pt>
                <c:pt idx="988">
                  <c:v>69.747375550287856</c:v>
                </c:pt>
                <c:pt idx="989">
                  <c:v>69.904351614308524</c:v>
                </c:pt>
                <c:pt idx="990">
                  <c:v>69.94157863226404</c:v>
                </c:pt>
                <c:pt idx="991">
                  <c:v>70.1442997247742</c:v>
                </c:pt>
                <c:pt idx="992">
                  <c:v>69.837027000870989</c:v>
                </c:pt>
                <c:pt idx="993">
                  <c:v>69.542195841122393</c:v>
                </c:pt>
                <c:pt idx="994">
                  <c:v>69.268059015136998</c:v>
                </c:pt>
                <c:pt idx="995">
                  <c:v>69.355647811797269</c:v>
                </c:pt>
                <c:pt idx="996">
                  <c:v>69.309689129620565</c:v>
                </c:pt>
                <c:pt idx="997">
                  <c:v>69.600979711486545</c:v>
                </c:pt>
                <c:pt idx="998">
                  <c:v>69.868228970291085</c:v>
                </c:pt>
                <c:pt idx="999">
                  <c:v>69.921115622789245</c:v>
                </c:pt>
                <c:pt idx="1000">
                  <c:v>70.257532860492489</c:v>
                </c:pt>
                <c:pt idx="1001">
                  <c:v>70.420901835050145</c:v>
                </c:pt>
                <c:pt idx="1002">
                  <c:v>70.208757933966112</c:v>
                </c:pt>
                <c:pt idx="1003">
                  <c:v>70.247160469857306</c:v>
                </c:pt>
                <c:pt idx="1004">
                  <c:v>70.166718272245234</c:v>
                </c:pt>
                <c:pt idx="1005">
                  <c:v>69.546456572162469</c:v>
                </c:pt>
                <c:pt idx="1006">
                  <c:v>69.729384537082382</c:v>
                </c:pt>
                <c:pt idx="1007">
                  <c:v>69.765823271552733</c:v>
                </c:pt>
                <c:pt idx="1008">
                  <c:v>69.673332374238726</c:v>
                </c:pt>
                <c:pt idx="1009">
                  <c:v>69.609658643410114</c:v>
                </c:pt>
                <c:pt idx="1010">
                  <c:v>69.614154395873555</c:v>
                </c:pt>
                <c:pt idx="1011">
                  <c:v>69.880184154258089</c:v>
                </c:pt>
                <c:pt idx="1012">
                  <c:v>69.785312037517542</c:v>
                </c:pt>
                <c:pt idx="1013">
                  <c:v>69.805841114754728</c:v>
                </c:pt>
                <c:pt idx="1014">
                  <c:v>69.43350650844468</c:v>
                </c:pt>
                <c:pt idx="1015">
                  <c:v>69.29193440107413</c:v>
                </c:pt>
                <c:pt idx="1016">
                  <c:v>69.320168711656436</c:v>
                </c:pt>
                <c:pt idx="1017">
                  <c:v>69.302231937413723</c:v>
                </c:pt>
                <c:pt idx="1018">
                  <c:v>69.459773984130791</c:v>
                </c:pt>
                <c:pt idx="1019">
                  <c:v>69.421898596589116</c:v>
                </c:pt>
                <c:pt idx="1020">
                  <c:v>69.405091790786287</c:v>
                </c:pt>
                <c:pt idx="1021">
                  <c:v>69.358149627467554</c:v>
                </c:pt>
                <c:pt idx="1022">
                  <c:v>69.564267636671573</c:v>
                </c:pt>
                <c:pt idx="1023">
                  <c:v>69.836063992902538</c:v>
                </c:pt>
                <c:pt idx="1024">
                  <c:v>69.801275382422062</c:v>
                </c:pt>
                <c:pt idx="1025">
                  <c:v>69.66746528880293</c:v>
                </c:pt>
                <c:pt idx="1026">
                  <c:v>69.564210221514415</c:v>
                </c:pt>
                <c:pt idx="1027">
                  <c:v>69.634062696227602</c:v>
                </c:pt>
                <c:pt idx="1028">
                  <c:v>69.4788333446119</c:v>
                </c:pt>
                <c:pt idx="1029">
                  <c:v>69.339508853186672</c:v>
                </c:pt>
                <c:pt idx="1030">
                  <c:v>69.319057527068168</c:v>
                </c:pt>
                <c:pt idx="1031">
                  <c:v>69.221435307249664</c:v>
                </c:pt>
                <c:pt idx="1032">
                  <c:v>68.917727764843406</c:v>
                </c:pt>
                <c:pt idx="1033">
                  <c:v>68.966197263998325</c:v>
                </c:pt>
                <c:pt idx="1034">
                  <c:v>68.992112433672744</c:v>
                </c:pt>
                <c:pt idx="1035">
                  <c:v>68.877382531759139</c:v>
                </c:pt>
                <c:pt idx="1036">
                  <c:v>68.698370828628626</c:v>
                </c:pt>
                <c:pt idx="1037">
                  <c:v>68.729907348576091</c:v>
                </c:pt>
                <c:pt idx="1038">
                  <c:v>68.526740952344923</c:v>
                </c:pt>
                <c:pt idx="1039">
                  <c:v>68.366241977926279</c:v>
                </c:pt>
                <c:pt idx="1040">
                  <c:v>68.585184904085153</c:v>
                </c:pt>
                <c:pt idx="1041">
                  <c:v>68.583327001975377</c:v>
                </c:pt>
                <c:pt idx="1042">
                  <c:v>68.566895571868343</c:v>
                </c:pt>
                <c:pt idx="1043">
                  <c:v>68.804841437230422</c:v>
                </c:pt>
                <c:pt idx="1044">
                  <c:v>68.875927687916274</c:v>
                </c:pt>
                <c:pt idx="1045">
                  <c:v>68.824683176706941</c:v>
                </c:pt>
                <c:pt idx="1046">
                  <c:v>69.019847211757636</c:v>
                </c:pt>
                <c:pt idx="1047">
                  <c:v>68.992012642682369</c:v>
                </c:pt>
                <c:pt idx="1048">
                  <c:v>69.013557514709518</c:v>
                </c:pt>
                <c:pt idx="1049">
                  <c:v>68.990278517616616</c:v>
                </c:pt>
                <c:pt idx="1050">
                  <c:v>69.060853354638667</c:v>
                </c:pt>
                <c:pt idx="1051">
                  <c:v>68.90227488151659</c:v>
                </c:pt>
                <c:pt idx="1052">
                  <c:v>68.749739942882002</c:v>
                </c:pt>
                <c:pt idx="1053">
                  <c:v>68.856793794808183</c:v>
                </c:pt>
                <c:pt idx="1054">
                  <c:v>69.058225980364341</c:v>
                </c:pt>
                <c:pt idx="1055">
                  <c:v>69.398317117563536</c:v>
                </c:pt>
                <c:pt idx="1056">
                  <c:v>70.358241290597135</c:v>
                </c:pt>
                <c:pt idx="1057">
                  <c:v>70.722384979998637</c:v>
                </c:pt>
                <c:pt idx="1058">
                  <c:v>70.955303392492993</c:v>
                </c:pt>
                <c:pt idx="1059">
                  <c:v>70.849549584681981</c:v>
                </c:pt>
                <c:pt idx="1060">
                  <c:v>70.518268428507668</c:v>
                </c:pt>
                <c:pt idx="1061">
                  <c:v>71.236772681357706</c:v>
                </c:pt>
                <c:pt idx="1062">
                  <c:v>71.096670089482174</c:v>
                </c:pt>
                <c:pt idx="1063">
                  <c:v>71.287193577721496</c:v>
                </c:pt>
                <c:pt idx="1064">
                  <c:v>71.341601895177874</c:v>
                </c:pt>
                <c:pt idx="1065">
                  <c:v>71.64853186683689</c:v>
                </c:pt>
                <c:pt idx="1066">
                  <c:v>71.551016802763826</c:v>
                </c:pt>
                <c:pt idx="1067">
                  <c:v>71.703294004381533</c:v>
                </c:pt>
                <c:pt idx="1068">
                  <c:v>71.726594667898311</c:v>
                </c:pt>
                <c:pt idx="1069">
                  <c:v>72.181553426910085</c:v>
                </c:pt>
                <c:pt idx="1070">
                  <c:v>71.820564357216043</c:v>
                </c:pt>
                <c:pt idx="1071">
                  <c:v>71.704365605984648</c:v>
                </c:pt>
                <c:pt idx="1072">
                  <c:v>71.996804639190501</c:v>
                </c:pt>
                <c:pt idx="1073">
                  <c:v>71.758785581728745</c:v>
                </c:pt>
                <c:pt idx="1074">
                  <c:v>72.189737939718256</c:v>
                </c:pt>
                <c:pt idx="1075">
                  <c:v>72.069968258975223</c:v>
                </c:pt>
                <c:pt idx="1076">
                  <c:v>71.86112916248203</c:v>
                </c:pt>
                <c:pt idx="1077">
                  <c:v>71.732055348777834</c:v>
                </c:pt>
                <c:pt idx="1078">
                  <c:v>71.588358118242155</c:v>
                </c:pt>
                <c:pt idx="1079">
                  <c:v>71.663823696645295</c:v>
                </c:pt>
                <c:pt idx="1080">
                  <c:v>71.317207449923856</c:v>
                </c:pt>
                <c:pt idx="1081">
                  <c:v>70.938748076136292</c:v>
                </c:pt>
                <c:pt idx="1082">
                  <c:v>71.536409552297357</c:v>
                </c:pt>
                <c:pt idx="1083">
                  <c:v>71.819495649609209</c:v>
                </c:pt>
                <c:pt idx="1084">
                  <c:v>71.31338499574909</c:v>
                </c:pt>
                <c:pt idx="1085">
                  <c:v>71.138194728936242</c:v>
                </c:pt>
                <c:pt idx="1086">
                  <c:v>70.936734217589176</c:v>
                </c:pt>
                <c:pt idx="1087">
                  <c:v>70.921321938869539</c:v>
                </c:pt>
                <c:pt idx="1088">
                  <c:v>70.847912688643135</c:v>
                </c:pt>
                <c:pt idx="1089">
                  <c:v>71.03940910637057</c:v>
                </c:pt>
                <c:pt idx="1090">
                  <c:v>70.901869339732187</c:v>
                </c:pt>
                <c:pt idx="1091">
                  <c:v>70.837972090146508</c:v>
                </c:pt>
                <c:pt idx="1092">
                  <c:v>70.684866823420577</c:v>
                </c:pt>
                <c:pt idx="1093">
                  <c:v>70.910767923198037</c:v>
                </c:pt>
                <c:pt idx="1094">
                  <c:v>71.116021133600086</c:v>
                </c:pt>
                <c:pt idx="1095">
                  <c:v>70.870370190862999</c:v>
                </c:pt>
                <c:pt idx="1096">
                  <c:v>70.976073583917099</c:v>
                </c:pt>
                <c:pt idx="1097">
                  <c:v>71.112190195012047</c:v>
                </c:pt>
                <c:pt idx="1098">
                  <c:v>71.051547193282545</c:v>
                </c:pt>
                <c:pt idx="1099">
                  <c:v>71.027003874384278</c:v>
                </c:pt>
                <c:pt idx="1100">
                  <c:v>71.31827202252353</c:v>
                </c:pt>
                <c:pt idx="1101">
                  <c:v>71.505260371216508</c:v>
                </c:pt>
                <c:pt idx="1102">
                  <c:v>71.408454856334259</c:v>
                </c:pt>
                <c:pt idx="1103">
                  <c:v>71.198835282698852</c:v>
                </c:pt>
                <c:pt idx="1104">
                  <c:v>70.873263922801939</c:v>
                </c:pt>
                <c:pt idx="1105">
                  <c:v>70.937170525986957</c:v>
                </c:pt>
                <c:pt idx="1106">
                  <c:v>70.934017094017094</c:v>
                </c:pt>
                <c:pt idx="1107">
                  <c:v>70.958979015926019</c:v>
                </c:pt>
                <c:pt idx="1108">
                  <c:v>70.952023256721432</c:v>
                </c:pt>
                <c:pt idx="1109">
                  <c:v>70.730484230615687</c:v>
                </c:pt>
                <c:pt idx="1110">
                  <c:v>70.991490320116725</c:v>
                </c:pt>
                <c:pt idx="1111">
                  <c:v>70.80949821664143</c:v>
                </c:pt>
                <c:pt idx="1112">
                  <c:v>70.682088591546545</c:v>
                </c:pt>
                <c:pt idx="1113">
                  <c:v>70.728600113067031</c:v>
                </c:pt>
                <c:pt idx="1114">
                  <c:v>70.885756097560972</c:v>
                </c:pt>
                <c:pt idx="1115">
                  <c:v>71.007611807584453</c:v>
                </c:pt>
                <c:pt idx="1116">
                  <c:v>71.249278283930437</c:v>
                </c:pt>
                <c:pt idx="1117">
                  <c:v>71.445324383470222</c:v>
                </c:pt>
                <c:pt idx="1118">
                  <c:v>71.700310024112994</c:v>
                </c:pt>
                <c:pt idx="1119">
                  <c:v>72.049948588151537</c:v>
                </c:pt>
                <c:pt idx="1120">
                  <c:v>71.711137176820799</c:v>
                </c:pt>
                <c:pt idx="1121">
                  <c:v>71.712836904620957</c:v>
                </c:pt>
                <c:pt idx="1122">
                  <c:v>71.813626165083576</c:v>
                </c:pt>
                <c:pt idx="1123">
                  <c:v>71.675636248940407</c:v>
                </c:pt>
                <c:pt idx="1124">
                  <c:v>71.799256652564168</c:v>
                </c:pt>
                <c:pt idx="1125">
                  <c:v>71.851130895329192</c:v>
                </c:pt>
                <c:pt idx="1126">
                  <c:v>71.646761372579888</c:v>
                </c:pt>
                <c:pt idx="1127">
                  <c:v>71.590964939009396</c:v>
                </c:pt>
                <c:pt idx="1128">
                  <c:v>71.362718971665942</c:v>
                </c:pt>
                <c:pt idx="1129">
                  <c:v>71.722047244094483</c:v>
                </c:pt>
                <c:pt idx="1130">
                  <c:v>71.600401922925357</c:v>
                </c:pt>
                <c:pt idx="1131">
                  <c:v>71.779725496783627</c:v>
                </c:pt>
                <c:pt idx="1132">
                  <c:v>71.547836204261529</c:v>
                </c:pt>
                <c:pt idx="1133">
                  <c:v>71.316244862643302</c:v>
                </c:pt>
                <c:pt idx="1134">
                  <c:v>71.162035720240482</c:v>
                </c:pt>
                <c:pt idx="1135">
                  <c:v>70.89593228952873</c:v>
                </c:pt>
                <c:pt idx="1136">
                  <c:v>70.867628962634541</c:v>
                </c:pt>
                <c:pt idx="1137">
                  <c:v>70.749389588827043</c:v>
                </c:pt>
                <c:pt idx="1138">
                  <c:v>70.717851339976121</c:v>
                </c:pt>
                <c:pt idx="1139">
                  <c:v>70.941214546310462</c:v>
                </c:pt>
                <c:pt idx="1140">
                  <c:v>70.968877470975841</c:v>
                </c:pt>
                <c:pt idx="1141">
                  <c:v>71.061149668666431</c:v>
                </c:pt>
                <c:pt idx="1142">
                  <c:v>71.08117382906336</c:v>
                </c:pt>
                <c:pt idx="1143">
                  <c:v>71.156968080934831</c:v>
                </c:pt>
                <c:pt idx="1144">
                  <c:v>71.16967600983628</c:v>
                </c:pt>
                <c:pt idx="1145">
                  <c:v>71.270090622576106</c:v>
                </c:pt>
                <c:pt idx="1146">
                  <c:v>71.221334276979931</c:v>
                </c:pt>
                <c:pt idx="1147">
                  <c:v>71.34469865135506</c:v>
                </c:pt>
                <c:pt idx="1148">
                  <c:v>71.343174524808688</c:v>
                </c:pt>
                <c:pt idx="1149">
                  <c:v>71.695104922805726</c:v>
                </c:pt>
                <c:pt idx="1150">
                  <c:v>72.092157156407566</c:v>
                </c:pt>
                <c:pt idx="1151">
                  <c:v>71.776693626915204</c:v>
                </c:pt>
                <c:pt idx="1152">
                  <c:v>72.018048314562023</c:v>
                </c:pt>
                <c:pt idx="1153">
                  <c:v>71.421998916309533</c:v>
                </c:pt>
                <c:pt idx="1154">
                  <c:v>71.113846817860789</c:v>
                </c:pt>
                <c:pt idx="1155">
                  <c:v>70.81177746723867</c:v>
                </c:pt>
                <c:pt idx="1156">
                  <c:v>70.923965728274183</c:v>
                </c:pt>
                <c:pt idx="1157">
                  <c:v>70.875525050669225</c:v>
                </c:pt>
                <c:pt idx="1158">
                  <c:v>70.90666718942974</c:v>
                </c:pt>
                <c:pt idx="1159">
                  <c:v>71.043313651254493</c:v>
                </c:pt>
                <c:pt idx="1160">
                  <c:v>71.182455657912826</c:v>
                </c:pt>
                <c:pt idx="1161">
                  <c:v>71.205774046251292</c:v>
                </c:pt>
                <c:pt idx="1162">
                  <c:v>71.243635863261986</c:v>
                </c:pt>
                <c:pt idx="1163">
                  <c:v>71.395150038320196</c:v>
                </c:pt>
                <c:pt idx="1164">
                  <c:v>71.326617688889755</c:v>
                </c:pt>
                <c:pt idx="1165">
                  <c:v>71.187439433834825</c:v>
                </c:pt>
                <c:pt idx="1166">
                  <c:v>71.476957573611841</c:v>
                </c:pt>
                <c:pt idx="1167">
                  <c:v>71.509368938252635</c:v>
                </c:pt>
                <c:pt idx="1168">
                  <c:v>71.580545314748733</c:v>
                </c:pt>
                <c:pt idx="1169">
                  <c:v>71.135228808083184</c:v>
                </c:pt>
                <c:pt idx="1170">
                  <c:v>71.266136700026465</c:v>
                </c:pt>
                <c:pt idx="1171">
                  <c:v>71.255823513291318</c:v>
                </c:pt>
                <c:pt idx="1172">
                  <c:v>71.247472724964098</c:v>
                </c:pt>
                <c:pt idx="1173">
                  <c:v>71.304942906303779</c:v>
                </c:pt>
                <c:pt idx="1174">
                  <c:v>71.229169105881425</c:v>
                </c:pt>
                <c:pt idx="1175">
                  <c:v>71.258031128556652</c:v>
                </c:pt>
                <c:pt idx="1176">
                  <c:v>71.469875041555042</c:v>
                </c:pt>
                <c:pt idx="1177">
                  <c:v>71.386426646881944</c:v>
                </c:pt>
                <c:pt idx="1178">
                  <c:v>71.401522545383571</c:v>
                </c:pt>
                <c:pt idx="1179">
                  <c:v>71.589772583270786</c:v>
                </c:pt>
                <c:pt idx="1180">
                  <c:v>71.852171102251916</c:v>
                </c:pt>
                <c:pt idx="1181">
                  <c:v>71.860134233456321</c:v>
                </c:pt>
                <c:pt idx="1182">
                  <c:v>71.728936220287125</c:v>
                </c:pt>
                <c:pt idx="1183">
                  <c:v>71.612719711236664</c:v>
                </c:pt>
                <c:pt idx="1184">
                  <c:v>72.189529200662236</c:v>
                </c:pt>
                <c:pt idx="1185">
                  <c:v>72.242212326788405</c:v>
                </c:pt>
                <c:pt idx="1186">
                  <c:v>72.873325619330004</c:v>
                </c:pt>
                <c:pt idx="1187">
                  <c:v>73.560263422892106</c:v>
                </c:pt>
                <c:pt idx="1188">
                  <c:v>73.282374620573265</c:v>
                </c:pt>
                <c:pt idx="1189">
                  <c:v>73.662886173899935</c:v>
                </c:pt>
                <c:pt idx="1190">
                  <c:v>73.953802294357686</c:v>
                </c:pt>
                <c:pt idx="1191">
                  <c:v>73.812781448246383</c:v>
                </c:pt>
                <c:pt idx="1192">
                  <c:v>74.169393030242588</c:v>
                </c:pt>
                <c:pt idx="1193">
                  <c:v>74.069420016312264</c:v>
                </c:pt>
                <c:pt idx="1194">
                  <c:v>74.272332774258828</c:v>
                </c:pt>
                <c:pt idx="1195">
                  <c:v>74.030890737641471</c:v>
                </c:pt>
                <c:pt idx="1196">
                  <c:v>74.172721732845559</c:v>
                </c:pt>
                <c:pt idx="1197">
                  <c:v>75.058294866308756</c:v>
                </c:pt>
                <c:pt idx="1198">
                  <c:v>75.881434397056282</c:v>
                </c:pt>
                <c:pt idx="1199">
                  <c:v>76.152190081834718</c:v>
                </c:pt>
                <c:pt idx="1200">
                  <c:v>75.239192316356423</c:v>
                </c:pt>
                <c:pt idx="1201">
                  <c:v>74.843435855974278</c:v>
                </c:pt>
                <c:pt idx="1202">
                  <c:v>75.345113881384918</c:v>
                </c:pt>
                <c:pt idx="1203">
                  <c:v>75.385927584305279</c:v>
                </c:pt>
                <c:pt idx="1204">
                  <c:v>75.385881126989133</c:v>
                </c:pt>
                <c:pt idx="1205">
                  <c:v>75.827570365884057</c:v>
                </c:pt>
                <c:pt idx="1206">
                  <c:v>75.843764945033257</c:v>
                </c:pt>
                <c:pt idx="1207">
                  <c:v>76.086713182343942</c:v>
                </c:pt>
                <c:pt idx="1208">
                  <c:v>76.457675907182974</c:v>
                </c:pt>
                <c:pt idx="1209">
                  <c:v>76.361675205008879</c:v>
                </c:pt>
                <c:pt idx="1210">
                  <c:v>76.274272919921913</c:v>
                </c:pt>
                <c:pt idx="1211">
                  <c:v>76.740822204765635</c:v>
                </c:pt>
                <c:pt idx="1212">
                  <c:v>76.544439600234469</c:v>
                </c:pt>
                <c:pt idx="1213">
                  <c:v>76.633506693311702</c:v>
                </c:pt>
                <c:pt idx="1214">
                  <c:v>76.651628382179055</c:v>
                </c:pt>
                <c:pt idx="1215">
                  <c:v>76.808409282457461</c:v>
                </c:pt>
                <c:pt idx="1216">
                  <c:v>76.063470069384834</c:v>
                </c:pt>
                <c:pt idx="1217">
                  <c:v>76.417260655431107</c:v>
                </c:pt>
                <c:pt idx="1218">
                  <c:v>76.126921635379588</c:v>
                </c:pt>
                <c:pt idx="1219">
                  <c:v>76.370980108257655</c:v>
                </c:pt>
                <c:pt idx="1220">
                  <c:v>75.696070536248939</c:v>
                </c:pt>
                <c:pt idx="1221">
                  <c:v>75.114979395569151</c:v>
                </c:pt>
                <c:pt idx="1222">
                  <c:v>75.790222446790452</c:v>
                </c:pt>
                <c:pt idx="1223">
                  <c:v>75.57149463549483</c:v>
                </c:pt>
                <c:pt idx="1224">
                  <c:v>75.691067803073253</c:v>
                </c:pt>
                <c:pt idx="1225">
                  <c:v>75.441076464227763</c:v>
                </c:pt>
                <c:pt idx="1226">
                  <c:v>75.683792593813237</c:v>
                </c:pt>
                <c:pt idx="1227">
                  <c:v>75.794401976792912</c:v>
                </c:pt>
                <c:pt idx="1228">
                  <c:v>75.388486060115426</c:v>
                </c:pt>
                <c:pt idx="1229">
                  <c:v>75.443986235273499</c:v>
                </c:pt>
                <c:pt idx="1230">
                  <c:v>75.563421659222854</c:v>
                </c:pt>
                <c:pt idx="1231">
                  <c:v>75.934524497103908</c:v>
                </c:pt>
                <c:pt idx="1232">
                  <c:v>75.663783101335994</c:v>
                </c:pt>
                <c:pt idx="1233">
                  <c:v>75.671222234504484</c:v>
                </c:pt>
                <c:pt idx="1234">
                  <c:v>75.778537042806477</c:v>
                </c:pt>
                <c:pt idx="1235">
                  <c:v>75.786781492934139</c:v>
                </c:pt>
                <c:pt idx="1236">
                  <c:v>75.640394317516652</c:v>
                </c:pt>
                <c:pt idx="1237">
                  <c:v>75.647590704061642</c:v>
                </c:pt>
                <c:pt idx="1238">
                  <c:v>75.750106027536134</c:v>
                </c:pt>
                <c:pt idx="1239">
                  <c:v>75.636894588225047</c:v>
                </c:pt>
                <c:pt idx="1240">
                  <c:v>75.479181393923909</c:v>
                </c:pt>
                <c:pt idx="1241">
                  <c:v>75.587061965456428</c:v>
                </c:pt>
                <c:pt idx="1242">
                  <c:v>75.326027118904136</c:v>
                </c:pt>
                <c:pt idx="1243">
                  <c:v>75.529021372795924</c:v>
                </c:pt>
                <c:pt idx="1244">
                  <c:v>75.466492609522533</c:v>
                </c:pt>
                <c:pt idx="1245">
                  <c:v>75.630691404941615</c:v>
                </c:pt>
                <c:pt idx="1246">
                  <c:v>75.493125746804779</c:v>
                </c:pt>
                <c:pt idx="1247">
                  <c:v>75.468828822794322</c:v>
                </c:pt>
                <c:pt idx="1248">
                  <c:v>75.790739172196083</c:v>
                </c:pt>
                <c:pt idx="1249">
                  <c:v>75.972980382312258</c:v>
                </c:pt>
                <c:pt idx="1250">
                  <c:v>76.105610353182257</c:v>
                </c:pt>
                <c:pt idx="1251">
                  <c:v>75.841008759272682</c:v>
                </c:pt>
                <c:pt idx="1252">
                  <c:v>76.203174256014037</c:v>
                </c:pt>
                <c:pt idx="1253">
                  <c:v>76.15088667206274</c:v>
                </c:pt>
                <c:pt idx="1254">
                  <c:v>76.214411162935235</c:v>
                </c:pt>
                <c:pt idx="1255">
                  <c:v>75.708700874768695</c:v>
                </c:pt>
                <c:pt idx="1256">
                  <c:v>75.634894837077695</c:v>
                </c:pt>
                <c:pt idx="1257">
                  <c:v>75.475710197275006</c:v>
                </c:pt>
                <c:pt idx="1258">
                  <c:v>75.568018901466928</c:v>
                </c:pt>
                <c:pt idx="1259">
                  <c:v>75.526991700296335</c:v>
                </c:pt>
                <c:pt idx="1260">
                  <c:v>75.58126585282335</c:v>
                </c:pt>
                <c:pt idx="1261">
                  <c:v>75.487632129466817</c:v>
                </c:pt>
                <c:pt idx="1262">
                  <c:v>74.860918085405601</c:v>
                </c:pt>
                <c:pt idx="1263">
                  <c:v>75.026962563517571</c:v>
                </c:pt>
                <c:pt idx="1264">
                  <c:v>75.003117556833061</c:v>
                </c:pt>
                <c:pt idx="1265">
                  <c:v>75.28647934242646</c:v>
                </c:pt>
                <c:pt idx="1266">
                  <c:v>75.156664896441839</c:v>
                </c:pt>
                <c:pt idx="1267">
                  <c:v>75.393501518429574</c:v>
                </c:pt>
                <c:pt idx="1268">
                  <c:v>75.312332786382285</c:v>
                </c:pt>
                <c:pt idx="1269">
                  <c:v>75.241999379930405</c:v>
                </c:pt>
                <c:pt idx="1270">
                  <c:v>75.101490332863264</c:v>
                </c:pt>
                <c:pt idx="1271">
                  <c:v>74.966618892508151</c:v>
                </c:pt>
                <c:pt idx="1272">
                  <c:v>74.767790269960045</c:v>
                </c:pt>
                <c:pt idx="1273">
                  <c:v>74.68476883047569</c:v>
                </c:pt>
                <c:pt idx="1274">
                  <c:v>74.754769714698995</c:v>
                </c:pt>
                <c:pt idx="1275">
                  <c:v>74.86723276378568</c:v>
                </c:pt>
                <c:pt idx="1276">
                  <c:v>74.762027297409432</c:v>
                </c:pt>
                <c:pt idx="1277">
                  <c:v>74.745812925877601</c:v>
                </c:pt>
                <c:pt idx="1278">
                  <c:v>74.766734578607625</c:v>
                </c:pt>
                <c:pt idx="1279">
                  <c:v>74.841224793679103</c:v>
                </c:pt>
                <c:pt idx="1280">
                  <c:v>74.77220090274372</c:v>
                </c:pt>
                <c:pt idx="1281">
                  <c:v>74.978868177477807</c:v>
                </c:pt>
                <c:pt idx="1282">
                  <c:v>75.089378278040158</c:v>
                </c:pt>
                <c:pt idx="1283">
                  <c:v>74.908561673538202</c:v>
                </c:pt>
                <c:pt idx="1284">
                  <c:v>74.859096163629303</c:v>
                </c:pt>
                <c:pt idx="1285">
                  <c:v>74.955608551500958</c:v>
                </c:pt>
                <c:pt idx="1286">
                  <c:v>74.878019491600412</c:v>
                </c:pt>
                <c:pt idx="1287">
                  <c:v>74.843566194894734</c:v>
                </c:pt>
                <c:pt idx="1288">
                  <c:v>74.828616850806327</c:v>
                </c:pt>
                <c:pt idx="1289">
                  <c:v>74.836923980227056</c:v>
                </c:pt>
                <c:pt idx="1290">
                  <c:v>74.77208933655308</c:v>
                </c:pt>
                <c:pt idx="1291">
                  <c:v>74.846385908185525</c:v>
                </c:pt>
                <c:pt idx="1292">
                  <c:v>74.818991776782653</c:v>
                </c:pt>
                <c:pt idx="1293">
                  <c:v>74.760824779432895</c:v>
                </c:pt>
                <c:pt idx="1294">
                  <c:v>75.006198281433768</c:v>
                </c:pt>
                <c:pt idx="1295">
                  <c:v>74.875492007390164</c:v>
                </c:pt>
                <c:pt idx="1296">
                  <c:v>74.828226280427728</c:v>
                </c:pt>
                <c:pt idx="1297">
                  <c:v>74.395226082627744</c:v>
                </c:pt>
                <c:pt idx="1298">
                  <c:v>74.35413892890594</c:v>
                </c:pt>
                <c:pt idx="1299">
                  <c:v>74.326311712114574</c:v>
                </c:pt>
                <c:pt idx="1300">
                  <c:v>73.352768526639636</c:v>
                </c:pt>
                <c:pt idx="1301">
                  <c:v>73.595092024539881</c:v>
                </c:pt>
                <c:pt idx="1302">
                  <c:v>72.820437332714121</c:v>
                </c:pt>
                <c:pt idx="1303">
                  <c:v>73.012624172185426</c:v>
                </c:pt>
                <c:pt idx="1304">
                  <c:v>73.356018124325232</c:v>
                </c:pt>
                <c:pt idx="1305">
                  <c:v>73.427234524236511</c:v>
                </c:pt>
                <c:pt idx="1306">
                  <c:v>73.672775814749144</c:v>
                </c:pt>
                <c:pt idx="1307">
                  <c:v>73.354073389112401</c:v>
                </c:pt>
                <c:pt idx="1308">
                  <c:v>73.473684428976696</c:v>
                </c:pt>
                <c:pt idx="1309">
                  <c:v>73.382963270388046</c:v>
                </c:pt>
                <c:pt idx="1310">
                  <c:v>73.416932920639681</c:v>
                </c:pt>
                <c:pt idx="1311">
                  <c:v>73.745108795026511</c:v>
                </c:pt>
                <c:pt idx="1312">
                  <c:v>73.702075241441051</c:v>
                </c:pt>
                <c:pt idx="1313">
                  <c:v>73.297025642090631</c:v>
                </c:pt>
                <c:pt idx="1314">
                  <c:v>73.316429936213325</c:v>
                </c:pt>
                <c:pt idx="1315">
                  <c:v>73.49511732227333</c:v>
                </c:pt>
                <c:pt idx="1316">
                  <c:v>73.627323553007159</c:v>
                </c:pt>
                <c:pt idx="1317">
                  <c:v>73.92461482729378</c:v>
                </c:pt>
                <c:pt idx="1318">
                  <c:v>73.729723800812081</c:v>
                </c:pt>
                <c:pt idx="1319">
                  <c:v>73.573266218081798</c:v>
                </c:pt>
                <c:pt idx="1320">
                  <c:v>73.852090660414234</c:v>
                </c:pt>
                <c:pt idx="1321">
                  <c:v>73.797817982376415</c:v>
                </c:pt>
                <c:pt idx="1322">
                  <c:v>73.383369613259106</c:v>
                </c:pt>
                <c:pt idx="1323">
                  <c:v>73.264026812313801</c:v>
                </c:pt>
                <c:pt idx="1324">
                  <c:v>73.36843447458692</c:v>
                </c:pt>
                <c:pt idx="1325">
                  <c:v>73.360318857083712</c:v>
                </c:pt>
                <c:pt idx="1326">
                  <c:v>73.294303015004161</c:v>
                </c:pt>
                <c:pt idx="1327">
                  <c:v>73.210328128948333</c:v>
                </c:pt>
                <c:pt idx="1328">
                  <c:v>73.379022404738592</c:v>
                </c:pt>
                <c:pt idx="1329">
                  <c:v>73.455792837840363</c:v>
                </c:pt>
                <c:pt idx="1330">
                  <c:v>73.267662586806907</c:v>
                </c:pt>
                <c:pt idx="1331">
                  <c:v>73.383005739876509</c:v>
                </c:pt>
                <c:pt idx="1332">
                  <c:v>73.418894230819163</c:v>
                </c:pt>
                <c:pt idx="1333">
                  <c:v>73.33367251372124</c:v>
                </c:pt>
                <c:pt idx="1334">
                  <c:v>73.454601977074617</c:v>
                </c:pt>
                <c:pt idx="1335">
                  <c:v>73.655672970722136</c:v>
                </c:pt>
                <c:pt idx="1336">
                  <c:v>73.577994108922255</c:v>
                </c:pt>
                <c:pt idx="1337">
                  <c:v>73.733136879943984</c:v>
                </c:pt>
                <c:pt idx="1338">
                  <c:v>73.748717954079495</c:v>
                </c:pt>
                <c:pt idx="1339">
                  <c:v>73.764999358901534</c:v>
                </c:pt>
                <c:pt idx="1340">
                  <c:v>73.973183650319967</c:v>
                </c:pt>
                <c:pt idx="1341">
                  <c:v>74.322010812623105</c:v>
                </c:pt>
                <c:pt idx="1342">
                  <c:v>74.326038560087369</c:v>
                </c:pt>
                <c:pt idx="1343">
                  <c:v>74.691474020476207</c:v>
                </c:pt>
                <c:pt idx="1344">
                  <c:v>74.267661112446589</c:v>
                </c:pt>
                <c:pt idx="1345">
                  <c:v>74.053463391583904</c:v>
                </c:pt>
                <c:pt idx="1346">
                  <c:v>73.925775489394695</c:v>
                </c:pt>
                <c:pt idx="1347">
                  <c:v>74.211585680714052</c:v>
                </c:pt>
                <c:pt idx="1348">
                  <c:v>74.252879130737867</c:v>
                </c:pt>
                <c:pt idx="1349">
                  <c:v>74.449980560204196</c:v>
                </c:pt>
                <c:pt idx="1350">
                  <c:v>74.671313146519964</c:v>
                </c:pt>
                <c:pt idx="1351">
                  <c:v>74.508685683092835</c:v>
                </c:pt>
                <c:pt idx="1352">
                  <c:v>74.362888683223773</c:v>
                </c:pt>
                <c:pt idx="1353">
                  <c:v>74.255511859706374</c:v>
                </c:pt>
                <c:pt idx="1354">
                  <c:v>74.159790681079357</c:v>
                </c:pt>
                <c:pt idx="1355">
                  <c:v>74.140938574356028</c:v>
                </c:pt>
                <c:pt idx="1356">
                  <c:v>73.975180937206261</c:v>
                </c:pt>
                <c:pt idx="1357">
                  <c:v>73.976213571759942</c:v>
                </c:pt>
                <c:pt idx="1358">
                  <c:v>73.508328903996485</c:v>
                </c:pt>
                <c:pt idx="1359">
                  <c:v>73.650077466890679</c:v>
                </c:pt>
                <c:pt idx="1360">
                  <c:v>73.893804370213246</c:v>
                </c:pt>
                <c:pt idx="1361">
                  <c:v>73.741316818705258</c:v>
                </c:pt>
                <c:pt idx="1362">
                  <c:v>73.765737847883699</c:v>
                </c:pt>
                <c:pt idx="1363">
                  <c:v>73.761289523258867</c:v>
                </c:pt>
                <c:pt idx="1364">
                  <c:v>73.588235729551215</c:v>
                </c:pt>
                <c:pt idx="1365">
                  <c:v>73.668409102909337</c:v>
                </c:pt>
                <c:pt idx="1366">
                  <c:v>73.591430721921782</c:v>
                </c:pt>
                <c:pt idx="1367">
                  <c:v>73.541699949110921</c:v>
                </c:pt>
                <c:pt idx="1368">
                  <c:v>73.653172799312003</c:v>
                </c:pt>
                <c:pt idx="1369">
                  <c:v>73.520915336853577</c:v>
                </c:pt>
                <c:pt idx="1370">
                  <c:v>73.433588479391716</c:v>
                </c:pt>
                <c:pt idx="1371">
                  <c:v>73.514600291283983</c:v>
                </c:pt>
                <c:pt idx="1372">
                  <c:v>73.649812876786569</c:v>
                </c:pt>
                <c:pt idx="1373">
                  <c:v>73.887889122937125</c:v>
                </c:pt>
                <c:pt idx="1374">
                  <c:v>73.813199126550273</c:v>
                </c:pt>
                <c:pt idx="1375">
                  <c:v>73.011507578458122</c:v>
                </c:pt>
                <c:pt idx="1376">
                  <c:v>73.108631677005491</c:v>
                </c:pt>
                <c:pt idx="1377">
                  <c:v>73.139033245834995</c:v>
                </c:pt>
                <c:pt idx="1378">
                  <c:v>73.133003207889175</c:v>
                </c:pt>
                <c:pt idx="1379">
                  <c:v>73.334435531476771</c:v>
                </c:pt>
                <c:pt idx="1380">
                  <c:v>73.451095264239711</c:v>
                </c:pt>
                <c:pt idx="1381">
                  <c:v>73.372500179729101</c:v>
                </c:pt>
                <c:pt idx="1382">
                  <c:v>73.154576961423018</c:v>
                </c:pt>
                <c:pt idx="1383">
                  <c:v>73.122615482090353</c:v>
                </c:pt>
                <c:pt idx="1384">
                  <c:v>73.024274387460366</c:v>
                </c:pt>
                <c:pt idx="1385">
                  <c:v>73.180305136145847</c:v>
                </c:pt>
                <c:pt idx="1386">
                  <c:v>73.12509742626149</c:v>
                </c:pt>
                <c:pt idx="1387">
                  <c:v>72.973462319862733</c:v>
                </c:pt>
                <c:pt idx="1388">
                  <c:v>73.037990686697995</c:v>
                </c:pt>
                <c:pt idx="1389">
                  <c:v>72.929709268703022</c:v>
                </c:pt>
                <c:pt idx="1390">
                  <c:v>72.817587065224572</c:v>
                </c:pt>
                <c:pt idx="1391">
                  <c:v>73.067438100624202</c:v>
                </c:pt>
                <c:pt idx="1392">
                  <c:v>72.951919873112104</c:v>
                </c:pt>
                <c:pt idx="1393">
                  <c:v>73.018902007406197</c:v>
                </c:pt>
                <c:pt idx="1394">
                  <c:v>72.980498181856291</c:v>
                </c:pt>
                <c:pt idx="1395">
                  <c:v>72.9395621648099</c:v>
                </c:pt>
                <c:pt idx="1396">
                  <c:v>72.91518398801108</c:v>
                </c:pt>
                <c:pt idx="1397">
                  <c:v>72.898584794771736</c:v>
                </c:pt>
                <c:pt idx="1398">
                  <c:v>72.862268809105373</c:v>
                </c:pt>
                <c:pt idx="1399">
                  <c:v>72.888286670132928</c:v>
                </c:pt>
                <c:pt idx="1400">
                  <c:v>72.845775806461788</c:v>
                </c:pt>
                <c:pt idx="1401">
                  <c:v>72.777182927085292</c:v>
                </c:pt>
                <c:pt idx="1402">
                  <c:v>72.79977764142582</c:v>
                </c:pt>
                <c:pt idx="1403">
                  <c:v>72.721906976402252</c:v>
                </c:pt>
                <c:pt idx="1404">
                  <c:v>72.835905639169042</c:v>
                </c:pt>
                <c:pt idx="1405">
                  <c:v>72.732669348987542</c:v>
                </c:pt>
                <c:pt idx="1406">
                  <c:v>72.366415719874908</c:v>
                </c:pt>
                <c:pt idx="1407">
                  <c:v>72.370695330673428</c:v>
                </c:pt>
                <c:pt idx="1408">
                  <c:v>72.292302454165863</c:v>
                </c:pt>
                <c:pt idx="1409">
                  <c:v>72.495335659473255</c:v>
                </c:pt>
                <c:pt idx="1410">
                  <c:v>73.04077607848248</c:v>
                </c:pt>
                <c:pt idx="1411">
                  <c:v>73.294771270736845</c:v>
                </c:pt>
                <c:pt idx="1412">
                  <c:v>73.350668663494488</c:v>
                </c:pt>
                <c:pt idx="1413">
                  <c:v>73.066199565873504</c:v>
                </c:pt>
                <c:pt idx="1414">
                  <c:v>72.712599806233925</c:v>
                </c:pt>
                <c:pt idx="1415">
                  <c:v>72.757222609183813</c:v>
                </c:pt>
                <c:pt idx="1416">
                  <c:v>73.002328838681606</c:v>
                </c:pt>
                <c:pt idx="1417">
                  <c:v>73.118115709828842</c:v>
                </c:pt>
                <c:pt idx="1418">
                  <c:v>72.973690595067168</c:v>
                </c:pt>
                <c:pt idx="1419">
                  <c:v>72.684531570511496</c:v>
                </c:pt>
                <c:pt idx="1420">
                  <c:v>72.709691357255323</c:v>
                </c:pt>
                <c:pt idx="1421">
                  <c:v>72.481125732099883</c:v>
                </c:pt>
                <c:pt idx="1422">
                  <c:v>72.571565878723035</c:v>
                </c:pt>
                <c:pt idx="1423">
                  <c:v>72.524782248029865</c:v>
                </c:pt>
                <c:pt idx="1424">
                  <c:v>72.515489364521898</c:v>
                </c:pt>
                <c:pt idx="1425">
                  <c:v>72.377193472383397</c:v>
                </c:pt>
                <c:pt idx="1426">
                  <c:v>72.292811697619015</c:v>
                </c:pt>
                <c:pt idx="1427">
                  <c:v>72.655778125284428</c:v>
                </c:pt>
                <c:pt idx="1428">
                  <c:v>72.610184464676777</c:v>
                </c:pt>
                <c:pt idx="1429">
                  <c:v>72.404581722464428</c:v>
                </c:pt>
                <c:pt idx="1430">
                  <c:v>73.040717313551468</c:v>
                </c:pt>
                <c:pt idx="1431">
                  <c:v>73.504723133143614</c:v>
                </c:pt>
                <c:pt idx="1432">
                  <c:v>73.504693576854393</c:v>
                </c:pt>
                <c:pt idx="1433">
                  <c:v>73.433034189102486</c:v>
                </c:pt>
                <c:pt idx="1434">
                  <c:v>73.314090598490026</c:v>
                </c:pt>
                <c:pt idx="1435">
                  <c:v>74.117207211679116</c:v>
                </c:pt>
                <c:pt idx="1436">
                  <c:v>74.369976481944448</c:v>
                </c:pt>
                <c:pt idx="1437">
                  <c:v>74.889934056375083</c:v>
                </c:pt>
                <c:pt idx="1438">
                  <c:v>74.852508869741513</c:v>
                </c:pt>
                <c:pt idx="1439">
                  <c:v>75.169860192202165</c:v>
                </c:pt>
                <c:pt idx="1440">
                  <c:v>74.560703897366778</c:v>
                </c:pt>
                <c:pt idx="1441">
                  <c:v>74.884695611451605</c:v>
                </c:pt>
                <c:pt idx="1442">
                  <c:v>74.729614672760306</c:v>
                </c:pt>
                <c:pt idx="1443">
                  <c:v>74.940371086482884</c:v>
                </c:pt>
                <c:pt idx="1444">
                  <c:v>74.914411547129561</c:v>
                </c:pt>
                <c:pt idx="1445">
                  <c:v>74.76719161148425</c:v>
                </c:pt>
                <c:pt idx="1446">
                  <c:v>74.599337854778057</c:v>
                </c:pt>
                <c:pt idx="1447">
                  <c:v>74.404199609542189</c:v>
                </c:pt>
                <c:pt idx="1448">
                  <c:v>74.057294356276984</c:v>
                </c:pt>
                <c:pt idx="1449">
                  <c:v>74.023189613570224</c:v>
                </c:pt>
                <c:pt idx="1450">
                  <c:v>74.181214463633523</c:v>
                </c:pt>
                <c:pt idx="1451">
                  <c:v>73.854581409981861</c:v>
                </c:pt>
                <c:pt idx="1452">
                  <c:v>73.966623822355402</c:v>
                </c:pt>
                <c:pt idx="1453">
                  <c:v>73.940595990616302</c:v>
                </c:pt>
                <c:pt idx="1454">
                  <c:v>73.744332848409385</c:v>
                </c:pt>
                <c:pt idx="1455">
                  <c:v>73.413522019238513</c:v>
                </c:pt>
                <c:pt idx="1456">
                  <c:v>73.451787671922091</c:v>
                </c:pt>
                <c:pt idx="1457">
                  <c:v>73.438933029806492</c:v>
                </c:pt>
                <c:pt idx="1458">
                  <c:v>73.372073997836011</c:v>
                </c:pt>
                <c:pt idx="1459">
                  <c:v>73.242322115958032</c:v>
                </c:pt>
                <c:pt idx="1460">
                  <c:v>73.03528165946463</c:v>
                </c:pt>
                <c:pt idx="1461">
                  <c:v>72.966978340133423</c:v>
                </c:pt>
                <c:pt idx="1462">
                  <c:v>73.116809549578619</c:v>
                </c:pt>
                <c:pt idx="1463">
                  <c:v>73.023324522667679</c:v>
                </c:pt>
                <c:pt idx="1464">
                  <c:v>72.896121146037487</c:v>
                </c:pt>
                <c:pt idx="1465">
                  <c:v>72.804482472181959</c:v>
                </c:pt>
                <c:pt idx="1466">
                  <c:v>72.640371911450643</c:v>
                </c:pt>
                <c:pt idx="1467">
                  <c:v>72.771409943635902</c:v>
                </c:pt>
                <c:pt idx="1468">
                  <c:v>73.20879872783371</c:v>
                </c:pt>
                <c:pt idx="1469">
                  <c:v>73.119704843155716</c:v>
                </c:pt>
                <c:pt idx="1470">
                  <c:v>73.026630312009118</c:v>
                </c:pt>
                <c:pt idx="1471">
                  <c:v>72.808708470348108</c:v>
                </c:pt>
                <c:pt idx="1472">
                  <c:v>72.841897499064615</c:v>
                </c:pt>
                <c:pt idx="1473">
                  <c:v>72.976891555423492</c:v>
                </c:pt>
                <c:pt idx="1474">
                  <c:v>72.994670984341397</c:v>
                </c:pt>
                <c:pt idx="1475">
                  <c:v>72.984433709071382</c:v>
                </c:pt>
                <c:pt idx="1476">
                  <c:v>73.189273939390105</c:v>
                </c:pt>
                <c:pt idx="1477">
                  <c:v>73.276512994436075</c:v>
                </c:pt>
                <c:pt idx="1478">
                  <c:v>73.370282814582893</c:v>
                </c:pt>
                <c:pt idx="1479">
                  <c:v>73.731012344742254</c:v>
                </c:pt>
                <c:pt idx="1480">
                  <c:v>74.144173728813556</c:v>
                </c:pt>
                <c:pt idx="1481">
                  <c:v>74.152222660801229</c:v>
                </c:pt>
                <c:pt idx="1482">
                  <c:v>74.129985597573793</c:v>
                </c:pt>
                <c:pt idx="1483">
                  <c:v>74.373699135466282</c:v>
                </c:pt>
                <c:pt idx="1484">
                  <c:v>74.236217331995391</c:v>
                </c:pt>
                <c:pt idx="1485">
                  <c:v>74.179030280032265</c:v>
                </c:pt>
                <c:pt idx="1486">
                  <c:v>74.202336568968647</c:v>
                </c:pt>
                <c:pt idx="1487">
                  <c:v>74.218290022661336</c:v>
                </c:pt>
                <c:pt idx="1488">
                  <c:v>74.345628580457827</c:v>
                </c:pt>
                <c:pt idx="1489">
                  <c:v>74.394306785691967</c:v>
                </c:pt>
                <c:pt idx="1490">
                  <c:v>74.328872026515896</c:v>
                </c:pt>
                <c:pt idx="1491">
                  <c:v>74.743814910594523</c:v>
                </c:pt>
                <c:pt idx="1492">
                  <c:v>74.697923911494527</c:v>
                </c:pt>
                <c:pt idx="1493">
                  <c:v>74.644631157608629</c:v>
                </c:pt>
                <c:pt idx="1494">
                  <c:v>74.465961015551983</c:v>
                </c:pt>
                <c:pt idx="1495">
                  <c:v>74.488397738453187</c:v>
                </c:pt>
                <c:pt idx="1496">
                  <c:v>74.570786535927454</c:v>
                </c:pt>
                <c:pt idx="1497">
                  <c:v>74.518681607989848</c:v>
                </c:pt>
                <c:pt idx="1498">
                  <c:v>74.623195868080074</c:v>
                </c:pt>
                <c:pt idx="1499">
                  <c:v>74.790205257778197</c:v>
                </c:pt>
                <c:pt idx="1500">
                  <c:v>74.859600755603196</c:v>
                </c:pt>
                <c:pt idx="1501">
                  <c:v>74.36790348796508</c:v>
                </c:pt>
                <c:pt idx="1502">
                  <c:v>74.426212527032547</c:v>
                </c:pt>
                <c:pt idx="1503">
                  <c:v>74.457801737871264</c:v>
                </c:pt>
                <c:pt idx="1504">
                  <c:v>74.41599015157604</c:v>
                </c:pt>
                <c:pt idx="1505">
                  <c:v>74.435000873750923</c:v>
                </c:pt>
                <c:pt idx="1506">
                  <c:v>74.282233231254708</c:v>
                </c:pt>
                <c:pt idx="1507">
                  <c:v>74.387070992207398</c:v>
                </c:pt>
                <c:pt idx="1508">
                  <c:v>74.403499061385489</c:v>
                </c:pt>
                <c:pt idx="1509">
                  <c:v>74.295705143851677</c:v>
                </c:pt>
                <c:pt idx="1510">
                  <c:v>74.149280457526984</c:v>
                </c:pt>
                <c:pt idx="1511">
                  <c:v>74.264389613416526</c:v>
                </c:pt>
                <c:pt idx="1512">
                  <c:v>74.188793521548519</c:v>
                </c:pt>
                <c:pt idx="1513">
                  <c:v>74.226110150383477</c:v>
                </c:pt>
                <c:pt idx="1514">
                  <c:v>74.385506897403886</c:v>
                </c:pt>
                <c:pt idx="1515">
                  <c:v>74.427580848134724</c:v>
                </c:pt>
                <c:pt idx="1516">
                  <c:v>74.281566907296011</c:v>
                </c:pt>
                <c:pt idx="1517">
                  <c:v>74.297078141356835</c:v>
                </c:pt>
                <c:pt idx="1518">
                  <c:v>74.300221188090006</c:v>
                </c:pt>
                <c:pt idx="1519">
                  <c:v>74.427488157653414</c:v>
                </c:pt>
                <c:pt idx="1520">
                  <c:v>74.27652394343049</c:v>
                </c:pt>
                <c:pt idx="1521">
                  <c:v>74.137871147221077</c:v>
                </c:pt>
                <c:pt idx="1522">
                  <c:v>74.299184250150631</c:v>
                </c:pt>
                <c:pt idx="1523">
                  <c:v>74.257776802240542</c:v>
                </c:pt>
                <c:pt idx="1524">
                  <c:v>74.133184543392105</c:v>
                </c:pt>
                <c:pt idx="1525">
                  <c:v>73.500730891729731</c:v>
                </c:pt>
                <c:pt idx="1526">
                  <c:v>73.153606518092502</c:v>
                </c:pt>
                <c:pt idx="1527">
                  <c:v>72.958879046184109</c:v>
                </c:pt>
                <c:pt idx="1528">
                  <c:v>73.281425687283431</c:v>
                </c:pt>
                <c:pt idx="1529">
                  <c:v>73.651872911241668</c:v>
                </c:pt>
                <c:pt idx="1530">
                  <c:v>73.688713820931667</c:v>
                </c:pt>
                <c:pt idx="1531">
                  <c:v>73.621397537408569</c:v>
                </c:pt>
                <c:pt idx="1532">
                  <c:v>73.671183687876947</c:v>
                </c:pt>
                <c:pt idx="1533">
                  <c:v>73.431094605086756</c:v>
                </c:pt>
                <c:pt idx="1534">
                  <c:v>73.492672196584621</c:v>
                </c:pt>
                <c:pt idx="1535">
                  <c:v>73.645891780007503</c:v>
                </c:pt>
                <c:pt idx="1536">
                  <c:v>73.590705031431426</c:v>
                </c:pt>
                <c:pt idx="1537">
                  <c:v>73.802602066525665</c:v>
                </c:pt>
                <c:pt idx="1538">
                  <c:v>73.726096158332638</c:v>
                </c:pt>
                <c:pt idx="1539">
                  <c:v>73.693528636070354</c:v>
                </c:pt>
                <c:pt idx="1540">
                  <c:v>73.65673028927786</c:v>
                </c:pt>
                <c:pt idx="1541">
                  <c:v>73.77459656157167</c:v>
                </c:pt>
                <c:pt idx="1542">
                  <c:v>74.152963422610569</c:v>
                </c:pt>
                <c:pt idx="1543">
                  <c:v>74.255082761607653</c:v>
                </c:pt>
                <c:pt idx="1544">
                  <c:v>74.264408329122375</c:v>
                </c:pt>
                <c:pt idx="1545">
                  <c:v>74.242877333694267</c:v>
                </c:pt>
                <c:pt idx="1546">
                  <c:v>74.530679800964009</c:v>
                </c:pt>
                <c:pt idx="1547">
                  <c:v>74.629181406317869</c:v>
                </c:pt>
                <c:pt idx="1548">
                  <c:v>74.860682749588079</c:v>
                </c:pt>
                <c:pt idx="1549">
                  <c:v>74.99399547782771</c:v>
                </c:pt>
                <c:pt idx="1550">
                  <c:v>75.342382863712459</c:v>
                </c:pt>
                <c:pt idx="1551">
                  <c:v>75.457591861346827</c:v>
                </c:pt>
                <c:pt idx="1552">
                  <c:v>75.303866345605684</c:v>
                </c:pt>
                <c:pt idx="1553">
                  <c:v>75.343435728798212</c:v>
                </c:pt>
                <c:pt idx="1554">
                  <c:v>75.050695518102359</c:v>
                </c:pt>
                <c:pt idx="1555">
                  <c:v>74.763490357683807</c:v>
                </c:pt>
                <c:pt idx="1556">
                  <c:v>74.78357303173415</c:v>
                </c:pt>
                <c:pt idx="1557">
                  <c:v>75.019100007640006</c:v>
                </c:pt>
                <c:pt idx="1558">
                  <c:v>75.116689834593743</c:v>
                </c:pt>
                <c:pt idx="1559">
                  <c:v>74.951908774359239</c:v>
                </c:pt>
                <c:pt idx="1560">
                  <c:v>74.82158267903074</c:v>
                </c:pt>
                <c:pt idx="1561">
                  <c:v>74.785811819249943</c:v>
                </c:pt>
                <c:pt idx="1562">
                  <c:v>74.929833259510687</c:v>
                </c:pt>
                <c:pt idx="1563">
                  <c:v>74.761614653558595</c:v>
                </c:pt>
                <c:pt idx="1564">
                  <c:v>74.5683906479114</c:v>
                </c:pt>
                <c:pt idx="1565">
                  <c:v>74.11063847576844</c:v>
                </c:pt>
                <c:pt idx="1566">
                  <c:v>73.919081634143637</c:v>
                </c:pt>
                <c:pt idx="1567">
                  <c:v>74.16589398331422</c:v>
                </c:pt>
                <c:pt idx="1568">
                  <c:v>74.474865303133342</c:v>
                </c:pt>
                <c:pt idx="1569">
                  <c:v>74.469413559878632</c:v>
                </c:pt>
                <c:pt idx="1570">
                  <c:v>74.354833318012027</c:v>
                </c:pt>
                <c:pt idx="1571">
                  <c:v>74.453475380180834</c:v>
                </c:pt>
                <c:pt idx="1572">
                  <c:v>74.375338245701684</c:v>
                </c:pt>
                <c:pt idx="1573">
                  <c:v>74.155218888444537</c:v>
                </c:pt>
                <c:pt idx="1574">
                  <c:v>74.38363213897712</c:v>
                </c:pt>
                <c:pt idx="1575">
                  <c:v>74.504192476715104</c:v>
                </c:pt>
                <c:pt idx="1576">
                  <c:v>74.406308372200584</c:v>
                </c:pt>
                <c:pt idx="1577">
                  <c:v>75.091017888636941</c:v>
                </c:pt>
                <c:pt idx="1578">
                  <c:v>75.088512050892049</c:v>
                </c:pt>
                <c:pt idx="1579">
                  <c:v>74.916281010625013</c:v>
                </c:pt>
                <c:pt idx="1580">
                  <c:v>74.998897112114335</c:v>
                </c:pt>
                <c:pt idx="1581">
                  <c:v>74.985186700016257</c:v>
                </c:pt>
                <c:pt idx="1582">
                  <c:v>75.297821745908607</c:v>
                </c:pt>
                <c:pt idx="1583">
                  <c:v>75.353217384534304</c:v>
                </c:pt>
                <c:pt idx="1584">
                  <c:v>75.473281839031984</c:v>
                </c:pt>
                <c:pt idx="1585">
                  <c:v>75.499196367984311</c:v>
                </c:pt>
                <c:pt idx="1586">
                  <c:v>75.7188640236091</c:v>
                </c:pt>
                <c:pt idx="1587">
                  <c:v>75.898517615786048</c:v>
                </c:pt>
                <c:pt idx="1588">
                  <c:v>76.252819216289851</c:v>
                </c:pt>
                <c:pt idx="1589">
                  <c:v>76.173279429858894</c:v>
                </c:pt>
                <c:pt idx="1590">
                  <c:v>75.986504731934815</c:v>
                </c:pt>
                <c:pt idx="1591">
                  <c:v>75.592490874399843</c:v>
                </c:pt>
                <c:pt idx="1592">
                  <c:v>75.594706674766911</c:v>
                </c:pt>
                <c:pt idx="1593">
                  <c:v>75.348112745925164</c:v>
                </c:pt>
                <c:pt idx="1594">
                  <c:v>74.311473873798832</c:v>
                </c:pt>
                <c:pt idx="1595">
                  <c:v>74.571681790110276</c:v>
                </c:pt>
                <c:pt idx="1596">
                  <c:v>74.484014210516989</c:v>
                </c:pt>
                <c:pt idx="1597">
                  <c:v>74.439801715935801</c:v>
                </c:pt>
                <c:pt idx="1598">
                  <c:v>74.29390268477988</c:v>
                </c:pt>
                <c:pt idx="1599">
                  <c:v>74.163024180570403</c:v>
                </c:pt>
                <c:pt idx="1600">
                  <c:v>73.931881877788257</c:v>
                </c:pt>
                <c:pt idx="1601">
                  <c:v>73.996769746403302</c:v>
                </c:pt>
                <c:pt idx="1602">
                  <c:v>73.934790933080265</c:v>
                </c:pt>
                <c:pt idx="1603">
                  <c:v>74.115704962987863</c:v>
                </c:pt>
                <c:pt idx="1604">
                  <c:v>74.411512197975043</c:v>
                </c:pt>
                <c:pt idx="1605">
                  <c:v>74.595485673461823</c:v>
                </c:pt>
                <c:pt idx="1606">
                  <c:v>74.361830153694697</c:v>
                </c:pt>
                <c:pt idx="1607">
                  <c:v>74.534275076310223</c:v>
                </c:pt>
                <c:pt idx="1608">
                  <c:v>74.578769810382425</c:v>
                </c:pt>
                <c:pt idx="1609">
                  <c:v>74.702462748409246</c:v>
                </c:pt>
                <c:pt idx="1610">
                  <c:v>75.172426061632834</c:v>
                </c:pt>
                <c:pt idx="1611">
                  <c:v>74.951321308549936</c:v>
                </c:pt>
                <c:pt idx="1612">
                  <c:v>74.9673682024914</c:v>
                </c:pt>
                <c:pt idx="1613">
                  <c:v>74.529481387633993</c:v>
                </c:pt>
                <c:pt idx="1614">
                  <c:v>74.833362508215259</c:v>
                </c:pt>
                <c:pt idx="1615">
                  <c:v>74.856979464953426</c:v>
                </c:pt>
                <c:pt idx="1616">
                  <c:v>74.723096359734029</c:v>
                </c:pt>
                <c:pt idx="1617">
                  <c:v>74.689966000836606</c:v>
                </c:pt>
                <c:pt idx="1618">
                  <c:v>74.817982518338297</c:v>
                </c:pt>
                <c:pt idx="1619">
                  <c:v>74.936692613840194</c:v>
                </c:pt>
                <c:pt idx="1620">
                  <c:v>75.354170210922391</c:v>
                </c:pt>
                <c:pt idx="1621">
                  <c:v>75.553281418159585</c:v>
                </c:pt>
                <c:pt idx="1622">
                  <c:v>75.661106482924112</c:v>
                </c:pt>
                <c:pt idx="1623">
                  <c:v>75.081492403696771</c:v>
                </c:pt>
                <c:pt idx="1624">
                  <c:v>75.08662913878679</c:v>
                </c:pt>
                <c:pt idx="1625">
                  <c:v>74.922331434242707</c:v>
                </c:pt>
                <c:pt idx="1626">
                  <c:v>74.880418943151241</c:v>
                </c:pt>
                <c:pt idx="1627">
                  <c:v>74.62236408351211</c:v>
                </c:pt>
                <c:pt idx="1628">
                  <c:v>75.257769817612171</c:v>
                </c:pt>
                <c:pt idx="1629">
                  <c:v>75.284190505780373</c:v>
                </c:pt>
                <c:pt idx="1630">
                  <c:v>75.488203717782142</c:v>
                </c:pt>
                <c:pt idx="1631">
                  <c:v>75.71999561979851</c:v>
                </c:pt>
                <c:pt idx="1632">
                  <c:v>75.711113917124393</c:v>
                </c:pt>
                <c:pt idx="1633">
                  <c:v>76.12458863585799</c:v>
                </c:pt>
                <c:pt idx="1634">
                  <c:v>76.923885328005809</c:v>
                </c:pt>
                <c:pt idx="1635">
                  <c:v>76.881629135614844</c:v>
                </c:pt>
                <c:pt idx="1636">
                  <c:v>76.856693281733413</c:v>
                </c:pt>
                <c:pt idx="1637">
                  <c:v>76.116033517136756</c:v>
                </c:pt>
                <c:pt idx="1638">
                  <c:v>76.435902342886806</c:v>
                </c:pt>
                <c:pt idx="1639">
                  <c:v>76.608632862644427</c:v>
                </c:pt>
                <c:pt idx="1640">
                  <c:v>76.487890514552902</c:v>
                </c:pt>
                <c:pt idx="1641">
                  <c:v>76.348192373364881</c:v>
                </c:pt>
                <c:pt idx="1642">
                  <c:v>75.893533886365887</c:v>
                </c:pt>
                <c:pt idx="1643">
                  <c:v>76.134675515417285</c:v>
                </c:pt>
                <c:pt idx="1644">
                  <c:v>76.380667753489945</c:v>
                </c:pt>
                <c:pt idx="1645">
                  <c:v>76.187185309507356</c:v>
                </c:pt>
                <c:pt idx="1646">
                  <c:v>76.340308682889884</c:v>
                </c:pt>
                <c:pt idx="1647">
                  <c:v>76.178081716760204</c:v>
                </c:pt>
                <c:pt idx="1648">
                  <c:v>76.256925509269507</c:v>
                </c:pt>
                <c:pt idx="1649">
                  <c:v>75.973106864826619</c:v>
                </c:pt>
                <c:pt idx="1650">
                  <c:v>75.7678279461703</c:v>
                </c:pt>
                <c:pt idx="1651">
                  <c:v>75.80708376736203</c:v>
                </c:pt>
                <c:pt idx="1652">
                  <c:v>75.807084533674598</c:v>
                </c:pt>
                <c:pt idx="1653">
                  <c:v>75.389932004407157</c:v>
                </c:pt>
                <c:pt idx="1654">
                  <c:v>75.601582494587674</c:v>
                </c:pt>
                <c:pt idx="1655">
                  <c:v>75.802898526606583</c:v>
                </c:pt>
                <c:pt idx="1656">
                  <c:v>75.781107120887157</c:v>
                </c:pt>
                <c:pt idx="1657">
                  <c:v>75.962731043474562</c:v>
                </c:pt>
                <c:pt idx="1658">
                  <c:v>76.112702294116602</c:v>
                </c:pt>
                <c:pt idx="1659">
                  <c:v>76.224822598964252</c:v>
                </c:pt>
                <c:pt idx="1660">
                  <c:v>76.373710622416425</c:v>
                </c:pt>
                <c:pt idx="1661">
                  <c:v>76.279677834032938</c:v>
                </c:pt>
                <c:pt idx="1662">
                  <c:v>76.418312959277273</c:v>
                </c:pt>
                <c:pt idx="1663">
                  <c:v>76.209062252348033</c:v>
                </c:pt>
                <c:pt idx="1664">
                  <c:v>76.327864495741608</c:v>
                </c:pt>
                <c:pt idx="1665">
                  <c:v>76.73658061393833</c:v>
                </c:pt>
                <c:pt idx="1666">
                  <c:v>76.561212933788269</c:v>
                </c:pt>
                <c:pt idx="1667">
                  <c:v>76.641394173372404</c:v>
                </c:pt>
                <c:pt idx="1668">
                  <c:v>76.616663621039066</c:v>
                </c:pt>
                <c:pt idx="1669">
                  <c:v>76.424169138353136</c:v>
                </c:pt>
                <c:pt idx="1670">
                  <c:v>76.43459203796931</c:v>
                </c:pt>
                <c:pt idx="1671">
                  <c:v>76.484072145801989</c:v>
                </c:pt>
                <c:pt idx="1672">
                  <c:v>76.08872977517683</c:v>
                </c:pt>
                <c:pt idx="1673">
                  <c:v>76.746977409708308</c:v>
                </c:pt>
                <c:pt idx="1674">
                  <c:v>77.367891152802258</c:v>
                </c:pt>
                <c:pt idx="1675">
                  <c:v>77.353696946597296</c:v>
                </c:pt>
                <c:pt idx="1676">
                  <c:v>77.264102728572524</c:v>
                </c:pt>
                <c:pt idx="1677">
                  <c:v>77.586773919320578</c:v>
                </c:pt>
                <c:pt idx="1678">
                  <c:v>77.354289402519385</c:v>
                </c:pt>
                <c:pt idx="1679">
                  <c:v>77.650959816833151</c:v>
                </c:pt>
                <c:pt idx="1680">
                  <c:v>77.571628848849898</c:v>
                </c:pt>
                <c:pt idx="1681">
                  <c:v>77.699861792572207</c:v>
                </c:pt>
                <c:pt idx="1682">
                  <c:v>77.582935669769739</c:v>
                </c:pt>
                <c:pt idx="1683">
                  <c:v>77.589036161106506</c:v>
                </c:pt>
                <c:pt idx="1684">
                  <c:v>77.635237315721227</c:v>
                </c:pt>
                <c:pt idx="1685">
                  <c:v>77.513708477523124</c:v>
                </c:pt>
                <c:pt idx="1686">
                  <c:v>77.626232614489439</c:v>
                </c:pt>
                <c:pt idx="1687">
                  <c:v>77.659232282000218</c:v>
                </c:pt>
                <c:pt idx="1688">
                  <c:v>77.664137628854093</c:v>
                </c:pt>
                <c:pt idx="1689">
                  <c:v>77.555374424125873</c:v>
                </c:pt>
                <c:pt idx="1690">
                  <c:v>77.588327580796985</c:v>
                </c:pt>
                <c:pt idx="1691">
                  <c:v>77.599366985793864</c:v>
                </c:pt>
                <c:pt idx="1692">
                  <c:v>77.671829546347979</c:v>
                </c:pt>
                <c:pt idx="1693">
                  <c:v>77.723880090012969</c:v>
                </c:pt>
                <c:pt idx="1694">
                  <c:v>77.725137318390424</c:v>
                </c:pt>
                <c:pt idx="1695">
                  <c:v>77.786994097366232</c:v>
                </c:pt>
                <c:pt idx="1696">
                  <c:v>77.839994159609532</c:v>
                </c:pt>
                <c:pt idx="1697">
                  <c:v>78.142965038980819</c:v>
                </c:pt>
                <c:pt idx="1698">
                  <c:v>78.001532401796155</c:v>
                </c:pt>
                <c:pt idx="1699">
                  <c:v>78.075514115093981</c:v>
                </c:pt>
                <c:pt idx="1700">
                  <c:v>78.08636528779779</c:v>
                </c:pt>
                <c:pt idx="1701">
                  <c:v>78.08750359715232</c:v>
                </c:pt>
                <c:pt idx="1702">
                  <c:v>78.086108430907245</c:v>
                </c:pt>
                <c:pt idx="1703">
                  <c:v>78.211520832007935</c:v>
                </c:pt>
                <c:pt idx="1704">
                  <c:v>78.26622821618767</c:v>
                </c:pt>
                <c:pt idx="1705">
                  <c:v>78.330802565581067</c:v>
                </c:pt>
                <c:pt idx="1706">
                  <c:v>78.289037605905023</c:v>
                </c:pt>
                <c:pt idx="1707">
                  <c:v>78.696580814576521</c:v>
                </c:pt>
                <c:pt idx="1708">
                  <c:v>78.937605609203331</c:v>
                </c:pt>
                <c:pt idx="1709">
                  <c:v>78.942094428302497</c:v>
                </c:pt>
                <c:pt idx="1710">
                  <c:v>79.093965237952986</c:v>
                </c:pt>
                <c:pt idx="1711">
                  <c:v>79.079015389509692</c:v>
                </c:pt>
                <c:pt idx="1712">
                  <c:v>79.331979548857078</c:v>
                </c:pt>
                <c:pt idx="1713">
                  <c:v>79.023494944673331</c:v>
                </c:pt>
                <c:pt idx="1714">
                  <c:v>79.249912848527615</c:v>
                </c:pt>
                <c:pt idx="1715">
                  <c:v>79.4098238096133</c:v>
                </c:pt>
                <c:pt idx="1716">
                  <c:v>79.640120203315092</c:v>
                </c:pt>
                <c:pt idx="1717">
                  <c:v>79.659229624427283</c:v>
                </c:pt>
                <c:pt idx="1718">
                  <c:v>79.870963295135425</c:v>
                </c:pt>
                <c:pt idx="1719">
                  <c:v>79.895797319691852</c:v>
                </c:pt>
                <c:pt idx="1720">
                  <c:v>79.947801510653406</c:v>
                </c:pt>
                <c:pt idx="1721">
                  <c:v>79.973806280175936</c:v>
                </c:pt>
                <c:pt idx="1722">
                  <c:v>79.976331983379808</c:v>
                </c:pt>
                <c:pt idx="1723">
                  <c:v>79.910085478710215</c:v>
                </c:pt>
                <c:pt idx="1724">
                  <c:v>79.848788718382167</c:v>
                </c:pt>
                <c:pt idx="1725">
                  <c:v>79.794814294548146</c:v>
                </c:pt>
                <c:pt idx="1726">
                  <c:v>79.896708735044953</c:v>
                </c:pt>
                <c:pt idx="1727">
                  <c:v>79.743363287235056</c:v>
                </c:pt>
                <c:pt idx="1728">
                  <c:v>79.420322762402137</c:v>
                </c:pt>
                <c:pt idx="1729">
                  <c:v>79.168960891722023</c:v>
                </c:pt>
                <c:pt idx="1730">
                  <c:v>78.608192965711211</c:v>
                </c:pt>
                <c:pt idx="1731">
                  <c:v>78.842694768504586</c:v>
                </c:pt>
                <c:pt idx="1732">
                  <c:v>79.542671592668142</c:v>
                </c:pt>
                <c:pt idx="1733">
                  <c:v>79.115799740058051</c:v>
                </c:pt>
                <c:pt idx="1734">
                  <c:v>79.578503555339509</c:v>
                </c:pt>
                <c:pt idx="1735">
                  <c:v>79.503293485191136</c:v>
                </c:pt>
                <c:pt idx="1736">
                  <c:v>79.488123947883636</c:v>
                </c:pt>
                <c:pt idx="1737">
                  <c:v>79.701136441612874</c:v>
                </c:pt>
                <c:pt idx="1738">
                  <c:v>79.433468271689847</c:v>
                </c:pt>
                <c:pt idx="1739">
                  <c:v>79.666678906975406</c:v>
                </c:pt>
                <c:pt idx="1740">
                  <c:v>79.752773210137548</c:v>
                </c:pt>
                <c:pt idx="1741">
                  <c:v>79.870259262389055</c:v>
                </c:pt>
                <c:pt idx="1742">
                  <c:v>79.89032276858542</c:v>
                </c:pt>
                <c:pt idx="1743">
                  <c:v>79.792664819207758</c:v>
                </c:pt>
                <c:pt idx="1744">
                  <c:v>79.870488743365414</c:v>
                </c:pt>
                <c:pt idx="1745">
                  <c:v>79.909694055989675</c:v>
                </c:pt>
                <c:pt idx="1746">
                  <c:v>80.09063456709795</c:v>
                </c:pt>
                <c:pt idx="1747">
                  <c:v>79.719402873344535</c:v>
                </c:pt>
                <c:pt idx="1748">
                  <c:v>79.396995313317248</c:v>
                </c:pt>
                <c:pt idx="1749">
                  <c:v>79.7887857254007</c:v>
                </c:pt>
                <c:pt idx="1750">
                  <c:v>79.889293737924802</c:v>
                </c:pt>
                <c:pt idx="1751">
                  <c:v>79.921962532936888</c:v>
                </c:pt>
                <c:pt idx="1752">
                  <c:v>79.671186041271753</c:v>
                </c:pt>
                <c:pt idx="1753">
                  <c:v>79.635796790456624</c:v>
                </c:pt>
                <c:pt idx="1754">
                  <c:v>79.677638343239053</c:v>
                </c:pt>
                <c:pt idx="1755">
                  <c:v>79.064027193734688</c:v>
                </c:pt>
                <c:pt idx="1756">
                  <c:v>79.583683963262587</c:v>
                </c:pt>
                <c:pt idx="1757">
                  <c:v>79.583007858793167</c:v>
                </c:pt>
                <c:pt idx="1758">
                  <c:v>79.818030063879547</c:v>
                </c:pt>
                <c:pt idx="1759">
                  <c:v>79.665698243848723</c:v>
                </c:pt>
                <c:pt idx="1760">
                  <c:v>79.677836088714258</c:v>
                </c:pt>
                <c:pt idx="1761">
                  <c:v>79.922588840337937</c:v>
                </c:pt>
                <c:pt idx="1762">
                  <c:v>80.72461793940478</c:v>
                </c:pt>
                <c:pt idx="1763">
                  <c:v>80.916462204012475</c:v>
                </c:pt>
                <c:pt idx="1764">
                  <c:v>81.575028975627262</c:v>
                </c:pt>
                <c:pt idx="1765">
                  <c:v>81.372014294747927</c:v>
                </c:pt>
                <c:pt idx="1766">
                  <c:v>81.900479249304041</c:v>
                </c:pt>
                <c:pt idx="1767">
                  <c:v>81.863265289069744</c:v>
                </c:pt>
                <c:pt idx="1768">
                  <c:v>81.552191135257004</c:v>
                </c:pt>
                <c:pt idx="1769">
                  <c:v>81.741685658264288</c:v>
                </c:pt>
                <c:pt idx="1770">
                  <c:v>81.426723961616432</c:v>
                </c:pt>
                <c:pt idx="1771">
                  <c:v>81.704402991981553</c:v>
                </c:pt>
                <c:pt idx="1772">
                  <c:v>82.400024517652184</c:v>
                </c:pt>
                <c:pt idx="1773">
                  <c:v>82.39007270467053</c:v>
                </c:pt>
                <c:pt idx="1774">
                  <c:v>82.241102870502118</c:v>
                </c:pt>
                <c:pt idx="1775">
                  <c:v>82.401333606785812</c:v>
                </c:pt>
                <c:pt idx="1776">
                  <c:v>82.387702131955777</c:v>
                </c:pt>
                <c:pt idx="1777">
                  <c:v>82.404728792912266</c:v>
                </c:pt>
                <c:pt idx="1778">
                  <c:v>82.227911989695329</c:v>
                </c:pt>
                <c:pt idx="1779">
                  <c:v>82.373539547078252</c:v>
                </c:pt>
                <c:pt idx="1780">
                  <c:v>83.204161270479389</c:v>
                </c:pt>
                <c:pt idx="1781">
                  <c:v>82.861888591255195</c:v>
                </c:pt>
                <c:pt idx="1782">
                  <c:v>82.762581466729003</c:v>
                </c:pt>
                <c:pt idx="1783">
                  <c:v>82.388912750422065</c:v>
                </c:pt>
                <c:pt idx="1784">
                  <c:v>82.40921508828761</c:v>
                </c:pt>
                <c:pt idx="1785">
                  <c:v>82.393437665541285</c:v>
                </c:pt>
                <c:pt idx="1786">
                  <c:v>82.712603047395419</c:v>
                </c:pt>
                <c:pt idx="1787">
                  <c:v>82.764968050032294</c:v>
                </c:pt>
                <c:pt idx="1788">
                  <c:v>82.883467564920807</c:v>
                </c:pt>
                <c:pt idx="1789">
                  <c:v>82.528717199935855</c:v>
                </c:pt>
                <c:pt idx="1790">
                  <c:v>82.211168999980956</c:v>
                </c:pt>
                <c:pt idx="1791">
                  <c:v>81.479978554082621</c:v>
                </c:pt>
                <c:pt idx="1792">
                  <c:v>81.742114456837868</c:v>
                </c:pt>
                <c:pt idx="1793">
                  <c:v>80.648325184574404</c:v>
                </c:pt>
                <c:pt idx="1794">
                  <c:v>81.233216607027828</c:v>
                </c:pt>
                <c:pt idx="1795">
                  <c:v>81.427994312111622</c:v>
                </c:pt>
                <c:pt idx="1796">
                  <c:v>81.33535887368545</c:v>
                </c:pt>
                <c:pt idx="1797">
                  <c:v>81.633458803489759</c:v>
                </c:pt>
                <c:pt idx="1798">
                  <c:v>81.697524278455134</c:v>
                </c:pt>
                <c:pt idx="1799">
                  <c:v>81.773161576522782</c:v>
                </c:pt>
                <c:pt idx="1800">
                  <c:v>81.774206824744056</c:v>
                </c:pt>
                <c:pt idx="1801">
                  <c:v>81.816526847614014</c:v>
                </c:pt>
                <c:pt idx="1802">
                  <c:v>81.754494022686018</c:v>
                </c:pt>
                <c:pt idx="1803">
                  <c:v>81.712099864258832</c:v>
                </c:pt>
                <c:pt idx="1804">
                  <c:v>81.597033724645357</c:v>
                </c:pt>
                <c:pt idx="1805">
                  <c:v>81.151231977498867</c:v>
                </c:pt>
                <c:pt idx="1806">
                  <c:v>81.177118850594042</c:v>
                </c:pt>
                <c:pt idx="1807">
                  <c:v>81.585501505738065</c:v>
                </c:pt>
                <c:pt idx="1808">
                  <c:v>82.279997512277674</c:v>
                </c:pt>
                <c:pt idx="1809">
                  <c:v>82.539079016805047</c:v>
                </c:pt>
                <c:pt idx="1810">
                  <c:v>82.284391944060346</c:v>
                </c:pt>
                <c:pt idx="1811">
                  <c:v>82.209208952207206</c:v>
                </c:pt>
                <c:pt idx="1812">
                  <c:v>82.642518042863799</c:v>
                </c:pt>
                <c:pt idx="1813">
                  <c:v>82.715397824214534</c:v>
                </c:pt>
                <c:pt idx="1814">
                  <c:v>82.517041470789266</c:v>
                </c:pt>
                <c:pt idx="1815">
                  <c:v>82.482170867686264</c:v>
                </c:pt>
                <c:pt idx="1816">
                  <c:v>82.818378873723447</c:v>
                </c:pt>
                <c:pt idx="1817">
                  <c:v>82.640497887931275</c:v>
                </c:pt>
                <c:pt idx="1818">
                  <c:v>82.79022886672827</c:v>
                </c:pt>
                <c:pt idx="1819">
                  <c:v>82.773622995698943</c:v>
                </c:pt>
                <c:pt idx="1820">
                  <c:v>82.667925828333551</c:v>
                </c:pt>
                <c:pt idx="1821">
                  <c:v>82.868536880983669</c:v>
                </c:pt>
                <c:pt idx="1822">
                  <c:v>82.781722312120905</c:v>
                </c:pt>
                <c:pt idx="1823">
                  <c:v>82.905186560599134</c:v>
                </c:pt>
                <c:pt idx="1824">
                  <c:v>82.697314374245337</c:v>
                </c:pt>
                <c:pt idx="1825">
                  <c:v>82.634794197459954</c:v>
                </c:pt>
                <c:pt idx="1826">
                  <c:v>82.366169656850374</c:v>
                </c:pt>
                <c:pt idx="1827">
                  <c:v>82.210792492696811</c:v>
                </c:pt>
                <c:pt idx="1828">
                  <c:v>81.702891601390178</c:v>
                </c:pt>
                <c:pt idx="1829">
                  <c:v>81.718690270619405</c:v>
                </c:pt>
                <c:pt idx="1830">
                  <c:v>81.432797340091454</c:v>
                </c:pt>
                <c:pt idx="1831">
                  <c:v>81.772722610501518</c:v>
                </c:pt>
                <c:pt idx="1832">
                  <c:v>81.648021389077769</c:v>
                </c:pt>
                <c:pt idx="1833">
                  <c:v>81.357740523773302</c:v>
                </c:pt>
                <c:pt idx="1834">
                  <c:v>81.219633715677958</c:v>
                </c:pt>
                <c:pt idx="1835">
                  <c:v>81.27571926143608</c:v>
                </c:pt>
                <c:pt idx="1836">
                  <c:v>81.60198803392079</c:v>
                </c:pt>
                <c:pt idx="1837">
                  <c:v>81.626323843561437</c:v>
                </c:pt>
                <c:pt idx="1838">
                  <c:v>81.544482284100027</c:v>
                </c:pt>
                <c:pt idx="1839">
                  <c:v>81.655200730229126</c:v>
                </c:pt>
                <c:pt idx="1840">
                  <c:v>81.738731718285507</c:v>
                </c:pt>
                <c:pt idx="1841">
                  <c:v>81.849387427749662</c:v>
                </c:pt>
                <c:pt idx="1842">
                  <c:v>81.953643489152853</c:v>
                </c:pt>
                <c:pt idx="1843">
                  <c:v>82.229592858891877</c:v>
                </c:pt>
                <c:pt idx="1844">
                  <c:v>82.453956917303884</c:v>
                </c:pt>
                <c:pt idx="1845">
                  <c:v>82.695924903710647</c:v>
                </c:pt>
                <c:pt idx="1846">
                  <c:v>82.674580502010826</c:v>
                </c:pt>
                <c:pt idx="1847">
                  <c:v>82.6102542531833</c:v>
                </c:pt>
                <c:pt idx="1848">
                  <c:v>82.578729157976156</c:v>
                </c:pt>
                <c:pt idx="1849">
                  <c:v>82.704579506941428</c:v>
                </c:pt>
                <c:pt idx="1850">
                  <c:v>82.716319289924272</c:v>
                </c:pt>
                <c:pt idx="1851">
                  <c:v>82.862060023626455</c:v>
                </c:pt>
                <c:pt idx="1852">
                  <c:v>82.641380224441107</c:v>
                </c:pt>
                <c:pt idx="1853">
                  <c:v>82.808487469608096</c:v>
                </c:pt>
                <c:pt idx="1854">
                  <c:v>82.756203483532815</c:v>
                </c:pt>
                <c:pt idx="1855">
                  <c:v>82.843368813268995</c:v>
                </c:pt>
                <c:pt idx="1856">
                  <c:v>82.762828377161</c:v>
                </c:pt>
                <c:pt idx="1857">
                  <c:v>82.743243243243242</c:v>
                </c:pt>
                <c:pt idx="1858">
                  <c:v>82.914480578963648</c:v>
                </c:pt>
                <c:pt idx="1859">
                  <c:v>82.681589410667328</c:v>
                </c:pt>
                <c:pt idx="1860">
                  <c:v>82.546715363026067</c:v>
                </c:pt>
                <c:pt idx="1861">
                  <c:v>82.555464075964665</c:v>
                </c:pt>
                <c:pt idx="1862">
                  <c:v>82.264263653162573</c:v>
                </c:pt>
                <c:pt idx="1863">
                  <c:v>81.744802992084885</c:v>
                </c:pt>
                <c:pt idx="1864">
                  <c:v>82.088997716503101</c:v>
                </c:pt>
                <c:pt idx="1865">
                  <c:v>81.915879172020098</c:v>
                </c:pt>
                <c:pt idx="1866">
                  <c:v>82.014659430559277</c:v>
                </c:pt>
                <c:pt idx="1867">
                  <c:v>81.913224442635425</c:v>
                </c:pt>
                <c:pt idx="1868">
                  <c:v>82.361888691487806</c:v>
                </c:pt>
                <c:pt idx="1869">
                  <c:v>82.495522020894668</c:v>
                </c:pt>
                <c:pt idx="1870">
                  <c:v>82.684143002632027</c:v>
                </c:pt>
                <c:pt idx="1871">
                  <c:v>82.466302516291563</c:v>
                </c:pt>
                <c:pt idx="1872">
                  <c:v>82.502989987686334</c:v>
                </c:pt>
                <c:pt idx="1873">
                  <c:v>82.679931795817879</c:v>
                </c:pt>
                <c:pt idx="1874">
                  <c:v>82.158963700966737</c:v>
                </c:pt>
                <c:pt idx="1875">
                  <c:v>82.237815473727764</c:v>
                </c:pt>
                <c:pt idx="1876">
                  <c:v>82.355814174488216</c:v>
                </c:pt>
                <c:pt idx="1877">
                  <c:v>82.206827788684322</c:v>
                </c:pt>
                <c:pt idx="1878">
                  <c:v>82.360313142337915</c:v>
                </c:pt>
                <c:pt idx="1879">
                  <c:v>82.216856862879553</c:v>
                </c:pt>
                <c:pt idx="1880">
                  <c:v>82.386722480881261</c:v>
                </c:pt>
                <c:pt idx="1881">
                  <c:v>82.189218336018328</c:v>
                </c:pt>
                <c:pt idx="1882">
                  <c:v>81.975262787286283</c:v>
                </c:pt>
                <c:pt idx="1883">
                  <c:v>81.91045646140293</c:v>
                </c:pt>
                <c:pt idx="1884">
                  <c:v>82.088061030863955</c:v>
                </c:pt>
                <c:pt idx="1885">
                  <c:v>82.071174440176804</c:v>
                </c:pt>
                <c:pt idx="1886">
                  <c:v>81.97548154911226</c:v>
                </c:pt>
                <c:pt idx="1887">
                  <c:v>81.945600842115496</c:v>
                </c:pt>
                <c:pt idx="1888">
                  <c:v>82.073380313506277</c:v>
                </c:pt>
                <c:pt idx="1889">
                  <c:v>82.12016290577202</c:v>
                </c:pt>
                <c:pt idx="1890">
                  <c:v>82.163509747760443</c:v>
                </c:pt>
                <c:pt idx="1891">
                  <c:v>82.15418931056594</c:v>
                </c:pt>
                <c:pt idx="1892">
                  <c:v>82.049478731145342</c:v>
                </c:pt>
                <c:pt idx="1893">
                  <c:v>81.899421704644936</c:v>
                </c:pt>
                <c:pt idx="1894">
                  <c:v>81.91554010300959</c:v>
                </c:pt>
                <c:pt idx="1895">
                  <c:v>81.6525603233721</c:v>
                </c:pt>
                <c:pt idx="1896">
                  <c:v>81.782909869656024</c:v>
                </c:pt>
                <c:pt idx="1897">
                  <c:v>81.762511585055478</c:v>
                </c:pt>
                <c:pt idx="1898">
                  <c:v>81.855183073351967</c:v>
                </c:pt>
                <c:pt idx="1899">
                  <c:v>81.735289014050892</c:v>
                </c:pt>
                <c:pt idx="1900">
                  <c:v>81.760593349139768</c:v>
                </c:pt>
                <c:pt idx="1901">
                  <c:v>82.023101108574338</c:v>
                </c:pt>
                <c:pt idx="1902">
                  <c:v>82.023993508575273</c:v>
                </c:pt>
                <c:pt idx="1903">
                  <c:v>82.043135010683216</c:v>
                </c:pt>
                <c:pt idx="1904">
                  <c:v>82.160593007759573</c:v>
                </c:pt>
                <c:pt idx="1905">
                  <c:v>82.284093081013353</c:v>
                </c:pt>
                <c:pt idx="1906">
                  <c:v>82.273472324613138</c:v>
                </c:pt>
                <c:pt idx="1907">
                  <c:v>82.369479815693396</c:v>
                </c:pt>
                <c:pt idx="1908">
                  <c:v>82.478255597323439</c:v>
                </c:pt>
                <c:pt idx="1909">
                  <c:v>82.698942823651834</c:v>
                </c:pt>
                <c:pt idx="1910">
                  <c:v>82.798203220300337</c:v>
                </c:pt>
                <c:pt idx="1911">
                  <c:v>82.796062294727122</c:v>
                </c:pt>
                <c:pt idx="1912">
                  <c:v>82.7206616126809</c:v>
                </c:pt>
                <c:pt idx="1913">
                  <c:v>82.747657295850075</c:v>
                </c:pt>
                <c:pt idx="1914">
                  <c:v>82.718203417498586</c:v>
                </c:pt>
                <c:pt idx="1915">
                  <c:v>82.73322755645502</c:v>
                </c:pt>
                <c:pt idx="1916">
                  <c:v>82.677313993713454</c:v>
                </c:pt>
                <c:pt idx="1917">
                  <c:v>82.456194221519382</c:v>
                </c:pt>
                <c:pt idx="1918">
                  <c:v>82.317461572591441</c:v>
                </c:pt>
                <c:pt idx="1919">
                  <c:v>82.576799482336938</c:v>
                </c:pt>
                <c:pt idx="1920">
                  <c:v>82.639592905054755</c:v>
                </c:pt>
                <c:pt idx="1921">
                  <c:v>82.533905553012119</c:v>
                </c:pt>
                <c:pt idx="1922">
                  <c:v>82.579531188044328</c:v>
                </c:pt>
                <c:pt idx="1923">
                  <c:v>82.455320935364554</c:v>
                </c:pt>
                <c:pt idx="1924">
                  <c:v>82.390710907762696</c:v>
                </c:pt>
                <c:pt idx="1925">
                  <c:v>82.314088059014892</c:v>
                </c:pt>
                <c:pt idx="1926">
                  <c:v>82.19822630613551</c:v>
                </c:pt>
                <c:pt idx="1927">
                  <c:v>81.883368979495046</c:v>
                </c:pt>
                <c:pt idx="1928">
                  <c:v>82.115744469509096</c:v>
                </c:pt>
                <c:pt idx="1929">
                  <c:v>82.095119574378415</c:v>
                </c:pt>
                <c:pt idx="1930">
                  <c:v>81.918795274682424</c:v>
                </c:pt>
                <c:pt idx="1931">
                  <c:v>82.050967859811578</c:v>
                </c:pt>
                <c:pt idx="1932">
                  <c:v>81.972899242850175</c:v>
                </c:pt>
                <c:pt idx="1933">
                  <c:v>81.962038487234807</c:v>
                </c:pt>
                <c:pt idx="1934">
                  <c:v>82.042826416935014</c:v>
                </c:pt>
                <c:pt idx="1935">
                  <c:v>82.161605415013895</c:v>
                </c:pt>
                <c:pt idx="1936">
                  <c:v>82.457230323969711</c:v>
                </c:pt>
                <c:pt idx="1937">
                  <c:v>82.677280869726346</c:v>
                </c:pt>
                <c:pt idx="1938">
                  <c:v>82.633507645111237</c:v>
                </c:pt>
                <c:pt idx="1939">
                  <c:v>82.353337828725557</c:v>
                </c:pt>
                <c:pt idx="1940">
                  <c:v>82.281697242025942</c:v>
                </c:pt>
                <c:pt idx="1941">
                  <c:v>82.120055906047639</c:v>
                </c:pt>
                <c:pt idx="1942">
                  <c:v>82.102095489742737</c:v>
                </c:pt>
                <c:pt idx="1943">
                  <c:v>82.146039827020914</c:v>
                </c:pt>
                <c:pt idx="1944">
                  <c:v>82.048564581329273</c:v>
                </c:pt>
                <c:pt idx="1945">
                  <c:v>82.102866365955236</c:v>
                </c:pt>
                <c:pt idx="1946">
                  <c:v>82.044560217258763</c:v>
                </c:pt>
                <c:pt idx="1947">
                  <c:v>82.021705364742203</c:v>
                </c:pt>
                <c:pt idx="1948">
                  <c:v>81.924567918506824</c:v>
                </c:pt>
                <c:pt idx="1949">
                  <c:v>81.80876746302917</c:v>
                </c:pt>
                <c:pt idx="1950">
                  <c:v>81.987981464433389</c:v>
                </c:pt>
                <c:pt idx="1951">
                  <c:v>81.992255803999498</c:v>
                </c:pt>
                <c:pt idx="1952">
                  <c:v>82.246469662961061</c:v>
                </c:pt>
                <c:pt idx="1953">
                  <c:v>82.24806843724285</c:v>
                </c:pt>
                <c:pt idx="1954">
                  <c:v>82.283285325784405</c:v>
                </c:pt>
                <c:pt idx="1955">
                  <c:v>82.53468449898817</c:v>
                </c:pt>
                <c:pt idx="1956">
                  <c:v>82.717082499640739</c:v>
                </c:pt>
                <c:pt idx="1957">
                  <c:v>82.797779487378151</c:v>
                </c:pt>
                <c:pt idx="1958">
                  <c:v>82.743093815580366</c:v>
                </c:pt>
                <c:pt idx="1959">
                  <c:v>82.796839786560568</c:v>
                </c:pt>
                <c:pt idx="1960">
                  <c:v>82.816600005095154</c:v>
                </c:pt>
                <c:pt idx="1961">
                  <c:v>82.837244239600665</c:v>
                </c:pt>
                <c:pt idx="1962">
                  <c:v>82.77964504059176</c:v>
                </c:pt>
                <c:pt idx="1963">
                  <c:v>82.952132808912936</c:v>
                </c:pt>
                <c:pt idx="1964">
                  <c:v>83.126276933832287</c:v>
                </c:pt>
                <c:pt idx="1965">
                  <c:v>83.090507872627953</c:v>
                </c:pt>
                <c:pt idx="1966">
                  <c:v>83.11458105120596</c:v>
                </c:pt>
                <c:pt idx="1967">
                  <c:v>83.067036839248033</c:v>
                </c:pt>
                <c:pt idx="1968">
                  <c:v>82.921793716248416</c:v>
                </c:pt>
                <c:pt idx="1969">
                  <c:v>82.551669927256995</c:v>
                </c:pt>
                <c:pt idx="1970">
                  <c:v>82.652304749872783</c:v>
                </c:pt>
                <c:pt idx="1971">
                  <c:v>82.612625839845379</c:v>
                </c:pt>
                <c:pt idx="1972">
                  <c:v>82.649787993726946</c:v>
                </c:pt>
                <c:pt idx="1973">
                  <c:v>82.769789717053825</c:v>
                </c:pt>
                <c:pt idx="1974">
                  <c:v>82.678408652328955</c:v>
                </c:pt>
                <c:pt idx="1975">
                  <c:v>82.664791730343396</c:v>
                </c:pt>
                <c:pt idx="1976">
                  <c:v>82.944004704860006</c:v>
                </c:pt>
                <c:pt idx="1977">
                  <c:v>83.090183854200433</c:v>
                </c:pt>
                <c:pt idx="1978">
                  <c:v>83.182929266530351</c:v>
                </c:pt>
                <c:pt idx="1979">
                  <c:v>83.158855978803686</c:v>
                </c:pt>
                <c:pt idx="1980">
                  <c:v>82.880874647518411</c:v>
                </c:pt>
                <c:pt idx="1981">
                  <c:v>82.975968175403708</c:v>
                </c:pt>
                <c:pt idx="1982">
                  <c:v>82.95274134849484</c:v>
                </c:pt>
                <c:pt idx="1983">
                  <c:v>82.975996488629193</c:v>
                </c:pt>
                <c:pt idx="1984">
                  <c:v>83.055700070645059</c:v>
                </c:pt>
                <c:pt idx="1985">
                  <c:v>83.210193599367841</c:v>
                </c:pt>
                <c:pt idx="1986">
                  <c:v>83.25530855950629</c:v>
                </c:pt>
                <c:pt idx="1987">
                  <c:v>83.151070205151385</c:v>
                </c:pt>
                <c:pt idx="1988">
                  <c:v>82.94767749646617</c:v>
                </c:pt>
                <c:pt idx="1989">
                  <c:v>83.096843879789958</c:v>
                </c:pt>
                <c:pt idx="1990">
                  <c:v>83.232764463333908</c:v>
                </c:pt>
                <c:pt idx="1991">
                  <c:v>83.218757297402277</c:v>
                </c:pt>
                <c:pt idx="1992">
                  <c:v>83.181207834780309</c:v>
                </c:pt>
                <c:pt idx="1993">
                  <c:v>83.258770409420222</c:v>
                </c:pt>
                <c:pt idx="1994">
                  <c:v>83.241308536985684</c:v>
                </c:pt>
                <c:pt idx="1995">
                  <c:v>83.238785919461762</c:v>
                </c:pt>
                <c:pt idx="1996">
                  <c:v>83.255600229753014</c:v>
                </c:pt>
                <c:pt idx="1997">
                  <c:v>83.236819611092201</c:v>
                </c:pt>
                <c:pt idx="1998">
                  <c:v>83.183379342565814</c:v>
                </c:pt>
                <c:pt idx="1999">
                  <c:v>83.257391016049297</c:v>
                </c:pt>
                <c:pt idx="2000">
                  <c:v>83.263234955578895</c:v>
                </c:pt>
                <c:pt idx="2001">
                  <c:v>83.25550476140576</c:v>
                </c:pt>
                <c:pt idx="2002">
                  <c:v>83.257065008558357</c:v>
                </c:pt>
                <c:pt idx="2003">
                  <c:v>83.274595252799259</c:v>
                </c:pt>
                <c:pt idx="2004">
                  <c:v>83.198234126616086</c:v>
                </c:pt>
                <c:pt idx="2005">
                  <c:v>83.166298976398323</c:v>
                </c:pt>
                <c:pt idx="2006">
                  <c:v>83.1517946705046</c:v>
                </c:pt>
                <c:pt idx="2007">
                  <c:v>83.243861186306944</c:v>
                </c:pt>
                <c:pt idx="2008">
                  <c:v>83.251756528416976</c:v>
                </c:pt>
                <c:pt idx="2009">
                  <c:v>83.267599788108981</c:v>
                </c:pt>
                <c:pt idx="2010">
                  <c:v>83.269245499808491</c:v>
                </c:pt>
                <c:pt idx="2011">
                  <c:v>83.284271076600362</c:v>
                </c:pt>
                <c:pt idx="2012">
                  <c:v>83.262973533848736</c:v>
                </c:pt>
                <c:pt idx="2013">
                  <c:v>83.266868160317713</c:v>
                </c:pt>
                <c:pt idx="2014">
                  <c:v>83.221331855375681</c:v>
                </c:pt>
                <c:pt idx="2015">
                  <c:v>83.265045221458507</c:v>
                </c:pt>
                <c:pt idx="2016">
                  <c:v>83.269109123419014</c:v>
                </c:pt>
                <c:pt idx="2017">
                  <c:v>83.280834571339298</c:v>
                </c:pt>
                <c:pt idx="2018">
                  <c:v>83.352995221941796</c:v>
                </c:pt>
                <c:pt idx="2019">
                  <c:v>83.324762022770798</c:v>
                </c:pt>
                <c:pt idx="2020">
                  <c:v>83.127209941553346</c:v>
                </c:pt>
                <c:pt idx="2021">
                  <c:v>83.238770424926685</c:v>
                </c:pt>
                <c:pt idx="2022">
                  <c:v>83.264554806817969</c:v>
                </c:pt>
                <c:pt idx="2023">
                  <c:v>83.330911220888893</c:v>
                </c:pt>
                <c:pt idx="2024">
                  <c:v>83.346613545816737</c:v>
                </c:pt>
                <c:pt idx="2025">
                  <c:v>83.337474184381733</c:v>
                </c:pt>
                <c:pt idx="2026">
                  <c:v>83.392641884588514</c:v>
                </c:pt>
                <c:pt idx="2027">
                  <c:v>83.319098138214656</c:v>
                </c:pt>
                <c:pt idx="2028">
                  <c:v>83.350039784320089</c:v>
                </c:pt>
                <c:pt idx="2029">
                  <c:v>83.360172183253454</c:v>
                </c:pt>
                <c:pt idx="2030">
                  <c:v>83.335739575050312</c:v>
                </c:pt>
                <c:pt idx="2031">
                  <c:v>83.393105467320495</c:v>
                </c:pt>
                <c:pt idx="2032">
                  <c:v>83.354430659874211</c:v>
                </c:pt>
                <c:pt idx="2033">
                  <c:v>83.364994057383626</c:v>
                </c:pt>
                <c:pt idx="2034">
                  <c:v>83.368114470763345</c:v>
                </c:pt>
                <c:pt idx="2035">
                  <c:v>83.387183003649383</c:v>
                </c:pt>
                <c:pt idx="2036">
                  <c:v>83.379988873595622</c:v>
                </c:pt>
                <c:pt idx="2037">
                  <c:v>83.394972052192855</c:v>
                </c:pt>
                <c:pt idx="2038">
                  <c:v>83.35001288620974</c:v>
                </c:pt>
                <c:pt idx="2039">
                  <c:v>83.180169610235509</c:v>
                </c:pt>
                <c:pt idx="2040">
                  <c:v>83.017333305223076</c:v>
                </c:pt>
                <c:pt idx="2041">
                  <c:v>83.178956074741436</c:v>
                </c:pt>
                <c:pt idx="2042">
                  <c:v>83.152292937479089</c:v>
                </c:pt>
                <c:pt idx="2043">
                  <c:v>83.272923901954996</c:v>
                </c:pt>
                <c:pt idx="2044">
                  <c:v>83.328181407312769</c:v>
                </c:pt>
                <c:pt idx="2045">
                  <c:v>83.324241277192669</c:v>
                </c:pt>
                <c:pt idx="2046">
                  <c:v>83.300168699786767</c:v>
                </c:pt>
                <c:pt idx="2047">
                  <c:v>83.175972525313512</c:v>
                </c:pt>
                <c:pt idx="2048">
                  <c:v>83.068710253820612</c:v>
                </c:pt>
                <c:pt idx="2049">
                  <c:v>83.128858204661711</c:v>
                </c:pt>
                <c:pt idx="2050">
                  <c:v>83.154759391796844</c:v>
                </c:pt>
                <c:pt idx="2051">
                  <c:v>82.941536727325968</c:v>
                </c:pt>
                <c:pt idx="2052">
                  <c:v>82.98810072912417</c:v>
                </c:pt>
                <c:pt idx="2053">
                  <c:v>82.977380965535531</c:v>
                </c:pt>
                <c:pt idx="2054">
                  <c:v>83.130991970510593</c:v>
                </c:pt>
                <c:pt idx="2055">
                  <c:v>83.124295291913725</c:v>
                </c:pt>
                <c:pt idx="2056">
                  <c:v>83.133799465696328</c:v>
                </c:pt>
                <c:pt idx="2057">
                  <c:v>83.102901253824854</c:v>
                </c:pt>
                <c:pt idx="2058">
                  <c:v>83.145711220083172</c:v>
                </c:pt>
                <c:pt idx="2059">
                  <c:v>83.11545453236279</c:v>
                </c:pt>
                <c:pt idx="2060">
                  <c:v>83.149427726422729</c:v>
                </c:pt>
                <c:pt idx="2061">
                  <c:v>83.118979415169264</c:v>
                </c:pt>
                <c:pt idx="2062">
                  <c:v>83.080501171167185</c:v>
                </c:pt>
                <c:pt idx="2063">
                  <c:v>82.955303351835212</c:v>
                </c:pt>
                <c:pt idx="2064">
                  <c:v>82.840603200611227</c:v>
                </c:pt>
                <c:pt idx="2065">
                  <c:v>83.028368544704207</c:v>
                </c:pt>
                <c:pt idx="2066">
                  <c:v>83.06293900123849</c:v>
                </c:pt>
                <c:pt idx="2067">
                  <c:v>82.976501362949563</c:v>
                </c:pt>
                <c:pt idx="2068">
                  <c:v>82.97621599635022</c:v>
                </c:pt>
                <c:pt idx="2069">
                  <c:v>82.999489665731048</c:v>
                </c:pt>
                <c:pt idx="2070">
                  <c:v>82.995421916283334</c:v>
                </c:pt>
                <c:pt idx="2071">
                  <c:v>83.019036150413541</c:v>
                </c:pt>
                <c:pt idx="2072">
                  <c:v>83.086427750335702</c:v>
                </c:pt>
                <c:pt idx="2073">
                  <c:v>83.011902265043091</c:v>
                </c:pt>
                <c:pt idx="2074">
                  <c:v>83.037512664278111</c:v>
                </c:pt>
                <c:pt idx="2075">
                  <c:v>82.970438608552172</c:v>
                </c:pt>
                <c:pt idx="2076">
                  <c:v>82.885121855777982</c:v>
                </c:pt>
                <c:pt idx="2077">
                  <c:v>82.923985887154529</c:v>
                </c:pt>
                <c:pt idx="2078">
                  <c:v>82.886495191704796</c:v>
                </c:pt>
                <c:pt idx="2079">
                  <c:v>82.88563523807322</c:v>
                </c:pt>
                <c:pt idx="2080">
                  <c:v>82.891482412226324</c:v>
                </c:pt>
                <c:pt idx="2081">
                  <c:v>82.915466516214821</c:v>
                </c:pt>
                <c:pt idx="2082">
                  <c:v>82.924614087273184</c:v>
                </c:pt>
                <c:pt idx="2083">
                  <c:v>82.870213095776009</c:v>
                </c:pt>
                <c:pt idx="2084">
                  <c:v>82.895394651355886</c:v>
                </c:pt>
                <c:pt idx="2085">
                  <c:v>82.927116682250144</c:v>
                </c:pt>
                <c:pt idx="2086">
                  <c:v>82.907801574823978</c:v>
                </c:pt>
                <c:pt idx="2087">
                  <c:v>82.778505493148458</c:v>
                </c:pt>
                <c:pt idx="2088">
                  <c:v>82.676966230094749</c:v>
                </c:pt>
                <c:pt idx="2089">
                  <c:v>82.745021816651771</c:v>
                </c:pt>
                <c:pt idx="2090">
                  <c:v>82.902668063438824</c:v>
                </c:pt>
                <c:pt idx="2091">
                  <c:v>82.870888539892505</c:v>
                </c:pt>
                <c:pt idx="2092">
                  <c:v>82.891855377428882</c:v>
                </c:pt>
                <c:pt idx="2093">
                  <c:v>82.907788968856721</c:v>
                </c:pt>
                <c:pt idx="2094">
                  <c:v>82.940089698548107</c:v>
                </c:pt>
                <c:pt idx="2095">
                  <c:v>83.102201615091232</c:v>
                </c:pt>
                <c:pt idx="2096">
                  <c:v>83.130831198821483</c:v>
                </c:pt>
                <c:pt idx="2097">
                  <c:v>83.354615416027002</c:v>
                </c:pt>
                <c:pt idx="2098">
                  <c:v>83.355933478151215</c:v>
                </c:pt>
                <c:pt idx="2099">
                  <c:v>83.325457532504245</c:v>
                </c:pt>
                <c:pt idx="2100">
                  <c:v>83.373938258445932</c:v>
                </c:pt>
                <c:pt idx="2101">
                  <c:v>83.373890741102471</c:v>
                </c:pt>
                <c:pt idx="2102">
                  <c:v>83.358538156945457</c:v>
                </c:pt>
                <c:pt idx="2103">
                  <c:v>83.420412351795548</c:v>
                </c:pt>
                <c:pt idx="2104">
                  <c:v>83.447521446254811</c:v>
                </c:pt>
                <c:pt idx="2105">
                  <c:v>83.407282234126797</c:v>
                </c:pt>
                <c:pt idx="2106">
                  <c:v>83.317558470990633</c:v>
                </c:pt>
                <c:pt idx="2107">
                  <c:v>83.225257669321621</c:v>
                </c:pt>
                <c:pt idx="2108">
                  <c:v>83.393072718891986</c:v>
                </c:pt>
                <c:pt idx="2109">
                  <c:v>83.442167201774154</c:v>
                </c:pt>
                <c:pt idx="2110">
                  <c:v>83.498156439294164</c:v>
                </c:pt>
                <c:pt idx="2111">
                  <c:v>83.517004423503721</c:v>
                </c:pt>
                <c:pt idx="2112">
                  <c:v>83.521432047714413</c:v>
                </c:pt>
                <c:pt idx="2113">
                  <c:v>83.411344321753944</c:v>
                </c:pt>
                <c:pt idx="2114">
                  <c:v>83.376534272684324</c:v>
                </c:pt>
                <c:pt idx="2115">
                  <c:v>83.298702295516975</c:v>
                </c:pt>
                <c:pt idx="2116">
                  <c:v>83.375804227309942</c:v>
                </c:pt>
                <c:pt idx="2117">
                  <c:v>83.339537181915489</c:v>
                </c:pt>
                <c:pt idx="2118">
                  <c:v>83.439236878627725</c:v>
                </c:pt>
                <c:pt idx="2119">
                  <c:v>83.518730916303625</c:v>
                </c:pt>
                <c:pt idx="2120">
                  <c:v>83.45259322897131</c:v>
                </c:pt>
                <c:pt idx="2121">
                  <c:v>83.379494973653152</c:v>
                </c:pt>
                <c:pt idx="2122">
                  <c:v>83.472519514583354</c:v>
                </c:pt>
                <c:pt idx="2123">
                  <c:v>83.501466916320126</c:v>
                </c:pt>
                <c:pt idx="2124">
                  <c:v>83.514659477547042</c:v>
                </c:pt>
                <c:pt idx="2125">
                  <c:v>83.497645682025592</c:v>
                </c:pt>
                <c:pt idx="2126">
                  <c:v>83.494563179602537</c:v>
                </c:pt>
                <c:pt idx="2127">
                  <c:v>83.523402246412701</c:v>
                </c:pt>
                <c:pt idx="2128">
                  <c:v>83.520113690152414</c:v>
                </c:pt>
                <c:pt idx="2129">
                  <c:v>83.509209315072724</c:v>
                </c:pt>
                <c:pt idx="2130">
                  <c:v>83.501110764112696</c:v>
                </c:pt>
                <c:pt idx="2131">
                  <c:v>83.481510869361003</c:v>
                </c:pt>
                <c:pt idx="2132">
                  <c:v>83.361444412412169</c:v>
                </c:pt>
                <c:pt idx="2133">
                  <c:v>83.230114090225484</c:v>
                </c:pt>
                <c:pt idx="2134">
                  <c:v>83.121858819724707</c:v>
                </c:pt>
                <c:pt idx="2135">
                  <c:v>83.16443321750036</c:v>
                </c:pt>
                <c:pt idx="2136">
                  <c:v>83.32702930106845</c:v>
                </c:pt>
                <c:pt idx="2137">
                  <c:v>83.423091224249092</c:v>
                </c:pt>
                <c:pt idx="2138">
                  <c:v>83.298788581710113</c:v>
                </c:pt>
                <c:pt idx="2139">
                  <c:v>83.065929161710997</c:v>
                </c:pt>
                <c:pt idx="2140">
                  <c:v>83.502067099351407</c:v>
                </c:pt>
                <c:pt idx="2141">
                  <c:v>83.389793042469122</c:v>
                </c:pt>
                <c:pt idx="2142">
                  <c:v>83.464896265560171</c:v>
                </c:pt>
                <c:pt idx="2143">
                  <c:v>83.425744546631691</c:v>
                </c:pt>
                <c:pt idx="2144">
                  <c:v>83.491891451299693</c:v>
                </c:pt>
                <c:pt idx="2145">
                  <c:v>83.50539430424935</c:v>
                </c:pt>
                <c:pt idx="2146">
                  <c:v>83.564474402749198</c:v>
                </c:pt>
                <c:pt idx="2147">
                  <c:v>83.546884196647156</c:v>
                </c:pt>
                <c:pt idx="2148">
                  <c:v>83.545826820193298</c:v>
                </c:pt>
                <c:pt idx="2149">
                  <c:v>83.481726960858168</c:v>
                </c:pt>
                <c:pt idx="2150">
                  <c:v>83.526511566482512</c:v>
                </c:pt>
                <c:pt idx="2151">
                  <c:v>83.586020122617384</c:v>
                </c:pt>
                <c:pt idx="2152">
                  <c:v>83.513808970771947</c:v>
                </c:pt>
                <c:pt idx="2153">
                  <c:v>83.427519291276283</c:v>
                </c:pt>
                <c:pt idx="2154">
                  <c:v>83.540936012842678</c:v>
                </c:pt>
                <c:pt idx="2155">
                  <c:v>83.489600716707358</c:v>
                </c:pt>
                <c:pt idx="2156">
                  <c:v>83.453385086213331</c:v>
                </c:pt>
                <c:pt idx="2157">
                  <c:v>83.404302978529032</c:v>
                </c:pt>
                <c:pt idx="2158">
                  <c:v>83.515035736635824</c:v>
                </c:pt>
                <c:pt idx="2159">
                  <c:v>83.475525238925414</c:v>
                </c:pt>
                <c:pt idx="2160">
                  <c:v>83.484265163742847</c:v>
                </c:pt>
                <c:pt idx="2161">
                  <c:v>83.492269958938465</c:v>
                </c:pt>
                <c:pt idx="2162">
                  <c:v>83.538463412716254</c:v>
                </c:pt>
                <c:pt idx="2163">
                  <c:v>83.565808416574058</c:v>
                </c:pt>
                <c:pt idx="2164">
                  <c:v>83.578071138008625</c:v>
                </c:pt>
                <c:pt idx="2165">
                  <c:v>83.639308435130502</c:v>
                </c:pt>
                <c:pt idx="2166">
                  <c:v>83.640454621568239</c:v>
                </c:pt>
                <c:pt idx="2167">
                  <c:v>83.66542308708091</c:v>
                </c:pt>
                <c:pt idx="2168">
                  <c:v>83.662490698610583</c:v>
                </c:pt>
                <c:pt idx="2169">
                  <c:v>83.702802029285266</c:v>
                </c:pt>
                <c:pt idx="2170">
                  <c:v>83.707467142105585</c:v>
                </c:pt>
                <c:pt idx="2171">
                  <c:v>83.727229716372406</c:v>
                </c:pt>
                <c:pt idx="2172">
                  <c:v>83.73711872422912</c:v>
                </c:pt>
                <c:pt idx="2173">
                  <c:v>83.732809822704795</c:v>
                </c:pt>
                <c:pt idx="2174">
                  <c:v>83.743984300777171</c:v>
                </c:pt>
                <c:pt idx="2175">
                  <c:v>83.725086047964879</c:v>
                </c:pt>
                <c:pt idx="2176">
                  <c:v>83.737495452133075</c:v>
                </c:pt>
                <c:pt idx="2177">
                  <c:v>83.838978273028061</c:v>
                </c:pt>
                <c:pt idx="2178">
                  <c:v>83.907757555525933</c:v>
                </c:pt>
                <c:pt idx="2179">
                  <c:v>83.951873531449792</c:v>
                </c:pt>
                <c:pt idx="2180">
                  <c:v>83.958431372549015</c:v>
                </c:pt>
                <c:pt idx="2181">
                  <c:v>83.899992501004533</c:v>
                </c:pt>
                <c:pt idx="2182">
                  <c:v>83.969126155948757</c:v>
                </c:pt>
                <c:pt idx="2183">
                  <c:v>83.969567434017037</c:v>
                </c:pt>
                <c:pt idx="2184">
                  <c:v>83.936645223823035</c:v>
                </c:pt>
                <c:pt idx="2185">
                  <c:v>83.956076532565859</c:v>
                </c:pt>
                <c:pt idx="2186">
                  <c:v>83.920065194096509</c:v>
                </c:pt>
                <c:pt idx="2187">
                  <c:v>83.780374026359894</c:v>
                </c:pt>
                <c:pt idx="2188">
                  <c:v>83.918257749152289</c:v>
                </c:pt>
                <c:pt idx="2189">
                  <c:v>83.956853328688553</c:v>
                </c:pt>
                <c:pt idx="2190">
                  <c:v>83.874638728323703</c:v>
                </c:pt>
                <c:pt idx="2191">
                  <c:v>83.850437459677877</c:v>
                </c:pt>
                <c:pt idx="2192">
                  <c:v>83.942395483349159</c:v>
                </c:pt>
                <c:pt idx="2193">
                  <c:v>83.967125520738989</c:v>
                </c:pt>
                <c:pt idx="2194">
                  <c:v>83.88988327772168</c:v>
                </c:pt>
                <c:pt idx="2195">
                  <c:v>83.87089487677008</c:v>
                </c:pt>
                <c:pt idx="2196">
                  <c:v>83.952457572747335</c:v>
                </c:pt>
                <c:pt idx="2197">
                  <c:v>83.968219564068875</c:v>
                </c:pt>
                <c:pt idx="2198">
                  <c:v>83.982487444126932</c:v>
                </c:pt>
                <c:pt idx="2199">
                  <c:v>83.930805894363033</c:v>
                </c:pt>
                <c:pt idx="2200">
                  <c:v>83.942532666515433</c:v>
                </c:pt>
                <c:pt idx="2201">
                  <c:v>83.974970067996466</c:v>
                </c:pt>
                <c:pt idx="2202">
                  <c:v>83.950822433308346</c:v>
                </c:pt>
                <c:pt idx="2203">
                  <c:v>83.984325608280216</c:v>
                </c:pt>
                <c:pt idx="2204">
                  <c:v>83.918038931054809</c:v>
                </c:pt>
                <c:pt idx="2205">
                  <c:v>83.830166721624863</c:v>
                </c:pt>
                <c:pt idx="2206">
                  <c:v>83.617175576405472</c:v>
                </c:pt>
                <c:pt idx="2207">
                  <c:v>83.492203582650149</c:v>
                </c:pt>
                <c:pt idx="2208">
                  <c:v>83.512800729149745</c:v>
                </c:pt>
                <c:pt idx="2209">
                  <c:v>83.631853227938336</c:v>
                </c:pt>
                <c:pt idx="2210">
                  <c:v>83.54705906975849</c:v>
                </c:pt>
                <c:pt idx="2211">
                  <c:v>83.700873758248122</c:v>
                </c:pt>
                <c:pt idx="2212">
                  <c:v>83.668777244307407</c:v>
                </c:pt>
                <c:pt idx="2213">
                  <c:v>83.788799687238622</c:v>
                </c:pt>
                <c:pt idx="2214">
                  <c:v>83.814941882116173</c:v>
                </c:pt>
                <c:pt idx="2215">
                  <c:v>83.949188818198635</c:v>
                </c:pt>
                <c:pt idx="2216">
                  <c:v>83.965981365372997</c:v>
                </c:pt>
                <c:pt idx="2217">
                  <c:v>83.971880452549669</c:v>
                </c:pt>
                <c:pt idx="2218">
                  <c:v>83.93993889839183</c:v>
                </c:pt>
                <c:pt idx="2219">
                  <c:v>83.96203491419945</c:v>
                </c:pt>
                <c:pt idx="2220">
                  <c:v>83.968546871769064</c:v>
                </c:pt>
                <c:pt idx="2221">
                  <c:v>84.058605174353204</c:v>
                </c:pt>
                <c:pt idx="2222">
                  <c:v>84.073561586601329</c:v>
                </c:pt>
                <c:pt idx="2223">
                  <c:v>84.069563109737615</c:v>
                </c:pt>
                <c:pt idx="2224">
                  <c:v>84.030405469757554</c:v>
                </c:pt>
                <c:pt idx="2225">
                  <c:v>84.071037485779613</c:v>
                </c:pt>
                <c:pt idx="2226">
                  <c:v>84.074356724458084</c:v>
                </c:pt>
                <c:pt idx="2227">
                  <c:v>84.071758052134356</c:v>
                </c:pt>
                <c:pt idx="2228">
                  <c:v>84.075007340635651</c:v>
                </c:pt>
                <c:pt idx="2229">
                  <c:v>84.073777208391888</c:v>
                </c:pt>
                <c:pt idx="2230">
                  <c:v>84.077089997986604</c:v>
                </c:pt>
                <c:pt idx="2231">
                  <c:v>84.077511216051391</c:v>
                </c:pt>
                <c:pt idx="2232">
                  <c:v>84.078302733651</c:v>
                </c:pt>
                <c:pt idx="2233">
                  <c:v>84.084744815249593</c:v>
                </c:pt>
                <c:pt idx="2234">
                  <c:v>84.105456953939751</c:v>
                </c:pt>
                <c:pt idx="2235">
                  <c:v>84.122465786931429</c:v>
                </c:pt>
                <c:pt idx="2236">
                  <c:v>84.236603000589241</c:v>
                </c:pt>
                <c:pt idx="2237">
                  <c:v>84.356173541311023</c:v>
                </c:pt>
                <c:pt idx="2238">
                  <c:v>84.375140002688056</c:v>
                </c:pt>
                <c:pt idx="2239">
                  <c:v>84.38476857429103</c:v>
                </c:pt>
                <c:pt idx="2240">
                  <c:v>84.40111141761362</c:v>
                </c:pt>
                <c:pt idx="2241">
                  <c:v>84.406256188655817</c:v>
                </c:pt>
                <c:pt idx="2242">
                  <c:v>84.404975048358693</c:v>
                </c:pt>
                <c:pt idx="2243">
                  <c:v>84.387530405270695</c:v>
                </c:pt>
                <c:pt idx="2244">
                  <c:v>84.403630034643072</c:v>
                </c:pt>
                <c:pt idx="2245">
                  <c:v>84.456109006514765</c:v>
                </c:pt>
                <c:pt idx="2246">
                  <c:v>84.497455548031994</c:v>
                </c:pt>
                <c:pt idx="2247">
                  <c:v>84.277557366206253</c:v>
                </c:pt>
                <c:pt idx="2248">
                  <c:v>84.283512586014766</c:v>
                </c:pt>
                <c:pt idx="2249">
                  <c:v>84.470819871543725</c:v>
                </c:pt>
                <c:pt idx="2250">
                  <c:v>84.681216328902678</c:v>
                </c:pt>
                <c:pt idx="2251">
                  <c:v>84.688516164631054</c:v>
                </c:pt>
                <c:pt idx="2252">
                  <c:v>84.733497586372209</c:v>
                </c:pt>
                <c:pt idx="2253">
                  <c:v>84.657801675572571</c:v>
                </c:pt>
                <c:pt idx="2254">
                  <c:v>84.730487139460223</c:v>
                </c:pt>
                <c:pt idx="2255">
                  <c:v>84.853090341823986</c:v>
                </c:pt>
                <c:pt idx="2256">
                  <c:v>84.842713820389861</c:v>
                </c:pt>
                <c:pt idx="2257">
                  <c:v>84.873176896996767</c:v>
                </c:pt>
                <c:pt idx="2258">
                  <c:v>84.841079873824896</c:v>
                </c:pt>
                <c:pt idx="2259">
                  <c:v>84.825941450506448</c:v>
                </c:pt>
                <c:pt idx="2260">
                  <c:v>84.9263584105978</c:v>
                </c:pt>
                <c:pt idx="2261">
                  <c:v>84.937027314903546</c:v>
                </c:pt>
                <c:pt idx="2262">
                  <c:v>85.073909345862887</c:v>
                </c:pt>
                <c:pt idx="2263">
                  <c:v>85.087983063579273</c:v>
                </c:pt>
                <c:pt idx="2264">
                  <c:v>85.071315091107579</c:v>
                </c:pt>
                <c:pt idx="2265">
                  <c:v>85.78525446238902</c:v>
                </c:pt>
                <c:pt idx="2266">
                  <c:v>85.759800264146662</c:v>
                </c:pt>
                <c:pt idx="2267">
                  <c:v>85.827905643304462</c:v>
                </c:pt>
                <c:pt idx="2268">
                  <c:v>85.719091842882051</c:v>
                </c:pt>
                <c:pt idx="2269">
                  <c:v>85.844313511466538</c:v>
                </c:pt>
                <c:pt idx="2270">
                  <c:v>85.895638646641004</c:v>
                </c:pt>
                <c:pt idx="2271">
                  <c:v>86.436835269008398</c:v>
                </c:pt>
                <c:pt idx="2272">
                  <c:v>86.549654511524693</c:v>
                </c:pt>
                <c:pt idx="2273">
                  <c:v>86.500836857188716</c:v>
                </c:pt>
                <c:pt idx="2274">
                  <c:v>86.485364334648125</c:v>
                </c:pt>
                <c:pt idx="2275">
                  <c:v>86.584416153584229</c:v>
                </c:pt>
                <c:pt idx="2276">
                  <c:v>86.513880336761815</c:v>
                </c:pt>
                <c:pt idx="2277">
                  <c:v>86.566121118296891</c:v>
                </c:pt>
                <c:pt idx="2278">
                  <c:v>86.459340386933931</c:v>
                </c:pt>
                <c:pt idx="2279">
                  <c:v>86.290437283689172</c:v>
                </c:pt>
                <c:pt idx="2280">
                  <c:v>86.41751911493435</c:v>
                </c:pt>
                <c:pt idx="2281">
                  <c:v>86.535836177474408</c:v>
                </c:pt>
                <c:pt idx="2282">
                  <c:v>86.576848280904116</c:v>
                </c:pt>
                <c:pt idx="2283">
                  <c:v>86.584190140566491</c:v>
                </c:pt>
                <c:pt idx="2284">
                  <c:v>86.641407637354448</c:v>
                </c:pt>
                <c:pt idx="2285">
                  <c:v>87.116218339673395</c:v>
                </c:pt>
                <c:pt idx="2286">
                  <c:v>87.120618553194177</c:v>
                </c:pt>
                <c:pt idx="2287">
                  <c:v>87.22367663079126</c:v>
                </c:pt>
                <c:pt idx="2288">
                  <c:v>87.561682140507358</c:v>
                </c:pt>
                <c:pt idx="2289">
                  <c:v>87.478178212030087</c:v>
                </c:pt>
                <c:pt idx="2290">
                  <c:v>87.585807068619403</c:v>
                </c:pt>
                <c:pt idx="2291">
                  <c:v>86.886088270413737</c:v>
                </c:pt>
                <c:pt idx="2292">
                  <c:v>86.846139291634145</c:v>
                </c:pt>
                <c:pt idx="2293">
                  <c:v>86.882156669877347</c:v>
                </c:pt>
                <c:pt idx="2294">
                  <c:v>86.886181046418415</c:v>
                </c:pt>
                <c:pt idx="2295">
                  <c:v>86.974211302704276</c:v>
                </c:pt>
                <c:pt idx="2296">
                  <c:v>86.699534828732382</c:v>
                </c:pt>
                <c:pt idx="2297">
                  <c:v>86.646631457174735</c:v>
                </c:pt>
                <c:pt idx="2298">
                  <c:v>86.691596657787485</c:v>
                </c:pt>
                <c:pt idx="2299">
                  <c:v>87.002204740248686</c:v>
                </c:pt>
                <c:pt idx="2300">
                  <c:v>87.211888417817065</c:v>
                </c:pt>
                <c:pt idx="2301">
                  <c:v>87.400622606733791</c:v>
                </c:pt>
                <c:pt idx="2302">
                  <c:v>87.331378701998091</c:v>
                </c:pt>
                <c:pt idx="2303">
                  <c:v>87.378561430649938</c:v>
                </c:pt>
                <c:pt idx="2304">
                  <c:v>87.089596587323157</c:v>
                </c:pt>
                <c:pt idx="2305">
                  <c:v>87.085856704163348</c:v>
                </c:pt>
                <c:pt idx="2306">
                  <c:v>87.061149607522026</c:v>
                </c:pt>
                <c:pt idx="2307">
                  <c:v>87.239198973459764</c:v>
                </c:pt>
                <c:pt idx="2308">
                  <c:v>87.326733134388149</c:v>
                </c:pt>
                <c:pt idx="2309">
                  <c:v>87.260477040326947</c:v>
                </c:pt>
                <c:pt idx="2310">
                  <c:v>87.083279723757087</c:v>
                </c:pt>
                <c:pt idx="2311">
                  <c:v>86.792020550322846</c:v>
                </c:pt>
                <c:pt idx="2312">
                  <c:v>86.670533026181104</c:v>
                </c:pt>
                <c:pt idx="2313">
                  <c:v>86.501624789480545</c:v>
                </c:pt>
                <c:pt idx="2314">
                  <c:v>86.303953322766645</c:v>
                </c:pt>
                <c:pt idx="2315">
                  <c:v>86.218414523497913</c:v>
                </c:pt>
                <c:pt idx="2316">
                  <c:v>85.8317772360747</c:v>
                </c:pt>
                <c:pt idx="2317">
                  <c:v>85.730209786228684</c:v>
                </c:pt>
                <c:pt idx="2318">
                  <c:v>85.868346956070098</c:v>
                </c:pt>
                <c:pt idx="2319">
                  <c:v>85.761044485007702</c:v>
                </c:pt>
                <c:pt idx="2320">
                  <c:v>85.581435979701567</c:v>
                </c:pt>
                <c:pt idx="2321">
                  <c:v>85.602386914690072</c:v>
                </c:pt>
                <c:pt idx="2322">
                  <c:v>85.646785606511742</c:v>
                </c:pt>
                <c:pt idx="2323">
                  <c:v>85.228082029181351</c:v>
                </c:pt>
                <c:pt idx="2324">
                  <c:v>85.808709264722367</c:v>
                </c:pt>
              </c:numCache>
            </c:numRef>
          </c:val>
          <c:smooth val="0"/>
          <c:extLst>
            <c:ext xmlns:c16="http://schemas.microsoft.com/office/drawing/2014/chart" uri="{C3380CC4-5D6E-409C-BE32-E72D297353CC}">
              <c16:uniqueId val="{00000002-F5F9-0347-A081-D06DA822ADCA}"/>
            </c:ext>
          </c:extLst>
        </c:ser>
        <c:dLbls>
          <c:showLegendKey val="0"/>
          <c:showVal val="0"/>
          <c:showCatName val="0"/>
          <c:showSerName val="0"/>
          <c:showPercent val="0"/>
          <c:showBubbleSize val="0"/>
        </c:dLbls>
        <c:smooth val="0"/>
        <c:axId val="402800303"/>
        <c:axId val="402802031"/>
      </c:lineChart>
      <c:dateAx>
        <c:axId val="402800303"/>
        <c:scaling>
          <c:orientation val="minMax"/>
        </c:scaling>
        <c:delete val="0"/>
        <c:axPos val="b"/>
        <c:numFmt formatCode="[$-409]d\-mmm\-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402802031"/>
        <c:crosses val="autoZero"/>
        <c:auto val="1"/>
        <c:lblOffset val="100"/>
        <c:baseTimeUnit val="days"/>
      </c:dateAx>
      <c:valAx>
        <c:axId val="402802031"/>
        <c:scaling>
          <c:orientation val="minMax"/>
          <c:min val="60"/>
        </c:scaling>
        <c:delete val="0"/>
        <c:axPos val="l"/>
        <c:majorGridlines>
          <c:spPr>
            <a:ln w="9525" cap="flat" cmpd="sng" algn="ctr">
              <a:solidFill>
                <a:schemeClr val="tx1">
                  <a:lumMod val="15000"/>
                  <a:lumOff val="85000"/>
                </a:schemeClr>
              </a:solidFill>
              <a:round/>
            </a:ln>
            <a:effectLst/>
          </c:spPr>
        </c:majorGridlines>
        <c:numFmt formatCode="[$₹-4009]#,##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402800303"/>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Sheet2!$AA$15</c:f>
              <c:strCache>
                <c:ptCount val="1"/>
                <c:pt idx="0">
                  <c:v>2015</c:v>
                </c:pt>
              </c:strCache>
            </c:strRef>
          </c:tx>
          <c:spPr>
            <a:solidFill>
              <a:schemeClr val="accent1"/>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Sheet2!$AA$16:$AA$27</c:f>
              <c:numCache>
                <c:formatCode>0.0%</c:formatCode>
                <c:ptCount val="12"/>
                <c:pt idx="1">
                  <c:v>6.1974891356832318E-2</c:v>
                </c:pt>
                <c:pt idx="2">
                  <c:v>1.8113306204105895E-2</c:v>
                </c:pt>
                <c:pt idx="3">
                  <c:v>-4.1365450637787182E-2</c:v>
                </c:pt>
                <c:pt idx="4">
                  <c:v>-2.9617120395981855E-2</c:v>
                </c:pt>
                <c:pt idx="5">
                  <c:v>1.2176021219522326E-2</c:v>
                </c:pt>
                <c:pt idx="6">
                  <c:v>2.330021106552449E-3</c:v>
                </c:pt>
                <c:pt idx="7">
                  <c:v>1.0647044557881458E-2</c:v>
                </c:pt>
                <c:pt idx="8">
                  <c:v>-8.8633450582637274E-2</c:v>
                </c:pt>
                <c:pt idx="9">
                  <c:v>2.1198713049956019E-2</c:v>
                </c:pt>
                <c:pt idx="10">
                  <c:v>1.256461532656683E-2</c:v>
                </c:pt>
                <c:pt idx="11">
                  <c:v>-1.1911859690962423E-2</c:v>
                </c:pt>
              </c:numCache>
            </c:numRef>
          </c:val>
          <c:extLst>
            <c:ext xmlns:c16="http://schemas.microsoft.com/office/drawing/2014/chart" uri="{C3380CC4-5D6E-409C-BE32-E72D297353CC}">
              <c16:uniqueId val="{00000000-BE41-3146-B2FE-413CBB3C313E}"/>
            </c:ext>
          </c:extLst>
        </c:ser>
        <c:ser>
          <c:idx val="1"/>
          <c:order val="1"/>
          <c:tx>
            <c:strRef>
              <c:f>Sheet2!$AB$15</c:f>
              <c:strCache>
                <c:ptCount val="1"/>
                <c:pt idx="0">
                  <c:v>2016</c:v>
                </c:pt>
              </c:strCache>
            </c:strRef>
          </c:tx>
          <c:spPr>
            <a:solidFill>
              <a:schemeClr val="accent2"/>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Sheet2!$AB$16:$AB$27</c:f>
              <c:numCache>
                <c:formatCode>0.0%</c:formatCode>
                <c:ptCount val="12"/>
                <c:pt idx="0">
                  <c:v>1.0433820663993121E-3</c:v>
                </c:pt>
                <c:pt idx="1">
                  <c:v>-5.1141500904159143E-2</c:v>
                </c:pt>
                <c:pt idx="2">
                  <c:v>-4.4157253555145215E-2</c:v>
                </c:pt>
                <c:pt idx="3">
                  <c:v>6.7949268238649774E-2</c:v>
                </c:pt>
                <c:pt idx="4">
                  <c:v>1.2038039426685909E-2</c:v>
                </c:pt>
                <c:pt idx="5">
                  <c:v>4.7918881871404917E-2</c:v>
                </c:pt>
                <c:pt idx="6">
                  <c:v>1.8141920182886295E-2</c:v>
                </c:pt>
                <c:pt idx="7">
                  <c:v>3.7006129665539955E-2</c:v>
                </c:pt>
                <c:pt idx="8">
                  <c:v>1.5990181264509573E-2</c:v>
                </c:pt>
                <c:pt idx="9">
                  <c:v>-4.1654083068839443E-3</c:v>
                </c:pt>
                <c:pt idx="10">
                  <c:v>-1.2800265503942532E-2</c:v>
                </c:pt>
                <c:pt idx="11">
                  <c:v>-5.0236197652514192E-2</c:v>
                </c:pt>
              </c:numCache>
            </c:numRef>
          </c:val>
          <c:extLst>
            <c:ext xmlns:c16="http://schemas.microsoft.com/office/drawing/2014/chart" uri="{C3380CC4-5D6E-409C-BE32-E72D297353CC}">
              <c16:uniqueId val="{00000001-BE41-3146-B2FE-413CBB3C313E}"/>
            </c:ext>
          </c:extLst>
        </c:ser>
        <c:ser>
          <c:idx val="2"/>
          <c:order val="2"/>
          <c:tx>
            <c:strRef>
              <c:f>Sheet2!$AC$15</c:f>
              <c:strCache>
                <c:ptCount val="1"/>
                <c:pt idx="0">
                  <c:v>2017</c:v>
                </c:pt>
              </c:strCache>
            </c:strRef>
          </c:tx>
          <c:spPr>
            <a:solidFill>
              <a:schemeClr val="accent3"/>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Sheet2!$AC$16:$AC$27</c:f>
              <c:numCache>
                <c:formatCode>0.0%</c:formatCode>
                <c:ptCount val="12"/>
                <c:pt idx="0">
                  <c:v>-1.6355624992371309E-3</c:v>
                </c:pt>
                <c:pt idx="1">
                  <c:v>6.5639709028669113E-2</c:v>
                </c:pt>
                <c:pt idx="2">
                  <c:v>2.6318204763434494E-2</c:v>
                </c:pt>
                <c:pt idx="3">
                  <c:v>3.2646605110778326E-2</c:v>
                </c:pt>
                <c:pt idx="4">
                  <c:v>8.2216100066572206E-3</c:v>
                </c:pt>
                <c:pt idx="5">
                  <c:v>3.2457214026498482E-2</c:v>
                </c:pt>
                <c:pt idx="6">
                  <c:v>-1.1439148927328002E-4</c:v>
                </c:pt>
                <c:pt idx="7">
                  <c:v>5.1965678627144962E-2</c:v>
                </c:pt>
                <c:pt idx="8">
                  <c:v>-1.3866026011775001E-2</c:v>
                </c:pt>
                <c:pt idx="9">
                  <c:v>-1.1519489894128987E-2</c:v>
                </c:pt>
                <c:pt idx="10">
                  <c:v>5.8927937522186724E-2</c:v>
                </c:pt>
                <c:pt idx="11">
                  <c:v>-3.0525357980939694E-2</c:v>
                </c:pt>
              </c:numCache>
            </c:numRef>
          </c:val>
          <c:extLst>
            <c:ext xmlns:c16="http://schemas.microsoft.com/office/drawing/2014/chart" uri="{C3380CC4-5D6E-409C-BE32-E72D297353CC}">
              <c16:uniqueId val="{00000002-BE41-3146-B2FE-413CBB3C313E}"/>
            </c:ext>
          </c:extLst>
        </c:ser>
        <c:ser>
          <c:idx val="3"/>
          <c:order val="3"/>
          <c:tx>
            <c:strRef>
              <c:f>Sheet2!$AD$15</c:f>
              <c:strCache>
                <c:ptCount val="1"/>
                <c:pt idx="0">
                  <c:v>2018</c:v>
                </c:pt>
              </c:strCache>
            </c:strRef>
          </c:tx>
          <c:spPr>
            <a:solidFill>
              <a:schemeClr val="accent4"/>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Sheet2!$AD$16:$AD$27</c:f>
              <c:numCache>
                <c:formatCode>0.0%</c:formatCode>
                <c:ptCount val="12"/>
                <c:pt idx="0">
                  <c:v>3.0997451046256508E-2</c:v>
                </c:pt>
                <c:pt idx="1">
                  <c:v>5.5708611429201138E-2</c:v>
                </c:pt>
                <c:pt idx="2">
                  <c:v>-5.0699380043387809E-2</c:v>
                </c:pt>
                <c:pt idx="3">
                  <c:v>-2.3574464423164354E-2</c:v>
                </c:pt>
                <c:pt idx="4">
                  <c:v>4.9575001468888935E-2</c:v>
                </c:pt>
                <c:pt idx="5">
                  <c:v>-2.0386170991923969E-3</c:v>
                </c:pt>
                <c:pt idx="6">
                  <c:v>-3.6368055945102951E-3</c:v>
                </c:pt>
                <c:pt idx="7">
                  <c:v>6.4641137999305709E-2</c:v>
                </c:pt>
                <c:pt idx="8">
                  <c:v>2.0813135675380234E-2</c:v>
                </c:pt>
                <c:pt idx="9">
                  <c:v>-4.9562480843697632E-2</c:v>
                </c:pt>
                <c:pt idx="10">
                  <c:v>-5.7034237802385368E-2</c:v>
                </c:pt>
                <c:pt idx="11">
                  <c:v>4.8485373948142785E-2</c:v>
                </c:pt>
              </c:numCache>
            </c:numRef>
          </c:val>
          <c:extLst>
            <c:ext xmlns:c16="http://schemas.microsoft.com/office/drawing/2014/chart" uri="{C3380CC4-5D6E-409C-BE32-E72D297353CC}">
              <c16:uniqueId val="{00000003-BE41-3146-B2FE-413CBB3C313E}"/>
            </c:ext>
          </c:extLst>
        </c:ser>
        <c:ser>
          <c:idx val="4"/>
          <c:order val="4"/>
          <c:tx>
            <c:strRef>
              <c:f>Sheet2!$AE$15</c:f>
              <c:strCache>
                <c:ptCount val="1"/>
                <c:pt idx="0">
                  <c:v>2019</c:v>
                </c:pt>
              </c:strCache>
            </c:strRef>
          </c:tx>
          <c:spPr>
            <a:solidFill>
              <a:schemeClr val="accent5"/>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Sheet2!$AE$16:$AE$27</c:f>
              <c:numCache>
                <c:formatCode>0.0%</c:formatCode>
                <c:ptCount val="12"/>
                <c:pt idx="0">
                  <c:v>2.4210405420925785E-3</c:v>
                </c:pt>
                <c:pt idx="1">
                  <c:v>-1.5077771972760168E-3</c:v>
                </c:pt>
                <c:pt idx="2">
                  <c:v>-2.7676674025693959E-3</c:v>
                </c:pt>
                <c:pt idx="3">
                  <c:v>7.4161181939522258E-2</c:v>
                </c:pt>
                <c:pt idx="4">
                  <c:v>4.7647000852675259E-3</c:v>
                </c:pt>
                <c:pt idx="5">
                  <c:v>3.1028380136036926E-2</c:v>
                </c:pt>
                <c:pt idx="6">
                  <c:v>-1.8443072163327967E-2</c:v>
                </c:pt>
                <c:pt idx="7">
                  <c:v>-7.4635922330097082E-2</c:v>
                </c:pt>
                <c:pt idx="8">
                  <c:v>-1.6584699453551899E-2</c:v>
                </c:pt>
                <c:pt idx="9">
                  <c:v>5.2047157317626658E-2</c:v>
                </c:pt>
                <c:pt idx="10">
                  <c:v>4.6716960536624441E-2</c:v>
                </c:pt>
                <c:pt idx="11">
                  <c:v>1.3254167157250363E-2</c:v>
                </c:pt>
              </c:numCache>
            </c:numRef>
          </c:val>
          <c:extLst>
            <c:ext xmlns:c16="http://schemas.microsoft.com/office/drawing/2014/chart" uri="{C3380CC4-5D6E-409C-BE32-E72D297353CC}">
              <c16:uniqueId val="{00000004-BE41-3146-B2FE-413CBB3C313E}"/>
            </c:ext>
          </c:extLst>
        </c:ser>
        <c:ser>
          <c:idx val="5"/>
          <c:order val="5"/>
          <c:tx>
            <c:strRef>
              <c:f>Sheet2!$AF$15</c:f>
              <c:strCache>
                <c:ptCount val="1"/>
                <c:pt idx="0">
                  <c:v>2020</c:v>
                </c:pt>
              </c:strCache>
            </c:strRef>
          </c:tx>
          <c:spPr>
            <a:solidFill>
              <a:schemeClr val="accent6"/>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Sheet2!$AF$16:$AF$27</c:f>
              <c:numCache>
                <c:formatCode>0.0%</c:formatCode>
                <c:ptCount val="12"/>
                <c:pt idx="0">
                  <c:v>1.1146893311863915E-2</c:v>
                </c:pt>
                <c:pt idx="1">
                  <c:v>-4.2737533347014134E-2</c:v>
                </c:pt>
                <c:pt idx="2">
                  <c:v>-4.53701599660431E-2</c:v>
                </c:pt>
                <c:pt idx="3">
                  <c:v>-0.2586018728526196</c:v>
                </c:pt>
                <c:pt idx="4">
                  <c:v>0.12596622161913307</c:v>
                </c:pt>
                <c:pt idx="5">
                  <c:v>5.7314251896486645E-2</c:v>
                </c:pt>
                <c:pt idx="6">
                  <c:v>6.1458455244424393E-2</c:v>
                </c:pt>
                <c:pt idx="7">
                  <c:v>4.4251945100934442E-2</c:v>
                </c:pt>
                <c:pt idx="8">
                  <c:v>5.3128098718278283E-2</c:v>
                </c:pt>
                <c:pt idx="9">
                  <c:v>-4.6468036878010155E-3</c:v>
                </c:pt>
                <c:pt idx="10">
                  <c:v>2.2089962730851731E-2</c:v>
                </c:pt>
                <c:pt idx="11">
                  <c:v>0.12339373476217208</c:v>
                </c:pt>
              </c:numCache>
            </c:numRef>
          </c:val>
          <c:extLst>
            <c:ext xmlns:c16="http://schemas.microsoft.com/office/drawing/2014/chart" uri="{C3380CC4-5D6E-409C-BE32-E72D297353CC}">
              <c16:uniqueId val="{00000005-BE41-3146-B2FE-413CBB3C313E}"/>
            </c:ext>
          </c:extLst>
        </c:ser>
        <c:ser>
          <c:idx val="6"/>
          <c:order val="6"/>
          <c:tx>
            <c:strRef>
              <c:f>Sheet2!$AG$15</c:f>
              <c:strCache>
                <c:ptCount val="1"/>
                <c:pt idx="0">
                  <c:v>2021</c:v>
                </c:pt>
              </c:strCache>
            </c:strRef>
          </c:tx>
          <c:spPr>
            <a:solidFill>
              <a:schemeClr val="accent1">
                <a:lumMod val="60000"/>
              </a:schemeClr>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Sheet2!$AG$16:$AG$27</c:f>
              <c:numCache>
                <c:formatCode>0.0%</c:formatCode>
                <c:ptCount val="12"/>
                <c:pt idx="0">
                  <c:v>6.9375736609441629E-2</c:v>
                </c:pt>
                <c:pt idx="1">
                  <c:v>1.8739522773477901E-2</c:v>
                </c:pt>
                <c:pt idx="2">
                  <c:v>3.3635128700669314E-2</c:v>
                </c:pt>
                <c:pt idx="3">
                  <c:v>7.1672690198523181E-3</c:v>
                </c:pt>
                <c:pt idx="4">
                  <c:v>-1.5685377690038971E-2</c:v>
                </c:pt>
                <c:pt idx="5">
                  <c:v>6.4281150596379177E-2</c:v>
                </c:pt>
                <c:pt idx="6">
                  <c:v>6.7512688725734904E-3</c:v>
                </c:pt>
                <c:pt idx="7">
                  <c:v>1.3083545918367356E-2</c:v>
                </c:pt>
                <c:pt idx="8">
                  <c:v>7.498198002536971E-2</c:v>
                </c:pt>
                <c:pt idx="9">
                  <c:v>2.6692043042237046E-2</c:v>
                </c:pt>
                <c:pt idx="10">
                  <c:v>2.2678466009394382E-2</c:v>
                </c:pt>
                <c:pt idx="11">
                  <c:v>-4.254126544578396E-2</c:v>
                </c:pt>
              </c:numCache>
            </c:numRef>
          </c:val>
          <c:extLst>
            <c:ext xmlns:c16="http://schemas.microsoft.com/office/drawing/2014/chart" uri="{C3380CC4-5D6E-409C-BE32-E72D297353CC}">
              <c16:uniqueId val="{00000006-BE41-3146-B2FE-413CBB3C313E}"/>
            </c:ext>
          </c:extLst>
        </c:ser>
        <c:ser>
          <c:idx val="7"/>
          <c:order val="7"/>
          <c:tx>
            <c:strRef>
              <c:f>Sheet2!$AH$15</c:f>
              <c:strCache>
                <c:ptCount val="1"/>
                <c:pt idx="0">
                  <c:v>2022</c:v>
                </c:pt>
              </c:strCache>
            </c:strRef>
          </c:tx>
          <c:spPr>
            <a:solidFill>
              <a:schemeClr val="accent2">
                <a:lumMod val="60000"/>
              </a:schemeClr>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Sheet2!$AH$16:$AH$27</c:f>
              <c:numCache>
                <c:formatCode>0.0%</c:formatCode>
                <c:ptCount val="12"/>
                <c:pt idx="0">
                  <c:v>2.6725850328247924E-2</c:v>
                </c:pt>
                <c:pt idx="1">
                  <c:v>-2.7715211310758159E-3</c:v>
                </c:pt>
                <c:pt idx="2">
                  <c:v>-5.5237428777056063E-2</c:v>
                </c:pt>
                <c:pt idx="3">
                  <c:v>6.410352915671802E-2</c:v>
                </c:pt>
                <c:pt idx="4">
                  <c:v>-3.4031391390711763E-2</c:v>
                </c:pt>
                <c:pt idx="5">
                  <c:v>-3.2008131653104011E-2</c:v>
                </c:pt>
                <c:pt idx="6">
                  <c:v>-4.6644777655051373E-2</c:v>
                </c:pt>
                <c:pt idx="7">
                  <c:v>0.10081227522766878</c:v>
                </c:pt>
                <c:pt idx="8">
                  <c:v>1.1692584508118387E-2</c:v>
                </c:pt>
                <c:pt idx="9">
                  <c:v>-3.736290671956588E-2</c:v>
                </c:pt>
                <c:pt idx="10">
                  <c:v>7.4496590643292393E-2</c:v>
                </c:pt>
                <c:pt idx="11">
                  <c:v>3.6764138569554738E-2</c:v>
                </c:pt>
              </c:numCache>
            </c:numRef>
          </c:val>
          <c:extLst>
            <c:ext xmlns:c16="http://schemas.microsoft.com/office/drawing/2014/chart" uri="{C3380CC4-5D6E-409C-BE32-E72D297353CC}">
              <c16:uniqueId val="{00000007-BE41-3146-B2FE-413CBB3C313E}"/>
            </c:ext>
          </c:extLst>
        </c:ser>
        <c:ser>
          <c:idx val="8"/>
          <c:order val="8"/>
          <c:tx>
            <c:strRef>
              <c:f>Sheet2!$AI$15</c:f>
              <c:strCache>
                <c:ptCount val="1"/>
                <c:pt idx="0">
                  <c:v>2023</c:v>
                </c:pt>
              </c:strCache>
            </c:strRef>
          </c:tx>
          <c:spPr>
            <a:solidFill>
              <a:schemeClr val="accent3">
                <a:lumMod val="60000"/>
              </a:schemeClr>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Sheet2!$AI$16:$AI$27</c:f>
              <c:numCache>
                <c:formatCode>0.0%</c:formatCode>
                <c:ptCount val="12"/>
                <c:pt idx="0">
                  <c:v>-3.2693687707641139E-2</c:v>
                </c:pt>
                <c:pt idx="1">
                  <c:v>-3.1935793201794849E-2</c:v>
                </c:pt>
                <c:pt idx="2">
                  <c:v>-9.3890317490050723E-3</c:v>
                </c:pt>
                <c:pt idx="3">
                  <c:v>-3.0284970975710257E-3</c:v>
                </c:pt>
                <c:pt idx="4">
                  <c:v>4.3085288293803092E-2</c:v>
                </c:pt>
                <c:pt idx="5">
                  <c:v>1.8740718495232178E-2</c:v>
                </c:pt>
                <c:pt idx="6">
                  <c:v>4.5154223742748467E-2</c:v>
                </c:pt>
                <c:pt idx="7">
                  <c:v>2.1270484485743424E-2</c:v>
                </c:pt>
                <c:pt idx="8">
                  <c:v>-1.5113854324234621E-2</c:v>
                </c:pt>
                <c:pt idx="9">
                  <c:v>4.8082612565796268E-3</c:v>
                </c:pt>
                <c:pt idx="10">
                  <c:v>-2.7631056775267115E-2</c:v>
                </c:pt>
                <c:pt idx="11">
                  <c:v>6.7341086883825785E-2</c:v>
                </c:pt>
              </c:numCache>
            </c:numRef>
          </c:val>
          <c:extLst>
            <c:ext xmlns:c16="http://schemas.microsoft.com/office/drawing/2014/chart" uri="{C3380CC4-5D6E-409C-BE32-E72D297353CC}">
              <c16:uniqueId val="{00000008-BE41-3146-B2FE-413CBB3C313E}"/>
            </c:ext>
          </c:extLst>
        </c:ser>
        <c:ser>
          <c:idx val="9"/>
          <c:order val="9"/>
          <c:tx>
            <c:strRef>
              <c:f>Sheet2!$AJ$15</c:f>
              <c:strCache>
                <c:ptCount val="1"/>
                <c:pt idx="0">
                  <c:v>2024</c:v>
                </c:pt>
              </c:strCache>
            </c:strRef>
          </c:tx>
          <c:spPr>
            <a:solidFill>
              <a:schemeClr val="accent4">
                <a:lumMod val="60000"/>
              </a:schemeClr>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Sheet2!$AJ$16:$AJ$27</c:f>
              <c:numCache>
                <c:formatCode>0.0%</c:formatCode>
                <c:ptCount val="12"/>
                <c:pt idx="0">
                  <c:v>7.2725837407920935E-2</c:v>
                </c:pt>
                <c:pt idx="1">
                  <c:v>-2.0444395384028313E-3</c:v>
                </c:pt>
                <c:pt idx="2">
                  <c:v>2.9556468617279785E-2</c:v>
                </c:pt>
                <c:pt idx="3">
                  <c:v>5.5173185607968467E-3</c:v>
                </c:pt>
                <c:pt idx="4">
                  <c:v>8.2895556940612014E-3</c:v>
                </c:pt>
                <c:pt idx="5">
                  <c:v>2.7185383385876172E-2</c:v>
                </c:pt>
                <c:pt idx="6">
                  <c:v>3.7743026749599062E-2</c:v>
                </c:pt>
                <c:pt idx="7">
                  <c:v>3.5993364247709936E-2</c:v>
                </c:pt>
                <c:pt idx="8">
                  <c:v>1.0707331603420966E-2</c:v>
                </c:pt>
                <c:pt idx="9">
                  <c:v>2.0499471887399201E-2</c:v>
                </c:pt>
                <c:pt idx="10">
                  <c:v>-5.7857727091239708E-2</c:v>
                </c:pt>
                <c:pt idx="11">
                  <c:v>-1.1644006114132077E-3</c:v>
                </c:pt>
              </c:numCache>
            </c:numRef>
          </c:val>
          <c:extLst>
            <c:ext xmlns:c16="http://schemas.microsoft.com/office/drawing/2014/chart" uri="{C3380CC4-5D6E-409C-BE32-E72D297353CC}">
              <c16:uniqueId val="{00000009-BE41-3146-B2FE-413CBB3C313E}"/>
            </c:ext>
          </c:extLst>
        </c:ser>
        <c:ser>
          <c:idx val="10"/>
          <c:order val="10"/>
          <c:tx>
            <c:strRef>
              <c:f>Sheet2!$AK$15</c:f>
              <c:strCache>
                <c:ptCount val="1"/>
                <c:pt idx="0">
                  <c:v>2025</c:v>
                </c:pt>
              </c:strCache>
            </c:strRef>
          </c:tx>
          <c:spPr>
            <a:solidFill>
              <a:schemeClr val="accent5">
                <a:lumMod val="60000"/>
              </a:schemeClr>
            </a:solidFill>
            <a:ln>
              <a:noFill/>
            </a:ln>
            <a:effectLst>
              <a:outerShdw blurRad="50800" dist="38100" dir="2700000" algn="tl" rotWithShape="0">
                <a:prstClr val="black">
                  <a:alpha val="40000"/>
                </a:prstClr>
              </a:outerShdw>
            </a:effectLst>
          </c:spPr>
          <c:invertIfNegative val="0"/>
          <c:cat>
            <c:strRef>
              <c:f>Sheet2!$Z$16:$Z$27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Sheet2!$AK$16:$AK$27</c:f>
              <c:numCache>
                <c:formatCode>0.0%</c:formatCode>
                <c:ptCount val="12"/>
                <c:pt idx="0">
                  <c:v>-2.1961974868234257E-2</c:v>
                </c:pt>
                <c:pt idx="1">
                  <c:v>-1.0982230477321608E-2</c:v>
                </c:pt>
                <c:pt idx="2">
                  <c:v>-5.8037700977125239E-2</c:v>
                </c:pt>
              </c:numCache>
            </c:numRef>
          </c:val>
          <c:extLst>
            <c:ext xmlns:c16="http://schemas.microsoft.com/office/drawing/2014/chart" uri="{C3380CC4-5D6E-409C-BE32-E72D297353CC}">
              <c16:uniqueId val="{0000000A-BE41-3146-B2FE-413CBB3C313E}"/>
            </c:ext>
          </c:extLst>
        </c:ser>
        <c:dLbls>
          <c:showLegendKey val="0"/>
          <c:showVal val="0"/>
          <c:showCatName val="0"/>
          <c:showSerName val="0"/>
          <c:showPercent val="0"/>
          <c:showBubbleSize val="0"/>
        </c:dLbls>
        <c:gapWidth val="150"/>
        <c:axId val="1233502943"/>
        <c:axId val="1908400992"/>
      </c:barChart>
      <c:catAx>
        <c:axId val="12335029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908400992"/>
        <c:crosses val="autoZero"/>
        <c:auto val="1"/>
        <c:lblAlgn val="ctr"/>
        <c:lblOffset val="100"/>
        <c:noMultiLvlLbl val="0"/>
      </c:catAx>
      <c:valAx>
        <c:axId val="1908400992"/>
        <c:scaling>
          <c:orientation val="minMax"/>
          <c:min val="-0.1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crossAx val="123350294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Century Gothic" panose="020B0502020202020204" pitchFamily="34" charset="0"/>
              <a:ea typeface="+mn-ea"/>
              <a:cs typeface="+mn-cs"/>
            </a:defRPr>
          </a:pPr>
          <a:endParaRPr lang="en-AE"/>
        </a:p>
      </c:txPr>
    </c:legend>
    <c:plotVisOnly val="1"/>
    <c:dispBlanksAs val="gap"/>
    <c:showDLblsOverMax val="0"/>
  </c:chart>
  <c:spPr>
    <a:noFill/>
    <a:ln>
      <a:noFill/>
    </a:ln>
    <a:effectLst/>
  </c:spPr>
  <c:txPr>
    <a:bodyPr/>
    <a:lstStyle/>
    <a:p>
      <a:pPr>
        <a:defRPr>
          <a:latin typeface="Century Gothic" panose="020B0502020202020204" pitchFamily="34" charset="0"/>
        </a:defRPr>
      </a:pPr>
      <a:endParaRPr lang="en-AE"/>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Sheet1!$A$2:$C$9</cx:f>
        <cx:lvl ptCount="8">
          <cx:pt idx="0">Agri, Forestry &amp; Fishing</cx:pt>
        </cx:lvl>
        <cx:lvl ptCount="8">
          <cx:pt idx="1">Mining &amp; Quarrying</cx:pt>
          <cx:pt idx="2">Manufacturing</cx:pt>
          <cx:pt idx="3">Electricity, Gas, Water Supply</cx:pt>
          <cx:pt idx="4">Construction</cx:pt>
          <cx:pt idx="5">Trade, Hotels, Transport, Comms</cx:pt>
          <cx:pt idx="6">Financial, R. Estate, Prof. Services</cx:pt>
          <cx:pt idx="7">Public Admin, Defense, Others </cx:pt>
        </cx:lvl>
        <cx:lvl ptCount="8">
          <cx:pt idx="0">Agri</cx:pt>
          <cx:pt idx="1">Industry</cx:pt>
          <cx:pt idx="2">Industry</cx:pt>
          <cx:pt idx="3">Industry</cx:pt>
          <cx:pt idx="4">Industry</cx:pt>
          <cx:pt idx="5">Services</cx:pt>
          <cx:pt idx="6">Services</cx:pt>
          <cx:pt idx="7">Services</cx:pt>
        </cx:lvl>
      </cx:strDim>
      <cx:numDim type="size">
        <cx:f>Sheet1!$D$2:$D$9</cx:f>
        <cx:lvl ptCount="8" formatCode="General">
          <cx:pt idx="0">17.66</cx:pt>
          <cx:pt idx="1">1.97</cx:pt>
          <cx:pt idx="2">14.27</cx:pt>
          <cx:pt idx="3">2.48</cx:pt>
          <cx:pt idx="4">8.9100000000000001</cx:pt>
          <cx:pt idx="5">17.5</cx:pt>
          <cx:pt idx="6">22.66</cx:pt>
          <cx:pt idx="7">14.550000000000001</cx:pt>
        </cx:lvl>
      </cx:numDim>
    </cx:data>
  </cx:chartData>
  <cx:chart>
    <cx:plotArea>
      <cx:plotAreaRegion>
        <cx:series layoutId="treemap" uniqueId="{78F73D97-6FB0-114B-BDB4-588714335D65}">
          <cx:tx>
            <cx:txData>
              <cx:f>Sheet1!$D$1</cx:f>
              <cx:v>Series1</cx:v>
            </cx:txData>
          </cx:tx>
          <cx:dataLabels pos="ctr">
            <cx:txPr>
              <a:bodyPr vertOverflow="overflow" horzOverflow="overflow" wrap="square" lIns="0" tIns="0" rIns="0" bIns="0"/>
              <a:lstStyle/>
              <a:p>
                <a:pPr algn="ctr" rtl="0">
                  <a:defRPr sz="500" b="1" i="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pPr>
                <a:endParaRPr lang="en-AE" sz="500" b="1">
                  <a:solidFill>
                    <a:schemeClr val="tx1"/>
                  </a:solidFill>
                  <a:latin typeface="Century Gothic" panose="020B0502020202020204" pitchFamily="34" charset="0"/>
                </a:endParaRPr>
              </a:p>
            </cx:txPr>
            <cx:visibility seriesName="0" categoryName="1" value="1"/>
            <cx:dataLabel idx="0">
              <cx:txPr>
                <a:bodyPr vertOverflow="overflow" horzOverflow="overflow" wrap="square" lIns="0" tIns="0" rIns="0" bIns="0"/>
                <a:lstStyle/>
                <a:p>
                  <a:pPr algn="ctr" rtl="0">
                    <a:defRPr sz="900">
                      <a:solidFill>
                        <a:srgbClr val="002060"/>
                      </a:solidFill>
                    </a:defRPr>
                  </a:pPr>
                  <a:r>
                    <a:rPr lang="en-AE" sz="900" b="1">
                      <a:solidFill>
                        <a:srgbClr val="002060"/>
                      </a:solidFill>
                      <a:latin typeface="Century Gothic" panose="020B0502020202020204" pitchFamily="34" charset="0"/>
                    </a:rPr>
                    <a:t>Agri</a:t>
                  </a:r>
                </a:p>
              </cx:txPr>
            </cx:dataLabel>
            <cx:dataLabel idx="2">
              <cx:txPr>
                <a:bodyPr vertOverflow="overflow" horzOverflow="overflow" wrap="square" lIns="0" tIns="0" rIns="0" bIns="0"/>
                <a:lstStyle/>
                <a:p>
                  <a:pPr algn="ctr" rtl="0">
                    <a:defRPr sz="900">
                      <a:solidFill>
                        <a:srgbClr val="002060"/>
                      </a:solidFill>
                    </a:defRPr>
                  </a:pPr>
                  <a:r>
                    <a:rPr lang="en-AE" sz="900" b="1">
                      <a:solidFill>
                        <a:srgbClr val="002060"/>
                      </a:solidFill>
                      <a:latin typeface="Century Gothic" panose="020B0502020202020204" pitchFamily="34" charset="0"/>
                    </a:rPr>
                    <a:t>Industry</a:t>
                  </a:r>
                </a:p>
              </cx:txPr>
            </cx:dataLabel>
            <cx:dataLabel idx="7">
              <cx:txPr>
                <a:bodyPr vertOverflow="overflow" horzOverflow="overflow" wrap="square" lIns="0" tIns="0" rIns="0" bIns="0"/>
                <a:lstStyle/>
                <a:p>
                  <a:pPr algn="ctr" rtl="0">
                    <a:defRPr sz="900">
                      <a:solidFill>
                        <a:srgbClr val="002060"/>
                      </a:solidFill>
                    </a:defRPr>
                  </a:pPr>
                  <a:r>
                    <a:rPr lang="en-AE" sz="900" b="1">
                      <a:solidFill>
                        <a:srgbClr val="002060"/>
                      </a:solidFill>
                      <a:latin typeface="Century Gothic" panose="020B0502020202020204" pitchFamily="34" charset="0"/>
                    </a:rPr>
                    <a:t>Services</a:t>
                  </a:r>
                </a:p>
              </cx:txPr>
            </cx:dataLabel>
          </cx:dataLabels>
          <cx:dataId val="0"/>
          <cx:layoutPr/>
        </cx:series>
      </cx:plotAreaRegion>
    </cx:plotArea>
  </cx:chart>
  <cx:spPr>
    <a:ln>
      <a:solidFill>
        <a:schemeClr val="tx1"/>
      </a:solid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FDI!$S$75:$S$85</cx:f>
        <cx:lvl ptCount="11">
          <cx:pt idx="0">Services Sector*</cx:pt>
          <cx:pt idx="1">Computer Software &amp; Hardware</cx:pt>
          <cx:pt idx="2">Trading</cx:pt>
          <cx:pt idx="3">Telecommunications</cx:pt>
          <cx:pt idx="4">Automobile Industry</cx:pt>
          <cx:pt idx="5">Construction (Infrastructure) Activities</cx:pt>
          <cx:pt idx="6">Construction Development Projects</cx:pt>
          <cx:pt idx="7">Drugs &amp; Pharmaceuticals</cx:pt>
          <cx:pt idx="8">Chemicals (Other Than Fertilizers)</cx:pt>
          <cx:pt idx="9">Non-conventional Energy</cx:pt>
          <cx:pt idx="10">Others</cx:pt>
        </cx:lvl>
      </cx:strDim>
      <cx:numDim type="size">
        <cx:f>FDI!$T$75:$T$85</cx:f>
        <cx:lvl ptCount="11" formatCode="0%">
          <cx:pt idx="0">0.16219263389211122</cx:pt>
          <cx:pt idx="1">0.15063145720074783</cx:pt>
          <cx:pt idx="2">0.064935628695815234</cx:pt>
          <cx:pt idx="3">0.05563176394416311</cx:pt>
          <cx:pt idx="4">0.052133805160056487</cx:pt>
          <cx:pt idx="5">0.049628500027478373</cx:pt>
          <cx:pt idx="6">0.037370227213150274</cx:pt>
          <cx:pt idx="7">0.032415060038683718</cx:pt>
          <cx:pt idx="8">0.031888698064918022</cx:pt>
          <cx:pt idx="9">0.029646643396780008</cx:pt>
          <cx:pt idx="10">0.3335255823660957</cx:pt>
        </cx:lvl>
      </cx:numDim>
    </cx:data>
  </cx:chartData>
  <cx:chart>
    <cx:plotArea>
      <cx:plotAreaRegion>
        <cx:series layoutId="treemap" uniqueId="{6972479D-C229-EC4F-97A0-879ED7C00ECA}">
          <cx:dataPt idx="0"/>
          <cx:dataPt idx="1"/>
          <cx:dataPt idx="2"/>
          <cx:dataPt idx="3"/>
          <cx:dataPt idx="5"/>
          <cx:dataPt idx="10">
            <cx:spPr>
              <a:solidFill>
                <a:srgbClr val="B2B2B2"/>
              </a:solidFill>
            </cx:spPr>
          </cx:dataPt>
          <cx:dataLabels>
            <cx:numFmt formatCode="0%" sourceLinked="0"/>
            <cx:txPr>
              <a:bodyPr spcFirstLastPara="1" vertOverflow="ellipsis" horzOverflow="overflow" wrap="square" lIns="0" tIns="0" rIns="0" bIns="0" anchor="ctr" anchorCtr="1"/>
              <a:lstStyle/>
              <a:p>
                <a:pPr algn="ctr" rtl="0">
                  <a:defRPr sz="500" b="1">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pPr>
                <a:endParaRPr lang="en-US" sz="500" b="1" i="0" u="none" strike="noStrike" kern="1200" baseline="0">
                  <a:solidFill>
                    <a:schemeClr val="bg1"/>
                  </a:solidFill>
                  <a:latin typeface="Century Gothic" panose="020B0502020202020204" pitchFamily="34" charset="0"/>
                  <a:cs typeface="Arial"/>
                </a:endParaRPr>
              </a:p>
            </cx:txPr>
            <cx:visibility seriesName="0" categoryName="1" value="1"/>
            <cx:dataLabel idx="0">
              <cx:txPr>
                <a:bodyPr spcFirstLastPara="1" vertOverflow="ellipsis" horzOverflow="overflow" wrap="square" lIns="0" tIns="0" rIns="0" bIns="0" anchor="ctr" anchorCtr="1"/>
                <a:lstStyle/>
                <a:p>
                  <a:pPr algn="ctr" rtl="0">
                    <a:defRPr sz="700"/>
                  </a:pPr>
                  <a:r>
                    <a:rPr lang="en-US" sz="700" b="1" i="0" u="none" strike="noStrike" kern="1200" baseline="0">
                      <a:solidFill>
                        <a:schemeClr val="bg1"/>
                      </a:solidFill>
                      <a:latin typeface="Century Gothic" panose="020B0502020202020204" pitchFamily="34" charset="0"/>
                      <a:cs typeface="Arial"/>
                    </a:rPr>
                    <a:t>Services Sector*, 16%</a:t>
                  </a:r>
                </a:p>
              </cx:txPr>
            </cx:dataLabel>
            <cx:dataLabel idx="1">
              <cx:txPr>
                <a:bodyPr spcFirstLastPara="1" vertOverflow="ellipsis" horzOverflow="overflow" wrap="square" lIns="0" tIns="0" rIns="0" bIns="0" anchor="ctr" anchorCtr="1"/>
                <a:lstStyle/>
                <a:p>
                  <a:pPr algn="ctr" rtl="0">
                    <a:defRPr sz="700"/>
                  </a:pPr>
                  <a:r>
                    <a:rPr lang="en-US" sz="700" b="1" i="0" u="none" strike="noStrike" kern="1200" baseline="0">
                      <a:solidFill>
                        <a:schemeClr val="bg1"/>
                      </a:solidFill>
                      <a:latin typeface="Century Gothic" panose="020B0502020202020204" pitchFamily="34" charset="0"/>
                      <a:cs typeface="Arial"/>
                    </a:rPr>
                    <a:t>Computer Software &amp; Hardware, 15%</a:t>
                  </a:r>
                </a:p>
              </cx:txPr>
            </cx:dataLabel>
            <cx:dataLabel idx="4">
              <cx:numFmt formatCode="0%" sourceLinked="0"/>
              <cx:txPr>
                <a:bodyPr spcFirstLastPara="1" vertOverflow="ellipsis" horzOverflow="overflow" wrap="square" lIns="0" tIns="0" rIns="0" bIns="0" anchor="ctr" anchorCtr="1"/>
                <a:lstStyle/>
                <a:p>
                  <a:pPr algn="ctr" rtl="0">
                    <a:defRPr sz="600"/>
                  </a:pPr>
                  <a:r>
                    <a:rPr lang="en-US" sz="600" b="1" i="0" u="none" strike="noStrike" kern="1200" baseline="0">
                      <a:solidFill>
                        <a:schemeClr val="bg1"/>
                      </a:solidFill>
                      <a:latin typeface="Century Gothic" panose="020B0502020202020204" pitchFamily="34" charset="0"/>
                      <a:cs typeface="Arial"/>
                    </a:rPr>
                    <a:t>Automobile Industry</a:t>
                  </a:r>
                </a:p>
              </cx:txPr>
              <cx:visibility seriesName="0" categoryName="1" value="0"/>
            </cx:dataLabel>
            <cx:dataLabel idx="5">
              <cx:numFmt formatCode="0%" sourceLinked="0"/>
              <cx:txPr>
                <a:bodyPr spcFirstLastPara="1" vertOverflow="ellipsis" horzOverflow="overflow" wrap="square" lIns="0" tIns="0" rIns="0" bIns="0" anchor="ctr" anchorCtr="1"/>
                <a:lstStyle/>
                <a:p>
                  <a:pPr algn="ctr" rtl="0">
                    <a:defRPr sz="300"/>
                  </a:pPr>
                  <a:r>
                    <a:rPr lang="en-US" sz="300" b="1" i="0" u="none" strike="noStrike" kern="1200" baseline="0">
                      <a:solidFill>
                        <a:schemeClr val="bg1"/>
                      </a:solidFill>
                      <a:latin typeface="Century Gothic" panose="020B0502020202020204" pitchFamily="34" charset="0"/>
                      <a:cs typeface="Arial"/>
                    </a:rPr>
                    <a:t>Construction (Infrastructure) Activities, 5%</a:t>
                  </a:r>
                </a:p>
              </cx:txPr>
              <cx:visibility seriesName="0" categoryName="1" value="1"/>
            </cx:dataLabel>
            <cx:dataLabel idx="6">
              <cx:numFmt formatCode="0%" sourceLinked="0"/>
              <cx:txPr>
                <a:bodyPr spcFirstLastPara="1" vertOverflow="ellipsis" horzOverflow="overflow" wrap="square" lIns="0" tIns="0" rIns="0" bIns="0" anchor="ctr" anchorCtr="1"/>
                <a:lstStyle/>
                <a:p>
                  <a:pPr algn="ctr" rtl="0">
                    <a:defRPr sz="300"/>
                  </a:pPr>
                  <a:r>
                    <a:rPr lang="en-US" sz="300" b="1" i="0" u="none" strike="noStrike" kern="1200" baseline="0">
                      <a:solidFill>
                        <a:schemeClr val="bg1"/>
                      </a:solidFill>
                      <a:latin typeface="Century Gothic" panose="020B0502020202020204" pitchFamily="34" charset="0"/>
                      <a:cs typeface="Arial"/>
                    </a:rPr>
                    <a:t>Construction Development Projects, 4%</a:t>
                  </a:r>
                </a:p>
              </cx:txPr>
              <cx:visibility seriesName="0" categoryName="1" value="1"/>
            </cx:dataLabel>
            <cx:dataLabel idx="7">
              <cx:numFmt formatCode="0%" sourceLinked="0"/>
              <cx:txPr>
                <a:bodyPr spcFirstLastPara="1" vertOverflow="ellipsis" horzOverflow="overflow" wrap="square" lIns="0" tIns="0" rIns="0" bIns="0" anchor="ctr" anchorCtr="1"/>
                <a:lstStyle/>
                <a:p>
                  <a:pPr algn="ctr" rtl="0">
                    <a:defRPr sz="300"/>
                  </a:pPr>
                  <a:r>
                    <a:rPr lang="en-US" sz="300" b="1" i="0" u="none" strike="noStrike" kern="1200" baseline="0">
                      <a:solidFill>
                        <a:schemeClr val="bg1"/>
                      </a:solidFill>
                      <a:latin typeface="Century Gothic" panose="020B0502020202020204" pitchFamily="34" charset="0"/>
                      <a:cs typeface="Arial"/>
                    </a:rPr>
                    <a:t>Drugs &amp; Pharmaceuticals, 3%</a:t>
                  </a:r>
                </a:p>
              </cx:txPr>
              <cx:visibility seriesName="0" categoryName="1" value="1"/>
            </cx:dataLabel>
            <cx:dataLabel idx="8">
              <cx:numFmt formatCode="0%" sourceLinked="0"/>
              <cx:txPr>
                <a:bodyPr spcFirstLastPara="1" vertOverflow="ellipsis" horzOverflow="overflow" wrap="square" lIns="0" tIns="0" rIns="0" bIns="0" anchor="ctr" anchorCtr="1"/>
                <a:lstStyle/>
                <a:p>
                  <a:pPr algn="ctr" rtl="0">
                    <a:defRPr sz="300"/>
                  </a:pPr>
                  <a:r>
                    <a:rPr lang="en-US" sz="300" b="1" i="0" u="none" strike="noStrike" kern="1200" baseline="0">
                      <a:solidFill>
                        <a:schemeClr val="bg1"/>
                      </a:solidFill>
                      <a:latin typeface="Century Gothic" panose="020B0502020202020204" pitchFamily="34" charset="0"/>
                      <a:cs typeface="Arial"/>
                    </a:rPr>
                    <a:t>Chemicals (Other Than Fertilizers), 3%</a:t>
                  </a:r>
                </a:p>
              </cx:txPr>
              <cx:visibility seriesName="0" categoryName="1" value="1"/>
            </cx:dataLabel>
            <cx:dataLabel idx="9">
              <cx:numFmt formatCode="0%" sourceLinked="0"/>
              <cx:txPr>
                <a:bodyPr spcFirstLastPara="1" vertOverflow="ellipsis" horzOverflow="overflow" wrap="square" lIns="0" tIns="0" rIns="0" bIns="0" anchor="ctr" anchorCtr="1"/>
                <a:lstStyle/>
                <a:p>
                  <a:pPr algn="ctr" rtl="0">
                    <a:defRPr sz="300"/>
                  </a:pPr>
                  <a:r>
                    <a:rPr lang="en-US" sz="300" b="1" i="0" u="none" strike="noStrike" kern="1200" baseline="0">
                      <a:solidFill>
                        <a:schemeClr val="bg1"/>
                      </a:solidFill>
                      <a:latin typeface="Century Gothic" panose="020B0502020202020204" pitchFamily="34" charset="0"/>
                      <a:cs typeface="Arial"/>
                    </a:rPr>
                    <a:t>Non-conventional Energy, 3%</a:t>
                  </a:r>
                </a:p>
              </cx:txPr>
              <cx:visibility seriesName="0" categoryName="1" value="1"/>
            </cx:dataLabel>
          </cx:dataLabels>
          <cx:dataId val="0"/>
          <cx:layoutPr>
            <cx:parentLabelLayout val="banner"/>
          </cx:layoutPr>
        </cx:series>
      </cx:plotAreaRegion>
    </cx:plotArea>
  </cx:chart>
  <cx:spPr>
    <a:ln>
      <a:solidFill>
        <a:schemeClr val="tx1"/>
      </a:solidFill>
    </a:ln>
  </cx:spPr>
</cx: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withinLinear" id="18">
  <a:schemeClr val="accent5"/>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81">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3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0.06217</cdr:x>
      <cdr:y>0.15672</cdr:y>
    </cdr:from>
    <cdr:to>
      <cdr:x>0.95292</cdr:x>
      <cdr:y>0.48887</cdr:y>
    </cdr:to>
    <cdr:grpSp>
      <cdr:nvGrpSpPr>
        <cdr:cNvPr id="4" name="Group 3">
          <a:extLst xmlns:a="http://schemas.openxmlformats.org/drawingml/2006/main">
            <a:ext uri="{FF2B5EF4-FFF2-40B4-BE49-F238E27FC236}">
              <a16:creationId xmlns:a16="http://schemas.microsoft.com/office/drawing/2014/main" id="{88E45C7E-FC94-CC3C-6448-DD7FAA026413}"/>
            </a:ext>
          </a:extLst>
        </cdr:cNvPr>
        <cdr:cNvGrpSpPr/>
      </cdr:nvGrpSpPr>
      <cdr:grpSpPr>
        <a:xfrm xmlns:a="http://schemas.openxmlformats.org/drawingml/2006/main">
          <a:off x="205652" y="365275"/>
          <a:ext cx="2946509" cy="774160"/>
          <a:chOff x="345833" y="365287"/>
          <a:chExt cx="4954854" cy="774144"/>
        </a:xfrm>
      </cdr:grpSpPr>
      <cdr:cxnSp macro="">
        <cdr:nvCxnSpPr>
          <cdr:cNvPr id="2" name="Straight Arrow Connector 1">
            <a:extLst xmlns:a="http://schemas.openxmlformats.org/drawingml/2006/main">
              <a:ext uri="{FF2B5EF4-FFF2-40B4-BE49-F238E27FC236}">
                <a16:creationId xmlns:a16="http://schemas.microsoft.com/office/drawing/2014/main" id="{0D62A602-9EC6-EF84-5A46-3F7043E7E340}"/>
              </a:ext>
            </a:extLst>
          </cdr:cNvPr>
          <cdr:cNvCxnSpPr>
            <a:cxnSpLocks xmlns:a="http://schemas.openxmlformats.org/drawingml/2006/main"/>
          </cdr:cNvCxnSpPr>
        </cdr:nvCxnSpPr>
        <cdr:spPr>
          <a:xfrm xmlns:a="http://schemas.openxmlformats.org/drawingml/2006/main" flipV="1">
            <a:off x="345833" y="365287"/>
            <a:ext cx="4954854" cy="774144"/>
          </a:xfrm>
          <a:prstGeom xmlns:a="http://schemas.openxmlformats.org/drawingml/2006/main" prst="straightConnector1">
            <a:avLst/>
          </a:prstGeom>
          <a:ln xmlns:a="http://schemas.openxmlformats.org/drawingml/2006/main" w="19050">
            <a:solidFill>
              <a:srgbClr val="0070C0"/>
            </a:solidFill>
            <a:prstDash val="sysDot"/>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sp macro="" textlink="">
        <cdr:nvSpPr>
          <cdr:cNvPr id="3" name="TextBox 18">
            <a:extLst xmlns:a="http://schemas.openxmlformats.org/drawingml/2006/main">
              <a:ext uri="{FF2B5EF4-FFF2-40B4-BE49-F238E27FC236}">
                <a16:creationId xmlns:a16="http://schemas.microsoft.com/office/drawing/2014/main" id="{8E364B43-B77E-F0F5-4F57-4D7846774BED}"/>
              </a:ext>
            </a:extLst>
          </cdr:cNvPr>
          <cdr:cNvSpPr txBox="1"/>
        </cdr:nvSpPr>
        <cdr:spPr>
          <a:xfrm xmlns:a="http://schemas.openxmlformats.org/drawingml/2006/main" rot="20712426">
            <a:off x="2266026" y="496867"/>
            <a:ext cx="1256695" cy="21544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cdr:spPr>
        <cdr:txBody>
          <a:bodyPr xmlns:a="http://schemas.openxmlformats.org/drawingml/2006/main" wrap="none" rtlCol="0">
            <a:spAutoFit/>
          </a:bodyPr>
          <a:lstStyle xmlns:a="http://schemas.openxmlformats.org/drawingml/2006/main">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AE" sz="800" b="1" dirty="0">
                <a:solidFill>
                  <a:srgbClr val="0096FF"/>
                </a:solidFill>
                <a:latin typeface="Century Gothic" panose="020B0502020202020204" pitchFamily="34" charset="0"/>
              </a:rPr>
              <a:t>CAGR: 19%</a:t>
            </a:r>
          </a:p>
        </cdr:txBody>
      </cdr:sp>
    </cdr:grpSp>
  </cdr:relSizeAnchor>
  <cdr:relSizeAnchor xmlns:cdr="http://schemas.openxmlformats.org/drawingml/2006/chartDrawing">
    <cdr:from>
      <cdr:x>0.06217</cdr:x>
      <cdr:y>0.28265</cdr:y>
    </cdr:from>
    <cdr:to>
      <cdr:x>0.9551</cdr:x>
      <cdr:y>0.48887</cdr:y>
    </cdr:to>
    <cdr:cxnSp macro="">
      <cdr:nvCxnSpPr>
        <cdr:cNvPr id="5" name="Straight Arrow Connector 4">
          <a:extLst xmlns:a="http://schemas.openxmlformats.org/drawingml/2006/main">
            <a:ext uri="{FF2B5EF4-FFF2-40B4-BE49-F238E27FC236}">
              <a16:creationId xmlns:a16="http://schemas.microsoft.com/office/drawing/2014/main" id="{ACD42F2B-67E8-63AE-FE1A-3FC20C8C4936}"/>
            </a:ext>
          </a:extLst>
        </cdr:cNvPr>
        <cdr:cNvCxnSpPr>
          <a:cxnSpLocks xmlns:a="http://schemas.openxmlformats.org/drawingml/2006/main"/>
        </cdr:cNvCxnSpPr>
      </cdr:nvCxnSpPr>
      <cdr:spPr>
        <a:xfrm xmlns:a="http://schemas.openxmlformats.org/drawingml/2006/main" flipV="1">
          <a:off x="205656" y="658776"/>
          <a:ext cx="2953721" cy="480655"/>
        </a:xfrm>
        <a:prstGeom xmlns:a="http://schemas.openxmlformats.org/drawingml/2006/main" prst="straightConnector1">
          <a:avLst/>
        </a:prstGeom>
        <a:ln xmlns:a="http://schemas.openxmlformats.org/drawingml/2006/main" w="19050">
          <a:solidFill>
            <a:schemeClr val="accent2">
              <a:lumMod val="50000"/>
            </a:schemeClr>
          </a:solidFill>
          <a:prstDash val="sysDash"/>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0.43209</cdr:x>
      <cdr:y>0.9019</cdr:y>
    </cdr:from>
    <cdr:to>
      <cdr:x>0.50902</cdr:x>
      <cdr:y>0.96873</cdr:y>
    </cdr:to>
    <cdr:sp macro="" textlink="">
      <cdr:nvSpPr>
        <cdr:cNvPr id="6" name="Rectangle 5">
          <a:extLst xmlns:a="http://schemas.openxmlformats.org/drawingml/2006/main">
            <a:ext uri="{FF2B5EF4-FFF2-40B4-BE49-F238E27FC236}">
              <a16:creationId xmlns:a16="http://schemas.microsoft.com/office/drawing/2014/main" id="{C54D08C0-60F3-C82D-4B16-C3CD6D8E5C48}"/>
            </a:ext>
          </a:extLst>
        </cdr:cNvPr>
        <cdr:cNvSpPr/>
      </cdr:nvSpPr>
      <cdr:spPr>
        <a:xfrm xmlns:a="http://schemas.openxmlformats.org/drawingml/2006/main">
          <a:off x="1429319" y="2102104"/>
          <a:ext cx="254477" cy="155764"/>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A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AE" dirty="0"/>
        </a:p>
      </cdr:txBody>
    </cdr:sp>
  </cdr:relSizeAnchor>
</c:userShapes>
</file>

<file path=ppt/drawings/drawing2.xml><?xml version="1.0" encoding="utf-8"?>
<c:userShapes xmlns:c="http://schemas.openxmlformats.org/drawingml/2006/chart">
  <cdr:relSizeAnchor xmlns:cdr="http://schemas.openxmlformats.org/drawingml/2006/chartDrawing">
    <cdr:from>
      <cdr:x>0.08155</cdr:x>
      <cdr:y>0.20198</cdr:y>
    </cdr:from>
    <cdr:to>
      <cdr:x>0.95811</cdr:x>
      <cdr:y>0.48642</cdr:y>
    </cdr:to>
    <cdr:cxnSp macro="">
      <cdr:nvCxnSpPr>
        <cdr:cNvPr id="2" name="Straight Arrow Connector 1">
          <a:extLst xmlns:a="http://schemas.openxmlformats.org/drawingml/2006/main">
            <a:ext uri="{FF2B5EF4-FFF2-40B4-BE49-F238E27FC236}">
              <a16:creationId xmlns:a16="http://schemas.microsoft.com/office/drawing/2014/main" id="{0D62A602-9EC6-EF84-5A46-3F7043E7E340}"/>
            </a:ext>
          </a:extLst>
        </cdr:cNvPr>
        <cdr:cNvCxnSpPr>
          <a:cxnSpLocks xmlns:a="http://schemas.openxmlformats.org/drawingml/2006/main"/>
        </cdr:cNvCxnSpPr>
      </cdr:nvCxnSpPr>
      <cdr:spPr>
        <a:xfrm xmlns:a="http://schemas.openxmlformats.org/drawingml/2006/main" flipV="1">
          <a:off x="280944" y="470773"/>
          <a:ext cx="3019789" cy="662944"/>
        </a:xfrm>
        <a:prstGeom xmlns:a="http://schemas.openxmlformats.org/drawingml/2006/main" prst="straightConnector1">
          <a:avLst/>
        </a:prstGeom>
        <a:ln xmlns:a="http://schemas.openxmlformats.org/drawingml/2006/main" w="28575">
          <a:solidFill>
            <a:srgbClr val="0070C0"/>
          </a:solidFill>
          <a:prstDash val="sysDot"/>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0.5602</cdr:x>
      <cdr:y>0.17611</cdr:y>
    </cdr:from>
    <cdr:to>
      <cdr:x>0.77712</cdr:x>
      <cdr:y>0.26854</cdr:y>
    </cdr:to>
    <cdr:sp macro="" textlink="">
      <cdr:nvSpPr>
        <cdr:cNvPr id="3" name="TextBox 18">
          <a:extLst xmlns:a="http://schemas.openxmlformats.org/drawingml/2006/main">
            <a:ext uri="{FF2B5EF4-FFF2-40B4-BE49-F238E27FC236}">
              <a16:creationId xmlns:a16="http://schemas.microsoft.com/office/drawing/2014/main" id="{8E364B43-B77E-F0F5-4F57-4D7846774BED}"/>
            </a:ext>
          </a:extLst>
        </cdr:cNvPr>
        <cdr:cNvSpPr txBox="1"/>
      </cdr:nvSpPr>
      <cdr:spPr>
        <a:xfrm xmlns:a="http://schemas.openxmlformats.org/drawingml/2006/main" rot="21267437">
          <a:off x="1929899" y="410465"/>
          <a:ext cx="747320" cy="215444"/>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cdr:spPr>
      <cdr:txBody>
        <a:bodyPr xmlns:a="http://schemas.openxmlformats.org/drawingml/2006/main" wrap="none" rtlCol="0">
          <a:spAutoFit/>
        </a:bodyPr>
        <a:lstStyle xmlns:a="http://schemas.openxmlformats.org/drawingml/2006/main">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AE" sz="800" b="1" dirty="0">
              <a:solidFill>
                <a:srgbClr val="0096FF"/>
              </a:solidFill>
              <a:latin typeface="Century Gothic" panose="020B0502020202020204" pitchFamily="34" charset="0"/>
            </a:rPr>
            <a:t>CAGR: 17%</a:t>
          </a:r>
        </a:p>
      </cdr:txBody>
    </cdr:sp>
  </cdr:relSizeAnchor>
  <cdr:relSizeAnchor xmlns:cdr="http://schemas.openxmlformats.org/drawingml/2006/chartDrawing">
    <cdr:from>
      <cdr:x>0.08323</cdr:x>
      <cdr:y>0.34793</cdr:y>
    </cdr:from>
    <cdr:to>
      <cdr:x>0.9613</cdr:x>
      <cdr:y>0.48642</cdr:y>
    </cdr:to>
    <cdr:cxnSp macro="">
      <cdr:nvCxnSpPr>
        <cdr:cNvPr id="5" name="Straight Arrow Connector 4">
          <a:extLst xmlns:a="http://schemas.openxmlformats.org/drawingml/2006/main">
            <a:ext uri="{FF2B5EF4-FFF2-40B4-BE49-F238E27FC236}">
              <a16:creationId xmlns:a16="http://schemas.microsoft.com/office/drawing/2014/main" id="{ACD42F2B-67E8-63AE-FE1A-3FC20C8C4936}"/>
            </a:ext>
          </a:extLst>
        </cdr:cNvPr>
        <cdr:cNvCxnSpPr>
          <a:cxnSpLocks xmlns:a="http://schemas.openxmlformats.org/drawingml/2006/main"/>
        </cdr:cNvCxnSpPr>
      </cdr:nvCxnSpPr>
      <cdr:spPr>
        <a:xfrm xmlns:a="http://schemas.openxmlformats.org/drawingml/2006/main" flipV="1">
          <a:off x="286731" y="810929"/>
          <a:ext cx="3024974" cy="322788"/>
        </a:xfrm>
        <a:prstGeom xmlns:a="http://schemas.openxmlformats.org/drawingml/2006/main" prst="straightConnector1">
          <a:avLst/>
        </a:prstGeom>
        <a:ln xmlns:a="http://schemas.openxmlformats.org/drawingml/2006/main" w="28575">
          <a:solidFill>
            <a:schemeClr val="accent2">
              <a:lumMod val="50000"/>
            </a:schemeClr>
          </a:solidFill>
          <a:prstDash val="sysDash"/>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0.27585</cdr:x>
      <cdr:y>0.00268</cdr:y>
    </cdr:from>
    <cdr:to>
      <cdr:x>0.79919</cdr:x>
      <cdr:y>0.8392</cdr:y>
    </cdr:to>
    <cdr:grpSp>
      <cdr:nvGrpSpPr>
        <cdr:cNvPr id="2" name="Group 1">
          <a:extLst xmlns:a="http://schemas.openxmlformats.org/drawingml/2006/main">
            <a:ext uri="{FF2B5EF4-FFF2-40B4-BE49-F238E27FC236}">
              <a16:creationId xmlns:a16="http://schemas.microsoft.com/office/drawing/2014/main" id="{EC04D101-F814-A9BB-23D2-9B26A51049E0}"/>
            </a:ext>
          </a:extLst>
        </cdr:cNvPr>
        <cdr:cNvGrpSpPr/>
      </cdr:nvGrpSpPr>
      <cdr:grpSpPr>
        <a:xfrm xmlns:a="http://schemas.openxmlformats.org/drawingml/2006/main">
          <a:off x="942942" y="6179"/>
          <a:ext cx="1788940" cy="1928741"/>
          <a:chOff x="1534419" y="6366"/>
          <a:chExt cx="2911151" cy="1987881"/>
        </a:xfrm>
      </cdr:grpSpPr>
      <cdr:sp macro="" textlink="">
        <cdr:nvSpPr>
          <cdr:cNvPr id="4" name="Rectangle 3">
            <a:extLst xmlns:a="http://schemas.openxmlformats.org/drawingml/2006/main">
              <a:ext uri="{FF2B5EF4-FFF2-40B4-BE49-F238E27FC236}">
                <a16:creationId xmlns:a16="http://schemas.microsoft.com/office/drawing/2014/main" id="{5599B165-D923-D109-78C1-CBFD97606027}"/>
              </a:ext>
            </a:extLst>
          </cdr:cNvPr>
          <cdr:cNvSpPr/>
        </cdr:nvSpPr>
        <cdr:spPr>
          <a:xfrm xmlns:a="http://schemas.openxmlformats.org/drawingml/2006/main">
            <a:off x="1534419" y="6366"/>
            <a:ext cx="910155" cy="1987881"/>
          </a:xfrm>
          <a:prstGeom xmlns:a="http://schemas.openxmlformats.org/drawingml/2006/main" prst="rect">
            <a:avLst/>
          </a:prstGeom>
          <a:solidFill xmlns:a="http://schemas.openxmlformats.org/drawingml/2006/main">
            <a:schemeClr val="bg1">
              <a:lumMod val="50000"/>
              <a:alpha val="30000"/>
            </a:schemeClr>
          </a:solidFill>
          <a:ln xmlns:a="http://schemas.openxmlformats.org/drawingml/2006/main">
            <a:noFill/>
            <a:prstDash val="dash"/>
          </a:ln>
          <a:scene3d xmlns:a="http://schemas.openxmlformats.org/drawingml/2006/main">
            <a:camera prst="orthographicFront"/>
            <a:lightRig rig="threePt" dir="t"/>
          </a:scene3d>
          <a:sp3d xmlns:a="http://schemas.openxmlformats.org/drawingml/2006/main">
            <a:contourClr>
              <a:srgbClr val="000000"/>
            </a:contourClr>
          </a:sp3d>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A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endParaRPr lang="en-US" sz="600" b="1" dirty="0">
              <a:solidFill>
                <a:srgbClr val="002060"/>
              </a:solidFill>
              <a:latin typeface="Century Gothic" panose="020B0502020202020204" pitchFamily="34" charset="0"/>
            </a:endParaRPr>
          </a:p>
        </cdr:txBody>
      </cdr:sp>
      <cdr:sp macro="" textlink="">
        <cdr:nvSpPr>
          <cdr:cNvPr id="5" name="Rectangle 4">
            <a:extLst xmlns:a="http://schemas.openxmlformats.org/drawingml/2006/main">
              <a:ext uri="{FF2B5EF4-FFF2-40B4-BE49-F238E27FC236}">
                <a16:creationId xmlns:a16="http://schemas.microsoft.com/office/drawing/2014/main" id="{2479C79C-B855-F975-5828-B34C8F98D34B}"/>
              </a:ext>
            </a:extLst>
          </cdr:cNvPr>
          <cdr:cNvSpPr/>
        </cdr:nvSpPr>
        <cdr:spPr>
          <a:xfrm xmlns:a="http://schemas.openxmlformats.org/drawingml/2006/main">
            <a:off x="3425889" y="6366"/>
            <a:ext cx="1019681" cy="1987881"/>
          </a:xfrm>
          <a:prstGeom xmlns:a="http://schemas.openxmlformats.org/drawingml/2006/main" prst="rect">
            <a:avLst/>
          </a:prstGeom>
          <a:solidFill xmlns:a="http://schemas.openxmlformats.org/drawingml/2006/main">
            <a:schemeClr val="bg1">
              <a:lumMod val="50000"/>
              <a:alpha val="30000"/>
            </a:schemeClr>
          </a:solidFill>
          <a:ln xmlns:a="http://schemas.openxmlformats.org/drawingml/2006/main">
            <a:noFill/>
            <a:prstDash val="dash"/>
          </a:ln>
          <a:scene3d xmlns:a="http://schemas.openxmlformats.org/drawingml/2006/main">
            <a:camera prst="orthographicFront"/>
            <a:lightRig rig="threePt" dir="t"/>
          </a:scene3d>
          <a:sp3d xmlns:a="http://schemas.openxmlformats.org/drawingml/2006/main">
            <a:contourClr>
              <a:srgbClr val="000000"/>
            </a:contourClr>
          </a:sp3d>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AE"/>
            </a:defPPr>
            <a:lvl1pPr marL="0" indent="0" algn="l" defTabSz="914400" rtl="0" eaLnBrk="1" latinLnBrk="0" hangingPunct="1">
              <a:defRPr sz="1800" kern="1200">
                <a:solidFill>
                  <a:schemeClr val="lt1"/>
                </a:solidFill>
                <a:latin typeface="+mn-lt"/>
                <a:ea typeface="+mn-ea"/>
                <a:cs typeface="+mn-cs"/>
              </a:defRPr>
            </a:lvl1pPr>
            <a:lvl2pPr marL="457200" indent="0" algn="l" defTabSz="914400" rtl="0" eaLnBrk="1" latinLnBrk="0" hangingPunct="1">
              <a:defRPr sz="1800" kern="1200">
                <a:solidFill>
                  <a:schemeClr val="lt1"/>
                </a:solidFill>
                <a:latin typeface="+mn-lt"/>
                <a:ea typeface="+mn-ea"/>
                <a:cs typeface="+mn-cs"/>
              </a:defRPr>
            </a:lvl2pPr>
            <a:lvl3pPr marL="914400" indent="0" algn="l" defTabSz="914400" rtl="0" eaLnBrk="1" latinLnBrk="0" hangingPunct="1">
              <a:defRPr sz="1800" kern="1200">
                <a:solidFill>
                  <a:schemeClr val="lt1"/>
                </a:solidFill>
                <a:latin typeface="+mn-lt"/>
                <a:ea typeface="+mn-ea"/>
                <a:cs typeface="+mn-cs"/>
              </a:defRPr>
            </a:lvl3pPr>
            <a:lvl4pPr marL="1371600" indent="0" algn="l" defTabSz="914400" rtl="0" eaLnBrk="1" latinLnBrk="0" hangingPunct="1">
              <a:defRPr sz="1800" kern="1200">
                <a:solidFill>
                  <a:schemeClr val="lt1"/>
                </a:solidFill>
                <a:latin typeface="+mn-lt"/>
                <a:ea typeface="+mn-ea"/>
                <a:cs typeface="+mn-cs"/>
              </a:defRPr>
            </a:lvl4pPr>
            <a:lvl5pPr marL="1828800" indent="0" algn="l" defTabSz="914400" rtl="0" eaLnBrk="1" latinLnBrk="0" hangingPunct="1">
              <a:defRPr sz="1800" kern="1200">
                <a:solidFill>
                  <a:schemeClr val="lt1"/>
                </a:solidFill>
                <a:latin typeface="+mn-lt"/>
                <a:ea typeface="+mn-ea"/>
                <a:cs typeface="+mn-cs"/>
              </a:defRPr>
            </a:lvl5pPr>
            <a:lvl6pPr marL="2286000" indent="0" algn="l" defTabSz="914400" rtl="0" eaLnBrk="1" latinLnBrk="0" hangingPunct="1">
              <a:defRPr sz="1800" kern="1200">
                <a:solidFill>
                  <a:schemeClr val="lt1"/>
                </a:solidFill>
                <a:latin typeface="+mn-lt"/>
                <a:ea typeface="+mn-ea"/>
                <a:cs typeface="+mn-cs"/>
              </a:defRPr>
            </a:lvl6pPr>
            <a:lvl7pPr marL="2743200" indent="0" algn="l" defTabSz="914400" rtl="0" eaLnBrk="1" latinLnBrk="0" hangingPunct="1">
              <a:defRPr sz="1800" kern="1200">
                <a:solidFill>
                  <a:schemeClr val="lt1"/>
                </a:solidFill>
                <a:latin typeface="+mn-lt"/>
                <a:ea typeface="+mn-ea"/>
                <a:cs typeface="+mn-cs"/>
              </a:defRPr>
            </a:lvl7pPr>
            <a:lvl8pPr marL="3200400" indent="0" algn="l" defTabSz="914400" rtl="0" eaLnBrk="1" latinLnBrk="0" hangingPunct="1">
              <a:defRPr sz="1800" kern="1200">
                <a:solidFill>
                  <a:schemeClr val="lt1"/>
                </a:solidFill>
                <a:latin typeface="+mn-lt"/>
                <a:ea typeface="+mn-ea"/>
                <a:cs typeface="+mn-cs"/>
              </a:defRPr>
            </a:lvl8pPr>
            <a:lvl9pPr marL="3657600" indent="0" algn="l" defTabSz="914400" rtl="0" eaLnBrk="1" latinLnBrk="0" hangingPunct="1">
              <a:defRPr sz="1800" kern="1200">
                <a:solidFill>
                  <a:schemeClr val="lt1"/>
                </a:solidFill>
                <a:latin typeface="+mn-lt"/>
                <a:ea typeface="+mn-ea"/>
                <a:cs typeface="+mn-cs"/>
              </a:defRPr>
            </a:lvl9pPr>
          </a:lstStyle>
          <a:p xmlns:a="http://schemas.openxmlformats.org/drawingml/2006/main">
            <a:endParaRPr lang="en-US" sz="600" b="1" dirty="0">
              <a:solidFill>
                <a:srgbClr val="002060"/>
              </a:solidFill>
              <a:latin typeface="Century Gothic" panose="020B0502020202020204" pitchFamily="34" charset="0"/>
            </a:endParaRPr>
          </a:p>
        </cdr:txBody>
      </cdr:sp>
    </cdr:grpSp>
  </cdr:relSizeAnchor>
</c:userShapes>
</file>

<file path=ppt/drawings/drawing4.xml><?xml version="1.0" encoding="utf-8"?>
<c:userShapes xmlns:c="http://schemas.openxmlformats.org/drawingml/2006/chart">
  <cdr:relSizeAnchor xmlns:cdr="http://schemas.openxmlformats.org/drawingml/2006/chartDrawing">
    <cdr:from>
      <cdr:x>0.09425</cdr:x>
      <cdr:y>0.20998</cdr:y>
    </cdr:from>
    <cdr:to>
      <cdr:x>0.95835</cdr:x>
      <cdr:y>0.52774</cdr:y>
    </cdr:to>
    <cdr:grpSp>
      <cdr:nvGrpSpPr>
        <cdr:cNvPr id="4" name="Group 3">
          <a:extLst xmlns:a="http://schemas.openxmlformats.org/drawingml/2006/main">
            <a:ext uri="{FF2B5EF4-FFF2-40B4-BE49-F238E27FC236}">
              <a16:creationId xmlns:a16="http://schemas.microsoft.com/office/drawing/2014/main" id="{88E45C7E-FC94-CC3C-6448-DD7FAA026413}"/>
            </a:ext>
          </a:extLst>
        </cdr:cNvPr>
        <cdr:cNvGrpSpPr/>
      </cdr:nvGrpSpPr>
      <cdr:grpSpPr>
        <a:xfrm xmlns:a="http://schemas.openxmlformats.org/drawingml/2006/main">
          <a:off x="322157" y="489411"/>
          <a:ext cx="2953592" cy="740620"/>
          <a:chOff x="524293" y="489418"/>
          <a:chExt cx="4806580" cy="740602"/>
        </a:xfrm>
      </cdr:grpSpPr>
      <cdr:cxnSp macro="">
        <cdr:nvCxnSpPr>
          <cdr:cNvPr id="2" name="Straight Arrow Connector 1">
            <a:extLst xmlns:a="http://schemas.openxmlformats.org/drawingml/2006/main">
              <a:ext uri="{FF2B5EF4-FFF2-40B4-BE49-F238E27FC236}">
                <a16:creationId xmlns:a16="http://schemas.microsoft.com/office/drawing/2014/main" id="{0D62A602-9EC6-EF84-5A46-3F7043E7E340}"/>
              </a:ext>
            </a:extLst>
          </cdr:cNvPr>
          <cdr:cNvCxnSpPr>
            <a:cxnSpLocks xmlns:a="http://schemas.openxmlformats.org/drawingml/2006/main"/>
          </cdr:cNvCxnSpPr>
        </cdr:nvCxnSpPr>
        <cdr:spPr>
          <a:xfrm xmlns:a="http://schemas.openxmlformats.org/drawingml/2006/main" flipV="1">
            <a:off x="524293" y="489418"/>
            <a:ext cx="4806580" cy="740602"/>
          </a:xfrm>
          <a:prstGeom xmlns:a="http://schemas.openxmlformats.org/drawingml/2006/main" prst="straightConnector1">
            <a:avLst/>
          </a:prstGeom>
          <a:ln xmlns:a="http://schemas.openxmlformats.org/drawingml/2006/main" w="19050">
            <a:solidFill>
              <a:srgbClr val="002060"/>
            </a:solidFill>
            <a:prstDash val="sysDot"/>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sp macro="" textlink="">
        <cdr:nvSpPr>
          <cdr:cNvPr id="3" name="TextBox 18">
            <a:extLst xmlns:a="http://schemas.openxmlformats.org/drawingml/2006/main">
              <a:ext uri="{FF2B5EF4-FFF2-40B4-BE49-F238E27FC236}">
                <a16:creationId xmlns:a16="http://schemas.microsoft.com/office/drawing/2014/main" id="{8E364B43-B77E-F0F5-4F57-4D7846774BED}"/>
              </a:ext>
            </a:extLst>
          </cdr:cNvPr>
          <cdr:cNvSpPr txBox="1"/>
        </cdr:nvSpPr>
        <cdr:spPr>
          <a:xfrm xmlns:a="http://schemas.openxmlformats.org/drawingml/2006/main" rot="20678464">
            <a:off x="2800081" y="554270"/>
            <a:ext cx="1256695" cy="21544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cdr:spPr>
        <cdr:txBody>
          <a:bodyPr xmlns:a="http://schemas.openxmlformats.org/drawingml/2006/main" wrap="none" rtlCol="0">
            <a:spAutoFit/>
          </a:bodyPr>
          <a:lstStyle xmlns:a="http://schemas.openxmlformats.org/drawingml/2006/main">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AE" sz="800" b="1" dirty="0">
                <a:solidFill>
                  <a:srgbClr val="0096FF"/>
                </a:solidFill>
                <a:latin typeface="Century Gothic" panose="020B0502020202020204" pitchFamily="34" charset="0"/>
              </a:rPr>
              <a:t>CAGR: 15%</a:t>
            </a:r>
          </a:p>
        </cdr:txBody>
      </cdr:sp>
    </cdr:grpSp>
  </cdr:relSizeAnchor>
  <cdr:relSizeAnchor xmlns:cdr="http://schemas.openxmlformats.org/drawingml/2006/chartDrawing">
    <cdr:from>
      <cdr:x>0.09729</cdr:x>
      <cdr:y>0.3516</cdr:y>
    </cdr:from>
    <cdr:to>
      <cdr:x>0.95766</cdr:x>
      <cdr:y>0.52774</cdr:y>
    </cdr:to>
    <cdr:cxnSp macro="">
      <cdr:nvCxnSpPr>
        <cdr:cNvPr id="5" name="Straight Arrow Connector 4">
          <a:extLst xmlns:a="http://schemas.openxmlformats.org/drawingml/2006/main">
            <a:ext uri="{FF2B5EF4-FFF2-40B4-BE49-F238E27FC236}">
              <a16:creationId xmlns:a16="http://schemas.microsoft.com/office/drawing/2014/main" id="{ACD42F2B-67E8-63AE-FE1A-3FC20C8C4936}"/>
            </a:ext>
          </a:extLst>
        </cdr:cNvPr>
        <cdr:cNvCxnSpPr>
          <a:cxnSpLocks xmlns:a="http://schemas.openxmlformats.org/drawingml/2006/main"/>
        </cdr:cNvCxnSpPr>
      </cdr:nvCxnSpPr>
      <cdr:spPr>
        <a:xfrm xmlns:a="http://schemas.openxmlformats.org/drawingml/2006/main" flipV="1">
          <a:off x="321825" y="819493"/>
          <a:ext cx="2846019" cy="410532"/>
        </a:xfrm>
        <a:prstGeom xmlns:a="http://schemas.openxmlformats.org/drawingml/2006/main" prst="straightConnector1">
          <a:avLst/>
        </a:prstGeom>
        <a:ln xmlns:a="http://schemas.openxmlformats.org/drawingml/2006/main" w="19050">
          <a:solidFill>
            <a:schemeClr val="accent2">
              <a:lumMod val="50000"/>
            </a:schemeClr>
          </a:solidFill>
          <a:prstDash val="sysDash"/>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0.11451</cdr:x>
      <cdr:y>0.10694</cdr:y>
    </cdr:from>
    <cdr:to>
      <cdr:x>0.94885</cdr:x>
      <cdr:y>0.51531</cdr:y>
    </cdr:to>
    <cdr:grpSp>
      <cdr:nvGrpSpPr>
        <cdr:cNvPr id="4" name="Group 3">
          <a:extLst xmlns:a="http://schemas.openxmlformats.org/drawingml/2006/main">
            <a:ext uri="{FF2B5EF4-FFF2-40B4-BE49-F238E27FC236}">
              <a16:creationId xmlns:a16="http://schemas.microsoft.com/office/drawing/2014/main" id="{88E45C7E-FC94-CC3C-6448-DD7FAA026413}"/>
            </a:ext>
          </a:extLst>
        </cdr:cNvPr>
        <cdr:cNvGrpSpPr/>
      </cdr:nvGrpSpPr>
      <cdr:grpSpPr>
        <a:xfrm xmlns:a="http://schemas.openxmlformats.org/drawingml/2006/main">
          <a:off x="378787" y="249251"/>
          <a:ext cx="2759911" cy="951809"/>
          <a:chOff x="636957" y="249272"/>
          <a:chExt cx="4641118" cy="951789"/>
        </a:xfrm>
      </cdr:grpSpPr>
      <cdr:cxnSp macro="">
        <cdr:nvCxnSpPr>
          <cdr:cNvPr id="2" name="Straight Arrow Connector 1">
            <a:extLst xmlns:a="http://schemas.openxmlformats.org/drawingml/2006/main">
              <a:ext uri="{FF2B5EF4-FFF2-40B4-BE49-F238E27FC236}">
                <a16:creationId xmlns:a16="http://schemas.microsoft.com/office/drawing/2014/main" id="{0D62A602-9EC6-EF84-5A46-3F7043E7E340}"/>
              </a:ext>
            </a:extLst>
          </cdr:cNvPr>
          <cdr:cNvCxnSpPr>
            <a:cxnSpLocks xmlns:a="http://schemas.openxmlformats.org/drawingml/2006/main"/>
          </cdr:cNvCxnSpPr>
        </cdr:nvCxnSpPr>
        <cdr:spPr>
          <a:xfrm xmlns:a="http://schemas.openxmlformats.org/drawingml/2006/main" flipV="1">
            <a:off x="636957" y="629101"/>
            <a:ext cx="4641118" cy="571960"/>
          </a:xfrm>
          <a:prstGeom xmlns:a="http://schemas.openxmlformats.org/drawingml/2006/main" prst="straightConnector1">
            <a:avLst/>
          </a:prstGeom>
          <a:ln xmlns:a="http://schemas.openxmlformats.org/drawingml/2006/main" w="19050">
            <a:solidFill>
              <a:srgbClr val="002060"/>
            </a:solidFill>
            <a:prstDash val="sysDot"/>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sp macro="" textlink="">
        <cdr:nvSpPr>
          <cdr:cNvPr id="3" name="TextBox 18">
            <a:extLst xmlns:a="http://schemas.openxmlformats.org/drawingml/2006/main">
              <a:ext uri="{FF2B5EF4-FFF2-40B4-BE49-F238E27FC236}">
                <a16:creationId xmlns:a16="http://schemas.microsoft.com/office/drawing/2014/main" id="{8E364B43-B77E-F0F5-4F57-4D7846774BED}"/>
              </a:ext>
            </a:extLst>
          </cdr:cNvPr>
          <cdr:cNvSpPr txBox="1"/>
        </cdr:nvSpPr>
        <cdr:spPr>
          <a:xfrm xmlns:a="http://schemas.openxmlformats.org/drawingml/2006/main" rot="20962938">
            <a:off x="3683726" y="249272"/>
            <a:ext cx="1256695" cy="21544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cdr:spPr>
        <cdr:txBody>
          <a:bodyPr xmlns:a="http://schemas.openxmlformats.org/drawingml/2006/main" wrap="none" rtlCol="0">
            <a:spAutoFit/>
          </a:bodyPr>
          <a:lstStyle xmlns:a="http://schemas.openxmlformats.org/drawingml/2006/main">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AE" sz="800" b="1" dirty="0">
                <a:solidFill>
                  <a:srgbClr val="0096FF"/>
                </a:solidFill>
                <a:latin typeface="Century Gothic" panose="020B0502020202020204" pitchFamily="34" charset="0"/>
              </a:rPr>
              <a:t>CAGR: 13%</a:t>
            </a:r>
          </a:p>
        </cdr:txBody>
      </cdr:sp>
    </cdr:grpSp>
  </cdr:relSizeAnchor>
  <cdr:relSizeAnchor xmlns:cdr="http://schemas.openxmlformats.org/drawingml/2006/chartDrawing">
    <cdr:from>
      <cdr:x>0.1161</cdr:x>
      <cdr:y>0.41937</cdr:y>
    </cdr:from>
    <cdr:to>
      <cdr:x>0.95873</cdr:x>
      <cdr:y>0.51985</cdr:y>
    </cdr:to>
    <cdr:cxnSp macro="">
      <cdr:nvCxnSpPr>
        <cdr:cNvPr id="5" name="Straight Arrow Connector 4">
          <a:extLst xmlns:a="http://schemas.openxmlformats.org/drawingml/2006/main">
            <a:ext uri="{FF2B5EF4-FFF2-40B4-BE49-F238E27FC236}">
              <a16:creationId xmlns:a16="http://schemas.microsoft.com/office/drawing/2014/main" id="{ACD42F2B-67E8-63AE-FE1A-3FC20C8C4936}"/>
            </a:ext>
          </a:extLst>
        </cdr:cNvPr>
        <cdr:cNvCxnSpPr>
          <a:cxnSpLocks xmlns:a="http://schemas.openxmlformats.org/drawingml/2006/main"/>
        </cdr:cNvCxnSpPr>
      </cdr:nvCxnSpPr>
      <cdr:spPr>
        <a:xfrm xmlns:a="http://schemas.openxmlformats.org/drawingml/2006/main" flipV="1">
          <a:off x="384061" y="977437"/>
          <a:ext cx="2787309" cy="234200"/>
        </a:xfrm>
        <a:prstGeom xmlns:a="http://schemas.openxmlformats.org/drawingml/2006/main" prst="straightConnector1">
          <a:avLst/>
        </a:prstGeom>
        <a:ln xmlns:a="http://schemas.openxmlformats.org/drawingml/2006/main" w="19050">
          <a:solidFill>
            <a:schemeClr val="accent2">
              <a:lumMod val="50000"/>
            </a:schemeClr>
          </a:solidFill>
          <a:prstDash val="sysDash"/>
          <a:tailEnd type="triangle"/>
        </a:ln>
        <a:effectLst xmlns:a="http://schemas.openxmlformats.org/drawingml/2006/main">
          <a:outerShdw blurRad="50800" dist="38100" dir="2700000" algn="tl" rotWithShape="0">
            <a:prstClr val="black">
              <a:alpha val="40000"/>
            </a:prstClr>
          </a:outerShdw>
        </a:effectLst>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6.xml><?xml version="1.0" encoding="utf-8"?>
<c:userShapes xmlns:c="http://schemas.openxmlformats.org/drawingml/2006/chart">
  <cdr:relSizeAnchor xmlns:cdr="http://schemas.openxmlformats.org/drawingml/2006/chartDrawing">
    <cdr:from>
      <cdr:x>0.27585</cdr:x>
      <cdr:y>0.00268</cdr:y>
    </cdr:from>
    <cdr:to>
      <cdr:x>0.79919</cdr:x>
      <cdr:y>0.84595</cdr:y>
    </cdr:to>
    <cdr:grpSp>
      <cdr:nvGrpSpPr>
        <cdr:cNvPr id="2" name="Group 1">
          <a:extLst xmlns:a="http://schemas.openxmlformats.org/drawingml/2006/main">
            <a:ext uri="{FF2B5EF4-FFF2-40B4-BE49-F238E27FC236}">
              <a16:creationId xmlns:a16="http://schemas.microsoft.com/office/drawing/2014/main" id="{EC04D101-F814-A9BB-23D2-9B26A51049E0}"/>
            </a:ext>
          </a:extLst>
        </cdr:cNvPr>
        <cdr:cNvGrpSpPr/>
      </cdr:nvGrpSpPr>
      <cdr:grpSpPr>
        <a:xfrm xmlns:a="http://schemas.openxmlformats.org/drawingml/2006/main">
          <a:off x="920200" y="6162"/>
          <a:ext cx="1745795" cy="1938971"/>
          <a:chOff x="1534419" y="6366"/>
          <a:chExt cx="2911151" cy="2003931"/>
        </a:xfrm>
      </cdr:grpSpPr>
      <cdr:sp macro="" textlink="">
        <cdr:nvSpPr>
          <cdr:cNvPr id="4" name="Rectangle 3">
            <a:extLst xmlns:a="http://schemas.openxmlformats.org/drawingml/2006/main">
              <a:ext uri="{FF2B5EF4-FFF2-40B4-BE49-F238E27FC236}">
                <a16:creationId xmlns:a16="http://schemas.microsoft.com/office/drawing/2014/main" id="{5599B165-D923-D109-78C1-CBFD97606027}"/>
              </a:ext>
            </a:extLst>
          </cdr:cNvPr>
          <cdr:cNvSpPr/>
        </cdr:nvSpPr>
        <cdr:spPr>
          <a:xfrm xmlns:a="http://schemas.openxmlformats.org/drawingml/2006/main">
            <a:off x="1534419" y="6366"/>
            <a:ext cx="910154" cy="2003931"/>
          </a:xfrm>
          <a:prstGeom xmlns:a="http://schemas.openxmlformats.org/drawingml/2006/main" prst="rect">
            <a:avLst/>
          </a:prstGeom>
          <a:solidFill xmlns:a="http://schemas.openxmlformats.org/drawingml/2006/main">
            <a:schemeClr val="bg1">
              <a:lumMod val="50000"/>
              <a:alpha val="30000"/>
            </a:schemeClr>
          </a:solidFill>
          <a:ln xmlns:a="http://schemas.openxmlformats.org/drawingml/2006/main">
            <a:noFill/>
            <a:prstDash val="dash"/>
          </a:ln>
          <a:scene3d xmlns:a="http://schemas.openxmlformats.org/drawingml/2006/main">
            <a:camera prst="orthographicFront"/>
            <a:lightRig rig="threePt" dir="t"/>
          </a:scene3d>
          <a:sp3d xmlns:a="http://schemas.openxmlformats.org/drawingml/2006/main">
            <a:contourClr>
              <a:srgbClr val="000000"/>
            </a:contourClr>
          </a:sp3d>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A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endParaRPr lang="en-US" sz="600" b="1" dirty="0">
              <a:solidFill>
                <a:srgbClr val="002060"/>
              </a:solidFill>
              <a:latin typeface="Century Gothic" panose="020B0502020202020204" pitchFamily="34" charset="0"/>
            </a:endParaRPr>
          </a:p>
        </cdr:txBody>
      </cdr:sp>
      <cdr:sp macro="" textlink="">
        <cdr:nvSpPr>
          <cdr:cNvPr id="5" name="Rectangle 4">
            <a:extLst xmlns:a="http://schemas.openxmlformats.org/drawingml/2006/main">
              <a:ext uri="{FF2B5EF4-FFF2-40B4-BE49-F238E27FC236}">
                <a16:creationId xmlns:a16="http://schemas.microsoft.com/office/drawing/2014/main" id="{2479C79C-B855-F975-5828-B34C8F98D34B}"/>
              </a:ext>
            </a:extLst>
          </cdr:cNvPr>
          <cdr:cNvSpPr/>
        </cdr:nvSpPr>
        <cdr:spPr>
          <a:xfrm xmlns:a="http://schemas.openxmlformats.org/drawingml/2006/main">
            <a:off x="3425888" y="6366"/>
            <a:ext cx="1019682" cy="2003931"/>
          </a:xfrm>
          <a:prstGeom xmlns:a="http://schemas.openxmlformats.org/drawingml/2006/main" prst="rect">
            <a:avLst/>
          </a:prstGeom>
          <a:solidFill xmlns:a="http://schemas.openxmlformats.org/drawingml/2006/main">
            <a:schemeClr val="bg1">
              <a:lumMod val="50000"/>
              <a:alpha val="30000"/>
            </a:schemeClr>
          </a:solidFill>
          <a:ln xmlns:a="http://schemas.openxmlformats.org/drawingml/2006/main">
            <a:noFill/>
            <a:prstDash val="dash"/>
          </a:ln>
          <a:scene3d xmlns:a="http://schemas.openxmlformats.org/drawingml/2006/main">
            <a:camera prst="orthographicFront"/>
            <a:lightRig rig="threePt" dir="t"/>
          </a:scene3d>
          <a:sp3d xmlns:a="http://schemas.openxmlformats.org/drawingml/2006/main">
            <a:contourClr>
              <a:srgbClr val="000000"/>
            </a:contourClr>
          </a:sp3d>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AE"/>
            </a:defPPr>
            <a:lvl1pPr marL="0" indent="0" algn="l" defTabSz="914400" rtl="0" eaLnBrk="1" latinLnBrk="0" hangingPunct="1">
              <a:defRPr sz="1800" kern="1200">
                <a:solidFill>
                  <a:schemeClr val="lt1"/>
                </a:solidFill>
                <a:latin typeface="+mn-lt"/>
                <a:ea typeface="+mn-ea"/>
                <a:cs typeface="+mn-cs"/>
              </a:defRPr>
            </a:lvl1pPr>
            <a:lvl2pPr marL="457200" indent="0" algn="l" defTabSz="914400" rtl="0" eaLnBrk="1" latinLnBrk="0" hangingPunct="1">
              <a:defRPr sz="1800" kern="1200">
                <a:solidFill>
                  <a:schemeClr val="lt1"/>
                </a:solidFill>
                <a:latin typeface="+mn-lt"/>
                <a:ea typeface="+mn-ea"/>
                <a:cs typeface="+mn-cs"/>
              </a:defRPr>
            </a:lvl2pPr>
            <a:lvl3pPr marL="914400" indent="0" algn="l" defTabSz="914400" rtl="0" eaLnBrk="1" latinLnBrk="0" hangingPunct="1">
              <a:defRPr sz="1800" kern="1200">
                <a:solidFill>
                  <a:schemeClr val="lt1"/>
                </a:solidFill>
                <a:latin typeface="+mn-lt"/>
                <a:ea typeface="+mn-ea"/>
                <a:cs typeface="+mn-cs"/>
              </a:defRPr>
            </a:lvl3pPr>
            <a:lvl4pPr marL="1371600" indent="0" algn="l" defTabSz="914400" rtl="0" eaLnBrk="1" latinLnBrk="0" hangingPunct="1">
              <a:defRPr sz="1800" kern="1200">
                <a:solidFill>
                  <a:schemeClr val="lt1"/>
                </a:solidFill>
                <a:latin typeface="+mn-lt"/>
                <a:ea typeface="+mn-ea"/>
                <a:cs typeface="+mn-cs"/>
              </a:defRPr>
            </a:lvl4pPr>
            <a:lvl5pPr marL="1828800" indent="0" algn="l" defTabSz="914400" rtl="0" eaLnBrk="1" latinLnBrk="0" hangingPunct="1">
              <a:defRPr sz="1800" kern="1200">
                <a:solidFill>
                  <a:schemeClr val="lt1"/>
                </a:solidFill>
                <a:latin typeface="+mn-lt"/>
                <a:ea typeface="+mn-ea"/>
                <a:cs typeface="+mn-cs"/>
              </a:defRPr>
            </a:lvl5pPr>
            <a:lvl6pPr marL="2286000" indent="0" algn="l" defTabSz="914400" rtl="0" eaLnBrk="1" latinLnBrk="0" hangingPunct="1">
              <a:defRPr sz="1800" kern="1200">
                <a:solidFill>
                  <a:schemeClr val="lt1"/>
                </a:solidFill>
                <a:latin typeface="+mn-lt"/>
                <a:ea typeface="+mn-ea"/>
                <a:cs typeface="+mn-cs"/>
              </a:defRPr>
            </a:lvl6pPr>
            <a:lvl7pPr marL="2743200" indent="0" algn="l" defTabSz="914400" rtl="0" eaLnBrk="1" latinLnBrk="0" hangingPunct="1">
              <a:defRPr sz="1800" kern="1200">
                <a:solidFill>
                  <a:schemeClr val="lt1"/>
                </a:solidFill>
                <a:latin typeface="+mn-lt"/>
                <a:ea typeface="+mn-ea"/>
                <a:cs typeface="+mn-cs"/>
              </a:defRPr>
            </a:lvl7pPr>
            <a:lvl8pPr marL="3200400" indent="0" algn="l" defTabSz="914400" rtl="0" eaLnBrk="1" latinLnBrk="0" hangingPunct="1">
              <a:defRPr sz="1800" kern="1200">
                <a:solidFill>
                  <a:schemeClr val="lt1"/>
                </a:solidFill>
                <a:latin typeface="+mn-lt"/>
                <a:ea typeface="+mn-ea"/>
                <a:cs typeface="+mn-cs"/>
              </a:defRPr>
            </a:lvl8pPr>
            <a:lvl9pPr marL="3657600" indent="0" algn="l" defTabSz="914400" rtl="0" eaLnBrk="1" latinLnBrk="0" hangingPunct="1">
              <a:defRPr sz="1800" kern="1200">
                <a:solidFill>
                  <a:schemeClr val="lt1"/>
                </a:solidFill>
                <a:latin typeface="+mn-lt"/>
                <a:ea typeface="+mn-ea"/>
                <a:cs typeface="+mn-cs"/>
              </a:defRPr>
            </a:lvl9pPr>
          </a:lstStyle>
          <a:p xmlns:a="http://schemas.openxmlformats.org/drawingml/2006/main">
            <a:endParaRPr lang="en-US" sz="600" b="1" dirty="0">
              <a:solidFill>
                <a:srgbClr val="002060"/>
              </a:solidFill>
              <a:latin typeface="Century Gothic" panose="020B0502020202020204" pitchFamily="34" charset="0"/>
            </a:endParaRPr>
          </a:p>
        </cdr:txBody>
      </cdr:sp>
    </cdr:grp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8489E-A0E2-254E-B84F-621DC0B685D3}" type="datetimeFigureOut">
              <a:rPr lang="en-AE" smtClean="0"/>
              <a:t>15/04/2025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33EE91-01DE-264F-A627-B0EE4FF71732}" type="slidenum">
              <a:rPr lang="en-AE" smtClean="0"/>
              <a:t>‹#›</a:t>
            </a:fld>
            <a:endParaRPr lang="en-AE"/>
          </a:p>
        </p:txBody>
      </p:sp>
    </p:spTree>
    <p:extLst>
      <p:ext uri="{BB962C8B-B14F-4D97-AF65-F5344CB8AC3E}">
        <p14:creationId xmlns:p14="http://schemas.microsoft.com/office/powerpoint/2010/main" val="3436245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4CF95B7C-AFC1-574C-80B2-E15C5CF966D6}" type="slidenum">
              <a:rPr lang="en-AE" smtClean="0"/>
              <a:t>2</a:t>
            </a:fld>
            <a:endParaRPr lang="en-AE"/>
          </a:p>
        </p:txBody>
      </p:sp>
    </p:spTree>
    <p:extLst>
      <p:ext uri="{BB962C8B-B14F-4D97-AF65-F5344CB8AC3E}">
        <p14:creationId xmlns:p14="http://schemas.microsoft.com/office/powerpoint/2010/main" val="2133042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FE33EE91-01DE-264F-A627-B0EE4FF71732}" type="slidenum">
              <a:rPr lang="en-AE" smtClean="0"/>
              <a:t>8</a:t>
            </a:fld>
            <a:endParaRPr lang="en-AE"/>
          </a:p>
        </p:txBody>
      </p:sp>
    </p:spTree>
    <p:extLst>
      <p:ext uri="{BB962C8B-B14F-4D97-AF65-F5344CB8AC3E}">
        <p14:creationId xmlns:p14="http://schemas.microsoft.com/office/powerpoint/2010/main" val="1738546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A875-63F7-1718-E794-7E4CAB04B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A435A-9F62-81B2-1909-E60F03FB5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AC654-3565-FBA1-D682-28FF0DA27AE7}"/>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5C2456EA-07D8-C6A4-76C7-310897729841}"/>
              </a:ext>
            </a:extLst>
          </p:cNvPr>
          <p:cNvSpPr>
            <a:spLocks noGrp="1"/>
          </p:cNvSpPr>
          <p:nvPr>
            <p:ph type="sldNum" sz="quarter" idx="5"/>
          </p:nvPr>
        </p:nvSpPr>
        <p:spPr/>
        <p:txBody>
          <a:bodyPr/>
          <a:lstStyle/>
          <a:p>
            <a:fld id="{FE33EE91-01DE-264F-A627-B0EE4FF71732}" type="slidenum">
              <a:rPr lang="en-AE" smtClean="0"/>
              <a:t>9</a:t>
            </a:fld>
            <a:endParaRPr lang="en-AE"/>
          </a:p>
        </p:txBody>
      </p:sp>
    </p:spTree>
    <p:extLst>
      <p:ext uri="{BB962C8B-B14F-4D97-AF65-F5344CB8AC3E}">
        <p14:creationId xmlns:p14="http://schemas.microsoft.com/office/powerpoint/2010/main" val="3849780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0212-D3A7-23C3-E372-1E9E27521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7549C-AF3F-03E9-400D-5F4FA6DE98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A0719-72FB-AD4A-C352-0AD1F3E9BD8A}"/>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4266F285-78D3-B762-A615-9C5E218CD635}"/>
              </a:ext>
            </a:extLst>
          </p:cNvPr>
          <p:cNvSpPr>
            <a:spLocks noGrp="1"/>
          </p:cNvSpPr>
          <p:nvPr>
            <p:ph type="sldNum" sz="quarter" idx="5"/>
          </p:nvPr>
        </p:nvSpPr>
        <p:spPr/>
        <p:txBody>
          <a:bodyPr/>
          <a:lstStyle/>
          <a:p>
            <a:fld id="{FE33EE91-01DE-264F-A627-B0EE4FF71732}" type="slidenum">
              <a:rPr lang="en-AE" smtClean="0"/>
              <a:t>10</a:t>
            </a:fld>
            <a:endParaRPr lang="en-AE"/>
          </a:p>
        </p:txBody>
      </p:sp>
    </p:spTree>
    <p:extLst>
      <p:ext uri="{BB962C8B-B14F-4D97-AF65-F5344CB8AC3E}">
        <p14:creationId xmlns:p14="http://schemas.microsoft.com/office/powerpoint/2010/main" val="3706653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5C5E0-2D83-98E0-F232-F95A01D7E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00F2F-5407-D3C8-6B3E-D40803A8C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8A5CE-B61D-72E0-C9AB-7AE72398B663}"/>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BBFBEBD9-BBE0-4AB8-1F92-0024C8D601C9}"/>
              </a:ext>
            </a:extLst>
          </p:cNvPr>
          <p:cNvSpPr>
            <a:spLocks noGrp="1"/>
          </p:cNvSpPr>
          <p:nvPr>
            <p:ph type="sldNum" sz="quarter" idx="5"/>
          </p:nvPr>
        </p:nvSpPr>
        <p:spPr/>
        <p:txBody>
          <a:bodyPr/>
          <a:lstStyle/>
          <a:p>
            <a:fld id="{FE33EE91-01DE-264F-A627-B0EE4FF71732}" type="slidenum">
              <a:rPr lang="en-AE" smtClean="0"/>
              <a:t>12</a:t>
            </a:fld>
            <a:endParaRPr lang="en-AE"/>
          </a:p>
        </p:txBody>
      </p:sp>
    </p:spTree>
    <p:extLst>
      <p:ext uri="{BB962C8B-B14F-4D97-AF65-F5344CB8AC3E}">
        <p14:creationId xmlns:p14="http://schemas.microsoft.com/office/powerpoint/2010/main" val="1668936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DBB82-8B2A-636B-1921-22F041F7A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BEAAE-E171-8ACB-3669-F958BE46D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B1779-B18B-7144-663A-653418D2E558}"/>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53012FC3-92BD-56AA-5775-35BA4B53CBE6}"/>
              </a:ext>
            </a:extLst>
          </p:cNvPr>
          <p:cNvSpPr>
            <a:spLocks noGrp="1"/>
          </p:cNvSpPr>
          <p:nvPr>
            <p:ph type="sldNum" sz="quarter" idx="5"/>
          </p:nvPr>
        </p:nvSpPr>
        <p:spPr/>
        <p:txBody>
          <a:bodyPr/>
          <a:lstStyle/>
          <a:p>
            <a:fld id="{FE33EE91-01DE-264F-A627-B0EE4FF71732}" type="slidenum">
              <a:rPr lang="en-AE" smtClean="0"/>
              <a:t>13</a:t>
            </a:fld>
            <a:endParaRPr lang="en-AE"/>
          </a:p>
        </p:txBody>
      </p:sp>
    </p:spTree>
    <p:extLst>
      <p:ext uri="{BB962C8B-B14F-4D97-AF65-F5344CB8AC3E}">
        <p14:creationId xmlns:p14="http://schemas.microsoft.com/office/powerpoint/2010/main" val="2420701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8030F-D659-787C-6B6F-D97520DD3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A45A9-2D3D-C668-5652-EB18078E5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689AC-38FE-7A99-3746-308736527BDC}"/>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CD628E62-206E-3AD0-D12E-1210EB81F429}"/>
              </a:ext>
            </a:extLst>
          </p:cNvPr>
          <p:cNvSpPr>
            <a:spLocks noGrp="1"/>
          </p:cNvSpPr>
          <p:nvPr>
            <p:ph type="sldNum" sz="quarter" idx="5"/>
          </p:nvPr>
        </p:nvSpPr>
        <p:spPr/>
        <p:txBody>
          <a:bodyPr/>
          <a:lstStyle/>
          <a:p>
            <a:fld id="{FE33EE91-01DE-264F-A627-B0EE4FF71732}" type="slidenum">
              <a:rPr lang="en-AE" smtClean="0"/>
              <a:t>14</a:t>
            </a:fld>
            <a:endParaRPr lang="en-AE"/>
          </a:p>
        </p:txBody>
      </p:sp>
    </p:spTree>
    <p:extLst>
      <p:ext uri="{BB962C8B-B14F-4D97-AF65-F5344CB8AC3E}">
        <p14:creationId xmlns:p14="http://schemas.microsoft.com/office/powerpoint/2010/main" val="1724297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FE33EE91-01DE-264F-A627-B0EE4FF71732}" type="slidenum">
              <a:rPr lang="en-AE" smtClean="0"/>
              <a:t>20</a:t>
            </a:fld>
            <a:endParaRPr lang="en-AE"/>
          </a:p>
        </p:txBody>
      </p:sp>
    </p:spTree>
    <p:extLst>
      <p:ext uri="{BB962C8B-B14F-4D97-AF65-F5344CB8AC3E}">
        <p14:creationId xmlns:p14="http://schemas.microsoft.com/office/powerpoint/2010/main" val="998644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9.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1">
    <p:bg>
      <p:bgRef idx="1001">
        <a:schemeClr val="bg2"/>
      </p:bgRef>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D5FEA3AC-9822-43A6-879C-C7A74AC28320}"/>
              </a:ext>
            </a:extLst>
          </p:cNvPr>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21" name="Subtitle 2">
            <a:extLst>
              <a:ext uri="{FF2B5EF4-FFF2-40B4-BE49-F238E27FC236}">
                <a16:creationId xmlns:a16="http://schemas.microsoft.com/office/drawing/2014/main" id="{8570C13C-21E5-476B-AC68-F155A4CFA9B8}"/>
              </a:ext>
            </a:extLst>
          </p:cNvPr>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6595647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D875110-92AD-4B1D-AEAC-18D9724A6167}"/>
              </a:ext>
            </a:extLst>
          </p:cNvPr>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3B39607-2E4B-4AC6-8C2A-8CBBE8B34749}"/>
              </a:ext>
            </a:extLst>
          </p:cNvPr>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a:extLst>
              <a:ext uri="{FF2B5EF4-FFF2-40B4-BE49-F238E27FC236}">
                <a16:creationId xmlns:a16="http://schemas.microsoft.com/office/drawing/2014/main" id="{20CAE8E0-DE57-EC7F-CB25-FAECB9C302FB}"/>
              </a:ext>
            </a:extLst>
          </p:cNvPr>
          <p:cNvPicPr>
            <a:picLocks noChangeAspect="1"/>
          </p:cNvPicPr>
          <p:nvPr userDrawn="1"/>
        </p:nvPicPr>
        <p:blipFill>
          <a:blip r:embed="rId2">
            <a:duotone>
              <a:schemeClr val="bg2">
                <a:shade val="45000"/>
                <a:satMod val="135000"/>
              </a:schemeClr>
              <a:prstClr val="white"/>
            </a:duotone>
          </a:blip>
          <a:stretch>
            <a:fillRect/>
          </a:stretch>
        </p:blipFill>
        <p:spPr>
          <a:xfrm>
            <a:off x="0" y="-22470"/>
            <a:ext cx="12192000" cy="6902939"/>
          </a:xfrm>
          <a:prstGeom prst="rect">
            <a:avLst/>
          </a:prstGeom>
        </p:spPr>
      </p:pic>
      <p:sp>
        <p:nvSpPr>
          <p:cNvPr id="3" name="Rectangle 2">
            <a:extLst>
              <a:ext uri="{FF2B5EF4-FFF2-40B4-BE49-F238E27FC236}">
                <a16:creationId xmlns:a16="http://schemas.microsoft.com/office/drawing/2014/main" id="{E5267637-FC01-9F63-3AD7-70C1B9F0CB15}"/>
              </a:ext>
            </a:extLst>
          </p:cNvPr>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4" name="Title 1">
            <a:extLst>
              <a:ext uri="{FF2B5EF4-FFF2-40B4-BE49-F238E27FC236}">
                <a16:creationId xmlns:a16="http://schemas.microsoft.com/office/drawing/2014/main" id="{0CA495C0-1C4D-12B9-1C8F-8C7D7E4CD545}"/>
              </a:ext>
            </a:extLst>
          </p:cNvPr>
          <p:cNvSpPr txBox="1">
            <a:spLocks/>
          </p:cNvSpPr>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endParaRPr lang="en-AE" sz="1100" dirty="0">
              <a:solidFill>
                <a:schemeClr val="accent5">
                  <a:lumMod val="50000"/>
                </a:schemeClr>
              </a:solidFill>
            </a:endParaRPr>
          </a:p>
        </p:txBody>
      </p:sp>
      <p:sp>
        <p:nvSpPr>
          <p:cNvPr id="5" name="TextBox 4">
            <a:extLst>
              <a:ext uri="{FF2B5EF4-FFF2-40B4-BE49-F238E27FC236}">
                <a16:creationId xmlns:a16="http://schemas.microsoft.com/office/drawing/2014/main" id="{37C66759-C84F-66BA-96AB-C496F6EF211E}"/>
              </a:ext>
            </a:extLst>
          </p:cNvPr>
          <p:cNvSpPr txBox="1"/>
          <p:nvPr userDrawn="1"/>
        </p:nvSpPr>
        <p:spPr>
          <a:xfrm rot="16200000">
            <a:off x="10416985" y="3319284"/>
            <a:ext cx="3295126" cy="369332"/>
          </a:xfrm>
          <a:prstGeom prst="rect">
            <a:avLst/>
          </a:prstGeom>
          <a:noFill/>
        </p:spPr>
        <p:txBody>
          <a:bodyPr wrap="square">
            <a:spAutoFit/>
          </a:bodyPr>
          <a:lstStyle/>
          <a:p>
            <a:r>
              <a:rPr lang="en-US" sz="1800" dirty="0">
                <a:solidFill>
                  <a:schemeClr val="accent4">
                    <a:lumMod val="75000"/>
                  </a:schemeClr>
                </a:solidFill>
              </a:rPr>
              <a:t>Quantwater Tech Investments </a:t>
            </a:r>
            <a:endParaRPr lang="en-AE" sz="1600" dirty="0">
              <a:solidFill>
                <a:schemeClr val="accent4">
                  <a:lumMod val="75000"/>
                </a:schemeClr>
              </a:solidFill>
            </a:endParaRPr>
          </a:p>
        </p:txBody>
      </p:sp>
      <p:sp>
        <p:nvSpPr>
          <p:cNvPr id="7" name="Title 1">
            <a:extLst>
              <a:ext uri="{FF2B5EF4-FFF2-40B4-BE49-F238E27FC236}">
                <a16:creationId xmlns:a16="http://schemas.microsoft.com/office/drawing/2014/main" id="{36495BF0-EAD4-F3BD-39D0-7E334D760864}"/>
              </a:ext>
            </a:extLst>
          </p:cNvPr>
          <p:cNvSpPr txBox="1">
            <a:spLocks/>
          </p:cNvSpPr>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106937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ain Title 03">
    <p:bg>
      <p:bgRef idx="1001">
        <a:schemeClr val="bg2"/>
      </p:bgRef>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32C1ECA-AD9A-4EF8-9E77-79C58E79D5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508" y="-32657"/>
            <a:ext cx="12301017" cy="6923314"/>
          </a:xfrm>
          <a:prstGeom prst="rect">
            <a:avLst/>
          </a:prstGeom>
        </p:spPr>
      </p:pic>
      <p:sp>
        <p:nvSpPr>
          <p:cNvPr id="2" name="Title 1">
            <a:extLst>
              <a:ext uri="{FF2B5EF4-FFF2-40B4-BE49-F238E27FC236}">
                <a16:creationId xmlns:a16="http://schemas.microsoft.com/office/drawing/2014/main" id="{E1A865F5-C55E-41BD-95D0-D47AD2696817}"/>
              </a:ext>
            </a:extLst>
          </p:cNvPr>
          <p:cNvSpPr>
            <a:spLocks noGrp="1"/>
          </p:cNvSpPr>
          <p:nvPr userDrawn="1">
            <p:ph type="ctrTitle"/>
          </p:nvPr>
        </p:nvSpPr>
        <p:spPr>
          <a:xfrm>
            <a:off x="266700" y="875170"/>
            <a:ext cx="6062980" cy="68693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B31387C-8F56-4A62-A102-708F5B830556}"/>
              </a:ext>
            </a:extLst>
          </p:cNvPr>
          <p:cNvSpPr>
            <a:spLocks noGrp="1"/>
          </p:cNvSpPr>
          <p:nvPr userDrawn="1">
            <p:ph type="subTitle" idx="1"/>
          </p:nvPr>
        </p:nvSpPr>
        <p:spPr>
          <a:xfrm>
            <a:off x="266700" y="1656272"/>
            <a:ext cx="6062980" cy="854016"/>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31720111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title 04">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5C26389-C187-4AD7-BCB0-8619030230B3}"/>
              </a:ext>
            </a:extLst>
          </p:cNvPr>
          <p:cNvSpPr>
            <a:spLocks noGrp="1"/>
          </p:cNvSpPr>
          <p:nvPr>
            <p:ph type="ctrTitle"/>
          </p:nvPr>
        </p:nvSpPr>
        <p:spPr>
          <a:xfrm>
            <a:off x="266700" y="1562100"/>
            <a:ext cx="4864100" cy="1049972"/>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CF5F9DC1-4E81-4D29-A5CC-1C3BC8008FFE}"/>
              </a:ext>
            </a:extLst>
          </p:cNvPr>
          <p:cNvSpPr>
            <a:spLocks noGrp="1"/>
          </p:cNvSpPr>
          <p:nvPr>
            <p:ph type="subTitle" idx="1"/>
          </p:nvPr>
        </p:nvSpPr>
        <p:spPr>
          <a:xfrm>
            <a:off x="266700" y="2704149"/>
            <a:ext cx="4864100" cy="724852"/>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053459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in title 05">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19E56D6-82D8-416C-AAB4-564F1251372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
            <a:extLst>
              <a:ext uri="{FF2B5EF4-FFF2-40B4-BE49-F238E27FC236}">
                <a16:creationId xmlns:a16="http://schemas.microsoft.com/office/drawing/2014/main" id="{EA6695A9-E4F3-40ED-B2B6-3AE616E08049}"/>
              </a:ext>
            </a:extLst>
          </p:cNvPr>
          <p:cNvSpPr>
            <a:spLocks noGrp="1"/>
          </p:cNvSpPr>
          <p:nvPr>
            <p:ph type="ctrTitle"/>
          </p:nvPr>
        </p:nvSpPr>
        <p:spPr>
          <a:xfrm>
            <a:off x="353065" y="2369621"/>
            <a:ext cx="5109583" cy="1049973"/>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3D8C2CE6-98CF-45AD-BBF1-7836C5D02C45}"/>
              </a:ext>
            </a:extLst>
          </p:cNvPr>
          <p:cNvSpPr>
            <a:spLocks noGrp="1"/>
          </p:cNvSpPr>
          <p:nvPr>
            <p:ph type="subTitle" idx="1"/>
          </p:nvPr>
        </p:nvSpPr>
        <p:spPr>
          <a:xfrm>
            <a:off x="353065" y="3511670"/>
            <a:ext cx="5109583" cy="724852"/>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3" name="Picture 2">
            <a:extLst>
              <a:ext uri="{FF2B5EF4-FFF2-40B4-BE49-F238E27FC236}">
                <a16:creationId xmlns:a16="http://schemas.microsoft.com/office/drawing/2014/main" id="{D361D78A-280A-B416-03B1-680D81C60AF7}"/>
              </a:ext>
            </a:extLst>
          </p:cNvPr>
          <p:cNvPicPr>
            <a:picLocks noChangeAspect="1"/>
          </p:cNvPicPr>
          <p:nvPr userDrawn="1"/>
        </p:nvPicPr>
        <p:blipFill>
          <a:blip r:embed="rId3">
            <a:duotone>
              <a:schemeClr val="accent6">
                <a:shade val="45000"/>
                <a:satMod val="135000"/>
              </a:schemeClr>
              <a:prstClr val="white"/>
            </a:duotone>
          </a:blip>
          <a:stretch>
            <a:fillRect/>
          </a:stretch>
        </p:blipFill>
        <p:spPr>
          <a:xfrm>
            <a:off x="10896252" y="-25051"/>
            <a:ext cx="1320800" cy="747818"/>
          </a:xfrm>
          <a:prstGeom prst="rect">
            <a:avLst/>
          </a:prstGeom>
        </p:spPr>
      </p:pic>
    </p:spTree>
    <p:extLst>
      <p:ext uri="{BB962C8B-B14F-4D97-AF65-F5344CB8AC3E}">
        <p14:creationId xmlns:p14="http://schemas.microsoft.com/office/powerpoint/2010/main" val="51335928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Title 06">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70B9634-9E10-4402-8936-822203667E2D}"/>
              </a:ext>
            </a:extLst>
          </p:cNvPr>
          <p:cNvSpPr>
            <a:spLocks noGrp="1"/>
          </p:cNvSpPr>
          <p:nvPr>
            <p:ph type="ctrTitle"/>
          </p:nvPr>
        </p:nvSpPr>
        <p:spPr>
          <a:xfrm>
            <a:off x="266700" y="4277359"/>
            <a:ext cx="11658600" cy="1149033"/>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9" name="Subtitle 2">
            <a:extLst>
              <a:ext uri="{FF2B5EF4-FFF2-40B4-BE49-F238E27FC236}">
                <a16:creationId xmlns:a16="http://schemas.microsoft.com/office/drawing/2014/main" id="{9CF6C0E8-E4C0-4F38-965A-326D92D3AFED}"/>
              </a:ext>
            </a:extLst>
          </p:cNvPr>
          <p:cNvSpPr>
            <a:spLocks noGrp="1"/>
          </p:cNvSpPr>
          <p:nvPr>
            <p:ph type="subTitle" idx="1"/>
          </p:nvPr>
        </p:nvSpPr>
        <p:spPr>
          <a:xfrm>
            <a:off x="266700" y="5548948"/>
            <a:ext cx="11658600" cy="1042352"/>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Rectangle 1">
            <a:extLst>
              <a:ext uri="{FF2B5EF4-FFF2-40B4-BE49-F238E27FC236}">
                <a16:creationId xmlns:a16="http://schemas.microsoft.com/office/drawing/2014/main" id="{FC20E7E5-A7BC-3364-20F7-D11C40139548}"/>
              </a:ext>
            </a:extLst>
          </p:cNvPr>
          <p:cNvSpPr/>
          <p:nvPr userDrawn="1"/>
        </p:nvSpPr>
        <p:spPr>
          <a:xfrm>
            <a:off x="0" y="0"/>
            <a:ext cx="12212505"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3" name="Picture 2">
            <a:extLst>
              <a:ext uri="{FF2B5EF4-FFF2-40B4-BE49-F238E27FC236}">
                <a16:creationId xmlns:a16="http://schemas.microsoft.com/office/drawing/2014/main" id="{6849EDC3-DEF6-3538-B043-29EC79ECDAA6}"/>
              </a:ext>
            </a:extLst>
          </p:cNvPr>
          <p:cNvPicPr>
            <a:picLocks noChangeAspect="1"/>
          </p:cNvPicPr>
          <p:nvPr userDrawn="1"/>
        </p:nvPicPr>
        <p:blipFill>
          <a:blip r:embed="rId2">
            <a:duotone>
              <a:prstClr val="black"/>
              <a:schemeClr val="bg2">
                <a:tint val="45000"/>
                <a:satMod val="400000"/>
              </a:schemeClr>
            </a:duotone>
          </a:blip>
          <a:stretch>
            <a:fillRect/>
          </a:stretch>
        </p:blipFill>
        <p:spPr>
          <a:xfrm>
            <a:off x="10871200" y="1"/>
            <a:ext cx="1320800" cy="747818"/>
          </a:xfrm>
          <a:prstGeom prst="rect">
            <a:avLst/>
          </a:prstGeom>
        </p:spPr>
      </p:pic>
    </p:spTree>
    <p:extLst>
      <p:ext uri="{BB962C8B-B14F-4D97-AF65-F5344CB8AC3E}">
        <p14:creationId xmlns:p14="http://schemas.microsoft.com/office/powerpoint/2010/main" val="330333775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C560A716-2BA4-46D2-B9CD-54F71440840A}"/>
              </a:ext>
            </a:extLst>
          </p:cNvPr>
          <p:cNvSpPr>
            <a:spLocks noGrp="1"/>
          </p:cNvSpPr>
          <p:nvPr>
            <p:ph type="pic" sz="quarter" idx="15"/>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562100 h 6858000"/>
              <a:gd name="connsiteX3" fmla="*/ 6791325 w 12192000"/>
              <a:gd name="connsiteY3" fmla="*/ 1562100 h 6858000"/>
              <a:gd name="connsiteX4" fmla="*/ 6791325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562100"/>
                </a:lnTo>
                <a:lnTo>
                  <a:pt x="6791325" y="1562100"/>
                </a:lnTo>
                <a:lnTo>
                  <a:pt x="6791325" y="6858000"/>
                </a:lnTo>
                <a:lnTo>
                  <a:pt x="0" y="6858000"/>
                </a:lnTo>
                <a:close/>
              </a:path>
            </a:pathLst>
          </a:custGeom>
        </p:spPr>
        <p:txBody>
          <a:bodyPr wrap="square">
            <a:noAutofit/>
          </a:bodyPr>
          <a:lstStyle>
            <a:lvl1pPr>
              <a:defRPr sz="1800"/>
            </a:lvl1pPr>
          </a:lstStyle>
          <a:p>
            <a:r>
              <a:rPr lang="en-US"/>
              <a:t>Click icon to add picture</a:t>
            </a:r>
            <a:endParaRPr lang="en-US" dirty="0"/>
          </a:p>
        </p:txBody>
      </p:sp>
      <p:pic>
        <p:nvPicPr>
          <p:cNvPr id="68" name="Graphic 67">
            <a:extLst>
              <a:ext uri="{FF2B5EF4-FFF2-40B4-BE49-F238E27FC236}">
                <a16:creationId xmlns:a16="http://schemas.microsoft.com/office/drawing/2014/main" id="{FA41E3B1-6684-4540-9333-C7D95CB04D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67" name="Title 1">
            <a:extLst>
              <a:ext uri="{FF2B5EF4-FFF2-40B4-BE49-F238E27FC236}">
                <a16:creationId xmlns:a16="http://schemas.microsoft.com/office/drawing/2014/main" id="{CC847017-2132-4B81-97D6-8201F147D92E}"/>
              </a:ext>
            </a:extLst>
          </p:cNvPr>
          <p:cNvSpPr>
            <a:spLocks noGrp="1"/>
          </p:cNvSpPr>
          <p:nvPr>
            <p:ph type="title" hasCustomPrompt="1"/>
          </p:nvPr>
        </p:nvSpPr>
        <p:spPr>
          <a:xfrm>
            <a:off x="6835139" y="435247"/>
            <a:ext cx="4516239" cy="571500"/>
          </a:xfrm>
        </p:spPr>
        <p:txBody>
          <a:bodyPr anchor="t">
            <a:normAutofit/>
          </a:bodyPr>
          <a:lstStyle>
            <a:lvl1pPr>
              <a:defRPr sz="2800">
                <a:solidFill>
                  <a:schemeClr val="tx1"/>
                </a:solidFill>
                <a:latin typeface="Arial" panose="020B0604020202020204" pitchFamily="34" charset="0"/>
              </a:defRPr>
            </a:lvl1pPr>
          </a:lstStyle>
          <a:p>
            <a:r>
              <a:rPr lang="en-US" dirty="0"/>
              <a:t>TABLE OF CONTENT</a:t>
            </a:r>
          </a:p>
        </p:txBody>
      </p:sp>
      <p:pic>
        <p:nvPicPr>
          <p:cNvPr id="2" name="Picture 1">
            <a:extLst>
              <a:ext uri="{FF2B5EF4-FFF2-40B4-BE49-F238E27FC236}">
                <a16:creationId xmlns:a16="http://schemas.microsoft.com/office/drawing/2014/main" id="{E5F3394C-C280-210B-9C82-7E15535FF282}"/>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1559639" y="0"/>
            <a:ext cx="644886" cy="365125"/>
          </a:xfrm>
          <a:prstGeom prst="rect">
            <a:avLst/>
          </a:prstGeom>
        </p:spPr>
      </p:pic>
    </p:spTree>
    <p:extLst>
      <p:ext uri="{BB962C8B-B14F-4D97-AF65-F5344CB8AC3E}">
        <p14:creationId xmlns:p14="http://schemas.microsoft.com/office/powerpoint/2010/main" val="888065469"/>
      </p:ext>
    </p:extLst>
  </p:cSld>
  <p:clrMapOvr>
    <a:masterClrMapping/>
  </p:clrMapOvr>
  <p:extLst>
    <p:ext uri="{DCECCB84-F9BA-43D5-87BE-67443E8EF086}">
      <p15:sldGuideLst xmlns:p15="http://schemas.microsoft.com/office/powerpoint/2012/main">
        <p15:guide id="1" orient="horz" pos="9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_main image and text">
    <p:bg>
      <p:bgRef idx="1001">
        <a:schemeClr val="bg1"/>
      </p:bgRef>
    </p:bg>
    <p:spTree>
      <p:nvGrpSpPr>
        <p:cNvPr id="1" name=""/>
        <p:cNvGrpSpPr/>
        <p:nvPr/>
      </p:nvGrpSpPr>
      <p:grpSpPr>
        <a:xfrm>
          <a:off x="0" y="0"/>
          <a:ext cx="0" cy="0"/>
          <a:chOff x="0" y="0"/>
          <a:chExt cx="0" cy="0"/>
        </a:xfrm>
      </p:grpSpPr>
      <p:sp>
        <p:nvSpPr>
          <p:cNvPr id="16" name="Graphic 3">
            <a:extLst>
              <a:ext uri="{FF2B5EF4-FFF2-40B4-BE49-F238E27FC236}">
                <a16:creationId xmlns:a16="http://schemas.microsoft.com/office/drawing/2014/main" id="{6DADB1F1-BA34-498F-96B1-C3FB64611A37}"/>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5" name="Picture Placeholder 4">
            <a:extLst>
              <a:ext uri="{FF2B5EF4-FFF2-40B4-BE49-F238E27FC236}">
                <a16:creationId xmlns:a16="http://schemas.microsoft.com/office/drawing/2014/main" id="{A15D53C6-B6DC-4248-A987-4CFDFA8BF6C2}"/>
              </a:ext>
            </a:extLst>
          </p:cNvPr>
          <p:cNvSpPr>
            <a:spLocks noGrp="1"/>
          </p:cNvSpPr>
          <p:nvPr>
            <p:ph type="pic" sz="quarter" idx="10"/>
          </p:nvPr>
        </p:nvSpPr>
        <p:spPr>
          <a:xfrm>
            <a:off x="5815442" y="-6350"/>
            <a:ext cx="5766958" cy="6314012"/>
          </a:xfrm>
          <a:custGeom>
            <a:avLst/>
            <a:gdLst>
              <a:gd name="connsiteX0" fmla="*/ 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0 w 5800725"/>
              <a:gd name="connsiteY4" fmla="*/ 0 h 6294438"/>
              <a:gd name="connsiteX0" fmla="*/ 3830320 w 5800725"/>
              <a:gd name="connsiteY0" fmla="*/ 0 h 6304598"/>
              <a:gd name="connsiteX1" fmla="*/ 5800725 w 5800725"/>
              <a:gd name="connsiteY1" fmla="*/ 10160 h 6304598"/>
              <a:gd name="connsiteX2" fmla="*/ 5800725 w 5800725"/>
              <a:gd name="connsiteY2" fmla="*/ 6304598 h 6304598"/>
              <a:gd name="connsiteX3" fmla="*/ 0 w 5800725"/>
              <a:gd name="connsiteY3" fmla="*/ 6304598 h 6304598"/>
              <a:gd name="connsiteX4" fmla="*/ 3830320 w 5800725"/>
              <a:gd name="connsiteY4" fmla="*/ 0 h 6304598"/>
              <a:gd name="connsiteX0" fmla="*/ 400304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4003040 w 5800725"/>
              <a:gd name="connsiteY4" fmla="*/ 0 h 6294438"/>
              <a:gd name="connsiteX0" fmla="*/ 3964940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64940 w 5762625"/>
              <a:gd name="connsiteY4" fmla="*/ 0 h 6309678"/>
              <a:gd name="connsiteX0" fmla="*/ 3950818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50818 w 5762625"/>
              <a:gd name="connsiteY4" fmla="*/ 0 h 6309678"/>
              <a:gd name="connsiteX0" fmla="*/ 3955151 w 5766958"/>
              <a:gd name="connsiteY0" fmla="*/ 0 h 6314012"/>
              <a:gd name="connsiteX1" fmla="*/ 5766958 w 5766958"/>
              <a:gd name="connsiteY1" fmla="*/ 0 h 6314012"/>
              <a:gd name="connsiteX2" fmla="*/ 5766958 w 5766958"/>
              <a:gd name="connsiteY2" fmla="*/ 6294438 h 6314012"/>
              <a:gd name="connsiteX3" fmla="*/ 0 w 5766958"/>
              <a:gd name="connsiteY3" fmla="*/ 6314012 h 6314012"/>
              <a:gd name="connsiteX4" fmla="*/ 3955151 w 5766958"/>
              <a:gd name="connsiteY4" fmla="*/ 0 h 631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958" h="6314012">
                <a:moveTo>
                  <a:pt x="3955151" y="0"/>
                </a:moveTo>
                <a:lnTo>
                  <a:pt x="5766958" y="0"/>
                </a:lnTo>
                <a:lnTo>
                  <a:pt x="5766958" y="6294438"/>
                </a:lnTo>
                <a:lnTo>
                  <a:pt x="0" y="6314012"/>
                </a:lnTo>
                <a:lnTo>
                  <a:pt x="3955151" y="0"/>
                </a:lnTo>
                <a:close/>
              </a:path>
            </a:pathLst>
          </a:custGeom>
          <a:ln>
            <a:noFill/>
          </a:ln>
        </p:spPr>
        <p:txBody>
          <a:bodyPr/>
          <a:lstStyle>
            <a:lvl1pPr>
              <a:defRPr sz="1800"/>
            </a:lvl1pPr>
          </a:lstStyle>
          <a:p>
            <a:r>
              <a:rPr lang="en-US"/>
              <a:t>Click icon to add picture</a:t>
            </a:r>
            <a:endParaRPr lang="en-US" dirty="0"/>
          </a:p>
        </p:txBody>
      </p:sp>
      <p:sp>
        <p:nvSpPr>
          <p:cNvPr id="22" name="Title 1">
            <a:extLst>
              <a:ext uri="{FF2B5EF4-FFF2-40B4-BE49-F238E27FC236}">
                <a16:creationId xmlns:a16="http://schemas.microsoft.com/office/drawing/2014/main" id="{60EBE673-96FD-4396-9AFD-C29813776851}"/>
              </a:ext>
            </a:extLst>
          </p:cNvPr>
          <p:cNvSpPr>
            <a:spLocks noGrp="1"/>
          </p:cNvSpPr>
          <p:nvPr>
            <p:ph type="title" hasCustomPrompt="1"/>
          </p:nvPr>
        </p:nvSpPr>
        <p:spPr>
          <a:xfrm>
            <a:off x="269525" y="233362"/>
            <a:ext cx="7793819"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290CF5DB-562F-4BFC-881F-0FF5AEB0EA1E}"/>
              </a:ext>
            </a:extLst>
          </p:cNvPr>
          <p:cNvSpPr>
            <a:spLocks noGrp="1"/>
          </p:cNvSpPr>
          <p:nvPr>
            <p:ph type="body" sz="quarter" idx="14"/>
          </p:nvPr>
        </p:nvSpPr>
        <p:spPr>
          <a:xfrm>
            <a:off x="269525" y="837645"/>
            <a:ext cx="7793819"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4" name="Content Placeholder 3">
            <a:extLst>
              <a:ext uri="{FF2B5EF4-FFF2-40B4-BE49-F238E27FC236}">
                <a16:creationId xmlns:a16="http://schemas.microsoft.com/office/drawing/2014/main" id="{A072D278-3325-4CB4-A26E-5143FBB3B6E7}"/>
              </a:ext>
            </a:extLst>
          </p:cNvPr>
          <p:cNvSpPr>
            <a:spLocks noGrp="1"/>
          </p:cNvSpPr>
          <p:nvPr>
            <p:ph sz="half" idx="2"/>
          </p:nvPr>
        </p:nvSpPr>
        <p:spPr>
          <a:xfrm>
            <a:off x="266700" y="1562100"/>
            <a:ext cx="5159410" cy="5029200"/>
          </a:xfrm>
        </p:spPr>
        <p:txBody>
          <a:bodyPr>
            <a:normAutofit/>
          </a:bodyPr>
          <a:lstStyle>
            <a:lvl1pPr>
              <a:defRPr sz="12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pic>
        <p:nvPicPr>
          <p:cNvPr id="27" name="Graphic 26">
            <a:extLst>
              <a:ext uri="{FF2B5EF4-FFF2-40B4-BE49-F238E27FC236}">
                <a16:creationId xmlns:a16="http://schemas.microsoft.com/office/drawing/2014/main" id="{5F2952C2-B33C-47F9-A628-02394560BDC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28" name="Straight Connector 27">
            <a:extLst>
              <a:ext uri="{FF2B5EF4-FFF2-40B4-BE49-F238E27FC236}">
                <a16:creationId xmlns:a16="http://schemas.microsoft.com/office/drawing/2014/main" id="{0E6BB827-44D0-4A54-AC02-3443D2EA8B32}"/>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9" name="Slide Number Placeholder 3">
            <a:extLst>
              <a:ext uri="{FF2B5EF4-FFF2-40B4-BE49-F238E27FC236}">
                <a16:creationId xmlns:a16="http://schemas.microsoft.com/office/drawing/2014/main" id="{E92B1CC3-9610-42DA-BB4F-F07E17597B98}"/>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5B246E13-3DE0-3DB5-F3A2-5AE32E291A27}"/>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96252" y="-25051"/>
            <a:ext cx="1320800" cy="747818"/>
          </a:xfrm>
          <a:prstGeom prst="rect">
            <a:avLst/>
          </a:prstGeom>
        </p:spPr>
      </p:pic>
    </p:spTree>
    <p:extLst>
      <p:ext uri="{BB962C8B-B14F-4D97-AF65-F5344CB8AC3E}">
        <p14:creationId xmlns:p14="http://schemas.microsoft.com/office/powerpoint/2010/main" val="17918972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_main image and text">
    <p:bg>
      <p:bgRef idx="1001">
        <a:schemeClr val="bg2"/>
      </p:bgRef>
    </p:bg>
    <p:spTree>
      <p:nvGrpSpPr>
        <p:cNvPr id="1" name=""/>
        <p:cNvGrpSpPr/>
        <p:nvPr/>
      </p:nvGrpSpPr>
      <p:grpSpPr>
        <a:xfrm>
          <a:off x="0" y="0"/>
          <a:ext cx="0" cy="0"/>
          <a:chOff x="0" y="0"/>
          <a:chExt cx="0" cy="0"/>
        </a:xfrm>
      </p:grpSpPr>
      <p:sp>
        <p:nvSpPr>
          <p:cNvPr id="12" name="Graphic 3">
            <a:extLst>
              <a:ext uri="{FF2B5EF4-FFF2-40B4-BE49-F238E27FC236}">
                <a16:creationId xmlns:a16="http://schemas.microsoft.com/office/drawing/2014/main" id="{6E493093-7E5B-404E-8CAB-748A7633826C}"/>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chemeClr val="bg1"/>
          </a:solidFill>
          <a:ln w="9525" cap="flat">
            <a:noFill/>
            <a:prstDash val="solid"/>
            <a:miter/>
          </a:ln>
        </p:spPr>
        <p:txBody>
          <a:bodyPr rtlCol="0" anchor="ctr"/>
          <a:lstStyle/>
          <a:p>
            <a:endParaRPr lang="en-US" sz="1600" dirty="0">
              <a:latin typeface="Arial" panose="020B0604020202020204" pitchFamily="34" charset="0"/>
            </a:endParaRPr>
          </a:p>
        </p:txBody>
      </p:sp>
      <p:sp>
        <p:nvSpPr>
          <p:cNvPr id="22" name="Title 1">
            <a:extLst>
              <a:ext uri="{FF2B5EF4-FFF2-40B4-BE49-F238E27FC236}">
                <a16:creationId xmlns:a16="http://schemas.microsoft.com/office/drawing/2014/main" id="{60EBE673-96FD-4396-9AFD-C29813776851}"/>
              </a:ext>
            </a:extLst>
          </p:cNvPr>
          <p:cNvSpPr>
            <a:spLocks noGrp="1"/>
          </p:cNvSpPr>
          <p:nvPr>
            <p:ph type="title" hasCustomPrompt="1"/>
          </p:nvPr>
        </p:nvSpPr>
        <p:spPr>
          <a:xfrm>
            <a:off x="269525" y="233362"/>
            <a:ext cx="5156585" cy="571500"/>
          </a:xfrm>
        </p:spPr>
        <p:txBody>
          <a:bodyPr>
            <a:normAutofit/>
          </a:bodyPr>
          <a:lstStyle>
            <a:lvl1pPr>
              <a:defRPr sz="2800" b="1">
                <a:solidFill>
                  <a:srgbClr val="11112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290CF5DB-562F-4BFC-881F-0FF5AEB0EA1E}"/>
              </a:ext>
            </a:extLst>
          </p:cNvPr>
          <p:cNvSpPr>
            <a:spLocks noGrp="1"/>
          </p:cNvSpPr>
          <p:nvPr>
            <p:ph type="body" sz="quarter" idx="14"/>
          </p:nvPr>
        </p:nvSpPr>
        <p:spPr>
          <a:xfrm>
            <a:off x="269525" y="837645"/>
            <a:ext cx="5156585"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4" name="Content Placeholder 3">
            <a:extLst>
              <a:ext uri="{FF2B5EF4-FFF2-40B4-BE49-F238E27FC236}">
                <a16:creationId xmlns:a16="http://schemas.microsoft.com/office/drawing/2014/main" id="{A072D278-3325-4CB4-A26E-5143FBB3B6E7}"/>
              </a:ext>
            </a:extLst>
          </p:cNvPr>
          <p:cNvSpPr>
            <a:spLocks noGrp="1"/>
          </p:cNvSpPr>
          <p:nvPr>
            <p:ph sz="half" idx="2"/>
          </p:nvPr>
        </p:nvSpPr>
        <p:spPr>
          <a:xfrm>
            <a:off x="266700" y="1562100"/>
            <a:ext cx="5159410" cy="5029200"/>
          </a:xfrm>
        </p:spPr>
        <p:txBody>
          <a:bodyPr>
            <a:normAutofit/>
          </a:bodyPr>
          <a:lstStyle>
            <a:lvl1pPr>
              <a:defRPr sz="12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pic>
        <p:nvPicPr>
          <p:cNvPr id="11" name="Graphic 10">
            <a:extLst>
              <a:ext uri="{FF2B5EF4-FFF2-40B4-BE49-F238E27FC236}">
                <a16:creationId xmlns:a16="http://schemas.microsoft.com/office/drawing/2014/main" id="{FBBC5A76-E97F-445B-ABA4-31C84786320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EAE3413F-C2E1-469E-8AA4-1638B5CDC101}"/>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D271893B-E50E-41FB-9AC8-FC7FFB777811}"/>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
        <p:nvSpPr>
          <p:cNvPr id="13" name="Picture Placeholder 4">
            <a:extLst>
              <a:ext uri="{FF2B5EF4-FFF2-40B4-BE49-F238E27FC236}">
                <a16:creationId xmlns:a16="http://schemas.microsoft.com/office/drawing/2014/main" id="{9BD6BBCC-EC90-4641-B3A2-A339C0F7B919}"/>
              </a:ext>
            </a:extLst>
          </p:cNvPr>
          <p:cNvSpPr>
            <a:spLocks noGrp="1"/>
          </p:cNvSpPr>
          <p:nvPr>
            <p:ph type="pic" sz="quarter" idx="10"/>
          </p:nvPr>
        </p:nvSpPr>
        <p:spPr>
          <a:xfrm>
            <a:off x="5815442" y="-6350"/>
            <a:ext cx="5766958" cy="6314012"/>
          </a:xfrm>
          <a:custGeom>
            <a:avLst/>
            <a:gdLst>
              <a:gd name="connsiteX0" fmla="*/ 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0 w 5800725"/>
              <a:gd name="connsiteY4" fmla="*/ 0 h 6294438"/>
              <a:gd name="connsiteX0" fmla="*/ 3830320 w 5800725"/>
              <a:gd name="connsiteY0" fmla="*/ 0 h 6304598"/>
              <a:gd name="connsiteX1" fmla="*/ 5800725 w 5800725"/>
              <a:gd name="connsiteY1" fmla="*/ 10160 h 6304598"/>
              <a:gd name="connsiteX2" fmla="*/ 5800725 w 5800725"/>
              <a:gd name="connsiteY2" fmla="*/ 6304598 h 6304598"/>
              <a:gd name="connsiteX3" fmla="*/ 0 w 5800725"/>
              <a:gd name="connsiteY3" fmla="*/ 6304598 h 6304598"/>
              <a:gd name="connsiteX4" fmla="*/ 3830320 w 5800725"/>
              <a:gd name="connsiteY4" fmla="*/ 0 h 6304598"/>
              <a:gd name="connsiteX0" fmla="*/ 400304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4003040 w 5800725"/>
              <a:gd name="connsiteY4" fmla="*/ 0 h 6294438"/>
              <a:gd name="connsiteX0" fmla="*/ 3964940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64940 w 5762625"/>
              <a:gd name="connsiteY4" fmla="*/ 0 h 6309678"/>
              <a:gd name="connsiteX0" fmla="*/ 3950818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50818 w 5762625"/>
              <a:gd name="connsiteY4" fmla="*/ 0 h 6309678"/>
              <a:gd name="connsiteX0" fmla="*/ 3955151 w 5766958"/>
              <a:gd name="connsiteY0" fmla="*/ 0 h 6314012"/>
              <a:gd name="connsiteX1" fmla="*/ 5766958 w 5766958"/>
              <a:gd name="connsiteY1" fmla="*/ 0 h 6314012"/>
              <a:gd name="connsiteX2" fmla="*/ 5766958 w 5766958"/>
              <a:gd name="connsiteY2" fmla="*/ 6294438 h 6314012"/>
              <a:gd name="connsiteX3" fmla="*/ 0 w 5766958"/>
              <a:gd name="connsiteY3" fmla="*/ 6314012 h 6314012"/>
              <a:gd name="connsiteX4" fmla="*/ 3955151 w 5766958"/>
              <a:gd name="connsiteY4" fmla="*/ 0 h 631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958" h="6314012">
                <a:moveTo>
                  <a:pt x="3955151" y="0"/>
                </a:moveTo>
                <a:lnTo>
                  <a:pt x="5766958" y="0"/>
                </a:lnTo>
                <a:lnTo>
                  <a:pt x="5766958" y="6294438"/>
                </a:lnTo>
                <a:lnTo>
                  <a:pt x="0" y="6314012"/>
                </a:lnTo>
                <a:lnTo>
                  <a:pt x="3955151" y="0"/>
                </a:lnTo>
                <a:close/>
              </a:path>
            </a:pathLst>
          </a:custGeom>
          <a:ln>
            <a:noFill/>
          </a:ln>
        </p:spPr>
        <p:txBody>
          <a:bodyPr>
            <a:normAutofit/>
          </a:bodyPr>
          <a:lstStyle>
            <a:lvl1pPr>
              <a:defRPr sz="1800"/>
            </a:lvl1pPr>
          </a:lstStyle>
          <a:p>
            <a:r>
              <a:rPr lang="en-US"/>
              <a:t>Click icon to add picture</a:t>
            </a:r>
            <a:endParaRPr lang="en-US" dirty="0"/>
          </a:p>
        </p:txBody>
      </p:sp>
    </p:spTree>
    <p:extLst>
      <p:ext uri="{BB962C8B-B14F-4D97-AF65-F5344CB8AC3E}">
        <p14:creationId xmlns:p14="http://schemas.microsoft.com/office/powerpoint/2010/main" val="46022397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whit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cxnSp>
        <p:nvCxnSpPr>
          <p:cNvPr id="68" name="Straight Connector 67">
            <a:extLst>
              <a:ext uri="{FF2B5EF4-FFF2-40B4-BE49-F238E27FC236}">
                <a16:creationId xmlns:a16="http://schemas.microsoft.com/office/drawing/2014/main" id="{211F9D7B-C7B6-41D7-BDBB-B997FD20CD06}"/>
              </a:ext>
            </a:extLst>
          </p:cNvPr>
          <p:cNvCxnSpPr>
            <a:cxnSpLocks/>
          </p:cNvCxnSpPr>
          <p:nvPr userDrawn="1"/>
        </p:nvCxnSpPr>
        <p:spPr>
          <a:xfrm>
            <a:off x="784503" y="2351168"/>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650E1-87FD-4E9F-A99B-13C30E365426}"/>
              </a:ext>
            </a:extLst>
          </p:cNvPr>
          <p:cNvCxnSpPr>
            <a:cxnSpLocks/>
          </p:cNvCxnSpPr>
          <p:nvPr userDrawn="1"/>
        </p:nvCxnSpPr>
        <p:spPr>
          <a:xfrm>
            <a:off x="784503" y="3139227"/>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9276BDC-8B77-4EAE-8A18-C92C2593CFAC}"/>
              </a:ext>
            </a:extLst>
          </p:cNvPr>
          <p:cNvCxnSpPr>
            <a:cxnSpLocks/>
          </p:cNvCxnSpPr>
          <p:nvPr userDrawn="1"/>
        </p:nvCxnSpPr>
        <p:spPr>
          <a:xfrm>
            <a:off x="784503" y="3927286"/>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5BC0C91-633C-4358-B6F4-9AD1D80197E8}"/>
              </a:ext>
            </a:extLst>
          </p:cNvPr>
          <p:cNvCxnSpPr>
            <a:cxnSpLocks/>
          </p:cNvCxnSpPr>
          <p:nvPr userDrawn="1"/>
        </p:nvCxnSpPr>
        <p:spPr>
          <a:xfrm>
            <a:off x="784503" y="4715345"/>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6F1CC58-85F9-4614-84F4-C8619B19EF51}"/>
              </a:ext>
            </a:extLst>
          </p:cNvPr>
          <p:cNvCxnSpPr>
            <a:cxnSpLocks/>
          </p:cNvCxnSpPr>
          <p:nvPr userDrawn="1"/>
        </p:nvCxnSpPr>
        <p:spPr>
          <a:xfrm>
            <a:off x="784503" y="5503404"/>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sp>
        <p:nvSpPr>
          <p:cNvPr id="74" name="Content Placeholder 3">
            <a:extLst>
              <a:ext uri="{FF2B5EF4-FFF2-40B4-BE49-F238E27FC236}">
                <a16:creationId xmlns:a16="http://schemas.microsoft.com/office/drawing/2014/main" id="{56E97AA3-46AB-45B9-9529-1356943EF6E1}"/>
              </a:ext>
            </a:extLst>
          </p:cNvPr>
          <p:cNvSpPr>
            <a:spLocks noGrp="1"/>
          </p:cNvSpPr>
          <p:nvPr>
            <p:ph sz="half" idx="2" hasCustomPrompt="1"/>
          </p:nvPr>
        </p:nvSpPr>
        <p:spPr>
          <a:xfrm>
            <a:off x="1605280" y="1737794"/>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5" name="Content Placeholder 3">
            <a:extLst>
              <a:ext uri="{FF2B5EF4-FFF2-40B4-BE49-F238E27FC236}">
                <a16:creationId xmlns:a16="http://schemas.microsoft.com/office/drawing/2014/main" id="{1FAFAE91-EB74-4EEE-80E6-2AB3EDBCA9C2}"/>
              </a:ext>
            </a:extLst>
          </p:cNvPr>
          <p:cNvSpPr>
            <a:spLocks noGrp="1"/>
          </p:cNvSpPr>
          <p:nvPr>
            <p:ph sz="half" idx="13" hasCustomPrompt="1"/>
          </p:nvPr>
        </p:nvSpPr>
        <p:spPr>
          <a:xfrm>
            <a:off x="1605280" y="2525853"/>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6" name="Content Placeholder 3">
            <a:extLst>
              <a:ext uri="{FF2B5EF4-FFF2-40B4-BE49-F238E27FC236}">
                <a16:creationId xmlns:a16="http://schemas.microsoft.com/office/drawing/2014/main" id="{2783EED2-11A2-4D28-966E-CCF598D89EAE}"/>
              </a:ext>
            </a:extLst>
          </p:cNvPr>
          <p:cNvSpPr>
            <a:spLocks noGrp="1"/>
          </p:cNvSpPr>
          <p:nvPr>
            <p:ph sz="half" idx="14" hasCustomPrompt="1"/>
          </p:nvPr>
        </p:nvSpPr>
        <p:spPr>
          <a:xfrm>
            <a:off x="1605280" y="3313912"/>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7" name="Content Placeholder 3">
            <a:extLst>
              <a:ext uri="{FF2B5EF4-FFF2-40B4-BE49-F238E27FC236}">
                <a16:creationId xmlns:a16="http://schemas.microsoft.com/office/drawing/2014/main" id="{1C56E160-B633-471C-95D7-DF9B5162035F}"/>
              </a:ext>
            </a:extLst>
          </p:cNvPr>
          <p:cNvSpPr>
            <a:spLocks noGrp="1"/>
          </p:cNvSpPr>
          <p:nvPr>
            <p:ph sz="half" idx="15" hasCustomPrompt="1"/>
          </p:nvPr>
        </p:nvSpPr>
        <p:spPr>
          <a:xfrm>
            <a:off x="1605280" y="4101971"/>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8" name="Content Placeholder 3">
            <a:extLst>
              <a:ext uri="{FF2B5EF4-FFF2-40B4-BE49-F238E27FC236}">
                <a16:creationId xmlns:a16="http://schemas.microsoft.com/office/drawing/2014/main" id="{265DB6AF-98F0-4669-B71A-E335F4FD8241}"/>
              </a:ext>
            </a:extLst>
          </p:cNvPr>
          <p:cNvSpPr>
            <a:spLocks noGrp="1"/>
          </p:cNvSpPr>
          <p:nvPr>
            <p:ph sz="half" idx="16" hasCustomPrompt="1"/>
          </p:nvPr>
        </p:nvSpPr>
        <p:spPr>
          <a:xfrm>
            <a:off x="1605280" y="4890030"/>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9" name="Content Placeholder 3">
            <a:extLst>
              <a:ext uri="{FF2B5EF4-FFF2-40B4-BE49-F238E27FC236}">
                <a16:creationId xmlns:a16="http://schemas.microsoft.com/office/drawing/2014/main" id="{C4469F01-91C4-424A-A2E3-BA523989E6A9}"/>
              </a:ext>
            </a:extLst>
          </p:cNvPr>
          <p:cNvSpPr>
            <a:spLocks noGrp="1"/>
          </p:cNvSpPr>
          <p:nvPr>
            <p:ph sz="half" idx="17" hasCustomPrompt="1"/>
          </p:nvPr>
        </p:nvSpPr>
        <p:spPr>
          <a:xfrm>
            <a:off x="1605280" y="5678089"/>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80" name="Title 1">
            <a:extLst>
              <a:ext uri="{FF2B5EF4-FFF2-40B4-BE49-F238E27FC236}">
                <a16:creationId xmlns:a16="http://schemas.microsoft.com/office/drawing/2014/main" id="{C3F16C52-CA03-4A79-9CA9-682FD8EF9E7F}"/>
              </a:ext>
            </a:extLst>
          </p:cNvPr>
          <p:cNvSpPr>
            <a:spLocks noGrp="1"/>
          </p:cNvSpPr>
          <p:nvPr>
            <p:ph type="title" hasCustomPrompt="1"/>
          </p:nvPr>
        </p:nvSpPr>
        <p:spPr>
          <a:xfrm>
            <a:off x="266700" y="228600"/>
            <a:ext cx="7788946" cy="571500"/>
          </a:xfrm>
        </p:spPr>
        <p:txBody>
          <a:bodyPr>
            <a:normAutofit/>
          </a:bodyPr>
          <a:lstStyle>
            <a:lvl1pPr>
              <a:defRPr sz="2800" b="1">
                <a:solidFill>
                  <a:schemeClr val="accent1"/>
                </a:solidFill>
              </a:defRPr>
            </a:lvl1pPr>
          </a:lstStyle>
          <a:p>
            <a:r>
              <a:rPr lang="en-US" dirty="0"/>
              <a:t>CLICK TO EDIT MASTER TITLE STYLE</a:t>
            </a:r>
          </a:p>
        </p:txBody>
      </p:sp>
      <p:sp>
        <p:nvSpPr>
          <p:cNvPr id="81" name="Text Placeholder 2">
            <a:extLst>
              <a:ext uri="{FF2B5EF4-FFF2-40B4-BE49-F238E27FC236}">
                <a16:creationId xmlns:a16="http://schemas.microsoft.com/office/drawing/2014/main" id="{32C037C8-9B96-4296-9A9B-6ECCF6FBE763}"/>
              </a:ext>
            </a:extLst>
          </p:cNvPr>
          <p:cNvSpPr>
            <a:spLocks noGrp="1"/>
          </p:cNvSpPr>
          <p:nvPr>
            <p:ph type="body" idx="1"/>
          </p:nvPr>
        </p:nvSpPr>
        <p:spPr>
          <a:xfrm>
            <a:off x="266700" y="806388"/>
            <a:ext cx="7788946"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3" name="Picture 2">
            <a:extLst>
              <a:ext uri="{FF2B5EF4-FFF2-40B4-BE49-F238E27FC236}">
                <a16:creationId xmlns:a16="http://schemas.microsoft.com/office/drawing/2014/main" id="{B7F310FB-4BA1-A160-880B-6E7A4A3941C9}"/>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771614681"/>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Dark">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cxnSp>
        <p:nvCxnSpPr>
          <p:cNvPr id="68" name="Straight Connector 67">
            <a:extLst>
              <a:ext uri="{FF2B5EF4-FFF2-40B4-BE49-F238E27FC236}">
                <a16:creationId xmlns:a16="http://schemas.microsoft.com/office/drawing/2014/main" id="{211F9D7B-C7B6-41D7-BDBB-B997FD20CD06}"/>
              </a:ext>
            </a:extLst>
          </p:cNvPr>
          <p:cNvCxnSpPr>
            <a:cxnSpLocks/>
          </p:cNvCxnSpPr>
          <p:nvPr userDrawn="1"/>
        </p:nvCxnSpPr>
        <p:spPr>
          <a:xfrm>
            <a:off x="784503" y="2600540"/>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650E1-87FD-4E9F-A99B-13C30E365426}"/>
              </a:ext>
            </a:extLst>
          </p:cNvPr>
          <p:cNvCxnSpPr>
            <a:cxnSpLocks/>
          </p:cNvCxnSpPr>
          <p:nvPr userDrawn="1"/>
        </p:nvCxnSpPr>
        <p:spPr>
          <a:xfrm>
            <a:off x="784503" y="3388599"/>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9276BDC-8B77-4EAE-8A18-C92C2593CFAC}"/>
              </a:ext>
            </a:extLst>
          </p:cNvPr>
          <p:cNvCxnSpPr>
            <a:cxnSpLocks/>
          </p:cNvCxnSpPr>
          <p:nvPr userDrawn="1"/>
        </p:nvCxnSpPr>
        <p:spPr>
          <a:xfrm>
            <a:off x="784503" y="4176658"/>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5BC0C91-633C-4358-B6F4-9AD1D80197E8}"/>
              </a:ext>
            </a:extLst>
          </p:cNvPr>
          <p:cNvCxnSpPr>
            <a:cxnSpLocks/>
          </p:cNvCxnSpPr>
          <p:nvPr userDrawn="1"/>
        </p:nvCxnSpPr>
        <p:spPr>
          <a:xfrm>
            <a:off x="784503" y="4964717"/>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sp>
        <p:nvSpPr>
          <p:cNvPr id="74" name="Content Placeholder 3">
            <a:extLst>
              <a:ext uri="{FF2B5EF4-FFF2-40B4-BE49-F238E27FC236}">
                <a16:creationId xmlns:a16="http://schemas.microsoft.com/office/drawing/2014/main" id="{56E97AA3-46AB-45B9-9529-1356943EF6E1}"/>
              </a:ext>
            </a:extLst>
          </p:cNvPr>
          <p:cNvSpPr>
            <a:spLocks noGrp="1"/>
          </p:cNvSpPr>
          <p:nvPr>
            <p:ph sz="half" idx="2" hasCustomPrompt="1"/>
          </p:nvPr>
        </p:nvSpPr>
        <p:spPr>
          <a:xfrm>
            <a:off x="1605280" y="1987166"/>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5" name="Content Placeholder 3">
            <a:extLst>
              <a:ext uri="{FF2B5EF4-FFF2-40B4-BE49-F238E27FC236}">
                <a16:creationId xmlns:a16="http://schemas.microsoft.com/office/drawing/2014/main" id="{1FAFAE91-EB74-4EEE-80E6-2AB3EDBCA9C2}"/>
              </a:ext>
            </a:extLst>
          </p:cNvPr>
          <p:cNvSpPr>
            <a:spLocks noGrp="1"/>
          </p:cNvSpPr>
          <p:nvPr>
            <p:ph sz="half" idx="13" hasCustomPrompt="1"/>
          </p:nvPr>
        </p:nvSpPr>
        <p:spPr>
          <a:xfrm>
            <a:off x="1605280" y="2775225"/>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6" name="Content Placeholder 3">
            <a:extLst>
              <a:ext uri="{FF2B5EF4-FFF2-40B4-BE49-F238E27FC236}">
                <a16:creationId xmlns:a16="http://schemas.microsoft.com/office/drawing/2014/main" id="{2783EED2-11A2-4D28-966E-CCF598D89EAE}"/>
              </a:ext>
            </a:extLst>
          </p:cNvPr>
          <p:cNvSpPr>
            <a:spLocks noGrp="1"/>
          </p:cNvSpPr>
          <p:nvPr>
            <p:ph sz="half" idx="14" hasCustomPrompt="1"/>
          </p:nvPr>
        </p:nvSpPr>
        <p:spPr>
          <a:xfrm>
            <a:off x="1605280" y="3563284"/>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7" name="Content Placeholder 3">
            <a:extLst>
              <a:ext uri="{FF2B5EF4-FFF2-40B4-BE49-F238E27FC236}">
                <a16:creationId xmlns:a16="http://schemas.microsoft.com/office/drawing/2014/main" id="{1C56E160-B633-471C-95D7-DF9B5162035F}"/>
              </a:ext>
            </a:extLst>
          </p:cNvPr>
          <p:cNvSpPr>
            <a:spLocks noGrp="1"/>
          </p:cNvSpPr>
          <p:nvPr>
            <p:ph sz="half" idx="15" hasCustomPrompt="1"/>
          </p:nvPr>
        </p:nvSpPr>
        <p:spPr>
          <a:xfrm>
            <a:off x="1605280" y="4351343"/>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66" name="Title 1">
            <a:extLst>
              <a:ext uri="{FF2B5EF4-FFF2-40B4-BE49-F238E27FC236}">
                <a16:creationId xmlns:a16="http://schemas.microsoft.com/office/drawing/2014/main" id="{E5B019B7-4CE0-4DFA-B99B-8A4473FB16EF}"/>
              </a:ext>
            </a:extLst>
          </p:cNvPr>
          <p:cNvSpPr>
            <a:spLocks noGrp="1"/>
          </p:cNvSpPr>
          <p:nvPr>
            <p:ph type="title" hasCustomPrompt="1"/>
          </p:nvPr>
        </p:nvSpPr>
        <p:spPr>
          <a:xfrm>
            <a:off x="266700" y="228600"/>
            <a:ext cx="7856368"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67" name="Text Placeholder 2">
            <a:extLst>
              <a:ext uri="{FF2B5EF4-FFF2-40B4-BE49-F238E27FC236}">
                <a16:creationId xmlns:a16="http://schemas.microsoft.com/office/drawing/2014/main" id="{F17DA3B3-0490-4636-925F-0BE1CC15BA9B}"/>
              </a:ext>
            </a:extLst>
          </p:cNvPr>
          <p:cNvSpPr>
            <a:spLocks noGrp="1"/>
          </p:cNvSpPr>
          <p:nvPr>
            <p:ph type="body" idx="1" hasCustomPrompt="1"/>
          </p:nvPr>
        </p:nvSpPr>
        <p:spPr>
          <a:xfrm>
            <a:off x="266700" y="806388"/>
            <a:ext cx="7856368"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pic>
        <p:nvPicPr>
          <p:cNvPr id="4" name="Picture 3">
            <a:extLst>
              <a:ext uri="{FF2B5EF4-FFF2-40B4-BE49-F238E27FC236}">
                <a16:creationId xmlns:a16="http://schemas.microsoft.com/office/drawing/2014/main" id="{A7BCCFD0-B557-3070-CE06-73D0B1CDC452}"/>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118873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0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739A68-5B27-44E6-9CFA-8125400F3AF0}"/>
              </a:ext>
            </a:extLst>
          </p:cNvPr>
          <p:cNvSpPr>
            <a:spLocks noGrp="1"/>
          </p:cNvSpPr>
          <p:nvPr>
            <p:ph type="title" hasCustomPrompt="1"/>
          </p:nvPr>
        </p:nvSpPr>
        <p:spPr>
          <a:xfrm>
            <a:off x="266700" y="228600"/>
            <a:ext cx="7788946" cy="571500"/>
          </a:xfrm>
        </p:spPr>
        <p:txBody>
          <a:bodyPr>
            <a:normAutofit/>
          </a:bodyPr>
          <a:lstStyle>
            <a:lvl1pPr>
              <a:defRPr sz="2800" b="1">
                <a:solidFill>
                  <a:srgbClr val="089ED1"/>
                </a:solidFill>
              </a:defRPr>
            </a:lvl1pPr>
          </a:lstStyle>
          <a:p>
            <a:r>
              <a:rPr lang="en-US" dirty="0"/>
              <a:t>CLICK TO EDIT MASTER TITLE STYLE</a:t>
            </a:r>
          </a:p>
        </p:txBody>
      </p:sp>
      <p:sp>
        <p:nvSpPr>
          <p:cNvPr id="6" name="Text Placeholder 2">
            <a:extLst>
              <a:ext uri="{FF2B5EF4-FFF2-40B4-BE49-F238E27FC236}">
                <a16:creationId xmlns:a16="http://schemas.microsoft.com/office/drawing/2014/main" id="{D472FDD6-E900-4FFA-BCE6-656E4C9B4DA3}"/>
              </a:ext>
            </a:extLst>
          </p:cNvPr>
          <p:cNvSpPr>
            <a:spLocks noGrp="1"/>
          </p:cNvSpPr>
          <p:nvPr>
            <p:ph type="body" idx="1"/>
          </p:nvPr>
        </p:nvSpPr>
        <p:spPr>
          <a:xfrm>
            <a:off x="266700" y="806388"/>
            <a:ext cx="7788946"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sp>
        <p:nvSpPr>
          <p:cNvPr id="102" name="Content Placeholder 3">
            <a:extLst>
              <a:ext uri="{FF2B5EF4-FFF2-40B4-BE49-F238E27FC236}">
                <a16:creationId xmlns:a16="http://schemas.microsoft.com/office/drawing/2014/main" id="{9A66D5E5-3838-4FD1-9552-6583DA4B2D11}"/>
              </a:ext>
            </a:extLst>
          </p:cNvPr>
          <p:cNvSpPr>
            <a:spLocks noGrp="1"/>
          </p:cNvSpPr>
          <p:nvPr>
            <p:ph sz="half" idx="2"/>
          </p:nvPr>
        </p:nvSpPr>
        <p:spPr>
          <a:xfrm>
            <a:off x="541842" y="2165856"/>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3" name="Content Placeholder 3">
            <a:extLst>
              <a:ext uri="{FF2B5EF4-FFF2-40B4-BE49-F238E27FC236}">
                <a16:creationId xmlns:a16="http://schemas.microsoft.com/office/drawing/2014/main" id="{D364C1D0-B848-42EA-8A79-0C64DA6C3150}"/>
              </a:ext>
            </a:extLst>
          </p:cNvPr>
          <p:cNvSpPr>
            <a:spLocks noGrp="1"/>
          </p:cNvSpPr>
          <p:nvPr>
            <p:ph sz="half" idx="10"/>
          </p:nvPr>
        </p:nvSpPr>
        <p:spPr>
          <a:xfrm>
            <a:off x="3572270" y="2165856"/>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4" name="Content Placeholder 3">
            <a:extLst>
              <a:ext uri="{FF2B5EF4-FFF2-40B4-BE49-F238E27FC236}">
                <a16:creationId xmlns:a16="http://schemas.microsoft.com/office/drawing/2014/main" id="{48356452-6513-4734-8F3D-5DB2B7ED0F79}"/>
              </a:ext>
            </a:extLst>
          </p:cNvPr>
          <p:cNvSpPr>
            <a:spLocks noGrp="1"/>
          </p:cNvSpPr>
          <p:nvPr>
            <p:ph sz="half" idx="11"/>
          </p:nvPr>
        </p:nvSpPr>
        <p:spPr>
          <a:xfrm>
            <a:off x="541842" y="3445505"/>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5" name="Content Placeholder 3">
            <a:extLst>
              <a:ext uri="{FF2B5EF4-FFF2-40B4-BE49-F238E27FC236}">
                <a16:creationId xmlns:a16="http://schemas.microsoft.com/office/drawing/2014/main" id="{023DC3A0-DDB5-47DF-9830-1C5748EB88E9}"/>
              </a:ext>
            </a:extLst>
          </p:cNvPr>
          <p:cNvSpPr>
            <a:spLocks noGrp="1"/>
          </p:cNvSpPr>
          <p:nvPr>
            <p:ph sz="half" idx="12"/>
          </p:nvPr>
        </p:nvSpPr>
        <p:spPr>
          <a:xfrm>
            <a:off x="3572270" y="3445505"/>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6" name="Content Placeholder 3">
            <a:extLst>
              <a:ext uri="{FF2B5EF4-FFF2-40B4-BE49-F238E27FC236}">
                <a16:creationId xmlns:a16="http://schemas.microsoft.com/office/drawing/2014/main" id="{21F75344-A5ED-40AA-9413-CA5D1040FC06}"/>
              </a:ext>
            </a:extLst>
          </p:cNvPr>
          <p:cNvSpPr>
            <a:spLocks noGrp="1"/>
          </p:cNvSpPr>
          <p:nvPr>
            <p:ph sz="half" idx="13"/>
          </p:nvPr>
        </p:nvSpPr>
        <p:spPr>
          <a:xfrm>
            <a:off x="541842" y="4725154"/>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7" name="Content Placeholder 3">
            <a:extLst>
              <a:ext uri="{FF2B5EF4-FFF2-40B4-BE49-F238E27FC236}">
                <a16:creationId xmlns:a16="http://schemas.microsoft.com/office/drawing/2014/main" id="{93583144-A11D-4CBA-AE9C-7DCF4103670B}"/>
              </a:ext>
            </a:extLst>
          </p:cNvPr>
          <p:cNvSpPr>
            <a:spLocks noGrp="1"/>
          </p:cNvSpPr>
          <p:nvPr>
            <p:ph sz="half" idx="14"/>
          </p:nvPr>
        </p:nvSpPr>
        <p:spPr>
          <a:xfrm>
            <a:off x="3572270" y="4725154"/>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8" name="Content Placeholder 3">
            <a:extLst>
              <a:ext uri="{FF2B5EF4-FFF2-40B4-BE49-F238E27FC236}">
                <a16:creationId xmlns:a16="http://schemas.microsoft.com/office/drawing/2014/main" id="{E928609B-D81D-4B2A-AD3A-766A4C63542F}"/>
              </a:ext>
            </a:extLst>
          </p:cNvPr>
          <p:cNvSpPr>
            <a:spLocks noGrp="1"/>
          </p:cNvSpPr>
          <p:nvPr>
            <p:ph sz="half" idx="15"/>
          </p:nvPr>
        </p:nvSpPr>
        <p:spPr>
          <a:xfrm>
            <a:off x="541842" y="6004806"/>
            <a:ext cx="2650120" cy="571500"/>
          </a:xfrm>
        </p:spPr>
        <p:txBody>
          <a:bodyPr anchor="ctr">
            <a:normAutofit/>
          </a:bodyPr>
          <a:lstStyle>
            <a:lvl1pPr rtl="0">
              <a:defRPr sz="1200"/>
            </a:lvl1pPr>
            <a:lvl2pPr>
              <a:defRPr sz="1600"/>
            </a:lvl2pPr>
            <a:lvl3pPr>
              <a:defRPr sz="1600"/>
            </a:lvl3pPr>
            <a:lvl4pPr>
              <a:defRPr sz="1600"/>
            </a:lvl4pPr>
            <a:lvl5pPr>
              <a:defRPr sz="1600"/>
            </a:lvl5pPr>
          </a:lstStyle>
          <a:p>
            <a:pPr lvl="0"/>
            <a:r>
              <a:rPr lang="en-US"/>
              <a:t>Click to edit Master text styles</a:t>
            </a:r>
          </a:p>
        </p:txBody>
      </p:sp>
      <p:sp>
        <p:nvSpPr>
          <p:cNvPr id="109" name="Content Placeholder 3">
            <a:extLst>
              <a:ext uri="{FF2B5EF4-FFF2-40B4-BE49-F238E27FC236}">
                <a16:creationId xmlns:a16="http://schemas.microsoft.com/office/drawing/2014/main" id="{1491331C-BAD4-46E9-B0FE-4BD5416D42CC}"/>
              </a:ext>
            </a:extLst>
          </p:cNvPr>
          <p:cNvSpPr>
            <a:spLocks noGrp="1"/>
          </p:cNvSpPr>
          <p:nvPr>
            <p:ph sz="half" idx="16"/>
          </p:nvPr>
        </p:nvSpPr>
        <p:spPr>
          <a:xfrm>
            <a:off x="3572270" y="6004806"/>
            <a:ext cx="2650120" cy="571500"/>
          </a:xfrm>
        </p:spPr>
        <p:txBody>
          <a:bodyPr anchor="ctr">
            <a:normAutofit/>
          </a:bodyPr>
          <a:lstStyle>
            <a:lvl1pPr rtl="0">
              <a:defRPr sz="1200"/>
            </a:lvl1pPr>
            <a:lvl2pPr>
              <a:defRPr sz="1600"/>
            </a:lvl2pPr>
            <a:lvl3pPr>
              <a:defRPr sz="1600"/>
            </a:lvl3pPr>
            <a:lvl4pPr>
              <a:defRPr sz="1600"/>
            </a:lvl4pPr>
            <a:lvl5pPr>
              <a:defRPr sz="1600"/>
            </a:lvl5pPr>
          </a:lstStyle>
          <a:p>
            <a:pPr lvl="0"/>
            <a:r>
              <a:rPr lang="en-US"/>
              <a:t>Click to edit Master text styles</a:t>
            </a:r>
          </a:p>
        </p:txBody>
      </p:sp>
      <p:pic>
        <p:nvPicPr>
          <p:cNvPr id="3" name="Picture 2">
            <a:extLst>
              <a:ext uri="{FF2B5EF4-FFF2-40B4-BE49-F238E27FC236}">
                <a16:creationId xmlns:a16="http://schemas.microsoft.com/office/drawing/2014/main" id="{70FFC144-4C09-411E-8141-9BEAA5B44A74}"/>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730492523"/>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image and caption">
    <p:bg>
      <p:bgRef idx="1001">
        <a:schemeClr val="bg2"/>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2101C4D-9E97-4AB8-846A-ACD9007CAC49}"/>
              </a:ext>
            </a:extLst>
          </p:cNvPr>
          <p:cNvSpPr>
            <a:spLocks noGrp="1"/>
          </p:cNvSpPr>
          <p:nvPr>
            <p:ph type="pic" sz="quarter" idx="14"/>
          </p:nvPr>
        </p:nvSpPr>
        <p:spPr>
          <a:xfrm>
            <a:off x="0" y="833754"/>
            <a:ext cx="4630738" cy="5383213"/>
          </a:xfrm>
        </p:spPr>
        <p:txBody>
          <a:bodyPr/>
          <a:lstStyle>
            <a:lvl1pPr>
              <a:defRPr sz="1800"/>
            </a:lvl1pPr>
          </a:lstStyle>
          <a:p>
            <a:r>
              <a:rPr lang="en-US"/>
              <a:t>Click icon to add picture</a:t>
            </a:r>
            <a:endParaRPr lang="en-US" dirty="0"/>
          </a:p>
        </p:txBody>
      </p:sp>
      <p:sp>
        <p:nvSpPr>
          <p:cNvPr id="27" name="Content Placeholder 26">
            <a:extLst>
              <a:ext uri="{FF2B5EF4-FFF2-40B4-BE49-F238E27FC236}">
                <a16:creationId xmlns:a16="http://schemas.microsoft.com/office/drawing/2014/main" id="{DBAB8C3B-6C0C-4BA9-A74F-84173D6ED8BC}"/>
              </a:ext>
            </a:extLst>
          </p:cNvPr>
          <p:cNvSpPr>
            <a:spLocks noGrp="1"/>
          </p:cNvSpPr>
          <p:nvPr>
            <p:ph sz="quarter" idx="15"/>
          </p:nvPr>
        </p:nvSpPr>
        <p:spPr>
          <a:xfrm>
            <a:off x="4986635" y="2347371"/>
            <a:ext cx="6938666" cy="3869279"/>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EB93CB14-5DCA-432D-9119-DFFA8C9EDBFB}"/>
              </a:ext>
            </a:extLst>
          </p:cNvPr>
          <p:cNvSpPr>
            <a:spLocks noGrp="1"/>
          </p:cNvSpPr>
          <p:nvPr>
            <p:ph type="title" hasCustomPrompt="1"/>
          </p:nvPr>
        </p:nvSpPr>
        <p:spPr>
          <a:xfrm>
            <a:off x="4986634" y="800100"/>
            <a:ext cx="693866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398FE2EE-862D-4B92-9BAC-800C28EBE44E}"/>
              </a:ext>
            </a:extLst>
          </p:cNvPr>
          <p:cNvSpPr>
            <a:spLocks noGrp="1"/>
          </p:cNvSpPr>
          <p:nvPr>
            <p:ph type="body" sz="quarter" idx="13"/>
          </p:nvPr>
        </p:nvSpPr>
        <p:spPr>
          <a:xfrm>
            <a:off x="4986634" y="1539687"/>
            <a:ext cx="6938666"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28" name="Straight Connector 27">
            <a:extLst>
              <a:ext uri="{FF2B5EF4-FFF2-40B4-BE49-F238E27FC236}">
                <a16:creationId xmlns:a16="http://schemas.microsoft.com/office/drawing/2014/main" id="{C65FD377-DD32-429D-AC7D-65038C31E59D}"/>
              </a:ext>
            </a:extLst>
          </p:cNvPr>
          <p:cNvCxnSpPr>
            <a:cxnSpLocks/>
          </p:cNvCxnSpPr>
          <p:nvPr userDrawn="1"/>
        </p:nvCxnSpPr>
        <p:spPr>
          <a:xfrm>
            <a:off x="260652" y="6591300"/>
            <a:ext cx="11670697" cy="0"/>
          </a:xfrm>
          <a:prstGeom prst="line">
            <a:avLst/>
          </a:prstGeom>
          <a:ln>
            <a:solidFill>
              <a:srgbClr val="111121"/>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EAC397CE-908B-41AE-9533-907260FB6D26}"/>
              </a:ext>
            </a:extLst>
          </p:cNvPr>
          <p:cNvSpPr>
            <a:spLocks noGrp="1"/>
          </p:cNvSpPr>
          <p:nvPr>
            <p:ph type="sldNum" sz="quarter" idx="12"/>
          </p:nvPr>
        </p:nvSpPr>
        <p:spPr>
          <a:xfrm>
            <a:off x="9188149" y="6590985"/>
            <a:ext cx="2743200" cy="130490"/>
          </a:xfrm>
        </p:spPr>
        <p:txBody>
          <a:bodyPr/>
          <a:lstStyle>
            <a:lvl1pPr>
              <a:defRPr sz="1050"/>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24839393-D8FC-6B16-EE2C-9C4459EBBB90}"/>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88063989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ark_Content with image">
    <p:bg>
      <p:bgRef idx="1001">
        <a:schemeClr val="bg1"/>
      </p:bgRef>
    </p:bg>
    <p:spTree>
      <p:nvGrpSpPr>
        <p:cNvPr id="1" name=""/>
        <p:cNvGrpSpPr/>
        <p:nvPr/>
      </p:nvGrpSpPr>
      <p:grpSpPr>
        <a:xfrm>
          <a:off x="0" y="0"/>
          <a:ext cx="0" cy="0"/>
          <a:chOff x="0" y="0"/>
          <a:chExt cx="0" cy="0"/>
        </a:xfrm>
      </p:grpSpPr>
      <p:pic>
        <p:nvPicPr>
          <p:cNvPr id="22" name="Picture 21" descr="A picture containing food, bird&#10;&#10;Description automatically generated">
            <a:extLst>
              <a:ext uri="{FF2B5EF4-FFF2-40B4-BE49-F238E27FC236}">
                <a16:creationId xmlns:a16="http://schemas.microsoft.com/office/drawing/2014/main" id="{302E485F-A20C-45D3-8683-F038ED676AF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1185"/>
          <a:stretch/>
        </p:blipFill>
        <p:spPr>
          <a:xfrm>
            <a:off x="60439" y="397195"/>
            <a:ext cx="11870910" cy="6043809"/>
          </a:xfrm>
          <a:prstGeom prst="rect">
            <a:avLst/>
          </a:prstGeom>
          <a:ln>
            <a:noFill/>
          </a:ln>
        </p:spPr>
      </p:pic>
      <p:sp>
        <p:nvSpPr>
          <p:cNvPr id="24" name="Freeform: Shape 23">
            <a:extLst>
              <a:ext uri="{FF2B5EF4-FFF2-40B4-BE49-F238E27FC236}">
                <a16:creationId xmlns:a16="http://schemas.microsoft.com/office/drawing/2014/main" id="{276EEA70-60B7-41E1-B4E6-D6F6AD2B173A}"/>
              </a:ext>
            </a:extLst>
          </p:cNvPr>
          <p:cNvSpPr/>
          <p:nvPr userDrawn="1"/>
        </p:nvSpPr>
        <p:spPr>
          <a:xfrm flipH="1">
            <a:off x="0" y="0"/>
            <a:ext cx="12191999" cy="6858000"/>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0" name="Title 1">
            <a:extLst>
              <a:ext uri="{FF2B5EF4-FFF2-40B4-BE49-F238E27FC236}">
                <a16:creationId xmlns:a16="http://schemas.microsoft.com/office/drawing/2014/main" id="{D7B77372-99FB-425E-A87E-EA6484A8E6EE}"/>
              </a:ext>
            </a:extLst>
          </p:cNvPr>
          <p:cNvSpPr>
            <a:spLocks noGrp="1"/>
          </p:cNvSpPr>
          <p:nvPr>
            <p:ph type="title" hasCustomPrompt="1"/>
          </p:nvPr>
        </p:nvSpPr>
        <p:spPr>
          <a:xfrm>
            <a:off x="269526" y="233362"/>
            <a:ext cx="10884429"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1" name="Text Placeholder 22">
            <a:extLst>
              <a:ext uri="{FF2B5EF4-FFF2-40B4-BE49-F238E27FC236}">
                <a16:creationId xmlns:a16="http://schemas.microsoft.com/office/drawing/2014/main" id="{845AFEF9-EC52-4408-9B06-8C75CC054430}"/>
              </a:ext>
            </a:extLst>
          </p:cNvPr>
          <p:cNvSpPr>
            <a:spLocks noGrp="1"/>
          </p:cNvSpPr>
          <p:nvPr>
            <p:ph type="body" sz="quarter" idx="14"/>
          </p:nvPr>
        </p:nvSpPr>
        <p:spPr>
          <a:xfrm>
            <a:off x="269526" y="837645"/>
            <a:ext cx="10884429"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9" name="Picture Placeholder 3">
            <a:extLst>
              <a:ext uri="{FF2B5EF4-FFF2-40B4-BE49-F238E27FC236}">
                <a16:creationId xmlns:a16="http://schemas.microsoft.com/office/drawing/2014/main" id="{7EE1031D-DEBE-4791-A756-7A2B94032ACD}"/>
              </a:ext>
            </a:extLst>
          </p:cNvPr>
          <p:cNvSpPr>
            <a:spLocks noGrp="1"/>
          </p:cNvSpPr>
          <p:nvPr>
            <p:ph type="pic" sz="quarter" idx="15"/>
          </p:nvPr>
        </p:nvSpPr>
        <p:spPr>
          <a:xfrm>
            <a:off x="260350" y="1562100"/>
            <a:ext cx="6653213" cy="3724275"/>
          </a:xfrm>
        </p:spPr>
        <p:txBody>
          <a:bodyPr>
            <a:normAutofit/>
          </a:bodyPr>
          <a:lstStyle>
            <a:lvl1pPr>
              <a:defRPr sz="1800"/>
            </a:lvl1pPr>
          </a:lstStyle>
          <a:p>
            <a:r>
              <a:rPr lang="en-US"/>
              <a:t>Click icon to add picture</a:t>
            </a:r>
            <a:endParaRPr lang="en-US" dirty="0"/>
          </a:p>
        </p:txBody>
      </p:sp>
      <p:sp>
        <p:nvSpPr>
          <p:cNvPr id="31" name="Content Placeholder 26">
            <a:extLst>
              <a:ext uri="{FF2B5EF4-FFF2-40B4-BE49-F238E27FC236}">
                <a16:creationId xmlns:a16="http://schemas.microsoft.com/office/drawing/2014/main" id="{B38286D4-4F77-40ED-8218-BE27CF120122}"/>
              </a:ext>
            </a:extLst>
          </p:cNvPr>
          <p:cNvSpPr>
            <a:spLocks noGrp="1"/>
          </p:cNvSpPr>
          <p:nvPr>
            <p:ph sz="quarter" idx="16"/>
          </p:nvPr>
        </p:nvSpPr>
        <p:spPr>
          <a:xfrm>
            <a:off x="266701" y="5436355"/>
            <a:ext cx="6653214" cy="88824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Graphic 12">
            <a:extLst>
              <a:ext uri="{FF2B5EF4-FFF2-40B4-BE49-F238E27FC236}">
                <a16:creationId xmlns:a16="http://schemas.microsoft.com/office/drawing/2014/main" id="{CFD4A1EA-9304-4D18-A3EC-B4CA8D44597D}"/>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55E80D79-A6B3-456F-8FE6-9CE84FAB33D5}"/>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E24706E2-EE15-414E-ADEB-8A58864C5594}"/>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65F97014-F5FF-C167-C90F-23E45243915A}"/>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10842524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Dark_Content with imag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91C78A-9122-4DC0-821D-DF92D6C64124}"/>
              </a:ext>
            </a:extLst>
          </p:cNvPr>
          <p:cNvSpPr/>
          <p:nvPr userDrawn="1"/>
        </p:nvSpPr>
        <p:spPr>
          <a:xfrm>
            <a:off x="266700" y="233362"/>
            <a:ext cx="11664649" cy="62005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276EEA70-60B7-41E1-B4E6-D6F6AD2B173A}"/>
              </a:ext>
            </a:extLst>
          </p:cNvPr>
          <p:cNvSpPr/>
          <p:nvPr userDrawn="1"/>
        </p:nvSpPr>
        <p:spPr>
          <a:xfrm flipH="1">
            <a:off x="0" y="0"/>
            <a:ext cx="12191999" cy="6858000"/>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0" name="Title 1">
            <a:extLst>
              <a:ext uri="{FF2B5EF4-FFF2-40B4-BE49-F238E27FC236}">
                <a16:creationId xmlns:a16="http://schemas.microsoft.com/office/drawing/2014/main" id="{D7B77372-99FB-425E-A87E-EA6484A8E6EE}"/>
              </a:ext>
            </a:extLst>
          </p:cNvPr>
          <p:cNvSpPr>
            <a:spLocks noGrp="1"/>
          </p:cNvSpPr>
          <p:nvPr>
            <p:ph type="title" hasCustomPrompt="1"/>
          </p:nvPr>
        </p:nvSpPr>
        <p:spPr>
          <a:xfrm>
            <a:off x="269526" y="233362"/>
            <a:ext cx="1086717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1" name="Text Placeholder 22">
            <a:extLst>
              <a:ext uri="{FF2B5EF4-FFF2-40B4-BE49-F238E27FC236}">
                <a16:creationId xmlns:a16="http://schemas.microsoft.com/office/drawing/2014/main" id="{845AFEF9-EC52-4408-9B06-8C75CC054430}"/>
              </a:ext>
            </a:extLst>
          </p:cNvPr>
          <p:cNvSpPr>
            <a:spLocks noGrp="1"/>
          </p:cNvSpPr>
          <p:nvPr>
            <p:ph type="body" sz="quarter" idx="14"/>
          </p:nvPr>
        </p:nvSpPr>
        <p:spPr>
          <a:xfrm>
            <a:off x="269526" y="837645"/>
            <a:ext cx="10867176"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9" name="Picture Placeholder 3">
            <a:extLst>
              <a:ext uri="{FF2B5EF4-FFF2-40B4-BE49-F238E27FC236}">
                <a16:creationId xmlns:a16="http://schemas.microsoft.com/office/drawing/2014/main" id="{7EE1031D-DEBE-4791-A756-7A2B94032ACD}"/>
              </a:ext>
            </a:extLst>
          </p:cNvPr>
          <p:cNvSpPr>
            <a:spLocks noGrp="1"/>
          </p:cNvSpPr>
          <p:nvPr>
            <p:ph type="pic" sz="quarter" idx="15"/>
          </p:nvPr>
        </p:nvSpPr>
        <p:spPr>
          <a:xfrm>
            <a:off x="260350" y="1562100"/>
            <a:ext cx="6653213" cy="3724275"/>
          </a:xfrm>
        </p:spPr>
        <p:txBody>
          <a:bodyPr/>
          <a:lstStyle>
            <a:lvl1pPr>
              <a:defRPr sz="1800"/>
            </a:lvl1pPr>
          </a:lstStyle>
          <a:p>
            <a:r>
              <a:rPr lang="en-US"/>
              <a:t>Click icon to add picture</a:t>
            </a:r>
            <a:endParaRPr lang="en-US" dirty="0"/>
          </a:p>
        </p:txBody>
      </p:sp>
      <p:sp>
        <p:nvSpPr>
          <p:cNvPr id="31" name="Content Placeholder 26">
            <a:extLst>
              <a:ext uri="{FF2B5EF4-FFF2-40B4-BE49-F238E27FC236}">
                <a16:creationId xmlns:a16="http://schemas.microsoft.com/office/drawing/2014/main" id="{B38286D4-4F77-40ED-8218-BE27CF120122}"/>
              </a:ext>
            </a:extLst>
          </p:cNvPr>
          <p:cNvSpPr>
            <a:spLocks noGrp="1"/>
          </p:cNvSpPr>
          <p:nvPr>
            <p:ph sz="quarter" idx="16"/>
          </p:nvPr>
        </p:nvSpPr>
        <p:spPr>
          <a:xfrm>
            <a:off x="266701" y="5436355"/>
            <a:ext cx="6653214" cy="88824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Graphic 12">
            <a:extLst>
              <a:ext uri="{FF2B5EF4-FFF2-40B4-BE49-F238E27FC236}">
                <a16:creationId xmlns:a16="http://schemas.microsoft.com/office/drawing/2014/main" id="{5AE2C955-DDB3-4479-BA92-A2C840DA583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A30F8778-FD25-4C51-BD26-F0A9E0A0559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99C74A3D-6904-45EB-BE91-3F3A1C38C73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4" name="Picture 3">
            <a:extLst>
              <a:ext uri="{FF2B5EF4-FFF2-40B4-BE49-F238E27FC236}">
                <a16:creationId xmlns:a16="http://schemas.microsoft.com/office/drawing/2014/main" id="{4B7F1C18-34BA-DFA5-B259-C43B99029E49}"/>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66798515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_Content with image diagonal">
    <p:bg>
      <p:bgRef idx="1001">
        <a:schemeClr val="bg2"/>
      </p:bgRef>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774B0C2E-279F-4260-80A9-F76305BD15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27041" y="-226"/>
            <a:ext cx="6664960" cy="6857121"/>
          </a:xfrm>
          <a:prstGeom prst="rect">
            <a:avLst/>
          </a:prstGeom>
        </p:spPr>
      </p:pic>
      <p:pic>
        <p:nvPicPr>
          <p:cNvPr id="20" name="Graphic 19">
            <a:extLst>
              <a:ext uri="{FF2B5EF4-FFF2-40B4-BE49-F238E27FC236}">
                <a16:creationId xmlns:a16="http://schemas.microsoft.com/office/drawing/2014/main" id="{CA986B22-40C0-40A0-9A92-503C5C0D809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V="1">
            <a:off x="11582400" y="6288311"/>
            <a:ext cx="609600" cy="569686"/>
          </a:xfrm>
          <a:prstGeom prst="rect">
            <a:avLst/>
          </a:prstGeom>
        </p:spPr>
      </p:pic>
      <p:sp>
        <p:nvSpPr>
          <p:cNvPr id="21" name="Slide Number Placeholder 5">
            <a:extLst>
              <a:ext uri="{FF2B5EF4-FFF2-40B4-BE49-F238E27FC236}">
                <a16:creationId xmlns:a16="http://schemas.microsoft.com/office/drawing/2014/main" id="{6BE737A2-75DC-4B66-89EB-837B2647B6D8}"/>
              </a:ext>
            </a:extLst>
          </p:cNvPr>
          <p:cNvSpPr>
            <a:spLocks noGrp="1"/>
          </p:cNvSpPr>
          <p:nvPr>
            <p:ph type="sldNum" sz="quarter" idx="12"/>
          </p:nvPr>
        </p:nvSpPr>
        <p:spPr>
          <a:xfrm>
            <a:off x="11690430" y="6288311"/>
            <a:ext cx="401256" cy="501647"/>
          </a:xfrm>
        </p:spPr>
        <p:txBody>
          <a:bodyPr/>
          <a:lstStyle>
            <a:lvl1pPr>
              <a:defRPr sz="1050"/>
            </a:lvl1pPr>
          </a:lstStyle>
          <a:p>
            <a:fld id="{743B1F26-96D9-40A6-83AD-00943405493D}" type="slidenum">
              <a:rPr lang="en-US" smtClean="0"/>
              <a:pPr/>
              <a:t>‹#›</a:t>
            </a:fld>
            <a:endParaRPr lang="en-US" dirty="0"/>
          </a:p>
        </p:txBody>
      </p:sp>
      <p:sp>
        <p:nvSpPr>
          <p:cNvPr id="26" name="Picture Placeholder 3">
            <a:extLst>
              <a:ext uri="{FF2B5EF4-FFF2-40B4-BE49-F238E27FC236}">
                <a16:creationId xmlns:a16="http://schemas.microsoft.com/office/drawing/2014/main" id="{24E11BB6-0371-4037-AD85-9FA125788DB9}"/>
              </a:ext>
            </a:extLst>
          </p:cNvPr>
          <p:cNvSpPr>
            <a:spLocks noGrp="1"/>
          </p:cNvSpPr>
          <p:nvPr>
            <p:ph type="pic" sz="quarter" idx="13"/>
          </p:nvPr>
        </p:nvSpPr>
        <p:spPr>
          <a:xfrm>
            <a:off x="2354612" y="0"/>
            <a:ext cx="9567862" cy="6288088"/>
          </a:xfrm>
        </p:spPr>
        <p:txBody>
          <a:bodyPr>
            <a:normAutofit/>
          </a:bodyPr>
          <a:lstStyle>
            <a:lvl1pPr>
              <a:defRPr sz="1800"/>
            </a:lvl1pPr>
          </a:lstStyle>
          <a:p>
            <a:r>
              <a:rPr lang="en-US"/>
              <a:t>Click icon to add picture</a:t>
            </a:r>
            <a:endParaRPr lang="en-US" dirty="0"/>
          </a:p>
        </p:txBody>
      </p:sp>
      <p:sp>
        <p:nvSpPr>
          <p:cNvPr id="34" name="Graphic 3">
            <a:extLst>
              <a:ext uri="{FF2B5EF4-FFF2-40B4-BE49-F238E27FC236}">
                <a16:creationId xmlns:a16="http://schemas.microsoft.com/office/drawing/2014/main" id="{C0A0F3B2-7235-41D3-9460-C32D3B371B32}"/>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9" name="Title 1">
            <a:extLst>
              <a:ext uri="{FF2B5EF4-FFF2-40B4-BE49-F238E27FC236}">
                <a16:creationId xmlns:a16="http://schemas.microsoft.com/office/drawing/2014/main" id="{13386DF7-66BE-44E6-8AE1-37084B9FDED1}"/>
              </a:ext>
            </a:extLst>
          </p:cNvPr>
          <p:cNvSpPr>
            <a:spLocks noGrp="1"/>
          </p:cNvSpPr>
          <p:nvPr>
            <p:ph type="title" hasCustomPrompt="1"/>
          </p:nvPr>
        </p:nvSpPr>
        <p:spPr>
          <a:xfrm>
            <a:off x="269525" y="233362"/>
            <a:ext cx="7865071"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31" name="Text Placeholder 22">
            <a:extLst>
              <a:ext uri="{FF2B5EF4-FFF2-40B4-BE49-F238E27FC236}">
                <a16:creationId xmlns:a16="http://schemas.microsoft.com/office/drawing/2014/main" id="{772D0A84-3E4F-49C5-9AE8-327CCBE035FE}"/>
              </a:ext>
            </a:extLst>
          </p:cNvPr>
          <p:cNvSpPr>
            <a:spLocks noGrp="1"/>
          </p:cNvSpPr>
          <p:nvPr>
            <p:ph type="body" sz="quarter" idx="14"/>
          </p:nvPr>
        </p:nvSpPr>
        <p:spPr>
          <a:xfrm>
            <a:off x="269525" y="837645"/>
            <a:ext cx="7865071" cy="566738"/>
          </a:xfrm>
        </p:spPr>
        <p:txBody>
          <a:bodyPr>
            <a:normAutofit/>
          </a:bodyPr>
          <a:lstStyle>
            <a:lvl1pPr>
              <a:defRPr sz="2000" b="0">
                <a:solidFill>
                  <a:schemeClr val="tx1"/>
                </a:solidFill>
                <a:latin typeface="Arial" panose="020B0604020202020204" pitchFamily="34" charset="0"/>
              </a:defRPr>
            </a:lvl1pPr>
          </a:lstStyle>
          <a:p>
            <a:pPr lvl="0"/>
            <a:r>
              <a:rPr lang="en-US"/>
              <a:t>Click to edit Master text styles</a:t>
            </a:r>
          </a:p>
        </p:txBody>
      </p:sp>
      <p:sp>
        <p:nvSpPr>
          <p:cNvPr id="32" name="Content Placeholder 26">
            <a:extLst>
              <a:ext uri="{FF2B5EF4-FFF2-40B4-BE49-F238E27FC236}">
                <a16:creationId xmlns:a16="http://schemas.microsoft.com/office/drawing/2014/main" id="{86857AE1-27E8-4BBC-9A47-A48FE2DE9AD1}"/>
              </a:ext>
            </a:extLst>
          </p:cNvPr>
          <p:cNvSpPr>
            <a:spLocks noGrp="1"/>
          </p:cNvSpPr>
          <p:nvPr>
            <p:ph sz="quarter" idx="15"/>
          </p:nvPr>
        </p:nvSpPr>
        <p:spPr>
          <a:xfrm>
            <a:off x="266700" y="1708185"/>
            <a:ext cx="6459220" cy="241677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a:extLst>
              <a:ext uri="{FF2B5EF4-FFF2-40B4-BE49-F238E27FC236}">
                <a16:creationId xmlns:a16="http://schemas.microsoft.com/office/drawing/2014/main" id="{2657F688-62BD-DA9D-884A-63154636AA7A}"/>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54944546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ark_content with image square">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AB92927-53FD-4C4F-A02F-6CD2689F1058}"/>
              </a:ext>
            </a:extLst>
          </p:cNvPr>
          <p:cNvSpPr>
            <a:spLocks noGrp="1"/>
          </p:cNvSpPr>
          <p:nvPr>
            <p:ph type="pic" sz="quarter" idx="16" hasCustomPrompt="1"/>
          </p:nvPr>
        </p:nvSpPr>
        <p:spPr>
          <a:xfrm>
            <a:off x="5319713" y="277813"/>
            <a:ext cx="6872287" cy="6584950"/>
          </a:xfrm>
          <a:prstGeom prst="snip1Rect">
            <a:avLst>
              <a:gd name="adj" fmla="val 49713"/>
            </a:avLst>
          </a:prstGeom>
        </p:spPr>
        <p:txBody>
          <a:bodyPr/>
          <a:lstStyle>
            <a:lvl1pPr>
              <a:defRPr sz="1800">
                <a:solidFill>
                  <a:schemeClr val="bg1"/>
                </a:solidFill>
              </a:defRPr>
            </a:lvl1pPr>
          </a:lstStyle>
          <a:p>
            <a:r>
              <a:rPr lang="en-US" dirty="0"/>
              <a:t>Click to add image</a:t>
            </a:r>
          </a:p>
        </p:txBody>
      </p:sp>
      <p:sp>
        <p:nvSpPr>
          <p:cNvPr id="29" name="Title 1">
            <a:extLst>
              <a:ext uri="{FF2B5EF4-FFF2-40B4-BE49-F238E27FC236}">
                <a16:creationId xmlns:a16="http://schemas.microsoft.com/office/drawing/2014/main" id="{13386DF7-66BE-44E6-8AE1-37084B9FDED1}"/>
              </a:ext>
            </a:extLst>
          </p:cNvPr>
          <p:cNvSpPr>
            <a:spLocks noGrp="1"/>
          </p:cNvSpPr>
          <p:nvPr>
            <p:ph type="title" hasCustomPrompt="1"/>
          </p:nvPr>
        </p:nvSpPr>
        <p:spPr>
          <a:xfrm>
            <a:off x="269526" y="233362"/>
            <a:ext cx="485181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31" name="Text Placeholder 22">
            <a:extLst>
              <a:ext uri="{FF2B5EF4-FFF2-40B4-BE49-F238E27FC236}">
                <a16:creationId xmlns:a16="http://schemas.microsoft.com/office/drawing/2014/main" id="{772D0A84-3E4F-49C5-9AE8-327CCBE035FE}"/>
              </a:ext>
            </a:extLst>
          </p:cNvPr>
          <p:cNvSpPr>
            <a:spLocks noGrp="1"/>
          </p:cNvSpPr>
          <p:nvPr>
            <p:ph type="body" sz="quarter" idx="14"/>
          </p:nvPr>
        </p:nvSpPr>
        <p:spPr>
          <a:xfrm>
            <a:off x="266700" y="832931"/>
            <a:ext cx="4851816"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32" name="Content Placeholder 26">
            <a:extLst>
              <a:ext uri="{FF2B5EF4-FFF2-40B4-BE49-F238E27FC236}">
                <a16:creationId xmlns:a16="http://schemas.microsoft.com/office/drawing/2014/main" id="{86857AE1-27E8-4BBC-9A47-A48FE2DE9AD1}"/>
              </a:ext>
            </a:extLst>
          </p:cNvPr>
          <p:cNvSpPr>
            <a:spLocks noGrp="1"/>
          </p:cNvSpPr>
          <p:nvPr>
            <p:ph sz="quarter" idx="15"/>
          </p:nvPr>
        </p:nvSpPr>
        <p:spPr>
          <a:xfrm>
            <a:off x="266700" y="1708185"/>
            <a:ext cx="4853940" cy="488311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2" name="Group 11">
            <a:extLst>
              <a:ext uri="{FF2B5EF4-FFF2-40B4-BE49-F238E27FC236}">
                <a16:creationId xmlns:a16="http://schemas.microsoft.com/office/drawing/2014/main" id="{23541ED6-C1A0-4C02-84DC-DA9964881E00}"/>
              </a:ext>
            </a:extLst>
          </p:cNvPr>
          <p:cNvGrpSpPr/>
          <p:nvPr userDrawn="1"/>
        </p:nvGrpSpPr>
        <p:grpSpPr>
          <a:xfrm>
            <a:off x="5320280" y="-3533"/>
            <a:ext cx="6871720" cy="6861533"/>
            <a:chOff x="5320280" y="-3533"/>
            <a:chExt cx="6871720" cy="6861533"/>
          </a:xfrm>
        </p:grpSpPr>
        <p:sp>
          <p:nvSpPr>
            <p:cNvPr id="27" name="Right Triangle 26">
              <a:extLst>
                <a:ext uri="{FF2B5EF4-FFF2-40B4-BE49-F238E27FC236}">
                  <a16:creationId xmlns:a16="http://schemas.microsoft.com/office/drawing/2014/main" id="{719038C2-5302-47FD-96B7-8511C8452C2D}"/>
                </a:ext>
              </a:extLst>
            </p:cNvPr>
            <p:cNvSpPr/>
            <p:nvPr userDrawn="1"/>
          </p:nvSpPr>
          <p:spPr>
            <a:xfrm rot="10800000">
              <a:off x="8633864" y="-3533"/>
              <a:ext cx="3556863" cy="3587345"/>
            </a:xfrm>
            <a:custGeom>
              <a:avLst/>
              <a:gdLst>
                <a:gd name="connsiteX0" fmla="*/ 0 w 3535680"/>
                <a:gd name="connsiteY0" fmla="*/ 3566162 h 3566162"/>
                <a:gd name="connsiteX1" fmla="*/ 0 w 3535680"/>
                <a:gd name="connsiteY1" fmla="*/ 0 h 3566162"/>
                <a:gd name="connsiteX2" fmla="*/ 3535680 w 3535680"/>
                <a:gd name="connsiteY2" fmla="*/ 3566162 h 3566162"/>
                <a:gd name="connsiteX3" fmla="*/ 0 w 3535680"/>
                <a:gd name="connsiteY3" fmla="*/ 3566162 h 3566162"/>
                <a:gd name="connsiteX0" fmla="*/ 0 w 3556863"/>
                <a:gd name="connsiteY0" fmla="*/ 3569692 h 3569692"/>
                <a:gd name="connsiteX1" fmla="*/ 21183 w 3556863"/>
                <a:gd name="connsiteY1" fmla="*/ 0 h 3569692"/>
                <a:gd name="connsiteX2" fmla="*/ 3556863 w 3556863"/>
                <a:gd name="connsiteY2" fmla="*/ 3566162 h 3569692"/>
                <a:gd name="connsiteX3" fmla="*/ 0 w 3556863"/>
                <a:gd name="connsiteY3" fmla="*/ 3569692 h 3569692"/>
                <a:gd name="connsiteX0" fmla="*/ 0 w 3556863"/>
                <a:gd name="connsiteY0" fmla="*/ 3587345 h 3587345"/>
                <a:gd name="connsiteX1" fmla="*/ 0 w 3556863"/>
                <a:gd name="connsiteY1" fmla="*/ 0 h 3587345"/>
                <a:gd name="connsiteX2" fmla="*/ 3556863 w 3556863"/>
                <a:gd name="connsiteY2" fmla="*/ 3583815 h 3587345"/>
                <a:gd name="connsiteX3" fmla="*/ 0 w 3556863"/>
                <a:gd name="connsiteY3" fmla="*/ 3587345 h 3587345"/>
              </a:gdLst>
              <a:ahLst/>
              <a:cxnLst>
                <a:cxn ang="0">
                  <a:pos x="connsiteX0" y="connsiteY0"/>
                </a:cxn>
                <a:cxn ang="0">
                  <a:pos x="connsiteX1" y="connsiteY1"/>
                </a:cxn>
                <a:cxn ang="0">
                  <a:pos x="connsiteX2" y="connsiteY2"/>
                </a:cxn>
                <a:cxn ang="0">
                  <a:pos x="connsiteX3" y="connsiteY3"/>
                </a:cxn>
              </a:cxnLst>
              <a:rect l="l" t="t" r="r" b="b"/>
              <a:pathLst>
                <a:path w="3556863" h="3587345">
                  <a:moveTo>
                    <a:pt x="0" y="3587345"/>
                  </a:moveTo>
                  <a:lnTo>
                    <a:pt x="0" y="0"/>
                  </a:lnTo>
                  <a:lnTo>
                    <a:pt x="3556863" y="3583815"/>
                  </a:lnTo>
                  <a:lnTo>
                    <a:pt x="0" y="358734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600" dirty="0">
                <a:latin typeface="Arial" panose="020B0604020202020204" pitchFamily="34" charset="0"/>
              </a:endParaRPr>
            </a:p>
          </p:txBody>
        </p:sp>
        <p:sp>
          <p:nvSpPr>
            <p:cNvPr id="10" name="Right Triangle 9">
              <a:extLst>
                <a:ext uri="{FF2B5EF4-FFF2-40B4-BE49-F238E27FC236}">
                  <a16:creationId xmlns:a16="http://schemas.microsoft.com/office/drawing/2014/main" id="{D290BCFC-8A04-45B1-9BBF-79AE810ACAB3}"/>
                </a:ext>
              </a:extLst>
            </p:cNvPr>
            <p:cNvSpPr/>
            <p:nvPr userDrawn="1"/>
          </p:nvSpPr>
          <p:spPr>
            <a:xfrm rot="10800000">
              <a:off x="8920480" y="278606"/>
              <a:ext cx="3004820" cy="3024189"/>
            </a:xfrm>
            <a:prstGeom prst="rtTriangle">
              <a:avLst/>
            </a:prstGeom>
            <a:solidFill>
              <a:schemeClr val="accent3"/>
            </a:solidFill>
            <a:ln>
              <a:solidFill>
                <a:srgbClr val="CCAB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A8CC87B4-471C-438F-B613-FFC0D76C2871}"/>
                </a:ext>
              </a:extLst>
            </p:cNvPr>
            <p:cNvSpPr/>
            <p:nvPr userDrawn="1"/>
          </p:nvSpPr>
          <p:spPr>
            <a:xfrm>
              <a:off x="5320280" y="274223"/>
              <a:ext cx="6871720" cy="6583777"/>
            </a:xfrm>
            <a:custGeom>
              <a:avLst/>
              <a:gdLst>
                <a:gd name="connsiteX0" fmla="*/ 0 w 5597123"/>
                <a:gd name="connsiteY0" fmla="*/ 0 h 5348376"/>
                <a:gd name="connsiteX1" fmla="*/ 2922935 w 5597123"/>
                <a:gd name="connsiteY1" fmla="*/ 0 h 5348376"/>
                <a:gd name="connsiteX2" fmla="*/ 5597123 w 5597123"/>
                <a:gd name="connsiteY2" fmla="*/ 2674188 h 5348376"/>
                <a:gd name="connsiteX3" fmla="*/ 5597123 w 5597123"/>
                <a:gd name="connsiteY3" fmla="*/ 5348376 h 5348376"/>
                <a:gd name="connsiteX4" fmla="*/ 0 w 5597123"/>
                <a:gd name="connsiteY4" fmla="*/ 5348376 h 5348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7123" h="5348376">
                  <a:moveTo>
                    <a:pt x="0" y="0"/>
                  </a:moveTo>
                  <a:lnTo>
                    <a:pt x="2922935" y="0"/>
                  </a:lnTo>
                  <a:lnTo>
                    <a:pt x="5597123" y="2674188"/>
                  </a:lnTo>
                  <a:lnTo>
                    <a:pt x="5597123" y="5348376"/>
                  </a:lnTo>
                  <a:lnTo>
                    <a:pt x="0" y="5348376"/>
                  </a:lnTo>
                  <a:close/>
                </a:path>
              </a:pathLst>
            </a:custGeom>
            <a:gradFill flip="none" rotWithShape="1">
              <a:gsLst>
                <a:gs pos="0">
                  <a:srgbClr val="08C2C2">
                    <a:alpha val="16000"/>
                  </a:srgbClr>
                </a:gs>
                <a:gs pos="57000">
                  <a:srgbClr val="111121">
                    <a:alpha val="37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latin typeface="Arial" panose="020B0604020202020204" pitchFamily="34" charset="0"/>
              </a:endParaRPr>
            </a:p>
          </p:txBody>
        </p:sp>
      </p:grpSp>
      <p:pic>
        <p:nvPicPr>
          <p:cNvPr id="3" name="Picture 2">
            <a:extLst>
              <a:ext uri="{FF2B5EF4-FFF2-40B4-BE49-F238E27FC236}">
                <a16:creationId xmlns:a16="http://schemas.microsoft.com/office/drawing/2014/main" id="{E6ECFCAD-739F-BBF5-1F18-91E3E9361B46}"/>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9306067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_image">
    <p:bg>
      <p:bgRef idx="1001">
        <a:schemeClr val="bg2"/>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pic>
        <p:nvPicPr>
          <p:cNvPr id="52" name="Picture 51" descr="A picture containing laptop, computer, food&#10;&#10;Description automatically generated">
            <a:extLst>
              <a:ext uri="{FF2B5EF4-FFF2-40B4-BE49-F238E27FC236}">
                <a16:creationId xmlns:a16="http://schemas.microsoft.com/office/drawing/2014/main" id="{E9F7AD46-76E3-4588-A10B-3526E7FCFFF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562106"/>
            <a:ext cx="10447867" cy="5295893"/>
          </a:xfrm>
          <a:prstGeom prst="rect">
            <a:avLst/>
          </a:prstGeom>
        </p:spPr>
      </p:pic>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lstStyle>
            <a:lvl1pPr>
              <a:defRPr sz="1800">
                <a:solidFill>
                  <a:schemeClr val="bg1"/>
                </a:solidFill>
              </a:defRPr>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lstStyle>
            <a:lvl1pPr>
              <a:defRPr sz="1800"/>
            </a:lvl1pPr>
          </a:lstStyle>
          <a:p>
            <a:r>
              <a:rPr lang="en-US"/>
              <a:t>Click icon to add picture</a:t>
            </a:r>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lstStyle>
            <a:lvl1pPr>
              <a:defRPr sz="1800"/>
            </a:lvl1pPr>
          </a:lstStyle>
          <a:p>
            <a:r>
              <a:rPr lang="en-US"/>
              <a:t>Click icon to add picture</a:t>
            </a:r>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lstStyle>
            <a:lvl1pPr>
              <a:defRPr sz="1800"/>
            </a:lvl1pPr>
          </a:lstStyle>
          <a:p>
            <a:r>
              <a:rPr lang="en-US"/>
              <a:t>Click icon to add picture</a:t>
            </a:r>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100">
                <a:solidFill>
                  <a:schemeClr val="tx1"/>
                </a:solidFill>
              </a:defRPr>
            </a:lvl1pPr>
            <a:lvl2pPr>
              <a:defRPr sz="11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7" name="Straight Connector 16">
            <a:extLst>
              <a:ext uri="{FF2B5EF4-FFF2-40B4-BE49-F238E27FC236}">
                <a16:creationId xmlns:a16="http://schemas.microsoft.com/office/drawing/2014/main" id="{628CF13E-8EF2-42E7-B415-6A26DFC8F1EA}"/>
              </a:ext>
            </a:extLst>
          </p:cNvPr>
          <p:cNvCxnSpPr>
            <a:cxnSpLocks/>
          </p:cNvCxnSpPr>
          <p:nvPr userDrawn="1"/>
        </p:nvCxnSpPr>
        <p:spPr>
          <a:xfrm>
            <a:off x="793044"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7D1883A6-C904-4437-903F-F851541AB1A3}"/>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19" name="Straight Connector 18">
            <a:extLst>
              <a:ext uri="{FF2B5EF4-FFF2-40B4-BE49-F238E27FC236}">
                <a16:creationId xmlns:a16="http://schemas.microsoft.com/office/drawing/2014/main" id="{EE9F2148-7148-4767-9CC4-0679E5E4DE72}"/>
              </a:ext>
            </a:extLst>
          </p:cNvPr>
          <p:cNvCxnSpPr>
            <a:cxnSpLocks/>
          </p:cNvCxnSpPr>
          <p:nvPr userDrawn="1"/>
        </p:nvCxnSpPr>
        <p:spPr>
          <a:xfrm>
            <a:off x="0" y="6591300"/>
            <a:ext cx="11398956" cy="83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Slide Number Placeholder 3">
            <a:extLst>
              <a:ext uri="{FF2B5EF4-FFF2-40B4-BE49-F238E27FC236}">
                <a16:creationId xmlns:a16="http://schemas.microsoft.com/office/drawing/2014/main" id="{198BDE5C-C47C-4CC8-9D3C-C2C1B061F998}"/>
              </a:ext>
            </a:extLst>
          </p:cNvPr>
          <p:cNvSpPr>
            <a:spLocks noGrp="1"/>
          </p:cNvSpPr>
          <p:nvPr>
            <p:ph type="sldNum" sz="quarter" idx="20"/>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pic>
        <p:nvPicPr>
          <p:cNvPr id="2" name="Picture 1">
            <a:extLst>
              <a:ext uri="{FF2B5EF4-FFF2-40B4-BE49-F238E27FC236}">
                <a16:creationId xmlns:a16="http://schemas.microsoft.com/office/drawing/2014/main" id="{95FE296D-CA97-C584-030B-5FA41781B00D}"/>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412475580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01">
    <p:bg>
      <p:bgRef idx="1001">
        <a:schemeClr val="bg2"/>
      </p:bgRef>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152CE98C-9924-4CDE-8430-EA024D3C9C85}"/>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0940" r="32367" b="11681"/>
          <a:stretch/>
        </p:blipFill>
        <p:spPr>
          <a:xfrm rot="5400000">
            <a:off x="2666999" y="-2667001"/>
            <a:ext cx="6858000" cy="12192001"/>
          </a:xfrm>
          <a:prstGeom prst="rect">
            <a:avLst/>
          </a:prstGeom>
        </p:spPr>
      </p:pic>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732123"/>
            <a:ext cx="7508661" cy="1328738"/>
          </a:xfrm>
        </p:spPr>
        <p:txBody>
          <a:bodyPr>
            <a:noAutofit/>
          </a:bodyPr>
          <a:lstStyle>
            <a:lvl1pPr>
              <a:defRPr sz="2800" b="1">
                <a:solidFill>
                  <a:schemeClr val="bg1"/>
                </a:solidFill>
                <a:latin typeface="Arial" panose="020B0604020202020204" pitchFamily="34" charset="0"/>
              </a:defRPr>
            </a:lvl1pPr>
          </a:lstStyle>
          <a:p>
            <a:r>
              <a:rPr lang="en-US" dirty="0"/>
              <a:t>INSERT TEXT HERE</a:t>
            </a:r>
          </a:p>
        </p:txBody>
      </p:sp>
    </p:spTree>
    <p:extLst>
      <p:ext uri="{BB962C8B-B14F-4D97-AF65-F5344CB8AC3E}">
        <p14:creationId xmlns:p14="http://schemas.microsoft.com/office/powerpoint/2010/main" val="179037089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02">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6A629BC-41C7-40CA-8FF8-0D9E635D9FB2}"/>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2374" t="14928" r="22374" b="14927"/>
          <a:stretch/>
        </p:blipFill>
        <p:spPr>
          <a:xfrm rot="5400000">
            <a:off x="2666999" y="-2667001"/>
            <a:ext cx="6858000" cy="12192002"/>
          </a:xfrm>
          <a:prstGeom prst="rect">
            <a:avLst/>
          </a:prstGeom>
        </p:spPr>
      </p:pic>
      <p:sp>
        <p:nvSpPr>
          <p:cNvPr id="8" name="Title 1">
            <a:extLst>
              <a:ext uri="{FF2B5EF4-FFF2-40B4-BE49-F238E27FC236}">
                <a16:creationId xmlns:a16="http://schemas.microsoft.com/office/drawing/2014/main" id="{872EE01B-EA4F-47E5-AF4C-830B92A1B819}"/>
              </a:ext>
            </a:extLst>
          </p:cNvPr>
          <p:cNvSpPr>
            <a:spLocks noGrp="1"/>
          </p:cNvSpPr>
          <p:nvPr>
            <p:ph type="title" hasCustomPrompt="1"/>
          </p:nvPr>
        </p:nvSpPr>
        <p:spPr>
          <a:xfrm>
            <a:off x="269526" y="2764631"/>
            <a:ext cx="7508661" cy="1328738"/>
          </a:xfrm>
        </p:spPr>
        <p:txBody>
          <a:bodyPr>
            <a:noAutofit/>
          </a:bodyPr>
          <a:lstStyle>
            <a:lvl1pPr>
              <a:defRPr sz="2800" b="1">
                <a:solidFill>
                  <a:schemeClr val="bg1"/>
                </a:solidFill>
                <a:latin typeface="Arial" panose="020B0604020202020204" pitchFamily="34" charset="0"/>
              </a:defRPr>
            </a:lvl1pPr>
          </a:lstStyle>
          <a:p>
            <a:r>
              <a:rPr lang="en-US" dirty="0"/>
              <a:t>INSERT TEXT HERE</a:t>
            </a:r>
          </a:p>
        </p:txBody>
      </p:sp>
      <p:pic>
        <p:nvPicPr>
          <p:cNvPr id="3" name="Picture 2">
            <a:extLst>
              <a:ext uri="{FF2B5EF4-FFF2-40B4-BE49-F238E27FC236}">
                <a16:creationId xmlns:a16="http://schemas.microsoft.com/office/drawing/2014/main" id="{C779C23C-B5BF-AF79-F30A-5C0008712916}"/>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2210694012"/>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amp; image">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5264430"/>
            <a:ext cx="7508661" cy="1328738"/>
          </a:xfrm>
        </p:spPr>
        <p:txBody>
          <a:bodyPr>
            <a:noAutofit/>
          </a:bodyPr>
          <a:lstStyle>
            <a:lvl1pPr>
              <a:defRPr sz="2800" b="1">
                <a:solidFill>
                  <a:srgbClr val="111121"/>
                </a:solidFill>
                <a:latin typeface="Arial" panose="020B0604020202020204" pitchFamily="34" charset="0"/>
              </a:defRPr>
            </a:lvl1pPr>
          </a:lstStyle>
          <a:p>
            <a:r>
              <a:rPr lang="en-US" dirty="0"/>
              <a:t>INSERT TEXT HERE</a:t>
            </a:r>
          </a:p>
        </p:txBody>
      </p:sp>
      <p:sp>
        <p:nvSpPr>
          <p:cNvPr id="4" name="Freeform: Shape 3">
            <a:extLst>
              <a:ext uri="{FF2B5EF4-FFF2-40B4-BE49-F238E27FC236}">
                <a16:creationId xmlns:a16="http://schemas.microsoft.com/office/drawing/2014/main" id="{1D3D216C-F07E-4A2C-9293-8DD9F8DA1E4D}"/>
              </a:ext>
            </a:extLst>
          </p:cNvPr>
          <p:cNvSpPr/>
          <p:nvPr userDrawn="1"/>
        </p:nvSpPr>
        <p:spPr>
          <a:xfrm>
            <a:off x="7293416" y="0"/>
            <a:ext cx="4898584" cy="4898498"/>
          </a:xfrm>
          <a:custGeom>
            <a:avLst/>
            <a:gdLst>
              <a:gd name="connsiteX0" fmla="*/ 4890573 w 4890573"/>
              <a:gd name="connsiteY0" fmla="*/ 4890487 h 4890487"/>
              <a:gd name="connsiteX1" fmla="*/ 2445244 w 4890573"/>
              <a:gd name="connsiteY1" fmla="*/ 4890487 h 4890487"/>
              <a:gd name="connsiteX2" fmla="*/ 0 w 4890573"/>
              <a:gd name="connsiteY2" fmla="*/ 0 h 4890487"/>
              <a:gd name="connsiteX3" fmla="*/ 4890573 w 4890573"/>
              <a:gd name="connsiteY3" fmla="*/ 0 h 4890487"/>
            </a:gdLst>
            <a:ahLst/>
            <a:cxnLst>
              <a:cxn ang="0">
                <a:pos x="connsiteX0" y="connsiteY0"/>
              </a:cxn>
              <a:cxn ang="0">
                <a:pos x="connsiteX1" y="connsiteY1"/>
              </a:cxn>
              <a:cxn ang="0">
                <a:pos x="connsiteX2" y="connsiteY2"/>
              </a:cxn>
              <a:cxn ang="0">
                <a:pos x="connsiteX3" y="connsiteY3"/>
              </a:cxn>
            </a:cxnLst>
            <a:rect l="l" t="t" r="r" b="b"/>
            <a:pathLst>
              <a:path w="4890573" h="4890487">
                <a:moveTo>
                  <a:pt x="4890573" y="4890487"/>
                </a:moveTo>
                <a:lnTo>
                  <a:pt x="2445244" y="4890487"/>
                </a:lnTo>
                <a:lnTo>
                  <a:pt x="0" y="0"/>
                </a:lnTo>
                <a:lnTo>
                  <a:pt x="4890573" y="0"/>
                </a:lnTo>
                <a:close/>
              </a:path>
            </a:pathLst>
          </a:custGeom>
          <a:solidFill>
            <a:srgbClr val="111121"/>
          </a:solidFill>
          <a:ln w="8624" cap="flat">
            <a:noFill/>
            <a:prstDash val="solid"/>
            <a:miter/>
          </a:ln>
        </p:spPr>
        <p:txBody>
          <a:bodyPr rtlCol="0" anchor="ctr"/>
          <a:lstStyle/>
          <a:p>
            <a:endParaRPr lang="en-US" sz="1600" dirty="0">
              <a:latin typeface="Arial" panose="020B0604020202020204" pitchFamily="34" charset="0"/>
            </a:endParaRPr>
          </a:p>
        </p:txBody>
      </p:sp>
      <p:sp>
        <p:nvSpPr>
          <p:cNvPr id="5" name="Freeform: Shape 4">
            <a:extLst>
              <a:ext uri="{FF2B5EF4-FFF2-40B4-BE49-F238E27FC236}">
                <a16:creationId xmlns:a16="http://schemas.microsoft.com/office/drawing/2014/main" id="{F9963A3F-6E73-4B03-863E-E641CB4EA669}"/>
              </a:ext>
            </a:extLst>
          </p:cNvPr>
          <p:cNvSpPr/>
          <p:nvPr userDrawn="1"/>
        </p:nvSpPr>
        <p:spPr>
          <a:xfrm>
            <a:off x="9741024" y="4898498"/>
            <a:ext cx="2450976" cy="1959502"/>
          </a:xfrm>
          <a:custGeom>
            <a:avLst/>
            <a:gdLst>
              <a:gd name="connsiteX0" fmla="*/ 2446969 w 2446968"/>
              <a:gd name="connsiteY0" fmla="*/ 0 h 1956298"/>
              <a:gd name="connsiteX1" fmla="*/ 0 w 2446968"/>
              <a:gd name="connsiteY1" fmla="*/ 0 h 1956298"/>
              <a:gd name="connsiteX2" fmla="*/ 978149 w 2446968"/>
              <a:gd name="connsiteY2" fmla="*/ 1956299 h 1956298"/>
              <a:gd name="connsiteX3" fmla="*/ 2446969 w 2446968"/>
              <a:gd name="connsiteY3" fmla="*/ 1956299 h 1956298"/>
            </a:gdLst>
            <a:ahLst/>
            <a:cxnLst>
              <a:cxn ang="0">
                <a:pos x="connsiteX0" y="connsiteY0"/>
              </a:cxn>
              <a:cxn ang="0">
                <a:pos x="connsiteX1" y="connsiteY1"/>
              </a:cxn>
              <a:cxn ang="0">
                <a:pos x="connsiteX2" y="connsiteY2"/>
              </a:cxn>
              <a:cxn ang="0">
                <a:pos x="connsiteX3" y="connsiteY3"/>
              </a:cxn>
            </a:cxnLst>
            <a:rect l="l" t="t" r="r" b="b"/>
            <a:pathLst>
              <a:path w="2446968" h="1956298">
                <a:moveTo>
                  <a:pt x="2446969" y="0"/>
                </a:moveTo>
                <a:lnTo>
                  <a:pt x="0" y="0"/>
                </a:lnTo>
                <a:lnTo>
                  <a:pt x="978149" y="1956299"/>
                </a:lnTo>
                <a:lnTo>
                  <a:pt x="2446969" y="1956299"/>
                </a:lnTo>
                <a:close/>
              </a:path>
            </a:pathLst>
          </a:custGeom>
          <a:solidFill>
            <a:srgbClr val="089ED1"/>
          </a:solidFill>
          <a:ln w="8624" cap="flat">
            <a:noFill/>
            <a:prstDash val="solid"/>
            <a:miter/>
          </a:ln>
        </p:spPr>
        <p:txBody>
          <a:bodyPr rtlCol="0" anchor="ctr"/>
          <a:lstStyle/>
          <a:p>
            <a:endParaRPr lang="en-US" sz="1600" dirty="0">
              <a:latin typeface="Arial" panose="020B0604020202020204" pitchFamily="34" charset="0"/>
            </a:endParaRPr>
          </a:p>
        </p:txBody>
      </p:sp>
      <p:sp>
        <p:nvSpPr>
          <p:cNvPr id="3" name="Picture Placeholder 2">
            <a:extLst>
              <a:ext uri="{FF2B5EF4-FFF2-40B4-BE49-F238E27FC236}">
                <a16:creationId xmlns:a16="http://schemas.microsoft.com/office/drawing/2014/main" id="{43AC07EA-187D-4CBE-8720-0BFDF05F45E0}"/>
              </a:ext>
            </a:extLst>
          </p:cNvPr>
          <p:cNvSpPr>
            <a:spLocks noGrp="1"/>
          </p:cNvSpPr>
          <p:nvPr>
            <p:ph type="pic" sz="quarter" idx="10"/>
          </p:nvPr>
        </p:nvSpPr>
        <p:spPr>
          <a:xfrm>
            <a:off x="1" y="0"/>
            <a:ext cx="9741024" cy="4899025"/>
          </a:xfrm>
          <a:custGeom>
            <a:avLst/>
            <a:gdLst>
              <a:gd name="connsiteX0" fmla="*/ 0 w 9885363"/>
              <a:gd name="connsiteY0" fmla="*/ 0 h 4899025"/>
              <a:gd name="connsiteX1" fmla="*/ 9885363 w 9885363"/>
              <a:gd name="connsiteY1" fmla="*/ 0 h 4899025"/>
              <a:gd name="connsiteX2" fmla="*/ 9885363 w 9885363"/>
              <a:gd name="connsiteY2" fmla="*/ 4899025 h 4899025"/>
              <a:gd name="connsiteX3" fmla="*/ 0 w 9885363"/>
              <a:gd name="connsiteY3" fmla="*/ 4899025 h 4899025"/>
              <a:gd name="connsiteX4" fmla="*/ 0 w 9885363"/>
              <a:gd name="connsiteY4" fmla="*/ 0 h 4899025"/>
              <a:gd name="connsiteX0" fmla="*/ 0 w 9885363"/>
              <a:gd name="connsiteY0" fmla="*/ 0 h 4899025"/>
              <a:gd name="connsiteX1" fmla="*/ 7315784 w 9885363"/>
              <a:gd name="connsiteY1" fmla="*/ 0 h 4899025"/>
              <a:gd name="connsiteX2" fmla="*/ 9885363 w 9885363"/>
              <a:gd name="connsiteY2" fmla="*/ 4899025 h 4899025"/>
              <a:gd name="connsiteX3" fmla="*/ 0 w 9885363"/>
              <a:gd name="connsiteY3" fmla="*/ 4899025 h 4899025"/>
              <a:gd name="connsiteX4" fmla="*/ 0 w 9885363"/>
              <a:gd name="connsiteY4" fmla="*/ 0 h 4899025"/>
              <a:gd name="connsiteX0" fmla="*/ 0 w 9746467"/>
              <a:gd name="connsiteY0" fmla="*/ 0 h 4899025"/>
              <a:gd name="connsiteX1" fmla="*/ 7315784 w 9746467"/>
              <a:gd name="connsiteY1" fmla="*/ 0 h 4899025"/>
              <a:gd name="connsiteX2" fmla="*/ 9746467 w 9746467"/>
              <a:gd name="connsiteY2" fmla="*/ 4887450 h 4899025"/>
              <a:gd name="connsiteX3" fmla="*/ 0 w 9746467"/>
              <a:gd name="connsiteY3" fmla="*/ 4899025 h 4899025"/>
              <a:gd name="connsiteX4" fmla="*/ 0 w 9746467"/>
              <a:gd name="connsiteY4" fmla="*/ 0 h 4899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6467" h="4899025">
                <a:moveTo>
                  <a:pt x="0" y="0"/>
                </a:moveTo>
                <a:lnTo>
                  <a:pt x="7315784" y="0"/>
                </a:lnTo>
                <a:lnTo>
                  <a:pt x="9746467" y="4887450"/>
                </a:lnTo>
                <a:lnTo>
                  <a:pt x="0" y="4899025"/>
                </a:lnTo>
                <a:lnTo>
                  <a:pt x="0" y="0"/>
                </a:lnTo>
                <a:close/>
              </a:path>
            </a:pathLst>
          </a:custGeom>
        </p:spPr>
        <p:txBody>
          <a:bodyPr>
            <a:normAutofit/>
          </a:bodyPr>
          <a:lstStyle>
            <a:lvl1pPr>
              <a:defRPr sz="1800"/>
            </a:lvl1pPr>
          </a:lstStyle>
          <a:p>
            <a:r>
              <a:rPr lang="en-US"/>
              <a:t>Click icon to add picture</a:t>
            </a:r>
            <a:endParaRPr lang="en-US" dirty="0"/>
          </a:p>
        </p:txBody>
      </p:sp>
      <p:pic>
        <p:nvPicPr>
          <p:cNvPr id="6" name="Picture 5">
            <a:extLst>
              <a:ext uri="{FF2B5EF4-FFF2-40B4-BE49-F238E27FC236}">
                <a16:creationId xmlns:a16="http://schemas.microsoft.com/office/drawing/2014/main" id="{62070635-210A-969D-CA2C-EC06A1485417}"/>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2501380122"/>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_image">
    <p:bg>
      <p:bgRef idx="1001">
        <a:schemeClr val="bg1"/>
      </p:bgRef>
    </p:bg>
    <p:spTree>
      <p:nvGrpSpPr>
        <p:cNvPr id="1" name=""/>
        <p:cNvGrpSpPr/>
        <p:nvPr/>
      </p:nvGrpSpPr>
      <p:grpSpPr>
        <a:xfrm>
          <a:off x="0" y="0"/>
          <a:ext cx="0" cy="0"/>
          <a:chOff x="0" y="0"/>
          <a:chExt cx="0" cy="0"/>
        </a:xfrm>
      </p:grpSpPr>
      <p:pic>
        <p:nvPicPr>
          <p:cNvPr id="21" name="Picture 20" descr="A picture containing food, bird&#10;&#10;Description automatically generated">
            <a:extLst>
              <a:ext uri="{FF2B5EF4-FFF2-40B4-BE49-F238E27FC236}">
                <a16:creationId xmlns:a16="http://schemas.microsoft.com/office/drawing/2014/main" id="{346799C7-3DBD-4F3F-93F1-332AA0DF37E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r="4427"/>
          <a:stretch/>
        </p:blipFill>
        <p:spPr>
          <a:xfrm>
            <a:off x="-3832" y="1562106"/>
            <a:ext cx="2415245" cy="5295894"/>
          </a:xfrm>
          <a:prstGeom prst="rect">
            <a:avLst/>
          </a:prstGeom>
        </p:spPr>
      </p:pic>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normAutofit/>
          </a:bodyPr>
          <a:lstStyle>
            <a:lvl1pPr>
              <a:defRPr sz="1600"/>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normAutofit/>
          </a:bodyPr>
          <a:lstStyle>
            <a:lvl1pPr>
              <a:defRPr sz="1600"/>
            </a:lvl1pPr>
          </a:lstStyle>
          <a:p>
            <a:r>
              <a:rPr lang="en-US"/>
              <a:t>Click icon to add picture</a:t>
            </a:r>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normAutofit/>
          </a:bodyPr>
          <a:lstStyle>
            <a:lvl1pPr>
              <a:defRPr sz="1600"/>
            </a:lvl1pPr>
          </a:lstStyle>
          <a:p>
            <a:r>
              <a:rPr lang="en-US"/>
              <a:t>Click icon to add picture</a:t>
            </a:r>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normAutofit/>
          </a:bodyPr>
          <a:lstStyle>
            <a:lvl1pPr>
              <a:defRPr sz="1600"/>
            </a:lvl1pPr>
          </a:lstStyle>
          <a:p>
            <a:r>
              <a:rPr lang="en-US"/>
              <a:t>Click icon to add picture</a:t>
            </a:r>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600">
                <a:solidFill>
                  <a:srgbClr val="111121"/>
                </a:solidFill>
              </a:defRPr>
            </a:lvl1pPr>
            <a:lvl2pPr>
              <a:defRPr sz="1600">
                <a:solidFill>
                  <a:srgbClr val="111121"/>
                </a:solidFill>
              </a:defRPr>
            </a:lvl2pPr>
            <a:lvl3pPr>
              <a:defRPr sz="1600">
                <a:solidFill>
                  <a:srgbClr val="111121"/>
                </a:solidFill>
              </a:defRPr>
            </a:lvl3pPr>
            <a:lvl4pPr>
              <a:defRPr sz="1600">
                <a:solidFill>
                  <a:srgbClr val="111121"/>
                </a:solidFill>
              </a:defRPr>
            </a:lvl4pPr>
            <a:lvl5pPr>
              <a:defRPr sz="1600">
                <a:solidFill>
                  <a:srgbClr val="11112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itle 1">
            <a:extLst>
              <a:ext uri="{FF2B5EF4-FFF2-40B4-BE49-F238E27FC236}">
                <a16:creationId xmlns:a16="http://schemas.microsoft.com/office/drawing/2014/main" id="{0C79DD41-CB55-42F0-A933-4F11514F1BB7}"/>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pic>
        <p:nvPicPr>
          <p:cNvPr id="26" name="Graphic 25">
            <a:extLst>
              <a:ext uri="{FF2B5EF4-FFF2-40B4-BE49-F238E27FC236}">
                <a16:creationId xmlns:a16="http://schemas.microsoft.com/office/drawing/2014/main" id="{86CDD72B-AC17-4A30-B93E-6B0CFE21C765}"/>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7" name="Straight Connector 26">
            <a:extLst>
              <a:ext uri="{FF2B5EF4-FFF2-40B4-BE49-F238E27FC236}">
                <a16:creationId xmlns:a16="http://schemas.microsoft.com/office/drawing/2014/main" id="{F8C4CE34-F3BD-4967-B4BC-558F2A8BA7D4}"/>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8" name="Slide Number Placeholder 3">
            <a:extLst>
              <a:ext uri="{FF2B5EF4-FFF2-40B4-BE49-F238E27FC236}">
                <a16:creationId xmlns:a16="http://schemas.microsoft.com/office/drawing/2014/main" id="{C7439E59-1C5E-4A48-AB00-566F366A2BA2}"/>
              </a:ext>
            </a:extLst>
          </p:cNvPr>
          <p:cNvSpPr>
            <a:spLocks noGrp="1"/>
          </p:cNvSpPr>
          <p:nvPr>
            <p:ph type="sldNum" sz="quarter" idx="22"/>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grpSp>
        <p:nvGrpSpPr>
          <p:cNvPr id="17" name="Group 16">
            <a:extLst>
              <a:ext uri="{FF2B5EF4-FFF2-40B4-BE49-F238E27FC236}">
                <a16:creationId xmlns:a16="http://schemas.microsoft.com/office/drawing/2014/main" id="{7D339F83-B703-41FB-ADF6-F03A7513CFCD}"/>
              </a:ext>
            </a:extLst>
          </p:cNvPr>
          <p:cNvGrpSpPr/>
          <p:nvPr userDrawn="1"/>
        </p:nvGrpSpPr>
        <p:grpSpPr>
          <a:xfrm>
            <a:off x="11997463" y="3105617"/>
            <a:ext cx="134097" cy="646767"/>
            <a:chOff x="11838508" y="3057525"/>
            <a:chExt cx="155496" cy="749979"/>
          </a:xfrm>
        </p:grpSpPr>
        <p:sp>
          <p:nvSpPr>
            <p:cNvPr id="18" name="Rectangle 17">
              <a:extLst>
                <a:ext uri="{FF2B5EF4-FFF2-40B4-BE49-F238E27FC236}">
                  <a16:creationId xmlns:a16="http://schemas.microsoft.com/office/drawing/2014/main" id="{6E2BDD1A-9617-4140-92EB-4876275C4C87}"/>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9" name="Graphic 18">
              <a:extLst>
                <a:ext uri="{FF2B5EF4-FFF2-40B4-BE49-F238E27FC236}">
                  <a16:creationId xmlns:a16="http://schemas.microsoft.com/office/drawing/2014/main" id="{F32D4D33-99A1-42C9-AC4C-FAAEBDFE33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1604289" y="3357212"/>
              <a:ext cx="623935" cy="150605"/>
            </a:xfrm>
            <a:prstGeom prst="rect">
              <a:avLst/>
            </a:prstGeom>
          </p:spPr>
        </p:pic>
      </p:grpSp>
      <p:sp>
        <p:nvSpPr>
          <p:cNvPr id="16" name="Text Placeholder 22">
            <a:extLst>
              <a:ext uri="{FF2B5EF4-FFF2-40B4-BE49-F238E27FC236}">
                <a16:creationId xmlns:a16="http://schemas.microsoft.com/office/drawing/2014/main" id="{1F963DED-BB1B-4850-A848-2C2A4E8C4362}"/>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49310738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Light_image">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3E50292-6AB5-43B1-88A3-036F24E235E8}"/>
              </a:ext>
            </a:extLst>
          </p:cNvPr>
          <p:cNvSpPr/>
          <p:nvPr userDrawn="1"/>
        </p:nvSpPr>
        <p:spPr>
          <a:xfrm>
            <a:off x="-3832" y="1562100"/>
            <a:ext cx="2415245" cy="5295900"/>
          </a:xfrm>
          <a:prstGeom prst="rect">
            <a:avLst/>
          </a:prstGeom>
          <a:solidFill>
            <a:srgbClr val="CCA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11112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normAutofit/>
          </a:bodyPr>
          <a:lstStyle>
            <a:lvl1pPr>
              <a:defRPr sz="1600"/>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normAutofit/>
          </a:bodyPr>
          <a:lstStyle>
            <a:lvl1pPr>
              <a:defRPr sz="1600"/>
            </a:lvl1pPr>
          </a:lstStyle>
          <a:p>
            <a:r>
              <a:rPr lang="en-US"/>
              <a:t>Click icon to add picture</a:t>
            </a:r>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normAutofit/>
          </a:bodyPr>
          <a:lstStyle>
            <a:lvl1pPr>
              <a:defRPr sz="1600"/>
            </a:lvl1pPr>
          </a:lstStyle>
          <a:p>
            <a:r>
              <a:rPr lang="en-US"/>
              <a:t>Click icon to add picture</a:t>
            </a:r>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normAutofit/>
          </a:bodyPr>
          <a:lstStyle>
            <a:lvl1pPr>
              <a:defRPr sz="1600"/>
            </a:lvl1pPr>
          </a:lstStyle>
          <a:p>
            <a:r>
              <a:rPr lang="en-US"/>
              <a:t>Click icon to add picture</a:t>
            </a:r>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600">
                <a:solidFill>
                  <a:srgbClr val="111121"/>
                </a:solidFill>
              </a:defRPr>
            </a:lvl1pPr>
            <a:lvl2pPr>
              <a:defRPr sz="1600">
                <a:solidFill>
                  <a:srgbClr val="111121"/>
                </a:solidFill>
              </a:defRPr>
            </a:lvl2pPr>
            <a:lvl3pPr>
              <a:defRPr sz="1600">
                <a:solidFill>
                  <a:srgbClr val="111121"/>
                </a:solidFill>
              </a:defRPr>
            </a:lvl3pPr>
            <a:lvl4pPr>
              <a:defRPr sz="1600">
                <a:solidFill>
                  <a:srgbClr val="111121"/>
                </a:solidFill>
              </a:defRPr>
            </a:lvl4pPr>
            <a:lvl5pPr>
              <a:defRPr sz="1600">
                <a:solidFill>
                  <a:srgbClr val="11112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 13">
            <a:extLst>
              <a:ext uri="{FF2B5EF4-FFF2-40B4-BE49-F238E27FC236}">
                <a16:creationId xmlns:a16="http://schemas.microsoft.com/office/drawing/2014/main" id="{6AF7FC0D-5BDB-445D-BA36-932991B60F93}"/>
              </a:ext>
            </a:extLst>
          </p:cNvPr>
          <p:cNvGrpSpPr/>
          <p:nvPr userDrawn="1"/>
        </p:nvGrpSpPr>
        <p:grpSpPr>
          <a:xfrm>
            <a:off x="11997463" y="3105617"/>
            <a:ext cx="134097" cy="646767"/>
            <a:chOff x="11838508" y="3057525"/>
            <a:chExt cx="155496" cy="749979"/>
          </a:xfrm>
        </p:grpSpPr>
        <p:sp>
          <p:nvSpPr>
            <p:cNvPr id="15" name="Rectangle 14">
              <a:extLst>
                <a:ext uri="{FF2B5EF4-FFF2-40B4-BE49-F238E27FC236}">
                  <a16:creationId xmlns:a16="http://schemas.microsoft.com/office/drawing/2014/main" id="{5AF3C24E-5183-4814-B711-132EB37223E0}"/>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6" name="Graphic 15">
              <a:extLst>
                <a:ext uri="{FF2B5EF4-FFF2-40B4-BE49-F238E27FC236}">
                  <a16:creationId xmlns:a16="http://schemas.microsoft.com/office/drawing/2014/main" id="{4FC10B83-42E8-4FD4-96EC-7222628B9F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21" name="Graphic 20">
            <a:extLst>
              <a:ext uri="{FF2B5EF4-FFF2-40B4-BE49-F238E27FC236}">
                <a16:creationId xmlns:a16="http://schemas.microsoft.com/office/drawing/2014/main" id="{83984917-CAE0-4BE3-8B25-BDC1929771C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507536C3-3352-4CC3-9211-9957BF77DA35}"/>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Slide Number Placeholder 3">
            <a:extLst>
              <a:ext uri="{FF2B5EF4-FFF2-40B4-BE49-F238E27FC236}">
                <a16:creationId xmlns:a16="http://schemas.microsoft.com/office/drawing/2014/main" id="{BF244C74-5532-412C-B05C-8CAFBB42C6B5}"/>
              </a:ext>
            </a:extLst>
          </p:cNvPr>
          <p:cNvSpPr>
            <a:spLocks noGrp="1"/>
          </p:cNvSpPr>
          <p:nvPr>
            <p:ph type="sldNum" sz="quarter" idx="20"/>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106286263"/>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_option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4" name="Straight Connector 13">
            <a:extLst>
              <a:ext uri="{FF2B5EF4-FFF2-40B4-BE49-F238E27FC236}">
                <a16:creationId xmlns:a16="http://schemas.microsoft.com/office/drawing/2014/main" id="{83BD7C40-4702-410F-949F-C1CDDDE5C361}"/>
              </a:ext>
            </a:extLst>
          </p:cNvPr>
          <p:cNvCxnSpPr>
            <a:cxnSpLocks/>
          </p:cNvCxnSpPr>
          <p:nvPr userDrawn="1"/>
        </p:nvCxnSpPr>
        <p:spPr>
          <a:xfrm>
            <a:off x="41910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sp>
        <p:nvSpPr>
          <p:cNvPr id="21" name="Content Placeholder 26">
            <a:extLst>
              <a:ext uri="{FF2B5EF4-FFF2-40B4-BE49-F238E27FC236}">
                <a16:creationId xmlns:a16="http://schemas.microsoft.com/office/drawing/2014/main" id="{B6C4475F-9486-4114-A2CC-EF439582C231}"/>
              </a:ext>
            </a:extLst>
          </p:cNvPr>
          <p:cNvSpPr>
            <a:spLocks noGrp="1"/>
          </p:cNvSpPr>
          <p:nvPr>
            <p:ph sz="quarter" idx="15"/>
          </p:nvPr>
        </p:nvSpPr>
        <p:spPr>
          <a:xfrm>
            <a:off x="266700" y="1554481"/>
            <a:ext cx="11658600" cy="4491213"/>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6" name="Graphic 15">
            <a:extLst>
              <a:ext uri="{FF2B5EF4-FFF2-40B4-BE49-F238E27FC236}">
                <a16:creationId xmlns:a16="http://schemas.microsoft.com/office/drawing/2014/main" id="{3A2B55A2-92A0-47CA-BC77-5ED57B0690BF}"/>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E2B9AC9A-659E-47FD-A0C0-899628AFA2CC}"/>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Slide Number Placeholder 3">
            <a:extLst>
              <a:ext uri="{FF2B5EF4-FFF2-40B4-BE49-F238E27FC236}">
                <a16:creationId xmlns:a16="http://schemas.microsoft.com/office/drawing/2014/main" id="{A22EDFCB-D408-41F8-83D6-F52D721537F3}"/>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42914626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_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8" name="Content Placeholder 26">
            <a:extLst>
              <a:ext uri="{FF2B5EF4-FFF2-40B4-BE49-F238E27FC236}">
                <a16:creationId xmlns:a16="http://schemas.microsoft.com/office/drawing/2014/main" id="{92F8849D-3CF9-4F64-982E-A0BB1C9D6925}"/>
              </a:ext>
            </a:extLst>
          </p:cNvPr>
          <p:cNvSpPr>
            <a:spLocks noGrp="1"/>
          </p:cNvSpPr>
          <p:nvPr>
            <p:ph sz="quarter" idx="15"/>
          </p:nvPr>
        </p:nvSpPr>
        <p:spPr>
          <a:xfrm>
            <a:off x="266700" y="1554481"/>
            <a:ext cx="11658600" cy="4491213"/>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4513169A-A287-45BE-9CA8-1E1DD393D74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13" name="Straight Connector 12">
            <a:extLst>
              <a:ext uri="{FF2B5EF4-FFF2-40B4-BE49-F238E27FC236}">
                <a16:creationId xmlns:a16="http://schemas.microsoft.com/office/drawing/2014/main" id="{B0E916A1-5015-4077-8742-35FD0981572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4" name="Slide Number Placeholder 3">
            <a:extLst>
              <a:ext uri="{FF2B5EF4-FFF2-40B4-BE49-F238E27FC236}">
                <a16:creationId xmlns:a16="http://schemas.microsoft.com/office/drawing/2014/main" id="{FCA21049-D9EA-496D-B135-D20BF410391D}"/>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7006694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_option 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rgbClr val="089E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1" name="Content Placeholder 26">
            <a:extLst>
              <a:ext uri="{FF2B5EF4-FFF2-40B4-BE49-F238E27FC236}">
                <a16:creationId xmlns:a16="http://schemas.microsoft.com/office/drawing/2014/main" id="{B6C4475F-9486-4114-A2CC-EF439582C231}"/>
              </a:ext>
            </a:extLst>
          </p:cNvPr>
          <p:cNvSpPr>
            <a:spLocks noGrp="1"/>
          </p:cNvSpPr>
          <p:nvPr>
            <p:ph sz="quarter" idx="15"/>
          </p:nvPr>
        </p:nvSpPr>
        <p:spPr>
          <a:xfrm>
            <a:off x="266700" y="1554481"/>
            <a:ext cx="11658600" cy="4491213"/>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Group 12">
            <a:extLst>
              <a:ext uri="{FF2B5EF4-FFF2-40B4-BE49-F238E27FC236}">
                <a16:creationId xmlns:a16="http://schemas.microsoft.com/office/drawing/2014/main" id="{4EEB1629-2228-49B2-A3A9-B3DAFB78D56F}"/>
              </a:ext>
            </a:extLst>
          </p:cNvPr>
          <p:cNvGrpSpPr/>
          <p:nvPr userDrawn="1"/>
        </p:nvGrpSpPr>
        <p:grpSpPr>
          <a:xfrm>
            <a:off x="11997463" y="3105617"/>
            <a:ext cx="134097" cy="646767"/>
            <a:chOff x="11838508" y="3057525"/>
            <a:chExt cx="155496" cy="749979"/>
          </a:xfrm>
        </p:grpSpPr>
        <p:sp>
          <p:nvSpPr>
            <p:cNvPr id="14" name="Rectangle 13">
              <a:extLst>
                <a:ext uri="{FF2B5EF4-FFF2-40B4-BE49-F238E27FC236}">
                  <a16:creationId xmlns:a16="http://schemas.microsoft.com/office/drawing/2014/main" id="{E96FFFE6-9718-4749-BEFF-5F600FCBCBE5}"/>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5" name="Graphic 14">
              <a:extLst>
                <a:ext uri="{FF2B5EF4-FFF2-40B4-BE49-F238E27FC236}">
                  <a16:creationId xmlns:a16="http://schemas.microsoft.com/office/drawing/2014/main" id="{24F1D728-50DB-46A1-BCFA-626B1AFB66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17" name="Graphic 16">
            <a:extLst>
              <a:ext uri="{FF2B5EF4-FFF2-40B4-BE49-F238E27FC236}">
                <a16:creationId xmlns:a16="http://schemas.microsoft.com/office/drawing/2014/main" id="{6FD7AF00-222A-49AD-8962-7BEC8E6BC03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5" name="Straight Connector 24">
            <a:extLst>
              <a:ext uri="{FF2B5EF4-FFF2-40B4-BE49-F238E27FC236}">
                <a16:creationId xmlns:a16="http://schemas.microsoft.com/office/drawing/2014/main" id="{8CFBDF43-3869-43A4-A2F3-CAF5E748359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DE88D89-6961-76DD-0C3A-10447D5D9A2A}"/>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2793853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meline_option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4" name="Straight Connector 13">
            <a:extLst>
              <a:ext uri="{FF2B5EF4-FFF2-40B4-BE49-F238E27FC236}">
                <a16:creationId xmlns:a16="http://schemas.microsoft.com/office/drawing/2014/main" id="{83BD7C40-4702-410F-949F-C1CDDDE5C361}"/>
              </a:ext>
            </a:extLst>
          </p:cNvPr>
          <p:cNvCxnSpPr>
            <a:cxnSpLocks/>
          </p:cNvCxnSpPr>
          <p:nvPr userDrawn="1"/>
        </p:nvCxnSpPr>
        <p:spPr>
          <a:xfrm>
            <a:off x="41910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sp>
        <p:nvSpPr>
          <p:cNvPr id="22" name="Content Placeholder 3">
            <a:extLst>
              <a:ext uri="{FF2B5EF4-FFF2-40B4-BE49-F238E27FC236}">
                <a16:creationId xmlns:a16="http://schemas.microsoft.com/office/drawing/2014/main" id="{3F0E9AEB-D1C9-40DB-815F-8F8B7C7403B4}"/>
              </a:ext>
            </a:extLst>
          </p:cNvPr>
          <p:cNvSpPr>
            <a:spLocks noGrp="1"/>
          </p:cNvSpPr>
          <p:nvPr>
            <p:ph sz="half" idx="2"/>
          </p:nvPr>
        </p:nvSpPr>
        <p:spPr>
          <a:xfrm>
            <a:off x="266699" y="4398387"/>
            <a:ext cx="2592247" cy="1647302"/>
          </a:xfrm>
        </p:spPr>
        <p:txBody>
          <a:bodyPr>
            <a:normAutofit/>
          </a:bodyPr>
          <a:lstStyle>
            <a:lvl1pPr>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23" name="Content Placeholder 3">
            <a:extLst>
              <a:ext uri="{FF2B5EF4-FFF2-40B4-BE49-F238E27FC236}">
                <a16:creationId xmlns:a16="http://schemas.microsoft.com/office/drawing/2014/main" id="{F1774DCE-CC00-44D4-BEA1-2C31C1A36345}"/>
              </a:ext>
            </a:extLst>
          </p:cNvPr>
          <p:cNvSpPr>
            <a:spLocks noGrp="1"/>
          </p:cNvSpPr>
          <p:nvPr>
            <p:ph sz="half" idx="19"/>
          </p:nvPr>
        </p:nvSpPr>
        <p:spPr>
          <a:xfrm>
            <a:off x="3284903"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E1F55D8D-DB03-4D54-B44E-79172B5EF1DA}"/>
              </a:ext>
            </a:extLst>
          </p:cNvPr>
          <p:cNvSpPr>
            <a:spLocks noGrp="1"/>
          </p:cNvSpPr>
          <p:nvPr>
            <p:ph sz="half" idx="20"/>
          </p:nvPr>
        </p:nvSpPr>
        <p:spPr>
          <a:xfrm>
            <a:off x="6303107"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25" name="Content Placeholder 3">
            <a:extLst>
              <a:ext uri="{FF2B5EF4-FFF2-40B4-BE49-F238E27FC236}">
                <a16:creationId xmlns:a16="http://schemas.microsoft.com/office/drawing/2014/main" id="{4FA9F438-9A43-4043-8B59-DDA772ADFF15}"/>
              </a:ext>
            </a:extLst>
          </p:cNvPr>
          <p:cNvSpPr>
            <a:spLocks noGrp="1"/>
          </p:cNvSpPr>
          <p:nvPr>
            <p:ph sz="half" idx="21"/>
          </p:nvPr>
        </p:nvSpPr>
        <p:spPr>
          <a:xfrm>
            <a:off x="9321311"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pic>
        <p:nvPicPr>
          <p:cNvPr id="16" name="Graphic 15">
            <a:extLst>
              <a:ext uri="{FF2B5EF4-FFF2-40B4-BE49-F238E27FC236}">
                <a16:creationId xmlns:a16="http://schemas.microsoft.com/office/drawing/2014/main" id="{0483EBED-C36D-4745-9072-B74BC5427BD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1" name="Straight Connector 20">
            <a:extLst>
              <a:ext uri="{FF2B5EF4-FFF2-40B4-BE49-F238E27FC236}">
                <a16:creationId xmlns:a16="http://schemas.microsoft.com/office/drawing/2014/main" id="{1F8815DB-6897-4FE0-A799-5454996662C4}"/>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857ED999-64B6-4519-86FB-BCAE5DCFBC7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4180399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meline option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rgbClr val="089E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30" name="Straight Connector 29">
            <a:extLst>
              <a:ext uri="{FF2B5EF4-FFF2-40B4-BE49-F238E27FC236}">
                <a16:creationId xmlns:a16="http://schemas.microsoft.com/office/drawing/2014/main" id="{68FB8EF5-5EC0-476C-AD5B-350016F2B3FD}"/>
              </a:ext>
            </a:extLst>
          </p:cNvPr>
          <p:cNvCxnSpPr/>
          <p:nvPr userDrawn="1"/>
        </p:nvCxnSpPr>
        <p:spPr>
          <a:xfrm>
            <a:off x="72761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DF5367-4935-4325-882D-D2994ACA82FF}"/>
              </a:ext>
            </a:extLst>
          </p:cNvPr>
          <p:cNvCxnSpPr/>
          <p:nvPr userDrawn="1"/>
        </p:nvCxnSpPr>
        <p:spPr>
          <a:xfrm>
            <a:off x="2473297"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5054BF-1606-4FA9-BE04-A2D764C5074A}"/>
              </a:ext>
            </a:extLst>
          </p:cNvPr>
          <p:cNvCxnSpPr/>
          <p:nvPr userDrawn="1"/>
        </p:nvCxnSpPr>
        <p:spPr>
          <a:xfrm>
            <a:off x="4428064"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C8578E-8CC4-4964-92ED-1595EFF46737}"/>
              </a:ext>
            </a:extLst>
          </p:cNvPr>
          <p:cNvCxnSpPr/>
          <p:nvPr userDrawn="1"/>
        </p:nvCxnSpPr>
        <p:spPr>
          <a:xfrm>
            <a:off x="638283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0A7457-5A36-4180-A901-A7344AC87595}"/>
              </a:ext>
            </a:extLst>
          </p:cNvPr>
          <p:cNvCxnSpPr/>
          <p:nvPr userDrawn="1"/>
        </p:nvCxnSpPr>
        <p:spPr>
          <a:xfrm>
            <a:off x="8337598"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17E079-4B23-4976-8B64-B7ABB3F7906D}"/>
              </a:ext>
            </a:extLst>
          </p:cNvPr>
          <p:cNvCxnSpPr/>
          <p:nvPr userDrawn="1"/>
        </p:nvCxnSpPr>
        <p:spPr>
          <a:xfrm>
            <a:off x="10192592"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6" name="Content Placeholder 3">
            <a:extLst>
              <a:ext uri="{FF2B5EF4-FFF2-40B4-BE49-F238E27FC236}">
                <a16:creationId xmlns:a16="http://schemas.microsoft.com/office/drawing/2014/main" id="{E328A152-FBD1-40F1-B81A-CD7FE27DC15F}"/>
              </a:ext>
            </a:extLst>
          </p:cNvPr>
          <p:cNvSpPr>
            <a:spLocks noGrp="1"/>
          </p:cNvSpPr>
          <p:nvPr>
            <p:ph sz="half" idx="2"/>
          </p:nvPr>
        </p:nvSpPr>
        <p:spPr>
          <a:xfrm>
            <a:off x="72761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CC8BEC0F-5CEE-4F79-BBEB-5D7CDB0138A1}"/>
              </a:ext>
            </a:extLst>
          </p:cNvPr>
          <p:cNvSpPr>
            <a:spLocks noGrp="1"/>
          </p:cNvSpPr>
          <p:nvPr>
            <p:ph sz="half" idx="19"/>
          </p:nvPr>
        </p:nvSpPr>
        <p:spPr>
          <a:xfrm>
            <a:off x="2473296"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445E4B63-257C-4B55-B502-A8C670562658}"/>
              </a:ext>
            </a:extLst>
          </p:cNvPr>
          <p:cNvSpPr>
            <a:spLocks noGrp="1"/>
          </p:cNvSpPr>
          <p:nvPr>
            <p:ph sz="half" idx="20"/>
          </p:nvPr>
        </p:nvSpPr>
        <p:spPr>
          <a:xfrm>
            <a:off x="4428063"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39" name="Content Placeholder 3">
            <a:extLst>
              <a:ext uri="{FF2B5EF4-FFF2-40B4-BE49-F238E27FC236}">
                <a16:creationId xmlns:a16="http://schemas.microsoft.com/office/drawing/2014/main" id="{15A8A333-4779-49B2-9088-2463DE5B2357}"/>
              </a:ext>
            </a:extLst>
          </p:cNvPr>
          <p:cNvSpPr>
            <a:spLocks noGrp="1"/>
          </p:cNvSpPr>
          <p:nvPr>
            <p:ph sz="half" idx="21"/>
          </p:nvPr>
        </p:nvSpPr>
        <p:spPr>
          <a:xfrm>
            <a:off x="638283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40" name="Content Placeholder 3">
            <a:extLst>
              <a:ext uri="{FF2B5EF4-FFF2-40B4-BE49-F238E27FC236}">
                <a16:creationId xmlns:a16="http://schemas.microsoft.com/office/drawing/2014/main" id="{04EC62E2-26E9-459B-809A-843888E22E39}"/>
              </a:ext>
            </a:extLst>
          </p:cNvPr>
          <p:cNvSpPr>
            <a:spLocks noGrp="1"/>
          </p:cNvSpPr>
          <p:nvPr>
            <p:ph sz="half" idx="22"/>
          </p:nvPr>
        </p:nvSpPr>
        <p:spPr>
          <a:xfrm>
            <a:off x="8337598"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41" name="Content Placeholder 3">
            <a:extLst>
              <a:ext uri="{FF2B5EF4-FFF2-40B4-BE49-F238E27FC236}">
                <a16:creationId xmlns:a16="http://schemas.microsoft.com/office/drawing/2014/main" id="{25D0D093-C682-4143-B282-3C44BFB1C61C}"/>
              </a:ext>
            </a:extLst>
          </p:cNvPr>
          <p:cNvSpPr>
            <a:spLocks noGrp="1"/>
          </p:cNvSpPr>
          <p:nvPr>
            <p:ph sz="half" idx="23"/>
          </p:nvPr>
        </p:nvSpPr>
        <p:spPr>
          <a:xfrm>
            <a:off x="1019259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43" name="Text Placeholder 2">
            <a:extLst>
              <a:ext uri="{FF2B5EF4-FFF2-40B4-BE49-F238E27FC236}">
                <a16:creationId xmlns:a16="http://schemas.microsoft.com/office/drawing/2014/main" id="{AFF9C789-2B1D-49E9-B86B-26EE3A9019CB}"/>
              </a:ext>
            </a:extLst>
          </p:cNvPr>
          <p:cNvSpPr>
            <a:spLocks noGrp="1"/>
          </p:cNvSpPr>
          <p:nvPr>
            <p:ph type="body" sz="quarter" idx="25"/>
          </p:nvPr>
        </p:nvSpPr>
        <p:spPr>
          <a:xfrm>
            <a:off x="247329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805CB37C-256D-4953-BE0A-B71FEDD44ECC}"/>
              </a:ext>
            </a:extLst>
          </p:cNvPr>
          <p:cNvSpPr>
            <a:spLocks noGrp="1"/>
          </p:cNvSpPr>
          <p:nvPr>
            <p:ph type="body" sz="quarter" idx="26"/>
          </p:nvPr>
        </p:nvSpPr>
        <p:spPr>
          <a:xfrm>
            <a:off x="442806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5" name="Text Placeholder 2">
            <a:extLst>
              <a:ext uri="{FF2B5EF4-FFF2-40B4-BE49-F238E27FC236}">
                <a16:creationId xmlns:a16="http://schemas.microsoft.com/office/drawing/2014/main" id="{ACEEC02A-7690-4CCE-9B80-C7E067E7F61E}"/>
              </a:ext>
            </a:extLst>
          </p:cNvPr>
          <p:cNvSpPr>
            <a:spLocks noGrp="1"/>
          </p:cNvSpPr>
          <p:nvPr>
            <p:ph type="body" sz="quarter" idx="27"/>
          </p:nvPr>
        </p:nvSpPr>
        <p:spPr>
          <a:xfrm>
            <a:off x="638282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6" name="Text Placeholder 2">
            <a:extLst>
              <a:ext uri="{FF2B5EF4-FFF2-40B4-BE49-F238E27FC236}">
                <a16:creationId xmlns:a16="http://schemas.microsoft.com/office/drawing/2014/main" id="{508DE878-0318-49B3-9015-EB1B780C52CF}"/>
              </a:ext>
            </a:extLst>
          </p:cNvPr>
          <p:cNvSpPr>
            <a:spLocks noGrp="1"/>
          </p:cNvSpPr>
          <p:nvPr>
            <p:ph type="body" sz="quarter" idx="28"/>
          </p:nvPr>
        </p:nvSpPr>
        <p:spPr>
          <a:xfrm>
            <a:off x="833759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7" name="Text Placeholder 2">
            <a:extLst>
              <a:ext uri="{FF2B5EF4-FFF2-40B4-BE49-F238E27FC236}">
                <a16:creationId xmlns:a16="http://schemas.microsoft.com/office/drawing/2014/main" id="{A5C91AEF-1938-4C62-8205-240A93A5BF3A}"/>
              </a:ext>
            </a:extLst>
          </p:cNvPr>
          <p:cNvSpPr>
            <a:spLocks noGrp="1"/>
          </p:cNvSpPr>
          <p:nvPr>
            <p:ph type="body" sz="quarter" idx="29"/>
          </p:nvPr>
        </p:nvSpPr>
        <p:spPr>
          <a:xfrm>
            <a:off x="1019259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8" name="Text Placeholder 2">
            <a:extLst>
              <a:ext uri="{FF2B5EF4-FFF2-40B4-BE49-F238E27FC236}">
                <a16:creationId xmlns:a16="http://schemas.microsoft.com/office/drawing/2014/main" id="{EA711763-97DB-4CC8-84CB-2FD430DCA278}"/>
              </a:ext>
            </a:extLst>
          </p:cNvPr>
          <p:cNvSpPr>
            <a:spLocks noGrp="1"/>
          </p:cNvSpPr>
          <p:nvPr>
            <p:ph type="body" sz="quarter" idx="30"/>
          </p:nvPr>
        </p:nvSpPr>
        <p:spPr>
          <a:xfrm>
            <a:off x="72761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pic>
        <p:nvPicPr>
          <p:cNvPr id="57" name="Graphic 56">
            <a:extLst>
              <a:ext uri="{FF2B5EF4-FFF2-40B4-BE49-F238E27FC236}">
                <a16:creationId xmlns:a16="http://schemas.microsoft.com/office/drawing/2014/main" id="{9BB69165-6ED0-4862-8C0B-B0DFDC94C19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58" name="Straight Connector 57">
            <a:extLst>
              <a:ext uri="{FF2B5EF4-FFF2-40B4-BE49-F238E27FC236}">
                <a16:creationId xmlns:a16="http://schemas.microsoft.com/office/drawing/2014/main" id="{3980E3A6-C595-4A60-A319-E678D0C237E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59" name="Slide Number Placeholder 3">
            <a:extLst>
              <a:ext uri="{FF2B5EF4-FFF2-40B4-BE49-F238E27FC236}">
                <a16:creationId xmlns:a16="http://schemas.microsoft.com/office/drawing/2014/main" id="{84C9D40C-3E72-4021-AA58-315366032EE2}"/>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D8E330A1-F1F4-80A0-9727-FCC4C7917A06}"/>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900233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_Timeline option2">
    <p:bg>
      <p:bgRef idx="1001">
        <a:schemeClr val="bg2"/>
      </p:bgRef>
    </p:bg>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rgbClr val="111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23" name="Straight Connector 22">
            <a:extLst>
              <a:ext uri="{FF2B5EF4-FFF2-40B4-BE49-F238E27FC236}">
                <a16:creationId xmlns:a16="http://schemas.microsoft.com/office/drawing/2014/main" id="{71434596-59F0-4F85-B080-3F2F632E1E40}"/>
              </a:ext>
            </a:extLst>
          </p:cNvPr>
          <p:cNvCxnSpPr>
            <a:cxnSpLocks/>
          </p:cNvCxnSpPr>
          <p:nvPr userDrawn="1"/>
        </p:nvCxnSpPr>
        <p:spPr>
          <a:xfrm>
            <a:off x="793044"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8FB8EF5-5EC0-476C-AD5B-350016F2B3FD}"/>
              </a:ext>
            </a:extLst>
          </p:cNvPr>
          <p:cNvCxnSpPr/>
          <p:nvPr userDrawn="1"/>
        </p:nvCxnSpPr>
        <p:spPr>
          <a:xfrm>
            <a:off x="72761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DF5367-4935-4325-882D-D2994ACA82FF}"/>
              </a:ext>
            </a:extLst>
          </p:cNvPr>
          <p:cNvCxnSpPr/>
          <p:nvPr userDrawn="1"/>
        </p:nvCxnSpPr>
        <p:spPr>
          <a:xfrm>
            <a:off x="2473297"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5054BF-1606-4FA9-BE04-A2D764C5074A}"/>
              </a:ext>
            </a:extLst>
          </p:cNvPr>
          <p:cNvCxnSpPr/>
          <p:nvPr userDrawn="1"/>
        </p:nvCxnSpPr>
        <p:spPr>
          <a:xfrm>
            <a:off x="4428064"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C8578E-8CC4-4964-92ED-1595EFF46737}"/>
              </a:ext>
            </a:extLst>
          </p:cNvPr>
          <p:cNvCxnSpPr/>
          <p:nvPr userDrawn="1"/>
        </p:nvCxnSpPr>
        <p:spPr>
          <a:xfrm>
            <a:off x="638283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0A7457-5A36-4180-A901-A7344AC87595}"/>
              </a:ext>
            </a:extLst>
          </p:cNvPr>
          <p:cNvCxnSpPr/>
          <p:nvPr userDrawn="1"/>
        </p:nvCxnSpPr>
        <p:spPr>
          <a:xfrm>
            <a:off x="8337598"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17E079-4B23-4976-8B64-B7ABB3F7906D}"/>
              </a:ext>
            </a:extLst>
          </p:cNvPr>
          <p:cNvCxnSpPr/>
          <p:nvPr userDrawn="1"/>
        </p:nvCxnSpPr>
        <p:spPr>
          <a:xfrm>
            <a:off x="10192592"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6" name="Content Placeholder 3">
            <a:extLst>
              <a:ext uri="{FF2B5EF4-FFF2-40B4-BE49-F238E27FC236}">
                <a16:creationId xmlns:a16="http://schemas.microsoft.com/office/drawing/2014/main" id="{E328A152-FBD1-40F1-B81A-CD7FE27DC15F}"/>
              </a:ext>
            </a:extLst>
          </p:cNvPr>
          <p:cNvSpPr>
            <a:spLocks noGrp="1"/>
          </p:cNvSpPr>
          <p:nvPr>
            <p:ph sz="half" idx="2"/>
          </p:nvPr>
        </p:nvSpPr>
        <p:spPr>
          <a:xfrm>
            <a:off x="72761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CC8BEC0F-5CEE-4F79-BBEB-5D7CDB0138A1}"/>
              </a:ext>
            </a:extLst>
          </p:cNvPr>
          <p:cNvSpPr>
            <a:spLocks noGrp="1"/>
          </p:cNvSpPr>
          <p:nvPr>
            <p:ph sz="half" idx="19"/>
          </p:nvPr>
        </p:nvSpPr>
        <p:spPr>
          <a:xfrm>
            <a:off x="2473296"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445E4B63-257C-4B55-B502-A8C670562658}"/>
              </a:ext>
            </a:extLst>
          </p:cNvPr>
          <p:cNvSpPr>
            <a:spLocks noGrp="1"/>
          </p:cNvSpPr>
          <p:nvPr>
            <p:ph sz="half" idx="20"/>
          </p:nvPr>
        </p:nvSpPr>
        <p:spPr>
          <a:xfrm>
            <a:off x="4428063"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39" name="Content Placeholder 3">
            <a:extLst>
              <a:ext uri="{FF2B5EF4-FFF2-40B4-BE49-F238E27FC236}">
                <a16:creationId xmlns:a16="http://schemas.microsoft.com/office/drawing/2014/main" id="{15A8A333-4779-49B2-9088-2463DE5B2357}"/>
              </a:ext>
            </a:extLst>
          </p:cNvPr>
          <p:cNvSpPr>
            <a:spLocks noGrp="1"/>
          </p:cNvSpPr>
          <p:nvPr>
            <p:ph sz="half" idx="21"/>
          </p:nvPr>
        </p:nvSpPr>
        <p:spPr>
          <a:xfrm>
            <a:off x="638283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40" name="Content Placeholder 3">
            <a:extLst>
              <a:ext uri="{FF2B5EF4-FFF2-40B4-BE49-F238E27FC236}">
                <a16:creationId xmlns:a16="http://schemas.microsoft.com/office/drawing/2014/main" id="{04EC62E2-26E9-459B-809A-843888E22E39}"/>
              </a:ext>
            </a:extLst>
          </p:cNvPr>
          <p:cNvSpPr>
            <a:spLocks noGrp="1"/>
          </p:cNvSpPr>
          <p:nvPr>
            <p:ph sz="half" idx="22"/>
          </p:nvPr>
        </p:nvSpPr>
        <p:spPr>
          <a:xfrm>
            <a:off x="8337598"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41" name="Content Placeholder 3">
            <a:extLst>
              <a:ext uri="{FF2B5EF4-FFF2-40B4-BE49-F238E27FC236}">
                <a16:creationId xmlns:a16="http://schemas.microsoft.com/office/drawing/2014/main" id="{25D0D093-C682-4143-B282-3C44BFB1C61C}"/>
              </a:ext>
            </a:extLst>
          </p:cNvPr>
          <p:cNvSpPr>
            <a:spLocks noGrp="1"/>
          </p:cNvSpPr>
          <p:nvPr>
            <p:ph sz="half" idx="23"/>
          </p:nvPr>
        </p:nvSpPr>
        <p:spPr>
          <a:xfrm>
            <a:off x="1019259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43" name="Text Placeholder 2">
            <a:extLst>
              <a:ext uri="{FF2B5EF4-FFF2-40B4-BE49-F238E27FC236}">
                <a16:creationId xmlns:a16="http://schemas.microsoft.com/office/drawing/2014/main" id="{AFF9C789-2B1D-49E9-B86B-26EE3A9019CB}"/>
              </a:ext>
            </a:extLst>
          </p:cNvPr>
          <p:cNvSpPr>
            <a:spLocks noGrp="1"/>
          </p:cNvSpPr>
          <p:nvPr>
            <p:ph type="body" sz="quarter" idx="25"/>
          </p:nvPr>
        </p:nvSpPr>
        <p:spPr>
          <a:xfrm>
            <a:off x="247329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805CB37C-256D-4953-BE0A-B71FEDD44ECC}"/>
              </a:ext>
            </a:extLst>
          </p:cNvPr>
          <p:cNvSpPr>
            <a:spLocks noGrp="1"/>
          </p:cNvSpPr>
          <p:nvPr>
            <p:ph type="body" sz="quarter" idx="26"/>
          </p:nvPr>
        </p:nvSpPr>
        <p:spPr>
          <a:xfrm>
            <a:off x="442806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5" name="Text Placeholder 2">
            <a:extLst>
              <a:ext uri="{FF2B5EF4-FFF2-40B4-BE49-F238E27FC236}">
                <a16:creationId xmlns:a16="http://schemas.microsoft.com/office/drawing/2014/main" id="{ACEEC02A-7690-4CCE-9B80-C7E067E7F61E}"/>
              </a:ext>
            </a:extLst>
          </p:cNvPr>
          <p:cNvSpPr>
            <a:spLocks noGrp="1"/>
          </p:cNvSpPr>
          <p:nvPr>
            <p:ph type="body" sz="quarter" idx="27"/>
          </p:nvPr>
        </p:nvSpPr>
        <p:spPr>
          <a:xfrm>
            <a:off x="638282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6" name="Text Placeholder 2">
            <a:extLst>
              <a:ext uri="{FF2B5EF4-FFF2-40B4-BE49-F238E27FC236}">
                <a16:creationId xmlns:a16="http://schemas.microsoft.com/office/drawing/2014/main" id="{508DE878-0318-49B3-9015-EB1B780C52CF}"/>
              </a:ext>
            </a:extLst>
          </p:cNvPr>
          <p:cNvSpPr>
            <a:spLocks noGrp="1"/>
          </p:cNvSpPr>
          <p:nvPr>
            <p:ph type="body" sz="quarter" idx="28"/>
          </p:nvPr>
        </p:nvSpPr>
        <p:spPr>
          <a:xfrm>
            <a:off x="833759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7" name="Text Placeholder 2">
            <a:extLst>
              <a:ext uri="{FF2B5EF4-FFF2-40B4-BE49-F238E27FC236}">
                <a16:creationId xmlns:a16="http://schemas.microsoft.com/office/drawing/2014/main" id="{A5C91AEF-1938-4C62-8205-240A93A5BF3A}"/>
              </a:ext>
            </a:extLst>
          </p:cNvPr>
          <p:cNvSpPr>
            <a:spLocks noGrp="1"/>
          </p:cNvSpPr>
          <p:nvPr>
            <p:ph type="body" sz="quarter" idx="29"/>
          </p:nvPr>
        </p:nvSpPr>
        <p:spPr>
          <a:xfrm>
            <a:off x="1019259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8" name="Text Placeholder 2">
            <a:extLst>
              <a:ext uri="{FF2B5EF4-FFF2-40B4-BE49-F238E27FC236}">
                <a16:creationId xmlns:a16="http://schemas.microsoft.com/office/drawing/2014/main" id="{EA711763-97DB-4CC8-84CB-2FD430DCA278}"/>
              </a:ext>
            </a:extLst>
          </p:cNvPr>
          <p:cNvSpPr>
            <a:spLocks noGrp="1"/>
          </p:cNvSpPr>
          <p:nvPr>
            <p:ph type="body" sz="quarter" idx="30"/>
          </p:nvPr>
        </p:nvSpPr>
        <p:spPr>
          <a:xfrm>
            <a:off x="72761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pic>
        <p:nvPicPr>
          <p:cNvPr id="50" name="Graphic 49">
            <a:extLst>
              <a:ext uri="{FF2B5EF4-FFF2-40B4-BE49-F238E27FC236}">
                <a16:creationId xmlns:a16="http://schemas.microsoft.com/office/drawing/2014/main" id="{AC9DF60C-9E4E-4C2B-8D01-7C742F4880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11795477" y="3364061"/>
            <a:ext cx="538069" cy="129879"/>
          </a:xfrm>
          <a:prstGeom prst="rect">
            <a:avLst/>
          </a:prstGeom>
        </p:spPr>
      </p:pic>
      <p:pic>
        <p:nvPicPr>
          <p:cNvPr id="51" name="Graphic 50">
            <a:extLst>
              <a:ext uri="{FF2B5EF4-FFF2-40B4-BE49-F238E27FC236}">
                <a16:creationId xmlns:a16="http://schemas.microsoft.com/office/drawing/2014/main" id="{4C3BCE8F-7C76-4729-A0B1-CFD26E18BB8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52" name="Straight Connector 51">
            <a:extLst>
              <a:ext uri="{FF2B5EF4-FFF2-40B4-BE49-F238E27FC236}">
                <a16:creationId xmlns:a16="http://schemas.microsoft.com/office/drawing/2014/main" id="{7EC394C3-89F2-46A6-9D9D-5E1D791ABA3B}"/>
              </a:ext>
            </a:extLst>
          </p:cNvPr>
          <p:cNvCxnSpPr>
            <a:cxnSpLocks/>
          </p:cNvCxnSpPr>
          <p:nvPr userDrawn="1"/>
        </p:nvCxnSpPr>
        <p:spPr>
          <a:xfrm>
            <a:off x="0" y="6591300"/>
            <a:ext cx="11398956" cy="83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Slide Number Placeholder 3">
            <a:extLst>
              <a:ext uri="{FF2B5EF4-FFF2-40B4-BE49-F238E27FC236}">
                <a16:creationId xmlns:a16="http://schemas.microsoft.com/office/drawing/2014/main" id="{CA224A4D-45E4-46B5-A4AC-DF88D17793B1}"/>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68827454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aph_lay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2" name="Chart Placeholder 2">
            <a:extLst>
              <a:ext uri="{FF2B5EF4-FFF2-40B4-BE49-F238E27FC236}">
                <a16:creationId xmlns:a16="http://schemas.microsoft.com/office/drawing/2014/main" id="{A9F980DB-D4C4-4B12-81E6-A15F5D80173E}"/>
              </a:ext>
            </a:extLst>
          </p:cNvPr>
          <p:cNvSpPr>
            <a:spLocks noGrp="1"/>
          </p:cNvSpPr>
          <p:nvPr>
            <p:ph type="chart" sz="quarter" idx="20"/>
          </p:nvPr>
        </p:nvSpPr>
        <p:spPr>
          <a:xfrm>
            <a:off x="266700" y="1554163"/>
            <a:ext cx="3770313" cy="4491037"/>
          </a:xfrm>
        </p:spPr>
        <p:txBody>
          <a:bodyPr/>
          <a:lstStyle>
            <a:lvl1pPr>
              <a:defRPr sz="1800"/>
            </a:lvl1pPr>
          </a:lstStyle>
          <a:p>
            <a:r>
              <a:rPr lang="en-US"/>
              <a:t>Click icon to add chart</a:t>
            </a:r>
            <a:endParaRPr lang="en-US" dirty="0"/>
          </a:p>
        </p:txBody>
      </p:sp>
      <p:sp>
        <p:nvSpPr>
          <p:cNvPr id="13" name="Content Placeholder 3">
            <a:extLst>
              <a:ext uri="{FF2B5EF4-FFF2-40B4-BE49-F238E27FC236}">
                <a16:creationId xmlns:a16="http://schemas.microsoft.com/office/drawing/2014/main" id="{571C74E5-CC7D-4352-BD53-DDE0A1538FF4}"/>
              </a:ext>
            </a:extLst>
          </p:cNvPr>
          <p:cNvSpPr>
            <a:spLocks noGrp="1"/>
          </p:cNvSpPr>
          <p:nvPr>
            <p:ph sz="half" idx="2"/>
          </p:nvPr>
        </p:nvSpPr>
        <p:spPr>
          <a:xfrm>
            <a:off x="5321246" y="1598795"/>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23" name="Content Placeholder 3">
            <a:extLst>
              <a:ext uri="{FF2B5EF4-FFF2-40B4-BE49-F238E27FC236}">
                <a16:creationId xmlns:a16="http://schemas.microsoft.com/office/drawing/2014/main" id="{3087B595-A398-4C1C-8A01-96433B095DEA}"/>
              </a:ext>
            </a:extLst>
          </p:cNvPr>
          <p:cNvSpPr>
            <a:spLocks noGrp="1"/>
          </p:cNvSpPr>
          <p:nvPr>
            <p:ph sz="half" idx="21"/>
          </p:nvPr>
        </p:nvSpPr>
        <p:spPr>
          <a:xfrm>
            <a:off x="5321246" y="2869780"/>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E4E604AD-5614-458D-8EEF-B3C3EBBCB89F}"/>
              </a:ext>
            </a:extLst>
          </p:cNvPr>
          <p:cNvSpPr>
            <a:spLocks noGrp="1"/>
          </p:cNvSpPr>
          <p:nvPr>
            <p:ph sz="half" idx="22"/>
          </p:nvPr>
        </p:nvSpPr>
        <p:spPr>
          <a:xfrm>
            <a:off x="5321246" y="4140765"/>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26" name="Content Placeholder 3">
            <a:extLst>
              <a:ext uri="{FF2B5EF4-FFF2-40B4-BE49-F238E27FC236}">
                <a16:creationId xmlns:a16="http://schemas.microsoft.com/office/drawing/2014/main" id="{AA0F5642-88B1-4C18-A891-578D0521B226}"/>
              </a:ext>
            </a:extLst>
          </p:cNvPr>
          <p:cNvSpPr>
            <a:spLocks noGrp="1"/>
          </p:cNvSpPr>
          <p:nvPr>
            <p:ph sz="half" idx="23"/>
          </p:nvPr>
        </p:nvSpPr>
        <p:spPr>
          <a:xfrm>
            <a:off x="5321245" y="5411749"/>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5" name="Content Placeholder 3">
            <a:extLst>
              <a:ext uri="{FF2B5EF4-FFF2-40B4-BE49-F238E27FC236}">
                <a16:creationId xmlns:a16="http://schemas.microsoft.com/office/drawing/2014/main" id="{5E3AD2B8-5BC5-4DB5-8CB3-EBC2315C6A00}"/>
              </a:ext>
            </a:extLst>
          </p:cNvPr>
          <p:cNvSpPr>
            <a:spLocks noGrp="1"/>
          </p:cNvSpPr>
          <p:nvPr>
            <p:ph sz="half" idx="24"/>
          </p:nvPr>
        </p:nvSpPr>
        <p:spPr>
          <a:xfrm>
            <a:off x="9259035" y="1598795"/>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6087171E-E66F-4659-976C-8A10F2F88E73}"/>
              </a:ext>
            </a:extLst>
          </p:cNvPr>
          <p:cNvSpPr>
            <a:spLocks noGrp="1"/>
          </p:cNvSpPr>
          <p:nvPr>
            <p:ph sz="half" idx="25"/>
          </p:nvPr>
        </p:nvSpPr>
        <p:spPr>
          <a:xfrm>
            <a:off x="9259035" y="2869780"/>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EE8E214E-5137-442B-BF4A-38DE3663AFD8}"/>
              </a:ext>
            </a:extLst>
          </p:cNvPr>
          <p:cNvSpPr>
            <a:spLocks noGrp="1"/>
          </p:cNvSpPr>
          <p:nvPr>
            <p:ph sz="half" idx="26"/>
          </p:nvPr>
        </p:nvSpPr>
        <p:spPr>
          <a:xfrm>
            <a:off x="9259035" y="4140765"/>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CE0D3D43-113E-4452-936D-940397E3B381}"/>
              </a:ext>
            </a:extLst>
          </p:cNvPr>
          <p:cNvSpPr>
            <a:spLocks noGrp="1"/>
          </p:cNvSpPr>
          <p:nvPr>
            <p:ph sz="half" idx="27"/>
          </p:nvPr>
        </p:nvSpPr>
        <p:spPr>
          <a:xfrm>
            <a:off x="9259035" y="5411749"/>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pic>
        <p:nvPicPr>
          <p:cNvPr id="21" name="Graphic 20">
            <a:extLst>
              <a:ext uri="{FF2B5EF4-FFF2-40B4-BE49-F238E27FC236}">
                <a16:creationId xmlns:a16="http://schemas.microsoft.com/office/drawing/2014/main" id="{D44D80FC-B355-4E8D-B2BC-FF53340A171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26046041-955E-4339-9BC5-F9EC2B19231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7" name="Slide Number Placeholder 3">
            <a:extLst>
              <a:ext uri="{FF2B5EF4-FFF2-40B4-BE49-F238E27FC236}">
                <a16:creationId xmlns:a16="http://schemas.microsoft.com/office/drawing/2014/main" id="{29843910-92E3-4D08-82E7-F7BC3829310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6323411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_lay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00C2ACC-5F88-4B78-BE9C-F0A1A455B756}"/>
              </a:ext>
            </a:extLst>
          </p:cNvPr>
          <p:cNvCxnSpPr>
            <a:cxnSpLocks/>
          </p:cNvCxnSpPr>
          <p:nvPr userDrawn="1"/>
        </p:nvCxnSpPr>
        <p:spPr>
          <a:xfrm>
            <a:off x="269526"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3BA9BA-1108-4BC7-8643-7BB94628F87F}"/>
              </a:ext>
            </a:extLst>
          </p:cNvPr>
          <p:cNvCxnSpPr>
            <a:cxnSpLocks/>
          </p:cNvCxnSpPr>
          <p:nvPr userDrawn="1"/>
        </p:nvCxnSpPr>
        <p:spPr>
          <a:xfrm>
            <a:off x="4765190"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DB1E88C-E1E6-4A84-B603-CEB957D3D4C4}"/>
              </a:ext>
            </a:extLst>
          </p:cNvPr>
          <p:cNvCxnSpPr>
            <a:cxnSpLocks/>
          </p:cNvCxnSpPr>
          <p:nvPr userDrawn="1"/>
        </p:nvCxnSpPr>
        <p:spPr>
          <a:xfrm>
            <a:off x="9260855"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94F17E9-B2B3-4844-A51D-78EECF429280}"/>
              </a:ext>
            </a:extLst>
          </p:cNvPr>
          <p:cNvCxnSpPr>
            <a:cxnSpLocks/>
          </p:cNvCxnSpPr>
          <p:nvPr userDrawn="1"/>
        </p:nvCxnSpPr>
        <p:spPr>
          <a:xfrm>
            <a:off x="269527"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4A69C0A-6F12-4116-98AA-3B0E49567C3A}"/>
              </a:ext>
            </a:extLst>
          </p:cNvPr>
          <p:cNvCxnSpPr>
            <a:cxnSpLocks/>
          </p:cNvCxnSpPr>
          <p:nvPr userDrawn="1"/>
        </p:nvCxnSpPr>
        <p:spPr>
          <a:xfrm>
            <a:off x="4765190"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70DC05F-347B-4812-BBE7-B2A3AB474A1B}"/>
              </a:ext>
            </a:extLst>
          </p:cNvPr>
          <p:cNvCxnSpPr>
            <a:cxnSpLocks/>
          </p:cNvCxnSpPr>
          <p:nvPr userDrawn="1"/>
        </p:nvCxnSpPr>
        <p:spPr>
          <a:xfrm>
            <a:off x="9260856"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E33D731A-DA17-484E-B32E-FEB76FD4B291}"/>
              </a:ext>
            </a:extLst>
          </p:cNvPr>
          <p:cNvSpPr>
            <a:spLocks noGrp="1"/>
          </p:cNvSpPr>
          <p:nvPr>
            <p:ph sz="half" idx="21"/>
          </p:nvPr>
        </p:nvSpPr>
        <p:spPr>
          <a:xfrm>
            <a:off x="269526"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7" name="Content Placeholder 3">
            <a:extLst>
              <a:ext uri="{FF2B5EF4-FFF2-40B4-BE49-F238E27FC236}">
                <a16:creationId xmlns:a16="http://schemas.microsoft.com/office/drawing/2014/main" id="{0459D79B-4B28-4298-8E60-69D135AB4319}"/>
              </a:ext>
            </a:extLst>
          </p:cNvPr>
          <p:cNvSpPr>
            <a:spLocks noGrp="1"/>
          </p:cNvSpPr>
          <p:nvPr>
            <p:ph sz="half" idx="22"/>
          </p:nvPr>
        </p:nvSpPr>
        <p:spPr>
          <a:xfrm>
            <a:off x="271346"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9" name="Content Placeholder 3">
            <a:extLst>
              <a:ext uri="{FF2B5EF4-FFF2-40B4-BE49-F238E27FC236}">
                <a16:creationId xmlns:a16="http://schemas.microsoft.com/office/drawing/2014/main" id="{DDD408BB-040E-440A-BC6F-B1438EE62049}"/>
              </a:ext>
            </a:extLst>
          </p:cNvPr>
          <p:cNvSpPr>
            <a:spLocks noGrp="1"/>
          </p:cNvSpPr>
          <p:nvPr>
            <p:ph sz="half" idx="23"/>
          </p:nvPr>
        </p:nvSpPr>
        <p:spPr>
          <a:xfrm>
            <a:off x="4765190"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0" name="Content Placeholder 3">
            <a:extLst>
              <a:ext uri="{FF2B5EF4-FFF2-40B4-BE49-F238E27FC236}">
                <a16:creationId xmlns:a16="http://schemas.microsoft.com/office/drawing/2014/main" id="{D7578BAB-AADD-4A05-88EE-102C120BCFC4}"/>
              </a:ext>
            </a:extLst>
          </p:cNvPr>
          <p:cNvSpPr>
            <a:spLocks noGrp="1"/>
          </p:cNvSpPr>
          <p:nvPr>
            <p:ph sz="half" idx="24"/>
          </p:nvPr>
        </p:nvSpPr>
        <p:spPr>
          <a:xfrm>
            <a:off x="4766100"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1" name="Content Placeholder 3">
            <a:extLst>
              <a:ext uri="{FF2B5EF4-FFF2-40B4-BE49-F238E27FC236}">
                <a16:creationId xmlns:a16="http://schemas.microsoft.com/office/drawing/2014/main" id="{F6B73815-8443-420C-8F0B-6AF35BCF66E9}"/>
              </a:ext>
            </a:extLst>
          </p:cNvPr>
          <p:cNvSpPr>
            <a:spLocks noGrp="1"/>
          </p:cNvSpPr>
          <p:nvPr>
            <p:ph sz="half" idx="25"/>
          </p:nvPr>
        </p:nvSpPr>
        <p:spPr>
          <a:xfrm>
            <a:off x="9260855"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2" name="Content Placeholder 3">
            <a:extLst>
              <a:ext uri="{FF2B5EF4-FFF2-40B4-BE49-F238E27FC236}">
                <a16:creationId xmlns:a16="http://schemas.microsoft.com/office/drawing/2014/main" id="{76ADF24D-6184-4224-BD66-A0BF4B18CADB}"/>
              </a:ext>
            </a:extLst>
          </p:cNvPr>
          <p:cNvSpPr>
            <a:spLocks noGrp="1"/>
          </p:cNvSpPr>
          <p:nvPr>
            <p:ph sz="half" idx="26"/>
          </p:nvPr>
        </p:nvSpPr>
        <p:spPr>
          <a:xfrm>
            <a:off x="9260855"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3" name="Content Placeholder 3">
            <a:extLst>
              <a:ext uri="{FF2B5EF4-FFF2-40B4-BE49-F238E27FC236}">
                <a16:creationId xmlns:a16="http://schemas.microsoft.com/office/drawing/2014/main" id="{40247D91-8784-43F7-B572-032C6DDFE1CE}"/>
              </a:ext>
            </a:extLst>
          </p:cNvPr>
          <p:cNvSpPr>
            <a:spLocks noGrp="1"/>
          </p:cNvSpPr>
          <p:nvPr>
            <p:ph sz="half" idx="27"/>
          </p:nvPr>
        </p:nvSpPr>
        <p:spPr>
          <a:xfrm>
            <a:off x="269526" y="5147874"/>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4" name="Content Placeholder 3">
            <a:extLst>
              <a:ext uri="{FF2B5EF4-FFF2-40B4-BE49-F238E27FC236}">
                <a16:creationId xmlns:a16="http://schemas.microsoft.com/office/drawing/2014/main" id="{441A76BA-3211-4787-869C-7ABB86E09160}"/>
              </a:ext>
            </a:extLst>
          </p:cNvPr>
          <p:cNvSpPr>
            <a:spLocks noGrp="1"/>
          </p:cNvSpPr>
          <p:nvPr>
            <p:ph sz="half" idx="28"/>
          </p:nvPr>
        </p:nvSpPr>
        <p:spPr>
          <a:xfrm>
            <a:off x="271346" y="5576669"/>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5" name="Content Placeholder 3">
            <a:extLst>
              <a:ext uri="{FF2B5EF4-FFF2-40B4-BE49-F238E27FC236}">
                <a16:creationId xmlns:a16="http://schemas.microsoft.com/office/drawing/2014/main" id="{1D41E310-C249-46E1-B780-9BCD3B34AC67}"/>
              </a:ext>
            </a:extLst>
          </p:cNvPr>
          <p:cNvSpPr>
            <a:spLocks noGrp="1"/>
          </p:cNvSpPr>
          <p:nvPr>
            <p:ph sz="half" idx="29"/>
          </p:nvPr>
        </p:nvSpPr>
        <p:spPr>
          <a:xfrm>
            <a:off x="4765190" y="5147874"/>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36211825-8307-43E6-83EF-2D6A77B6B915}"/>
              </a:ext>
            </a:extLst>
          </p:cNvPr>
          <p:cNvSpPr>
            <a:spLocks noGrp="1"/>
          </p:cNvSpPr>
          <p:nvPr>
            <p:ph sz="half" idx="30"/>
          </p:nvPr>
        </p:nvSpPr>
        <p:spPr>
          <a:xfrm>
            <a:off x="4766100" y="5576669"/>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BCFB85A4-C30C-44B0-91A8-7C8C17EBD2CC}"/>
              </a:ext>
            </a:extLst>
          </p:cNvPr>
          <p:cNvSpPr>
            <a:spLocks noGrp="1"/>
          </p:cNvSpPr>
          <p:nvPr>
            <p:ph sz="half" idx="31"/>
          </p:nvPr>
        </p:nvSpPr>
        <p:spPr>
          <a:xfrm>
            <a:off x="9259035" y="5147874"/>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E81ABF52-F78B-4AA7-831C-A7A98701E1AD}"/>
              </a:ext>
            </a:extLst>
          </p:cNvPr>
          <p:cNvSpPr>
            <a:spLocks noGrp="1"/>
          </p:cNvSpPr>
          <p:nvPr>
            <p:ph sz="half" idx="32"/>
          </p:nvPr>
        </p:nvSpPr>
        <p:spPr>
          <a:xfrm>
            <a:off x="9260855" y="5576669"/>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pic>
        <p:nvPicPr>
          <p:cNvPr id="39" name="Graphic 38">
            <a:extLst>
              <a:ext uri="{FF2B5EF4-FFF2-40B4-BE49-F238E27FC236}">
                <a16:creationId xmlns:a16="http://schemas.microsoft.com/office/drawing/2014/main" id="{89428EF3-3572-4CCA-AFBF-9603204D704C}"/>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0" name="Straight Connector 39">
            <a:extLst>
              <a:ext uri="{FF2B5EF4-FFF2-40B4-BE49-F238E27FC236}">
                <a16:creationId xmlns:a16="http://schemas.microsoft.com/office/drawing/2014/main" id="{CE9C6FC3-8BF6-4E71-BA3B-7C7093F73BE1}"/>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1" name="Slide Number Placeholder 3">
            <a:extLst>
              <a:ext uri="{FF2B5EF4-FFF2-40B4-BE49-F238E27FC236}">
                <a16:creationId xmlns:a16="http://schemas.microsoft.com/office/drawing/2014/main" id="{BFFE8832-BC6E-4397-8124-A1E8980FAEEA}"/>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702007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graph_layout option 3">
    <p:spTree>
      <p:nvGrpSpPr>
        <p:cNvPr id="1" name=""/>
        <p:cNvGrpSpPr/>
        <p:nvPr/>
      </p:nvGrpSpPr>
      <p:grpSpPr>
        <a:xfrm>
          <a:off x="0" y="0"/>
          <a:ext cx="0" cy="0"/>
          <a:chOff x="0" y="0"/>
          <a:chExt cx="0" cy="0"/>
        </a:xfrm>
      </p:grpSpPr>
      <p:sp>
        <p:nvSpPr>
          <p:cNvPr id="12" name="Graphic 3">
            <a:extLst>
              <a:ext uri="{FF2B5EF4-FFF2-40B4-BE49-F238E27FC236}">
                <a16:creationId xmlns:a16="http://schemas.microsoft.com/office/drawing/2014/main" id="{8A000640-BB62-409B-9CB3-759235FC31FF}"/>
              </a:ext>
            </a:extLst>
          </p:cNvPr>
          <p:cNvSpPr/>
          <p:nvPr userDrawn="1"/>
        </p:nvSpPr>
        <p:spPr>
          <a:xfrm flipV="1">
            <a:off x="4885508" y="0"/>
            <a:ext cx="7306491"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6ABD17-5F47-4F51-9154-7C92646677DB}"/>
              </a:ext>
            </a:extLst>
          </p:cNvPr>
          <p:cNvCxnSpPr>
            <a:cxnSpLocks/>
          </p:cNvCxnSpPr>
          <p:nvPr userDrawn="1"/>
        </p:nvCxnSpPr>
        <p:spPr>
          <a:xfrm>
            <a:off x="7380097" y="3651895"/>
            <a:ext cx="4205940" cy="0"/>
          </a:xfrm>
          <a:prstGeom prst="line">
            <a:avLst/>
          </a:prstGeom>
          <a:ln w="3175">
            <a:solidFill>
              <a:srgbClr val="089ED1"/>
            </a:solidFill>
          </a:ln>
        </p:spPr>
        <p:style>
          <a:lnRef idx="1">
            <a:schemeClr val="accent1"/>
          </a:lnRef>
          <a:fillRef idx="0">
            <a:schemeClr val="accent1"/>
          </a:fillRef>
          <a:effectRef idx="0">
            <a:schemeClr val="accent1"/>
          </a:effectRef>
          <a:fontRef idx="minor">
            <a:schemeClr val="tx1"/>
          </a:fontRef>
        </p:style>
      </p:cxnSp>
      <p:sp>
        <p:nvSpPr>
          <p:cNvPr id="23" name="Content Placeholder 3">
            <a:extLst>
              <a:ext uri="{FF2B5EF4-FFF2-40B4-BE49-F238E27FC236}">
                <a16:creationId xmlns:a16="http://schemas.microsoft.com/office/drawing/2014/main" id="{E3985D13-9E0B-4FFF-9236-C2A37691AB85}"/>
              </a:ext>
            </a:extLst>
          </p:cNvPr>
          <p:cNvSpPr>
            <a:spLocks noGrp="1"/>
          </p:cNvSpPr>
          <p:nvPr>
            <p:ph sz="half" idx="25"/>
          </p:nvPr>
        </p:nvSpPr>
        <p:spPr>
          <a:xfrm>
            <a:off x="7380096" y="2328251"/>
            <a:ext cx="4208827" cy="428795"/>
          </a:xfrm>
        </p:spPr>
        <p:txBody>
          <a:bodyPr>
            <a:noAutofit/>
          </a:bodyPr>
          <a:lstStyle>
            <a:lvl1pPr>
              <a:lnSpc>
                <a:spcPct val="100000"/>
              </a:lnSpc>
              <a:defRPr sz="20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EBFEF2EF-E69E-4880-AF73-1E72381DD343}"/>
              </a:ext>
            </a:extLst>
          </p:cNvPr>
          <p:cNvSpPr>
            <a:spLocks noGrp="1"/>
          </p:cNvSpPr>
          <p:nvPr>
            <p:ph sz="half" idx="26"/>
          </p:nvPr>
        </p:nvSpPr>
        <p:spPr>
          <a:xfrm>
            <a:off x="7380097" y="2877260"/>
            <a:ext cx="4205940" cy="617670"/>
          </a:xfrm>
        </p:spPr>
        <p:txBody>
          <a:bodyPr>
            <a:normAutofit/>
          </a:bodyPr>
          <a:lstStyle>
            <a:lvl1pPr>
              <a:lnSpc>
                <a:spcPct val="100000"/>
              </a:lnSpc>
              <a:defRPr sz="10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5" name="Chart Placeholder 4">
            <a:extLst>
              <a:ext uri="{FF2B5EF4-FFF2-40B4-BE49-F238E27FC236}">
                <a16:creationId xmlns:a16="http://schemas.microsoft.com/office/drawing/2014/main" id="{43573C9A-3FA4-4F82-ACF0-9D370BD80B26}"/>
              </a:ext>
            </a:extLst>
          </p:cNvPr>
          <p:cNvSpPr>
            <a:spLocks noGrp="1"/>
          </p:cNvSpPr>
          <p:nvPr>
            <p:ph type="chart" sz="quarter" idx="27"/>
          </p:nvPr>
        </p:nvSpPr>
        <p:spPr>
          <a:xfrm>
            <a:off x="266700" y="1554163"/>
            <a:ext cx="4814888" cy="4648200"/>
          </a:xfrm>
        </p:spPr>
        <p:txBody>
          <a:bodyPr/>
          <a:lstStyle>
            <a:lvl1pPr>
              <a:defRPr sz="1800"/>
            </a:lvl1pPr>
          </a:lstStyle>
          <a:p>
            <a:r>
              <a:rPr lang="en-US"/>
              <a:t>Click icon to add chart</a:t>
            </a:r>
            <a:endParaRPr lang="en-US" dirty="0"/>
          </a:p>
        </p:txBody>
      </p:sp>
      <p:sp>
        <p:nvSpPr>
          <p:cNvPr id="32" name="Content Placeholder 3">
            <a:extLst>
              <a:ext uri="{FF2B5EF4-FFF2-40B4-BE49-F238E27FC236}">
                <a16:creationId xmlns:a16="http://schemas.microsoft.com/office/drawing/2014/main" id="{4AB124EA-980F-449A-BAA5-9F95B80C9D08}"/>
              </a:ext>
            </a:extLst>
          </p:cNvPr>
          <p:cNvSpPr>
            <a:spLocks noGrp="1"/>
          </p:cNvSpPr>
          <p:nvPr>
            <p:ph sz="half" idx="28"/>
          </p:nvPr>
        </p:nvSpPr>
        <p:spPr>
          <a:xfrm>
            <a:off x="7380097" y="3853046"/>
            <a:ext cx="1962023" cy="306109"/>
          </a:xfrm>
        </p:spPr>
        <p:txBody>
          <a:bodyPr>
            <a:noAutofit/>
          </a:bodyPr>
          <a:lstStyle>
            <a:lvl1pPr rtl="0">
              <a:lnSpc>
                <a:spcPct val="100000"/>
              </a:lnSpc>
              <a:defRPr sz="12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4" name="Content Placeholder 3">
            <a:extLst>
              <a:ext uri="{FF2B5EF4-FFF2-40B4-BE49-F238E27FC236}">
                <a16:creationId xmlns:a16="http://schemas.microsoft.com/office/drawing/2014/main" id="{201263F4-7245-4D24-90F9-3736BAC21B08}"/>
              </a:ext>
            </a:extLst>
          </p:cNvPr>
          <p:cNvSpPr>
            <a:spLocks noGrp="1"/>
          </p:cNvSpPr>
          <p:nvPr>
            <p:ph sz="half" idx="29"/>
          </p:nvPr>
        </p:nvSpPr>
        <p:spPr>
          <a:xfrm>
            <a:off x="7380097" y="4446732"/>
            <a:ext cx="1962023" cy="306109"/>
          </a:xfrm>
        </p:spPr>
        <p:txBody>
          <a:bodyPr>
            <a:noAutofit/>
          </a:bodyPr>
          <a:lstStyle>
            <a:lvl1pPr rtl="0">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5" name="Content Placeholder 3">
            <a:extLst>
              <a:ext uri="{FF2B5EF4-FFF2-40B4-BE49-F238E27FC236}">
                <a16:creationId xmlns:a16="http://schemas.microsoft.com/office/drawing/2014/main" id="{297201D8-6FC2-4C20-80FD-9EA40AAE671B}"/>
              </a:ext>
            </a:extLst>
          </p:cNvPr>
          <p:cNvSpPr>
            <a:spLocks noGrp="1"/>
          </p:cNvSpPr>
          <p:nvPr>
            <p:ph sz="half" idx="30"/>
          </p:nvPr>
        </p:nvSpPr>
        <p:spPr>
          <a:xfrm>
            <a:off x="9626900" y="3853046"/>
            <a:ext cx="1962023" cy="306109"/>
          </a:xfrm>
        </p:spPr>
        <p:txBody>
          <a:bodyPr>
            <a:noAutofit/>
          </a:bodyPr>
          <a:lstStyle>
            <a:lvl1pPr rtl="0">
              <a:lnSpc>
                <a:spcPct val="100000"/>
              </a:lnSpc>
              <a:defRPr sz="12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1FF13629-F80B-4412-B94D-7D0B90C53B22}"/>
              </a:ext>
            </a:extLst>
          </p:cNvPr>
          <p:cNvSpPr>
            <a:spLocks noGrp="1"/>
          </p:cNvSpPr>
          <p:nvPr>
            <p:ph sz="half" idx="31"/>
          </p:nvPr>
        </p:nvSpPr>
        <p:spPr>
          <a:xfrm>
            <a:off x="9626900" y="4446732"/>
            <a:ext cx="1962023" cy="306109"/>
          </a:xfrm>
        </p:spPr>
        <p:txBody>
          <a:bodyPr>
            <a:noAutofit/>
          </a:bodyPr>
          <a:lstStyle>
            <a:lvl1pPr rtl="0">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pic>
        <p:nvPicPr>
          <p:cNvPr id="19" name="Graphic 18">
            <a:extLst>
              <a:ext uri="{FF2B5EF4-FFF2-40B4-BE49-F238E27FC236}">
                <a16:creationId xmlns:a16="http://schemas.microsoft.com/office/drawing/2014/main" id="{20A4A551-A63F-43BD-AC64-071B3A9337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11795477" y="3364061"/>
            <a:ext cx="538069" cy="129879"/>
          </a:xfrm>
          <a:prstGeom prst="rect">
            <a:avLst/>
          </a:prstGeom>
        </p:spPr>
      </p:pic>
      <p:pic>
        <p:nvPicPr>
          <p:cNvPr id="20" name="Graphic 19">
            <a:extLst>
              <a:ext uri="{FF2B5EF4-FFF2-40B4-BE49-F238E27FC236}">
                <a16:creationId xmlns:a16="http://schemas.microsoft.com/office/drawing/2014/main" id="{A478BAF2-0D3A-4D7D-8B54-0A443D6DC704}"/>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C676E274-8969-4ED3-AA64-17AFBA1EDAE3}"/>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0A6A20B2-8B64-4439-8B6C-6D7CDAE107AC}"/>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6E676E9A-BC9D-BDD7-FF7E-FF1CB4D36798}"/>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9281792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 Graph_layout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B6A907-192B-404C-898F-B7725EA3EE11}"/>
              </a:ext>
            </a:extLst>
          </p:cNvPr>
          <p:cNvCxnSpPr>
            <a:cxnSpLocks/>
          </p:cNvCxnSpPr>
          <p:nvPr userDrawn="1"/>
        </p:nvCxnSpPr>
        <p:spPr>
          <a:xfrm>
            <a:off x="6105366" y="1562100"/>
            <a:ext cx="0" cy="4546600"/>
          </a:xfrm>
          <a:prstGeom prst="line">
            <a:avLst/>
          </a:prstGeom>
          <a:ln>
            <a:solidFill>
              <a:srgbClr val="111121"/>
            </a:solidFill>
          </a:ln>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CBD890B8-8C8C-4558-B24F-681090FD2D49}"/>
              </a:ext>
            </a:extLst>
          </p:cNvPr>
          <p:cNvSpPr>
            <a:spLocks noGrp="1"/>
          </p:cNvSpPr>
          <p:nvPr>
            <p:ph type="chart" sz="quarter" idx="19"/>
          </p:nvPr>
        </p:nvSpPr>
        <p:spPr>
          <a:xfrm>
            <a:off x="6370639" y="1562100"/>
            <a:ext cx="5554663" cy="4546600"/>
          </a:xfrm>
        </p:spPr>
        <p:txBody>
          <a:bodyPr/>
          <a:lstStyle>
            <a:lvl1pPr>
              <a:defRPr sz="1800"/>
            </a:lvl1pPr>
          </a:lstStyle>
          <a:p>
            <a:r>
              <a:rPr lang="en-US"/>
              <a:t>Click icon to add chart</a:t>
            </a:r>
            <a:endParaRPr lang="en-US" dirty="0"/>
          </a:p>
        </p:txBody>
      </p:sp>
      <p:cxnSp>
        <p:nvCxnSpPr>
          <p:cNvPr id="17" name="Straight Connector 16">
            <a:extLst>
              <a:ext uri="{FF2B5EF4-FFF2-40B4-BE49-F238E27FC236}">
                <a16:creationId xmlns:a16="http://schemas.microsoft.com/office/drawing/2014/main" id="{730B006D-99FA-4028-9490-80B7373B6F71}"/>
              </a:ext>
            </a:extLst>
          </p:cNvPr>
          <p:cNvCxnSpPr>
            <a:cxnSpLocks/>
          </p:cNvCxnSpPr>
          <p:nvPr userDrawn="1"/>
        </p:nvCxnSpPr>
        <p:spPr>
          <a:xfrm>
            <a:off x="270436" y="1932206"/>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49CACBB6-9BCA-4582-80B4-08B3F8A6231B}"/>
              </a:ext>
            </a:extLst>
          </p:cNvPr>
          <p:cNvSpPr>
            <a:spLocks noGrp="1"/>
          </p:cNvSpPr>
          <p:nvPr>
            <p:ph sz="half" idx="21"/>
          </p:nvPr>
        </p:nvSpPr>
        <p:spPr>
          <a:xfrm>
            <a:off x="270436" y="1563920"/>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2" name="Content Placeholder 3">
            <a:extLst>
              <a:ext uri="{FF2B5EF4-FFF2-40B4-BE49-F238E27FC236}">
                <a16:creationId xmlns:a16="http://schemas.microsoft.com/office/drawing/2014/main" id="{846A90F2-DAD1-43FC-A94D-F034CB6F7FEF}"/>
              </a:ext>
            </a:extLst>
          </p:cNvPr>
          <p:cNvSpPr>
            <a:spLocks noGrp="1"/>
          </p:cNvSpPr>
          <p:nvPr>
            <p:ph sz="half" idx="22"/>
          </p:nvPr>
        </p:nvSpPr>
        <p:spPr>
          <a:xfrm>
            <a:off x="271346" y="1992715"/>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2852D0A2-E0B6-4D24-82FE-19C3915E2699}"/>
              </a:ext>
            </a:extLst>
          </p:cNvPr>
          <p:cNvCxnSpPr>
            <a:cxnSpLocks/>
          </p:cNvCxnSpPr>
          <p:nvPr userDrawn="1"/>
        </p:nvCxnSpPr>
        <p:spPr>
          <a:xfrm>
            <a:off x="3187446" y="1932206"/>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4" name="Content Placeholder 3">
            <a:extLst>
              <a:ext uri="{FF2B5EF4-FFF2-40B4-BE49-F238E27FC236}">
                <a16:creationId xmlns:a16="http://schemas.microsoft.com/office/drawing/2014/main" id="{350E5C96-2E02-4FB7-8BDA-A20A148FDD8B}"/>
              </a:ext>
            </a:extLst>
          </p:cNvPr>
          <p:cNvSpPr>
            <a:spLocks noGrp="1"/>
          </p:cNvSpPr>
          <p:nvPr>
            <p:ph sz="half" idx="23"/>
          </p:nvPr>
        </p:nvSpPr>
        <p:spPr>
          <a:xfrm>
            <a:off x="3187446" y="1563920"/>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6" name="Content Placeholder 3">
            <a:extLst>
              <a:ext uri="{FF2B5EF4-FFF2-40B4-BE49-F238E27FC236}">
                <a16:creationId xmlns:a16="http://schemas.microsoft.com/office/drawing/2014/main" id="{334E5DCF-BC59-4586-9F94-DE498536D061}"/>
              </a:ext>
            </a:extLst>
          </p:cNvPr>
          <p:cNvSpPr>
            <a:spLocks noGrp="1"/>
          </p:cNvSpPr>
          <p:nvPr>
            <p:ph sz="half" idx="24"/>
          </p:nvPr>
        </p:nvSpPr>
        <p:spPr>
          <a:xfrm>
            <a:off x="3188356" y="1992715"/>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7" name="Straight Connector 26">
            <a:extLst>
              <a:ext uri="{FF2B5EF4-FFF2-40B4-BE49-F238E27FC236}">
                <a16:creationId xmlns:a16="http://schemas.microsoft.com/office/drawing/2014/main" id="{D3EBB0BC-4A6B-483C-92C3-2DBD2671D6F9}"/>
              </a:ext>
            </a:extLst>
          </p:cNvPr>
          <p:cNvCxnSpPr>
            <a:cxnSpLocks/>
          </p:cNvCxnSpPr>
          <p:nvPr userDrawn="1"/>
        </p:nvCxnSpPr>
        <p:spPr>
          <a:xfrm>
            <a:off x="270436" y="3654304"/>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9" name="Content Placeholder 3">
            <a:extLst>
              <a:ext uri="{FF2B5EF4-FFF2-40B4-BE49-F238E27FC236}">
                <a16:creationId xmlns:a16="http://schemas.microsoft.com/office/drawing/2014/main" id="{D0DA4754-3D2D-4897-BDF4-637815C199CF}"/>
              </a:ext>
            </a:extLst>
          </p:cNvPr>
          <p:cNvSpPr>
            <a:spLocks noGrp="1"/>
          </p:cNvSpPr>
          <p:nvPr>
            <p:ph sz="half" idx="25"/>
          </p:nvPr>
        </p:nvSpPr>
        <p:spPr>
          <a:xfrm>
            <a:off x="270436" y="3286018"/>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0" name="Content Placeholder 3">
            <a:extLst>
              <a:ext uri="{FF2B5EF4-FFF2-40B4-BE49-F238E27FC236}">
                <a16:creationId xmlns:a16="http://schemas.microsoft.com/office/drawing/2014/main" id="{A728B4B6-8B43-41B7-9FC9-E4E9649C25FE}"/>
              </a:ext>
            </a:extLst>
          </p:cNvPr>
          <p:cNvSpPr>
            <a:spLocks noGrp="1"/>
          </p:cNvSpPr>
          <p:nvPr>
            <p:ph sz="half" idx="26"/>
          </p:nvPr>
        </p:nvSpPr>
        <p:spPr>
          <a:xfrm>
            <a:off x="271346" y="3714813"/>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31" name="Straight Connector 30">
            <a:extLst>
              <a:ext uri="{FF2B5EF4-FFF2-40B4-BE49-F238E27FC236}">
                <a16:creationId xmlns:a16="http://schemas.microsoft.com/office/drawing/2014/main" id="{14AC1779-FDE1-41B5-9CC7-8C32B4AE7834}"/>
              </a:ext>
            </a:extLst>
          </p:cNvPr>
          <p:cNvCxnSpPr>
            <a:cxnSpLocks/>
          </p:cNvCxnSpPr>
          <p:nvPr userDrawn="1"/>
        </p:nvCxnSpPr>
        <p:spPr>
          <a:xfrm>
            <a:off x="3187446" y="3652522"/>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2" name="Content Placeholder 3">
            <a:extLst>
              <a:ext uri="{FF2B5EF4-FFF2-40B4-BE49-F238E27FC236}">
                <a16:creationId xmlns:a16="http://schemas.microsoft.com/office/drawing/2014/main" id="{F31862DD-ED48-45EF-8678-21B4EC31CD13}"/>
              </a:ext>
            </a:extLst>
          </p:cNvPr>
          <p:cNvSpPr>
            <a:spLocks noGrp="1"/>
          </p:cNvSpPr>
          <p:nvPr>
            <p:ph sz="half" idx="27"/>
          </p:nvPr>
        </p:nvSpPr>
        <p:spPr>
          <a:xfrm>
            <a:off x="3187446" y="3284236"/>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3" name="Content Placeholder 3">
            <a:extLst>
              <a:ext uri="{FF2B5EF4-FFF2-40B4-BE49-F238E27FC236}">
                <a16:creationId xmlns:a16="http://schemas.microsoft.com/office/drawing/2014/main" id="{DBC1030E-EC77-4872-8FFB-663817ECFE14}"/>
              </a:ext>
            </a:extLst>
          </p:cNvPr>
          <p:cNvSpPr>
            <a:spLocks noGrp="1"/>
          </p:cNvSpPr>
          <p:nvPr>
            <p:ph sz="half" idx="28"/>
          </p:nvPr>
        </p:nvSpPr>
        <p:spPr>
          <a:xfrm>
            <a:off x="3188356" y="3713031"/>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34" name="Straight Connector 33">
            <a:extLst>
              <a:ext uri="{FF2B5EF4-FFF2-40B4-BE49-F238E27FC236}">
                <a16:creationId xmlns:a16="http://schemas.microsoft.com/office/drawing/2014/main" id="{DDE85C8C-537E-4E9E-B531-E7790702C45A}"/>
              </a:ext>
            </a:extLst>
          </p:cNvPr>
          <p:cNvCxnSpPr>
            <a:cxnSpLocks/>
          </p:cNvCxnSpPr>
          <p:nvPr userDrawn="1"/>
        </p:nvCxnSpPr>
        <p:spPr>
          <a:xfrm>
            <a:off x="270436" y="5370833"/>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5" name="Content Placeholder 3">
            <a:extLst>
              <a:ext uri="{FF2B5EF4-FFF2-40B4-BE49-F238E27FC236}">
                <a16:creationId xmlns:a16="http://schemas.microsoft.com/office/drawing/2014/main" id="{EA813ACA-CAE2-4EE1-A9EB-E0634A53EF99}"/>
              </a:ext>
            </a:extLst>
          </p:cNvPr>
          <p:cNvSpPr>
            <a:spLocks noGrp="1"/>
          </p:cNvSpPr>
          <p:nvPr>
            <p:ph sz="half" idx="29"/>
          </p:nvPr>
        </p:nvSpPr>
        <p:spPr>
          <a:xfrm>
            <a:off x="270436" y="5002547"/>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4F0A0B03-6A56-405C-9EB2-D7A5B8664C98}"/>
              </a:ext>
            </a:extLst>
          </p:cNvPr>
          <p:cNvSpPr>
            <a:spLocks noGrp="1"/>
          </p:cNvSpPr>
          <p:nvPr>
            <p:ph sz="half" idx="30"/>
          </p:nvPr>
        </p:nvSpPr>
        <p:spPr>
          <a:xfrm>
            <a:off x="271346" y="5431342"/>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37" name="Straight Connector 36">
            <a:extLst>
              <a:ext uri="{FF2B5EF4-FFF2-40B4-BE49-F238E27FC236}">
                <a16:creationId xmlns:a16="http://schemas.microsoft.com/office/drawing/2014/main" id="{8EF090DE-E6D3-44E0-B166-A87D81F694B4}"/>
              </a:ext>
            </a:extLst>
          </p:cNvPr>
          <p:cNvCxnSpPr>
            <a:cxnSpLocks/>
          </p:cNvCxnSpPr>
          <p:nvPr userDrawn="1"/>
        </p:nvCxnSpPr>
        <p:spPr>
          <a:xfrm>
            <a:off x="3187446" y="5370833"/>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8" name="Content Placeholder 3">
            <a:extLst>
              <a:ext uri="{FF2B5EF4-FFF2-40B4-BE49-F238E27FC236}">
                <a16:creationId xmlns:a16="http://schemas.microsoft.com/office/drawing/2014/main" id="{744BD49B-D6E8-43A1-B812-E15983FBDA2E}"/>
              </a:ext>
            </a:extLst>
          </p:cNvPr>
          <p:cNvSpPr>
            <a:spLocks noGrp="1"/>
          </p:cNvSpPr>
          <p:nvPr>
            <p:ph sz="half" idx="31"/>
          </p:nvPr>
        </p:nvSpPr>
        <p:spPr>
          <a:xfrm>
            <a:off x="3187446" y="5002547"/>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9" name="Content Placeholder 3">
            <a:extLst>
              <a:ext uri="{FF2B5EF4-FFF2-40B4-BE49-F238E27FC236}">
                <a16:creationId xmlns:a16="http://schemas.microsoft.com/office/drawing/2014/main" id="{063E9CFE-1C20-47DB-826F-D6226998455C}"/>
              </a:ext>
            </a:extLst>
          </p:cNvPr>
          <p:cNvSpPr>
            <a:spLocks noGrp="1"/>
          </p:cNvSpPr>
          <p:nvPr>
            <p:ph sz="half" idx="32"/>
          </p:nvPr>
        </p:nvSpPr>
        <p:spPr>
          <a:xfrm>
            <a:off x="3188356" y="5431342"/>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grpSp>
        <p:nvGrpSpPr>
          <p:cNvPr id="40" name="Group 39">
            <a:extLst>
              <a:ext uri="{FF2B5EF4-FFF2-40B4-BE49-F238E27FC236}">
                <a16:creationId xmlns:a16="http://schemas.microsoft.com/office/drawing/2014/main" id="{B70B8CEA-DCCB-4ED0-AB67-B6C7E6C58B79}"/>
              </a:ext>
            </a:extLst>
          </p:cNvPr>
          <p:cNvGrpSpPr/>
          <p:nvPr userDrawn="1"/>
        </p:nvGrpSpPr>
        <p:grpSpPr>
          <a:xfrm>
            <a:off x="11997463" y="3105617"/>
            <a:ext cx="134097" cy="646767"/>
            <a:chOff x="11838508" y="3057525"/>
            <a:chExt cx="155496" cy="749979"/>
          </a:xfrm>
        </p:grpSpPr>
        <p:sp>
          <p:nvSpPr>
            <p:cNvPr id="41" name="Rectangle 40">
              <a:extLst>
                <a:ext uri="{FF2B5EF4-FFF2-40B4-BE49-F238E27FC236}">
                  <a16:creationId xmlns:a16="http://schemas.microsoft.com/office/drawing/2014/main" id="{CAB99278-B6B0-4CFB-994E-50ACB1DAA6A8}"/>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42" name="Graphic 41">
              <a:extLst>
                <a:ext uri="{FF2B5EF4-FFF2-40B4-BE49-F238E27FC236}">
                  <a16:creationId xmlns:a16="http://schemas.microsoft.com/office/drawing/2014/main" id="{89480B70-C5D0-4284-A6A6-B70E271CA0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6" name="Graphic 45">
            <a:extLst>
              <a:ext uri="{FF2B5EF4-FFF2-40B4-BE49-F238E27FC236}">
                <a16:creationId xmlns:a16="http://schemas.microsoft.com/office/drawing/2014/main" id="{72675D8F-9254-4AAC-91EC-DAD6D58C711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7" name="Straight Connector 46">
            <a:extLst>
              <a:ext uri="{FF2B5EF4-FFF2-40B4-BE49-F238E27FC236}">
                <a16:creationId xmlns:a16="http://schemas.microsoft.com/office/drawing/2014/main" id="{CB10603D-6FB2-47BB-B8B3-B8FFE4DA3933}"/>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8" name="Slide Number Placeholder 3">
            <a:extLst>
              <a:ext uri="{FF2B5EF4-FFF2-40B4-BE49-F238E27FC236}">
                <a16:creationId xmlns:a16="http://schemas.microsoft.com/office/drawing/2014/main" id="{26BFAC01-4004-4178-A792-59823904A81F}"/>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507739319"/>
      </p:ext>
    </p:extLst>
  </p:cSld>
  <p:clrMapOvr>
    <a:masterClrMapping/>
  </p:clrMapOvr>
  <p:extLst>
    <p:ext uri="{DCECCB84-F9BA-43D5-87BE-67443E8EF086}">
      <p15:sldGuideLst xmlns:p15="http://schemas.microsoft.com/office/powerpoint/2012/main">
        <p15:guide id="1" orient="horz" pos="98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Infographic and images">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01EAEE63-75D2-4147-A96F-1F6010411478}"/>
              </a:ext>
            </a:extLst>
          </p:cNvPr>
          <p:cNvSpPr>
            <a:spLocks noGrp="1"/>
          </p:cNvSpPr>
          <p:nvPr>
            <p:ph type="pic" sz="quarter" idx="13"/>
          </p:nvPr>
        </p:nvSpPr>
        <p:spPr>
          <a:xfrm>
            <a:off x="5652241"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sp>
        <p:nvSpPr>
          <p:cNvPr id="8" name="Picture Placeholder 10">
            <a:extLst>
              <a:ext uri="{FF2B5EF4-FFF2-40B4-BE49-F238E27FC236}">
                <a16:creationId xmlns:a16="http://schemas.microsoft.com/office/drawing/2014/main" id="{200B6B1A-3E06-437E-9E40-C9021A59EBD2}"/>
              </a:ext>
            </a:extLst>
          </p:cNvPr>
          <p:cNvSpPr>
            <a:spLocks noGrp="1"/>
          </p:cNvSpPr>
          <p:nvPr>
            <p:ph type="pic" sz="quarter" idx="14"/>
          </p:nvPr>
        </p:nvSpPr>
        <p:spPr>
          <a:xfrm>
            <a:off x="288509"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sp>
        <p:nvSpPr>
          <p:cNvPr id="9" name="Picture Placeholder 11">
            <a:extLst>
              <a:ext uri="{FF2B5EF4-FFF2-40B4-BE49-F238E27FC236}">
                <a16:creationId xmlns:a16="http://schemas.microsoft.com/office/drawing/2014/main" id="{7CBEB7B1-166A-422D-9D97-5B06778B6216}"/>
              </a:ext>
            </a:extLst>
          </p:cNvPr>
          <p:cNvSpPr>
            <a:spLocks noGrp="1"/>
          </p:cNvSpPr>
          <p:nvPr>
            <p:ph type="pic" sz="quarter" idx="15"/>
          </p:nvPr>
        </p:nvSpPr>
        <p:spPr>
          <a:xfrm>
            <a:off x="2970375"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pic>
        <p:nvPicPr>
          <p:cNvPr id="10" name="Picture 9" descr="A picture containing food, bird&#10;&#10;Description automatically generated">
            <a:extLst>
              <a:ext uri="{FF2B5EF4-FFF2-40B4-BE49-F238E27FC236}">
                <a16:creationId xmlns:a16="http://schemas.microsoft.com/office/drawing/2014/main" id="{BE447A8C-4F52-4688-8655-8E6C6C4E1C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a:stretch/>
        </p:blipFill>
        <p:spPr>
          <a:xfrm>
            <a:off x="8334105" y="336128"/>
            <a:ext cx="3569386" cy="4786369"/>
          </a:xfrm>
          <a:prstGeom prst="rect">
            <a:avLst/>
          </a:prstGeom>
        </p:spPr>
      </p:pic>
      <p:sp>
        <p:nvSpPr>
          <p:cNvPr id="11" name="Freeform: Shape 10">
            <a:extLst>
              <a:ext uri="{FF2B5EF4-FFF2-40B4-BE49-F238E27FC236}">
                <a16:creationId xmlns:a16="http://schemas.microsoft.com/office/drawing/2014/main" id="{C7938D4E-E135-4246-BD41-BED35BC2C779}"/>
              </a:ext>
            </a:extLst>
          </p:cNvPr>
          <p:cNvSpPr/>
          <p:nvPr userDrawn="1"/>
        </p:nvSpPr>
        <p:spPr>
          <a:xfrm rot="16200000" flipH="1">
            <a:off x="6833813" y="1499812"/>
            <a:ext cx="6858481" cy="3857895"/>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16" name="Title 1">
            <a:extLst>
              <a:ext uri="{FF2B5EF4-FFF2-40B4-BE49-F238E27FC236}">
                <a16:creationId xmlns:a16="http://schemas.microsoft.com/office/drawing/2014/main" id="{87D287CF-1BBF-48D1-8977-295EB3B933FA}"/>
              </a:ext>
            </a:extLst>
          </p:cNvPr>
          <p:cNvSpPr>
            <a:spLocks noGrp="1"/>
          </p:cNvSpPr>
          <p:nvPr>
            <p:ph type="title" hasCustomPrompt="1"/>
          </p:nvPr>
        </p:nvSpPr>
        <p:spPr>
          <a:xfrm>
            <a:off x="269526" y="233362"/>
            <a:ext cx="7968700"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7" name="Text Placeholder 22">
            <a:extLst>
              <a:ext uri="{FF2B5EF4-FFF2-40B4-BE49-F238E27FC236}">
                <a16:creationId xmlns:a16="http://schemas.microsoft.com/office/drawing/2014/main" id="{8159E0FF-0534-4727-B0F0-FD72188DA497}"/>
              </a:ext>
            </a:extLst>
          </p:cNvPr>
          <p:cNvSpPr>
            <a:spLocks noGrp="1"/>
          </p:cNvSpPr>
          <p:nvPr>
            <p:ph type="body" sz="quarter" idx="16"/>
          </p:nvPr>
        </p:nvSpPr>
        <p:spPr>
          <a:xfrm>
            <a:off x="269526" y="812306"/>
            <a:ext cx="7968700"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9E70EB7D-7C0C-4FDE-9C4B-8126944F809C}"/>
              </a:ext>
            </a:extLst>
          </p:cNvPr>
          <p:cNvCxnSpPr>
            <a:cxnSpLocks/>
          </p:cNvCxnSpPr>
          <p:nvPr userDrawn="1"/>
        </p:nvCxnSpPr>
        <p:spPr>
          <a:xfrm>
            <a:off x="0" y="1381910"/>
            <a:ext cx="8334105"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Content Placeholder 3">
            <a:extLst>
              <a:ext uri="{FF2B5EF4-FFF2-40B4-BE49-F238E27FC236}">
                <a16:creationId xmlns:a16="http://schemas.microsoft.com/office/drawing/2014/main" id="{908503A1-7D1B-4A7F-BF56-BCF8F713B673}"/>
              </a:ext>
            </a:extLst>
          </p:cNvPr>
          <p:cNvSpPr>
            <a:spLocks noGrp="1"/>
          </p:cNvSpPr>
          <p:nvPr>
            <p:ph sz="half" idx="27"/>
          </p:nvPr>
        </p:nvSpPr>
        <p:spPr>
          <a:xfrm>
            <a:off x="8514081" y="2612896"/>
            <a:ext cx="3389410" cy="963609"/>
          </a:xfrm>
        </p:spPr>
        <p:txBody>
          <a:bodyPr>
            <a:noAutofit/>
          </a:bodyPr>
          <a:lstStyle>
            <a:lvl1pPr>
              <a:lnSpc>
                <a:spcPct val="100000"/>
              </a:lnSpc>
              <a:defRPr sz="24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B9AEC4D1-506E-4F6C-A2F5-1334323BED4B}"/>
              </a:ext>
            </a:extLst>
          </p:cNvPr>
          <p:cNvSpPr>
            <a:spLocks noGrp="1"/>
          </p:cNvSpPr>
          <p:nvPr>
            <p:ph sz="half" idx="28"/>
          </p:nvPr>
        </p:nvSpPr>
        <p:spPr>
          <a:xfrm>
            <a:off x="8514081" y="3713030"/>
            <a:ext cx="3411219" cy="963609"/>
          </a:xfrm>
        </p:spPr>
        <p:txBody>
          <a:bodyPr>
            <a:normAutofit/>
          </a:bodyPr>
          <a:lstStyle>
            <a:lvl1pPr>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pic>
        <p:nvPicPr>
          <p:cNvPr id="22" name="Graphic 21">
            <a:extLst>
              <a:ext uri="{FF2B5EF4-FFF2-40B4-BE49-F238E27FC236}">
                <a16:creationId xmlns:a16="http://schemas.microsoft.com/office/drawing/2014/main" id="{0705DA69-D9FB-4500-B03C-44773B660648}"/>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5" name="Straight Connector 24">
            <a:extLst>
              <a:ext uri="{FF2B5EF4-FFF2-40B4-BE49-F238E27FC236}">
                <a16:creationId xmlns:a16="http://schemas.microsoft.com/office/drawing/2014/main" id="{39B7567A-B6A1-4F80-9CE8-984281DEB97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AF5B6C94-8846-4B7D-A460-678FEE594D97}"/>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0125141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ight Infographic and images">
    <p:spTree>
      <p:nvGrpSpPr>
        <p:cNvPr id="1" name=""/>
        <p:cNvGrpSpPr/>
        <p:nvPr/>
      </p:nvGrpSpPr>
      <p:grpSpPr>
        <a:xfrm>
          <a:off x="0" y="0"/>
          <a:ext cx="0" cy="0"/>
          <a:chOff x="0" y="0"/>
          <a:chExt cx="0" cy="0"/>
        </a:xfrm>
      </p:grpSpPr>
      <p:pic>
        <p:nvPicPr>
          <p:cNvPr id="10" name="Picture 9" descr="A picture containing food, bird&#10;&#10;Description automatically generated">
            <a:extLst>
              <a:ext uri="{FF2B5EF4-FFF2-40B4-BE49-F238E27FC236}">
                <a16:creationId xmlns:a16="http://schemas.microsoft.com/office/drawing/2014/main" id="{BE447A8C-4F52-4688-8655-8E6C6C4E1C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a:stretch/>
        </p:blipFill>
        <p:spPr>
          <a:xfrm>
            <a:off x="8334105" y="336128"/>
            <a:ext cx="3569386" cy="4786369"/>
          </a:xfrm>
          <a:prstGeom prst="rect">
            <a:avLst/>
          </a:prstGeom>
        </p:spPr>
      </p:pic>
      <p:sp>
        <p:nvSpPr>
          <p:cNvPr id="16" name="Title 1">
            <a:extLst>
              <a:ext uri="{FF2B5EF4-FFF2-40B4-BE49-F238E27FC236}">
                <a16:creationId xmlns:a16="http://schemas.microsoft.com/office/drawing/2014/main" id="{87D287CF-1BBF-48D1-8977-295EB3B933FA}"/>
              </a:ext>
            </a:extLst>
          </p:cNvPr>
          <p:cNvSpPr>
            <a:spLocks noGrp="1"/>
          </p:cNvSpPr>
          <p:nvPr>
            <p:ph type="title" hasCustomPrompt="1"/>
          </p:nvPr>
        </p:nvSpPr>
        <p:spPr>
          <a:xfrm>
            <a:off x="269526" y="233362"/>
            <a:ext cx="7959302"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7" name="Text Placeholder 22">
            <a:extLst>
              <a:ext uri="{FF2B5EF4-FFF2-40B4-BE49-F238E27FC236}">
                <a16:creationId xmlns:a16="http://schemas.microsoft.com/office/drawing/2014/main" id="{8159E0FF-0534-4727-B0F0-FD72188DA497}"/>
              </a:ext>
            </a:extLst>
          </p:cNvPr>
          <p:cNvSpPr>
            <a:spLocks noGrp="1"/>
          </p:cNvSpPr>
          <p:nvPr>
            <p:ph type="body" sz="quarter" idx="16"/>
          </p:nvPr>
        </p:nvSpPr>
        <p:spPr>
          <a:xfrm>
            <a:off x="269526" y="812306"/>
            <a:ext cx="7959302"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9E70EB7D-7C0C-4FDE-9C4B-8126944F809C}"/>
              </a:ext>
            </a:extLst>
          </p:cNvPr>
          <p:cNvCxnSpPr>
            <a:cxnSpLocks/>
          </p:cNvCxnSpPr>
          <p:nvPr userDrawn="1"/>
        </p:nvCxnSpPr>
        <p:spPr>
          <a:xfrm>
            <a:off x="0" y="1381910"/>
            <a:ext cx="8334105"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3E69D9E0-63BB-4ED5-BE5C-7A0F8B649D7D}"/>
              </a:ext>
            </a:extLst>
          </p:cNvPr>
          <p:cNvSpPr>
            <a:spLocks noGrp="1"/>
          </p:cNvSpPr>
          <p:nvPr>
            <p:ph type="pic" sz="quarter" idx="29"/>
          </p:nvPr>
        </p:nvSpPr>
        <p:spPr>
          <a:xfrm>
            <a:off x="8322800" y="0"/>
            <a:ext cx="3869200" cy="6858000"/>
          </a:xfrm>
          <a:custGeom>
            <a:avLst/>
            <a:gdLst>
              <a:gd name="connsiteX0" fmla="*/ 0 w 3857625"/>
              <a:gd name="connsiteY0" fmla="*/ 0 h 6858000"/>
              <a:gd name="connsiteX1" fmla="*/ 3857625 w 3857625"/>
              <a:gd name="connsiteY1" fmla="*/ 0 h 6858000"/>
              <a:gd name="connsiteX2" fmla="*/ 3857625 w 3857625"/>
              <a:gd name="connsiteY2" fmla="*/ 6858000 h 6858000"/>
              <a:gd name="connsiteX3" fmla="*/ 0 w 3857625"/>
              <a:gd name="connsiteY3" fmla="*/ 6858000 h 6858000"/>
              <a:gd name="connsiteX4" fmla="*/ 0 w 3857625"/>
              <a:gd name="connsiteY4" fmla="*/ 0 h 6858000"/>
              <a:gd name="connsiteX0" fmla="*/ 0 w 3869200"/>
              <a:gd name="connsiteY0" fmla="*/ 0 h 6858000"/>
              <a:gd name="connsiteX1" fmla="*/ 3869200 w 3869200"/>
              <a:gd name="connsiteY1" fmla="*/ 2245488 h 6858000"/>
              <a:gd name="connsiteX2" fmla="*/ 3857625 w 3869200"/>
              <a:gd name="connsiteY2" fmla="*/ 6858000 h 6858000"/>
              <a:gd name="connsiteX3" fmla="*/ 0 w 3869200"/>
              <a:gd name="connsiteY3" fmla="*/ 6858000 h 6858000"/>
              <a:gd name="connsiteX4" fmla="*/ 0 w 3869200"/>
              <a:gd name="connsiteY4" fmla="*/ 0 h 6858000"/>
              <a:gd name="connsiteX0" fmla="*/ 0 w 3869200"/>
              <a:gd name="connsiteY0" fmla="*/ 0 h 6858000"/>
              <a:gd name="connsiteX1" fmla="*/ 3869200 w 3869200"/>
              <a:gd name="connsiteY1" fmla="*/ 2581154 h 6858000"/>
              <a:gd name="connsiteX2" fmla="*/ 3857625 w 3869200"/>
              <a:gd name="connsiteY2" fmla="*/ 6858000 h 6858000"/>
              <a:gd name="connsiteX3" fmla="*/ 0 w 3869200"/>
              <a:gd name="connsiteY3" fmla="*/ 6858000 h 6858000"/>
              <a:gd name="connsiteX4" fmla="*/ 0 w 38692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9200" h="6858000">
                <a:moveTo>
                  <a:pt x="0" y="0"/>
                </a:moveTo>
                <a:lnTo>
                  <a:pt x="3869200" y="2581154"/>
                </a:lnTo>
                <a:cubicBezTo>
                  <a:pt x="3865342" y="4118658"/>
                  <a:pt x="3861483" y="5320496"/>
                  <a:pt x="3857625" y="6858000"/>
                </a:cubicBezTo>
                <a:lnTo>
                  <a:pt x="0" y="6858000"/>
                </a:lnTo>
                <a:lnTo>
                  <a:pt x="0" y="0"/>
                </a:lnTo>
                <a:close/>
              </a:path>
            </a:pathLst>
          </a:custGeom>
        </p:spPr>
        <p:txBody>
          <a:bodyPr>
            <a:normAutofit/>
          </a:bodyPr>
          <a:lstStyle>
            <a:lvl1pPr>
              <a:defRPr sz="18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0173CC07-1E54-4036-A118-8AC234528992}"/>
              </a:ext>
            </a:extLst>
          </p:cNvPr>
          <p:cNvCxnSpPr>
            <a:cxnSpLocks/>
          </p:cNvCxnSpPr>
          <p:nvPr userDrawn="1"/>
        </p:nvCxnSpPr>
        <p:spPr>
          <a:xfrm>
            <a:off x="260652" y="4413670"/>
            <a:ext cx="7773641" cy="0"/>
          </a:xfrm>
          <a:prstGeom prst="line">
            <a:avLst/>
          </a:prstGeom>
          <a:ln>
            <a:gradFill>
              <a:gsLst>
                <a:gs pos="0">
                  <a:srgbClr val="089ED1"/>
                </a:gs>
                <a:gs pos="100000">
                  <a:srgbClr val="08C2C2"/>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E4DC094E-3502-414A-82F9-DDB6547DAEE5}"/>
              </a:ext>
            </a:extLst>
          </p:cNvPr>
          <p:cNvSpPr>
            <a:spLocks noGrp="1"/>
          </p:cNvSpPr>
          <p:nvPr>
            <p:ph type="chart" sz="quarter" idx="30"/>
          </p:nvPr>
        </p:nvSpPr>
        <p:spPr>
          <a:xfrm>
            <a:off x="269876" y="4580458"/>
            <a:ext cx="3599326" cy="1693342"/>
          </a:xfrm>
        </p:spPr>
        <p:txBody>
          <a:bodyPr>
            <a:normAutofit/>
          </a:bodyPr>
          <a:lstStyle>
            <a:lvl1pPr>
              <a:defRPr sz="1800"/>
            </a:lvl1pPr>
          </a:lstStyle>
          <a:p>
            <a:r>
              <a:rPr lang="en-US"/>
              <a:t>Click icon to add chart</a:t>
            </a:r>
            <a:endParaRPr lang="en-US" dirty="0"/>
          </a:p>
        </p:txBody>
      </p:sp>
      <p:sp>
        <p:nvSpPr>
          <p:cNvPr id="26" name="Chart Placeholder 4">
            <a:extLst>
              <a:ext uri="{FF2B5EF4-FFF2-40B4-BE49-F238E27FC236}">
                <a16:creationId xmlns:a16="http://schemas.microsoft.com/office/drawing/2014/main" id="{CF9ED586-5131-4649-9675-CC85834AB750}"/>
              </a:ext>
            </a:extLst>
          </p:cNvPr>
          <p:cNvSpPr>
            <a:spLocks noGrp="1"/>
          </p:cNvSpPr>
          <p:nvPr>
            <p:ph type="chart" sz="quarter" idx="31"/>
          </p:nvPr>
        </p:nvSpPr>
        <p:spPr>
          <a:xfrm>
            <a:off x="4434965" y="4580458"/>
            <a:ext cx="3599326" cy="1693342"/>
          </a:xfrm>
        </p:spPr>
        <p:txBody>
          <a:bodyPr>
            <a:normAutofit/>
          </a:bodyPr>
          <a:lstStyle>
            <a:lvl1pPr>
              <a:defRPr sz="1800"/>
            </a:lvl1pPr>
          </a:lstStyle>
          <a:p>
            <a:r>
              <a:rPr lang="en-US"/>
              <a:t>Click icon to add chart</a:t>
            </a:r>
            <a:endParaRPr lang="en-US" dirty="0"/>
          </a:p>
        </p:txBody>
      </p:sp>
      <p:pic>
        <p:nvPicPr>
          <p:cNvPr id="28" name="Graphic 27">
            <a:extLst>
              <a:ext uri="{FF2B5EF4-FFF2-40B4-BE49-F238E27FC236}">
                <a16:creationId xmlns:a16="http://schemas.microsoft.com/office/drawing/2014/main" id="{FA339945-FA60-4CF6-84F7-2C7FD81ED058}"/>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9" name="Straight Connector 28">
            <a:extLst>
              <a:ext uri="{FF2B5EF4-FFF2-40B4-BE49-F238E27FC236}">
                <a16:creationId xmlns:a16="http://schemas.microsoft.com/office/drawing/2014/main" id="{B87F20CE-BE8E-42F5-8AD6-99D2E9B5B6F7}"/>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30" name="Slide Number Placeholder 3">
            <a:extLst>
              <a:ext uri="{FF2B5EF4-FFF2-40B4-BE49-F238E27FC236}">
                <a16:creationId xmlns:a16="http://schemas.microsoft.com/office/drawing/2014/main" id="{41AE4084-2AA1-4CD0-8522-75455D9E1E68}"/>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grpSp>
        <p:nvGrpSpPr>
          <p:cNvPr id="19" name="Group 18">
            <a:extLst>
              <a:ext uri="{FF2B5EF4-FFF2-40B4-BE49-F238E27FC236}">
                <a16:creationId xmlns:a16="http://schemas.microsoft.com/office/drawing/2014/main" id="{16992005-D955-4C52-9D79-BCEDB29CEE39}"/>
              </a:ext>
            </a:extLst>
          </p:cNvPr>
          <p:cNvGrpSpPr/>
          <p:nvPr userDrawn="1"/>
        </p:nvGrpSpPr>
        <p:grpSpPr>
          <a:xfrm>
            <a:off x="11997463" y="3105617"/>
            <a:ext cx="134097" cy="646767"/>
            <a:chOff x="11838508" y="3057525"/>
            <a:chExt cx="155496" cy="749979"/>
          </a:xfrm>
        </p:grpSpPr>
        <p:sp>
          <p:nvSpPr>
            <p:cNvPr id="20" name="Rectangle 19">
              <a:extLst>
                <a:ext uri="{FF2B5EF4-FFF2-40B4-BE49-F238E27FC236}">
                  <a16:creationId xmlns:a16="http://schemas.microsoft.com/office/drawing/2014/main" id="{A0C70FAD-72DF-4D49-B413-C3BD51D684F0}"/>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1" name="Graphic 20">
              <a:extLst>
                <a:ext uri="{FF2B5EF4-FFF2-40B4-BE49-F238E27FC236}">
                  <a16:creationId xmlns:a16="http://schemas.microsoft.com/office/drawing/2014/main" id="{ABD7F536-34FA-4160-AB66-793AD07C7A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1604289" y="3357212"/>
              <a:ext cx="623935" cy="150605"/>
            </a:xfrm>
            <a:prstGeom prst="rect">
              <a:avLst/>
            </a:prstGeom>
          </p:spPr>
        </p:pic>
      </p:grpSp>
    </p:spTree>
    <p:extLst>
      <p:ext uri="{BB962C8B-B14F-4D97-AF65-F5344CB8AC3E}">
        <p14:creationId xmlns:p14="http://schemas.microsoft.com/office/powerpoint/2010/main" val="20531502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s and caption ">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27B7AE64-26B1-4200-87D2-F8840ABDBFC5}"/>
              </a:ext>
            </a:extLst>
          </p:cNvPr>
          <p:cNvSpPr>
            <a:spLocks noGrp="1"/>
          </p:cNvSpPr>
          <p:nvPr>
            <p:ph type="pic" sz="quarter" idx="13"/>
          </p:nvPr>
        </p:nvSpPr>
        <p:spPr>
          <a:xfrm>
            <a:off x="281101" y="1577133"/>
            <a:ext cx="1863042" cy="1539144"/>
          </a:xfrm>
          <a:custGeom>
            <a:avLst/>
            <a:gdLst>
              <a:gd name="connsiteX0" fmla="*/ 0 w 1518469"/>
              <a:gd name="connsiteY0" fmla="*/ 0 h 1518469"/>
              <a:gd name="connsiteX1" fmla="*/ 1518469 w 1518469"/>
              <a:gd name="connsiteY1" fmla="*/ 0 h 1518469"/>
              <a:gd name="connsiteX2" fmla="*/ 1518469 w 1518469"/>
              <a:gd name="connsiteY2" fmla="*/ 1518469 h 1518469"/>
              <a:gd name="connsiteX3" fmla="*/ 0 w 1518469"/>
              <a:gd name="connsiteY3" fmla="*/ 1518469 h 1518469"/>
            </a:gdLst>
            <a:ahLst/>
            <a:cxnLst>
              <a:cxn ang="0">
                <a:pos x="connsiteX0" y="connsiteY0"/>
              </a:cxn>
              <a:cxn ang="0">
                <a:pos x="connsiteX1" y="connsiteY1"/>
              </a:cxn>
              <a:cxn ang="0">
                <a:pos x="connsiteX2" y="connsiteY2"/>
              </a:cxn>
              <a:cxn ang="0">
                <a:pos x="connsiteX3" y="connsiteY3"/>
              </a:cxn>
            </a:cxnLst>
            <a:rect l="l" t="t" r="r" b="b"/>
            <a:pathLst>
              <a:path w="1518469" h="1518469">
                <a:moveTo>
                  <a:pt x="0" y="0"/>
                </a:moveTo>
                <a:lnTo>
                  <a:pt x="1518469" y="0"/>
                </a:lnTo>
                <a:lnTo>
                  <a:pt x="1518469" y="1518469"/>
                </a:lnTo>
                <a:lnTo>
                  <a:pt x="0" y="1518469"/>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dirty="0"/>
          </a:p>
        </p:txBody>
      </p:sp>
      <p:sp>
        <p:nvSpPr>
          <p:cNvPr id="8" name="Picture Placeholder 12">
            <a:extLst>
              <a:ext uri="{FF2B5EF4-FFF2-40B4-BE49-F238E27FC236}">
                <a16:creationId xmlns:a16="http://schemas.microsoft.com/office/drawing/2014/main" id="{F01BBCF6-3AA7-4990-A106-089CEBDA0B56}"/>
              </a:ext>
            </a:extLst>
          </p:cNvPr>
          <p:cNvSpPr>
            <a:spLocks noGrp="1"/>
          </p:cNvSpPr>
          <p:nvPr>
            <p:ph type="pic" sz="quarter" idx="14"/>
          </p:nvPr>
        </p:nvSpPr>
        <p:spPr>
          <a:xfrm>
            <a:off x="281101" y="4211111"/>
            <a:ext cx="1863042" cy="1539144"/>
          </a:xfrm>
          <a:custGeom>
            <a:avLst/>
            <a:gdLst>
              <a:gd name="connsiteX0" fmla="*/ 0 w 1518469"/>
              <a:gd name="connsiteY0" fmla="*/ 0 h 1518469"/>
              <a:gd name="connsiteX1" fmla="*/ 1518469 w 1518469"/>
              <a:gd name="connsiteY1" fmla="*/ 0 h 1518469"/>
              <a:gd name="connsiteX2" fmla="*/ 1518469 w 1518469"/>
              <a:gd name="connsiteY2" fmla="*/ 1518469 h 1518469"/>
              <a:gd name="connsiteX3" fmla="*/ 0 w 1518469"/>
              <a:gd name="connsiteY3" fmla="*/ 1518469 h 1518469"/>
            </a:gdLst>
            <a:ahLst/>
            <a:cxnLst>
              <a:cxn ang="0">
                <a:pos x="connsiteX0" y="connsiteY0"/>
              </a:cxn>
              <a:cxn ang="0">
                <a:pos x="connsiteX1" y="connsiteY1"/>
              </a:cxn>
              <a:cxn ang="0">
                <a:pos x="connsiteX2" y="connsiteY2"/>
              </a:cxn>
              <a:cxn ang="0">
                <a:pos x="connsiteX3" y="connsiteY3"/>
              </a:cxn>
            </a:cxnLst>
            <a:rect l="l" t="t" r="r" b="b"/>
            <a:pathLst>
              <a:path w="1518469" h="1518469">
                <a:moveTo>
                  <a:pt x="0" y="0"/>
                </a:moveTo>
                <a:lnTo>
                  <a:pt x="1518469" y="0"/>
                </a:lnTo>
                <a:lnTo>
                  <a:pt x="1518469" y="1518469"/>
                </a:lnTo>
                <a:lnTo>
                  <a:pt x="0" y="1518469"/>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sp>
        <p:nvSpPr>
          <p:cNvPr id="11" name="Title 1">
            <a:extLst>
              <a:ext uri="{FF2B5EF4-FFF2-40B4-BE49-F238E27FC236}">
                <a16:creationId xmlns:a16="http://schemas.microsoft.com/office/drawing/2014/main" id="{8C0EED79-827E-4BBC-AED0-304618A58089}"/>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2" name="Text Placeholder 22">
            <a:extLst>
              <a:ext uri="{FF2B5EF4-FFF2-40B4-BE49-F238E27FC236}">
                <a16:creationId xmlns:a16="http://schemas.microsoft.com/office/drawing/2014/main" id="{EC320F63-6F35-45C8-8604-8EFA857E64DE}"/>
              </a:ext>
            </a:extLst>
          </p:cNvPr>
          <p:cNvSpPr>
            <a:spLocks noGrp="1"/>
          </p:cNvSpPr>
          <p:nvPr>
            <p:ph type="body" sz="quarter" idx="17"/>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5" name="Straight Connector 14">
            <a:extLst>
              <a:ext uri="{FF2B5EF4-FFF2-40B4-BE49-F238E27FC236}">
                <a16:creationId xmlns:a16="http://schemas.microsoft.com/office/drawing/2014/main" id="{2B18A97D-74E2-434F-86EA-A476CBFE2A23}"/>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595E6457-D8A4-490E-A018-655F1FABD58E}"/>
              </a:ext>
            </a:extLst>
          </p:cNvPr>
          <p:cNvGrpSpPr/>
          <p:nvPr userDrawn="1"/>
        </p:nvGrpSpPr>
        <p:grpSpPr>
          <a:xfrm>
            <a:off x="11997463" y="3105617"/>
            <a:ext cx="134097" cy="646767"/>
            <a:chOff x="11838508" y="3057525"/>
            <a:chExt cx="155496" cy="749979"/>
          </a:xfrm>
        </p:grpSpPr>
        <p:sp>
          <p:nvSpPr>
            <p:cNvPr id="37" name="Rectangle 36">
              <a:extLst>
                <a:ext uri="{FF2B5EF4-FFF2-40B4-BE49-F238E27FC236}">
                  <a16:creationId xmlns:a16="http://schemas.microsoft.com/office/drawing/2014/main" id="{EF98A140-F6D7-431D-921A-30D641CEEA76}"/>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38" name="Graphic 37">
              <a:extLst>
                <a:ext uri="{FF2B5EF4-FFF2-40B4-BE49-F238E27FC236}">
                  <a16:creationId xmlns:a16="http://schemas.microsoft.com/office/drawing/2014/main" id="{8BAEFC69-A451-44BF-A6F1-8C8255AEC5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2" name="Graphic 41">
            <a:extLst>
              <a:ext uri="{FF2B5EF4-FFF2-40B4-BE49-F238E27FC236}">
                <a16:creationId xmlns:a16="http://schemas.microsoft.com/office/drawing/2014/main" id="{0A206978-23E9-4B4C-947F-7FE51D604044}"/>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3" name="Straight Connector 42">
            <a:extLst>
              <a:ext uri="{FF2B5EF4-FFF2-40B4-BE49-F238E27FC236}">
                <a16:creationId xmlns:a16="http://schemas.microsoft.com/office/drawing/2014/main" id="{E4C21E12-9701-4368-B93E-29FEE63B7DB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4" name="Slide Number Placeholder 3">
            <a:extLst>
              <a:ext uri="{FF2B5EF4-FFF2-40B4-BE49-F238E27FC236}">
                <a16:creationId xmlns:a16="http://schemas.microsoft.com/office/drawing/2014/main" id="{ADD047D4-2B19-4D26-8CEE-C9BF4C10AE41}"/>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0034404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and caption_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94E2C28E-0073-4531-A1E1-D672C8857293}"/>
              </a:ext>
            </a:extLst>
          </p:cNvPr>
          <p:cNvSpPr>
            <a:spLocks noGrp="1"/>
          </p:cNvSpPr>
          <p:nvPr>
            <p:ph type="pic" sz="quarter" idx="13"/>
          </p:nvPr>
        </p:nvSpPr>
        <p:spPr>
          <a:xfrm>
            <a:off x="1006126" y="1562100"/>
            <a:ext cx="1838888" cy="2629952"/>
          </a:xfrm>
          <a:solidFill>
            <a:schemeClr val="bg1">
              <a:lumMod val="95000"/>
            </a:schemeClr>
          </a:solidFill>
        </p:spPr>
      </p:sp>
      <p:sp>
        <p:nvSpPr>
          <p:cNvPr id="12" name="Picture Placeholder 7">
            <a:extLst>
              <a:ext uri="{FF2B5EF4-FFF2-40B4-BE49-F238E27FC236}">
                <a16:creationId xmlns:a16="http://schemas.microsoft.com/office/drawing/2014/main" id="{3BF8558D-E513-43DD-B4C0-A2F10EC9259A}"/>
              </a:ext>
            </a:extLst>
          </p:cNvPr>
          <p:cNvSpPr>
            <a:spLocks noGrp="1"/>
          </p:cNvSpPr>
          <p:nvPr>
            <p:ph type="pic" sz="quarter" idx="14"/>
          </p:nvPr>
        </p:nvSpPr>
        <p:spPr>
          <a:xfrm>
            <a:off x="6572818" y="1562100"/>
            <a:ext cx="1838888" cy="2629952"/>
          </a:xfrm>
          <a:solidFill>
            <a:schemeClr val="bg1">
              <a:lumMod val="95000"/>
            </a:schemeClr>
          </a:solidFill>
        </p:spPr>
      </p:sp>
      <p:sp>
        <p:nvSpPr>
          <p:cNvPr id="13" name="Picture Placeholder 9">
            <a:extLst>
              <a:ext uri="{FF2B5EF4-FFF2-40B4-BE49-F238E27FC236}">
                <a16:creationId xmlns:a16="http://schemas.microsoft.com/office/drawing/2014/main" id="{3E800FB1-B5C1-45A7-BD01-A98898C6C0BE}"/>
              </a:ext>
            </a:extLst>
          </p:cNvPr>
          <p:cNvSpPr>
            <a:spLocks noGrp="1"/>
          </p:cNvSpPr>
          <p:nvPr>
            <p:ph type="pic" sz="quarter" idx="15"/>
          </p:nvPr>
        </p:nvSpPr>
        <p:spPr>
          <a:xfrm>
            <a:off x="9356163" y="3284711"/>
            <a:ext cx="1838888" cy="2629952"/>
          </a:xfrm>
          <a:solidFill>
            <a:schemeClr val="bg1">
              <a:lumMod val="95000"/>
            </a:schemeClr>
          </a:solidFill>
        </p:spPr>
      </p:sp>
      <p:sp>
        <p:nvSpPr>
          <p:cNvPr id="14" name="Picture Placeholder 4">
            <a:extLst>
              <a:ext uri="{FF2B5EF4-FFF2-40B4-BE49-F238E27FC236}">
                <a16:creationId xmlns:a16="http://schemas.microsoft.com/office/drawing/2014/main" id="{F009F280-99CB-4C75-8793-D700C6AC0081}"/>
              </a:ext>
            </a:extLst>
          </p:cNvPr>
          <p:cNvSpPr>
            <a:spLocks noGrp="1"/>
          </p:cNvSpPr>
          <p:nvPr>
            <p:ph type="pic" sz="quarter" idx="16"/>
          </p:nvPr>
        </p:nvSpPr>
        <p:spPr>
          <a:xfrm>
            <a:off x="3789472" y="3284711"/>
            <a:ext cx="1838888" cy="2629952"/>
          </a:xfrm>
          <a:solidFill>
            <a:schemeClr val="bg1">
              <a:lumMod val="95000"/>
            </a:schemeClr>
          </a:solidFill>
        </p:spPr>
      </p:sp>
      <p:sp>
        <p:nvSpPr>
          <p:cNvPr id="10" name="Title 1">
            <a:extLst>
              <a:ext uri="{FF2B5EF4-FFF2-40B4-BE49-F238E27FC236}">
                <a16:creationId xmlns:a16="http://schemas.microsoft.com/office/drawing/2014/main" id="{68DDB362-7739-400E-943F-58697FDBCE09}"/>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5" name="Text Placeholder 22">
            <a:extLst>
              <a:ext uri="{FF2B5EF4-FFF2-40B4-BE49-F238E27FC236}">
                <a16:creationId xmlns:a16="http://schemas.microsoft.com/office/drawing/2014/main" id="{E923A96E-F9A0-444B-86DD-9CD8E4EAD907}"/>
              </a:ext>
            </a:extLst>
          </p:cNvPr>
          <p:cNvSpPr>
            <a:spLocks noGrp="1"/>
          </p:cNvSpPr>
          <p:nvPr>
            <p:ph type="body" sz="quarter" idx="17"/>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EABAFBCF-8276-4631-AD2E-287861F5BB01}"/>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394588-1D76-4B5F-9095-134011F23B8E}"/>
              </a:ext>
            </a:extLst>
          </p:cNvPr>
          <p:cNvCxnSpPr>
            <a:cxnSpLocks/>
          </p:cNvCxnSpPr>
          <p:nvPr userDrawn="1"/>
        </p:nvCxnSpPr>
        <p:spPr>
          <a:xfrm>
            <a:off x="1006127" y="4739593"/>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EE16E15C-F8F4-4EA4-BA38-ABE9DC90C2AA}"/>
              </a:ext>
            </a:extLst>
          </p:cNvPr>
          <p:cNvSpPr>
            <a:spLocks noGrp="1"/>
          </p:cNvSpPr>
          <p:nvPr>
            <p:ph sz="half" idx="25"/>
          </p:nvPr>
        </p:nvSpPr>
        <p:spPr>
          <a:xfrm>
            <a:off x="1006126" y="4340811"/>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2" name="Content Placeholder 3">
            <a:extLst>
              <a:ext uri="{FF2B5EF4-FFF2-40B4-BE49-F238E27FC236}">
                <a16:creationId xmlns:a16="http://schemas.microsoft.com/office/drawing/2014/main" id="{6FC73BE7-A0AD-4B43-929A-4DA79673E1B7}"/>
              </a:ext>
            </a:extLst>
          </p:cNvPr>
          <p:cNvSpPr>
            <a:spLocks noGrp="1"/>
          </p:cNvSpPr>
          <p:nvPr>
            <p:ph sz="half" idx="26"/>
          </p:nvPr>
        </p:nvSpPr>
        <p:spPr>
          <a:xfrm>
            <a:off x="1007037" y="4830597"/>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CEC3327F-8673-4FAE-8D71-A6CE1324AF4E}"/>
              </a:ext>
            </a:extLst>
          </p:cNvPr>
          <p:cNvCxnSpPr>
            <a:cxnSpLocks/>
          </p:cNvCxnSpPr>
          <p:nvPr userDrawn="1"/>
        </p:nvCxnSpPr>
        <p:spPr>
          <a:xfrm>
            <a:off x="6572819" y="4739593"/>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4" name="Content Placeholder 3">
            <a:extLst>
              <a:ext uri="{FF2B5EF4-FFF2-40B4-BE49-F238E27FC236}">
                <a16:creationId xmlns:a16="http://schemas.microsoft.com/office/drawing/2014/main" id="{06FB33A8-0D9C-48CC-B3C1-B998AC159EC0}"/>
              </a:ext>
            </a:extLst>
          </p:cNvPr>
          <p:cNvSpPr>
            <a:spLocks noGrp="1"/>
          </p:cNvSpPr>
          <p:nvPr>
            <p:ph sz="half" idx="27"/>
          </p:nvPr>
        </p:nvSpPr>
        <p:spPr>
          <a:xfrm>
            <a:off x="6572818" y="4340811"/>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5" name="Content Placeholder 3">
            <a:extLst>
              <a:ext uri="{FF2B5EF4-FFF2-40B4-BE49-F238E27FC236}">
                <a16:creationId xmlns:a16="http://schemas.microsoft.com/office/drawing/2014/main" id="{E48CEC7F-B5AF-47C4-97E6-AA270C79DCF4}"/>
              </a:ext>
            </a:extLst>
          </p:cNvPr>
          <p:cNvSpPr>
            <a:spLocks noGrp="1"/>
          </p:cNvSpPr>
          <p:nvPr>
            <p:ph sz="half" idx="28"/>
          </p:nvPr>
        </p:nvSpPr>
        <p:spPr>
          <a:xfrm>
            <a:off x="6573729" y="4830597"/>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61372347-8957-434F-8F16-BFCCBF77A0EE}"/>
              </a:ext>
            </a:extLst>
          </p:cNvPr>
          <p:cNvCxnSpPr>
            <a:cxnSpLocks/>
          </p:cNvCxnSpPr>
          <p:nvPr userDrawn="1"/>
        </p:nvCxnSpPr>
        <p:spPr>
          <a:xfrm>
            <a:off x="3789472" y="1963287"/>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7" name="Content Placeholder 3">
            <a:extLst>
              <a:ext uri="{FF2B5EF4-FFF2-40B4-BE49-F238E27FC236}">
                <a16:creationId xmlns:a16="http://schemas.microsoft.com/office/drawing/2014/main" id="{B8D5D895-2824-4066-8BAC-7611979023DB}"/>
              </a:ext>
            </a:extLst>
          </p:cNvPr>
          <p:cNvSpPr>
            <a:spLocks noGrp="1"/>
          </p:cNvSpPr>
          <p:nvPr>
            <p:ph sz="half" idx="29"/>
          </p:nvPr>
        </p:nvSpPr>
        <p:spPr>
          <a:xfrm>
            <a:off x="3789471" y="1564505"/>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28ED490B-538F-4686-ADCC-1E97FEB93811}"/>
              </a:ext>
            </a:extLst>
          </p:cNvPr>
          <p:cNvSpPr>
            <a:spLocks noGrp="1"/>
          </p:cNvSpPr>
          <p:nvPr>
            <p:ph sz="half" idx="30"/>
          </p:nvPr>
        </p:nvSpPr>
        <p:spPr>
          <a:xfrm>
            <a:off x="3790382" y="2054291"/>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9" name="Straight Connector 28">
            <a:extLst>
              <a:ext uri="{FF2B5EF4-FFF2-40B4-BE49-F238E27FC236}">
                <a16:creationId xmlns:a16="http://schemas.microsoft.com/office/drawing/2014/main" id="{79AF6E5B-1CDF-43B8-92B0-27983766EA60}"/>
              </a:ext>
            </a:extLst>
          </p:cNvPr>
          <p:cNvCxnSpPr>
            <a:cxnSpLocks/>
          </p:cNvCxnSpPr>
          <p:nvPr userDrawn="1"/>
        </p:nvCxnSpPr>
        <p:spPr>
          <a:xfrm>
            <a:off x="9354901" y="1963287"/>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0" name="Content Placeholder 3">
            <a:extLst>
              <a:ext uri="{FF2B5EF4-FFF2-40B4-BE49-F238E27FC236}">
                <a16:creationId xmlns:a16="http://schemas.microsoft.com/office/drawing/2014/main" id="{2DE63D77-7A7A-477F-ABB0-1266B7CBDC78}"/>
              </a:ext>
            </a:extLst>
          </p:cNvPr>
          <p:cNvSpPr>
            <a:spLocks noGrp="1"/>
          </p:cNvSpPr>
          <p:nvPr>
            <p:ph sz="half" idx="31"/>
          </p:nvPr>
        </p:nvSpPr>
        <p:spPr>
          <a:xfrm>
            <a:off x="9354900" y="1564505"/>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1" name="Content Placeholder 3">
            <a:extLst>
              <a:ext uri="{FF2B5EF4-FFF2-40B4-BE49-F238E27FC236}">
                <a16:creationId xmlns:a16="http://schemas.microsoft.com/office/drawing/2014/main" id="{F4642B8E-90A5-40DC-A37A-AA9650030E10}"/>
              </a:ext>
            </a:extLst>
          </p:cNvPr>
          <p:cNvSpPr>
            <a:spLocks noGrp="1"/>
          </p:cNvSpPr>
          <p:nvPr>
            <p:ph sz="half" idx="32"/>
          </p:nvPr>
        </p:nvSpPr>
        <p:spPr>
          <a:xfrm>
            <a:off x="9355811" y="2054291"/>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grpSp>
        <p:nvGrpSpPr>
          <p:cNvPr id="38" name="Group 37">
            <a:extLst>
              <a:ext uri="{FF2B5EF4-FFF2-40B4-BE49-F238E27FC236}">
                <a16:creationId xmlns:a16="http://schemas.microsoft.com/office/drawing/2014/main" id="{6F737597-2583-464F-BDA8-CB87D711ED86}"/>
              </a:ext>
            </a:extLst>
          </p:cNvPr>
          <p:cNvGrpSpPr/>
          <p:nvPr userDrawn="1"/>
        </p:nvGrpSpPr>
        <p:grpSpPr>
          <a:xfrm>
            <a:off x="11997463" y="3105617"/>
            <a:ext cx="134097" cy="646767"/>
            <a:chOff x="11838508" y="3057525"/>
            <a:chExt cx="155496" cy="749979"/>
          </a:xfrm>
        </p:grpSpPr>
        <p:sp>
          <p:nvSpPr>
            <p:cNvPr id="39" name="Rectangle 38">
              <a:extLst>
                <a:ext uri="{FF2B5EF4-FFF2-40B4-BE49-F238E27FC236}">
                  <a16:creationId xmlns:a16="http://schemas.microsoft.com/office/drawing/2014/main" id="{27D4EC04-168A-4F1C-8AE8-20DE0A2F0E97}"/>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40" name="Graphic 39">
              <a:extLst>
                <a:ext uri="{FF2B5EF4-FFF2-40B4-BE49-F238E27FC236}">
                  <a16:creationId xmlns:a16="http://schemas.microsoft.com/office/drawing/2014/main" id="{E3D9D456-0F41-471F-95ED-4353448B9E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6" name="Graphic 45">
            <a:extLst>
              <a:ext uri="{FF2B5EF4-FFF2-40B4-BE49-F238E27FC236}">
                <a16:creationId xmlns:a16="http://schemas.microsoft.com/office/drawing/2014/main" id="{357E8D7C-6DB7-4B86-8BFD-E47D09DCBEC5}"/>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7" name="Straight Connector 46">
            <a:extLst>
              <a:ext uri="{FF2B5EF4-FFF2-40B4-BE49-F238E27FC236}">
                <a16:creationId xmlns:a16="http://schemas.microsoft.com/office/drawing/2014/main" id="{34C9E815-D576-4460-8BED-4383207DE6BD}"/>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8" name="Slide Number Placeholder 3">
            <a:extLst>
              <a:ext uri="{FF2B5EF4-FFF2-40B4-BE49-F238E27FC236}">
                <a16:creationId xmlns:a16="http://schemas.microsoft.com/office/drawing/2014/main" id="{B340BB05-332C-4A89-BF86-8B6605AF0D65}"/>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3343784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217AD0-6302-443F-AF74-7301FBD93A03}"/>
              </a:ext>
            </a:extLst>
          </p:cNvPr>
          <p:cNvSpPr>
            <a:spLocks noGrp="1"/>
          </p:cNvSpPr>
          <p:nvPr>
            <p:ph type="dt" sz="half" idx="10"/>
          </p:nvPr>
        </p:nvSpPr>
        <p:spPr>
          <a:xfrm>
            <a:off x="609600" y="6356350"/>
            <a:ext cx="2743200" cy="365125"/>
          </a:xfrm>
          <a:prstGeom prst="rect">
            <a:avLst/>
          </a:prstGeom>
        </p:spPr>
        <p:txBody>
          <a:bodyPr/>
          <a:lstStyle/>
          <a:p>
            <a:fld id="{FB1098A8-A5BA-4447-815B-33214DA13624}" type="datetime1">
              <a:rPr lang="en-US" smtClean="0"/>
              <a:t>4/15/25</a:t>
            </a:fld>
            <a:endParaRPr lang="en-US" dirty="0"/>
          </a:p>
        </p:txBody>
      </p:sp>
      <p:sp>
        <p:nvSpPr>
          <p:cNvPr id="4" name="Footer Placeholder 3">
            <a:extLst>
              <a:ext uri="{FF2B5EF4-FFF2-40B4-BE49-F238E27FC236}">
                <a16:creationId xmlns:a16="http://schemas.microsoft.com/office/drawing/2014/main" id="{0C0DD937-C5DD-4366-A428-2A7FCFEB1BE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9670355-DDA7-4862-8C8E-6C4839FE8252}"/>
              </a:ext>
            </a:extLst>
          </p:cNvPr>
          <p:cNvSpPr>
            <a:spLocks noGrp="1"/>
          </p:cNvSpPr>
          <p:nvPr>
            <p:ph type="sldNum" sz="quarter" idx="12"/>
          </p:nvPr>
        </p:nvSpPr>
        <p:spPr/>
        <p:txBody>
          <a:bodyPr/>
          <a:lstStyle/>
          <a:p>
            <a:fld id="{743B1F26-96D9-40A6-83AD-00943405493D}" type="slidenum">
              <a:rPr lang="en-US" smtClean="0"/>
              <a:t>‹#›</a:t>
            </a:fld>
            <a:endParaRPr lang="en-US" dirty="0"/>
          </a:p>
        </p:txBody>
      </p:sp>
    </p:spTree>
    <p:extLst>
      <p:ext uri="{BB962C8B-B14F-4D97-AF65-F5344CB8AC3E}">
        <p14:creationId xmlns:p14="http://schemas.microsoft.com/office/powerpoint/2010/main" val="37224094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2424CBB0-FF61-A741-B66C-72250AAD4BCF}" type="slidenum">
              <a:rPr lang="en-AE" smtClean="0"/>
              <a:t>‹#›</a:t>
            </a:fld>
            <a:endParaRPr lang="en-AE"/>
          </a:p>
        </p:txBody>
      </p:sp>
      <p:pic>
        <p:nvPicPr>
          <p:cNvPr id="5" name="Picture 4">
            <a:extLst>
              <a:ext uri="{FF2B5EF4-FFF2-40B4-BE49-F238E27FC236}">
                <a16:creationId xmlns:a16="http://schemas.microsoft.com/office/drawing/2014/main" id="{D1FDB3CA-B579-40FD-93D7-B34D370CBC8B}"/>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1559639" y="0"/>
            <a:ext cx="644886" cy="365125"/>
          </a:xfrm>
          <a:prstGeom prst="rect">
            <a:avLst/>
          </a:prstGeom>
        </p:spPr>
      </p:pic>
    </p:spTree>
    <p:extLst>
      <p:ext uri="{BB962C8B-B14F-4D97-AF65-F5344CB8AC3E}">
        <p14:creationId xmlns:p14="http://schemas.microsoft.com/office/powerpoint/2010/main" val="11264651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F7BFAA-C787-4EBB-9035-044ADECD4BFC}"/>
              </a:ext>
            </a:extLst>
          </p:cNvPr>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p>
        </p:txBody>
      </p:sp>
      <p:sp>
        <p:nvSpPr>
          <p:cNvPr id="3" name="Text Placeholder 2">
            <a:extLst>
              <a:ext uri="{FF2B5EF4-FFF2-40B4-BE49-F238E27FC236}">
                <a16:creationId xmlns:a16="http://schemas.microsoft.com/office/drawing/2014/main" id="{A3F19AA1-804E-4FDD-BD42-18748B8A9C7D}"/>
              </a:ext>
            </a:extLst>
          </p:cNvPr>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C7AB646-FC0F-47AC-BF87-0FA44004CB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CB086A74-D8D6-4188-8EDF-13216453332F}"/>
              </a:ext>
            </a:extLst>
          </p:cNvPr>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604020202020204" pitchFamily="34" charset="0"/>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196394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rgbClr val="0E1120"/>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rgbClr val="0E1120"/>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0E112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8">
          <p15:clr>
            <a:srgbClr val="F26B43"/>
          </p15:clr>
        </p15:guide>
        <p15:guide id="2" pos="7512">
          <p15:clr>
            <a:srgbClr val="F26B43"/>
          </p15:clr>
        </p15:guide>
        <p15:guide id="3" orient="horz" pos="144">
          <p15:clr>
            <a:srgbClr val="F26B43"/>
          </p15:clr>
        </p15:guide>
        <p15:guide id="4" orient="horz" pos="4152">
          <p15:clr>
            <a:srgbClr val="F26B43"/>
          </p15:clr>
        </p15:guide>
        <p15:guide id="5" orient="horz" pos="504">
          <p15:clr>
            <a:srgbClr val="F26B43"/>
          </p15:clr>
        </p15:guide>
        <p15:guide id="6" orient="horz" pos="984">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4/relationships/chartEx" Target="../charts/chartEx1.xml"/><Relationship Id="rId1" Type="http://schemas.openxmlformats.org/officeDocument/2006/relationships/slideLayout" Target="../slideLayouts/slideLayout39.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39.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chart" Target="../charts/chart7.xml"/><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9.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hart" Target="../charts/chart11.xml"/><Relationship Id="rId7"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39.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xml"/><Relationship Id="rId1" Type="http://schemas.openxmlformats.org/officeDocument/2006/relationships/slideLayout" Target="../slideLayouts/slideLayout39.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hart" Target="../charts/chart19.xml"/><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39.xml"/><Relationship Id="rId6" Type="http://schemas.openxmlformats.org/officeDocument/2006/relationships/chart" Target="../charts/chart22.xml"/><Relationship Id="rId5" Type="http://schemas.openxmlformats.org/officeDocument/2006/relationships/chart" Target="../charts/chart21.xml"/><Relationship Id="rId4" Type="http://schemas.openxmlformats.org/officeDocument/2006/relationships/chart" Target="../charts/chart20.xml"/></Relationships>
</file>

<file path=ppt/slides/_rels/slide13.xml.rels><?xml version="1.0" encoding="UTF-8" standalone="yes"?>
<Relationships xmlns="http://schemas.openxmlformats.org/package/2006/relationships"><Relationship Id="rId8" Type="http://schemas.openxmlformats.org/officeDocument/2006/relationships/chart" Target="../charts/chart26.xml"/><Relationship Id="rId3" Type="http://schemas.openxmlformats.org/officeDocument/2006/relationships/chart" Target="../charts/chart23.xml"/><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39.xml"/><Relationship Id="rId6" Type="http://schemas.openxmlformats.org/officeDocument/2006/relationships/image" Target="../media/image32.png"/><Relationship Id="rId5" Type="http://schemas.openxmlformats.org/officeDocument/2006/relationships/chart" Target="../charts/chart25.xml"/><Relationship Id="rId4" Type="http://schemas.openxmlformats.org/officeDocument/2006/relationships/chart" Target="../charts/chart24.xml"/></Relationships>
</file>

<file path=ppt/slides/_rels/slide14.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7.xml"/><Relationship Id="rId1" Type="http://schemas.openxmlformats.org/officeDocument/2006/relationships/slideLayout" Target="../slideLayouts/slideLayout39.xml"/><Relationship Id="rId5" Type="http://schemas.openxmlformats.org/officeDocument/2006/relationships/chart" Target="../charts/chart29.xml"/><Relationship Id="rId4" Type="http://schemas.openxmlformats.org/officeDocument/2006/relationships/chart" Target="../charts/chart28.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39.xml"/><Relationship Id="rId6" Type="http://schemas.openxmlformats.org/officeDocument/2006/relationships/chart" Target="../charts/chart34.xml"/><Relationship Id="rId5" Type="http://schemas.openxmlformats.org/officeDocument/2006/relationships/chart" Target="../charts/chart33.xml"/><Relationship Id="rId4" Type="http://schemas.openxmlformats.org/officeDocument/2006/relationships/chart" Target="../charts/chart32.xml"/></Relationships>
</file>

<file path=ppt/slides/_rels/slide17.xml.rels><?xml version="1.0" encoding="UTF-8" standalone="yes"?>
<Relationships xmlns="http://schemas.openxmlformats.org/package/2006/relationships"><Relationship Id="rId2" Type="http://schemas.openxmlformats.org/officeDocument/2006/relationships/chart" Target="../charts/chart35.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39.xml"/><Relationship Id="rId4" Type="http://schemas.openxmlformats.org/officeDocument/2006/relationships/chart" Target="../charts/chart38.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microsoft.com/office/2014/relationships/chartEx" Target="../charts/chartEx2.xml"/><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39.xml"/><Relationship Id="rId6" Type="http://schemas.openxmlformats.org/officeDocument/2006/relationships/chart" Target="../charts/chart39.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chart" Target="../charts/chart40.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DB9A-405F-7CCB-70F7-F2FDC471F3FF}"/>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9197AC3F-0FEE-D813-B7E6-5B89D93CCD29}"/>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0477A158-E46D-53F9-0C3E-AD853053F4DE}"/>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EE72FA51-92C0-86B6-8C3F-FBD63462B269}"/>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30E7E436-B381-4C73-2E3C-8918503AE70F}"/>
              </a:ext>
            </a:extLst>
          </p:cNvPr>
          <p:cNvSpPr txBox="1">
            <a:spLocks/>
          </p:cNvSpPr>
          <p:nvPr/>
        </p:nvSpPr>
        <p:spPr>
          <a:xfrm>
            <a:off x="6059020" y="3501931"/>
            <a:ext cx="5443870" cy="220035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3300" dirty="0">
                <a:solidFill>
                  <a:schemeClr val="bg1">
                    <a:lumMod val="50000"/>
                  </a:schemeClr>
                </a:solidFill>
                <a:latin typeface="Century Gothic" panose="020B0502020202020204" pitchFamily="34" charset="0"/>
              </a:rPr>
              <a:t>India on the Rise: </a:t>
            </a:r>
          </a:p>
          <a:p>
            <a:r>
              <a:rPr lang="en-US" sz="3300" dirty="0">
                <a:solidFill>
                  <a:schemeClr val="bg1">
                    <a:lumMod val="50000"/>
                  </a:schemeClr>
                </a:solidFill>
                <a:latin typeface="Century Gothic" panose="020B0502020202020204" pitchFamily="34" charset="0"/>
              </a:rPr>
              <a:t>Market Outlook &amp; Investment Trends</a:t>
            </a:r>
          </a:p>
          <a:p>
            <a:endParaRPr lang="en-US" sz="1500" b="0" dirty="0">
              <a:solidFill>
                <a:schemeClr val="bg1">
                  <a:lumMod val="50000"/>
                </a:schemeClr>
              </a:solidFill>
              <a:latin typeface="Century Gothic" panose="020B0502020202020204" pitchFamily="34" charset="0"/>
            </a:endParaRPr>
          </a:p>
          <a:p>
            <a:r>
              <a:rPr lang="en-US" sz="1500" b="0" dirty="0">
                <a:solidFill>
                  <a:schemeClr val="bg1">
                    <a:lumMod val="50000"/>
                  </a:schemeClr>
                </a:solidFill>
                <a:latin typeface="Century Gothic" panose="020B0502020202020204" pitchFamily="34" charset="0"/>
              </a:rPr>
              <a:t>28</a:t>
            </a:r>
            <a:r>
              <a:rPr lang="en-US" sz="1500" b="0" baseline="30000" dirty="0">
                <a:solidFill>
                  <a:schemeClr val="bg1">
                    <a:lumMod val="50000"/>
                  </a:schemeClr>
                </a:solidFill>
                <a:latin typeface="Century Gothic" panose="020B0502020202020204" pitchFamily="34" charset="0"/>
              </a:rPr>
              <a:t>th</a:t>
            </a:r>
            <a:r>
              <a:rPr lang="en-US" sz="1500" b="0" dirty="0">
                <a:solidFill>
                  <a:schemeClr val="bg1">
                    <a:lumMod val="50000"/>
                  </a:schemeClr>
                </a:solidFill>
                <a:latin typeface="Century Gothic" panose="020B0502020202020204" pitchFamily="34" charset="0"/>
              </a:rPr>
              <a:t> March 2025</a:t>
            </a:r>
          </a:p>
        </p:txBody>
      </p:sp>
      <p:sp>
        <p:nvSpPr>
          <p:cNvPr id="18" name="Rectangle 17">
            <a:extLst>
              <a:ext uri="{FF2B5EF4-FFF2-40B4-BE49-F238E27FC236}">
                <a16:creationId xmlns:a16="http://schemas.microsoft.com/office/drawing/2014/main" id="{78F8ABAA-18DD-09BF-DADF-7C8E2B066D3C}"/>
              </a:ext>
            </a:extLst>
          </p:cNvPr>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14849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2BBC-C9DE-1477-A93D-64FF2F4D7C56}"/>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AAC3D13-88DB-FDEA-D779-E8DEFC864ED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719A0F16-B40F-8107-13CF-2772D3A2090F}"/>
              </a:ext>
            </a:extLst>
          </p:cNvPr>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Brief</a:t>
            </a:r>
            <a:endParaRPr lang="en-AE" b="1" dirty="0">
              <a:solidFill>
                <a:srgbClr val="002060"/>
              </a:solidFill>
              <a:latin typeface="Century Gothic" panose="020B0502020202020204" pitchFamily="34" charset="0"/>
            </a:endParaRPr>
          </a:p>
        </p:txBody>
      </p:sp>
      <p:sp>
        <p:nvSpPr>
          <p:cNvPr id="7" name="Rectangle 3">
            <a:extLst>
              <a:ext uri="{FF2B5EF4-FFF2-40B4-BE49-F238E27FC236}">
                <a16:creationId xmlns:a16="http://schemas.microsoft.com/office/drawing/2014/main" id="{12EF6019-24A7-29DB-94A4-96C243B36602}"/>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A2986F44-0189-9FCF-17A8-24FA0D2E7F68}"/>
              </a:ext>
            </a:extLst>
          </p:cNvPr>
          <p:cNvGraphicFramePr>
            <a:graphicFrameLocks noGrp="1"/>
          </p:cNvGraphicFramePr>
          <p:nvPr>
            <p:extLst>
              <p:ext uri="{D42A27DB-BD31-4B8C-83A1-F6EECF244321}">
                <p14:modId xmlns:p14="http://schemas.microsoft.com/office/powerpoint/2010/main" val="2387931508"/>
              </p:ext>
            </p:extLst>
          </p:nvPr>
        </p:nvGraphicFramePr>
        <p:xfrm>
          <a:off x="439939" y="882759"/>
          <a:ext cx="11407299" cy="5600606"/>
        </p:xfrm>
        <a:graphic>
          <a:graphicData uri="http://schemas.openxmlformats.org/drawingml/2006/table">
            <a:tbl>
              <a:tblPr>
                <a:tableStyleId>{5C22544A-7EE6-4342-B048-85BDC9FD1C3A}</a:tableStyleId>
              </a:tblPr>
              <a:tblGrid>
                <a:gridCol w="1078339">
                  <a:extLst>
                    <a:ext uri="{9D8B030D-6E8A-4147-A177-3AD203B41FA5}">
                      <a16:colId xmlns:a16="http://schemas.microsoft.com/office/drawing/2014/main" val="2386947345"/>
                    </a:ext>
                  </a:extLst>
                </a:gridCol>
                <a:gridCol w="10328960">
                  <a:extLst>
                    <a:ext uri="{9D8B030D-6E8A-4147-A177-3AD203B41FA5}">
                      <a16:colId xmlns:a16="http://schemas.microsoft.com/office/drawing/2014/main" val="144878849"/>
                    </a:ext>
                  </a:extLst>
                </a:gridCol>
              </a:tblGrid>
              <a:tr h="532186">
                <a:tc>
                  <a:txBody>
                    <a:bodyPr/>
                    <a:lstStyle/>
                    <a:p>
                      <a:pPr algn="ctr" fontAlgn="ctr"/>
                      <a:r>
                        <a:rPr lang="en-US" sz="1050" b="1" i="0" u="none" strike="noStrike" dirty="0">
                          <a:solidFill>
                            <a:srgbClr val="002060"/>
                          </a:solidFill>
                          <a:effectLst/>
                          <a:latin typeface="Century Gothic" panose="020B0502020202020204" pitchFamily="34" charset="0"/>
                        </a:rPr>
                        <a:t>Sr. No.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Century Gothic" panose="020B0502020202020204" pitchFamily="34" charset="0"/>
                        </a:rPr>
                        <a:t>Particular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672017"/>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Introduction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378185"/>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Macroeconomic Overview</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539455"/>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Capital Market Performance in INR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842711"/>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Capital Market Performance in 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820357"/>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Fixed Income Market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0530027"/>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Foreign Investments &amp; Currency Market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189742"/>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entury Gothic" panose="020B0502020202020204" pitchFamily="34" charset="0"/>
                        </a:rPr>
                        <a:t>Emerging Sectors &amp; Opportunities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2591970"/>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chemeClr val="tx1"/>
                          </a:solidFill>
                          <a:effectLst/>
                          <a:latin typeface="Century Gothic" panose="020B0502020202020204" pitchFamily="34" charset="0"/>
                        </a:rPr>
                        <a:t>Risks &amp; Challenges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576263"/>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Century Gothic" panose="020B0502020202020204" pitchFamily="34" charset="0"/>
                        </a:rPr>
                        <a:t>Conclusion: Navigating the India Opportunity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2836045"/>
                  </a:ext>
                </a:extLst>
              </a:tr>
              <a:tr h="506842">
                <a:tc>
                  <a:txBody>
                    <a:bodyPr/>
                    <a:lstStyle/>
                    <a:p>
                      <a:pPr algn="ctr" fontAlgn="ctr"/>
                      <a:r>
                        <a:rPr lang="en-US" sz="1000" b="0" i="0" u="none" strike="noStrike" dirty="0">
                          <a:solidFill>
                            <a:srgbClr val="000000"/>
                          </a:solidFill>
                          <a:effectLst/>
                          <a:latin typeface="Century Gothic" panose="020B0502020202020204" pitchFamily="34" charset="0"/>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Century Gothic" panose="020B0502020202020204" pitchFamily="34" charset="0"/>
                        </a:rPr>
                        <a:t>Appendix –Seasonality &amp; Important Information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4719812"/>
                  </a:ext>
                </a:extLst>
              </a:tr>
            </a:tbl>
          </a:graphicData>
        </a:graphic>
      </p:graphicFrame>
    </p:spTree>
    <p:extLst>
      <p:ext uri="{BB962C8B-B14F-4D97-AF65-F5344CB8AC3E}">
        <p14:creationId xmlns:p14="http://schemas.microsoft.com/office/powerpoint/2010/main" val="326201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187A-2497-F2CD-5308-AD792113E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B1CCC-50DF-EA54-AEBF-086AF023BFA8}"/>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14E34994-B932-05C6-183F-A86192977BF5}"/>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C9A81AA2-A276-A9F0-72D6-130AFB5A9097}"/>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21036B82-16D4-FF59-0AE5-67F89DD7D149}"/>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55A4B8F2-577A-0E20-8FC5-1229E06F9AEF}"/>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Introduction</a:t>
            </a:r>
          </a:p>
        </p:txBody>
      </p:sp>
      <p:sp>
        <p:nvSpPr>
          <p:cNvPr id="18" name="Rectangle 17">
            <a:extLst>
              <a:ext uri="{FF2B5EF4-FFF2-40B4-BE49-F238E27FC236}">
                <a16:creationId xmlns:a16="http://schemas.microsoft.com/office/drawing/2014/main" id="{ACED0A8C-9555-ABE2-ABF2-26FAC5092A40}"/>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70009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6F4F2-11EC-B892-64F5-F58566AEB838}"/>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0CFF6E5-7203-921A-2397-7B0819334AD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208B4806-B6CF-622D-246D-35005E87446E}"/>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Introduction</a:t>
            </a:r>
          </a:p>
        </p:txBody>
      </p:sp>
      <p:sp>
        <p:nvSpPr>
          <p:cNvPr id="3" name="Rectangle 2">
            <a:extLst>
              <a:ext uri="{FF2B5EF4-FFF2-40B4-BE49-F238E27FC236}">
                <a16:creationId xmlns:a16="http://schemas.microsoft.com/office/drawing/2014/main" id="{9EB8CDE7-13FB-2244-07D0-57AE021710E3}"/>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Brief on India’s Economic Growth &amp; Financial Markets</a:t>
            </a:r>
          </a:p>
        </p:txBody>
      </p:sp>
      <p:sp>
        <p:nvSpPr>
          <p:cNvPr id="4" name="Rectangle 3">
            <a:extLst>
              <a:ext uri="{FF2B5EF4-FFF2-40B4-BE49-F238E27FC236}">
                <a16:creationId xmlns:a16="http://schemas.microsoft.com/office/drawing/2014/main" id="{895D7DAB-D2A5-E479-CD38-3CEEE78530CA}"/>
              </a:ext>
            </a:extLst>
          </p:cNvPr>
          <p:cNvSpPr/>
          <p:nvPr/>
        </p:nvSpPr>
        <p:spPr>
          <a:xfrm>
            <a:off x="266700" y="1565166"/>
            <a:ext cx="5829300" cy="127182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India remains </a:t>
            </a:r>
            <a:r>
              <a:rPr lang="en-US" sz="1200" b="1" dirty="0">
                <a:solidFill>
                  <a:schemeClr val="tx1"/>
                </a:solidFill>
                <a:latin typeface="Century Gothic" panose="020B0502020202020204" pitchFamily="34" charset="0"/>
              </a:rPr>
              <a:t>one of the fastest-growing economies</a:t>
            </a:r>
            <a:r>
              <a:rPr lang="en-US" sz="1200" dirty="0">
                <a:solidFill>
                  <a:schemeClr val="tx1"/>
                </a:solidFill>
                <a:latin typeface="Century Gothic" panose="020B0502020202020204" pitchFamily="34" charset="0"/>
              </a:rPr>
              <a:t>, with GDP growth projected at </a:t>
            </a:r>
            <a:r>
              <a:rPr lang="en-US" sz="1200" b="1" dirty="0">
                <a:solidFill>
                  <a:schemeClr val="tx1"/>
                </a:solidFill>
                <a:latin typeface="Century Gothic" panose="020B0502020202020204" pitchFamily="34" charset="0"/>
              </a:rPr>
              <a:t>6-7% </a:t>
            </a:r>
            <a:r>
              <a:rPr lang="en-US" sz="1200" dirty="0">
                <a:solidFill>
                  <a:schemeClr val="tx1"/>
                </a:solidFill>
                <a:latin typeface="Century Gothic" panose="020B0502020202020204" pitchFamily="34" charset="0"/>
              </a:rPr>
              <a:t>for 2025.</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Strong domestic demand, digital transformation, and government initiatives like ‘</a:t>
            </a:r>
            <a:r>
              <a:rPr lang="en-US" sz="1200" b="1" dirty="0">
                <a:solidFill>
                  <a:schemeClr val="tx1"/>
                </a:solidFill>
                <a:latin typeface="Century Gothic" panose="020B0502020202020204" pitchFamily="34" charset="0"/>
              </a:rPr>
              <a:t>Atmanirbhar Bharat</a:t>
            </a:r>
            <a:r>
              <a:rPr lang="en-US" sz="1200" dirty="0">
                <a:solidFill>
                  <a:schemeClr val="tx1"/>
                </a:solidFill>
                <a:latin typeface="Century Gothic" panose="020B0502020202020204" pitchFamily="34" charset="0"/>
              </a:rPr>
              <a:t>’ and ‘</a:t>
            </a:r>
            <a:r>
              <a:rPr lang="en-US" sz="1200" b="1" dirty="0">
                <a:solidFill>
                  <a:schemeClr val="tx1"/>
                </a:solidFill>
                <a:latin typeface="Century Gothic" panose="020B0502020202020204" pitchFamily="34" charset="0"/>
              </a:rPr>
              <a:t>Make in India</a:t>
            </a:r>
            <a:r>
              <a:rPr lang="en-US" sz="1200" dirty="0">
                <a:solidFill>
                  <a:schemeClr val="tx1"/>
                </a:solidFill>
                <a:latin typeface="Century Gothic" panose="020B0502020202020204" pitchFamily="34" charset="0"/>
              </a:rPr>
              <a:t>’ are boosting economic activity.</a:t>
            </a:r>
          </a:p>
        </p:txBody>
      </p:sp>
      <p:sp>
        <p:nvSpPr>
          <p:cNvPr id="6" name="Rectangle 5">
            <a:extLst>
              <a:ext uri="{FF2B5EF4-FFF2-40B4-BE49-F238E27FC236}">
                <a16:creationId xmlns:a16="http://schemas.microsoft.com/office/drawing/2014/main" id="{FF5128FE-5980-C326-7DC8-789BB77FE99C}"/>
              </a:ext>
            </a:extLst>
          </p:cNvPr>
          <p:cNvSpPr/>
          <p:nvPr/>
        </p:nvSpPr>
        <p:spPr>
          <a:xfrm>
            <a:off x="266700" y="3033945"/>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Key Sectors Driving </a:t>
            </a:r>
            <a:r>
              <a:rPr lang="en-US" sz="1200" b="1">
                <a:solidFill>
                  <a:srgbClr val="002060"/>
                </a:solidFill>
                <a:latin typeface="Century Gothic" panose="020B0502020202020204" pitchFamily="34" charset="0"/>
              </a:rPr>
              <a:t>the Economy</a:t>
            </a:r>
            <a:endParaRPr lang="en-US" sz="1200" b="1" dirty="0">
              <a:solidFill>
                <a:srgbClr val="002060"/>
              </a:solidFill>
              <a:latin typeface="Century Gothic" panose="020B0502020202020204" pitchFamily="34" charset="0"/>
            </a:endParaRPr>
          </a:p>
        </p:txBody>
      </p:sp>
      <p:sp>
        <p:nvSpPr>
          <p:cNvPr id="8" name="Rectangle 7">
            <a:extLst>
              <a:ext uri="{FF2B5EF4-FFF2-40B4-BE49-F238E27FC236}">
                <a16:creationId xmlns:a16="http://schemas.microsoft.com/office/drawing/2014/main" id="{CE1E00AA-D2CA-3685-FF27-F4E1B0DAABEC}"/>
              </a:ext>
            </a:extLst>
          </p:cNvPr>
          <p:cNvSpPr/>
          <p:nvPr/>
        </p:nvSpPr>
        <p:spPr>
          <a:xfrm>
            <a:off x="266700" y="3503672"/>
            <a:ext cx="5829300" cy="1226823"/>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IT &amp; Software Services </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Manufacturing</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Renewable Energy </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Infrastructure</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Digital Payments</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Pharma</a:t>
            </a:r>
          </a:p>
        </p:txBody>
      </p:sp>
      <p:sp>
        <p:nvSpPr>
          <p:cNvPr id="9" name="Rectangle 8">
            <a:extLst>
              <a:ext uri="{FF2B5EF4-FFF2-40B4-BE49-F238E27FC236}">
                <a16:creationId xmlns:a16="http://schemas.microsoft.com/office/drawing/2014/main" id="{7D76D732-7DD3-8EEA-0C16-3534F221A8A1}"/>
              </a:ext>
            </a:extLst>
          </p:cNvPr>
          <p:cNvSpPr/>
          <p:nvPr/>
        </p:nvSpPr>
        <p:spPr>
          <a:xfrm>
            <a:off x="266700" y="492675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Investment Opportunities for 2025 and Beyond</a:t>
            </a:r>
          </a:p>
        </p:txBody>
      </p:sp>
      <p:sp>
        <p:nvSpPr>
          <p:cNvPr id="10" name="Rectangle 9">
            <a:extLst>
              <a:ext uri="{FF2B5EF4-FFF2-40B4-BE49-F238E27FC236}">
                <a16:creationId xmlns:a16="http://schemas.microsoft.com/office/drawing/2014/main" id="{BB08226A-7509-8DAB-9156-466C411E6111}"/>
              </a:ext>
            </a:extLst>
          </p:cNvPr>
          <p:cNvSpPr/>
          <p:nvPr/>
        </p:nvSpPr>
        <p:spPr>
          <a:xfrm>
            <a:off x="266700" y="5396485"/>
            <a:ext cx="5829300" cy="1226823"/>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Public and private equity </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Government bonds </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Fintech</a:t>
            </a: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New-age digital businesses.</a:t>
            </a:r>
          </a:p>
        </p:txBody>
      </p:sp>
      <p:sp>
        <p:nvSpPr>
          <p:cNvPr id="12" name="Rectangle 11">
            <a:extLst>
              <a:ext uri="{FF2B5EF4-FFF2-40B4-BE49-F238E27FC236}">
                <a16:creationId xmlns:a16="http://schemas.microsoft.com/office/drawing/2014/main" id="{46B01B65-7453-0939-7779-7D30FEA874DF}"/>
              </a:ext>
            </a:extLst>
          </p:cNvPr>
          <p:cNvSpPr/>
          <p:nvPr/>
        </p:nvSpPr>
        <p:spPr>
          <a:xfrm>
            <a:off x="6362700" y="1095436"/>
            <a:ext cx="55625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Real GDP growth (Annual % change)</a:t>
            </a:r>
          </a:p>
        </p:txBody>
      </p:sp>
      <p:sp>
        <p:nvSpPr>
          <p:cNvPr id="13" name="Rectangle 12">
            <a:extLst>
              <a:ext uri="{FF2B5EF4-FFF2-40B4-BE49-F238E27FC236}">
                <a16:creationId xmlns:a16="http://schemas.microsoft.com/office/drawing/2014/main" id="{7AFD4564-4384-7EB3-CD9C-074C554EE42D}"/>
              </a:ext>
            </a:extLst>
          </p:cNvPr>
          <p:cNvSpPr/>
          <p:nvPr/>
        </p:nvSpPr>
        <p:spPr>
          <a:xfrm>
            <a:off x="11272477" y="1565165"/>
            <a:ext cx="517442" cy="1894323"/>
          </a:xfrm>
          <a:prstGeom prst="rect">
            <a:avLst/>
          </a:prstGeom>
          <a:solidFill>
            <a:schemeClr val="bg1">
              <a:lumMod val="50000"/>
              <a:alpha val="30000"/>
            </a:schemeClr>
          </a:solidFill>
          <a:ln>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6" name="Rectangle 15">
            <a:extLst>
              <a:ext uri="{FF2B5EF4-FFF2-40B4-BE49-F238E27FC236}">
                <a16:creationId xmlns:a16="http://schemas.microsoft.com/office/drawing/2014/main" id="{FDBCCE5F-6A07-AD80-F430-A91EFF4F5220}"/>
              </a:ext>
            </a:extLst>
          </p:cNvPr>
          <p:cNvSpPr/>
          <p:nvPr/>
        </p:nvSpPr>
        <p:spPr>
          <a:xfrm>
            <a:off x="6362700" y="3940429"/>
            <a:ext cx="55625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GDP Contribution (2023-2024 %)</a:t>
            </a:r>
          </a:p>
        </p:txBody>
      </p:sp>
      <mc:AlternateContent xmlns:mc="http://schemas.openxmlformats.org/markup-compatibility/2006" xmlns:cx1="http://schemas.microsoft.com/office/drawing/2015/9/8/chartex">
        <mc:Choice Requires="cx1">
          <p:graphicFrame>
            <p:nvGraphicFramePr>
              <p:cNvPr id="7" name="Chart 6">
                <a:extLst>
                  <a:ext uri="{FF2B5EF4-FFF2-40B4-BE49-F238E27FC236}">
                    <a16:creationId xmlns:a16="http://schemas.microsoft.com/office/drawing/2014/main" id="{6F4AEB0A-F7D1-DFFD-6CB7-C125C709D65A}"/>
                  </a:ext>
                </a:extLst>
              </p:cNvPr>
              <p:cNvGraphicFramePr/>
              <p:nvPr>
                <p:extLst>
                  <p:ext uri="{D42A27DB-BD31-4B8C-83A1-F6EECF244321}">
                    <p14:modId xmlns:p14="http://schemas.microsoft.com/office/powerpoint/2010/main" val="1219620519"/>
                  </p:ext>
                </p:extLst>
              </p:nvPr>
            </p:nvGraphicFramePr>
            <p:xfrm>
              <a:off x="6362698" y="4372927"/>
              <a:ext cx="5562599" cy="2250381"/>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7" name="Chart 6">
                <a:extLst>
                  <a:ext uri="{FF2B5EF4-FFF2-40B4-BE49-F238E27FC236}">
                    <a16:creationId xmlns:a16="http://schemas.microsoft.com/office/drawing/2014/main" id="{6F4AEB0A-F7D1-DFFD-6CB7-C125C709D65A}"/>
                  </a:ext>
                </a:extLst>
              </p:cNvPr>
              <p:cNvPicPr>
                <a:picLocks noGrp="1" noRot="1" noChangeAspect="1" noMove="1" noResize="1" noEditPoints="1" noAdjustHandles="1" noChangeArrowheads="1" noChangeShapeType="1"/>
              </p:cNvPicPr>
              <p:nvPr/>
            </p:nvPicPr>
            <p:blipFill>
              <a:blip r:embed="rId3"/>
              <a:stretch>
                <a:fillRect/>
              </a:stretch>
            </p:blipFill>
            <p:spPr>
              <a:xfrm>
                <a:off x="6362698" y="4372927"/>
                <a:ext cx="5562599" cy="2250381"/>
              </a:xfrm>
              <a:prstGeom prst="rect">
                <a:avLst/>
              </a:prstGeom>
            </p:spPr>
          </p:pic>
        </mc:Fallback>
      </mc:AlternateContent>
      <p:graphicFrame>
        <p:nvGraphicFramePr>
          <p:cNvPr id="11" name="Chart 10">
            <a:extLst>
              <a:ext uri="{FF2B5EF4-FFF2-40B4-BE49-F238E27FC236}">
                <a16:creationId xmlns:a16="http://schemas.microsoft.com/office/drawing/2014/main" id="{DC365511-7E1C-B946-ABDA-7B39166DD32F}"/>
              </a:ext>
            </a:extLst>
          </p:cNvPr>
          <p:cNvGraphicFramePr>
            <a:graphicFrameLocks/>
          </p:cNvGraphicFramePr>
          <p:nvPr>
            <p:extLst>
              <p:ext uri="{D42A27DB-BD31-4B8C-83A1-F6EECF244321}">
                <p14:modId xmlns:p14="http://schemas.microsoft.com/office/powerpoint/2010/main" val="4124722134"/>
              </p:ext>
            </p:extLst>
          </p:nvPr>
        </p:nvGraphicFramePr>
        <p:xfrm>
          <a:off x="6362698" y="1557965"/>
          <a:ext cx="5562598" cy="2308842"/>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13">
            <a:extLst>
              <a:ext uri="{FF2B5EF4-FFF2-40B4-BE49-F238E27FC236}">
                <a16:creationId xmlns:a16="http://schemas.microsoft.com/office/drawing/2014/main" id="{186409FB-5355-A9C3-DB96-533B6D6F3A9F}"/>
              </a:ext>
            </a:extLst>
          </p:cNvPr>
          <p:cNvSpPr/>
          <p:nvPr/>
        </p:nvSpPr>
        <p:spPr>
          <a:xfrm>
            <a:off x="6531429" y="3474503"/>
            <a:ext cx="5258490" cy="377288"/>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600" dirty="0">
                <a:solidFill>
                  <a:schemeClr val="tx1"/>
                </a:solidFill>
                <a:latin typeface="Century Gothic" panose="020B0502020202020204" pitchFamily="34" charset="0"/>
              </a:rPr>
              <a:t>As per World Bank’s Long-Term Growth Modeling (LTGM), India’s long-term GDP growth rate is projected to stabilize around </a:t>
            </a:r>
            <a:r>
              <a:rPr lang="en-US" sz="600" b="1" dirty="0">
                <a:solidFill>
                  <a:schemeClr val="tx1"/>
                </a:solidFill>
                <a:latin typeface="Century Gothic" panose="020B0502020202020204" pitchFamily="34" charset="0"/>
              </a:rPr>
              <a:t>6.5% by 2035</a:t>
            </a:r>
            <a:r>
              <a:rPr lang="en-US" sz="600" dirty="0">
                <a:solidFill>
                  <a:schemeClr val="tx1"/>
                </a:solidFill>
                <a:latin typeface="Century Gothic" panose="020B0502020202020204" pitchFamily="34" charset="0"/>
              </a:rPr>
              <a:t>, before gradually slowing to </a:t>
            </a:r>
            <a:r>
              <a:rPr lang="en-US" sz="600" b="1" dirty="0">
                <a:solidFill>
                  <a:schemeClr val="tx1"/>
                </a:solidFill>
                <a:latin typeface="Century Gothic" panose="020B0502020202020204" pitchFamily="34" charset="0"/>
              </a:rPr>
              <a:t>5.5% by 2050</a:t>
            </a:r>
            <a:r>
              <a:rPr lang="en-US" sz="600" dirty="0">
                <a:solidFill>
                  <a:schemeClr val="tx1"/>
                </a:solidFill>
                <a:latin typeface="Century Gothic" panose="020B0502020202020204" pitchFamily="34" charset="0"/>
              </a:rPr>
              <a:t>, reflecting economic maturation and demographic shifts.</a:t>
            </a:r>
          </a:p>
        </p:txBody>
      </p:sp>
    </p:spTree>
    <p:extLst>
      <p:ext uri="{BB962C8B-B14F-4D97-AF65-F5344CB8AC3E}">
        <p14:creationId xmlns:p14="http://schemas.microsoft.com/office/powerpoint/2010/main" val="379621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B1B5-3DA6-C4FB-D0A9-DD6145CA9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39EEA-4780-DBB4-8F31-5FE8C22FFFD5}"/>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DC7BEBFA-236F-1C1A-0AC7-228495C8E123}"/>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A037F92E-52AA-C065-4FEF-5A06F139A55E}"/>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70650461-47CE-D130-E7B9-C48907205323}"/>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9E10A010-DB59-0478-D979-00058977BDCE}"/>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Macroeconomic Overview</a:t>
            </a:r>
          </a:p>
        </p:txBody>
      </p:sp>
      <p:sp>
        <p:nvSpPr>
          <p:cNvPr id="18" name="Rectangle 17">
            <a:extLst>
              <a:ext uri="{FF2B5EF4-FFF2-40B4-BE49-F238E27FC236}">
                <a16:creationId xmlns:a16="http://schemas.microsoft.com/office/drawing/2014/main" id="{F0145716-2D26-6870-96F0-6A1A836A98FB}"/>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75174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D8FD5-5866-FBBA-B684-ED11B469C00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1E9121D-2AC0-3E48-4040-5903A0F9498F}"/>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Macroeconomic Overview</a:t>
            </a:r>
          </a:p>
        </p:txBody>
      </p:sp>
      <p:sp>
        <p:nvSpPr>
          <p:cNvPr id="3" name="Rectangle 2">
            <a:extLst>
              <a:ext uri="{FF2B5EF4-FFF2-40B4-BE49-F238E27FC236}">
                <a16:creationId xmlns:a16="http://schemas.microsoft.com/office/drawing/2014/main" id="{3DAC8F45-F3FE-FA08-B94B-952567A5B997}"/>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GDP Growth</a:t>
            </a:r>
          </a:p>
        </p:txBody>
      </p:sp>
      <p:sp>
        <p:nvSpPr>
          <p:cNvPr id="6" name="Rectangle 5">
            <a:extLst>
              <a:ext uri="{FF2B5EF4-FFF2-40B4-BE49-F238E27FC236}">
                <a16:creationId xmlns:a16="http://schemas.microsoft.com/office/drawing/2014/main" id="{957B92E3-407B-A6CE-46C0-9346043C751C}"/>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Interest Rates &amp; RBI Policy Stance</a:t>
            </a:r>
          </a:p>
        </p:txBody>
      </p:sp>
      <p:sp>
        <p:nvSpPr>
          <p:cNvPr id="8" name="Rectangle 7">
            <a:extLst>
              <a:ext uri="{FF2B5EF4-FFF2-40B4-BE49-F238E27FC236}">
                <a16:creationId xmlns:a16="http://schemas.microsoft.com/office/drawing/2014/main" id="{B7F109A2-DB96-AB69-377B-41133CCAE344}"/>
              </a:ext>
            </a:extLst>
          </p:cNvPr>
          <p:cNvSpPr/>
          <p:nvPr/>
        </p:nvSpPr>
        <p:spPr>
          <a:xfrm>
            <a:off x="266700" y="4403790"/>
            <a:ext cx="2921000" cy="226722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Recent Rate Cut:</a:t>
            </a:r>
            <a:r>
              <a:rPr lang="en-US" sz="700" dirty="0">
                <a:solidFill>
                  <a:schemeClr val="tx1"/>
                </a:solidFill>
                <a:latin typeface="Century Gothic" panose="020B0502020202020204" pitchFamily="34" charset="0"/>
              </a:rPr>
              <a:t> On February 7, 2025, the Reserve Bank of India (RBI) reduced the repo rate by 25 basis points, bringing it down from </a:t>
            </a:r>
            <a:r>
              <a:rPr lang="en-US" sz="700" b="1" dirty="0">
                <a:solidFill>
                  <a:schemeClr val="tx1"/>
                </a:solidFill>
                <a:latin typeface="Century Gothic" panose="020B0502020202020204" pitchFamily="34" charset="0"/>
              </a:rPr>
              <a:t>6.50% to 6.25%</a:t>
            </a:r>
            <a:r>
              <a:rPr lang="en-US" sz="700" dirty="0">
                <a:solidFill>
                  <a:schemeClr val="tx1"/>
                </a:solidFill>
                <a:latin typeface="Century Gothic" panose="020B0502020202020204" pitchFamily="34" charset="0"/>
              </a:rPr>
              <a:t>, aiming to stimulate economic growth amid easing inflation.  </a:t>
            </a:r>
          </a:p>
          <a:p>
            <a:pPr marL="171450" indent="-171450" algn="just">
              <a:buFont typeface="Arial" panose="020B0604020202020204" pitchFamily="34" charset="0"/>
              <a:buChar char="•"/>
            </a:pPr>
            <a:endParaRPr lang="en-US" sz="7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Neutral Policy Stance</a:t>
            </a:r>
            <a:r>
              <a:rPr lang="en-US" sz="700" dirty="0">
                <a:solidFill>
                  <a:schemeClr val="tx1"/>
                </a:solidFill>
                <a:latin typeface="Century Gothic" panose="020B0502020202020204" pitchFamily="34" charset="0"/>
              </a:rPr>
              <a:t>: Despite the rate cut, the RBI maintained a ‘</a:t>
            </a:r>
            <a:r>
              <a:rPr lang="en-US" sz="700" b="1" dirty="0">
                <a:solidFill>
                  <a:schemeClr val="tx1"/>
                </a:solidFill>
                <a:latin typeface="Century Gothic" panose="020B0502020202020204" pitchFamily="34" charset="0"/>
              </a:rPr>
              <a:t>neutral</a:t>
            </a:r>
            <a:r>
              <a:rPr lang="en-US" sz="700" dirty="0">
                <a:solidFill>
                  <a:schemeClr val="tx1"/>
                </a:solidFill>
                <a:latin typeface="Century Gothic" panose="020B0502020202020204" pitchFamily="34" charset="0"/>
              </a:rPr>
              <a:t>’ policy stance, focusing on achieving a durable alignment of inflation with the target while supporting growth.</a:t>
            </a:r>
          </a:p>
          <a:p>
            <a:pPr marL="171450" indent="-171450" algn="just">
              <a:buFont typeface="Arial" panose="020B0604020202020204" pitchFamily="34" charset="0"/>
              <a:buChar char="•"/>
            </a:pPr>
            <a:endParaRPr lang="en-US" sz="7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Anticipated Future Rate Cuts:</a:t>
            </a:r>
            <a:r>
              <a:rPr lang="en-US" sz="700" dirty="0">
                <a:solidFill>
                  <a:schemeClr val="tx1"/>
                </a:solidFill>
                <a:latin typeface="Century Gothic" panose="020B0502020202020204" pitchFamily="34" charset="0"/>
              </a:rPr>
              <a:t> Market analysts project further rate cuts in 2025, with expectations of an additional </a:t>
            </a:r>
            <a:r>
              <a:rPr lang="en-US" sz="700" b="1" dirty="0">
                <a:solidFill>
                  <a:schemeClr val="tx1"/>
                </a:solidFill>
                <a:latin typeface="Century Gothic" panose="020B0502020202020204" pitchFamily="34" charset="0"/>
              </a:rPr>
              <a:t>50 basis points reduction by August</a:t>
            </a:r>
            <a:r>
              <a:rPr lang="en-US" sz="700" dirty="0">
                <a:solidFill>
                  <a:schemeClr val="tx1"/>
                </a:solidFill>
                <a:latin typeface="Century Gothic" panose="020B0502020202020204" pitchFamily="34" charset="0"/>
              </a:rPr>
              <a:t>, as the RBI seeks to balance growth and inflation dynamics. </a:t>
            </a:r>
          </a:p>
          <a:p>
            <a:pPr marL="171450" indent="-171450" algn="just">
              <a:buFont typeface="Arial" panose="020B0604020202020204" pitchFamily="34" charset="0"/>
              <a:buChar char="•"/>
            </a:pPr>
            <a:endParaRPr lang="en-US" sz="7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Mid to Long-Term Projections (2027-2031):</a:t>
            </a:r>
            <a:r>
              <a:rPr lang="en-US" sz="700" dirty="0">
                <a:solidFill>
                  <a:schemeClr val="tx1"/>
                </a:solidFill>
                <a:latin typeface="Century Gothic" panose="020B0502020202020204" pitchFamily="34" charset="0"/>
              </a:rPr>
              <a:t> Specific forecasts for the RBI’s policy rates beyond 2026 are limited. However, the central bank’s actions will likely be influenced by factors such as </a:t>
            </a:r>
            <a:r>
              <a:rPr lang="en-US" sz="700" b="1" dirty="0">
                <a:solidFill>
                  <a:schemeClr val="tx1"/>
                </a:solidFill>
                <a:latin typeface="Century Gothic" panose="020B0502020202020204" pitchFamily="34" charset="0"/>
              </a:rPr>
              <a:t>domestic inflation trends, economic growth rates, and global financial conditions</a:t>
            </a:r>
            <a:r>
              <a:rPr lang="en-US" sz="700" dirty="0">
                <a:solidFill>
                  <a:schemeClr val="tx1"/>
                </a:solidFill>
                <a:latin typeface="Century Gothic" panose="020B0502020202020204" pitchFamily="34" charset="0"/>
              </a:rPr>
              <a:t>.</a:t>
            </a:r>
          </a:p>
        </p:txBody>
      </p:sp>
      <p:sp>
        <p:nvSpPr>
          <p:cNvPr id="12" name="Rectangle 11">
            <a:extLst>
              <a:ext uri="{FF2B5EF4-FFF2-40B4-BE49-F238E27FC236}">
                <a16:creationId xmlns:a16="http://schemas.microsoft.com/office/drawing/2014/main" id="{9A5B8D94-E602-E9B1-27F2-FEE0D1C75A62}"/>
              </a:ext>
            </a:extLst>
          </p:cNvPr>
          <p:cNvSpPr/>
          <p:nvPr/>
        </p:nvSpPr>
        <p:spPr>
          <a:xfrm>
            <a:off x="6362700" y="1095436"/>
            <a:ext cx="5562596" cy="36607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Inflation Trends</a:t>
            </a:r>
          </a:p>
        </p:txBody>
      </p:sp>
      <p:sp>
        <p:nvSpPr>
          <p:cNvPr id="16" name="Rectangle 15">
            <a:extLst>
              <a:ext uri="{FF2B5EF4-FFF2-40B4-BE49-F238E27FC236}">
                <a16:creationId xmlns:a16="http://schemas.microsoft.com/office/drawing/2014/main" id="{A54F3ACB-BFDF-0E69-D47E-D9A861FF4F45}"/>
              </a:ext>
            </a:extLst>
          </p:cNvPr>
          <p:cNvSpPr/>
          <p:nvPr/>
        </p:nvSpPr>
        <p:spPr>
          <a:xfrm>
            <a:off x="6362700" y="3940429"/>
            <a:ext cx="5562596" cy="359710"/>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Fiscal Deficit &amp; Government Spending</a:t>
            </a:r>
          </a:p>
        </p:txBody>
      </p:sp>
      <p:grpSp>
        <p:nvGrpSpPr>
          <p:cNvPr id="21" name="Group 20">
            <a:extLst>
              <a:ext uri="{FF2B5EF4-FFF2-40B4-BE49-F238E27FC236}">
                <a16:creationId xmlns:a16="http://schemas.microsoft.com/office/drawing/2014/main" id="{633FFB4E-4B1E-83D2-AD5B-8F3EDC9FAF30}"/>
              </a:ext>
            </a:extLst>
          </p:cNvPr>
          <p:cNvGrpSpPr/>
          <p:nvPr/>
        </p:nvGrpSpPr>
        <p:grpSpPr>
          <a:xfrm>
            <a:off x="294656" y="1486225"/>
            <a:ext cx="5829300" cy="2478917"/>
            <a:chOff x="6316405" y="1461512"/>
            <a:chExt cx="5562598" cy="2478917"/>
          </a:xfrm>
        </p:grpSpPr>
        <p:graphicFrame>
          <p:nvGraphicFramePr>
            <p:cNvPr id="18" name="Chart 17">
              <a:extLst>
                <a:ext uri="{FF2B5EF4-FFF2-40B4-BE49-F238E27FC236}">
                  <a16:creationId xmlns:a16="http://schemas.microsoft.com/office/drawing/2014/main" id="{314E5116-D87A-56BB-3E9D-94830379364A}"/>
                </a:ext>
              </a:extLst>
            </p:cNvPr>
            <p:cNvGraphicFramePr>
              <a:graphicFrameLocks/>
            </p:cNvGraphicFramePr>
            <p:nvPr>
              <p:extLst>
                <p:ext uri="{D42A27DB-BD31-4B8C-83A1-F6EECF244321}">
                  <p14:modId xmlns:p14="http://schemas.microsoft.com/office/powerpoint/2010/main" val="876748085"/>
                </p:ext>
              </p:extLst>
            </p:nvPr>
          </p:nvGraphicFramePr>
          <p:xfrm>
            <a:off x="6316405" y="1461512"/>
            <a:ext cx="5562598" cy="2478917"/>
          </p:xfrm>
          <a:graphic>
            <a:graphicData uri="http://schemas.openxmlformats.org/drawingml/2006/chart">
              <c:chart xmlns:c="http://schemas.openxmlformats.org/drawingml/2006/chart" xmlns:r="http://schemas.openxmlformats.org/officeDocument/2006/relationships" r:id="rId2"/>
            </a:graphicData>
          </a:graphic>
        </p:graphicFrame>
        <p:sp>
          <p:nvSpPr>
            <p:cNvPr id="19" name="Rectangle 18">
              <a:extLst>
                <a:ext uri="{FF2B5EF4-FFF2-40B4-BE49-F238E27FC236}">
                  <a16:creationId xmlns:a16="http://schemas.microsoft.com/office/drawing/2014/main" id="{014EAB93-A0A2-3572-36FA-F16B4C0854BF}"/>
                </a:ext>
              </a:extLst>
            </p:cNvPr>
            <p:cNvSpPr/>
            <p:nvPr/>
          </p:nvSpPr>
          <p:spPr>
            <a:xfrm>
              <a:off x="6607074" y="3509894"/>
              <a:ext cx="5108703" cy="377288"/>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600" dirty="0">
                  <a:solidFill>
                    <a:schemeClr val="tx1"/>
                  </a:solidFill>
                  <a:latin typeface="Century Gothic" panose="020B0502020202020204" pitchFamily="34" charset="0"/>
                </a:rPr>
                <a:t>As per World Bank’s Long-Term Growth Modeling (LTGM), India’s long-term GDP growth rate is projected to stabilize around </a:t>
              </a:r>
              <a:r>
                <a:rPr lang="en-US" sz="600" b="1" dirty="0">
                  <a:solidFill>
                    <a:schemeClr val="tx1"/>
                  </a:solidFill>
                  <a:latin typeface="Century Gothic" panose="020B0502020202020204" pitchFamily="34" charset="0"/>
                </a:rPr>
                <a:t>6.5% by 2035</a:t>
              </a:r>
              <a:r>
                <a:rPr lang="en-US" sz="600" dirty="0">
                  <a:solidFill>
                    <a:schemeClr val="tx1"/>
                  </a:solidFill>
                  <a:latin typeface="Century Gothic" panose="020B0502020202020204" pitchFamily="34" charset="0"/>
                </a:rPr>
                <a:t>, before gradually slowing to </a:t>
              </a:r>
              <a:r>
                <a:rPr lang="en-US" sz="600" b="1" dirty="0">
                  <a:solidFill>
                    <a:schemeClr val="tx1"/>
                  </a:solidFill>
                  <a:latin typeface="Century Gothic" panose="020B0502020202020204" pitchFamily="34" charset="0"/>
                </a:rPr>
                <a:t>5.5% by 2050</a:t>
              </a:r>
              <a:r>
                <a:rPr lang="en-US" sz="600" dirty="0">
                  <a:solidFill>
                    <a:schemeClr val="tx1"/>
                  </a:solidFill>
                  <a:latin typeface="Century Gothic" panose="020B0502020202020204" pitchFamily="34" charset="0"/>
                </a:rPr>
                <a:t>, reflecting economic maturation and demographic shifts.</a:t>
              </a:r>
            </a:p>
          </p:txBody>
        </p:sp>
      </p:grpSp>
      <p:sp>
        <p:nvSpPr>
          <p:cNvPr id="11" name="Rectangle 10">
            <a:extLst>
              <a:ext uri="{FF2B5EF4-FFF2-40B4-BE49-F238E27FC236}">
                <a16:creationId xmlns:a16="http://schemas.microsoft.com/office/drawing/2014/main" id="{58817052-217E-4BDD-C134-541E34C7F7B9}"/>
              </a:ext>
            </a:extLst>
          </p:cNvPr>
          <p:cNvSpPr/>
          <p:nvPr/>
        </p:nvSpPr>
        <p:spPr>
          <a:xfrm>
            <a:off x="5433645" y="1636715"/>
            <a:ext cx="517442" cy="1894323"/>
          </a:xfrm>
          <a:prstGeom prst="rect">
            <a:avLst/>
          </a:prstGeom>
          <a:solidFill>
            <a:schemeClr val="bg1">
              <a:lumMod val="50000"/>
              <a:alpha val="30000"/>
            </a:schemeClr>
          </a:solidFill>
          <a:ln>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graphicFrame>
        <p:nvGraphicFramePr>
          <p:cNvPr id="23" name="Chart 22">
            <a:extLst>
              <a:ext uri="{FF2B5EF4-FFF2-40B4-BE49-F238E27FC236}">
                <a16:creationId xmlns:a16="http://schemas.microsoft.com/office/drawing/2014/main" id="{5CBF31A5-E956-A06E-E1FB-7EB88BC7B8B5}"/>
              </a:ext>
            </a:extLst>
          </p:cNvPr>
          <p:cNvGraphicFramePr>
            <a:graphicFrameLocks/>
          </p:cNvGraphicFramePr>
          <p:nvPr>
            <p:extLst>
              <p:ext uri="{D42A27DB-BD31-4B8C-83A1-F6EECF244321}">
                <p14:modId xmlns:p14="http://schemas.microsoft.com/office/powerpoint/2010/main" val="3420335771"/>
              </p:ext>
            </p:extLst>
          </p:nvPr>
        </p:nvGraphicFramePr>
        <p:xfrm>
          <a:off x="9240253" y="1571960"/>
          <a:ext cx="2685044" cy="19590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23">
            <a:extLst>
              <a:ext uri="{FF2B5EF4-FFF2-40B4-BE49-F238E27FC236}">
                <a16:creationId xmlns:a16="http://schemas.microsoft.com/office/drawing/2014/main" id="{16F0BB70-516C-C186-4801-0C5713FB7547}"/>
              </a:ext>
            </a:extLst>
          </p:cNvPr>
          <p:cNvGraphicFramePr>
            <a:graphicFrameLocks/>
          </p:cNvGraphicFramePr>
          <p:nvPr>
            <p:extLst>
              <p:ext uri="{D42A27DB-BD31-4B8C-83A1-F6EECF244321}">
                <p14:modId xmlns:p14="http://schemas.microsoft.com/office/powerpoint/2010/main" val="2302406899"/>
              </p:ext>
            </p:extLst>
          </p:nvPr>
        </p:nvGraphicFramePr>
        <p:xfrm>
          <a:off x="6362700" y="1571959"/>
          <a:ext cx="2704684" cy="1959079"/>
        </p:xfrm>
        <a:graphic>
          <a:graphicData uri="http://schemas.openxmlformats.org/drawingml/2006/chart">
            <c:chart xmlns:c="http://schemas.openxmlformats.org/drawingml/2006/chart" xmlns:r="http://schemas.openxmlformats.org/officeDocument/2006/relationships" r:id="rId4"/>
          </a:graphicData>
        </a:graphic>
      </p:graphicFrame>
      <p:sp>
        <p:nvSpPr>
          <p:cNvPr id="25" name="Rectangle 24">
            <a:extLst>
              <a:ext uri="{FF2B5EF4-FFF2-40B4-BE49-F238E27FC236}">
                <a16:creationId xmlns:a16="http://schemas.microsoft.com/office/drawing/2014/main" id="{0BDDE32E-F603-EA83-44C9-47EE8F15FBDB}"/>
              </a:ext>
            </a:extLst>
          </p:cNvPr>
          <p:cNvSpPr/>
          <p:nvPr/>
        </p:nvSpPr>
        <p:spPr>
          <a:xfrm>
            <a:off x="6528443" y="3540703"/>
            <a:ext cx="5353643" cy="377288"/>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600" dirty="0">
                <a:solidFill>
                  <a:schemeClr val="tx1"/>
                </a:solidFill>
                <a:latin typeface="Century Gothic" panose="020B0502020202020204" pitchFamily="34" charset="0"/>
              </a:rPr>
              <a:t>The Reserve Bank of India (RBI) has projected the Consumer Price Index (CPI) inflation to average </a:t>
            </a:r>
            <a:r>
              <a:rPr lang="en-US" sz="600" b="1" dirty="0">
                <a:solidFill>
                  <a:schemeClr val="tx1"/>
                </a:solidFill>
                <a:latin typeface="Century Gothic" panose="020B0502020202020204" pitchFamily="34" charset="0"/>
              </a:rPr>
              <a:t>4.8%</a:t>
            </a:r>
            <a:r>
              <a:rPr lang="en-US" sz="600" dirty="0">
                <a:solidFill>
                  <a:schemeClr val="tx1"/>
                </a:solidFill>
                <a:latin typeface="Century Gothic" panose="020B0502020202020204" pitchFamily="34" charset="0"/>
              </a:rPr>
              <a:t> for the fiscal year 2024-25 (FY25) and to moderate to </a:t>
            </a:r>
            <a:r>
              <a:rPr lang="en-US" sz="600" b="1" dirty="0">
                <a:solidFill>
                  <a:schemeClr val="tx1"/>
                </a:solidFill>
                <a:latin typeface="Century Gothic" panose="020B0502020202020204" pitchFamily="34" charset="0"/>
              </a:rPr>
              <a:t>4.2% </a:t>
            </a:r>
            <a:r>
              <a:rPr lang="en-US" sz="600" dirty="0">
                <a:solidFill>
                  <a:schemeClr val="tx1"/>
                </a:solidFill>
                <a:latin typeface="Century Gothic" panose="020B0502020202020204" pitchFamily="34" charset="0"/>
              </a:rPr>
              <a:t>for FY26.</a:t>
            </a:r>
          </a:p>
        </p:txBody>
      </p:sp>
      <p:graphicFrame>
        <p:nvGraphicFramePr>
          <p:cNvPr id="27" name="Chart 26">
            <a:extLst>
              <a:ext uri="{FF2B5EF4-FFF2-40B4-BE49-F238E27FC236}">
                <a16:creationId xmlns:a16="http://schemas.microsoft.com/office/drawing/2014/main" id="{6E8F3C6A-DC9F-9A08-36FD-C3A4927DDB3C}"/>
              </a:ext>
            </a:extLst>
          </p:cNvPr>
          <p:cNvGraphicFramePr>
            <a:graphicFrameLocks/>
          </p:cNvGraphicFramePr>
          <p:nvPr>
            <p:extLst>
              <p:ext uri="{D42A27DB-BD31-4B8C-83A1-F6EECF244321}">
                <p14:modId xmlns:p14="http://schemas.microsoft.com/office/powerpoint/2010/main" val="45649118"/>
              </p:ext>
            </p:extLst>
          </p:nvPr>
        </p:nvGraphicFramePr>
        <p:xfrm>
          <a:off x="3277311" y="4403790"/>
          <a:ext cx="2818689" cy="2267220"/>
        </p:xfrm>
        <a:graphic>
          <a:graphicData uri="http://schemas.openxmlformats.org/drawingml/2006/chart">
            <c:chart xmlns:c="http://schemas.openxmlformats.org/drawingml/2006/chart" xmlns:r="http://schemas.openxmlformats.org/officeDocument/2006/relationships" r:id="rId5"/>
          </a:graphicData>
        </a:graphic>
      </p:graphicFrame>
      <p:sp>
        <p:nvSpPr>
          <p:cNvPr id="28" name="Rectangle 27">
            <a:extLst>
              <a:ext uri="{FF2B5EF4-FFF2-40B4-BE49-F238E27FC236}">
                <a16:creationId xmlns:a16="http://schemas.microsoft.com/office/drawing/2014/main" id="{D91F6EA6-02F3-B629-C1BD-9DBD231BF86E}"/>
              </a:ext>
            </a:extLst>
          </p:cNvPr>
          <p:cNvSpPr/>
          <p:nvPr/>
        </p:nvSpPr>
        <p:spPr>
          <a:xfrm>
            <a:off x="6362700" y="4410588"/>
            <a:ext cx="2704684" cy="226722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Fiscal Deficit Reduction:</a:t>
            </a:r>
            <a:r>
              <a:rPr lang="en-US" sz="700" dirty="0">
                <a:solidFill>
                  <a:schemeClr val="tx1"/>
                </a:solidFill>
                <a:latin typeface="Century Gothic" panose="020B0502020202020204" pitchFamily="34" charset="0"/>
              </a:rPr>
              <a:t> The government aims to decrease the fiscal deficit from </a:t>
            </a:r>
            <a:r>
              <a:rPr lang="en-US" sz="700" b="1" dirty="0">
                <a:solidFill>
                  <a:schemeClr val="tx1"/>
                </a:solidFill>
                <a:latin typeface="Century Gothic" panose="020B0502020202020204" pitchFamily="34" charset="0"/>
              </a:rPr>
              <a:t>4.8% of GDP in FY 2024-25</a:t>
            </a:r>
            <a:r>
              <a:rPr lang="en-US" sz="700" dirty="0">
                <a:solidFill>
                  <a:schemeClr val="tx1"/>
                </a:solidFill>
                <a:latin typeface="Century Gothic" panose="020B0502020202020204" pitchFamily="34" charset="0"/>
              </a:rPr>
              <a:t> to </a:t>
            </a:r>
            <a:r>
              <a:rPr lang="en-US" sz="700" b="1" dirty="0">
                <a:solidFill>
                  <a:schemeClr val="tx1"/>
                </a:solidFill>
                <a:latin typeface="Century Gothic" panose="020B0502020202020204" pitchFamily="34" charset="0"/>
              </a:rPr>
              <a:t>4.4% in FY 2025-26</a:t>
            </a:r>
            <a:r>
              <a:rPr lang="en-US" sz="700" dirty="0">
                <a:solidFill>
                  <a:schemeClr val="tx1"/>
                </a:solidFill>
                <a:latin typeface="Century Gothic" panose="020B0502020202020204" pitchFamily="34" charset="0"/>
              </a:rPr>
              <a:t>, demonstrating a commitment to fiscal consolidation.</a:t>
            </a:r>
          </a:p>
          <a:p>
            <a:pPr marL="171450" indent="-171450" algn="just">
              <a:buFont typeface="Arial" panose="020B0604020202020204" pitchFamily="34" charset="0"/>
              <a:buChar char="•"/>
            </a:pPr>
            <a:endParaRPr lang="en-US" sz="7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Expenditure Growth:</a:t>
            </a:r>
            <a:r>
              <a:rPr lang="en-US" sz="700" dirty="0">
                <a:solidFill>
                  <a:schemeClr val="tx1"/>
                </a:solidFill>
                <a:latin typeface="Century Gothic" panose="020B0502020202020204" pitchFamily="34" charset="0"/>
              </a:rPr>
              <a:t> Total government expenditure for </a:t>
            </a:r>
            <a:r>
              <a:rPr lang="en-US" sz="700" b="1" dirty="0">
                <a:solidFill>
                  <a:schemeClr val="tx1"/>
                </a:solidFill>
                <a:latin typeface="Century Gothic" panose="020B0502020202020204" pitchFamily="34" charset="0"/>
              </a:rPr>
              <a:t>FY 2025-26</a:t>
            </a:r>
            <a:r>
              <a:rPr lang="en-US" sz="700" dirty="0">
                <a:solidFill>
                  <a:schemeClr val="tx1"/>
                </a:solidFill>
                <a:latin typeface="Century Gothic" panose="020B0502020202020204" pitchFamily="34" charset="0"/>
              </a:rPr>
              <a:t> is projected at </a:t>
            </a:r>
            <a:r>
              <a:rPr lang="en-AE" sz="700" b="1" dirty="0">
                <a:solidFill>
                  <a:schemeClr val="tx1"/>
                </a:solidFill>
                <a:latin typeface="Century Gothic" panose="020B0502020202020204" pitchFamily="34" charset="0"/>
              </a:rPr>
              <a:t>₹50.65 </a:t>
            </a:r>
            <a:r>
              <a:rPr lang="en-US" sz="700" b="1" dirty="0">
                <a:solidFill>
                  <a:schemeClr val="tx1"/>
                </a:solidFill>
                <a:latin typeface="Century Gothic" panose="020B0502020202020204" pitchFamily="34" charset="0"/>
              </a:rPr>
              <a:t>trillion</a:t>
            </a:r>
            <a:r>
              <a:rPr lang="en-US" sz="700" dirty="0">
                <a:solidFill>
                  <a:schemeClr val="tx1"/>
                </a:solidFill>
                <a:latin typeface="Century Gothic" panose="020B0502020202020204" pitchFamily="34" charset="0"/>
              </a:rPr>
              <a:t>, a </a:t>
            </a:r>
            <a:r>
              <a:rPr lang="en-US" sz="700" b="1" dirty="0">
                <a:solidFill>
                  <a:schemeClr val="tx1"/>
                </a:solidFill>
                <a:latin typeface="Century Gothic" panose="020B0502020202020204" pitchFamily="34" charset="0"/>
              </a:rPr>
              <a:t>7.4% increase</a:t>
            </a:r>
            <a:r>
              <a:rPr lang="en-US" sz="700" dirty="0">
                <a:solidFill>
                  <a:schemeClr val="tx1"/>
                </a:solidFill>
                <a:latin typeface="Century Gothic" panose="020B0502020202020204" pitchFamily="34" charset="0"/>
              </a:rPr>
              <a:t> over the revised estimates for </a:t>
            </a:r>
            <a:r>
              <a:rPr lang="en-US" sz="700" b="1" dirty="0">
                <a:solidFill>
                  <a:schemeClr val="tx1"/>
                </a:solidFill>
                <a:latin typeface="Century Gothic" panose="020B0502020202020204" pitchFamily="34" charset="0"/>
              </a:rPr>
              <a:t>FY 2024-25</a:t>
            </a:r>
            <a:r>
              <a:rPr lang="en-US" sz="700" dirty="0">
                <a:solidFill>
                  <a:schemeClr val="tx1"/>
                </a:solidFill>
                <a:latin typeface="Century Gothic" panose="020B0502020202020204" pitchFamily="34" charset="0"/>
              </a:rPr>
              <a:t>, with capital expenditure earmarked at </a:t>
            </a:r>
            <a:r>
              <a:rPr lang="en-AE" sz="700" b="1" dirty="0">
                <a:solidFill>
                  <a:schemeClr val="tx1"/>
                </a:solidFill>
                <a:latin typeface="Century Gothic" panose="020B0502020202020204" pitchFamily="34" charset="0"/>
              </a:rPr>
              <a:t>₹11.21 </a:t>
            </a:r>
            <a:r>
              <a:rPr lang="en-US" sz="700" b="1" dirty="0">
                <a:solidFill>
                  <a:schemeClr val="tx1"/>
                </a:solidFill>
                <a:latin typeface="Century Gothic" panose="020B0502020202020204" pitchFamily="34" charset="0"/>
              </a:rPr>
              <a:t>trillion</a:t>
            </a:r>
            <a:r>
              <a:rPr lang="en-US" sz="700" dirty="0">
                <a:solidFill>
                  <a:schemeClr val="tx1"/>
                </a:solidFill>
                <a:latin typeface="Century Gothic" panose="020B0502020202020204" pitchFamily="34" charset="0"/>
              </a:rPr>
              <a:t> (3.1% of GDP) to boost infrastructure development.  </a:t>
            </a:r>
          </a:p>
          <a:p>
            <a:pPr marL="171450" indent="-171450" algn="just">
              <a:buFont typeface="Arial" panose="020B0604020202020204" pitchFamily="34" charset="0"/>
              <a:buChar char="•"/>
            </a:pPr>
            <a:endParaRPr lang="en-US" sz="7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Gross Borrowing Plans:</a:t>
            </a:r>
            <a:r>
              <a:rPr lang="en-US" sz="700" dirty="0">
                <a:solidFill>
                  <a:schemeClr val="tx1"/>
                </a:solidFill>
                <a:latin typeface="Century Gothic" panose="020B0502020202020204" pitchFamily="34" charset="0"/>
              </a:rPr>
              <a:t> The government plans to raise </a:t>
            </a:r>
            <a:r>
              <a:rPr lang="en-AE" sz="700" b="1" dirty="0">
                <a:solidFill>
                  <a:schemeClr val="tx1"/>
                </a:solidFill>
                <a:latin typeface="Century Gothic" panose="020B0502020202020204" pitchFamily="34" charset="0"/>
              </a:rPr>
              <a:t>₹8 </a:t>
            </a:r>
            <a:r>
              <a:rPr lang="en-US" sz="700" b="1" dirty="0">
                <a:solidFill>
                  <a:schemeClr val="tx1"/>
                </a:solidFill>
                <a:latin typeface="Century Gothic" panose="020B0502020202020204" pitchFamily="34" charset="0"/>
              </a:rPr>
              <a:t>trillion</a:t>
            </a:r>
            <a:r>
              <a:rPr lang="en-US" sz="700" dirty="0">
                <a:solidFill>
                  <a:schemeClr val="tx1"/>
                </a:solidFill>
                <a:latin typeface="Century Gothic" panose="020B0502020202020204" pitchFamily="34" charset="0"/>
              </a:rPr>
              <a:t> through bond sales from </a:t>
            </a:r>
            <a:r>
              <a:rPr lang="en-US" sz="700" b="1" dirty="0">
                <a:solidFill>
                  <a:schemeClr val="tx1"/>
                </a:solidFill>
                <a:latin typeface="Century Gothic" panose="020B0502020202020204" pitchFamily="34" charset="0"/>
              </a:rPr>
              <a:t>April to September 2025</a:t>
            </a:r>
            <a:r>
              <a:rPr lang="en-US" sz="700" dirty="0">
                <a:solidFill>
                  <a:schemeClr val="tx1"/>
                </a:solidFill>
                <a:latin typeface="Century Gothic" panose="020B0502020202020204" pitchFamily="34" charset="0"/>
              </a:rPr>
              <a:t>, accounting for </a:t>
            </a:r>
            <a:r>
              <a:rPr lang="en-US" sz="700" b="1" dirty="0">
                <a:solidFill>
                  <a:schemeClr val="tx1"/>
                </a:solidFill>
                <a:latin typeface="Century Gothic" panose="020B0502020202020204" pitchFamily="34" charset="0"/>
              </a:rPr>
              <a:t>54%</a:t>
            </a:r>
            <a:r>
              <a:rPr lang="en-US" sz="700" dirty="0">
                <a:solidFill>
                  <a:schemeClr val="tx1"/>
                </a:solidFill>
                <a:latin typeface="Century Gothic" panose="020B0502020202020204" pitchFamily="34" charset="0"/>
              </a:rPr>
              <a:t> of the estimated gross borrowing for the upcoming fiscal year.  </a:t>
            </a:r>
          </a:p>
          <a:p>
            <a:pPr marL="171450" indent="-171450" algn="just">
              <a:buFont typeface="Arial" panose="020B0604020202020204" pitchFamily="34" charset="0"/>
              <a:buChar char="•"/>
            </a:pPr>
            <a:endParaRPr lang="en-US" sz="7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700" b="1" dirty="0">
                <a:solidFill>
                  <a:schemeClr val="tx1"/>
                </a:solidFill>
                <a:latin typeface="Century Gothic" panose="020B0502020202020204" pitchFamily="34" charset="0"/>
              </a:rPr>
              <a:t>Debt-to-GDP Ratio Goal:</a:t>
            </a:r>
            <a:r>
              <a:rPr lang="en-US" sz="700" dirty="0">
                <a:solidFill>
                  <a:schemeClr val="tx1"/>
                </a:solidFill>
                <a:latin typeface="Century Gothic" panose="020B0502020202020204" pitchFamily="34" charset="0"/>
              </a:rPr>
              <a:t> A strategic objective has been set to reduce the central government’s debt-to-GDP ratio from </a:t>
            </a:r>
            <a:r>
              <a:rPr lang="en-US" sz="700" b="1" dirty="0">
                <a:solidFill>
                  <a:schemeClr val="tx1"/>
                </a:solidFill>
                <a:latin typeface="Century Gothic" panose="020B0502020202020204" pitchFamily="34" charset="0"/>
              </a:rPr>
              <a:t>57.1% in FY 2024-25</a:t>
            </a:r>
            <a:r>
              <a:rPr lang="en-US" sz="700" dirty="0">
                <a:solidFill>
                  <a:schemeClr val="tx1"/>
                </a:solidFill>
                <a:latin typeface="Century Gothic" panose="020B0502020202020204" pitchFamily="34" charset="0"/>
              </a:rPr>
              <a:t> to </a:t>
            </a:r>
            <a:r>
              <a:rPr lang="en-US" sz="700" b="1" dirty="0">
                <a:solidFill>
                  <a:schemeClr val="tx1"/>
                </a:solidFill>
                <a:latin typeface="Century Gothic" panose="020B0502020202020204" pitchFamily="34" charset="0"/>
              </a:rPr>
              <a:t>50% by March 2031</a:t>
            </a:r>
            <a:r>
              <a:rPr lang="en-US" sz="700" dirty="0">
                <a:solidFill>
                  <a:schemeClr val="tx1"/>
                </a:solidFill>
                <a:latin typeface="Century Gothic" panose="020B0502020202020204" pitchFamily="34" charset="0"/>
              </a:rPr>
              <a:t>, promoting long-term fiscal sustainability.</a:t>
            </a:r>
          </a:p>
        </p:txBody>
      </p:sp>
      <p:graphicFrame>
        <p:nvGraphicFramePr>
          <p:cNvPr id="29" name="Chart 28">
            <a:extLst>
              <a:ext uri="{FF2B5EF4-FFF2-40B4-BE49-F238E27FC236}">
                <a16:creationId xmlns:a16="http://schemas.microsoft.com/office/drawing/2014/main" id="{70D0501B-227E-FB01-7702-B993B4ACD0AD}"/>
              </a:ext>
            </a:extLst>
          </p:cNvPr>
          <p:cNvGraphicFramePr>
            <a:graphicFrameLocks/>
          </p:cNvGraphicFramePr>
          <p:nvPr>
            <p:extLst>
              <p:ext uri="{D42A27DB-BD31-4B8C-83A1-F6EECF244321}">
                <p14:modId xmlns:p14="http://schemas.microsoft.com/office/powerpoint/2010/main" val="1383636545"/>
              </p:ext>
            </p:extLst>
          </p:nvPr>
        </p:nvGraphicFramePr>
        <p:xfrm>
          <a:off x="9240253" y="4403790"/>
          <a:ext cx="2685043" cy="226722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1019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3DDFD-C4BD-5BBB-72F0-69353DE20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3936C-FBFA-182B-F8DA-747A90A75D08}"/>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F6133E1F-5618-E0F2-56C1-5A86A33243BE}"/>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DE78AECC-AD72-4DC7-E871-E937120681C1}"/>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65100F60-2966-8EF5-3BBC-3DB786EA3B40}"/>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94A5269E-5AEB-17F9-9135-C073E3BA5F67}"/>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Capital Market Performance in INR</a:t>
            </a:r>
          </a:p>
        </p:txBody>
      </p:sp>
      <p:sp>
        <p:nvSpPr>
          <p:cNvPr id="18" name="Rectangle 17">
            <a:extLst>
              <a:ext uri="{FF2B5EF4-FFF2-40B4-BE49-F238E27FC236}">
                <a16:creationId xmlns:a16="http://schemas.microsoft.com/office/drawing/2014/main" id="{A28C7BB9-0B5E-D33B-13B9-DFB14A4A4888}"/>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73703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6DA7E-3C34-AA99-E4E6-A529DA19840B}"/>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350B16D-F460-BB16-C945-AFDEDDE46CD9}"/>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5E01E992-2A37-04E6-47A0-DF1E91641434}"/>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Capital Market Performance in INR - Indices</a:t>
            </a:r>
          </a:p>
        </p:txBody>
      </p:sp>
      <p:sp>
        <p:nvSpPr>
          <p:cNvPr id="3" name="Rectangle 2">
            <a:extLst>
              <a:ext uri="{FF2B5EF4-FFF2-40B4-BE49-F238E27FC236}">
                <a16:creationId xmlns:a16="http://schemas.microsoft.com/office/drawing/2014/main" id="{E8A902F4-BB53-BF8B-ED69-8326E145CED3}"/>
              </a:ext>
            </a:extLst>
          </p:cNvPr>
          <p:cNvSpPr/>
          <p:nvPr/>
        </p:nvSpPr>
        <p:spPr>
          <a:xfrm>
            <a:off x="266701" y="1095438"/>
            <a:ext cx="34664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Major Indices (10 Year Performance)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2015 = 100)</a:t>
            </a:r>
          </a:p>
        </p:txBody>
      </p:sp>
      <p:sp>
        <p:nvSpPr>
          <p:cNvPr id="6" name="Rectangle 5">
            <a:extLst>
              <a:ext uri="{FF2B5EF4-FFF2-40B4-BE49-F238E27FC236}">
                <a16:creationId xmlns:a16="http://schemas.microsoft.com/office/drawing/2014/main" id="{E255E973-52A1-82E1-E550-923152F3E6BB}"/>
              </a:ext>
            </a:extLst>
          </p:cNvPr>
          <p:cNvSpPr/>
          <p:nvPr/>
        </p:nvSpPr>
        <p:spPr>
          <a:xfrm>
            <a:off x="266701" y="3934063"/>
            <a:ext cx="34664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10 Years</a:t>
            </a:r>
          </a:p>
        </p:txBody>
      </p:sp>
      <p:sp>
        <p:nvSpPr>
          <p:cNvPr id="12" name="Rectangle 11">
            <a:extLst>
              <a:ext uri="{FF2B5EF4-FFF2-40B4-BE49-F238E27FC236}">
                <a16:creationId xmlns:a16="http://schemas.microsoft.com/office/drawing/2014/main" id="{B25812D1-641D-5DDD-0D45-A5E286AA39E1}"/>
              </a:ext>
            </a:extLst>
          </p:cNvPr>
          <p:cNvSpPr/>
          <p:nvPr/>
        </p:nvSpPr>
        <p:spPr>
          <a:xfrm>
            <a:off x="4024087" y="1095436"/>
            <a:ext cx="3307899"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Major Indices (6 Year Performance)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2019 = 100)</a:t>
            </a:r>
          </a:p>
        </p:txBody>
      </p:sp>
      <p:sp>
        <p:nvSpPr>
          <p:cNvPr id="16" name="Rectangle 15">
            <a:extLst>
              <a:ext uri="{FF2B5EF4-FFF2-40B4-BE49-F238E27FC236}">
                <a16:creationId xmlns:a16="http://schemas.microsoft.com/office/drawing/2014/main" id="{070FC19E-2E24-E354-5C3B-B417C30C1670}"/>
              </a:ext>
            </a:extLst>
          </p:cNvPr>
          <p:cNvSpPr/>
          <p:nvPr/>
        </p:nvSpPr>
        <p:spPr>
          <a:xfrm>
            <a:off x="4024087" y="3940429"/>
            <a:ext cx="3307899"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6 Years</a:t>
            </a:r>
          </a:p>
        </p:txBody>
      </p:sp>
      <p:cxnSp>
        <p:nvCxnSpPr>
          <p:cNvPr id="10" name="Straight Arrow Connector 9">
            <a:extLst>
              <a:ext uri="{FF2B5EF4-FFF2-40B4-BE49-F238E27FC236}">
                <a16:creationId xmlns:a16="http://schemas.microsoft.com/office/drawing/2014/main" id="{ACD42F2B-67E8-63AE-FE1A-3FC20C8C4936}"/>
              </a:ext>
            </a:extLst>
          </p:cNvPr>
          <p:cNvCxnSpPr>
            <a:cxnSpLocks/>
          </p:cNvCxnSpPr>
          <p:nvPr/>
        </p:nvCxnSpPr>
        <p:spPr>
          <a:xfrm flipV="1">
            <a:off x="604434" y="2336899"/>
            <a:ext cx="2975674" cy="504232"/>
          </a:xfrm>
          <a:prstGeom prst="straightConnector1">
            <a:avLst/>
          </a:prstGeom>
          <a:ln w="19050">
            <a:solidFill>
              <a:schemeClr val="accent2">
                <a:lumMod val="50000"/>
              </a:schemeClr>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217EECF-F992-0430-7DD9-0E55B3E54079}"/>
              </a:ext>
            </a:extLst>
          </p:cNvPr>
          <p:cNvGrpSpPr/>
          <p:nvPr/>
        </p:nvGrpSpPr>
        <p:grpSpPr>
          <a:xfrm>
            <a:off x="266701" y="1526276"/>
            <a:ext cx="3466496" cy="2330752"/>
            <a:chOff x="266701" y="1526276"/>
            <a:chExt cx="3466496" cy="2330752"/>
          </a:xfrm>
        </p:grpSpPr>
        <p:graphicFrame>
          <p:nvGraphicFramePr>
            <p:cNvPr id="17" name="Chart 16">
              <a:extLst>
                <a:ext uri="{FF2B5EF4-FFF2-40B4-BE49-F238E27FC236}">
                  <a16:creationId xmlns:a16="http://schemas.microsoft.com/office/drawing/2014/main" id="{487E3D19-CD58-2379-32CE-7F6F12317FC7}"/>
                </a:ext>
              </a:extLst>
            </p:cNvPr>
            <p:cNvGraphicFramePr>
              <a:graphicFrameLocks/>
            </p:cNvGraphicFramePr>
            <p:nvPr>
              <p:extLst>
                <p:ext uri="{D42A27DB-BD31-4B8C-83A1-F6EECF244321}">
                  <p14:modId xmlns:p14="http://schemas.microsoft.com/office/powerpoint/2010/main" val="3721337610"/>
                </p:ext>
              </p:extLst>
            </p:nvPr>
          </p:nvGraphicFramePr>
          <p:xfrm>
            <a:off x="266701" y="1526276"/>
            <a:ext cx="3466496" cy="2330752"/>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Straight Arrow Connector 17">
              <a:extLst>
                <a:ext uri="{FF2B5EF4-FFF2-40B4-BE49-F238E27FC236}">
                  <a16:creationId xmlns:a16="http://schemas.microsoft.com/office/drawing/2014/main" id="{0D62A602-9EC6-EF84-5A46-3F7043E7E340}"/>
                </a:ext>
              </a:extLst>
            </p:cNvPr>
            <p:cNvCxnSpPr>
              <a:cxnSpLocks/>
            </p:cNvCxnSpPr>
            <p:nvPr/>
          </p:nvCxnSpPr>
          <p:spPr>
            <a:xfrm flipV="1">
              <a:off x="604434" y="1929646"/>
              <a:ext cx="2975674" cy="911485"/>
            </a:xfrm>
            <a:prstGeom prst="straightConnector1">
              <a:avLst/>
            </a:prstGeom>
            <a:ln w="19050">
              <a:solidFill>
                <a:srgbClr val="0070C0"/>
              </a:solidFill>
              <a:prstDash val="sysDot"/>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E364B43-B77E-F0F5-4F57-4D7846774BED}"/>
                </a:ext>
              </a:extLst>
            </p:cNvPr>
            <p:cNvSpPr txBox="1"/>
            <p:nvPr/>
          </p:nvSpPr>
          <p:spPr>
            <a:xfrm rot="20713408">
              <a:off x="2249735" y="2038586"/>
              <a:ext cx="747320" cy="215444"/>
            </a:xfrm>
            <a:prstGeom prst="rect">
              <a:avLst/>
            </a:prstGeom>
            <a:noFill/>
            <a:ln>
              <a:noFill/>
            </a:ln>
            <a:effectLst/>
          </p:spPr>
          <p:txBody>
            <a:bodyPr wrap="none" rtlCol="0">
              <a:spAutoFit/>
            </a:bodyPr>
            <a:lstStyle/>
            <a:p>
              <a:r>
                <a:rPr lang="en-AE" sz="800" b="1" dirty="0">
                  <a:solidFill>
                    <a:srgbClr val="0096FF"/>
                  </a:solidFill>
                  <a:latin typeface="Century Gothic" panose="020B0502020202020204" pitchFamily="34" charset="0"/>
                </a:rPr>
                <a:t>CAGR: 15%</a:t>
              </a:r>
            </a:p>
          </p:txBody>
        </p:sp>
      </p:grpSp>
      <p:sp>
        <p:nvSpPr>
          <p:cNvPr id="13" name="TextBox 12">
            <a:extLst>
              <a:ext uri="{FF2B5EF4-FFF2-40B4-BE49-F238E27FC236}">
                <a16:creationId xmlns:a16="http://schemas.microsoft.com/office/drawing/2014/main" id="{D072A8C8-322B-BEB3-A577-454D753C8735}"/>
              </a:ext>
            </a:extLst>
          </p:cNvPr>
          <p:cNvSpPr txBox="1"/>
          <p:nvPr/>
        </p:nvSpPr>
        <p:spPr>
          <a:xfrm rot="20847676">
            <a:off x="2832228" y="2429232"/>
            <a:ext cx="747320"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11%</a:t>
            </a:r>
          </a:p>
        </p:txBody>
      </p:sp>
      <p:graphicFrame>
        <p:nvGraphicFramePr>
          <p:cNvPr id="32" name="Chart 31">
            <a:extLst>
              <a:ext uri="{FF2B5EF4-FFF2-40B4-BE49-F238E27FC236}">
                <a16:creationId xmlns:a16="http://schemas.microsoft.com/office/drawing/2014/main" id="{0924094B-1F96-6E48-BAE8-8E1393361586}"/>
              </a:ext>
            </a:extLst>
          </p:cNvPr>
          <p:cNvGraphicFramePr>
            <a:graphicFrameLocks/>
          </p:cNvGraphicFramePr>
          <p:nvPr>
            <p:extLst>
              <p:ext uri="{D42A27DB-BD31-4B8C-83A1-F6EECF244321}">
                <p14:modId xmlns:p14="http://schemas.microsoft.com/office/powerpoint/2010/main" val="1085342564"/>
              </p:ext>
            </p:extLst>
          </p:nvPr>
        </p:nvGraphicFramePr>
        <p:xfrm>
          <a:off x="4024087" y="1526277"/>
          <a:ext cx="3307897" cy="2330752"/>
        </p:xfrm>
        <a:graphic>
          <a:graphicData uri="http://schemas.openxmlformats.org/drawingml/2006/chart">
            <c:chart xmlns:c="http://schemas.openxmlformats.org/drawingml/2006/chart" xmlns:r="http://schemas.openxmlformats.org/officeDocument/2006/relationships" r:id="rId4"/>
          </a:graphicData>
        </a:graphic>
      </p:graphicFrame>
      <p:sp>
        <p:nvSpPr>
          <p:cNvPr id="33" name="TextBox 32">
            <a:extLst>
              <a:ext uri="{FF2B5EF4-FFF2-40B4-BE49-F238E27FC236}">
                <a16:creationId xmlns:a16="http://schemas.microsoft.com/office/drawing/2014/main" id="{01F3582D-CAAC-DB86-0210-83662CAD1CA2}"/>
              </a:ext>
            </a:extLst>
          </p:cNvPr>
          <p:cNvSpPr txBox="1"/>
          <p:nvPr/>
        </p:nvSpPr>
        <p:spPr>
          <a:xfrm rot="21168168">
            <a:off x="6381741" y="2363889"/>
            <a:ext cx="747320"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13%</a:t>
            </a:r>
          </a:p>
        </p:txBody>
      </p:sp>
      <p:grpSp>
        <p:nvGrpSpPr>
          <p:cNvPr id="4" name="Group 3">
            <a:extLst>
              <a:ext uri="{FF2B5EF4-FFF2-40B4-BE49-F238E27FC236}">
                <a16:creationId xmlns:a16="http://schemas.microsoft.com/office/drawing/2014/main" id="{F356407E-EA8D-5B83-F8BB-AC7C616B157A}"/>
              </a:ext>
            </a:extLst>
          </p:cNvPr>
          <p:cNvGrpSpPr/>
          <p:nvPr/>
        </p:nvGrpSpPr>
        <p:grpSpPr>
          <a:xfrm>
            <a:off x="266702" y="4395860"/>
            <a:ext cx="3466496" cy="2305712"/>
            <a:chOff x="266701" y="4370808"/>
            <a:chExt cx="5829300" cy="2305712"/>
          </a:xfrm>
        </p:grpSpPr>
        <p:graphicFrame>
          <p:nvGraphicFramePr>
            <p:cNvPr id="2" name="Chart 1">
              <a:extLst>
                <a:ext uri="{FF2B5EF4-FFF2-40B4-BE49-F238E27FC236}">
                  <a16:creationId xmlns:a16="http://schemas.microsoft.com/office/drawing/2014/main" id="{A872142C-350D-7260-6306-DA88E0A7FD90}"/>
                </a:ext>
              </a:extLst>
            </p:cNvPr>
            <p:cNvGraphicFramePr>
              <a:graphicFrameLocks/>
            </p:cNvGraphicFramePr>
            <p:nvPr>
              <p:extLst>
                <p:ext uri="{D42A27DB-BD31-4B8C-83A1-F6EECF244321}">
                  <p14:modId xmlns:p14="http://schemas.microsoft.com/office/powerpoint/2010/main" val="1190975711"/>
                </p:ext>
              </p:extLst>
            </p:nvPr>
          </p:nvGraphicFramePr>
          <p:xfrm>
            <a:off x="266701" y="4377174"/>
            <a:ext cx="5829300" cy="2299346"/>
          </p:xfrm>
          <a:graphic>
            <a:graphicData uri="http://schemas.openxmlformats.org/drawingml/2006/chart">
              <c:chart xmlns:c="http://schemas.openxmlformats.org/drawingml/2006/chart" xmlns:r="http://schemas.openxmlformats.org/officeDocument/2006/relationships" r:id="rId5"/>
            </a:graphicData>
          </a:graphic>
        </p:graphicFrame>
        <p:sp>
          <p:nvSpPr>
            <p:cNvPr id="37" name="Rectangle 36">
              <a:extLst>
                <a:ext uri="{FF2B5EF4-FFF2-40B4-BE49-F238E27FC236}">
                  <a16:creationId xmlns:a16="http://schemas.microsoft.com/office/drawing/2014/main" id="{03A73C95-CB0E-BB09-3429-C74A5F331E04}"/>
                </a:ext>
              </a:extLst>
            </p:cNvPr>
            <p:cNvSpPr/>
            <p:nvPr/>
          </p:nvSpPr>
          <p:spPr>
            <a:xfrm>
              <a:off x="2137741" y="4370808"/>
              <a:ext cx="1169902" cy="193962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sp>
          <p:nvSpPr>
            <p:cNvPr id="39" name="Rectangle 38">
              <a:extLst>
                <a:ext uri="{FF2B5EF4-FFF2-40B4-BE49-F238E27FC236}">
                  <a16:creationId xmlns:a16="http://schemas.microsoft.com/office/drawing/2014/main" id="{3872106B-9981-E87A-935B-4E7D7743B378}"/>
                </a:ext>
              </a:extLst>
            </p:cNvPr>
            <p:cNvSpPr/>
            <p:nvPr/>
          </p:nvSpPr>
          <p:spPr>
            <a:xfrm>
              <a:off x="4674849" y="4370808"/>
              <a:ext cx="1187114" cy="1933982"/>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grpSp>
      <p:sp>
        <p:nvSpPr>
          <p:cNvPr id="21" name="Rectangle 20">
            <a:extLst>
              <a:ext uri="{FF2B5EF4-FFF2-40B4-BE49-F238E27FC236}">
                <a16:creationId xmlns:a16="http://schemas.microsoft.com/office/drawing/2014/main" id="{672ED7D7-98C1-47FE-6BA7-68FC919389D9}"/>
              </a:ext>
            </a:extLst>
          </p:cNvPr>
          <p:cNvSpPr/>
          <p:nvPr/>
        </p:nvSpPr>
        <p:spPr>
          <a:xfrm>
            <a:off x="7622874" y="1091651"/>
            <a:ext cx="4302424"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50 (10 Years, daily returns)</a:t>
            </a:r>
          </a:p>
        </p:txBody>
      </p:sp>
      <p:sp>
        <p:nvSpPr>
          <p:cNvPr id="31" name="Rectangle 30">
            <a:extLst>
              <a:ext uri="{FF2B5EF4-FFF2-40B4-BE49-F238E27FC236}">
                <a16:creationId xmlns:a16="http://schemas.microsoft.com/office/drawing/2014/main" id="{79B4B506-0396-72A1-A2AC-D154B585E97E}"/>
              </a:ext>
            </a:extLst>
          </p:cNvPr>
          <p:cNvSpPr/>
          <p:nvPr/>
        </p:nvSpPr>
        <p:spPr>
          <a:xfrm>
            <a:off x="7622874" y="3934063"/>
            <a:ext cx="4302425"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50 (10 Years, Monthly returns)</a:t>
            </a:r>
          </a:p>
        </p:txBody>
      </p:sp>
      <p:graphicFrame>
        <p:nvGraphicFramePr>
          <p:cNvPr id="8" name="Chart 7">
            <a:extLst>
              <a:ext uri="{FF2B5EF4-FFF2-40B4-BE49-F238E27FC236}">
                <a16:creationId xmlns:a16="http://schemas.microsoft.com/office/drawing/2014/main" id="{5B91F9F9-23B1-2690-1067-7D207C196325}"/>
              </a:ext>
            </a:extLst>
          </p:cNvPr>
          <p:cNvGraphicFramePr>
            <a:graphicFrameLocks/>
          </p:cNvGraphicFramePr>
          <p:nvPr>
            <p:extLst>
              <p:ext uri="{D42A27DB-BD31-4B8C-83A1-F6EECF244321}">
                <p14:modId xmlns:p14="http://schemas.microsoft.com/office/powerpoint/2010/main" val="2566730594"/>
              </p:ext>
            </p:extLst>
          </p:nvPr>
        </p:nvGraphicFramePr>
        <p:xfrm>
          <a:off x="4024084" y="4402226"/>
          <a:ext cx="3307899" cy="2299346"/>
        </p:xfrm>
        <a:graphic>
          <a:graphicData uri="http://schemas.openxmlformats.org/drawingml/2006/chart">
            <c:chart xmlns:c="http://schemas.openxmlformats.org/drawingml/2006/chart" xmlns:r="http://schemas.openxmlformats.org/officeDocument/2006/relationships" r:id="rId6"/>
          </a:graphicData>
        </a:graphic>
      </p:graphicFrame>
      <p:sp>
        <p:nvSpPr>
          <p:cNvPr id="11" name="Rectangle 10">
            <a:extLst>
              <a:ext uri="{FF2B5EF4-FFF2-40B4-BE49-F238E27FC236}">
                <a16:creationId xmlns:a16="http://schemas.microsoft.com/office/drawing/2014/main" id="{2BF7C99F-1204-16A0-1B68-2FE0BFB91B8A}"/>
              </a:ext>
            </a:extLst>
          </p:cNvPr>
          <p:cNvSpPr/>
          <p:nvPr/>
        </p:nvSpPr>
        <p:spPr>
          <a:xfrm>
            <a:off x="6521450" y="4377174"/>
            <a:ext cx="663121" cy="1927616"/>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sp>
        <p:nvSpPr>
          <p:cNvPr id="15" name="Rectangle 14">
            <a:extLst>
              <a:ext uri="{FF2B5EF4-FFF2-40B4-BE49-F238E27FC236}">
                <a16:creationId xmlns:a16="http://schemas.microsoft.com/office/drawing/2014/main" id="{9D311ADE-65AA-CF73-F790-050C6D8EE073}"/>
              </a:ext>
            </a:extLst>
          </p:cNvPr>
          <p:cNvSpPr/>
          <p:nvPr/>
        </p:nvSpPr>
        <p:spPr>
          <a:xfrm>
            <a:off x="5081451" y="4377174"/>
            <a:ext cx="626432" cy="1927616"/>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pic>
        <p:nvPicPr>
          <p:cNvPr id="20" name="Picture 19">
            <a:extLst>
              <a:ext uri="{FF2B5EF4-FFF2-40B4-BE49-F238E27FC236}">
                <a16:creationId xmlns:a16="http://schemas.microsoft.com/office/drawing/2014/main" id="{6134F834-8AAF-F6DA-87FE-FF75CB5B4EF3}"/>
              </a:ext>
            </a:extLst>
          </p:cNvPr>
          <p:cNvPicPr>
            <a:picLocks noChangeAspect="1"/>
          </p:cNvPicPr>
          <p:nvPr/>
        </p:nvPicPr>
        <p:blipFill>
          <a:blip r:embed="rId7"/>
          <a:stretch>
            <a:fillRect/>
          </a:stretch>
        </p:blipFill>
        <p:spPr>
          <a:xfrm>
            <a:off x="8092988" y="1526276"/>
            <a:ext cx="3325334" cy="2353054"/>
          </a:xfrm>
          <a:prstGeom prst="rect">
            <a:avLst/>
          </a:prstGeom>
          <a:ln>
            <a:solidFill>
              <a:schemeClr val="tx1"/>
            </a:solidFill>
          </a:ln>
        </p:spPr>
      </p:pic>
      <p:pic>
        <p:nvPicPr>
          <p:cNvPr id="22" name="Picture 21">
            <a:extLst>
              <a:ext uri="{FF2B5EF4-FFF2-40B4-BE49-F238E27FC236}">
                <a16:creationId xmlns:a16="http://schemas.microsoft.com/office/drawing/2014/main" id="{90FA1301-F418-F234-EB63-3F99B7503BA2}"/>
              </a:ext>
            </a:extLst>
          </p:cNvPr>
          <p:cNvPicPr>
            <a:picLocks noChangeAspect="1"/>
          </p:cNvPicPr>
          <p:nvPr/>
        </p:nvPicPr>
        <p:blipFill>
          <a:blip r:embed="rId8"/>
          <a:stretch>
            <a:fillRect/>
          </a:stretch>
        </p:blipFill>
        <p:spPr>
          <a:xfrm>
            <a:off x="8102221" y="4395859"/>
            <a:ext cx="3326581" cy="2278525"/>
          </a:xfrm>
          <a:prstGeom prst="rect">
            <a:avLst/>
          </a:prstGeom>
          <a:ln>
            <a:solidFill>
              <a:schemeClr val="tx1"/>
            </a:solidFill>
          </a:ln>
        </p:spPr>
      </p:pic>
      <p:sp>
        <p:nvSpPr>
          <p:cNvPr id="7" name="Rectangle 6">
            <a:extLst>
              <a:ext uri="{FF2B5EF4-FFF2-40B4-BE49-F238E27FC236}">
                <a16:creationId xmlns:a16="http://schemas.microsoft.com/office/drawing/2014/main" id="{C54D08C0-60F3-C82D-4B16-C3CD6D8E5C48}"/>
              </a:ext>
            </a:extLst>
          </p:cNvPr>
          <p:cNvSpPr/>
          <p:nvPr/>
        </p:nvSpPr>
        <p:spPr>
          <a:xfrm>
            <a:off x="6667837" y="3429000"/>
            <a:ext cx="299405" cy="1557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Rectangle 8">
            <a:extLst>
              <a:ext uri="{FF2B5EF4-FFF2-40B4-BE49-F238E27FC236}">
                <a16:creationId xmlns:a16="http://schemas.microsoft.com/office/drawing/2014/main" id="{FBF410B1-D1FC-FF02-CAE0-FEECFA0418F3}"/>
              </a:ext>
            </a:extLst>
          </p:cNvPr>
          <p:cNvSpPr/>
          <p:nvPr/>
        </p:nvSpPr>
        <p:spPr>
          <a:xfrm>
            <a:off x="6392708" y="3614864"/>
            <a:ext cx="299405" cy="1557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Tree>
    <p:extLst>
      <p:ext uri="{BB962C8B-B14F-4D97-AF65-F5344CB8AC3E}">
        <p14:creationId xmlns:p14="http://schemas.microsoft.com/office/powerpoint/2010/main" val="1114155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D6043-2314-790B-8CDA-FB88C07894A4}"/>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669F3AAE-CC2B-3E87-6AC0-76B67989AE8C}"/>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A8ED6799-5E01-9333-0AF6-8D7FEC12FE0B}"/>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Capital Market Performance in INR - Sectors</a:t>
            </a:r>
          </a:p>
        </p:txBody>
      </p:sp>
      <p:sp>
        <p:nvSpPr>
          <p:cNvPr id="3" name="Rectangle 2">
            <a:extLst>
              <a:ext uri="{FF2B5EF4-FFF2-40B4-BE49-F238E27FC236}">
                <a16:creationId xmlns:a16="http://schemas.microsoft.com/office/drawing/2014/main" id="{D55B3A92-27AA-06A1-B55F-A83E31F90A11}"/>
              </a:ext>
            </a:extLst>
          </p:cNvPr>
          <p:cNvSpPr/>
          <p:nvPr/>
        </p:nvSpPr>
        <p:spPr>
          <a:xfrm>
            <a:off x="266699" y="1095438"/>
            <a:ext cx="3452817"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Sectoral Performance (10 Years)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2015 = 100)</a:t>
            </a:r>
          </a:p>
        </p:txBody>
      </p:sp>
      <p:sp>
        <p:nvSpPr>
          <p:cNvPr id="12" name="Rectangle 11">
            <a:extLst>
              <a:ext uri="{FF2B5EF4-FFF2-40B4-BE49-F238E27FC236}">
                <a16:creationId xmlns:a16="http://schemas.microsoft.com/office/drawing/2014/main" id="{98FD5E8A-03EC-8767-23FE-09A6C5364773}"/>
              </a:ext>
            </a:extLst>
          </p:cNvPr>
          <p:cNvSpPr/>
          <p:nvPr/>
        </p:nvSpPr>
        <p:spPr>
          <a:xfrm>
            <a:off x="4023887" y="1095436"/>
            <a:ext cx="3418315"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Sectoral Performance (6 Years)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2019 = 100)</a:t>
            </a:r>
          </a:p>
        </p:txBody>
      </p:sp>
      <p:grpSp>
        <p:nvGrpSpPr>
          <p:cNvPr id="7" name="Group 6">
            <a:extLst>
              <a:ext uri="{FF2B5EF4-FFF2-40B4-BE49-F238E27FC236}">
                <a16:creationId xmlns:a16="http://schemas.microsoft.com/office/drawing/2014/main" id="{3DAF1605-68E6-AF09-F18D-A870EBFBFF10}"/>
              </a:ext>
            </a:extLst>
          </p:cNvPr>
          <p:cNvGrpSpPr/>
          <p:nvPr/>
        </p:nvGrpSpPr>
        <p:grpSpPr>
          <a:xfrm>
            <a:off x="266696" y="1524000"/>
            <a:ext cx="3452817" cy="2333029"/>
            <a:chOff x="266696" y="1524000"/>
            <a:chExt cx="5829300" cy="2333029"/>
          </a:xfrm>
        </p:grpSpPr>
        <p:graphicFrame>
          <p:nvGraphicFramePr>
            <p:cNvPr id="4" name="Chart 3">
              <a:extLst>
                <a:ext uri="{FF2B5EF4-FFF2-40B4-BE49-F238E27FC236}">
                  <a16:creationId xmlns:a16="http://schemas.microsoft.com/office/drawing/2014/main" id="{BFE53B09-DFAB-5A4D-B5FA-E999E53767DB}"/>
                </a:ext>
              </a:extLst>
            </p:cNvPr>
            <p:cNvGraphicFramePr>
              <a:graphicFrameLocks/>
            </p:cNvGraphicFramePr>
            <p:nvPr>
              <p:extLst>
                <p:ext uri="{D42A27DB-BD31-4B8C-83A1-F6EECF244321}">
                  <p14:modId xmlns:p14="http://schemas.microsoft.com/office/powerpoint/2010/main" val="119674500"/>
                </p:ext>
              </p:extLst>
            </p:nvPr>
          </p:nvGraphicFramePr>
          <p:xfrm>
            <a:off x="266696" y="1524000"/>
            <a:ext cx="5829300" cy="2333029"/>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Arrow Connector 9">
              <a:extLst>
                <a:ext uri="{FF2B5EF4-FFF2-40B4-BE49-F238E27FC236}">
                  <a16:creationId xmlns:a16="http://schemas.microsoft.com/office/drawing/2014/main" id="{96E6228B-B1D9-B482-E46A-718EE6736019}"/>
                </a:ext>
              </a:extLst>
            </p:cNvPr>
            <p:cNvCxnSpPr>
              <a:cxnSpLocks/>
            </p:cNvCxnSpPr>
            <p:nvPr/>
          </p:nvCxnSpPr>
          <p:spPr>
            <a:xfrm flipV="1">
              <a:off x="742500" y="2494483"/>
              <a:ext cx="5129309" cy="345874"/>
            </a:xfrm>
            <a:prstGeom prst="straightConnector1">
              <a:avLst/>
            </a:prstGeom>
            <a:ln w="28575">
              <a:solidFill>
                <a:schemeClr val="accent2">
                  <a:lumMod val="50000"/>
                </a:schemeClr>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BD5A29D-A187-1F03-9657-8DBB527340C1}"/>
                </a:ext>
              </a:extLst>
            </p:cNvPr>
            <p:cNvSpPr txBox="1"/>
            <p:nvPr/>
          </p:nvSpPr>
          <p:spPr>
            <a:xfrm rot="21235679">
              <a:off x="4830154" y="2618081"/>
              <a:ext cx="1113495"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7%</a:t>
              </a:r>
            </a:p>
          </p:txBody>
        </p:sp>
        <p:cxnSp>
          <p:nvCxnSpPr>
            <p:cNvPr id="18" name="Straight Arrow Connector 17">
              <a:extLst>
                <a:ext uri="{FF2B5EF4-FFF2-40B4-BE49-F238E27FC236}">
                  <a16:creationId xmlns:a16="http://schemas.microsoft.com/office/drawing/2014/main" id="{EFACCCB7-86F7-1092-24C1-7D2BE7CB3672}"/>
                </a:ext>
              </a:extLst>
            </p:cNvPr>
            <p:cNvCxnSpPr>
              <a:cxnSpLocks/>
            </p:cNvCxnSpPr>
            <p:nvPr/>
          </p:nvCxnSpPr>
          <p:spPr>
            <a:xfrm flipV="1">
              <a:off x="742500" y="2037144"/>
              <a:ext cx="5129309" cy="796847"/>
            </a:xfrm>
            <a:prstGeom prst="straightConnector1">
              <a:avLst/>
            </a:prstGeom>
            <a:ln w="28575">
              <a:solidFill>
                <a:srgbClr val="0070C0"/>
              </a:solidFill>
              <a:prstDash val="sysDot"/>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F81F30-0D7D-02F9-8CC3-B721DF9FE039}"/>
                </a:ext>
              </a:extLst>
            </p:cNvPr>
            <p:cNvSpPr txBox="1"/>
            <p:nvPr/>
          </p:nvSpPr>
          <p:spPr>
            <a:xfrm rot="20789389">
              <a:off x="2522927" y="2166656"/>
              <a:ext cx="1206674" cy="215444"/>
            </a:xfrm>
            <a:prstGeom prst="rect">
              <a:avLst/>
            </a:prstGeom>
            <a:noFill/>
            <a:ln>
              <a:noFill/>
            </a:ln>
            <a:effectLst/>
          </p:spPr>
          <p:txBody>
            <a:bodyPr wrap="none" rtlCol="0">
              <a:spAutoFit/>
            </a:bodyPr>
            <a:lstStyle/>
            <a:p>
              <a:r>
                <a:rPr lang="en-AE" sz="800" b="1" dirty="0">
                  <a:solidFill>
                    <a:srgbClr val="0096FF"/>
                  </a:solidFill>
                  <a:latin typeface="Century Gothic" panose="020B0502020202020204" pitchFamily="34" charset="0"/>
                </a:rPr>
                <a:t>CAGR: 12%</a:t>
              </a:r>
            </a:p>
          </p:txBody>
        </p:sp>
      </p:grpSp>
      <p:grpSp>
        <p:nvGrpSpPr>
          <p:cNvPr id="11" name="Group 10">
            <a:extLst>
              <a:ext uri="{FF2B5EF4-FFF2-40B4-BE49-F238E27FC236}">
                <a16:creationId xmlns:a16="http://schemas.microsoft.com/office/drawing/2014/main" id="{13449FD6-C647-5095-A6B6-448326F05E03}"/>
              </a:ext>
            </a:extLst>
          </p:cNvPr>
          <p:cNvGrpSpPr/>
          <p:nvPr/>
        </p:nvGrpSpPr>
        <p:grpSpPr>
          <a:xfrm>
            <a:off x="266699" y="3934063"/>
            <a:ext cx="3452818" cy="2777488"/>
            <a:chOff x="266700" y="3934063"/>
            <a:chExt cx="5829301" cy="2742457"/>
          </a:xfrm>
        </p:grpSpPr>
        <p:sp>
          <p:nvSpPr>
            <p:cNvPr id="6" name="Rectangle 5">
              <a:extLst>
                <a:ext uri="{FF2B5EF4-FFF2-40B4-BE49-F238E27FC236}">
                  <a16:creationId xmlns:a16="http://schemas.microsoft.com/office/drawing/2014/main" id="{8FF73220-C4FF-8794-4990-245CD57B2589}"/>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10 Years</a:t>
              </a:r>
            </a:p>
          </p:txBody>
        </p:sp>
        <p:graphicFrame>
          <p:nvGraphicFramePr>
            <p:cNvPr id="2" name="Chart 1">
              <a:extLst>
                <a:ext uri="{FF2B5EF4-FFF2-40B4-BE49-F238E27FC236}">
                  <a16:creationId xmlns:a16="http://schemas.microsoft.com/office/drawing/2014/main" id="{C34409EF-AB34-2931-97B3-B28ABEC82BF4}"/>
                </a:ext>
              </a:extLst>
            </p:cNvPr>
            <p:cNvGraphicFramePr>
              <a:graphicFrameLocks/>
            </p:cNvGraphicFramePr>
            <p:nvPr>
              <p:extLst>
                <p:ext uri="{D42A27DB-BD31-4B8C-83A1-F6EECF244321}">
                  <p14:modId xmlns:p14="http://schemas.microsoft.com/office/powerpoint/2010/main" val="1760626915"/>
                </p:ext>
              </p:extLst>
            </p:nvPr>
          </p:nvGraphicFramePr>
          <p:xfrm>
            <a:off x="266702" y="4402097"/>
            <a:ext cx="5829299" cy="2274423"/>
          </p:xfrm>
          <a:graphic>
            <a:graphicData uri="http://schemas.openxmlformats.org/drawingml/2006/chart">
              <c:chart xmlns:c="http://schemas.openxmlformats.org/drawingml/2006/chart" xmlns:r="http://schemas.openxmlformats.org/officeDocument/2006/relationships" r:id="rId4"/>
            </a:graphicData>
          </a:graphic>
        </p:graphicFrame>
      </p:grpSp>
      <p:graphicFrame>
        <p:nvGraphicFramePr>
          <p:cNvPr id="32" name="Chart 31">
            <a:extLst>
              <a:ext uri="{FF2B5EF4-FFF2-40B4-BE49-F238E27FC236}">
                <a16:creationId xmlns:a16="http://schemas.microsoft.com/office/drawing/2014/main" id="{F38AE535-7B28-77D6-BC4C-6F87B0CE2EC5}"/>
              </a:ext>
            </a:extLst>
          </p:cNvPr>
          <p:cNvGraphicFramePr>
            <a:graphicFrameLocks/>
          </p:cNvGraphicFramePr>
          <p:nvPr>
            <p:extLst>
              <p:ext uri="{D42A27DB-BD31-4B8C-83A1-F6EECF244321}">
                <p14:modId xmlns:p14="http://schemas.microsoft.com/office/powerpoint/2010/main" val="2906421631"/>
              </p:ext>
            </p:extLst>
          </p:nvPr>
        </p:nvGraphicFramePr>
        <p:xfrm>
          <a:off x="4023887" y="1526277"/>
          <a:ext cx="3418313" cy="2330752"/>
        </p:xfrm>
        <a:graphic>
          <a:graphicData uri="http://schemas.openxmlformats.org/drawingml/2006/chart">
            <c:chart xmlns:c="http://schemas.openxmlformats.org/drawingml/2006/chart" xmlns:r="http://schemas.openxmlformats.org/officeDocument/2006/relationships" r:id="rId5"/>
          </a:graphicData>
        </a:graphic>
      </p:graphicFrame>
      <p:sp>
        <p:nvSpPr>
          <p:cNvPr id="33" name="TextBox 32">
            <a:extLst>
              <a:ext uri="{FF2B5EF4-FFF2-40B4-BE49-F238E27FC236}">
                <a16:creationId xmlns:a16="http://schemas.microsoft.com/office/drawing/2014/main" id="{6AA00C1F-2CFA-2358-D4FB-E8375F1A72E1}"/>
              </a:ext>
            </a:extLst>
          </p:cNvPr>
          <p:cNvSpPr txBox="1"/>
          <p:nvPr/>
        </p:nvSpPr>
        <p:spPr>
          <a:xfrm rot="21301474">
            <a:off x="6555098" y="2412548"/>
            <a:ext cx="747320"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10%</a:t>
            </a:r>
          </a:p>
        </p:txBody>
      </p:sp>
      <p:sp>
        <p:nvSpPr>
          <p:cNvPr id="16" name="Rectangle 15">
            <a:extLst>
              <a:ext uri="{FF2B5EF4-FFF2-40B4-BE49-F238E27FC236}">
                <a16:creationId xmlns:a16="http://schemas.microsoft.com/office/drawing/2014/main" id="{3CE09995-73A3-7ED5-8D1E-EC71131640FD}"/>
              </a:ext>
            </a:extLst>
          </p:cNvPr>
          <p:cNvSpPr/>
          <p:nvPr/>
        </p:nvSpPr>
        <p:spPr>
          <a:xfrm>
            <a:off x="4023887" y="3940429"/>
            <a:ext cx="3418315"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6 Years</a:t>
            </a:r>
          </a:p>
        </p:txBody>
      </p:sp>
      <p:graphicFrame>
        <p:nvGraphicFramePr>
          <p:cNvPr id="34" name="Chart 33">
            <a:extLst>
              <a:ext uri="{FF2B5EF4-FFF2-40B4-BE49-F238E27FC236}">
                <a16:creationId xmlns:a16="http://schemas.microsoft.com/office/drawing/2014/main" id="{AA1ABD1A-12B5-245B-0283-DE4ABAD086C8}"/>
              </a:ext>
            </a:extLst>
          </p:cNvPr>
          <p:cNvGraphicFramePr>
            <a:graphicFrameLocks/>
          </p:cNvGraphicFramePr>
          <p:nvPr>
            <p:extLst>
              <p:ext uri="{D42A27DB-BD31-4B8C-83A1-F6EECF244321}">
                <p14:modId xmlns:p14="http://schemas.microsoft.com/office/powerpoint/2010/main" val="4017943896"/>
              </p:ext>
            </p:extLst>
          </p:nvPr>
        </p:nvGraphicFramePr>
        <p:xfrm>
          <a:off x="4023886" y="4399928"/>
          <a:ext cx="3418313" cy="2305672"/>
        </p:xfrm>
        <a:graphic>
          <a:graphicData uri="http://schemas.openxmlformats.org/drawingml/2006/chart">
            <c:chart xmlns:c="http://schemas.openxmlformats.org/drawingml/2006/chart" xmlns:r="http://schemas.openxmlformats.org/officeDocument/2006/relationships" r:id="rId6"/>
          </a:graphicData>
        </a:graphic>
      </p:graphicFrame>
      <p:sp>
        <p:nvSpPr>
          <p:cNvPr id="37" name="Rectangle 36">
            <a:extLst>
              <a:ext uri="{FF2B5EF4-FFF2-40B4-BE49-F238E27FC236}">
                <a16:creationId xmlns:a16="http://schemas.microsoft.com/office/drawing/2014/main" id="{5599B165-D923-D109-78C1-CBFD97606027}"/>
              </a:ext>
            </a:extLst>
          </p:cNvPr>
          <p:cNvSpPr/>
          <p:nvPr/>
        </p:nvSpPr>
        <p:spPr>
          <a:xfrm>
            <a:off x="1235853" y="4402097"/>
            <a:ext cx="659039" cy="1908339"/>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39" name="Rectangle 38">
            <a:extLst>
              <a:ext uri="{FF2B5EF4-FFF2-40B4-BE49-F238E27FC236}">
                <a16:creationId xmlns:a16="http://schemas.microsoft.com/office/drawing/2014/main" id="{FB40C82F-C852-1FD9-C0B8-9B606D559848}"/>
              </a:ext>
            </a:extLst>
          </p:cNvPr>
          <p:cNvSpPr/>
          <p:nvPr/>
        </p:nvSpPr>
        <p:spPr>
          <a:xfrm>
            <a:off x="2489561" y="4402097"/>
            <a:ext cx="593926" cy="190833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5" name="Rectangle 14">
            <a:extLst>
              <a:ext uri="{FF2B5EF4-FFF2-40B4-BE49-F238E27FC236}">
                <a16:creationId xmlns:a16="http://schemas.microsoft.com/office/drawing/2014/main" id="{B5A4AEB0-BA06-D5AA-A922-24C84C5EC622}"/>
              </a:ext>
            </a:extLst>
          </p:cNvPr>
          <p:cNvSpPr/>
          <p:nvPr/>
        </p:nvSpPr>
        <p:spPr>
          <a:xfrm>
            <a:off x="7622874" y="1091651"/>
            <a:ext cx="4302424"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IT (10 Years, Monthly returns)</a:t>
            </a:r>
          </a:p>
        </p:txBody>
      </p:sp>
      <p:sp>
        <p:nvSpPr>
          <p:cNvPr id="17" name="Rectangle 16">
            <a:extLst>
              <a:ext uri="{FF2B5EF4-FFF2-40B4-BE49-F238E27FC236}">
                <a16:creationId xmlns:a16="http://schemas.microsoft.com/office/drawing/2014/main" id="{DC43D8EA-D865-A8C6-FAE9-8336E9BC59BA}"/>
              </a:ext>
            </a:extLst>
          </p:cNvPr>
          <p:cNvSpPr/>
          <p:nvPr/>
        </p:nvSpPr>
        <p:spPr>
          <a:xfrm>
            <a:off x="7622874" y="3934063"/>
            <a:ext cx="4302424" cy="372442"/>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Infra (6 Years, Monthly returns)</a:t>
            </a:r>
          </a:p>
        </p:txBody>
      </p:sp>
      <p:pic>
        <p:nvPicPr>
          <p:cNvPr id="9" name="Picture 8">
            <a:extLst>
              <a:ext uri="{FF2B5EF4-FFF2-40B4-BE49-F238E27FC236}">
                <a16:creationId xmlns:a16="http://schemas.microsoft.com/office/drawing/2014/main" id="{E48FE5F9-311E-AAB3-7592-3845516A1CE7}"/>
              </a:ext>
            </a:extLst>
          </p:cNvPr>
          <p:cNvPicPr>
            <a:picLocks noChangeAspect="1"/>
          </p:cNvPicPr>
          <p:nvPr/>
        </p:nvPicPr>
        <p:blipFill>
          <a:blip r:embed="rId7"/>
          <a:stretch>
            <a:fillRect/>
          </a:stretch>
        </p:blipFill>
        <p:spPr>
          <a:xfrm>
            <a:off x="8144656" y="4399927"/>
            <a:ext cx="3244385" cy="2295431"/>
          </a:xfrm>
          <a:prstGeom prst="rect">
            <a:avLst/>
          </a:prstGeom>
          <a:ln>
            <a:solidFill>
              <a:schemeClr val="tx1"/>
            </a:solidFill>
          </a:ln>
        </p:spPr>
      </p:pic>
      <p:pic>
        <p:nvPicPr>
          <p:cNvPr id="14" name="Picture 13">
            <a:extLst>
              <a:ext uri="{FF2B5EF4-FFF2-40B4-BE49-F238E27FC236}">
                <a16:creationId xmlns:a16="http://schemas.microsoft.com/office/drawing/2014/main" id="{55430DE3-21CA-EFFA-E1C5-74FA2DA888A5}"/>
              </a:ext>
            </a:extLst>
          </p:cNvPr>
          <p:cNvPicPr>
            <a:picLocks noChangeAspect="1"/>
          </p:cNvPicPr>
          <p:nvPr/>
        </p:nvPicPr>
        <p:blipFill>
          <a:blip r:embed="rId8"/>
          <a:stretch>
            <a:fillRect/>
          </a:stretch>
        </p:blipFill>
        <p:spPr>
          <a:xfrm>
            <a:off x="8205638" y="1524000"/>
            <a:ext cx="3136897" cy="2315830"/>
          </a:xfrm>
          <a:prstGeom prst="rect">
            <a:avLst/>
          </a:prstGeom>
          <a:ln>
            <a:solidFill>
              <a:schemeClr val="tx1"/>
            </a:solidFill>
          </a:ln>
        </p:spPr>
      </p:pic>
    </p:spTree>
    <p:extLst>
      <p:ext uri="{BB962C8B-B14F-4D97-AF65-F5344CB8AC3E}">
        <p14:creationId xmlns:p14="http://schemas.microsoft.com/office/powerpoint/2010/main" val="426351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DF4A-DFAA-E6E5-FB64-23CD2045D85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A0A2AC57-D1EE-9078-9CB2-E2FE07F65A2F}"/>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4A7A1E36-0B29-08DB-0ADE-E366F3F32625}"/>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Capital Market Performance in INR – Volatility</a:t>
            </a:r>
          </a:p>
        </p:txBody>
      </p:sp>
      <p:sp>
        <p:nvSpPr>
          <p:cNvPr id="3" name="Rectangle 2">
            <a:extLst>
              <a:ext uri="{FF2B5EF4-FFF2-40B4-BE49-F238E27FC236}">
                <a16:creationId xmlns:a16="http://schemas.microsoft.com/office/drawing/2014/main" id="{EAE14F73-A431-7178-0B40-1121F4E07E88}"/>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Annualized Volatility - Indices</a:t>
            </a:r>
          </a:p>
        </p:txBody>
      </p:sp>
      <p:sp>
        <p:nvSpPr>
          <p:cNvPr id="6" name="Rectangle 5">
            <a:extLst>
              <a:ext uri="{FF2B5EF4-FFF2-40B4-BE49-F238E27FC236}">
                <a16:creationId xmlns:a16="http://schemas.microsoft.com/office/drawing/2014/main" id="{CBCFD757-263D-B7CF-0C93-1B01809A5D5B}"/>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Rolling Volatility (1 month) - Indices</a:t>
            </a:r>
          </a:p>
        </p:txBody>
      </p:sp>
      <p:sp>
        <p:nvSpPr>
          <p:cNvPr id="12" name="Rectangle 11">
            <a:extLst>
              <a:ext uri="{FF2B5EF4-FFF2-40B4-BE49-F238E27FC236}">
                <a16:creationId xmlns:a16="http://schemas.microsoft.com/office/drawing/2014/main" id="{4A5FA515-61B5-D247-8F83-5B5143473DB8}"/>
              </a:ext>
            </a:extLst>
          </p:cNvPr>
          <p:cNvSpPr/>
          <p:nvPr/>
        </p:nvSpPr>
        <p:spPr>
          <a:xfrm>
            <a:off x="6362700" y="1095436"/>
            <a:ext cx="5562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Annualized Volatility - Sectors</a:t>
            </a:r>
          </a:p>
        </p:txBody>
      </p:sp>
      <p:sp>
        <p:nvSpPr>
          <p:cNvPr id="16" name="Rectangle 15">
            <a:extLst>
              <a:ext uri="{FF2B5EF4-FFF2-40B4-BE49-F238E27FC236}">
                <a16:creationId xmlns:a16="http://schemas.microsoft.com/office/drawing/2014/main" id="{4597614D-9CA5-E294-599D-17107ADDE34F}"/>
              </a:ext>
            </a:extLst>
          </p:cNvPr>
          <p:cNvSpPr/>
          <p:nvPr/>
        </p:nvSpPr>
        <p:spPr>
          <a:xfrm>
            <a:off x="6362700" y="3940429"/>
            <a:ext cx="5562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Rolling Volatility (1 month) - Sectors</a:t>
            </a:r>
          </a:p>
        </p:txBody>
      </p:sp>
      <p:graphicFrame>
        <p:nvGraphicFramePr>
          <p:cNvPr id="7" name="Chart 6">
            <a:extLst>
              <a:ext uri="{FF2B5EF4-FFF2-40B4-BE49-F238E27FC236}">
                <a16:creationId xmlns:a16="http://schemas.microsoft.com/office/drawing/2014/main" id="{121A487E-AB2C-9D5C-102B-A5C023637120}"/>
              </a:ext>
            </a:extLst>
          </p:cNvPr>
          <p:cNvGraphicFramePr>
            <a:graphicFrameLocks/>
          </p:cNvGraphicFramePr>
          <p:nvPr>
            <p:extLst>
              <p:ext uri="{D42A27DB-BD31-4B8C-83A1-F6EECF244321}">
                <p14:modId xmlns:p14="http://schemas.microsoft.com/office/powerpoint/2010/main" val="1590598215"/>
              </p:ext>
            </p:extLst>
          </p:nvPr>
        </p:nvGraphicFramePr>
        <p:xfrm>
          <a:off x="266700" y="1520259"/>
          <a:ext cx="5829300" cy="22506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1397D0D-A3F2-0C56-CAB7-1368BF55C0E5}"/>
              </a:ext>
            </a:extLst>
          </p:cNvPr>
          <p:cNvGraphicFramePr>
            <a:graphicFrameLocks/>
          </p:cNvGraphicFramePr>
          <p:nvPr>
            <p:extLst>
              <p:ext uri="{D42A27DB-BD31-4B8C-83A1-F6EECF244321}">
                <p14:modId xmlns:p14="http://schemas.microsoft.com/office/powerpoint/2010/main" val="341400304"/>
              </p:ext>
            </p:extLst>
          </p:nvPr>
        </p:nvGraphicFramePr>
        <p:xfrm>
          <a:off x="6362692" y="1520260"/>
          <a:ext cx="5562597" cy="225060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E0FADE0A-6EE9-47AE-E18E-B0C2611E6396}"/>
              </a:ext>
            </a:extLst>
          </p:cNvPr>
          <p:cNvGraphicFramePr>
            <a:graphicFrameLocks/>
          </p:cNvGraphicFramePr>
          <p:nvPr>
            <p:extLst>
              <p:ext uri="{D42A27DB-BD31-4B8C-83A1-F6EECF244321}">
                <p14:modId xmlns:p14="http://schemas.microsoft.com/office/powerpoint/2010/main" val="1708394767"/>
              </p:ext>
            </p:extLst>
          </p:nvPr>
        </p:nvGraphicFramePr>
        <p:xfrm>
          <a:off x="266700" y="4403181"/>
          <a:ext cx="5829300" cy="230241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BFC2FDE4-9EC7-AB9B-67EA-E26F16BB6127}"/>
              </a:ext>
            </a:extLst>
          </p:cNvPr>
          <p:cNvGraphicFramePr>
            <a:graphicFrameLocks/>
          </p:cNvGraphicFramePr>
          <p:nvPr>
            <p:extLst>
              <p:ext uri="{D42A27DB-BD31-4B8C-83A1-F6EECF244321}">
                <p14:modId xmlns:p14="http://schemas.microsoft.com/office/powerpoint/2010/main" val="1833847151"/>
              </p:ext>
            </p:extLst>
          </p:nvPr>
        </p:nvGraphicFramePr>
        <p:xfrm>
          <a:off x="6362692" y="4396815"/>
          <a:ext cx="5562596" cy="230241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35438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F804-44F3-59C3-38B2-8CF4D38CC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B8B7-0CE5-3342-B847-761D24057A59}"/>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2C4E11CE-1621-59D7-97E3-F4BF891F05FE}"/>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E31CE764-B1E1-D007-218A-CAF62904AF4B}"/>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1F3244B1-4B97-31FB-C11F-E52CC1DEA269}"/>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E69A0550-F30F-7174-F3AD-03C267ACD1C8}"/>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Capital Market Performance - USD</a:t>
            </a:r>
          </a:p>
        </p:txBody>
      </p:sp>
      <p:sp>
        <p:nvSpPr>
          <p:cNvPr id="18" name="Rectangle 17">
            <a:extLst>
              <a:ext uri="{FF2B5EF4-FFF2-40B4-BE49-F238E27FC236}">
                <a16:creationId xmlns:a16="http://schemas.microsoft.com/office/drawing/2014/main" id="{B2AFB00E-8EF0-EC42-AC05-0B8CE4B20590}"/>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4191944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8A719-FF15-4896-FE53-1B691047F25C}"/>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2D34189E-7E18-A258-CD11-B8F5E4ADF61C}"/>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80F70159-77B7-AD05-F757-8FE6B6E24E87}"/>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Capital Market Performance in USD - Indices</a:t>
            </a:r>
          </a:p>
        </p:txBody>
      </p:sp>
      <p:sp>
        <p:nvSpPr>
          <p:cNvPr id="3" name="Rectangle 2">
            <a:extLst>
              <a:ext uri="{FF2B5EF4-FFF2-40B4-BE49-F238E27FC236}">
                <a16:creationId xmlns:a16="http://schemas.microsoft.com/office/drawing/2014/main" id="{B96C0B9B-239F-052A-0738-45F13E413418}"/>
              </a:ext>
            </a:extLst>
          </p:cNvPr>
          <p:cNvSpPr/>
          <p:nvPr/>
        </p:nvSpPr>
        <p:spPr>
          <a:xfrm>
            <a:off x="266701" y="1095438"/>
            <a:ext cx="34664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Major Indices (10 Year Performance)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2015 = 100)</a:t>
            </a:r>
          </a:p>
        </p:txBody>
      </p:sp>
      <p:sp>
        <p:nvSpPr>
          <p:cNvPr id="6" name="Rectangle 5">
            <a:extLst>
              <a:ext uri="{FF2B5EF4-FFF2-40B4-BE49-F238E27FC236}">
                <a16:creationId xmlns:a16="http://schemas.microsoft.com/office/drawing/2014/main" id="{C3AAAE86-91F5-52DD-26F2-B5B0A040FED8}"/>
              </a:ext>
            </a:extLst>
          </p:cNvPr>
          <p:cNvSpPr/>
          <p:nvPr/>
        </p:nvSpPr>
        <p:spPr>
          <a:xfrm>
            <a:off x="266701" y="3934063"/>
            <a:ext cx="34664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10 Years</a:t>
            </a:r>
          </a:p>
        </p:txBody>
      </p:sp>
      <p:sp>
        <p:nvSpPr>
          <p:cNvPr id="12" name="Rectangle 11">
            <a:extLst>
              <a:ext uri="{FF2B5EF4-FFF2-40B4-BE49-F238E27FC236}">
                <a16:creationId xmlns:a16="http://schemas.microsoft.com/office/drawing/2014/main" id="{D9B8C1A0-AC7D-5450-EF6A-DAD98413D707}"/>
              </a:ext>
            </a:extLst>
          </p:cNvPr>
          <p:cNvSpPr/>
          <p:nvPr/>
        </p:nvSpPr>
        <p:spPr>
          <a:xfrm>
            <a:off x="4024087" y="1095436"/>
            <a:ext cx="3418115"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Major Indices (6 Year Performance)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2019 = 100)</a:t>
            </a:r>
          </a:p>
        </p:txBody>
      </p:sp>
      <p:sp>
        <p:nvSpPr>
          <p:cNvPr id="16" name="Rectangle 15">
            <a:extLst>
              <a:ext uri="{FF2B5EF4-FFF2-40B4-BE49-F238E27FC236}">
                <a16:creationId xmlns:a16="http://schemas.microsoft.com/office/drawing/2014/main" id="{AEF09805-B91E-23B5-6C0A-FB624A81FD94}"/>
              </a:ext>
            </a:extLst>
          </p:cNvPr>
          <p:cNvSpPr/>
          <p:nvPr/>
        </p:nvSpPr>
        <p:spPr>
          <a:xfrm>
            <a:off x="4024087" y="3940429"/>
            <a:ext cx="3418115"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6 Years</a:t>
            </a:r>
          </a:p>
        </p:txBody>
      </p:sp>
      <p:graphicFrame>
        <p:nvGraphicFramePr>
          <p:cNvPr id="17" name="Chart 16">
            <a:extLst>
              <a:ext uri="{FF2B5EF4-FFF2-40B4-BE49-F238E27FC236}">
                <a16:creationId xmlns:a16="http://schemas.microsoft.com/office/drawing/2014/main" id="{E9762723-D169-5687-E301-A46108CF57F1}"/>
              </a:ext>
            </a:extLst>
          </p:cNvPr>
          <p:cNvGraphicFramePr>
            <a:graphicFrameLocks/>
          </p:cNvGraphicFramePr>
          <p:nvPr>
            <p:extLst>
              <p:ext uri="{D42A27DB-BD31-4B8C-83A1-F6EECF244321}">
                <p14:modId xmlns:p14="http://schemas.microsoft.com/office/powerpoint/2010/main" val="3366011136"/>
              </p:ext>
            </p:extLst>
          </p:nvPr>
        </p:nvGraphicFramePr>
        <p:xfrm>
          <a:off x="266701" y="1526276"/>
          <a:ext cx="3466496" cy="233075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Arrow Connector 9">
            <a:extLst>
              <a:ext uri="{FF2B5EF4-FFF2-40B4-BE49-F238E27FC236}">
                <a16:creationId xmlns:a16="http://schemas.microsoft.com/office/drawing/2014/main" id="{E65A04BA-C2BF-0E0B-7F32-FC387B9B710C}"/>
              </a:ext>
            </a:extLst>
          </p:cNvPr>
          <p:cNvCxnSpPr>
            <a:cxnSpLocks/>
          </p:cNvCxnSpPr>
          <p:nvPr/>
        </p:nvCxnSpPr>
        <p:spPr>
          <a:xfrm flipV="1">
            <a:off x="604434" y="2383560"/>
            <a:ext cx="2975674" cy="457571"/>
          </a:xfrm>
          <a:prstGeom prst="straightConnector1">
            <a:avLst/>
          </a:prstGeom>
          <a:ln w="19050">
            <a:solidFill>
              <a:schemeClr val="accent2">
                <a:lumMod val="50000"/>
              </a:schemeClr>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C8475E4-B14D-E282-3D82-1DA51D72F8C7}"/>
              </a:ext>
            </a:extLst>
          </p:cNvPr>
          <p:cNvSpPr txBox="1"/>
          <p:nvPr/>
        </p:nvSpPr>
        <p:spPr>
          <a:xfrm rot="20847676">
            <a:off x="3009685" y="2468569"/>
            <a:ext cx="689612"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7%</a:t>
            </a:r>
          </a:p>
        </p:txBody>
      </p:sp>
      <p:cxnSp>
        <p:nvCxnSpPr>
          <p:cNvPr id="18" name="Straight Arrow Connector 17">
            <a:extLst>
              <a:ext uri="{FF2B5EF4-FFF2-40B4-BE49-F238E27FC236}">
                <a16:creationId xmlns:a16="http://schemas.microsoft.com/office/drawing/2014/main" id="{DD51D631-9A0C-8A0D-2BB4-75B594797CD0}"/>
              </a:ext>
            </a:extLst>
          </p:cNvPr>
          <p:cNvCxnSpPr>
            <a:cxnSpLocks/>
          </p:cNvCxnSpPr>
          <p:nvPr/>
        </p:nvCxnSpPr>
        <p:spPr>
          <a:xfrm flipV="1">
            <a:off x="560165" y="2015685"/>
            <a:ext cx="3019943" cy="825446"/>
          </a:xfrm>
          <a:prstGeom prst="straightConnector1">
            <a:avLst/>
          </a:prstGeom>
          <a:ln w="19050">
            <a:solidFill>
              <a:srgbClr val="002060"/>
            </a:solidFill>
            <a:prstDash val="sysDot"/>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904567-7ABC-E64D-F580-CAE8A4886B66}"/>
              </a:ext>
            </a:extLst>
          </p:cNvPr>
          <p:cNvSpPr txBox="1"/>
          <p:nvPr/>
        </p:nvSpPr>
        <p:spPr>
          <a:xfrm rot="20713408">
            <a:off x="2249735" y="2038586"/>
            <a:ext cx="747320" cy="215444"/>
          </a:xfrm>
          <a:prstGeom prst="rect">
            <a:avLst/>
          </a:prstGeom>
          <a:noFill/>
          <a:ln>
            <a:noFill/>
          </a:ln>
          <a:effectLst/>
        </p:spPr>
        <p:txBody>
          <a:bodyPr wrap="none" rtlCol="0">
            <a:spAutoFit/>
          </a:bodyPr>
          <a:lstStyle/>
          <a:p>
            <a:r>
              <a:rPr lang="en-AE" sz="800" b="1" dirty="0">
                <a:solidFill>
                  <a:srgbClr val="0096FF"/>
                </a:solidFill>
                <a:latin typeface="Century Gothic" panose="020B0502020202020204" pitchFamily="34" charset="0"/>
              </a:rPr>
              <a:t>CAGR: 11%</a:t>
            </a:r>
          </a:p>
        </p:txBody>
      </p:sp>
      <p:graphicFrame>
        <p:nvGraphicFramePr>
          <p:cNvPr id="32" name="Chart 31">
            <a:extLst>
              <a:ext uri="{FF2B5EF4-FFF2-40B4-BE49-F238E27FC236}">
                <a16:creationId xmlns:a16="http://schemas.microsoft.com/office/drawing/2014/main" id="{3A23730F-1EDC-AEB6-FB8C-C9BEB9EB5DE3}"/>
              </a:ext>
            </a:extLst>
          </p:cNvPr>
          <p:cNvGraphicFramePr>
            <a:graphicFrameLocks/>
          </p:cNvGraphicFramePr>
          <p:nvPr>
            <p:extLst>
              <p:ext uri="{D42A27DB-BD31-4B8C-83A1-F6EECF244321}">
                <p14:modId xmlns:p14="http://schemas.microsoft.com/office/powerpoint/2010/main" val="482991334"/>
              </p:ext>
            </p:extLst>
          </p:nvPr>
        </p:nvGraphicFramePr>
        <p:xfrm>
          <a:off x="4024087" y="1526277"/>
          <a:ext cx="3418113" cy="2330752"/>
        </p:xfrm>
        <a:graphic>
          <a:graphicData uri="http://schemas.openxmlformats.org/drawingml/2006/chart">
            <c:chart xmlns:c="http://schemas.openxmlformats.org/drawingml/2006/chart" xmlns:r="http://schemas.openxmlformats.org/officeDocument/2006/relationships" r:id="rId4"/>
          </a:graphicData>
        </a:graphic>
      </p:graphicFrame>
      <p:sp>
        <p:nvSpPr>
          <p:cNvPr id="33" name="TextBox 32">
            <a:extLst>
              <a:ext uri="{FF2B5EF4-FFF2-40B4-BE49-F238E27FC236}">
                <a16:creationId xmlns:a16="http://schemas.microsoft.com/office/drawing/2014/main" id="{BD01B310-657A-088B-30BE-C9968D4FF1C6}"/>
              </a:ext>
            </a:extLst>
          </p:cNvPr>
          <p:cNvSpPr txBox="1"/>
          <p:nvPr/>
        </p:nvSpPr>
        <p:spPr>
          <a:xfrm rot="21039474">
            <a:off x="6493806" y="2392420"/>
            <a:ext cx="689612"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9%</a:t>
            </a:r>
          </a:p>
        </p:txBody>
      </p:sp>
      <p:grpSp>
        <p:nvGrpSpPr>
          <p:cNvPr id="4" name="Group 3">
            <a:extLst>
              <a:ext uri="{FF2B5EF4-FFF2-40B4-BE49-F238E27FC236}">
                <a16:creationId xmlns:a16="http://schemas.microsoft.com/office/drawing/2014/main" id="{6D6DAC41-423D-C7BE-6108-A03900AF9C8B}"/>
              </a:ext>
            </a:extLst>
          </p:cNvPr>
          <p:cNvGrpSpPr/>
          <p:nvPr/>
        </p:nvGrpSpPr>
        <p:grpSpPr>
          <a:xfrm>
            <a:off x="266702" y="4402574"/>
            <a:ext cx="3466496" cy="2299347"/>
            <a:chOff x="266701" y="4377174"/>
            <a:chExt cx="5829300" cy="2299347"/>
          </a:xfrm>
        </p:grpSpPr>
        <p:graphicFrame>
          <p:nvGraphicFramePr>
            <p:cNvPr id="2" name="Chart 1">
              <a:extLst>
                <a:ext uri="{FF2B5EF4-FFF2-40B4-BE49-F238E27FC236}">
                  <a16:creationId xmlns:a16="http://schemas.microsoft.com/office/drawing/2014/main" id="{F4A89583-5F82-6F78-5F4D-5532FA86BAE8}"/>
                </a:ext>
              </a:extLst>
            </p:cNvPr>
            <p:cNvGraphicFramePr>
              <a:graphicFrameLocks/>
            </p:cNvGraphicFramePr>
            <p:nvPr>
              <p:extLst>
                <p:ext uri="{D42A27DB-BD31-4B8C-83A1-F6EECF244321}">
                  <p14:modId xmlns:p14="http://schemas.microsoft.com/office/powerpoint/2010/main" val="3864794433"/>
                </p:ext>
              </p:extLst>
            </p:nvPr>
          </p:nvGraphicFramePr>
          <p:xfrm>
            <a:off x="266701" y="4377175"/>
            <a:ext cx="5829300" cy="2299346"/>
          </p:xfrm>
          <a:graphic>
            <a:graphicData uri="http://schemas.openxmlformats.org/drawingml/2006/chart">
              <c:chart xmlns:c="http://schemas.openxmlformats.org/drawingml/2006/chart" xmlns:r="http://schemas.openxmlformats.org/officeDocument/2006/relationships" r:id="rId5"/>
            </a:graphicData>
          </a:graphic>
        </p:graphicFrame>
        <p:sp>
          <p:nvSpPr>
            <p:cNvPr id="37" name="Rectangle 36">
              <a:extLst>
                <a:ext uri="{FF2B5EF4-FFF2-40B4-BE49-F238E27FC236}">
                  <a16:creationId xmlns:a16="http://schemas.microsoft.com/office/drawing/2014/main" id="{1B88EFAB-8259-35E4-420D-9EE82D9C369B}"/>
                </a:ext>
              </a:extLst>
            </p:cNvPr>
            <p:cNvSpPr/>
            <p:nvPr/>
          </p:nvSpPr>
          <p:spPr>
            <a:xfrm>
              <a:off x="2137741" y="4377174"/>
              <a:ext cx="1169902" cy="1933262"/>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sp>
          <p:nvSpPr>
            <p:cNvPr id="39" name="Rectangle 38">
              <a:extLst>
                <a:ext uri="{FF2B5EF4-FFF2-40B4-BE49-F238E27FC236}">
                  <a16:creationId xmlns:a16="http://schemas.microsoft.com/office/drawing/2014/main" id="{95D08B6F-DCC9-702A-960D-D3ABF8253AEC}"/>
                </a:ext>
              </a:extLst>
            </p:cNvPr>
            <p:cNvSpPr/>
            <p:nvPr/>
          </p:nvSpPr>
          <p:spPr>
            <a:xfrm>
              <a:off x="4674849" y="4377174"/>
              <a:ext cx="1163714" cy="1927616"/>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grpSp>
      <p:sp>
        <p:nvSpPr>
          <p:cNvPr id="21" name="Rectangle 20">
            <a:extLst>
              <a:ext uri="{FF2B5EF4-FFF2-40B4-BE49-F238E27FC236}">
                <a16:creationId xmlns:a16="http://schemas.microsoft.com/office/drawing/2014/main" id="{5575A030-0021-1E9B-13EE-6E29765203F9}"/>
              </a:ext>
            </a:extLst>
          </p:cNvPr>
          <p:cNvSpPr/>
          <p:nvPr/>
        </p:nvSpPr>
        <p:spPr>
          <a:xfrm>
            <a:off x="7622874" y="1091651"/>
            <a:ext cx="4302425" cy="366076"/>
          </a:xfrm>
          <a:prstGeom prst="rect">
            <a:avLst/>
          </a:prstGeom>
          <a:solidFill>
            <a:schemeClr val="accent2"/>
          </a:solidFill>
          <a:ln>
            <a:solidFill>
              <a:schemeClr val="tx1"/>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50 (10 Years, daily returns)</a:t>
            </a:r>
          </a:p>
        </p:txBody>
      </p:sp>
      <p:sp>
        <p:nvSpPr>
          <p:cNvPr id="31" name="Rectangle 30">
            <a:extLst>
              <a:ext uri="{FF2B5EF4-FFF2-40B4-BE49-F238E27FC236}">
                <a16:creationId xmlns:a16="http://schemas.microsoft.com/office/drawing/2014/main" id="{4E21989F-1BFC-3D5D-1F26-1288A36F1D09}"/>
              </a:ext>
            </a:extLst>
          </p:cNvPr>
          <p:cNvSpPr/>
          <p:nvPr/>
        </p:nvSpPr>
        <p:spPr>
          <a:xfrm>
            <a:off x="7622874" y="3934063"/>
            <a:ext cx="4302425" cy="366076"/>
          </a:xfrm>
          <a:prstGeom prst="rect">
            <a:avLst/>
          </a:prstGeom>
          <a:solidFill>
            <a:schemeClr val="accent2"/>
          </a:solidFill>
          <a:ln>
            <a:solidFill>
              <a:schemeClr val="tx1"/>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50 (10 Years, Monthly returns)</a:t>
            </a:r>
          </a:p>
        </p:txBody>
      </p:sp>
      <p:graphicFrame>
        <p:nvGraphicFramePr>
          <p:cNvPr id="8" name="Chart 7">
            <a:extLst>
              <a:ext uri="{FF2B5EF4-FFF2-40B4-BE49-F238E27FC236}">
                <a16:creationId xmlns:a16="http://schemas.microsoft.com/office/drawing/2014/main" id="{6042EFB1-B016-729E-0185-CDC9C4028938}"/>
              </a:ext>
            </a:extLst>
          </p:cNvPr>
          <p:cNvGraphicFramePr>
            <a:graphicFrameLocks/>
          </p:cNvGraphicFramePr>
          <p:nvPr>
            <p:extLst>
              <p:ext uri="{D42A27DB-BD31-4B8C-83A1-F6EECF244321}">
                <p14:modId xmlns:p14="http://schemas.microsoft.com/office/powerpoint/2010/main" val="2805379071"/>
              </p:ext>
            </p:extLst>
          </p:nvPr>
        </p:nvGraphicFramePr>
        <p:xfrm>
          <a:off x="4024084" y="4402574"/>
          <a:ext cx="3418116" cy="2299346"/>
        </p:xfrm>
        <a:graphic>
          <a:graphicData uri="http://schemas.openxmlformats.org/drawingml/2006/chart">
            <c:chart xmlns:c="http://schemas.openxmlformats.org/drawingml/2006/chart" xmlns:r="http://schemas.openxmlformats.org/officeDocument/2006/relationships" r:id="rId6"/>
          </a:graphicData>
        </a:graphic>
      </p:graphicFrame>
      <p:sp>
        <p:nvSpPr>
          <p:cNvPr id="11" name="Rectangle 10">
            <a:extLst>
              <a:ext uri="{FF2B5EF4-FFF2-40B4-BE49-F238E27FC236}">
                <a16:creationId xmlns:a16="http://schemas.microsoft.com/office/drawing/2014/main" id="{9DB0B273-1842-0E7A-875F-B02D0D31E7AC}"/>
              </a:ext>
            </a:extLst>
          </p:cNvPr>
          <p:cNvSpPr/>
          <p:nvPr/>
        </p:nvSpPr>
        <p:spPr>
          <a:xfrm>
            <a:off x="6521450" y="4371529"/>
            <a:ext cx="674882" cy="1933262"/>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sp>
        <p:nvSpPr>
          <p:cNvPr id="15" name="Rectangle 14">
            <a:extLst>
              <a:ext uri="{FF2B5EF4-FFF2-40B4-BE49-F238E27FC236}">
                <a16:creationId xmlns:a16="http://schemas.microsoft.com/office/drawing/2014/main" id="{02C6AC96-7278-221C-F539-2C78EFB1A6A9}"/>
              </a:ext>
            </a:extLst>
          </p:cNvPr>
          <p:cNvSpPr/>
          <p:nvPr/>
        </p:nvSpPr>
        <p:spPr>
          <a:xfrm>
            <a:off x="5081451" y="4377174"/>
            <a:ext cx="674882" cy="1927616"/>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b="1" dirty="0">
              <a:solidFill>
                <a:srgbClr val="002060"/>
              </a:solidFill>
              <a:latin typeface="Century Gothic" panose="020B0502020202020204" pitchFamily="34" charset="0"/>
            </a:endParaRPr>
          </a:p>
        </p:txBody>
      </p:sp>
      <p:pic>
        <p:nvPicPr>
          <p:cNvPr id="26" name="Picture 25">
            <a:extLst>
              <a:ext uri="{FF2B5EF4-FFF2-40B4-BE49-F238E27FC236}">
                <a16:creationId xmlns:a16="http://schemas.microsoft.com/office/drawing/2014/main" id="{88EF5DB0-D3E7-F29F-C0B2-2A4CD7696F18}"/>
              </a:ext>
            </a:extLst>
          </p:cNvPr>
          <p:cNvPicPr>
            <a:picLocks noChangeAspect="1"/>
          </p:cNvPicPr>
          <p:nvPr/>
        </p:nvPicPr>
        <p:blipFill>
          <a:blip r:embed="rId7"/>
          <a:stretch>
            <a:fillRect/>
          </a:stretch>
        </p:blipFill>
        <p:spPr>
          <a:xfrm>
            <a:off x="8220629" y="1631059"/>
            <a:ext cx="3106914" cy="2121186"/>
          </a:xfrm>
          <a:prstGeom prst="rect">
            <a:avLst/>
          </a:prstGeom>
          <a:ln>
            <a:solidFill>
              <a:schemeClr val="tx1"/>
            </a:solidFill>
          </a:ln>
        </p:spPr>
      </p:pic>
      <p:pic>
        <p:nvPicPr>
          <p:cNvPr id="27" name="Picture 26">
            <a:extLst>
              <a:ext uri="{FF2B5EF4-FFF2-40B4-BE49-F238E27FC236}">
                <a16:creationId xmlns:a16="http://schemas.microsoft.com/office/drawing/2014/main" id="{1A497EC7-D5F0-57BE-F493-73B06DC7FBD1}"/>
              </a:ext>
            </a:extLst>
          </p:cNvPr>
          <p:cNvPicPr>
            <a:picLocks noChangeAspect="1"/>
          </p:cNvPicPr>
          <p:nvPr/>
        </p:nvPicPr>
        <p:blipFill>
          <a:blip r:embed="rId8"/>
          <a:stretch>
            <a:fillRect/>
          </a:stretch>
        </p:blipFill>
        <p:spPr>
          <a:xfrm>
            <a:off x="8279614" y="4481957"/>
            <a:ext cx="2988944" cy="2121186"/>
          </a:xfrm>
          <a:prstGeom prst="rect">
            <a:avLst/>
          </a:prstGeom>
          <a:ln>
            <a:solidFill>
              <a:schemeClr val="tx1"/>
            </a:solidFill>
          </a:ln>
        </p:spPr>
      </p:pic>
    </p:spTree>
    <p:extLst>
      <p:ext uri="{BB962C8B-B14F-4D97-AF65-F5344CB8AC3E}">
        <p14:creationId xmlns:p14="http://schemas.microsoft.com/office/powerpoint/2010/main" val="220285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DB795-F57E-ABEB-7E01-24E57409CA0C}"/>
            </a:ext>
          </a:extLst>
        </p:cNvPr>
        <p:cNvGrpSpPr/>
        <p:nvPr/>
      </p:nvGrpSpPr>
      <p:grpSpPr>
        <a:xfrm>
          <a:off x="0" y="0"/>
          <a:ext cx="0" cy="0"/>
          <a:chOff x="0" y="0"/>
          <a:chExt cx="0" cy="0"/>
        </a:xfrm>
      </p:grpSpPr>
      <p:graphicFrame>
        <p:nvGraphicFramePr>
          <p:cNvPr id="42" name="Chart 41">
            <a:extLst>
              <a:ext uri="{FF2B5EF4-FFF2-40B4-BE49-F238E27FC236}">
                <a16:creationId xmlns:a16="http://schemas.microsoft.com/office/drawing/2014/main" id="{134883D4-A915-EFA7-6ADF-22AE8A82E244}"/>
              </a:ext>
            </a:extLst>
          </p:cNvPr>
          <p:cNvGraphicFramePr>
            <a:graphicFrameLocks/>
          </p:cNvGraphicFramePr>
          <p:nvPr>
            <p:extLst>
              <p:ext uri="{D42A27DB-BD31-4B8C-83A1-F6EECF244321}">
                <p14:modId xmlns:p14="http://schemas.microsoft.com/office/powerpoint/2010/main" val="143252433"/>
              </p:ext>
            </p:extLst>
          </p:nvPr>
        </p:nvGraphicFramePr>
        <p:xfrm>
          <a:off x="266699" y="4401557"/>
          <a:ext cx="3466496" cy="2299347"/>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02397A1-4224-4E53-1C09-04FB5F313695}"/>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Capital Market Performance in USD - Sectors</a:t>
            </a:r>
          </a:p>
        </p:txBody>
      </p:sp>
      <p:sp>
        <p:nvSpPr>
          <p:cNvPr id="3" name="Rectangle 2">
            <a:extLst>
              <a:ext uri="{FF2B5EF4-FFF2-40B4-BE49-F238E27FC236}">
                <a16:creationId xmlns:a16="http://schemas.microsoft.com/office/drawing/2014/main" id="{F4EC3123-3E63-2706-95D2-741D8DE6930B}"/>
              </a:ext>
            </a:extLst>
          </p:cNvPr>
          <p:cNvSpPr/>
          <p:nvPr/>
        </p:nvSpPr>
        <p:spPr>
          <a:xfrm>
            <a:off x="266701" y="1095438"/>
            <a:ext cx="3466496"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Major Indices (10 Year Performance)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2015 = 100)</a:t>
            </a:r>
          </a:p>
        </p:txBody>
      </p:sp>
      <p:sp>
        <p:nvSpPr>
          <p:cNvPr id="12" name="Rectangle 11">
            <a:extLst>
              <a:ext uri="{FF2B5EF4-FFF2-40B4-BE49-F238E27FC236}">
                <a16:creationId xmlns:a16="http://schemas.microsoft.com/office/drawing/2014/main" id="{15CDC637-5055-C066-C1E7-86BBC58502C8}"/>
              </a:ext>
            </a:extLst>
          </p:cNvPr>
          <p:cNvSpPr/>
          <p:nvPr/>
        </p:nvSpPr>
        <p:spPr>
          <a:xfrm>
            <a:off x="4024087" y="1095436"/>
            <a:ext cx="3307899"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Major Indices (6 Year Performance) (1</a:t>
            </a:r>
            <a:r>
              <a:rPr lang="en-US" sz="900" b="1" baseline="30000" dirty="0">
                <a:solidFill>
                  <a:srgbClr val="002060"/>
                </a:solidFill>
                <a:latin typeface="Century Gothic" panose="020B0502020202020204" pitchFamily="34" charset="0"/>
              </a:rPr>
              <a:t>st</a:t>
            </a:r>
            <a:r>
              <a:rPr lang="en-US" sz="900" b="1" dirty="0">
                <a:solidFill>
                  <a:srgbClr val="002060"/>
                </a:solidFill>
                <a:latin typeface="Century Gothic" panose="020B0502020202020204" pitchFamily="34" charset="0"/>
              </a:rPr>
              <a:t> Jan 2019 = 100)</a:t>
            </a:r>
          </a:p>
        </p:txBody>
      </p:sp>
      <p:graphicFrame>
        <p:nvGraphicFramePr>
          <p:cNvPr id="17" name="Chart 16">
            <a:extLst>
              <a:ext uri="{FF2B5EF4-FFF2-40B4-BE49-F238E27FC236}">
                <a16:creationId xmlns:a16="http://schemas.microsoft.com/office/drawing/2014/main" id="{CB41B487-F6E4-0843-0D4B-56C06001CE10}"/>
              </a:ext>
            </a:extLst>
          </p:cNvPr>
          <p:cNvGraphicFramePr>
            <a:graphicFrameLocks/>
          </p:cNvGraphicFramePr>
          <p:nvPr>
            <p:extLst>
              <p:ext uri="{D42A27DB-BD31-4B8C-83A1-F6EECF244321}">
                <p14:modId xmlns:p14="http://schemas.microsoft.com/office/powerpoint/2010/main" val="790518105"/>
              </p:ext>
            </p:extLst>
          </p:nvPr>
        </p:nvGraphicFramePr>
        <p:xfrm>
          <a:off x="266701" y="1526276"/>
          <a:ext cx="3466496" cy="2330752"/>
        </p:xfrm>
        <a:graphic>
          <a:graphicData uri="http://schemas.openxmlformats.org/drawingml/2006/chart">
            <c:chart xmlns:c="http://schemas.openxmlformats.org/drawingml/2006/chart" xmlns:r="http://schemas.openxmlformats.org/officeDocument/2006/relationships" r:id="rId4"/>
          </a:graphicData>
        </a:graphic>
      </p:graphicFrame>
      <p:cxnSp>
        <p:nvCxnSpPr>
          <p:cNvPr id="10" name="Straight Arrow Connector 9">
            <a:extLst>
              <a:ext uri="{FF2B5EF4-FFF2-40B4-BE49-F238E27FC236}">
                <a16:creationId xmlns:a16="http://schemas.microsoft.com/office/drawing/2014/main" id="{1ED82D17-1984-BD81-0B27-6397EED98514}"/>
              </a:ext>
            </a:extLst>
          </p:cNvPr>
          <p:cNvCxnSpPr>
            <a:cxnSpLocks/>
          </p:cNvCxnSpPr>
          <p:nvPr/>
        </p:nvCxnSpPr>
        <p:spPr>
          <a:xfrm flipV="1">
            <a:off x="542924" y="2639186"/>
            <a:ext cx="3037184" cy="170705"/>
          </a:xfrm>
          <a:prstGeom prst="straightConnector1">
            <a:avLst/>
          </a:prstGeom>
          <a:ln w="19050">
            <a:solidFill>
              <a:schemeClr val="accent2">
                <a:lumMod val="50000"/>
              </a:schemeClr>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93ADD8-7EF7-5EF2-971B-7DF72A9B6FDF}"/>
              </a:ext>
            </a:extLst>
          </p:cNvPr>
          <p:cNvSpPr txBox="1"/>
          <p:nvPr/>
        </p:nvSpPr>
        <p:spPr>
          <a:xfrm>
            <a:off x="2961660" y="2793569"/>
            <a:ext cx="689612"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7%</a:t>
            </a:r>
          </a:p>
        </p:txBody>
      </p:sp>
      <p:cxnSp>
        <p:nvCxnSpPr>
          <p:cNvPr id="18" name="Straight Arrow Connector 17">
            <a:extLst>
              <a:ext uri="{FF2B5EF4-FFF2-40B4-BE49-F238E27FC236}">
                <a16:creationId xmlns:a16="http://schemas.microsoft.com/office/drawing/2014/main" id="{AE69BE42-2E44-A4C1-B8E5-58059794FE77}"/>
              </a:ext>
            </a:extLst>
          </p:cNvPr>
          <p:cNvCxnSpPr>
            <a:cxnSpLocks/>
          </p:cNvCxnSpPr>
          <p:nvPr/>
        </p:nvCxnSpPr>
        <p:spPr>
          <a:xfrm flipV="1">
            <a:off x="542925" y="2241550"/>
            <a:ext cx="3037183" cy="561975"/>
          </a:xfrm>
          <a:prstGeom prst="straightConnector1">
            <a:avLst/>
          </a:prstGeom>
          <a:ln w="19050">
            <a:solidFill>
              <a:srgbClr val="002060"/>
            </a:solidFill>
            <a:prstDash val="sysDot"/>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E71902E-30DF-1928-15DE-576BE02C0CBA}"/>
              </a:ext>
            </a:extLst>
          </p:cNvPr>
          <p:cNvSpPr txBox="1"/>
          <p:nvPr/>
        </p:nvSpPr>
        <p:spPr>
          <a:xfrm rot="20864721">
            <a:off x="1603364" y="2313710"/>
            <a:ext cx="689612" cy="215444"/>
          </a:xfrm>
          <a:prstGeom prst="rect">
            <a:avLst/>
          </a:prstGeom>
          <a:noFill/>
          <a:ln>
            <a:noFill/>
          </a:ln>
          <a:effectLst/>
        </p:spPr>
        <p:txBody>
          <a:bodyPr wrap="none" rtlCol="0">
            <a:spAutoFit/>
          </a:bodyPr>
          <a:lstStyle/>
          <a:p>
            <a:r>
              <a:rPr lang="en-AE" sz="800" b="1" dirty="0">
                <a:solidFill>
                  <a:srgbClr val="0096FF"/>
                </a:solidFill>
                <a:latin typeface="Century Gothic" panose="020B0502020202020204" pitchFamily="34" charset="0"/>
              </a:rPr>
              <a:t>CAGR: 9%</a:t>
            </a:r>
          </a:p>
        </p:txBody>
      </p:sp>
      <p:graphicFrame>
        <p:nvGraphicFramePr>
          <p:cNvPr id="32" name="Chart 31">
            <a:extLst>
              <a:ext uri="{FF2B5EF4-FFF2-40B4-BE49-F238E27FC236}">
                <a16:creationId xmlns:a16="http://schemas.microsoft.com/office/drawing/2014/main" id="{E0B30262-E6C9-5EB2-5A61-DBC088F252A5}"/>
              </a:ext>
            </a:extLst>
          </p:cNvPr>
          <p:cNvGraphicFramePr>
            <a:graphicFrameLocks/>
          </p:cNvGraphicFramePr>
          <p:nvPr>
            <p:extLst>
              <p:ext uri="{D42A27DB-BD31-4B8C-83A1-F6EECF244321}">
                <p14:modId xmlns:p14="http://schemas.microsoft.com/office/powerpoint/2010/main" val="1111925782"/>
              </p:ext>
            </p:extLst>
          </p:nvPr>
        </p:nvGraphicFramePr>
        <p:xfrm>
          <a:off x="4024087" y="1526277"/>
          <a:ext cx="3307897" cy="2330752"/>
        </p:xfrm>
        <a:graphic>
          <a:graphicData uri="http://schemas.openxmlformats.org/drawingml/2006/chart">
            <c:chart xmlns:c="http://schemas.openxmlformats.org/drawingml/2006/chart" xmlns:r="http://schemas.openxmlformats.org/officeDocument/2006/relationships" r:id="rId5"/>
          </a:graphicData>
        </a:graphic>
      </p:graphicFrame>
      <p:sp>
        <p:nvSpPr>
          <p:cNvPr id="33" name="TextBox 32">
            <a:extLst>
              <a:ext uri="{FF2B5EF4-FFF2-40B4-BE49-F238E27FC236}">
                <a16:creationId xmlns:a16="http://schemas.microsoft.com/office/drawing/2014/main" id="{F1292732-B315-0F8C-CBB6-E812DA194986}"/>
              </a:ext>
            </a:extLst>
          </p:cNvPr>
          <p:cNvSpPr txBox="1"/>
          <p:nvPr/>
        </p:nvSpPr>
        <p:spPr>
          <a:xfrm rot="21440201">
            <a:off x="6340276" y="2555782"/>
            <a:ext cx="689612" cy="215444"/>
          </a:xfrm>
          <a:prstGeom prst="rect">
            <a:avLst/>
          </a:prstGeom>
          <a:noFill/>
          <a:ln>
            <a:noFill/>
          </a:ln>
          <a:effectLst/>
        </p:spPr>
        <p:txBody>
          <a:bodyPr wrap="none" rtlCol="0">
            <a:spAutoFit/>
          </a:bodyPr>
          <a:lstStyle/>
          <a:p>
            <a:r>
              <a:rPr lang="en-AE" sz="800" b="1" dirty="0">
                <a:solidFill>
                  <a:schemeClr val="accent2">
                    <a:lumMod val="50000"/>
                  </a:schemeClr>
                </a:solidFill>
                <a:latin typeface="Century Gothic" panose="020B0502020202020204" pitchFamily="34" charset="0"/>
              </a:rPr>
              <a:t>CAGR: 6%</a:t>
            </a:r>
          </a:p>
        </p:txBody>
      </p:sp>
      <p:sp>
        <p:nvSpPr>
          <p:cNvPr id="21" name="Rectangle 20">
            <a:extLst>
              <a:ext uri="{FF2B5EF4-FFF2-40B4-BE49-F238E27FC236}">
                <a16:creationId xmlns:a16="http://schemas.microsoft.com/office/drawing/2014/main" id="{7DC27CA5-566D-5C1B-72B0-3B61FED8E8BA}"/>
              </a:ext>
            </a:extLst>
          </p:cNvPr>
          <p:cNvSpPr/>
          <p:nvPr/>
        </p:nvSpPr>
        <p:spPr>
          <a:xfrm>
            <a:off x="7622874" y="1091651"/>
            <a:ext cx="4302425" cy="366076"/>
          </a:xfrm>
          <a:prstGeom prst="rect">
            <a:avLst/>
          </a:prstGeom>
          <a:solidFill>
            <a:schemeClr val="accent2"/>
          </a:solidFill>
          <a:ln>
            <a:solidFill>
              <a:schemeClr val="tx1"/>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IT (10 Years, Monthly returns)</a:t>
            </a:r>
          </a:p>
        </p:txBody>
      </p:sp>
      <p:sp>
        <p:nvSpPr>
          <p:cNvPr id="31" name="Rectangle 30">
            <a:extLst>
              <a:ext uri="{FF2B5EF4-FFF2-40B4-BE49-F238E27FC236}">
                <a16:creationId xmlns:a16="http://schemas.microsoft.com/office/drawing/2014/main" id="{951EA97C-03EC-2B66-4DAD-2F7A785A5CAB}"/>
              </a:ext>
            </a:extLst>
          </p:cNvPr>
          <p:cNvSpPr/>
          <p:nvPr/>
        </p:nvSpPr>
        <p:spPr>
          <a:xfrm>
            <a:off x="7622874" y="3958447"/>
            <a:ext cx="4302425" cy="366076"/>
          </a:xfrm>
          <a:prstGeom prst="rect">
            <a:avLst/>
          </a:prstGeom>
          <a:solidFill>
            <a:schemeClr val="accent2"/>
          </a:solidFill>
          <a:ln>
            <a:solidFill>
              <a:schemeClr val="tx1"/>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Density Plot Nifty Infra (6 Years, Monthly returns)</a:t>
            </a:r>
          </a:p>
        </p:txBody>
      </p:sp>
      <p:pic>
        <p:nvPicPr>
          <p:cNvPr id="24" name="Picture 23">
            <a:extLst>
              <a:ext uri="{FF2B5EF4-FFF2-40B4-BE49-F238E27FC236}">
                <a16:creationId xmlns:a16="http://schemas.microsoft.com/office/drawing/2014/main" id="{5FE81616-CAF5-42C4-27DF-A21C9DC46ABF}"/>
              </a:ext>
            </a:extLst>
          </p:cNvPr>
          <p:cNvPicPr>
            <a:picLocks noChangeAspect="1"/>
          </p:cNvPicPr>
          <p:nvPr/>
        </p:nvPicPr>
        <p:blipFill>
          <a:blip r:embed="rId6"/>
          <a:stretch>
            <a:fillRect/>
          </a:stretch>
        </p:blipFill>
        <p:spPr>
          <a:xfrm>
            <a:off x="7877184" y="4558063"/>
            <a:ext cx="3793805" cy="1886185"/>
          </a:xfrm>
          <a:prstGeom prst="rect">
            <a:avLst/>
          </a:prstGeom>
          <a:ln>
            <a:solidFill>
              <a:schemeClr val="tx1"/>
            </a:solidFill>
          </a:ln>
        </p:spPr>
      </p:pic>
      <p:pic>
        <p:nvPicPr>
          <p:cNvPr id="25" name="Picture 24">
            <a:extLst>
              <a:ext uri="{FF2B5EF4-FFF2-40B4-BE49-F238E27FC236}">
                <a16:creationId xmlns:a16="http://schemas.microsoft.com/office/drawing/2014/main" id="{695E397D-4742-B380-DDF2-78109B283ADA}"/>
              </a:ext>
            </a:extLst>
          </p:cNvPr>
          <p:cNvPicPr>
            <a:picLocks noChangeAspect="1"/>
          </p:cNvPicPr>
          <p:nvPr/>
        </p:nvPicPr>
        <p:blipFill>
          <a:blip r:embed="rId7"/>
          <a:stretch>
            <a:fillRect/>
          </a:stretch>
        </p:blipFill>
        <p:spPr>
          <a:xfrm>
            <a:off x="8464229" y="1649409"/>
            <a:ext cx="2619715" cy="2021003"/>
          </a:xfrm>
          <a:prstGeom prst="rect">
            <a:avLst/>
          </a:prstGeom>
          <a:ln>
            <a:solidFill>
              <a:schemeClr val="tx1"/>
            </a:solidFill>
          </a:ln>
        </p:spPr>
      </p:pic>
      <p:grpSp>
        <p:nvGrpSpPr>
          <p:cNvPr id="28" name="Group 27">
            <a:extLst>
              <a:ext uri="{FF2B5EF4-FFF2-40B4-BE49-F238E27FC236}">
                <a16:creationId xmlns:a16="http://schemas.microsoft.com/office/drawing/2014/main" id="{ECB02FB9-AF59-BAD1-E43A-7AB427448891}"/>
              </a:ext>
            </a:extLst>
          </p:cNvPr>
          <p:cNvGrpSpPr/>
          <p:nvPr/>
        </p:nvGrpSpPr>
        <p:grpSpPr>
          <a:xfrm>
            <a:off x="266699" y="3958447"/>
            <a:ext cx="7077611" cy="2915387"/>
            <a:chOff x="266699" y="3934063"/>
            <a:chExt cx="7077611" cy="2915387"/>
          </a:xfrm>
        </p:grpSpPr>
        <p:sp>
          <p:nvSpPr>
            <p:cNvPr id="29" name="Rectangle 28">
              <a:extLst>
                <a:ext uri="{FF2B5EF4-FFF2-40B4-BE49-F238E27FC236}">
                  <a16:creationId xmlns:a16="http://schemas.microsoft.com/office/drawing/2014/main" id="{F5601317-BA71-0F84-EE26-9BD445808EF7}"/>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40" name="Rectangle 39">
              <a:extLst>
                <a:ext uri="{FF2B5EF4-FFF2-40B4-BE49-F238E27FC236}">
                  <a16:creationId xmlns:a16="http://schemas.microsoft.com/office/drawing/2014/main" id="{B261A138-8C99-AAF0-D15E-0C437E4DE357}"/>
                </a:ext>
              </a:extLst>
            </p:cNvPr>
            <p:cNvSpPr/>
            <p:nvPr/>
          </p:nvSpPr>
          <p:spPr>
            <a:xfrm>
              <a:off x="266699" y="3934063"/>
              <a:ext cx="3466497"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10 Years</a:t>
              </a:r>
            </a:p>
          </p:txBody>
        </p:sp>
        <p:sp>
          <p:nvSpPr>
            <p:cNvPr id="34" name="Rectangle 33">
              <a:extLst>
                <a:ext uri="{FF2B5EF4-FFF2-40B4-BE49-F238E27FC236}">
                  <a16:creationId xmlns:a16="http://schemas.microsoft.com/office/drawing/2014/main" id="{A52C2342-6FCA-3182-BC0B-279339C17A94}"/>
                </a:ext>
              </a:extLst>
            </p:cNvPr>
            <p:cNvSpPr/>
            <p:nvPr/>
          </p:nvSpPr>
          <p:spPr>
            <a:xfrm>
              <a:off x="4024087" y="3940429"/>
              <a:ext cx="3320223"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Historical Returns – 6 Years</a:t>
              </a:r>
            </a:p>
          </p:txBody>
        </p:sp>
        <p:graphicFrame>
          <p:nvGraphicFramePr>
            <p:cNvPr id="35" name="Chart 34">
              <a:extLst>
                <a:ext uri="{FF2B5EF4-FFF2-40B4-BE49-F238E27FC236}">
                  <a16:creationId xmlns:a16="http://schemas.microsoft.com/office/drawing/2014/main" id="{D6AF7401-500C-7AC1-1733-E81D169024A6}"/>
                </a:ext>
              </a:extLst>
            </p:cNvPr>
            <p:cNvGraphicFramePr>
              <a:graphicFrameLocks/>
            </p:cNvGraphicFramePr>
            <p:nvPr>
              <p:extLst>
                <p:ext uri="{D42A27DB-BD31-4B8C-83A1-F6EECF244321}">
                  <p14:modId xmlns:p14="http://schemas.microsoft.com/office/powerpoint/2010/main" val="1242747910"/>
                </p:ext>
              </p:extLst>
            </p:nvPr>
          </p:nvGraphicFramePr>
          <p:xfrm>
            <a:off x="4008438" y="4377173"/>
            <a:ext cx="3335871" cy="2299347"/>
          </p:xfrm>
          <a:graphic>
            <a:graphicData uri="http://schemas.openxmlformats.org/drawingml/2006/chart">
              <c:chart xmlns:c="http://schemas.openxmlformats.org/drawingml/2006/chart" xmlns:r="http://schemas.openxmlformats.org/officeDocument/2006/relationships" r:id="rId8"/>
            </a:graphicData>
          </a:graphic>
        </p:graphicFrame>
        <p:sp>
          <p:nvSpPr>
            <p:cNvPr id="36" name="Rectangle 35">
              <a:extLst>
                <a:ext uri="{FF2B5EF4-FFF2-40B4-BE49-F238E27FC236}">
                  <a16:creationId xmlns:a16="http://schemas.microsoft.com/office/drawing/2014/main" id="{E08B8636-7BEB-9BC3-6C34-082A0D975A08}"/>
                </a:ext>
              </a:extLst>
            </p:cNvPr>
            <p:cNvSpPr/>
            <p:nvPr/>
          </p:nvSpPr>
          <p:spPr>
            <a:xfrm>
              <a:off x="1223494" y="4377173"/>
              <a:ext cx="522180" cy="1933263"/>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38" name="Rectangle 37">
              <a:extLst>
                <a:ext uri="{FF2B5EF4-FFF2-40B4-BE49-F238E27FC236}">
                  <a16:creationId xmlns:a16="http://schemas.microsoft.com/office/drawing/2014/main" id="{2DC87372-F4B7-1B03-2E00-92CE4F269986}"/>
                </a:ext>
              </a:extLst>
            </p:cNvPr>
            <p:cNvSpPr/>
            <p:nvPr/>
          </p:nvSpPr>
          <p:spPr>
            <a:xfrm>
              <a:off x="2370325" y="4377173"/>
              <a:ext cx="616969" cy="1933263"/>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grpSp>
    </p:spTree>
    <p:extLst>
      <p:ext uri="{BB962C8B-B14F-4D97-AF65-F5344CB8AC3E}">
        <p14:creationId xmlns:p14="http://schemas.microsoft.com/office/powerpoint/2010/main" val="106961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8FA40-2CF7-C6AC-10AC-B86441E2BAA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A37A626-7900-A1D8-5A36-1A02EF2B29D4}"/>
              </a:ext>
            </a:extLst>
          </p:cNvPr>
          <p:cNvSpPr/>
          <p:nvPr/>
        </p:nvSpPr>
        <p:spPr>
          <a:xfrm>
            <a:off x="2025062" y="1570412"/>
            <a:ext cx="1205026" cy="1944683"/>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83F92529-03D5-C420-5CDD-FD9E2CF1B8FD}"/>
              </a:ext>
            </a:extLst>
          </p:cNvPr>
          <p:cNvSpPr/>
          <p:nvPr/>
        </p:nvSpPr>
        <p:spPr>
          <a:xfrm>
            <a:off x="9358073" y="1576778"/>
            <a:ext cx="1205026" cy="1938317"/>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7" name="Rectangle 16">
            <a:extLst>
              <a:ext uri="{FF2B5EF4-FFF2-40B4-BE49-F238E27FC236}">
                <a16:creationId xmlns:a16="http://schemas.microsoft.com/office/drawing/2014/main" id="{886511A6-6125-3DA6-EA8A-5692987C47F2}"/>
              </a:ext>
            </a:extLst>
          </p:cNvPr>
          <p:cNvSpPr/>
          <p:nvPr/>
        </p:nvSpPr>
        <p:spPr>
          <a:xfrm>
            <a:off x="6913736" y="1576777"/>
            <a:ext cx="1205026" cy="1924095"/>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5" name="Rectangle 14">
            <a:extLst>
              <a:ext uri="{FF2B5EF4-FFF2-40B4-BE49-F238E27FC236}">
                <a16:creationId xmlns:a16="http://schemas.microsoft.com/office/drawing/2014/main" id="{CD9D10B4-8F43-4114-0987-333C8674D6BD}"/>
              </a:ext>
            </a:extLst>
          </p:cNvPr>
          <p:cNvSpPr/>
          <p:nvPr/>
        </p:nvSpPr>
        <p:spPr>
          <a:xfrm>
            <a:off x="4469399" y="1576779"/>
            <a:ext cx="1205026" cy="1924094"/>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54" name="Rectangle 53">
            <a:extLst>
              <a:ext uri="{FF2B5EF4-FFF2-40B4-BE49-F238E27FC236}">
                <a16:creationId xmlns:a16="http://schemas.microsoft.com/office/drawing/2014/main" id="{F8C6431C-639C-1EBC-3B47-9B9DB7A2FD29}"/>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4C0F33D6-7D78-0868-4403-68D0FEFA5481}"/>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Capital Market Performance in USD – Volatility</a:t>
            </a:r>
          </a:p>
        </p:txBody>
      </p:sp>
      <p:sp>
        <p:nvSpPr>
          <p:cNvPr id="3" name="Rectangle 2">
            <a:extLst>
              <a:ext uri="{FF2B5EF4-FFF2-40B4-BE49-F238E27FC236}">
                <a16:creationId xmlns:a16="http://schemas.microsoft.com/office/drawing/2014/main" id="{E48E1E32-9951-8C72-C063-E4C9F751A17D}"/>
              </a:ext>
            </a:extLst>
          </p:cNvPr>
          <p:cNvSpPr/>
          <p:nvPr/>
        </p:nvSpPr>
        <p:spPr>
          <a:xfrm>
            <a:off x="266687" y="1104067"/>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Annualized Volatility – Indices &amp; Sectors</a:t>
            </a:r>
          </a:p>
        </p:txBody>
      </p:sp>
      <p:sp>
        <p:nvSpPr>
          <p:cNvPr id="6" name="Rectangle 5">
            <a:extLst>
              <a:ext uri="{FF2B5EF4-FFF2-40B4-BE49-F238E27FC236}">
                <a16:creationId xmlns:a16="http://schemas.microsoft.com/office/drawing/2014/main" id="{605AFBF1-678B-1184-548F-D8B5BFD60B41}"/>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Rolling Volatility (1 month) - Indices</a:t>
            </a:r>
          </a:p>
        </p:txBody>
      </p:sp>
      <p:sp>
        <p:nvSpPr>
          <p:cNvPr id="16" name="Rectangle 15">
            <a:extLst>
              <a:ext uri="{FF2B5EF4-FFF2-40B4-BE49-F238E27FC236}">
                <a16:creationId xmlns:a16="http://schemas.microsoft.com/office/drawing/2014/main" id="{66D19D38-610A-B61E-F94B-A9D70F16DBB1}"/>
              </a:ext>
            </a:extLst>
          </p:cNvPr>
          <p:cNvSpPr/>
          <p:nvPr/>
        </p:nvSpPr>
        <p:spPr>
          <a:xfrm>
            <a:off x="6362700" y="3940429"/>
            <a:ext cx="5562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Rolling Volatility (1 month) - Sectors</a:t>
            </a:r>
          </a:p>
        </p:txBody>
      </p:sp>
      <p:graphicFrame>
        <p:nvGraphicFramePr>
          <p:cNvPr id="2" name="Chart 1">
            <a:extLst>
              <a:ext uri="{FF2B5EF4-FFF2-40B4-BE49-F238E27FC236}">
                <a16:creationId xmlns:a16="http://schemas.microsoft.com/office/drawing/2014/main" id="{7569D245-7833-AAE2-14DD-9F6407E713A2}"/>
              </a:ext>
            </a:extLst>
          </p:cNvPr>
          <p:cNvGraphicFramePr>
            <a:graphicFrameLocks/>
          </p:cNvGraphicFramePr>
          <p:nvPr>
            <p:extLst>
              <p:ext uri="{D42A27DB-BD31-4B8C-83A1-F6EECF244321}">
                <p14:modId xmlns:p14="http://schemas.microsoft.com/office/powerpoint/2010/main" val="3349830669"/>
              </p:ext>
            </p:extLst>
          </p:nvPr>
        </p:nvGraphicFramePr>
        <p:xfrm>
          <a:off x="266687" y="1509873"/>
          <a:ext cx="11658600" cy="22759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9788D552-1763-9C68-9983-FF552AE76B32}"/>
              </a:ext>
            </a:extLst>
          </p:cNvPr>
          <p:cNvGraphicFramePr>
            <a:graphicFrameLocks/>
          </p:cNvGraphicFramePr>
          <p:nvPr>
            <p:extLst>
              <p:ext uri="{D42A27DB-BD31-4B8C-83A1-F6EECF244321}">
                <p14:modId xmlns:p14="http://schemas.microsoft.com/office/powerpoint/2010/main" val="4203582346"/>
              </p:ext>
            </p:extLst>
          </p:nvPr>
        </p:nvGraphicFramePr>
        <p:xfrm>
          <a:off x="266698" y="4400573"/>
          <a:ext cx="5829299" cy="230502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ABDA3BAE-8E77-1868-33EB-855B7A10E834}"/>
              </a:ext>
            </a:extLst>
          </p:cNvPr>
          <p:cNvGraphicFramePr>
            <a:graphicFrameLocks/>
          </p:cNvGraphicFramePr>
          <p:nvPr>
            <p:extLst>
              <p:ext uri="{D42A27DB-BD31-4B8C-83A1-F6EECF244321}">
                <p14:modId xmlns:p14="http://schemas.microsoft.com/office/powerpoint/2010/main" val="4052974814"/>
              </p:ext>
            </p:extLst>
          </p:nvPr>
        </p:nvGraphicFramePr>
        <p:xfrm>
          <a:off x="6362697" y="4400573"/>
          <a:ext cx="5562589" cy="229858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1300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67A9-DFB1-76B9-07EC-7C6B16406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B6F12-152F-3AB2-91A7-4718C7530A46}"/>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AD29BAB1-1356-7069-FD36-6692725D24C3}"/>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1F3AC5E7-B68E-5C6D-518B-13D46DFA96F7}"/>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7938E868-18C2-963F-263D-F4D5F3EC665C}"/>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C98AF8A4-B1D5-D4DD-6FCB-814CFE8658DD}"/>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Fixed Income Market</a:t>
            </a:r>
          </a:p>
        </p:txBody>
      </p:sp>
      <p:sp>
        <p:nvSpPr>
          <p:cNvPr id="18" name="Rectangle 17">
            <a:extLst>
              <a:ext uri="{FF2B5EF4-FFF2-40B4-BE49-F238E27FC236}">
                <a16:creationId xmlns:a16="http://schemas.microsoft.com/office/drawing/2014/main" id="{AF712A96-E973-C8C8-3BEC-B6FBDFD72750}"/>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153192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9D8A5-86E8-2D71-B13D-EF602BBC0B5B}"/>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81C9B827-3918-B53B-15B5-D05B4B04337F}"/>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FC1CDC00-D3BE-4200-4EB8-5C3821C713DC}"/>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Fixed Income Market – Government Bonds</a:t>
            </a:r>
          </a:p>
        </p:txBody>
      </p:sp>
      <p:sp>
        <p:nvSpPr>
          <p:cNvPr id="3" name="Rectangle 2">
            <a:extLst>
              <a:ext uri="{FF2B5EF4-FFF2-40B4-BE49-F238E27FC236}">
                <a16:creationId xmlns:a16="http://schemas.microsoft.com/office/drawing/2014/main" id="{077362D3-0D6F-DCD6-A612-4917CA4E8293}"/>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10Y &amp; 5Y G-Sec Yield</a:t>
            </a:r>
          </a:p>
        </p:txBody>
      </p:sp>
      <p:sp>
        <p:nvSpPr>
          <p:cNvPr id="6" name="Rectangle 5">
            <a:extLst>
              <a:ext uri="{FF2B5EF4-FFF2-40B4-BE49-F238E27FC236}">
                <a16:creationId xmlns:a16="http://schemas.microsoft.com/office/drawing/2014/main" id="{6DF39A52-BBD6-881B-7133-D05268B68EB0}"/>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OMO Commentary – Impact of RBI bond purchases</a:t>
            </a:r>
          </a:p>
        </p:txBody>
      </p:sp>
      <p:sp>
        <p:nvSpPr>
          <p:cNvPr id="8" name="Rectangle 7">
            <a:extLst>
              <a:ext uri="{FF2B5EF4-FFF2-40B4-BE49-F238E27FC236}">
                <a16:creationId xmlns:a16="http://schemas.microsoft.com/office/drawing/2014/main" id="{94360BAE-5EC9-8C45-DF53-E43D5133C9C7}"/>
              </a:ext>
            </a:extLst>
          </p:cNvPr>
          <p:cNvSpPr/>
          <p:nvPr/>
        </p:nvSpPr>
        <p:spPr>
          <a:xfrm>
            <a:off x="266700" y="4403790"/>
            <a:ext cx="5829300" cy="230181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lnSpc>
                <a:spcPct val="150000"/>
              </a:lnSpc>
              <a:buFont typeface="Arial" panose="020B0604020202020204" pitchFamily="34" charset="0"/>
              <a:buChar char="•"/>
            </a:pPr>
            <a:r>
              <a:rPr lang="en-US" sz="900" dirty="0">
                <a:solidFill>
                  <a:schemeClr val="tx1"/>
                </a:solidFill>
                <a:latin typeface="Century Gothic" panose="020B0502020202020204" pitchFamily="34" charset="0"/>
              </a:rPr>
              <a:t>RBI conducts Open Market Operations (OMOs) by purchasing/selling government securities in the </a:t>
            </a:r>
            <a:r>
              <a:rPr lang="en-US" sz="900" b="1" dirty="0">
                <a:solidFill>
                  <a:schemeClr val="tx1"/>
                </a:solidFill>
                <a:latin typeface="Century Gothic" panose="020B0502020202020204" pitchFamily="34" charset="0"/>
              </a:rPr>
              <a:t>secondary market to regulate money supply and manage long-term interest rates</a:t>
            </a:r>
          </a:p>
          <a:p>
            <a:pPr marL="171450" indent="-171450" algn="just">
              <a:lnSpc>
                <a:spcPct val="150000"/>
              </a:lnSpc>
              <a:buFont typeface="Arial" panose="020B0604020202020204" pitchFamily="34" charset="0"/>
              <a:buChar char="•"/>
            </a:pPr>
            <a:r>
              <a:rPr lang="en-US" sz="900" dirty="0">
                <a:solidFill>
                  <a:schemeClr val="tx1"/>
                </a:solidFill>
                <a:latin typeface="Century Gothic" panose="020B0502020202020204" pitchFamily="34" charset="0"/>
              </a:rPr>
              <a:t>In </a:t>
            </a:r>
            <a:r>
              <a:rPr lang="en-US" sz="900" b="1" dirty="0">
                <a:solidFill>
                  <a:schemeClr val="tx1"/>
                </a:solidFill>
                <a:latin typeface="Century Gothic" panose="020B0502020202020204" pitchFamily="34" charset="0"/>
              </a:rPr>
              <a:t>April 2025</a:t>
            </a:r>
            <a:r>
              <a:rPr lang="en-US" sz="900" dirty="0">
                <a:solidFill>
                  <a:schemeClr val="tx1"/>
                </a:solidFill>
                <a:latin typeface="Century Gothic" panose="020B0502020202020204" pitchFamily="34" charset="0"/>
              </a:rPr>
              <a:t>, RBI announced plans to purchase </a:t>
            </a:r>
            <a:r>
              <a:rPr lang="en-US" sz="900" b="1" dirty="0">
                <a:solidFill>
                  <a:schemeClr val="tx1"/>
                </a:solidFill>
                <a:latin typeface="Century Gothic" panose="020B0502020202020204" pitchFamily="34" charset="0"/>
              </a:rPr>
              <a:t>₹80,000 crore of G-Secs</a:t>
            </a:r>
            <a:r>
              <a:rPr lang="en-US" sz="900" dirty="0">
                <a:solidFill>
                  <a:schemeClr val="tx1"/>
                </a:solidFill>
                <a:latin typeface="Century Gothic" panose="020B0502020202020204" pitchFamily="34" charset="0"/>
              </a:rPr>
              <a:t> across four ₹20,000 crore tranches (April 3, 8, 22, 29) to enhance market liquidity</a:t>
            </a:r>
          </a:p>
          <a:p>
            <a:pPr marL="171450" indent="-171450" algn="just">
              <a:lnSpc>
                <a:spcPct val="150000"/>
              </a:lnSpc>
              <a:buFont typeface="Arial" panose="020B0604020202020204" pitchFamily="34" charset="0"/>
              <a:buChar char="•"/>
            </a:pPr>
            <a:r>
              <a:rPr lang="en-US" sz="900" dirty="0">
                <a:solidFill>
                  <a:schemeClr val="tx1"/>
                </a:solidFill>
                <a:latin typeface="Century Gothic" panose="020B0502020202020204" pitchFamily="34" charset="0"/>
              </a:rPr>
              <a:t>First auction saw strongest demand for mid-to-long dated securities with </a:t>
            </a:r>
            <a:r>
              <a:rPr lang="en-US" sz="900" b="1" dirty="0">
                <a:solidFill>
                  <a:schemeClr val="tx1"/>
                </a:solidFill>
                <a:latin typeface="Century Gothic" panose="020B0502020202020204" pitchFamily="34" charset="0"/>
              </a:rPr>
              <a:t>8.24% GS 2033</a:t>
            </a:r>
            <a:r>
              <a:rPr lang="en-US" sz="900" dirty="0">
                <a:solidFill>
                  <a:schemeClr val="tx1"/>
                </a:solidFill>
                <a:latin typeface="Century Gothic" panose="020B0502020202020204" pitchFamily="34" charset="0"/>
              </a:rPr>
              <a:t> receiving highest allocation (</a:t>
            </a:r>
            <a:r>
              <a:rPr lang="en-US" sz="900" b="1" dirty="0">
                <a:solidFill>
                  <a:schemeClr val="tx1"/>
                </a:solidFill>
                <a:latin typeface="Century Gothic" panose="020B0502020202020204" pitchFamily="34" charset="0"/>
              </a:rPr>
              <a:t>₹7,660 crore</a:t>
            </a:r>
            <a:r>
              <a:rPr lang="en-US" sz="900" dirty="0">
                <a:solidFill>
                  <a:schemeClr val="tx1"/>
                </a:solidFill>
                <a:latin typeface="Century Gothic" panose="020B0502020202020204" pitchFamily="34" charset="0"/>
              </a:rPr>
              <a:t>)</a:t>
            </a:r>
          </a:p>
          <a:p>
            <a:pPr marL="171450" indent="-171450" algn="just">
              <a:lnSpc>
                <a:spcPct val="150000"/>
              </a:lnSpc>
              <a:buFont typeface="Arial" panose="020B0604020202020204" pitchFamily="34" charset="0"/>
              <a:buChar char="•"/>
            </a:pPr>
            <a:r>
              <a:rPr lang="en-US" sz="900" dirty="0">
                <a:solidFill>
                  <a:schemeClr val="tx1"/>
                </a:solidFill>
                <a:latin typeface="Century Gothic" panose="020B0502020202020204" pitchFamily="34" charset="0"/>
              </a:rPr>
              <a:t>Cut-off yields ranged from </a:t>
            </a:r>
            <a:r>
              <a:rPr lang="en-US" sz="900" b="1" dirty="0">
                <a:solidFill>
                  <a:schemeClr val="tx1"/>
                </a:solidFill>
                <a:latin typeface="Century Gothic" panose="020B0502020202020204" pitchFamily="34" charset="0"/>
              </a:rPr>
              <a:t>6.35% (short-term) to 6.64% (long-term)</a:t>
            </a:r>
            <a:r>
              <a:rPr lang="en-US" sz="900" dirty="0">
                <a:solidFill>
                  <a:schemeClr val="tx1"/>
                </a:solidFill>
                <a:latin typeface="Century Gothic" panose="020B0502020202020204" pitchFamily="34" charset="0"/>
              </a:rPr>
              <a:t>, reflecting RBI's targeted intervention across different maturity segments</a:t>
            </a:r>
          </a:p>
          <a:p>
            <a:pPr marL="171450" indent="-171450" algn="just">
              <a:lnSpc>
                <a:spcPct val="150000"/>
              </a:lnSpc>
              <a:buFont typeface="Arial" panose="020B0604020202020204" pitchFamily="34" charset="0"/>
              <a:buChar char="•"/>
            </a:pPr>
            <a:r>
              <a:rPr lang="en-US" sz="900" dirty="0">
                <a:solidFill>
                  <a:schemeClr val="tx1"/>
                </a:solidFill>
                <a:latin typeface="Century Gothic" panose="020B0502020202020204" pitchFamily="34" charset="0"/>
              </a:rPr>
              <a:t>These operations support the current positive yield curve slope and </a:t>
            </a:r>
            <a:r>
              <a:rPr lang="en-US" sz="900" b="1" dirty="0">
                <a:solidFill>
                  <a:schemeClr val="tx1"/>
                </a:solidFill>
                <a:latin typeface="Century Gothic" panose="020B0502020202020204" pitchFamily="34" charset="0"/>
              </a:rPr>
              <a:t>demonstrate RBI's proactive approach to maintaining orderly market conditions amid changing interest rate environment</a:t>
            </a:r>
          </a:p>
        </p:txBody>
      </p:sp>
      <p:sp>
        <p:nvSpPr>
          <p:cNvPr id="12" name="Rectangle 11">
            <a:extLst>
              <a:ext uri="{FF2B5EF4-FFF2-40B4-BE49-F238E27FC236}">
                <a16:creationId xmlns:a16="http://schemas.microsoft.com/office/drawing/2014/main" id="{3E9D68B4-3AC5-88B0-34F8-05C6A0C03E29}"/>
              </a:ext>
            </a:extLst>
          </p:cNvPr>
          <p:cNvSpPr/>
          <p:nvPr/>
        </p:nvSpPr>
        <p:spPr>
          <a:xfrm>
            <a:off x="6362700" y="1095436"/>
            <a:ext cx="5562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Yield Curve Trend</a:t>
            </a:r>
          </a:p>
        </p:txBody>
      </p:sp>
      <p:graphicFrame>
        <p:nvGraphicFramePr>
          <p:cNvPr id="4" name="Chart 3">
            <a:extLst>
              <a:ext uri="{FF2B5EF4-FFF2-40B4-BE49-F238E27FC236}">
                <a16:creationId xmlns:a16="http://schemas.microsoft.com/office/drawing/2014/main" id="{59045C7A-13F4-2220-DAE2-B4DD33528D5F}"/>
              </a:ext>
            </a:extLst>
          </p:cNvPr>
          <p:cNvGraphicFramePr>
            <a:graphicFrameLocks/>
          </p:cNvGraphicFramePr>
          <p:nvPr>
            <p:extLst>
              <p:ext uri="{D42A27DB-BD31-4B8C-83A1-F6EECF244321}">
                <p14:modId xmlns:p14="http://schemas.microsoft.com/office/powerpoint/2010/main" val="3217297218"/>
              </p:ext>
            </p:extLst>
          </p:nvPr>
        </p:nvGraphicFramePr>
        <p:xfrm>
          <a:off x="266700" y="1526926"/>
          <a:ext cx="2781299" cy="22505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BCCC0AB2-A523-92B6-1E99-322D27E73475}"/>
              </a:ext>
            </a:extLst>
          </p:cNvPr>
          <p:cNvGraphicFramePr>
            <a:graphicFrameLocks/>
          </p:cNvGraphicFramePr>
          <p:nvPr>
            <p:extLst>
              <p:ext uri="{D42A27DB-BD31-4B8C-83A1-F6EECF244321}">
                <p14:modId xmlns:p14="http://schemas.microsoft.com/office/powerpoint/2010/main" val="2494915654"/>
              </p:ext>
            </p:extLst>
          </p:nvPr>
        </p:nvGraphicFramePr>
        <p:xfrm>
          <a:off x="6362700" y="1526925"/>
          <a:ext cx="2781299" cy="2250546"/>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A103C1FD-14E4-EF50-7011-D6053E742A55}"/>
              </a:ext>
            </a:extLst>
          </p:cNvPr>
          <p:cNvSpPr/>
          <p:nvPr/>
        </p:nvSpPr>
        <p:spPr>
          <a:xfrm>
            <a:off x="9410699" y="1518588"/>
            <a:ext cx="2514597" cy="2258883"/>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lnSpc>
                <a:spcPct val="150000"/>
              </a:lnSpc>
              <a:buFont typeface="Arial" panose="020B0604020202020204" pitchFamily="34" charset="0"/>
              <a:buChar char="•"/>
            </a:pPr>
            <a:r>
              <a:rPr lang="en-US" sz="800" b="1" dirty="0">
                <a:solidFill>
                  <a:schemeClr val="tx1"/>
                </a:solidFill>
                <a:latin typeface="Century Gothic" panose="020B0502020202020204" pitchFamily="34" charset="0"/>
              </a:rPr>
              <a:t>Current yields:</a:t>
            </a:r>
            <a:r>
              <a:rPr lang="en-US" sz="800" dirty="0">
                <a:solidFill>
                  <a:schemeClr val="tx1"/>
                </a:solidFill>
                <a:latin typeface="Century Gothic" panose="020B0502020202020204" pitchFamily="34" charset="0"/>
              </a:rPr>
              <a:t> Upward sloping from 6.25% (6M) to 7% (40Y), steepening after 15Y mark </a:t>
            </a:r>
          </a:p>
          <a:p>
            <a:pPr marL="171450" indent="-171450" algn="just">
              <a:lnSpc>
                <a:spcPct val="150000"/>
              </a:lnSpc>
              <a:buFont typeface="Arial" panose="020B0604020202020204" pitchFamily="34" charset="0"/>
              <a:buChar char="•"/>
            </a:pPr>
            <a:r>
              <a:rPr lang="en-US" sz="800" dirty="0">
                <a:solidFill>
                  <a:schemeClr val="tx1"/>
                </a:solidFill>
                <a:latin typeface="Century Gothic" panose="020B0502020202020204" pitchFamily="34" charset="0"/>
              </a:rPr>
              <a:t>1-month ago: Generally higher than current yields, converging at longer terms</a:t>
            </a:r>
          </a:p>
          <a:p>
            <a:pPr marL="171450" indent="-171450" algn="just">
              <a:lnSpc>
                <a:spcPct val="150000"/>
              </a:lnSpc>
              <a:buFont typeface="Arial" panose="020B0604020202020204" pitchFamily="34" charset="0"/>
              <a:buChar char="•"/>
            </a:pPr>
            <a:r>
              <a:rPr lang="en-US" sz="800" b="1" dirty="0">
                <a:solidFill>
                  <a:schemeClr val="tx1"/>
                </a:solidFill>
                <a:latin typeface="Century Gothic" panose="020B0502020202020204" pitchFamily="34" charset="0"/>
              </a:rPr>
              <a:t>1-year ago:</a:t>
            </a:r>
            <a:r>
              <a:rPr lang="en-US" sz="800" dirty="0">
                <a:solidFill>
                  <a:schemeClr val="tx1"/>
                </a:solidFill>
                <a:latin typeface="Century Gothic" panose="020B0502020202020204" pitchFamily="34" charset="0"/>
              </a:rPr>
              <a:t> Consistently higher (7-7.25%) across all terms, showing </a:t>
            </a:r>
            <a:r>
              <a:rPr lang="en-US" sz="800" b="1" dirty="0">
                <a:solidFill>
                  <a:schemeClr val="tx1"/>
                </a:solidFill>
                <a:latin typeface="Century Gothic" panose="020B0502020202020204" pitchFamily="34" charset="0"/>
              </a:rPr>
              <a:t>significant rate decrease YoY</a:t>
            </a:r>
          </a:p>
          <a:p>
            <a:pPr marL="171450" indent="-171450" algn="just">
              <a:lnSpc>
                <a:spcPct val="150000"/>
              </a:lnSpc>
              <a:buFont typeface="Arial" panose="020B0604020202020204" pitchFamily="34" charset="0"/>
              <a:buChar char="•"/>
            </a:pPr>
            <a:r>
              <a:rPr lang="en-US" sz="800" b="1" dirty="0">
                <a:solidFill>
                  <a:schemeClr val="tx1"/>
                </a:solidFill>
                <a:latin typeface="Century Gothic" panose="020B0502020202020204" pitchFamily="34" charset="0"/>
              </a:rPr>
              <a:t>Normal positive slope maintained across all periods, suggesting economic growth expectations</a:t>
            </a:r>
          </a:p>
        </p:txBody>
      </p:sp>
      <p:sp>
        <p:nvSpPr>
          <p:cNvPr id="16" name="Rectangle 15">
            <a:extLst>
              <a:ext uri="{FF2B5EF4-FFF2-40B4-BE49-F238E27FC236}">
                <a16:creationId xmlns:a16="http://schemas.microsoft.com/office/drawing/2014/main" id="{0CC3A254-AA5A-58CF-D274-17E4ECE33CA5}"/>
              </a:ext>
            </a:extLst>
          </p:cNvPr>
          <p:cNvSpPr/>
          <p:nvPr/>
        </p:nvSpPr>
        <p:spPr>
          <a:xfrm>
            <a:off x="9410699" y="3940429"/>
            <a:ext cx="2529044"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10Y G-Sec - Repo Rate Spread</a:t>
            </a:r>
          </a:p>
        </p:txBody>
      </p:sp>
      <p:graphicFrame>
        <p:nvGraphicFramePr>
          <p:cNvPr id="13" name="Chart 12">
            <a:extLst>
              <a:ext uri="{FF2B5EF4-FFF2-40B4-BE49-F238E27FC236}">
                <a16:creationId xmlns:a16="http://schemas.microsoft.com/office/drawing/2014/main" id="{E21FCA62-93C1-4FE9-E474-885407CA90A6}"/>
              </a:ext>
            </a:extLst>
          </p:cNvPr>
          <p:cNvGraphicFramePr>
            <a:graphicFrameLocks/>
          </p:cNvGraphicFramePr>
          <p:nvPr>
            <p:extLst>
              <p:ext uri="{D42A27DB-BD31-4B8C-83A1-F6EECF244321}">
                <p14:modId xmlns:p14="http://schemas.microsoft.com/office/powerpoint/2010/main" val="414825509"/>
              </p:ext>
            </p:extLst>
          </p:nvPr>
        </p:nvGraphicFramePr>
        <p:xfrm>
          <a:off x="9410698" y="4403790"/>
          <a:ext cx="2529045" cy="2313732"/>
        </p:xfrm>
        <a:graphic>
          <a:graphicData uri="http://schemas.openxmlformats.org/drawingml/2006/chart">
            <c:chart xmlns:c="http://schemas.openxmlformats.org/drawingml/2006/chart" xmlns:r="http://schemas.openxmlformats.org/officeDocument/2006/relationships" r:id="rId4"/>
          </a:graphicData>
        </a:graphic>
      </p:graphicFrame>
      <p:sp>
        <p:nvSpPr>
          <p:cNvPr id="19" name="Rectangle 18">
            <a:extLst>
              <a:ext uri="{FF2B5EF4-FFF2-40B4-BE49-F238E27FC236}">
                <a16:creationId xmlns:a16="http://schemas.microsoft.com/office/drawing/2014/main" id="{A67A1936-EEFC-3682-790B-85948FAE6578}"/>
              </a:ext>
            </a:extLst>
          </p:cNvPr>
          <p:cNvSpPr/>
          <p:nvPr/>
        </p:nvSpPr>
        <p:spPr>
          <a:xfrm>
            <a:off x="6352200" y="3940429"/>
            <a:ext cx="2781102"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India-US10Y Yield Spread</a:t>
            </a:r>
          </a:p>
        </p:txBody>
      </p:sp>
      <p:graphicFrame>
        <p:nvGraphicFramePr>
          <p:cNvPr id="21" name="Chart 20">
            <a:extLst>
              <a:ext uri="{FF2B5EF4-FFF2-40B4-BE49-F238E27FC236}">
                <a16:creationId xmlns:a16="http://schemas.microsoft.com/office/drawing/2014/main" id="{62DE2FE2-78DE-3ADD-BF6E-72D7269DFC55}"/>
              </a:ext>
            </a:extLst>
          </p:cNvPr>
          <p:cNvGraphicFramePr>
            <a:graphicFrameLocks/>
          </p:cNvGraphicFramePr>
          <p:nvPr>
            <p:extLst>
              <p:ext uri="{D42A27DB-BD31-4B8C-83A1-F6EECF244321}">
                <p14:modId xmlns:p14="http://schemas.microsoft.com/office/powerpoint/2010/main" val="2205526021"/>
              </p:ext>
            </p:extLst>
          </p:nvPr>
        </p:nvGraphicFramePr>
        <p:xfrm>
          <a:off x="6352198" y="4403790"/>
          <a:ext cx="2791801" cy="231373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Chart 1">
            <a:extLst>
              <a:ext uri="{FF2B5EF4-FFF2-40B4-BE49-F238E27FC236}">
                <a16:creationId xmlns:a16="http://schemas.microsoft.com/office/drawing/2014/main" id="{A850B5AC-E3C5-D54A-B307-102F9E8FFCB2}"/>
              </a:ext>
            </a:extLst>
          </p:cNvPr>
          <p:cNvGraphicFramePr>
            <a:graphicFrameLocks/>
          </p:cNvGraphicFramePr>
          <p:nvPr>
            <p:extLst>
              <p:ext uri="{D42A27DB-BD31-4B8C-83A1-F6EECF244321}">
                <p14:modId xmlns:p14="http://schemas.microsoft.com/office/powerpoint/2010/main" val="770794019"/>
              </p:ext>
            </p:extLst>
          </p:nvPr>
        </p:nvGraphicFramePr>
        <p:xfrm>
          <a:off x="3170847" y="1526926"/>
          <a:ext cx="2925153" cy="225054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558699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0FA27-8988-6E63-A80B-68CC6C8EC98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045F680-E63B-BE51-40D1-943253DB5D7D}"/>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Fixed Income Market – Corporate Bonds</a:t>
            </a:r>
          </a:p>
        </p:txBody>
      </p:sp>
      <p:sp>
        <p:nvSpPr>
          <p:cNvPr id="12" name="Rectangle 11">
            <a:extLst>
              <a:ext uri="{FF2B5EF4-FFF2-40B4-BE49-F238E27FC236}">
                <a16:creationId xmlns:a16="http://schemas.microsoft.com/office/drawing/2014/main" id="{F3EF8C45-C041-9B3B-263D-F933C2280DC7}"/>
              </a:ext>
            </a:extLst>
          </p:cNvPr>
          <p:cNvSpPr/>
          <p:nvPr/>
        </p:nvSpPr>
        <p:spPr>
          <a:xfrm>
            <a:off x="277201" y="1095436"/>
            <a:ext cx="2420001"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Credit Spreads: Reflecting Risk Perception</a:t>
            </a:r>
          </a:p>
        </p:txBody>
      </p:sp>
      <p:sp>
        <p:nvSpPr>
          <p:cNvPr id="9" name="Rectangle 8">
            <a:extLst>
              <a:ext uri="{FF2B5EF4-FFF2-40B4-BE49-F238E27FC236}">
                <a16:creationId xmlns:a16="http://schemas.microsoft.com/office/drawing/2014/main" id="{7AC279C0-0AEB-AA62-B9CF-9E07D8822D1B}"/>
              </a:ext>
            </a:extLst>
          </p:cNvPr>
          <p:cNvSpPr/>
          <p:nvPr/>
        </p:nvSpPr>
        <p:spPr>
          <a:xfrm>
            <a:off x="266700" y="1524345"/>
            <a:ext cx="2420001" cy="5181254"/>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lnSpc>
                <a:spcPts val="15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Definition</a:t>
            </a:r>
            <a:r>
              <a:rPr lang="en-US" sz="900" i="0" u="none" strike="noStrike" dirty="0">
                <a:solidFill>
                  <a:schemeClr val="tx1"/>
                </a:solidFill>
                <a:effectLst/>
                <a:latin typeface="Century Gothic" panose="020B0502020202020204" pitchFamily="34" charset="0"/>
              </a:rPr>
              <a:t>: Credit spreads represent the additional yield investors demand for holding corporate bonds over government securities (G-Secs), compensating for credit risk and issuer uncertainty.</a:t>
            </a:r>
          </a:p>
          <a:p>
            <a:pPr marL="171450" indent="-171450" algn="just">
              <a:lnSpc>
                <a:spcPts val="15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Market Behavior</a:t>
            </a:r>
            <a:r>
              <a:rPr lang="en-US" sz="900" i="0" u="none" strike="noStrike" dirty="0">
                <a:solidFill>
                  <a:schemeClr val="tx1"/>
                </a:solidFill>
                <a:effectLst/>
                <a:latin typeface="Century Gothic" panose="020B0502020202020204" pitchFamily="34" charset="0"/>
              </a:rPr>
              <a:t>: These spreads tend to widen during periods of financial stress or uncertainty (when investor risk aversion rises) and narrow in more stable or optimistic (risk-on) environments.</a:t>
            </a:r>
          </a:p>
          <a:p>
            <a:pPr marL="171450" indent="-171450" algn="just">
              <a:lnSpc>
                <a:spcPts val="15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Credit Rating Impact</a:t>
            </a:r>
            <a:r>
              <a:rPr lang="en-US" sz="900" i="0" u="none" strike="noStrike" dirty="0">
                <a:solidFill>
                  <a:schemeClr val="tx1"/>
                </a:solidFill>
                <a:effectLst/>
                <a:latin typeface="Century Gothic" panose="020B0502020202020204" pitchFamily="34" charset="0"/>
              </a:rPr>
              <a:t>: Lower-rated bonds (e.g., AA-, BBB, high-yield) exhibit wider spreads compared to higher-rated bonds (e.g., AAA, AA), reflecting higher perceived default risk.</a:t>
            </a:r>
          </a:p>
          <a:p>
            <a:pPr marL="171450" indent="-171450" algn="just">
              <a:lnSpc>
                <a:spcPts val="15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Tenor Influence</a:t>
            </a:r>
            <a:r>
              <a:rPr lang="en-US" sz="900" i="0" u="none" strike="noStrike" dirty="0">
                <a:solidFill>
                  <a:schemeClr val="tx1"/>
                </a:solidFill>
                <a:effectLst/>
                <a:latin typeface="Century Gothic" panose="020B0502020202020204" pitchFamily="34" charset="0"/>
              </a:rPr>
              <a:t>: The term to maturity (tenor) affects spreads — longer tenors generally command higher spreads due to increased exposure to interest rate volatility and credit risk over time.</a:t>
            </a:r>
          </a:p>
        </p:txBody>
      </p:sp>
      <p:graphicFrame>
        <p:nvGraphicFramePr>
          <p:cNvPr id="7" name="Chart 6">
            <a:extLst>
              <a:ext uri="{FF2B5EF4-FFF2-40B4-BE49-F238E27FC236}">
                <a16:creationId xmlns:a16="http://schemas.microsoft.com/office/drawing/2014/main" id="{F294DF09-C95F-4A02-7A23-EF84D26414A4}"/>
              </a:ext>
            </a:extLst>
          </p:cNvPr>
          <p:cNvGraphicFramePr>
            <a:graphicFrameLocks/>
          </p:cNvGraphicFramePr>
          <p:nvPr>
            <p:extLst>
              <p:ext uri="{D42A27DB-BD31-4B8C-83A1-F6EECF244321}">
                <p14:modId xmlns:p14="http://schemas.microsoft.com/office/powerpoint/2010/main" val="2281560649"/>
              </p:ext>
            </p:extLst>
          </p:nvPr>
        </p:nvGraphicFramePr>
        <p:xfrm>
          <a:off x="3031162" y="1517200"/>
          <a:ext cx="2442087" cy="5188399"/>
        </p:xfrm>
        <a:graphic>
          <a:graphicData uri="http://schemas.openxmlformats.org/drawingml/2006/chart">
            <c:chart xmlns:c="http://schemas.openxmlformats.org/drawingml/2006/chart" xmlns:r="http://schemas.openxmlformats.org/officeDocument/2006/relationships" r:id="rId2"/>
          </a:graphicData>
        </a:graphic>
      </p:graphicFrame>
      <p:sp>
        <p:nvSpPr>
          <p:cNvPr id="13" name="Rectangle 12">
            <a:extLst>
              <a:ext uri="{FF2B5EF4-FFF2-40B4-BE49-F238E27FC236}">
                <a16:creationId xmlns:a16="http://schemas.microsoft.com/office/drawing/2014/main" id="{33C20A1A-F702-B14B-A0B2-81FC3DD5BBF0}"/>
              </a:ext>
            </a:extLst>
          </p:cNvPr>
          <p:cNvSpPr/>
          <p:nvPr/>
        </p:nvSpPr>
        <p:spPr>
          <a:xfrm>
            <a:off x="3031163" y="1095436"/>
            <a:ext cx="2442087"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Spread Over 5Y G-Sec yields (bps)</a:t>
            </a:r>
          </a:p>
        </p:txBody>
      </p:sp>
      <p:sp>
        <p:nvSpPr>
          <p:cNvPr id="4" name="Rectangle 3">
            <a:extLst>
              <a:ext uri="{FF2B5EF4-FFF2-40B4-BE49-F238E27FC236}">
                <a16:creationId xmlns:a16="http://schemas.microsoft.com/office/drawing/2014/main" id="{F5EA1BC8-9912-97C3-D3A1-AF918328307E}"/>
              </a:ext>
            </a:extLst>
          </p:cNvPr>
          <p:cNvSpPr/>
          <p:nvPr/>
        </p:nvSpPr>
        <p:spPr>
          <a:xfrm>
            <a:off x="6092312"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Credit Rating Trends: Upgrades </a:t>
            </a:r>
            <a:r>
              <a:rPr lang="en-US" sz="1200" b="1">
                <a:solidFill>
                  <a:srgbClr val="002060"/>
                </a:solidFill>
                <a:latin typeface="Century Gothic" panose="020B0502020202020204" pitchFamily="34" charset="0"/>
              </a:rPr>
              <a:t>Outpace Downgrades</a:t>
            </a:r>
            <a:endParaRPr lang="en-US" sz="1200" b="1" dirty="0">
              <a:solidFill>
                <a:srgbClr val="002060"/>
              </a:solidFill>
              <a:latin typeface="Century Gothic" panose="020B0502020202020204" pitchFamily="34" charset="0"/>
            </a:endParaRPr>
          </a:p>
        </p:txBody>
      </p:sp>
      <p:sp>
        <p:nvSpPr>
          <p:cNvPr id="10" name="Rectangle 9">
            <a:extLst>
              <a:ext uri="{FF2B5EF4-FFF2-40B4-BE49-F238E27FC236}">
                <a16:creationId xmlns:a16="http://schemas.microsoft.com/office/drawing/2014/main" id="{FE942017-460B-4AB8-73A0-2039500E11BB}"/>
              </a:ext>
            </a:extLst>
          </p:cNvPr>
          <p:cNvSpPr/>
          <p:nvPr/>
        </p:nvSpPr>
        <p:spPr>
          <a:xfrm>
            <a:off x="6092312"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High-Yield vs. Investment </a:t>
            </a:r>
            <a:r>
              <a:rPr lang="en-US" sz="1200" b="1">
                <a:solidFill>
                  <a:srgbClr val="002060"/>
                </a:solidFill>
                <a:latin typeface="Century Gothic" panose="020B0502020202020204" pitchFamily="34" charset="0"/>
              </a:rPr>
              <a:t>Grade Performance</a:t>
            </a:r>
            <a:endParaRPr lang="en-US" sz="1200" b="1" dirty="0">
              <a:solidFill>
                <a:srgbClr val="002060"/>
              </a:solidFill>
              <a:latin typeface="Century Gothic" panose="020B0502020202020204" pitchFamily="34" charset="0"/>
            </a:endParaRPr>
          </a:p>
        </p:txBody>
      </p:sp>
      <p:sp>
        <p:nvSpPr>
          <p:cNvPr id="11" name="Rectangle 10">
            <a:extLst>
              <a:ext uri="{FF2B5EF4-FFF2-40B4-BE49-F238E27FC236}">
                <a16:creationId xmlns:a16="http://schemas.microsoft.com/office/drawing/2014/main" id="{102028ED-E59F-0554-63FE-449577A0D846}"/>
              </a:ext>
            </a:extLst>
          </p:cNvPr>
          <p:cNvSpPr/>
          <p:nvPr/>
        </p:nvSpPr>
        <p:spPr>
          <a:xfrm>
            <a:off x="6092312" y="4403790"/>
            <a:ext cx="5829300" cy="230181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lnSpc>
                <a:spcPct val="150000"/>
              </a:lnSpc>
              <a:spcAft>
                <a:spcPts val="225"/>
              </a:spcAft>
              <a:buFont typeface="Arial" panose="020B0604020202020204" pitchFamily="34" charset="0"/>
              <a:buChar char="•"/>
            </a:pPr>
            <a:r>
              <a:rPr lang="en-US" sz="900" b="1" dirty="0">
                <a:solidFill>
                  <a:schemeClr val="tx1"/>
                </a:solidFill>
                <a:latin typeface="Century Gothic" panose="020B0502020202020204" pitchFamily="34" charset="0"/>
              </a:rPr>
              <a:t>Investment Grade (BBB- &amp; above)</a:t>
            </a:r>
            <a:r>
              <a:rPr lang="en-US" sz="900" dirty="0">
                <a:solidFill>
                  <a:schemeClr val="tx1"/>
                </a:solidFill>
                <a:latin typeface="Century Gothic" panose="020B0502020202020204" pitchFamily="34" charset="0"/>
              </a:rPr>
              <a:t>: Characterized by lower yields and higher credit stability, this segment has benefitted from corporate deleveraging and strong balance sheets.</a:t>
            </a:r>
          </a:p>
          <a:p>
            <a:pPr marL="171450" indent="-171450" algn="just">
              <a:lnSpc>
                <a:spcPct val="150000"/>
              </a:lnSpc>
              <a:spcAft>
                <a:spcPts val="225"/>
              </a:spcAft>
              <a:buFont typeface="Arial" panose="020B0604020202020204" pitchFamily="34" charset="0"/>
              <a:buChar char="•"/>
            </a:pPr>
            <a:r>
              <a:rPr lang="en-US" sz="900" b="1" dirty="0">
                <a:solidFill>
                  <a:schemeClr val="tx1"/>
                </a:solidFill>
                <a:latin typeface="Century Gothic" panose="020B0502020202020204" pitchFamily="34" charset="0"/>
              </a:rPr>
              <a:t>High Yield (BB+ &amp; below)</a:t>
            </a:r>
            <a:r>
              <a:rPr lang="en-US" sz="900" dirty="0">
                <a:solidFill>
                  <a:schemeClr val="tx1"/>
                </a:solidFill>
                <a:latin typeface="Century Gothic" panose="020B0502020202020204" pitchFamily="34" charset="0"/>
              </a:rPr>
              <a:t>: Offers higher return potential but entails elevated credit and liquidity risk. Historically more prone to downgrades, especially among MSMEs and during economic slowdowns.</a:t>
            </a:r>
          </a:p>
          <a:p>
            <a:pPr marL="171450" indent="-171450" algn="just">
              <a:lnSpc>
                <a:spcPct val="150000"/>
              </a:lnSpc>
              <a:spcAft>
                <a:spcPts val="225"/>
              </a:spcAft>
              <a:buFont typeface="Arial" panose="020B0604020202020204" pitchFamily="34" charset="0"/>
              <a:buChar char="•"/>
            </a:pPr>
            <a:r>
              <a:rPr lang="en-US" sz="900" b="1" dirty="0">
                <a:solidFill>
                  <a:schemeClr val="tx1"/>
                </a:solidFill>
                <a:latin typeface="Century Gothic" panose="020B0502020202020204" pitchFamily="34" charset="0"/>
              </a:rPr>
              <a:t>Relative Performance Tracking</a:t>
            </a:r>
            <a:r>
              <a:rPr lang="en-US" sz="900" dirty="0">
                <a:solidFill>
                  <a:schemeClr val="tx1"/>
                </a:solidFill>
                <a:latin typeface="Century Gothic" panose="020B0502020202020204" pitchFamily="34" charset="0"/>
              </a:rPr>
              <a:t>: Total returns across these categories can be monitored using bond indices (e.g., CRISIL, NSE, S&amp;P BSE) and debt mutual fund performance data (e.g., AMFI, Value Research).</a:t>
            </a:r>
          </a:p>
        </p:txBody>
      </p:sp>
      <p:sp>
        <p:nvSpPr>
          <p:cNvPr id="14" name="Rectangle 13">
            <a:extLst>
              <a:ext uri="{FF2B5EF4-FFF2-40B4-BE49-F238E27FC236}">
                <a16:creationId xmlns:a16="http://schemas.microsoft.com/office/drawing/2014/main" id="{377A7522-7AD5-17F1-723D-5D4D5C244240}"/>
              </a:ext>
            </a:extLst>
          </p:cNvPr>
          <p:cNvSpPr/>
          <p:nvPr/>
        </p:nvSpPr>
        <p:spPr>
          <a:xfrm>
            <a:off x="6092312" y="1520327"/>
            <a:ext cx="5829300" cy="2251769"/>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lnSpc>
                <a:spcPct val="1500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CRISIL Ratings Credit Ratio moderated but remains elevated:</a:t>
            </a:r>
            <a:r>
              <a:rPr lang="en-US" sz="900" b="0" i="0" u="none" strike="noStrike" dirty="0">
                <a:solidFill>
                  <a:schemeClr val="tx1"/>
                </a:solidFill>
                <a:effectLst/>
                <a:latin typeface="Century Gothic" panose="020B0502020202020204" pitchFamily="34" charset="0"/>
              </a:rPr>
              <a:t> Stood at 1.79x in H2 FY24 (vs 1.91x in H1 FY24), indicating continued positive momentum (Upgrades &gt; Downgrades).</a:t>
            </a:r>
            <a:endParaRPr lang="en-US" sz="900" dirty="0">
              <a:solidFill>
                <a:schemeClr val="tx1"/>
              </a:solidFill>
              <a:latin typeface="Century Gothic" panose="020B0502020202020204" pitchFamily="34" charset="0"/>
            </a:endParaRPr>
          </a:p>
          <a:p>
            <a:pPr marL="171450" indent="-171450" algn="just">
              <a:lnSpc>
                <a:spcPct val="1500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Upgrade Rate (12.0% H2 FY24):</a:t>
            </a:r>
            <a:r>
              <a:rPr lang="en-US" sz="900" b="0" i="0" u="none" strike="noStrike" dirty="0">
                <a:solidFill>
                  <a:schemeClr val="tx1"/>
                </a:solidFill>
                <a:effectLst/>
                <a:latin typeface="Century Gothic" panose="020B0502020202020204" pitchFamily="34" charset="0"/>
              </a:rPr>
              <a:t> Remains above the 10-year average (~11%), driven by domestic demand, infra spending, and healthy corporate balance sheets.</a:t>
            </a:r>
          </a:p>
          <a:p>
            <a:pPr marL="171450" indent="-171450" algn="just">
              <a:lnSpc>
                <a:spcPct val="1500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Downgrade Rate (6.7% H2 FY24):</a:t>
            </a:r>
            <a:r>
              <a:rPr lang="en-US" sz="900" b="0" i="0" u="none" strike="noStrike" dirty="0">
                <a:solidFill>
                  <a:schemeClr val="tx1"/>
                </a:solidFill>
                <a:effectLst/>
                <a:latin typeface="Century Gothic" panose="020B0502020202020204" pitchFamily="34" charset="0"/>
              </a:rPr>
              <a:t> Close to the 10-year average (~6.4%), with export-linked sectors and those facing commodity price volatility seeing some pressure.</a:t>
            </a:r>
          </a:p>
          <a:p>
            <a:pPr marL="171450" indent="-171450" algn="just">
              <a:lnSpc>
                <a:spcPct val="150000"/>
              </a:lnSpc>
              <a:spcAft>
                <a:spcPts val="225"/>
              </a:spcAft>
              <a:buFont typeface="Arial" panose="020B0604020202020204" pitchFamily="34" charset="0"/>
              <a:buChar char="•"/>
            </a:pPr>
            <a:r>
              <a:rPr lang="en-US" sz="900" b="1" i="0" u="none" strike="noStrike" dirty="0">
                <a:solidFill>
                  <a:schemeClr val="tx1"/>
                </a:solidFill>
                <a:effectLst/>
                <a:latin typeface="Century Gothic" panose="020B0502020202020204" pitchFamily="34" charset="0"/>
              </a:rPr>
              <a:t>Overall: Corporate India shows resilience, supported by deleveraging and domestic economic activity.</a:t>
            </a:r>
          </a:p>
        </p:txBody>
      </p:sp>
    </p:spTree>
    <p:extLst>
      <p:ext uri="{BB962C8B-B14F-4D97-AF65-F5344CB8AC3E}">
        <p14:creationId xmlns:p14="http://schemas.microsoft.com/office/powerpoint/2010/main" val="670309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33A2B-C014-80DB-F8A5-A49A865B5F15}"/>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C0E3072E-F661-6389-A864-F0E96205C9F3}"/>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C08220F1-7326-A5DC-8CA0-280E75FD3B2D}"/>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Fixed Income Market – FDs &amp; Debt Mutual Funds</a:t>
            </a:r>
          </a:p>
        </p:txBody>
      </p:sp>
      <p:sp>
        <p:nvSpPr>
          <p:cNvPr id="3" name="Rectangle 2">
            <a:extLst>
              <a:ext uri="{FF2B5EF4-FFF2-40B4-BE49-F238E27FC236}">
                <a16:creationId xmlns:a16="http://schemas.microsoft.com/office/drawing/2014/main" id="{7BF2FDE4-A9CC-0C0B-7CF2-8AE4748ED25B}"/>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FD Interest Rates </a:t>
            </a:r>
          </a:p>
        </p:txBody>
      </p:sp>
      <p:sp>
        <p:nvSpPr>
          <p:cNvPr id="6" name="Rectangle 5">
            <a:extLst>
              <a:ext uri="{FF2B5EF4-FFF2-40B4-BE49-F238E27FC236}">
                <a16:creationId xmlns:a16="http://schemas.microsoft.com/office/drawing/2014/main" id="{0AD9BA7B-ECA3-2675-77BF-5DE2724E784F}"/>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CPI Inflation vs Returns (Real return view)</a:t>
            </a:r>
          </a:p>
        </p:txBody>
      </p:sp>
      <p:sp>
        <p:nvSpPr>
          <p:cNvPr id="12" name="Rectangle 11">
            <a:extLst>
              <a:ext uri="{FF2B5EF4-FFF2-40B4-BE49-F238E27FC236}">
                <a16:creationId xmlns:a16="http://schemas.microsoft.com/office/drawing/2014/main" id="{730C1EBD-3829-1DC4-D7BE-4A5C03BECEEA}"/>
              </a:ext>
            </a:extLst>
          </p:cNvPr>
          <p:cNvSpPr/>
          <p:nvPr/>
        </p:nvSpPr>
        <p:spPr>
          <a:xfrm>
            <a:off x="6362700" y="1095436"/>
            <a:ext cx="5562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Debt MF Returns</a:t>
            </a:r>
          </a:p>
        </p:txBody>
      </p:sp>
      <p:sp>
        <p:nvSpPr>
          <p:cNvPr id="19" name="Rectangle 18">
            <a:extLst>
              <a:ext uri="{FF2B5EF4-FFF2-40B4-BE49-F238E27FC236}">
                <a16:creationId xmlns:a16="http://schemas.microsoft.com/office/drawing/2014/main" id="{B8310FA6-8894-CE93-057F-04C3BDE83F0E}"/>
              </a:ext>
            </a:extLst>
          </p:cNvPr>
          <p:cNvSpPr/>
          <p:nvPr/>
        </p:nvSpPr>
        <p:spPr>
          <a:xfrm>
            <a:off x="6352200" y="3940429"/>
            <a:ext cx="5562600" cy="359710"/>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Investor Insight</a:t>
            </a:r>
          </a:p>
        </p:txBody>
      </p:sp>
      <p:graphicFrame>
        <p:nvGraphicFramePr>
          <p:cNvPr id="10" name="Chart 9">
            <a:extLst>
              <a:ext uri="{FF2B5EF4-FFF2-40B4-BE49-F238E27FC236}">
                <a16:creationId xmlns:a16="http://schemas.microsoft.com/office/drawing/2014/main" id="{20D6D550-C77A-22EC-9338-8356F8A2D31C}"/>
              </a:ext>
            </a:extLst>
          </p:cNvPr>
          <p:cNvGraphicFramePr>
            <a:graphicFrameLocks/>
          </p:cNvGraphicFramePr>
          <p:nvPr>
            <p:extLst>
              <p:ext uri="{D42A27DB-BD31-4B8C-83A1-F6EECF244321}">
                <p14:modId xmlns:p14="http://schemas.microsoft.com/office/powerpoint/2010/main" val="650320750"/>
              </p:ext>
            </p:extLst>
          </p:nvPr>
        </p:nvGraphicFramePr>
        <p:xfrm>
          <a:off x="279056" y="1513927"/>
          <a:ext cx="5806444" cy="22588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5AB6DD86-D6F8-2DA8-D663-2C8D658DEA24}"/>
              </a:ext>
            </a:extLst>
          </p:cNvPr>
          <p:cNvGraphicFramePr>
            <a:graphicFrameLocks/>
          </p:cNvGraphicFramePr>
          <p:nvPr>
            <p:extLst>
              <p:ext uri="{D42A27DB-BD31-4B8C-83A1-F6EECF244321}">
                <p14:modId xmlns:p14="http://schemas.microsoft.com/office/powerpoint/2010/main" val="4067093226"/>
              </p:ext>
            </p:extLst>
          </p:nvPr>
        </p:nvGraphicFramePr>
        <p:xfrm>
          <a:off x="9710928" y="1513928"/>
          <a:ext cx="2214372" cy="22588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Table 14">
            <a:extLst>
              <a:ext uri="{FF2B5EF4-FFF2-40B4-BE49-F238E27FC236}">
                <a16:creationId xmlns:a16="http://schemas.microsoft.com/office/drawing/2014/main" id="{2F1E90F3-9E61-30B6-A053-56C1DF75A53B}"/>
              </a:ext>
            </a:extLst>
          </p:cNvPr>
          <p:cNvGraphicFramePr>
            <a:graphicFrameLocks noGrp="1"/>
          </p:cNvGraphicFramePr>
          <p:nvPr>
            <p:extLst>
              <p:ext uri="{D42A27DB-BD31-4B8C-83A1-F6EECF244321}">
                <p14:modId xmlns:p14="http://schemas.microsoft.com/office/powerpoint/2010/main" val="939902387"/>
              </p:ext>
            </p:extLst>
          </p:nvPr>
        </p:nvGraphicFramePr>
        <p:xfrm>
          <a:off x="6352198" y="1518834"/>
          <a:ext cx="3239208" cy="2253978"/>
        </p:xfrm>
        <a:graphic>
          <a:graphicData uri="http://schemas.openxmlformats.org/drawingml/2006/table">
            <a:tbl>
              <a:tblPr firstRow="1" bandRow="1">
                <a:tableStyleId>{5C22544A-7EE6-4342-B048-85BDC9FD1C3A}</a:tableStyleId>
              </a:tblPr>
              <a:tblGrid>
                <a:gridCol w="809802">
                  <a:extLst>
                    <a:ext uri="{9D8B030D-6E8A-4147-A177-3AD203B41FA5}">
                      <a16:colId xmlns:a16="http://schemas.microsoft.com/office/drawing/2014/main" val="1929535734"/>
                    </a:ext>
                  </a:extLst>
                </a:gridCol>
                <a:gridCol w="809802">
                  <a:extLst>
                    <a:ext uri="{9D8B030D-6E8A-4147-A177-3AD203B41FA5}">
                      <a16:colId xmlns:a16="http://schemas.microsoft.com/office/drawing/2014/main" val="186595069"/>
                    </a:ext>
                  </a:extLst>
                </a:gridCol>
                <a:gridCol w="809802">
                  <a:extLst>
                    <a:ext uri="{9D8B030D-6E8A-4147-A177-3AD203B41FA5}">
                      <a16:colId xmlns:a16="http://schemas.microsoft.com/office/drawing/2014/main" val="1013621779"/>
                    </a:ext>
                  </a:extLst>
                </a:gridCol>
                <a:gridCol w="809802">
                  <a:extLst>
                    <a:ext uri="{9D8B030D-6E8A-4147-A177-3AD203B41FA5}">
                      <a16:colId xmlns:a16="http://schemas.microsoft.com/office/drawing/2014/main" val="2490255738"/>
                    </a:ext>
                  </a:extLst>
                </a:gridCol>
              </a:tblGrid>
              <a:tr h="498985">
                <a:tc>
                  <a:txBody>
                    <a:bodyPr/>
                    <a:lstStyle/>
                    <a:p>
                      <a:pPr algn="ctr" fontAlgn="b"/>
                      <a:r>
                        <a:rPr lang="en-US" sz="1000" b="1" i="0" u="none" strike="noStrike" dirty="0">
                          <a:solidFill>
                            <a:schemeClr val="tx1"/>
                          </a:solidFill>
                          <a:effectLst/>
                          <a:latin typeface="Century Gothic" panose="020B0502020202020204" pitchFamily="34" charset="0"/>
                        </a:rPr>
                        <a:t>Category</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b"/>
                      <a:r>
                        <a:rPr lang="en-US" sz="1000" b="1" i="0" u="none" strike="noStrike" dirty="0">
                          <a:solidFill>
                            <a:schemeClr val="tx1"/>
                          </a:solidFill>
                          <a:effectLst/>
                          <a:latin typeface="Century Gothic" panose="020B0502020202020204" pitchFamily="34" charset="0"/>
                        </a:rPr>
                        <a:t>1Y Return</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000" b="1" i="0" u="none" strike="noStrike" dirty="0">
                          <a:solidFill>
                            <a:schemeClr val="tx1"/>
                          </a:solidFill>
                          <a:effectLst/>
                          <a:latin typeface="Century Gothic" panose="020B0502020202020204" pitchFamily="34" charset="0"/>
                        </a:rPr>
                        <a:t>3Y CAGR</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000" b="1" i="0" u="none" strike="noStrike" dirty="0">
                          <a:solidFill>
                            <a:schemeClr val="tx1"/>
                          </a:solidFill>
                          <a:effectLst/>
                          <a:latin typeface="Century Gothic" panose="020B0502020202020204" pitchFamily="34" charset="0"/>
                        </a:rPr>
                        <a:t>5Y CAGR</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58987981"/>
                  </a:ext>
                </a:extLst>
              </a:tr>
              <a:tr h="628004">
                <a:tc>
                  <a:txBody>
                    <a:bodyPr/>
                    <a:lstStyle/>
                    <a:p>
                      <a:pPr algn="ctr" fontAlgn="b"/>
                      <a:r>
                        <a:rPr lang="en-US" sz="1000" b="1" i="0" u="none" strike="noStrike" dirty="0">
                          <a:solidFill>
                            <a:srgbClr val="000000"/>
                          </a:solidFill>
                          <a:effectLst/>
                          <a:latin typeface="Century Gothic" panose="020B0502020202020204" pitchFamily="34" charset="0"/>
                        </a:rPr>
                        <a:t>Short Duration Funds</a:t>
                      </a: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ctr" fontAlgn="b"/>
                      <a:r>
                        <a:rPr lang="en-AE" sz="1000" b="0" i="0" u="none" strike="noStrike">
                          <a:solidFill>
                            <a:srgbClr val="000000"/>
                          </a:solidFill>
                          <a:effectLst/>
                          <a:latin typeface="Century Gothic" panose="020B0502020202020204" pitchFamily="34" charset="0"/>
                        </a:rPr>
                        <a:t>7.58%</a:t>
                      </a:r>
                    </a:p>
                  </a:txBody>
                  <a:tcPr marL="9525" marR="9525" marT="9525" marB="0" anchor="ctr"/>
                </a:tc>
                <a:tc>
                  <a:txBody>
                    <a:bodyPr/>
                    <a:lstStyle/>
                    <a:p>
                      <a:pPr algn="ctr" fontAlgn="b"/>
                      <a:r>
                        <a:rPr lang="en-AE" sz="1000" b="0" i="0" u="none" strike="noStrike" dirty="0">
                          <a:solidFill>
                            <a:srgbClr val="000000"/>
                          </a:solidFill>
                          <a:effectLst/>
                          <a:latin typeface="Century Gothic" panose="020B0502020202020204" pitchFamily="34" charset="0"/>
                        </a:rPr>
                        <a:t>6.08%</a:t>
                      </a:r>
                    </a:p>
                  </a:txBody>
                  <a:tcPr marL="9525" marR="9525" marT="9525" marB="0" anchor="ctr"/>
                </a:tc>
                <a:tc>
                  <a:txBody>
                    <a:bodyPr/>
                    <a:lstStyle/>
                    <a:p>
                      <a:pPr algn="ctr" fontAlgn="b"/>
                      <a:r>
                        <a:rPr lang="en-AE" sz="1000" b="0" i="0" u="none" strike="noStrike" dirty="0">
                          <a:solidFill>
                            <a:srgbClr val="000000"/>
                          </a:solidFill>
                          <a:effectLst/>
                          <a:latin typeface="Century Gothic" panose="020B0502020202020204" pitchFamily="34" charset="0"/>
                        </a:rPr>
                        <a:t>6.31%</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17562744"/>
                  </a:ext>
                </a:extLst>
              </a:tr>
              <a:tr h="628004">
                <a:tc>
                  <a:txBody>
                    <a:bodyPr/>
                    <a:lstStyle/>
                    <a:p>
                      <a:pPr algn="ctr" fontAlgn="b"/>
                      <a:r>
                        <a:rPr lang="en-US" sz="1000" b="1" i="0" u="none" strike="noStrike" dirty="0">
                          <a:solidFill>
                            <a:srgbClr val="000000"/>
                          </a:solidFill>
                          <a:effectLst/>
                          <a:latin typeface="Century Gothic" panose="020B0502020202020204" pitchFamily="34" charset="0"/>
                        </a:rPr>
                        <a:t>Corporate Bond Funds</a:t>
                      </a: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ctr" fontAlgn="b"/>
                      <a:r>
                        <a:rPr lang="en-AE" sz="1000" b="0" i="0" u="none" strike="noStrike" dirty="0">
                          <a:solidFill>
                            <a:srgbClr val="000000"/>
                          </a:solidFill>
                          <a:effectLst/>
                          <a:latin typeface="Century Gothic" panose="020B0502020202020204" pitchFamily="34" charset="0"/>
                        </a:rPr>
                        <a:t>7.94%</a:t>
                      </a:r>
                    </a:p>
                  </a:txBody>
                  <a:tcPr marL="9525" marR="9525" marT="9525" marB="0" anchor="ctr"/>
                </a:tc>
                <a:tc>
                  <a:txBody>
                    <a:bodyPr/>
                    <a:lstStyle/>
                    <a:p>
                      <a:pPr algn="ctr" fontAlgn="b"/>
                      <a:r>
                        <a:rPr lang="en-AE" sz="1000" b="0" i="0" u="none" strike="noStrike" dirty="0">
                          <a:solidFill>
                            <a:srgbClr val="000000"/>
                          </a:solidFill>
                          <a:effectLst/>
                          <a:latin typeface="Century Gothic" panose="020B0502020202020204" pitchFamily="34" charset="0"/>
                        </a:rPr>
                        <a:t>5.85%</a:t>
                      </a:r>
                    </a:p>
                  </a:txBody>
                  <a:tcPr marL="9525" marR="9525" marT="9525" marB="0" anchor="ctr"/>
                </a:tc>
                <a:tc>
                  <a:txBody>
                    <a:bodyPr/>
                    <a:lstStyle/>
                    <a:p>
                      <a:pPr algn="ctr" fontAlgn="b"/>
                      <a:r>
                        <a:rPr lang="en-AE" sz="1000" b="0" i="0" u="none" strike="noStrike" dirty="0">
                          <a:solidFill>
                            <a:srgbClr val="000000"/>
                          </a:solidFill>
                          <a:effectLst/>
                          <a:latin typeface="Century Gothic" panose="020B0502020202020204" pitchFamily="34" charset="0"/>
                        </a:rPr>
                        <a:t>6.16%</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14604080"/>
                  </a:ext>
                </a:extLst>
              </a:tr>
              <a:tr h="498985">
                <a:tc>
                  <a:txBody>
                    <a:bodyPr/>
                    <a:lstStyle/>
                    <a:p>
                      <a:pPr algn="ctr" fontAlgn="b"/>
                      <a:r>
                        <a:rPr lang="en-US" sz="1000" b="1" i="0" u="none" strike="noStrike" dirty="0">
                          <a:solidFill>
                            <a:srgbClr val="000000"/>
                          </a:solidFill>
                          <a:effectLst/>
                          <a:latin typeface="Century Gothic" panose="020B0502020202020204" pitchFamily="34" charset="0"/>
                        </a:rPr>
                        <a:t>Gilt Funds (10Y)</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b"/>
                      <a:r>
                        <a:rPr lang="en-AE" sz="1000" b="0" i="0" u="none" strike="noStrike" dirty="0">
                          <a:solidFill>
                            <a:srgbClr val="000000"/>
                          </a:solidFill>
                          <a:effectLst/>
                          <a:latin typeface="Century Gothic" panose="020B0502020202020204" pitchFamily="34" charset="0"/>
                        </a:rPr>
                        <a:t>9.21%</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AE" sz="1000" b="0" i="0" u="none" strike="noStrike">
                          <a:solidFill>
                            <a:srgbClr val="000000"/>
                          </a:solidFill>
                          <a:effectLst/>
                          <a:latin typeface="Century Gothic" panose="020B0502020202020204" pitchFamily="34" charset="0"/>
                        </a:rPr>
                        <a:t>5.78%</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AE" sz="1000" b="0" i="0" u="none" strike="noStrike" dirty="0">
                          <a:solidFill>
                            <a:srgbClr val="000000"/>
                          </a:solidFill>
                          <a:effectLst/>
                          <a:latin typeface="Century Gothic" panose="020B0502020202020204" pitchFamily="34" charset="0"/>
                        </a:rPr>
                        <a:t>6.13%</a:t>
                      </a: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21749"/>
                  </a:ext>
                </a:extLst>
              </a:tr>
            </a:tbl>
          </a:graphicData>
        </a:graphic>
      </p:graphicFrame>
      <p:graphicFrame>
        <p:nvGraphicFramePr>
          <p:cNvPr id="7" name="Chart 6">
            <a:extLst>
              <a:ext uri="{FF2B5EF4-FFF2-40B4-BE49-F238E27FC236}">
                <a16:creationId xmlns:a16="http://schemas.microsoft.com/office/drawing/2014/main" id="{B940C6B2-AE5B-02C6-6E7B-0031139A1BD2}"/>
              </a:ext>
            </a:extLst>
          </p:cNvPr>
          <p:cNvGraphicFramePr>
            <a:graphicFrameLocks/>
          </p:cNvGraphicFramePr>
          <p:nvPr>
            <p:extLst>
              <p:ext uri="{D42A27DB-BD31-4B8C-83A1-F6EECF244321}">
                <p14:modId xmlns:p14="http://schemas.microsoft.com/office/powerpoint/2010/main" val="3413811972"/>
              </p:ext>
            </p:extLst>
          </p:nvPr>
        </p:nvGraphicFramePr>
        <p:xfrm>
          <a:off x="266700" y="4410157"/>
          <a:ext cx="5818800" cy="2295444"/>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6563C8C9-FE96-F4B7-ACA8-A4F45AEB8640}"/>
              </a:ext>
            </a:extLst>
          </p:cNvPr>
          <p:cNvSpPr/>
          <p:nvPr/>
        </p:nvSpPr>
        <p:spPr>
          <a:xfrm>
            <a:off x="6362700" y="4410157"/>
            <a:ext cx="5562600" cy="2295444"/>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900" dirty="0">
                <a:solidFill>
                  <a:schemeClr val="tx1"/>
                </a:solidFill>
                <a:latin typeface="Century Gothic" panose="020B0502020202020204" pitchFamily="34" charset="0"/>
              </a:rPr>
              <a:t>Investors must </a:t>
            </a:r>
            <a:r>
              <a:rPr lang="en-US" sz="900" b="1" dirty="0">
                <a:solidFill>
                  <a:schemeClr val="tx1"/>
                </a:solidFill>
                <a:latin typeface="Century Gothic" panose="020B0502020202020204" pitchFamily="34" charset="0"/>
              </a:rPr>
              <a:t>look beyond nominal returns—real return tracking is essential</a:t>
            </a:r>
            <a:r>
              <a:rPr lang="en-US" sz="900" dirty="0">
                <a:solidFill>
                  <a:schemeClr val="tx1"/>
                </a:solidFill>
                <a:latin typeface="Century Gothic" panose="020B0502020202020204" pitchFamily="34" charset="0"/>
              </a:rPr>
              <a:t> in high inflation environments.</a:t>
            </a:r>
          </a:p>
          <a:p>
            <a:pPr algn="just"/>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dirty="0">
                <a:solidFill>
                  <a:schemeClr val="tx1"/>
                </a:solidFill>
                <a:latin typeface="Century Gothic" panose="020B0502020202020204" pitchFamily="34" charset="0"/>
              </a:rPr>
              <a:t>Duration strategy matters: </a:t>
            </a:r>
          </a:p>
          <a:p>
            <a:pPr marL="628650" lvl="1" indent="-171450" algn="just">
              <a:buFont typeface="Arial" panose="020B0604020202020204" pitchFamily="34" charset="0"/>
              <a:buChar char="•"/>
            </a:pPr>
            <a:r>
              <a:rPr lang="en-US" sz="900" b="1" dirty="0">
                <a:solidFill>
                  <a:schemeClr val="tx1"/>
                </a:solidFill>
                <a:latin typeface="Century Gothic" panose="020B0502020202020204" pitchFamily="34" charset="0"/>
              </a:rPr>
              <a:t>short duration funds offer stability</a:t>
            </a:r>
            <a:r>
              <a:rPr lang="en-US" sz="900" dirty="0">
                <a:solidFill>
                  <a:schemeClr val="tx1"/>
                </a:solidFill>
                <a:latin typeface="Century Gothic" panose="020B0502020202020204" pitchFamily="34" charset="0"/>
              </a:rPr>
              <a:t>, </a:t>
            </a:r>
          </a:p>
          <a:p>
            <a:pPr marL="628650" lvl="1" indent="-171450" algn="just">
              <a:buFont typeface="Arial" panose="020B0604020202020204" pitchFamily="34" charset="0"/>
              <a:buChar char="•"/>
            </a:pPr>
            <a:r>
              <a:rPr lang="en-US" sz="900" dirty="0">
                <a:solidFill>
                  <a:schemeClr val="tx1"/>
                </a:solidFill>
                <a:latin typeface="Century Gothic" panose="020B0502020202020204" pitchFamily="34" charset="0"/>
              </a:rPr>
              <a:t>while </a:t>
            </a:r>
            <a:r>
              <a:rPr lang="en-US" sz="900" b="1" dirty="0">
                <a:solidFill>
                  <a:schemeClr val="tx1"/>
                </a:solidFill>
                <a:latin typeface="Century Gothic" panose="020B0502020202020204" pitchFamily="34" charset="0"/>
              </a:rPr>
              <a:t>gilt funds offer potential upside with interest rate sensitivity</a:t>
            </a:r>
            <a:r>
              <a:rPr lang="en-US" sz="900" dirty="0">
                <a:solidFill>
                  <a:schemeClr val="tx1"/>
                </a:solidFill>
                <a:latin typeface="Century Gothic" panose="020B0502020202020204" pitchFamily="34" charset="0"/>
              </a:rPr>
              <a:t>.</a:t>
            </a:r>
          </a:p>
        </p:txBody>
      </p:sp>
      <p:sp>
        <p:nvSpPr>
          <p:cNvPr id="8" name="Rectangle 7">
            <a:extLst>
              <a:ext uri="{FF2B5EF4-FFF2-40B4-BE49-F238E27FC236}">
                <a16:creationId xmlns:a16="http://schemas.microsoft.com/office/drawing/2014/main" id="{2C3904A2-BFCD-1E1F-203C-583457B98DEE}"/>
              </a:ext>
            </a:extLst>
          </p:cNvPr>
          <p:cNvSpPr/>
          <p:nvPr/>
        </p:nvSpPr>
        <p:spPr>
          <a:xfrm>
            <a:off x="795740" y="5028572"/>
            <a:ext cx="490634" cy="140067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3" name="Rectangle 12">
            <a:extLst>
              <a:ext uri="{FF2B5EF4-FFF2-40B4-BE49-F238E27FC236}">
                <a16:creationId xmlns:a16="http://schemas.microsoft.com/office/drawing/2014/main" id="{6623CC3F-100C-0BD1-88EE-038E39405C66}"/>
              </a:ext>
            </a:extLst>
          </p:cNvPr>
          <p:cNvSpPr/>
          <p:nvPr/>
        </p:nvSpPr>
        <p:spPr>
          <a:xfrm>
            <a:off x="1782539" y="5028572"/>
            <a:ext cx="490634" cy="140067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4" name="Rectangle 13">
            <a:extLst>
              <a:ext uri="{FF2B5EF4-FFF2-40B4-BE49-F238E27FC236}">
                <a16:creationId xmlns:a16="http://schemas.microsoft.com/office/drawing/2014/main" id="{7850AD4A-18FB-DA74-95C2-28D0024892AD}"/>
              </a:ext>
            </a:extLst>
          </p:cNvPr>
          <p:cNvSpPr/>
          <p:nvPr/>
        </p:nvSpPr>
        <p:spPr>
          <a:xfrm>
            <a:off x="2560546" y="5027412"/>
            <a:ext cx="490634" cy="140067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6" name="Rectangle 15">
            <a:extLst>
              <a:ext uri="{FF2B5EF4-FFF2-40B4-BE49-F238E27FC236}">
                <a16:creationId xmlns:a16="http://schemas.microsoft.com/office/drawing/2014/main" id="{A90966B1-F335-A4C8-7DC5-A96B2815A786}"/>
              </a:ext>
            </a:extLst>
          </p:cNvPr>
          <p:cNvSpPr/>
          <p:nvPr/>
        </p:nvSpPr>
        <p:spPr>
          <a:xfrm>
            <a:off x="3547345" y="5027412"/>
            <a:ext cx="490634" cy="140067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7" name="Rectangle 16">
            <a:extLst>
              <a:ext uri="{FF2B5EF4-FFF2-40B4-BE49-F238E27FC236}">
                <a16:creationId xmlns:a16="http://schemas.microsoft.com/office/drawing/2014/main" id="{C7929B67-B265-D41B-C2CF-48DCAD57EBF7}"/>
              </a:ext>
            </a:extLst>
          </p:cNvPr>
          <p:cNvSpPr/>
          <p:nvPr/>
        </p:nvSpPr>
        <p:spPr>
          <a:xfrm>
            <a:off x="4325356" y="5026252"/>
            <a:ext cx="490634" cy="140067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B33685B8-8C2F-E94F-227C-26967CEA6A70}"/>
              </a:ext>
            </a:extLst>
          </p:cNvPr>
          <p:cNvSpPr/>
          <p:nvPr/>
        </p:nvSpPr>
        <p:spPr>
          <a:xfrm>
            <a:off x="5312155" y="5026252"/>
            <a:ext cx="490634" cy="1400678"/>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20" name="Rectangle 19">
            <a:extLst>
              <a:ext uri="{FF2B5EF4-FFF2-40B4-BE49-F238E27FC236}">
                <a16:creationId xmlns:a16="http://schemas.microsoft.com/office/drawing/2014/main" id="{40B301C9-964F-41E4-0CF8-63221D7E8538}"/>
              </a:ext>
            </a:extLst>
          </p:cNvPr>
          <p:cNvSpPr/>
          <p:nvPr/>
        </p:nvSpPr>
        <p:spPr>
          <a:xfrm>
            <a:off x="853892" y="4471962"/>
            <a:ext cx="2657123" cy="161394"/>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
        <p:nvSpPr>
          <p:cNvPr id="21" name="Rectangle 20">
            <a:extLst>
              <a:ext uri="{FF2B5EF4-FFF2-40B4-BE49-F238E27FC236}">
                <a16:creationId xmlns:a16="http://schemas.microsoft.com/office/drawing/2014/main" id="{455297DD-E1D7-4518-8164-1B089401F321}"/>
              </a:ext>
            </a:extLst>
          </p:cNvPr>
          <p:cNvSpPr/>
          <p:nvPr/>
        </p:nvSpPr>
        <p:spPr>
          <a:xfrm>
            <a:off x="1850888" y="4661915"/>
            <a:ext cx="2657123" cy="161394"/>
          </a:xfrm>
          <a:prstGeom prst="rect">
            <a:avLst/>
          </a:prstGeom>
          <a:solidFill>
            <a:schemeClr val="bg1">
              <a:lumMod val="50000"/>
              <a:alpha val="30000"/>
            </a:schemeClr>
          </a:solidFill>
          <a:ln>
            <a:noFill/>
            <a:prstDash val="dash"/>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002060"/>
              </a:solidFill>
              <a:latin typeface="Century Gothic" panose="020B0502020202020204" pitchFamily="34" charset="0"/>
            </a:endParaRPr>
          </a:p>
        </p:txBody>
      </p:sp>
    </p:spTree>
    <p:extLst>
      <p:ext uri="{BB962C8B-B14F-4D97-AF65-F5344CB8AC3E}">
        <p14:creationId xmlns:p14="http://schemas.microsoft.com/office/powerpoint/2010/main" val="1487463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8E07-8A12-A4A2-18C2-8410B42B9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0B83E-D89D-0C5A-A450-63E587FBA85E}"/>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508788A6-9CE1-9B66-59D0-D787AB0D3689}"/>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22BC0981-559E-5070-3B2C-9742FD8CB828}"/>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38661EE9-DD21-88B7-0818-F222FDF00D23}"/>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1012E414-6A29-9E60-61B4-A4CE8A685317}"/>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Foreign Investment &amp; Currency Market</a:t>
            </a:r>
          </a:p>
        </p:txBody>
      </p:sp>
      <p:sp>
        <p:nvSpPr>
          <p:cNvPr id="18" name="Rectangle 17">
            <a:extLst>
              <a:ext uri="{FF2B5EF4-FFF2-40B4-BE49-F238E27FC236}">
                <a16:creationId xmlns:a16="http://schemas.microsoft.com/office/drawing/2014/main" id="{28514E15-8B60-65DD-E7CD-587D5A10F5E2}"/>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497643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A73FB-C3EC-7334-2B79-932036D5E835}"/>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E10CE236-A25C-73D9-BFBE-DAAEFCC9E710}"/>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ED6A59F3-773D-8FB0-E194-87C0DD621935}"/>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Foreign Investment &amp; Currency Market</a:t>
            </a:r>
          </a:p>
        </p:txBody>
      </p:sp>
      <p:sp>
        <p:nvSpPr>
          <p:cNvPr id="3" name="Rectangle 2">
            <a:extLst>
              <a:ext uri="{FF2B5EF4-FFF2-40B4-BE49-F238E27FC236}">
                <a16:creationId xmlns:a16="http://schemas.microsoft.com/office/drawing/2014/main" id="{954F764B-3CC7-6BCF-8D15-15CE04989E99}"/>
              </a:ext>
            </a:extLst>
          </p:cNvPr>
          <p:cNvSpPr/>
          <p:nvPr/>
        </p:nvSpPr>
        <p:spPr>
          <a:xfrm>
            <a:off x="266701" y="1095438"/>
            <a:ext cx="3741738"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FDI Flows – Sector wise equity inflow from Apr 2000 to Dec 2024</a:t>
            </a:r>
          </a:p>
        </p:txBody>
      </p:sp>
      <p:sp>
        <p:nvSpPr>
          <p:cNvPr id="6" name="Rectangle 5">
            <a:extLst>
              <a:ext uri="{FF2B5EF4-FFF2-40B4-BE49-F238E27FC236}">
                <a16:creationId xmlns:a16="http://schemas.microsoft.com/office/drawing/2014/main" id="{74693425-7E6B-4768-02F1-0D716C0BDC56}"/>
              </a:ext>
            </a:extLst>
          </p:cNvPr>
          <p:cNvSpPr/>
          <p:nvPr/>
        </p:nvSpPr>
        <p:spPr>
          <a:xfrm>
            <a:off x="266699" y="3934063"/>
            <a:ext cx="6571321"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INR/USD Exchange Rate</a:t>
            </a:r>
          </a:p>
        </p:txBody>
      </p:sp>
      <p:sp>
        <p:nvSpPr>
          <p:cNvPr id="12" name="Rectangle 11">
            <a:extLst>
              <a:ext uri="{FF2B5EF4-FFF2-40B4-BE49-F238E27FC236}">
                <a16:creationId xmlns:a16="http://schemas.microsoft.com/office/drawing/2014/main" id="{724E5A87-64CE-84B6-AA31-358154874341}"/>
              </a:ext>
            </a:extLst>
          </p:cNvPr>
          <p:cNvSpPr/>
          <p:nvPr/>
        </p:nvSpPr>
        <p:spPr>
          <a:xfrm>
            <a:off x="7079358" y="1095436"/>
            <a:ext cx="4845941"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FII Flows - AUC</a:t>
            </a:r>
          </a:p>
        </p:txBody>
      </p:sp>
      <p:sp>
        <p:nvSpPr>
          <p:cNvPr id="16" name="Rectangle 15">
            <a:extLst>
              <a:ext uri="{FF2B5EF4-FFF2-40B4-BE49-F238E27FC236}">
                <a16:creationId xmlns:a16="http://schemas.microsoft.com/office/drawing/2014/main" id="{A1ED3708-8724-1B25-1083-0493A27530A9}"/>
              </a:ext>
            </a:extLst>
          </p:cNvPr>
          <p:cNvSpPr/>
          <p:nvPr/>
        </p:nvSpPr>
        <p:spPr>
          <a:xfrm>
            <a:off x="7079358" y="3940429"/>
            <a:ext cx="4845941"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Impact of Global Macro Events</a:t>
            </a:r>
          </a:p>
        </p:txBody>
      </p:sp>
      <p:sp>
        <p:nvSpPr>
          <p:cNvPr id="15" name="Rectangle 14">
            <a:extLst>
              <a:ext uri="{FF2B5EF4-FFF2-40B4-BE49-F238E27FC236}">
                <a16:creationId xmlns:a16="http://schemas.microsoft.com/office/drawing/2014/main" id="{F241913E-27B4-A7EE-C101-1DD0CCBB5D4C}"/>
              </a:ext>
            </a:extLst>
          </p:cNvPr>
          <p:cNvSpPr/>
          <p:nvPr/>
        </p:nvSpPr>
        <p:spPr>
          <a:xfrm>
            <a:off x="7079359" y="4409300"/>
            <a:ext cx="4845938" cy="229630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900" b="1" dirty="0">
                <a:solidFill>
                  <a:schemeClr val="tx1"/>
                </a:solidFill>
                <a:latin typeface="Century Gothic" panose="020B0502020202020204" pitchFamily="34" charset="0"/>
              </a:rPr>
              <a:t>US Fed Cycles:</a:t>
            </a:r>
            <a:r>
              <a:rPr lang="en-US" sz="900" dirty="0">
                <a:solidFill>
                  <a:schemeClr val="tx1"/>
                </a:solidFill>
                <a:latin typeface="Century Gothic" panose="020B0502020202020204" pitchFamily="34" charset="0"/>
              </a:rPr>
              <a:t> Rate hikes (2022–23) led to FII outflows; easing from late 2023 supported inflows &amp; INR stability.</a:t>
            </a: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b="1" dirty="0">
                <a:solidFill>
                  <a:schemeClr val="tx1"/>
                </a:solidFill>
                <a:latin typeface="Century Gothic" panose="020B0502020202020204" pitchFamily="34" charset="0"/>
              </a:rPr>
              <a:t>Crude Oil Volatility:</a:t>
            </a:r>
            <a:r>
              <a:rPr lang="en-US" sz="900" dirty="0">
                <a:solidFill>
                  <a:schemeClr val="tx1"/>
                </a:solidFill>
                <a:latin typeface="Century Gothic" panose="020B0502020202020204" pitchFamily="34" charset="0"/>
              </a:rPr>
              <a:t> Price shocks (esp. 2018, 2022, 2023) stressed INR &amp; CAD; remains a key risk.</a:t>
            </a: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b="1" dirty="0">
                <a:solidFill>
                  <a:schemeClr val="tx1"/>
                </a:solidFill>
                <a:latin typeface="Century Gothic" panose="020B0502020202020204" pitchFamily="34" charset="0"/>
              </a:rPr>
              <a:t>China+1 Shift:</a:t>
            </a:r>
            <a:r>
              <a:rPr lang="en-US" sz="900" dirty="0">
                <a:solidFill>
                  <a:schemeClr val="tx1"/>
                </a:solidFill>
                <a:latin typeface="Century Gothic" panose="020B0502020202020204" pitchFamily="34" charset="0"/>
              </a:rPr>
              <a:t> Global realignment post-COVID accelerated FDI into India’s manufacturing, EVs, renewables.</a:t>
            </a: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b="1" dirty="0">
                <a:solidFill>
                  <a:schemeClr val="tx1"/>
                </a:solidFill>
                <a:latin typeface="Century Gothic" panose="020B0502020202020204" pitchFamily="34" charset="0"/>
              </a:rPr>
              <a:t>Global Risk Events:</a:t>
            </a:r>
            <a:r>
              <a:rPr lang="en-US" sz="900" dirty="0">
                <a:solidFill>
                  <a:schemeClr val="tx1"/>
                </a:solidFill>
                <a:latin typeface="Century Gothic" panose="020B0502020202020204" pitchFamily="34" charset="0"/>
              </a:rPr>
              <a:t> COVID, geopolitical tensions, and bank crises led to short-term volatility but long-term resilience.</a:t>
            </a: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b="1" dirty="0">
                <a:solidFill>
                  <a:schemeClr val="tx1"/>
                </a:solidFill>
                <a:latin typeface="Century Gothic" panose="020B0502020202020204" pitchFamily="34" charset="0"/>
              </a:rPr>
              <a:t>Resilient Sectors:</a:t>
            </a:r>
            <a:r>
              <a:rPr lang="en-US" sz="900" dirty="0">
                <a:solidFill>
                  <a:schemeClr val="tx1"/>
                </a:solidFill>
                <a:latin typeface="Century Gothic" panose="020B0502020202020204" pitchFamily="34" charset="0"/>
              </a:rPr>
              <a:t> Over 10Y, stable FDI in IT, Manufacturing, Digital Infra, Pharma – positioned well for 6Y horizon.</a:t>
            </a:r>
          </a:p>
        </p:txBody>
      </p:sp>
      <mc:AlternateContent xmlns:mc="http://schemas.openxmlformats.org/markup-compatibility/2006">
        <mc:Choice xmlns:cx1="http://schemas.microsoft.com/office/drawing/2015/9/8/chartex" Requires="cx1">
          <p:graphicFrame>
            <p:nvGraphicFramePr>
              <p:cNvPr id="4" name="Chart 3">
                <a:extLst>
                  <a:ext uri="{FF2B5EF4-FFF2-40B4-BE49-F238E27FC236}">
                    <a16:creationId xmlns:a16="http://schemas.microsoft.com/office/drawing/2014/main" id="{E91D982E-8B5B-E278-37C6-9C00F8EA0E16}"/>
                  </a:ext>
                </a:extLst>
              </p:cNvPr>
              <p:cNvGraphicFramePr>
                <a:graphicFrameLocks/>
              </p:cNvGraphicFramePr>
              <p:nvPr>
                <p:extLst>
                  <p:ext uri="{D42A27DB-BD31-4B8C-83A1-F6EECF244321}">
                    <p14:modId xmlns:p14="http://schemas.microsoft.com/office/powerpoint/2010/main" val="1106840993"/>
                  </p:ext>
                </p:extLst>
              </p:nvPr>
            </p:nvGraphicFramePr>
            <p:xfrm>
              <a:off x="266701" y="1519622"/>
              <a:ext cx="3741738" cy="1769531"/>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4" name="Chart 3">
                <a:extLst>
                  <a:ext uri="{FF2B5EF4-FFF2-40B4-BE49-F238E27FC236}">
                    <a16:creationId xmlns:a16="http://schemas.microsoft.com/office/drawing/2014/main" id="{E91D982E-8B5B-E278-37C6-9C00F8EA0E16}"/>
                  </a:ext>
                </a:extLst>
              </p:cNvPr>
              <p:cNvPicPr>
                <a:picLocks noGrp="1" noRot="1" noChangeAspect="1" noMove="1" noResize="1" noEditPoints="1" noAdjustHandles="1" noChangeArrowheads="1" noChangeShapeType="1"/>
              </p:cNvPicPr>
              <p:nvPr/>
            </p:nvPicPr>
            <p:blipFill>
              <a:blip r:embed="rId4"/>
              <a:stretch>
                <a:fillRect/>
              </a:stretch>
            </p:blipFill>
            <p:spPr>
              <a:xfrm>
                <a:off x="266701" y="1519622"/>
                <a:ext cx="3741738" cy="1769531"/>
              </a:xfrm>
              <a:prstGeom prst="rect">
                <a:avLst/>
              </a:prstGeom>
            </p:spPr>
          </p:pic>
        </mc:Fallback>
      </mc:AlternateContent>
      <p:sp>
        <p:nvSpPr>
          <p:cNvPr id="7" name="Rectangle 6">
            <a:extLst>
              <a:ext uri="{FF2B5EF4-FFF2-40B4-BE49-F238E27FC236}">
                <a16:creationId xmlns:a16="http://schemas.microsoft.com/office/drawing/2014/main" id="{F51B6306-5F99-EEAE-8C0F-D28AFE36B066}"/>
              </a:ext>
            </a:extLst>
          </p:cNvPr>
          <p:cNvSpPr/>
          <p:nvPr/>
        </p:nvSpPr>
        <p:spPr>
          <a:xfrm>
            <a:off x="266699" y="3436004"/>
            <a:ext cx="3741738" cy="394408"/>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entury Gothic" panose="020B0502020202020204" pitchFamily="34" charset="0"/>
              </a:rPr>
              <a:t>Total Inflow: USD 720B</a:t>
            </a:r>
          </a:p>
          <a:p>
            <a:pPr algn="just"/>
            <a:endParaRPr lang="en-US" sz="600" dirty="0">
              <a:solidFill>
                <a:schemeClr val="tx1"/>
              </a:solidFill>
              <a:latin typeface="Century Gothic" panose="020B0502020202020204" pitchFamily="34" charset="0"/>
            </a:endParaRPr>
          </a:p>
          <a:p>
            <a:pPr algn="just"/>
            <a:r>
              <a:rPr lang="en-US" sz="600" dirty="0">
                <a:solidFill>
                  <a:schemeClr val="tx1"/>
                </a:solidFill>
                <a:latin typeface="Century Gothic" panose="020B0502020202020204" pitchFamily="34" charset="0"/>
              </a:rPr>
              <a:t>*Services include financial, banking, insurance, outsourcing, R&amp;D, courier, tech testing, etc. </a:t>
            </a:r>
          </a:p>
        </p:txBody>
      </p:sp>
      <p:sp>
        <p:nvSpPr>
          <p:cNvPr id="9" name="Rectangle 8">
            <a:extLst>
              <a:ext uri="{FF2B5EF4-FFF2-40B4-BE49-F238E27FC236}">
                <a16:creationId xmlns:a16="http://schemas.microsoft.com/office/drawing/2014/main" id="{6CDC9175-5A00-F789-18FE-EDE289257DD4}"/>
              </a:ext>
            </a:extLst>
          </p:cNvPr>
          <p:cNvSpPr/>
          <p:nvPr/>
        </p:nvSpPr>
        <p:spPr>
          <a:xfrm>
            <a:off x="4229743" y="1093950"/>
            <a:ext cx="2601363"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rgbClr val="002060"/>
                </a:solidFill>
                <a:latin typeface="Century Gothic" panose="020B0502020202020204" pitchFamily="34" charset="0"/>
              </a:rPr>
              <a:t>FDI Trend</a:t>
            </a:r>
          </a:p>
        </p:txBody>
      </p:sp>
      <p:sp>
        <p:nvSpPr>
          <p:cNvPr id="10" name="Rectangle 9">
            <a:extLst>
              <a:ext uri="{FF2B5EF4-FFF2-40B4-BE49-F238E27FC236}">
                <a16:creationId xmlns:a16="http://schemas.microsoft.com/office/drawing/2014/main" id="{10E50D4E-049F-1D80-4F78-66C7A4749FF6}"/>
              </a:ext>
            </a:extLst>
          </p:cNvPr>
          <p:cNvSpPr/>
          <p:nvPr/>
        </p:nvSpPr>
        <p:spPr>
          <a:xfrm>
            <a:off x="4229743" y="1519992"/>
            <a:ext cx="2601363" cy="231042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900" b="1" dirty="0">
                <a:solidFill>
                  <a:schemeClr val="tx1"/>
                </a:solidFill>
                <a:latin typeface="Century Gothic" panose="020B0502020202020204" pitchFamily="34" charset="0"/>
              </a:rPr>
              <a:t>Total FDI equity inflow (Apr–Dec 2024):</a:t>
            </a:r>
            <a:r>
              <a:rPr lang="en-US" sz="900" dirty="0">
                <a:solidFill>
                  <a:schemeClr val="tx1"/>
                </a:solidFill>
                <a:latin typeface="Century Gothic" panose="020B0502020202020204" pitchFamily="34" charset="0"/>
              </a:rPr>
              <a:t> ₹3.4 lakh crore (~</a:t>
            </a:r>
            <a:r>
              <a:rPr lang="en-US" sz="900" b="1" dirty="0">
                <a:solidFill>
                  <a:schemeClr val="tx1"/>
                </a:solidFill>
                <a:latin typeface="Century Gothic" panose="020B0502020202020204" pitchFamily="34" charset="0"/>
              </a:rPr>
              <a:t>USD 40.67 billion</a:t>
            </a:r>
            <a:r>
              <a:rPr lang="en-US" sz="900" dirty="0">
                <a:solidFill>
                  <a:schemeClr val="tx1"/>
                </a:solidFill>
                <a:latin typeface="Century Gothic" panose="020B0502020202020204" pitchFamily="34" charset="0"/>
              </a:rPr>
              <a:t>)</a:t>
            </a: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dirty="0">
                <a:solidFill>
                  <a:schemeClr val="tx1"/>
                </a:solidFill>
                <a:latin typeface="Century Gothic" panose="020B0502020202020204" pitchFamily="34" charset="0"/>
              </a:rPr>
              <a:t>Slight dip from </a:t>
            </a:r>
            <a:r>
              <a:rPr lang="en-US" sz="900" b="1" dirty="0">
                <a:solidFill>
                  <a:schemeClr val="tx1"/>
                </a:solidFill>
                <a:latin typeface="Century Gothic" panose="020B0502020202020204" pitchFamily="34" charset="0"/>
              </a:rPr>
              <a:t>FY24</a:t>
            </a:r>
            <a:r>
              <a:rPr lang="en-US" sz="900" dirty="0">
                <a:solidFill>
                  <a:schemeClr val="tx1"/>
                </a:solidFill>
                <a:latin typeface="Century Gothic" panose="020B0502020202020204" pitchFamily="34" charset="0"/>
              </a:rPr>
              <a:t> full-year value (~</a:t>
            </a:r>
            <a:r>
              <a:rPr lang="en-US" sz="900" b="1" dirty="0">
                <a:solidFill>
                  <a:schemeClr val="tx1"/>
                </a:solidFill>
                <a:latin typeface="Century Gothic" panose="020B0502020202020204" pitchFamily="34" charset="0"/>
              </a:rPr>
              <a:t>USD 44.4 billion</a:t>
            </a:r>
            <a:r>
              <a:rPr lang="en-US" sz="900" dirty="0">
                <a:solidFill>
                  <a:schemeClr val="tx1"/>
                </a:solidFill>
                <a:latin typeface="Century Gothic" panose="020B0502020202020204" pitchFamily="34" charset="0"/>
              </a:rPr>
              <a:t>)</a:t>
            </a: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endParaRPr lang="en-US" sz="9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900" dirty="0">
                <a:solidFill>
                  <a:schemeClr val="tx1"/>
                </a:solidFill>
                <a:latin typeface="Century Gothic" panose="020B0502020202020204" pitchFamily="34" charset="0"/>
              </a:rPr>
              <a:t>Despite global uncertainties, India continues to attract </a:t>
            </a:r>
            <a:r>
              <a:rPr lang="en-US" sz="900" b="1" dirty="0">
                <a:solidFill>
                  <a:schemeClr val="tx1"/>
                </a:solidFill>
                <a:latin typeface="Century Gothic" panose="020B0502020202020204" pitchFamily="34" charset="0"/>
              </a:rPr>
              <a:t>stable and diversified FDI</a:t>
            </a:r>
          </a:p>
        </p:txBody>
      </p:sp>
      <p:pic>
        <p:nvPicPr>
          <p:cNvPr id="17" name="Picture 16">
            <a:extLst>
              <a:ext uri="{FF2B5EF4-FFF2-40B4-BE49-F238E27FC236}">
                <a16:creationId xmlns:a16="http://schemas.microsoft.com/office/drawing/2014/main" id="{9E4D16EE-39F6-D3DA-210E-9E804C474907}"/>
              </a:ext>
            </a:extLst>
          </p:cNvPr>
          <p:cNvPicPr>
            <a:picLocks noChangeAspect="1"/>
          </p:cNvPicPr>
          <p:nvPr/>
        </p:nvPicPr>
        <p:blipFill>
          <a:blip r:embed="rId5"/>
          <a:stretch>
            <a:fillRect/>
          </a:stretch>
        </p:blipFill>
        <p:spPr>
          <a:xfrm>
            <a:off x="8103930" y="1501923"/>
            <a:ext cx="3327400" cy="94653"/>
          </a:xfrm>
          <a:prstGeom prst="rect">
            <a:avLst/>
          </a:prstGeom>
        </p:spPr>
      </p:pic>
      <p:graphicFrame>
        <p:nvGraphicFramePr>
          <p:cNvPr id="18" name="Chart 17">
            <a:extLst>
              <a:ext uri="{FF2B5EF4-FFF2-40B4-BE49-F238E27FC236}">
                <a16:creationId xmlns:a16="http://schemas.microsoft.com/office/drawing/2014/main" id="{60794A02-7831-AA4C-B952-90950C59D0F6}"/>
              </a:ext>
            </a:extLst>
          </p:cNvPr>
          <p:cNvGraphicFramePr>
            <a:graphicFrameLocks/>
          </p:cNvGraphicFramePr>
          <p:nvPr>
            <p:extLst>
              <p:ext uri="{D42A27DB-BD31-4B8C-83A1-F6EECF244321}">
                <p14:modId xmlns:p14="http://schemas.microsoft.com/office/powerpoint/2010/main" val="1670888680"/>
              </p:ext>
            </p:extLst>
          </p:nvPr>
        </p:nvGraphicFramePr>
        <p:xfrm>
          <a:off x="266700" y="4400550"/>
          <a:ext cx="6564406" cy="2296300"/>
        </p:xfrm>
        <a:graphic>
          <a:graphicData uri="http://schemas.openxmlformats.org/drawingml/2006/chart">
            <c:chart xmlns:c="http://schemas.openxmlformats.org/drawingml/2006/chart" xmlns:r="http://schemas.openxmlformats.org/officeDocument/2006/relationships" r:id="rId6"/>
          </a:graphicData>
        </a:graphic>
      </p:graphicFrame>
      <p:cxnSp>
        <p:nvCxnSpPr>
          <p:cNvPr id="19" name="Straight Arrow Connector 18">
            <a:extLst>
              <a:ext uri="{FF2B5EF4-FFF2-40B4-BE49-F238E27FC236}">
                <a16:creationId xmlns:a16="http://schemas.microsoft.com/office/drawing/2014/main" id="{17D78AD3-1E75-9855-8368-E07CAA043C5E}"/>
              </a:ext>
            </a:extLst>
          </p:cNvPr>
          <p:cNvCxnSpPr>
            <a:cxnSpLocks/>
          </p:cNvCxnSpPr>
          <p:nvPr/>
        </p:nvCxnSpPr>
        <p:spPr>
          <a:xfrm flipV="1">
            <a:off x="647700" y="4853779"/>
            <a:ext cx="6027420" cy="1364141"/>
          </a:xfrm>
          <a:prstGeom prst="straightConnector1">
            <a:avLst/>
          </a:prstGeom>
          <a:ln w="28575">
            <a:solidFill>
              <a:srgbClr val="0070C0"/>
            </a:solidFill>
            <a:prstDash val="sysDot"/>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A0772FB-89B0-D508-8834-D9362B10CF9C}"/>
              </a:ext>
            </a:extLst>
          </p:cNvPr>
          <p:cNvSpPr txBox="1"/>
          <p:nvPr/>
        </p:nvSpPr>
        <p:spPr>
          <a:xfrm rot="20789389">
            <a:off x="3983763" y="5058162"/>
            <a:ext cx="1621225" cy="215444"/>
          </a:xfrm>
          <a:prstGeom prst="rect">
            <a:avLst/>
          </a:prstGeom>
          <a:noFill/>
          <a:ln>
            <a:noFill/>
          </a:ln>
          <a:effectLst/>
        </p:spPr>
        <p:txBody>
          <a:bodyPr wrap="square" rtlCol="0">
            <a:spAutoFit/>
          </a:bodyPr>
          <a:lstStyle/>
          <a:p>
            <a:r>
              <a:rPr lang="en-AE" sz="800" b="1" dirty="0">
                <a:solidFill>
                  <a:srgbClr val="0070C0"/>
                </a:solidFill>
                <a:latin typeface="Century Gothic" panose="020B0502020202020204" pitchFamily="34" charset="0"/>
              </a:rPr>
              <a:t>CAGR: 3%</a:t>
            </a:r>
          </a:p>
        </p:txBody>
      </p:sp>
      <p:grpSp>
        <p:nvGrpSpPr>
          <p:cNvPr id="8" name="Group 7">
            <a:extLst>
              <a:ext uri="{FF2B5EF4-FFF2-40B4-BE49-F238E27FC236}">
                <a16:creationId xmlns:a16="http://schemas.microsoft.com/office/drawing/2014/main" id="{604BF361-2C27-DDC3-95EB-1BB4ACD9497D}"/>
              </a:ext>
            </a:extLst>
          </p:cNvPr>
          <p:cNvGrpSpPr/>
          <p:nvPr/>
        </p:nvGrpSpPr>
        <p:grpSpPr>
          <a:xfrm>
            <a:off x="7461448" y="1484855"/>
            <a:ext cx="4035711" cy="2297916"/>
            <a:chOff x="7461448" y="1740159"/>
            <a:chExt cx="4035711" cy="2297916"/>
          </a:xfrm>
        </p:grpSpPr>
        <p:pic>
          <p:nvPicPr>
            <p:cNvPr id="13" name="Picture 12">
              <a:extLst>
                <a:ext uri="{FF2B5EF4-FFF2-40B4-BE49-F238E27FC236}">
                  <a16:creationId xmlns:a16="http://schemas.microsoft.com/office/drawing/2014/main" id="{92B40B3D-63C1-6934-EB20-4DE86A2174DE}"/>
                </a:ext>
              </a:extLst>
            </p:cNvPr>
            <p:cNvPicPr>
              <a:picLocks noChangeAspect="1"/>
            </p:cNvPicPr>
            <p:nvPr/>
          </p:nvPicPr>
          <p:blipFill>
            <a:blip r:embed="rId7"/>
            <a:stretch>
              <a:fillRect/>
            </a:stretch>
          </p:blipFill>
          <p:spPr>
            <a:xfrm>
              <a:off x="7461448" y="1771181"/>
              <a:ext cx="4035711" cy="2266894"/>
            </a:xfrm>
            <a:prstGeom prst="rect">
              <a:avLst/>
            </a:prstGeom>
          </p:spPr>
        </p:pic>
        <p:pic>
          <p:nvPicPr>
            <p:cNvPr id="2" name="Picture 1">
              <a:extLst>
                <a:ext uri="{FF2B5EF4-FFF2-40B4-BE49-F238E27FC236}">
                  <a16:creationId xmlns:a16="http://schemas.microsoft.com/office/drawing/2014/main" id="{3986DA1A-3E2B-DA65-F255-B25454FDE322}"/>
                </a:ext>
              </a:extLst>
            </p:cNvPr>
            <p:cNvPicPr>
              <a:picLocks noChangeAspect="1"/>
            </p:cNvPicPr>
            <p:nvPr/>
          </p:nvPicPr>
          <p:blipFill>
            <a:blip r:embed="rId8"/>
            <a:stretch>
              <a:fillRect/>
            </a:stretch>
          </p:blipFill>
          <p:spPr>
            <a:xfrm>
              <a:off x="8882742" y="1740159"/>
              <a:ext cx="1201601" cy="61321"/>
            </a:xfrm>
            <a:prstGeom prst="rect">
              <a:avLst/>
            </a:prstGeom>
          </p:spPr>
        </p:pic>
      </p:grpSp>
    </p:spTree>
    <p:extLst>
      <p:ext uri="{BB962C8B-B14F-4D97-AF65-F5344CB8AC3E}">
        <p14:creationId xmlns:p14="http://schemas.microsoft.com/office/powerpoint/2010/main" val="4124934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1B493-ED71-23C8-9F7F-5E76B9CF6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3DC36-BBC0-E76D-1439-AA2680484F27}"/>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A64B7A75-B133-1151-126A-9A033B17BFD3}"/>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04042A4F-8683-3448-D502-BB1D4D4841A5}"/>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9FF56FEE-5765-8609-0906-D41DCAD1B263}"/>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455DECEC-DA92-FDC4-2901-59E788B1D6EC}"/>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Emerging Sectors &amp; Opportunities</a:t>
            </a:r>
          </a:p>
        </p:txBody>
      </p:sp>
      <p:sp>
        <p:nvSpPr>
          <p:cNvPr id="18" name="Rectangle 17">
            <a:extLst>
              <a:ext uri="{FF2B5EF4-FFF2-40B4-BE49-F238E27FC236}">
                <a16:creationId xmlns:a16="http://schemas.microsoft.com/office/drawing/2014/main" id="{BC7CAF1B-8996-A995-D3F5-E51469D4B1CC}"/>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848899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67B0-6962-50CE-2FAF-7D7346462913}"/>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620706CD-AFD7-D391-45E3-3D842F10165D}"/>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D19CA200-F991-50A1-E8A5-D6CE9AD0F0D2}"/>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Emerging Sectors &amp; Opportunities</a:t>
            </a:r>
          </a:p>
        </p:txBody>
      </p:sp>
      <p:sp>
        <p:nvSpPr>
          <p:cNvPr id="3" name="Rectangle 2">
            <a:extLst>
              <a:ext uri="{FF2B5EF4-FFF2-40B4-BE49-F238E27FC236}">
                <a16:creationId xmlns:a16="http://schemas.microsoft.com/office/drawing/2014/main" id="{ECA3D459-6AA6-8B6F-4023-618873730FE7}"/>
              </a:ext>
            </a:extLst>
          </p:cNvPr>
          <p:cNvSpPr/>
          <p:nvPr/>
        </p:nvSpPr>
        <p:spPr>
          <a:xfrm>
            <a:off x="266699" y="1095438"/>
            <a:ext cx="6563591"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Technology &amp; AI</a:t>
            </a:r>
          </a:p>
        </p:txBody>
      </p:sp>
      <p:sp>
        <p:nvSpPr>
          <p:cNvPr id="6" name="Rectangle 5">
            <a:extLst>
              <a:ext uri="{FF2B5EF4-FFF2-40B4-BE49-F238E27FC236}">
                <a16:creationId xmlns:a16="http://schemas.microsoft.com/office/drawing/2014/main" id="{BC4E064E-42C7-D826-BFEB-7007BE5F7D45}"/>
              </a:ext>
            </a:extLst>
          </p:cNvPr>
          <p:cNvSpPr/>
          <p:nvPr/>
        </p:nvSpPr>
        <p:spPr>
          <a:xfrm>
            <a:off x="266699" y="4001805"/>
            <a:ext cx="6563591"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Manufacturing &amp; PLI Schemes</a:t>
            </a:r>
          </a:p>
        </p:txBody>
      </p:sp>
      <p:sp>
        <p:nvSpPr>
          <p:cNvPr id="8" name="Rectangle 7">
            <a:extLst>
              <a:ext uri="{FF2B5EF4-FFF2-40B4-BE49-F238E27FC236}">
                <a16:creationId xmlns:a16="http://schemas.microsoft.com/office/drawing/2014/main" id="{853D997D-CE92-8A29-12CA-A885AB878A47}"/>
              </a:ext>
            </a:extLst>
          </p:cNvPr>
          <p:cNvSpPr/>
          <p:nvPr/>
        </p:nvSpPr>
        <p:spPr>
          <a:xfrm>
            <a:off x="266699" y="4471532"/>
            <a:ext cx="6563591" cy="169221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PLI Schemes (₹2L+ Cr)</a:t>
            </a:r>
            <a:r>
              <a:rPr lang="en-US" sz="1200" dirty="0">
                <a:solidFill>
                  <a:schemeClr val="tx1"/>
                </a:solidFill>
                <a:latin typeface="Century Gothic" panose="020B0502020202020204" pitchFamily="34" charset="0"/>
              </a:rPr>
              <a:t> for electronics, pharma, semiconductors, and textiles.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India emerging as a </a:t>
            </a:r>
            <a:r>
              <a:rPr lang="en-US" sz="1200" b="1" dirty="0">
                <a:solidFill>
                  <a:schemeClr val="tx1"/>
                </a:solidFill>
                <a:latin typeface="Century Gothic" panose="020B0502020202020204" pitchFamily="34" charset="0"/>
              </a:rPr>
              <a:t>“China+1”</a:t>
            </a:r>
            <a:r>
              <a:rPr lang="en-US" sz="1200" dirty="0">
                <a:solidFill>
                  <a:schemeClr val="tx1"/>
                </a:solidFill>
                <a:latin typeface="Century Gothic" panose="020B0502020202020204" pitchFamily="34" charset="0"/>
              </a:rPr>
              <a:t> hub for global supply chains.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Electronics exports up </a:t>
            </a:r>
            <a:r>
              <a:rPr lang="en-US" sz="1200" b="1" dirty="0">
                <a:solidFill>
                  <a:schemeClr val="tx1"/>
                </a:solidFill>
                <a:latin typeface="Century Gothic" panose="020B0502020202020204" pitchFamily="34" charset="0"/>
              </a:rPr>
              <a:t>&gt;50% YoY (2023-2024)</a:t>
            </a:r>
            <a:r>
              <a:rPr lang="en-US" sz="1200" dirty="0">
                <a:solidFill>
                  <a:schemeClr val="tx1"/>
                </a:solidFill>
                <a:latin typeface="Century Gothic" panose="020B0502020202020204" pitchFamily="34" charset="0"/>
              </a:rPr>
              <a:t>; Apple &amp; Foxconn expanding footprint.</a:t>
            </a:r>
          </a:p>
        </p:txBody>
      </p:sp>
      <p:sp>
        <p:nvSpPr>
          <p:cNvPr id="12" name="Rectangle 11">
            <a:extLst>
              <a:ext uri="{FF2B5EF4-FFF2-40B4-BE49-F238E27FC236}">
                <a16:creationId xmlns:a16="http://schemas.microsoft.com/office/drawing/2014/main" id="{C72F120D-92CE-3413-1CA6-411922F010C7}"/>
              </a:ext>
            </a:extLst>
          </p:cNvPr>
          <p:cNvSpPr/>
          <p:nvPr/>
        </p:nvSpPr>
        <p:spPr>
          <a:xfrm>
            <a:off x="7065818" y="1095436"/>
            <a:ext cx="4859482"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EV &amp; Renewable Energy</a:t>
            </a:r>
          </a:p>
        </p:txBody>
      </p:sp>
      <p:sp>
        <p:nvSpPr>
          <p:cNvPr id="16" name="Rectangle 15">
            <a:extLst>
              <a:ext uri="{FF2B5EF4-FFF2-40B4-BE49-F238E27FC236}">
                <a16:creationId xmlns:a16="http://schemas.microsoft.com/office/drawing/2014/main" id="{B6FBF9EE-7A47-2E5E-2A51-740B19F5BC93}"/>
              </a:ext>
            </a:extLst>
          </p:cNvPr>
          <p:cNvSpPr/>
          <p:nvPr/>
        </p:nvSpPr>
        <p:spPr>
          <a:xfrm>
            <a:off x="7065818" y="4008171"/>
            <a:ext cx="4859482"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Digital Payments &amp; FinTech</a:t>
            </a:r>
          </a:p>
        </p:txBody>
      </p:sp>
      <p:sp>
        <p:nvSpPr>
          <p:cNvPr id="14" name="Rectangle 13">
            <a:extLst>
              <a:ext uri="{FF2B5EF4-FFF2-40B4-BE49-F238E27FC236}">
                <a16:creationId xmlns:a16="http://schemas.microsoft.com/office/drawing/2014/main" id="{11E8585D-E524-EF7C-C604-9E404737B58E}"/>
              </a:ext>
            </a:extLst>
          </p:cNvPr>
          <p:cNvSpPr/>
          <p:nvPr/>
        </p:nvSpPr>
        <p:spPr>
          <a:xfrm>
            <a:off x="7065818" y="1534509"/>
            <a:ext cx="4859479" cy="2385389"/>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EV market CAGR </a:t>
            </a:r>
            <a:r>
              <a:rPr lang="en-US" sz="1200" b="1" dirty="0">
                <a:solidFill>
                  <a:schemeClr val="tx1"/>
                </a:solidFill>
                <a:latin typeface="Century Gothic" panose="020B0502020202020204" pitchFamily="34" charset="0"/>
              </a:rPr>
              <a:t>~49% </a:t>
            </a:r>
            <a:r>
              <a:rPr lang="en-US" sz="1200" i="1" dirty="0">
                <a:solidFill>
                  <a:schemeClr val="tx1"/>
                </a:solidFill>
                <a:latin typeface="Century Gothic" panose="020B0502020202020204" pitchFamily="34" charset="0"/>
              </a:rPr>
              <a:t>(2015-2023)</a:t>
            </a:r>
            <a:r>
              <a:rPr lang="en-US" sz="1200" dirty="0">
                <a:solidFill>
                  <a:schemeClr val="tx1"/>
                </a:solidFill>
                <a:latin typeface="Century Gothic" panose="020B0502020202020204" pitchFamily="34" charset="0"/>
              </a:rPr>
              <a:t>; strong growth in 2W, 3W segments.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Renewable capacity doubled in the last decade – solar leads.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Key policies: </a:t>
            </a:r>
            <a:r>
              <a:rPr lang="en-US" sz="1200" b="1" dirty="0">
                <a:solidFill>
                  <a:schemeClr val="tx1"/>
                </a:solidFill>
                <a:latin typeface="Century Gothic" panose="020B0502020202020204" pitchFamily="34" charset="0"/>
              </a:rPr>
              <a:t>FAME II, Green Hydrogen Mission, PLI for Battery Storage</a:t>
            </a:r>
            <a:r>
              <a:rPr lang="en-US" sz="1200" dirty="0">
                <a:solidFill>
                  <a:schemeClr val="tx1"/>
                </a:solidFill>
                <a:latin typeface="Century Gothic" panose="020B0502020202020204" pitchFamily="34" charset="0"/>
              </a:rPr>
              <a:t>.</a:t>
            </a:r>
          </a:p>
        </p:txBody>
      </p:sp>
      <p:sp>
        <p:nvSpPr>
          <p:cNvPr id="15" name="Rectangle 14">
            <a:extLst>
              <a:ext uri="{FF2B5EF4-FFF2-40B4-BE49-F238E27FC236}">
                <a16:creationId xmlns:a16="http://schemas.microsoft.com/office/drawing/2014/main" id="{675263AB-DCE8-915E-384E-16FCFB59C29C}"/>
              </a:ext>
            </a:extLst>
          </p:cNvPr>
          <p:cNvSpPr/>
          <p:nvPr/>
        </p:nvSpPr>
        <p:spPr>
          <a:xfrm>
            <a:off x="7065818" y="4471531"/>
            <a:ext cx="4859479" cy="169221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UPI transactions &gt; ₹1,300 Cr/month </a:t>
            </a:r>
            <a:r>
              <a:rPr lang="en-US" sz="1200" i="1" dirty="0">
                <a:solidFill>
                  <a:schemeClr val="tx1"/>
                </a:solidFill>
                <a:latin typeface="Century Gothic" panose="020B0502020202020204" pitchFamily="34" charset="0"/>
              </a:rPr>
              <a:t>(as of 2024)</a:t>
            </a:r>
            <a:r>
              <a:rPr lang="en-US" sz="1200" dirty="0">
                <a:solidFill>
                  <a:schemeClr val="tx1"/>
                </a:solidFill>
                <a:latin typeface="Century Gothic" panose="020B0502020202020204" pitchFamily="34" charset="0"/>
              </a:rPr>
              <a:t>; fastest-growing globally.</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FinTech valuation set to cross </a:t>
            </a:r>
            <a:r>
              <a:rPr lang="en-US" sz="1200" b="1" dirty="0">
                <a:solidFill>
                  <a:schemeClr val="tx1"/>
                </a:solidFill>
                <a:latin typeface="Century Gothic" panose="020B0502020202020204" pitchFamily="34" charset="0"/>
              </a:rPr>
              <a:t>$150B by 2025</a:t>
            </a:r>
            <a:r>
              <a:rPr lang="en-US" sz="1200" dirty="0">
                <a:solidFill>
                  <a:schemeClr val="tx1"/>
                </a:solidFill>
                <a:latin typeface="Century Gothic" panose="020B0502020202020204" pitchFamily="34" charset="0"/>
              </a:rPr>
              <a:t>.</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Supportive ecosystem: </a:t>
            </a:r>
            <a:r>
              <a:rPr lang="en-US" sz="1200" b="1" dirty="0">
                <a:solidFill>
                  <a:schemeClr val="tx1"/>
                </a:solidFill>
                <a:latin typeface="Century Gothic" panose="020B0502020202020204" pitchFamily="34" charset="0"/>
              </a:rPr>
              <a:t>Digital India</a:t>
            </a:r>
            <a:r>
              <a:rPr lang="en-US" sz="1200" dirty="0">
                <a:solidFill>
                  <a:schemeClr val="tx1"/>
                </a:solidFill>
                <a:latin typeface="Century Gothic" panose="020B0502020202020204" pitchFamily="34" charset="0"/>
              </a:rPr>
              <a:t>, API stack, regulatory sandbox.</a:t>
            </a:r>
          </a:p>
        </p:txBody>
      </p:sp>
      <p:sp>
        <p:nvSpPr>
          <p:cNvPr id="4" name="Rectangle 3">
            <a:extLst>
              <a:ext uri="{FF2B5EF4-FFF2-40B4-BE49-F238E27FC236}">
                <a16:creationId xmlns:a16="http://schemas.microsoft.com/office/drawing/2014/main" id="{6F2D8B70-75F1-1358-9F07-9787AE51AE81}"/>
              </a:ext>
            </a:extLst>
          </p:cNvPr>
          <p:cNvSpPr/>
          <p:nvPr/>
        </p:nvSpPr>
        <p:spPr>
          <a:xfrm>
            <a:off x="266699" y="1534509"/>
            <a:ext cx="6563591" cy="2385389"/>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India’s AI market projected to reach </a:t>
            </a:r>
            <a:r>
              <a:rPr lang="en-US" sz="1200" b="1" dirty="0">
                <a:solidFill>
                  <a:schemeClr val="tx1"/>
                </a:solidFill>
                <a:latin typeface="Century Gothic" panose="020B0502020202020204" pitchFamily="34" charset="0"/>
              </a:rPr>
              <a:t>$17B by 2027</a:t>
            </a:r>
            <a:r>
              <a:rPr lang="en-US" sz="1200" dirty="0">
                <a:solidFill>
                  <a:schemeClr val="tx1"/>
                </a:solidFill>
                <a:latin typeface="Century Gothic" panose="020B0502020202020204" pitchFamily="34" charset="0"/>
              </a:rPr>
              <a:t> (30% CAGR).</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Surge in AI start-ups, cloud infra, and SaaS exports.</a:t>
            </a:r>
          </a:p>
          <a:p>
            <a:pPr algn="just"/>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Govt initiatives: </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628650" lvl="1" indent="-171450" algn="just">
              <a:buFont typeface="Arial" panose="020B0604020202020204" pitchFamily="34" charset="0"/>
              <a:buChar char="•"/>
            </a:pPr>
            <a:r>
              <a:rPr lang="en-US" sz="1100" b="1" dirty="0">
                <a:solidFill>
                  <a:schemeClr val="tx1"/>
                </a:solidFill>
                <a:latin typeface="Century Gothic" panose="020B0502020202020204" pitchFamily="34" charset="0"/>
              </a:rPr>
              <a:t>IndiaAI Mission </a:t>
            </a:r>
            <a:r>
              <a:rPr lang="en-US" sz="1100" dirty="0">
                <a:solidFill>
                  <a:schemeClr val="tx1"/>
                </a:solidFill>
                <a:latin typeface="Century Gothic" panose="020B0502020202020204" pitchFamily="34" charset="0"/>
              </a:rPr>
              <a:t>–</a:t>
            </a:r>
            <a:r>
              <a:rPr lang="en-US" sz="1100" b="1" dirty="0">
                <a:solidFill>
                  <a:schemeClr val="tx1"/>
                </a:solidFill>
                <a:latin typeface="Century Gothic" panose="020B0502020202020204" pitchFamily="34" charset="0"/>
              </a:rPr>
              <a:t> </a:t>
            </a:r>
            <a:r>
              <a:rPr lang="en-US" sz="1100" dirty="0">
                <a:solidFill>
                  <a:schemeClr val="tx1"/>
                </a:solidFill>
                <a:latin typeface="Century Gothic" panose="020B0502020202020204" pitchFamily="34" charset="0"/>
              </a:rPr>
              <a:t>focused on compute capacity, datasets, &amp; research.</a:t>
            </a:r>
          </a:p>
          <a:p>
            <a:pPr marL="628650" lvl="1" indent="-171450" algn="just">
              <a:buFont typeface="Arial" panose="020B0604020202020204" pitchFamily="34" charset="0"/>
              <a:buChar char="•"/>
            </a:pPr>
            <a:r>
              <a:rPr lang="en-US" sz="1100" b="1" dirty="0">
                <a:solidFill>
                  <a:schemeClr val="tx1"/>
                </a:solidFill>
                <a:latin typeface="Century Gothic" panose="020B0502020202020204" pitchFamily="34" charset="0"/>
              </a:rPr>
              <a:t>AI Research Centers </a:t>
            </a:r>
            <a:r>
              <a:rPr lang="en-US" sz="1100" dirty="0">
                <a:solidFill>
                  <a:schemeClr val="tx1"/>
                </a:solidFill>
                <a:latin typeface="Century Gothic" panose="020B0502020202020204" pitchFamily="34" charset="0"/>
              </a:rPr>
              <a:t>– 3 Centers of Excellence launched across top institutes to develop foundational models &amp; applied AI solutions.</a:t>
            </a:r>
          </a:p>
          <a:p>
            <a:pPr marL="628650" lvl="1" indent="-171450" algn="just">
              <a:buFont typeface="Arial" panose="020B0604020202020204" pitchFamily="34" charset="0"/>
              <a:buChar char="•"/>
            </a:pPr>
            <a:r>
              <a:rPr lang="en-US" sz="1100" b="1" dirty="0">
                <a:solidFill>
                  <a:schemeClr val="tx1"/>
                </a:solidFill>
                <a:latin typeface="Century Gothic" panose="020B0502020202020204" pitchFamily="34" charset="0"/>
              </a:rPr>
              <a:t>National Quantum Mission (2023–2031)</a:t>
            </a:r>
            <a:r>
              <a:rPr lang="en-US" sz="1100" dirty="0">
                <a:solidFill>
                  <a:schemeClr val="tx1"/>
                </a:solidFill>
                <a:latin typeface="Century Gothic" panose="020B0502020202020204" pitchFamily="34" charset="0"/>
              </a:rPr>
              <a:t> – ₹6,000 Cr initiative to develop quantum computers, secure communication, and advanced quantum sensors.</a:t>
            </a:r>
          </a:p>
          <a:p>
            <a:pPr marL="628650" lvl="1" indent="-171450" algn="just">
              <a:buFont typeface="Arial" panose="020B0604020202020204" pitchFamily="34" charset="0"/>
              <a:buChar char="•"/>
            </a:pPr>
            <a:r>
              <a:rPr lang="en-US" sz="1100" b="1" dirty="0">
                <a:solidFill>
                  <a:schemeClr val="tx1"/>
                </a:solidFill>
                <a:latin typeface="Century Gothic" panose="020B0502020202020204" pitchFamily="34" charset="0"/>
              </a:rPr>
              <a:t>Digital Public Infrastructure</a:t>
            </a:r>
            <a:r>
              <a:rPr lang="en-US" sz="1100" dirty="0">
                <a:solidFill>
                  <a:schemeClr val="tx1"/>
                </a:solidFill>
                <a:latin typeface="Century Gothic" panose="020B0502020202020204" pitchFamily="34" charset="0"/>
              </a:rPr>
              <a:t> - UPI, Aadhaar, ONDC enabling innovation at scale.</a:t>
            </a:r>
          </a:p>
        </p:txBody>
      </p:sp>
      <p:sp>
        <p:nvSpPr>
          <p:cNvPr id="7" name="Rectangle 6">
            <a:extLst>
              <a:ext uri="{FF2B5EF4-FFF2-40B4-BE49-F238E27FC236}">
                <a16:creationId xmlns:a16="http://schemas.microsoft.com/office/drawing/2014/main" id="{E29F04D2-1C69-0525-5619-24C9D5A54175}"/>
              </a:ext>
            </a:extLst>
          </p:cNvPr>
          <p:cNvSpPr/>
          <p:nvPr/>
        </p:nvSpPr>
        <p:spPr>
          <a:xfrm>
            <a:off x="266699" y="6267951"/>
            <a:ext cx="11658597" cy="4316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02060"/>
                </a:solidFill>
                <a:latin typeface="Century Gothic" panose="020B0502020202020204" pitchFamily="34" charset="0"/>
              </a:rPr>
              <a:t>India is at the cusp of a </a:t>
            </a:r>
            <a:r>
              <a:rPr lang="en-US" sz="1200" b="1" dirty="0">
                <a:solidFill>
                  <a:srgbClr val="002060"/>
                </a:solidFill>
                <a:latin typeface="Century Gothic" panose="020B0502020202020204" pitchFamily="34" charset="0"/>
              </a:rPr>
              <a:t>tech-industrial transformation</a:t>
            </a:r>
            <a:r>
              <a:rPr lang="en-US" sz="1200" dirty="0">
                <a:solidFill>
                  <a:srgbClr val="002060"/>
                </a:solidFill>
                <a:latin typeface="Century Gothic" panose="020B0502020202020204" pitchFamily="34" charset="0"/>
              </a:rPr>
              <a:t>, with policy push, global realignment, and digital infrastructure as key tailwinds. These sectors will likely dominate </a:t>
            </a:r>
            <a:r>
              <a:rPr lang="en-US" sz="1200" b="1" dirty="0">
                <a:solidFill>
                  <a:srgbClr val="002060"/>
                </a:solidFill>
                <a:latin typeface="Century Gothic" panose="020B0502020202020204" pitchFamily="34" charset="0"/>
              </a:rPr>
              <a:t>investment narratives</a:t>
            </a:r>
            <a:r>
              <a:rPr lang="en-US" sz="1200" dirty="0">
                <a:solidFill>
                  <a:srgbClr val="002060"/>
                </a:solidFill>
                <a:latin typeface="Century Gothic" panose="020B0502020202020204" pitchFamily="34" charset="0"/>
              </a:rPr>
              <a:t> over the medium term.</a:t>
            </a:r>
          </a:p>
        </p:txBody>
      </p:sp>
    </p:spTree>
    <p:extLst>
      <p:ext uri="{BB962C8B-B14F-4D97-AF65-F5344CB8AC3E}">
        <p14:creationId xmlns:p14="http://schemas.microsoft.com/office/powerpoint/2010/main" val="1338722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9587-4233-E4BB-8143-150EE1ED3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F39F5-3D32-0D4F-9759-391677D9B1B3}"/>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8549E494-AA79-04C3-135D-1227B7308FC1}"/>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9235B1FD-AE58-F99A-E748-973CDAA3FC06}"/>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2749258F-9815-A3B3-A391-763046435B25}"/>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251305F3-0B41-2F21-3D66-D3C465379B3A}"/>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Risks &amp; Challenges</a:t>
            </a:r>
          </a:p>
        </p:txBody>
      </p:sp>
      <p:sp>
        <p:nvSpPr>
          <p:cNvPr id="18" name="Rectangle 17">
            <a:extLst>
              <a:ext uri="{FF2B5EF4-FFF2-40B4-BE49-F238E27FC236}">
                <a16:creationId xmlns:a16="http://schemas.microsoft.com/office/drawing/2014/main" id="{F09805DF-124E-1E86-16F0-20E3BC5056E4}"/>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768758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C38D1-80B0-5B3D-E4B4-D0A39BC51B4C}"/>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C1FBB32D-ABD5-7DAE-3E2E-3F1E5AD70012}"/>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6B88E637-B5F8-7C1F-A121-0875DA0A20F5}"/>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Risks &amp; Challenges</a:t>
            </a:r>
          </a:p>
        </p:txBody>
      </p:sp>
      <p:sp>
        <p:nvSpPr>
          <p:cNvPr id="3" name="Rectangle 2">
            <a:extLst>
              <a:ext uri="{FF2B5EF4-FFF2-40B4-BE49-F238E27FC236}">
                <a16:creationId xmlns:a16="http://schemas.microsoft.com/office/drawing/2014/main" id="{96C12F3A-1F5C-A212-D8C4-FBFD1504502E}"/>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Global Recession &amp; Geopolitical Risks</a:t>
            </a:r>
          </a:p>
        </p:txBody>
      </p:sp>
      <p:sp>
        <p:nvSpPr>
          <p:cNvPr id="6" name="Rectangle 5">
            <a:extLst>
              <a:ext uri="{FF2B5EF4-FFF2-40B4-BE49-F238E27FC236}">
                <a16:creationId xmlns:a16="http://schemas.microsoft.com/office/drawing/2014/main" id="{A92D1227-1AF8-E446-ABBD-7D10B7B4C54C}"/>
              </a:ext>
            </a:extLst>
          </p:cNvPr>
          <p:cNvSpPr/>
          <p:nvPr/>
        </p:nvSpPr>
        <p:spPr>
          <a:xfrm>
            <a:off x="266700" y="3934063"/>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Strengthening Tech &amp; Crypto Regulations in Response to Data Misuse &amp; Privacy Breaches for exploitation</a:t>
            </a:r>
          </a:p>
        </p:txBody>
      </p:sp>
      <p:sp>
        <p:nvSpPr>
          <p:cNvPr id="8" name="Rectangle 7">
            <a:extLst>
              <a:ext uri="{FF2B5EF4-FFF2-40B4-BE49-F238E27FC236}">
                <a16:creationId xmlns:a16="http://schemas.microsoft.com/office/drawing/2014/main" id="{C1DD897E-B609-65B1-BF67-53A37C601285}"/>
              </a:ext>
            </a:extLst>
          </p:cNvPr>
          <p:cNvSpPr/>
          <p:nvPr/>
        </p:nvSpPr>
        <p:spPr>
          <a:xfrm>
            <a:off x="266700" y="4403790"/>
            <a:ext cx="5829300" cy="230181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Global momentum around tech regulation is intensifying</a:t>
            </a:r>
            <a:r>
              <a:rPr lang="en-US" sz="1200" dirty="0">
                <a:solidFill>
                  <a:schemeClr val="tx1"/>
                </a:solidFill>
                <a:latin typeface="Century Gothic" panose="020B0502020202020204" pitchFamily="34" charset="0"/>
              </a:rPr>
              <a:t>, particularly in </a:t>
            </a:r>
            <a:r>
              <a:rPr lang="en-US" sz="1200" b="1" dirty="0">
                <a:solidFill>
                  <a:srgbClr val="C00000"/>
                </a:solidFill>
                <a:latin typeface="Century Gothic" panose="020B0502020202020204" pitchFamily="34" charset="0"/>
              </a:rPr>
              <a:t>data privacy</a:t>
            </a:r>
            <a:r>
              <a:rPr lang="en-US" sz="1200" dirty="0">
                <a:solidFill>
                  <a:schemeClr val="tx1"/>
                </a:solidFill>
                <a:latin typeface="Century Gothic" panose="020B0502020202020204" pitchFamily="34" charset="0"/>
              </a:rPr>
              <a:t> — a necessary shift in response to increasing misuse with regards to exploitation of personal information. Regulatory scrutiny is also rising in areas like antitrust and AI ethics. </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Crypto market under scrutiny</a:t>
            </a:r>
            <a:r>
              <a:rPr lang="en-US" sz="1200" dirty="0">
                <a:solidFill>
                  <a:schemeClr val="tx1"/>
                </a:solidFill>
                <a:latin typeface="Century Gothic" panose="020B0502020202020204" pitchFamily="34" charset="0"/>
              </a:rPr>
              <a:t> – lack of clear domestic regulation poses risks for investors and FinTech firms.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Potential </a:t>
            </a:r>
            <a:r>
              <a:rPr lang="en-US" sz="1200" b="1" dirty="0">
                <a:solidFill>
                  <a:schemeClr val="tx1"/>
                </a:solidFill>
                <a:latin typeface="Century Gothic" panose="020B0502020202020204" pitchFamily="34" charset="0"/>
              </a:rPr>
              <a:t>overregulation or policy uncertainty</a:t>
            </a:r>
            <a:r>
              <a:rPr lang="en-US" sz="1200" dirty="0">
                <a:solidFill>
                  <a:schemeClr val="tx1"/>
                </a:solidFill>
                <a:latin typeface="Century Gothic" panose="020B0502020202020204" pitchFamily="34" charset="0"/>
              </a:rPr>
              <a:t> may slow innovation in emerging sectors like AI, quantum, and blockchain.</a:t>
            </a:r>
          </a:p>
        </p:txBody>
      </p:sp>
      <p:sp>
        <p:nvSpPr>
          <p:cNvPr id="12" name="Rectangle 11">
            <a:extLst>
              <a:ext uri="{FF2B5EF4-FFF2-40B4-BE49-F238E27FC236}">
                <a16:creationId xmlns:a16="http://schemas.microsoft.com/office/drawing/2014/main" id="{82E109EC-7AA0-4802-036A-60BACE609457}"/>
              </a:ext>
            </a:extLst>
          </p:cNvPr>
          <p:cNvSpPr/>
          <p:nvPr/>
        </p:nvSpPr>
        <p:spPr>
          <a:xfrm>
            <a:off x="6362700" y="1095436"/>
            <a:ext cx="5562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Inflation &amp; Rate Hike Concerns</a:t>
            </a:r>
          </a:p>
        </p:txBody>
      </p:sp>
      <p:sp>
        <p:nvSpPr>
          <p:cNvPr id="14" name="Rectangle 13">
            <a:extLst>
              <a:ext uri="{FF2B5EF4-FFF2-40B4-BE49-F238E27FC236}">
                <a16:creationId xmlns:a16="http://schemas.microsoft.com/office/drawing/2014/main" id="{7B66DCDD-B6E5-EC09-3800-7062EE408B75}"/>
              </a:ext>
            </a:extLst>
          </p:cNvPr>
          <p:cNvSpPr/>
          <p:nvPr/>
        </p:nvSpPr>
        <p:spPr>
          <a:xfrm>
            <a:off x="6362700" y="1519573"/>
            <a:ext cx="5562597" cy="226722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Though moderating, </a:t>
            </a:r>
            <a:r>
              <a:rPr lang="en-US" sz="1200" b="1" dirty="0">
                <a:solidFill>
                  <a:schemeClr val="tx1"/>
                </a:solidFill>
                <a:latin typeface="Century Gothic" panose="020B0502020202020204" pitchFamily="34" charset="0"/>
              </a:rPr>
              <a:t>core inflation </a:t>
            </a:r>
            <a:r>
              <a:rPr lang="en-US" sz="1200" dirty="0">
                <a:solidFill>
                  <a:schemeClr val="tx1"/>
                </a:solidFill>
                <a:latin typeface="Century Gothic" panose="020B0502020202020204" pitchFamily="34" charset="0"/>
              </a:rPr>
              <a:t>remains sticky due to food and fuel price shocks.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Interest rate hikes</a:t>
            </a:r>
            <a:r>
              <a:rPr lang="en-US" sz="1200" dirty="0">
                <a:solidFill>
                  <a:schemeClr val="tx1"/>
                </a:solidFill>
                <a:latin typeface="Century Gothic" panose="020B0502020202020204" pitchFamily="34" charset="0"/>
              </a:rPr>
              <a:t> by major central banks (Fed, ECB) may trigger capital outflows from emerging markets like India.</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RBI’s stance</a:t>
            </a:r>
            <a:r>
              <a:rPr lang="en-US" sz="1200" dirty="0">
                <a:solidFill>
                  <a:schemeClr val="tx1"/>
                </a:solidFill>
                <a:latin typeface="Century Gothic" panose="020B0502020202020204" pitchFamily="34" charset="0"/>
              </a:rPr>
              <a:t> remains cautious; further tightening could impact consumer demand and credit growth.</a:t>
            </a:r>
          </a:p>
        </p:txBody>
      </p:sp>
      <p:sp>
        <p:nvSpPr>
          <p:cNvPr id="4" name="Rectangle 3">
            <a:extLst>
              <a:ext uri="{FF2B5EF4-FFF2-40B4-BE49-F238E27FC236}">
                <a16:creationId xmlns:a16="http://schemas.microsoft.com/office/drawing/2014/main" id="{381754B1-F445-C98C-5780-5C0C504F24BC}"/>
              </a:ext>
            </a:extLst>
          </p:cNvPr>
          <p:cNvSpPr/>
          <p:nvPr/>
        </p:nvSpPr>
        <p:spPr>
          <a:xfrm>
            <a:off x="266700" y="1519574"/>
            <a:ext cx="5829300" cy="2267220"/>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entury Gothic" panose="020B0502020202020204" pitchFamily="34" charset="0"/>
              </a:rPr>
              <a:t>Persistent concerns over a </a:t>
            </a:r>
            <a:r>
              <a:rPr lang="en-US" sz="1200" b="1" dirty="0">
                <a:solidFill>
                  <a:schemeClr val="tx1"/>
                </a:solidFill>
                <a:latin typeface="Century Gothic" panose="020B0502020202020204" pitchFamily="34" charset="0"/>
              </a:rPr>
              <a:t>global slowdown</a:t>
            </a:r>
            <a:r>
              <a:rPr lang="en-US" sz="1200" dirty="0">
                <a:solidFill>
                  <a:schemeClr val="tx1"/>
                </a:solidFill>
                <a:latin typeface="Century Gothic" panose="020B0502020202020204" pitchFamily="34" charset="0"/>
              </a:rPr>
              <a:t>, especially in the US and EU, may dampen exports and foreign investments.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Geopolitical tensions</a:t>
            </a:r>
            <a:r>
              <a:rPr lang="en-US" sz="1200" dirty="0">
                <a:solidFill>
                  <a:schemeClr val="tx1"/>
                </a:solidFill>
                <a:latin typeface="Century Gothic" panose="020B0502020202020204" pitchFamily="34" charset="0"/>
              </a:rPr>
              <a:t> (Russia-Ukraine, China-Taiwan, Red Sea conflict, trade war) disrupt global supply chains and commodity flows.</a:t>
            </a:r>
          </a:p>
          <a:p>
            <a:pPr marL="171450" indent="-171450" algn="just">
              <a:buFont typeface="Arial" panose="020B0604020202020204" pitchFamily="34" charset="0"/>
              <a:buChar char="•"/>
            </a:pPr>
            <a:endParaRPr lang="en-US" sz="1200" dirty="0">
              <a:solidFill>
                <a:schemeClr val="tx1"/>
              </a:solidFill>
              <a:latin typeface="Century Gothic" panose="020B0502020202020204" pitchFamily="34" charset="0"/>
            </a:endParaRPr>
          </a:p>
          <a:p>
            <a:pPr marL="171450" indent="-171450" algn="just">
              <a:buFont typeface="Arial" panose="020B0604020202020204" pitchFamily="34" charset="0"/>
              <a:buChar char="•"/>
            </a:pPr>
            <a:r>
              <a:rPr lang="en-US" sz="1200" b="1" dirty="0">
                <a:solidFill>
                  <a:schemeClr val="tx1"/>
                </a:solidFill>
                <a:latin typeface="Century Gothic" panose="020B0502020202020204" pitchFamily="34" charset="0"/>
              </a:rPr>
              <a:t>Oil price volatility</a:t>
            </a:r>
            <a:r>
              <a:rPr lang="en-US" sz="1200" dirty="0">
                <a:solidFill>
                  <a:schemeClr val="tx1"/>
                </a:solidFill>
                <a:latin typeface="Century Gothic" panose="020B0502020202020204" pitchFamily="34" charset="0"/>
              </a:rPr>
              <a:t> due to conflict zones can affect India’s import bill and fiscal balance.</a:t>
            </a:r>
          </a:p>
        </p:txBody>
      </p:sp>
    </p:spTree>
    <p:extLst>
      <p:ext uri="{BB962C8B-B14F-4D97-AF65-F5344CB8AC3E}">
        <p14:creationId xmlns:p14="http://schemas.microsoft.com/office/powerpoint/2010/main" val="3637924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5E23-967E-8C45-76A6-DC1088F97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FCB8E-DD60-0679-6817-451ECC9E62E0}"/>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52D34996-A13F-CB92-5DCB-3CE24044E778}"/>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2F3DD542-DFB3-9360-A939-4EE72FFBEF86}"/>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F2DB6C56-7808-3526-5A1A-3454A7AB8EEC}"/>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D27AC0A5-3387-81CD-B6FE-14D93B63071C}"/>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Conclusion: Navigating the India Opportunity</a:t>
            </a:r>
          </a:p>
        </p:txBody>
      </p:sp>
      <p:sp>
        <p:nvSpPr>
          <p:cNvPr id="18" name="Rectangle 17">
            <a:extLst>
              <a:ext uri="{FF2B5EF4-FFF2-40B4-BE49-F238E27FC236}">
                <a16:creationId xmlns:a16="http://schemas.microsoft.com/office/drawing/2014/main" id="{C21E49E5-7446-E0A5-837E-E325E62AC2B8}"/>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2467594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6FB85-79A5-FFB7-4E9D-782B3D140ADB}"/>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CE582D9A-AEEB-5EA1-1A11-70E963F208E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9FFAED08-057B-C3C6-AAEA-224F8E5BB1AF}"/>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Conclusion: Navigating the India Opportunity</a:t>
            </a:r>
          </a:p>
        </p:txBody>
      </p:sp>
      <p:sp>
        <p:nvSpPr>
          <p:cNvPr id="4" name="Rectangle 3">
            <a:extLst>
              <a:ext uri="{FF2B5EF4-FFF2-40B4-BE49-F238E27FC236}">
                <a16:creationId xmlns:a16="http://schemas.microsoft.com/office/drawing/2014/main" id="{1731DEF3-9458-454D-30B8-71C4ED44225E}"/>
              </a:ext>
            </a:extLst>
          </p:cNvPr>
          <p:cNvSpPr/>
          <p:nvPr/>
        </p:nvSpPr>
        <p:spPr>
          <a:xfrm>
            <a:off x="266700" y="1095436"/>
            <a:ext cx="11658600" cy="5136922"/>
          </a:xfrm>
          <a:prstGeom prst="rect">
            <a:avLst/>
          </a:prstGeom>
          <a:no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buNone/>
            </a:pPr>
            <a:r>
              <a:rPr lang="en-US" sz="1200" b="0" i="0" u="none" strike="noStrike" dirty="0">
                <a:solidFill>
                  <a:srgbClr val="212529"/>
                </a:solidFill>
                <a:effectLst/>
                <a:latin typeface="Century Gothic" panose="020B0502020202020204" pitchFamily="34" charset="0"/>
              </a:rPr>
              <a:t>	India presents a </a:t>
            </a:r>
            <a:r>
              <a:rPr lang="en-US" sz="1200" b="1" i="0" u="none" strike="noStrike" dirty="0">
                <a:solidFill>
                  <a:srgbClr val="212529"/>
                </a:solidFill>
                <a:effectLst/>
                <a:latin typeface="Century Gothic" panose="020B0502020202020204" pitchFamily="34" charset="0"/>
              </a:rPr>
              <a:t>compelling long-term investment proposition</a:t>
            </a:r>
            <a:r>
              <a:rPr lang="en-US" sz="1200" b="0" i="0" u="none" strike="noStrike" dirty="0">
                <a:solidFill>
                  <a:srgbClr val="212529"/>
                </a:solidFill>
                <a:effectLst/>
                <a:latin typeface="Century Gothic" panose="020B0502020202020204" pitchFamily="34" charset="0"/>
              </a:rPr>
              <a:t>, underpinned by strong macroeconomic fundamentals, favorable demographics, ongoing structural reforms, and a burgeoning digital economy. The resilience shown amidst global uncertainties highlights the depth of its domestic market and the effectiveness of policy support.</a:t>
            </a:r>
          </a:p>
          <a:p>
            <a:pPr algn="just">
              <a:buNone/>
            </a:pPr>
            <a:endParaRPr lang="en-US" sz="1200" dirty="0">
              <a:solidFill>
                <a:srgbClr val="212529"/>
              </a:solidFill>
              <a:latin typeface="Century Gothic" panose="020B0502020202020204" pitchFamily="34" charset="0"/>
            </a:endParaRPr>
          </a:p>
          <a:p>
            <a:pPr algn="just">
              <a:buNone/>
            </a:pPr>
            <a:endParaRPr lang="en-US" sz="1200" b="0" i="0" u="none" strike="noStrike" dirty="0">
              <a:solidFill>
                <a:srgbClr val="212529"/>
              </a:solidFill>
              <a:effectLst/>
              <a:latin typeface="Century Gothic" panose="020B0502020202020204" pitchFamily="34" charset="0"/>
            </a:endParaRPr>
          </a:p>
          <a:p>
            <a:pPr algn="just">
              <a:buNone/>
            </a:pPr>
            <a:r>
              <a:rPr lang="en-US" sz="1200" b="0" i="0" u="none" strike="noStrike" dirty="0">
                <a:solidFill>
                  <a:srgbClr val="212529"/>
                </a:solidFill>
                <a:effectLst/>
                <a:latin typeface="Century Gothic" panose="020B0502020202020204" pitchFamily="34" charset="0"/>
              </a:rPr>
              <a:t>	Significant opportunities exist across various sectors, particularly those benefiting from the digital transformation, infrastructure development, green energy transition, and advanced manufacturing push. Capital markets, while offering attractive potential returns in both INR and USD terms, come with inherent volatility influenced by domestic and global factors. The fixed income market provides diversification opportunities, albeit with careful consideration required for inflation and credit spreads.</a:t>
            </a:r>
          </a:p>
          <a:p>
            <a:pPr algn="just">
              <a:buNone/>
            </a:pPr>
            <a:endParaRPr lang="en-US" sz="1200" dirty="0">
              <a:solidFill>
                <a:srgbClr val="212529"/>
              </a:solidFill>
              <a:latin typeface="Century Gothic" panose="020B0502020202020204" pitchFamily="34" charset="0"/>
            </a:endParaRPr>
          </a:p>
          <a:p>
            <a:pPr algn="just">
              <a:buNone/>
            </a:pPr>
            <a:endParaRPr lang="en-US" sz="1200" b="0" i="0" u="none" strike="noStrike" dirty="0">
              <a:solidFill>
                <a:srgbClr val="212529"/>
              </a:solidFill>
              <a:effectLst/>
              <a:latin typeface="Century Gothic" panose="020B0502020202020204" pitchFamily="34" charset="0"/>
            </a:endParaRPr>
          </a:p>
          <a:p>
            <a:pPr algn="just">
              <a:buNone/>
            </a:pPr>
            <a:r>
              <a:rPr lang="en-US" sz="1200" b="0" i="0" u="none" strike="noStrike" dirty="0">
                <a:solidFill>
                  <a:srgbClr val="212529"/>
                </a:solidFill>
                <a:effectLst/>
                <a:latin typeface="Century Gothic" panose="020B0502020202020204" pitchFamily="34" charset="0"/>
              </a:rPr>
              <a:t>	However, investors must remain cognizant of the outlined risks. Global economic conditions, geopolitical instability, persistent inflation, and evolving regulatory landscapes necessitate a </a:t>
            </a:r>
            <a:r>
              <a:rPr lang="en-US" sz="1200" b="1" i="0" u="none" strike="noStrike" dirty="0">
                <a:solidFill>
                  <a:srgbClr val="212529"/>
                </a:solidFill>
                <a:effectLst/>
                <a:latin typeface="Century Gothic" panose="020B0502020202020204" pitchFamily="34" charset="0"/>
              </a:rPr>
              <a:t>disciplined and selective approach</a:t>
            </a:r>
            <a:r>
              <a:rPr lang="en-US" sz="1200" b="0" i="0" u="none" strike="noStrike" dirty="0">
                <a:solidFill>
                  <a:srgbClr val="212529"/>
                </a:solidFill>
                <a:effectLst/>
                <a:latin typeface="Century Gothic" panose="020B0502020202020204" pitchFamily="34" charset="0"/>
              </a:rPr>
              <a:t>. Careful monitoring of policy actions, currency movements, and market sentiment is crucial.</a:t>
            </a:r>
          </a:p>
          <a:p>
            <a:pPr algn="just">
              <a:buNone/>
            </a:pPr>
            <a:endParaRPr lang="en-US" sz="1200" dirty="0">
              <a:solidFill>
                <a:srgbClr val="212529"/>
              </a:solidFill>
              <a:latin typeface="Century Gothic" panose="020B0502020202020204" pitchFamily="34" charset="0"/>
            </a:endParaRPr>
          </a:p>
          <a:p>
            <a:pPr algn="just">
              <a:buNone/>
            </a:pPr>
            <a:endParaRPr lang="en-US" sz="1200" b="0" i="0" u="none" strike="noStrike" dirty="0">
              <a:solidFill>
                <a:srgbClr val="212529"/>
              </a:solidFill>
              <a:effectLst/>
              <a:latin typeface="Century Gothic" panose="020B0502020202020204" pitchFamily="34" charset="0"/>
            </a:endParaRPr>
          </a:p>
          <a:p>
            <a:pPr algn="just"/>
            <a:r>
              <a:rPr lang="en-US" sz="1200" b="0" i="0" u="none" strike="noStrike" dirty="0">
                <a:solidFill>
                  <a:srgbClr val="212529"/>
                </a:solidFill>
                <a:effectLst/>
                <a:latin typeface="Century Gothic" panose="020B0502020202020204" pitchFamily="34" charset="0"/>
              </a:rPr>
              <a:t>	Overall, while challenges persist, the positive structural drivers supporting India's growth trajectory remain largely intact. For investors with a </a:t>
            </a:r>
            <a:r>
              <a:rPr lang="en-US" sz="1200" b="1" i="0" u="none" strike="noStrike" dirty="0">
                <a:solidFill>
                  <a:srgbClr val="212529"/>
                </a:solidFill>
                <a:effectLst/>
                <a:latin typeface="Century Gothic" panose="020B0502020202020204" pitchFamily="34" charset="0"/>
              </a:rPr>
              <a:t>long-term horizon and a robust risk management framework</a:t>
            </a:r>
            <a:r>
              <a:rPr lang="en-US" sz="1200" b="0" i="0" u="none" strike="noStrike" dirty="0">
                <a:solidFill>
                  <a:srgbClr val="212529"/>
                </a:solidFill>
                <a:effectLst/>
                <a:latin typeface="Century Gothic" panose="020B0502020202020204" pitchFamily="34" charset="0"/>
              </a:rPr>
              <a:t>, India continues to offer a significant allocation opportunity within emerging market portfolios. Navigating its complexities effectively will be key to unlocking its potential.</a:t>
            </a:r>
          </a:p>
        </p:txBody>
      </p:sp>
    </p:spTree>
    <p:extLst>
      <p:ext uri="{BB962C8B-B14F-4D97-AF65-F5344CB8AC3E}">
        <p14:creationId xmlns:p14="http://schemas.microsoft.com/office/powerpoint/2010/main" val="787634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FFAD6-1788-4A0E-720E-26B471680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86A81-074A-AC27-5A4E-D7CAF523EC9E}"/>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13B6A02E-D526-624D-9EAC-57F6E72B4355}"/>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1FA8B1C2-6DDD-F6B0-07E0-C304A21AFC54}"/>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D57A8958-5C9A-4B84-F980-ABDFD27E2CE2}"/>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2E99E458-1BF4-D87B-CA90-C287A80C8558}"/>
              </a:ext>
            </a:extLst>
          </p:cNvPr>
          <p:cNvSpPr txBox="1">
            <a:spLocks/>
          </p:cNvSpPr>
          <p:nvPr/>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Appendix</a:t>
            </a:r>
          </a:p>
        </p:txBody>
      </p:sp>
      <p:sp>
        <p:nvSpPr>
          <p:cNvPr id="18" name="Rectangle 17">
            <a:extLst>
              <a:ext uri="{FF2B5EF4-FFF2-40B4-BE49-F238E27FC236}">
                <a16:creationId xmlns:a16="http://schemas.microsoft.com/office/drawing/2014/main" id="{549736C0-2BE9-78EE-F657-B0AAD50503E7}"/>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40038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B5DE6-5AFF-B7CB-94A3-CC532CDE012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0B471E3-C498-BC9D-1AFF-DD6AA37BAEA4}"/>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Seasonality</a:t>
            </a:r>
          </a:p>
        </p:txBody>
      </p:sp>
      <p:sp>
        <p:nvSpPr>
          <p:cNvPr id="3" name="Rectangle 2">
            <a:extLst>
              <a:ext uri="{FF2B5EF4-FFF2-40B4-BE49-F238E27FC236}">
                <a16:creationId xmlns:a16="http://schemas.microsoft.com/office/drawing/2014/main" id="{6C302BE2-F682-8969-E2BB-302014D8C068}"/>
              </a:ext>
            </a:extLst>
          </p:cNvPr>
          <p:cNvSpPr/>
          <p:nvPr/>
        </p:nvSpPr>
        <p:spPr>
          <a:xfrm>
            <a:off x="266700" y="1095438"/>
            <a:ext cx="58293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002060"/>
                </a:solidFill>
                <a:latin typeface="Century Gothic" panose="020B0502020202020204" pitchFamily="34" charset="0"/>
              </a:rPr>
              <a:t>Monthly Returns</a:t>
            </a:r>
          </a:p>
        </p:txBody>
      </p:sp>
      <p:graphicFrame>
        <p:nvGraphicFramePr>
          <p:cNvPr id="9" name="Chart 8">
            <a:extLst>
              <a:ext uri="{FF2B5EF4-FFF2-40B4-BE49-F238E27FC236}">
                <a16:creationId xmlns:a16="http://schemas.microsoft.com/office/drawing/2014/main" id="{5F7D86BE-C68C-4AB6-DAE1-427E9C02404A}"/>
              </a:ext>
            </a:extLst>
          </p:cNvPr>
          <p:cNvGraphicFramePr>
            <a:graphicFrameLocks/>
          </p:cNvGraphicFramePr>
          <p:nvPr>
            <p:extLst>
              <p:ext uri="{D42A27DB-BD31-4B8C-83A1-F6EECF244321}">
                <p14:modId xmlns:p14="http://schemas.microsoft.com/office/powerpoint/2010/main" val="2798432926"/>
              </p:ext>
            </p:extLst>
          </p:nvPr>
        </p:nvGraphicFramePr>
        <p:xfrm>
          <a:off x="266699" y="4768770"/>
          <a:ext cx="10069491" cy="1941652"/>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a:extLst>
              <a:ext uri="{FF2B5EF4-FFF2-40B4-BE49-F238E27FC236}">
                <a16:creationId xmlns:a16="http://schemas.microsoft.com/office/drawing/2014/main" id="{E6A53B2D-22DF-BF96-228E-EFC630DB3274}"/>
              </a:ext>
            </a:extLst>
          </p:cNvPr>
          <p:cNvPicPr>
            <a:picLocks noChangeAspect="1"/>
          </p:cNvPicPr>
          <p:nvPr/>
        </p:nvPicPr>
        <p:blipFill>
          <a:blip r:embed="rId3"/>
          <a:stretch>
            <a:fillRect/>
          </a:stretch>
        </p:blipFill>
        <p:spPr>
          <a:xfrm>
            <a:off x="266700" y="1656261"/>
            <a:ext cx="10069492" cy="2916368"/>
          </a:xfrm>
          <a:prstGeom prst="rect">
            <a:avLst/>
          </a:prstGeom>
        </p:spPr>
      </p:pic>
    </p:spTree>
    <p:extLst>
      <p:ext uri="{BB962C8B-B14F-4D97-AF65-F5344CB8AC3E}">
        <p14:creationId xmlns:p14="http://schemas.microsoft.com/office/powerpoint/2010/main" val="4155970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2BBC-C9DE-1477-A93D-64FF2F4D7C56}"/>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AAC3D13-88DB-FDEA-D779-E8DEFC864ED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719A0F16-B40F-8107-13CF-2772D3A2090F}"/>
              </a:ext>
            </a:extLst>
          </p:cNvPr>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Important Information</a:t>
            </a:r>
            <a:endParaRPr lang="en-AE" b="1" dirty="0">
              <a:solidFill>
                <a:srgbClr val="002060"/>
              </a:solidFill>
              <a:latin typeface="Century Gothic" panose="020B0502020202020204" pitchFamily="34" charset="0"/>
            </a:endParaRPr>
          </a:p>
        </p:txBody>
      </p:sp>
      <p:sp>
        <p:nvSpPr>
          <p:cNvPr id="7" name="Rectangle 3">
            <a:extLst>
              <a:ext uri="{FF2B5EF4-FFF2-40B4-BE49-F238E27FC236}">
                <a16:creationId xmlns:a16="http://schemas.microsoft.com/office/drawing/2014/main" id="{12EF6019-24A7-29DB-94A4-96C243B36602}"/>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B83784B-C613-0ED4-5282-768CC1BE0832}"/>
              </a:ext>
            </a:extLst>
          </p:cNvPr>
          <p:cNvSpPr txBox="1"/>
          <p:nvPr/>
        </p:nvSpPr>
        <p:spPr>
          <a:xfrm>
            <a:off x="439940" y="1563002"/>
            <a:ext cx="11407299" cy="2585323"/>
          </a:xfrm>
          <a:prstGeom prst="rect">
            <a:avLst/>
          </a:prstGeom>
          <a:noFill/>
        </p:spPr>
        <p:txBody>
          <a:bodyPr wrap="square">
            <a:spAutoFit/>
          </a:bodyPr>
          <a:lstStyle/>
          <a:p>
            <a:pPr algn="just"/>
            <a:endParaRPr lang="en-AE" sz="900" dirty="0">
              <a:latin typeface="Century Gothic" panose="020B0502020202020204" pitchFamily="34" charset="0"/>
            </a:endParaRPr>
          </a:p>
          <a:p>
            <a:pPr algn="just"/>
            <a:r>
              <a:rPr lang="en-AE" sz="900" b="1" dirty="0">
                <a:latin typeface="Century Gothic" panose="020B0502020202020204" pitchFamily="34" charset="0"/>
              </a:rPr>
              <a:t>Quantwater Tech Investments</a:t>
            </a:r>
          </a:p>
          <a:p>
            <a:pPr algn="just"/>
            <a:r>
              <a:rPr lang="en-AE" sz="900" b="1" dirty="0">
                <a:latin typeface="Century Gothic" panose="020B0502020202020204" pitchFamily="34" charset="0"/>
              </a:rPr>
              <a:t>Data Release Deck – 14th April 2025</a:t>
            </a:r>
          </a:p>
          <a:p>
            <a:pPr algn="just"/>
            <a:endParaRPr lang="en-AE" sz="900" dirty="0">
              <a:latin typeface="Century Gothic" panose="020B0502020202020204" pitchFamily="34" charset="0"/>
            </a:endParaRPr>
          </a:p>
          <a:p>
            <a:pPr algn="just"/>
            <a:r>
              <a:rPr lang="en-US" sz="900" dirty="0">
                <a:latin typeface="Century Gothic" panose="020B0502020202020204" pitchFamily="34" charset="0"/>
              </a:rPr>
              <a:t>This document is for informational purposes only and does not constitute investment advice, an offer, or a solicitation to buy or sell any securities or financial instruments.</a:t>
            </a:r>
          </a:p>
          <a:p>
            <a:pPr algn="just"/>
            <a:br>
              <a:rPr lang="en-US" sz="900" dirty="0">
                <a:latin typeface="Century Gothic" panose="020B0502020202020204" pitchFamily="34" charset="0"/>
              </a:rPr>
            </a:br>
            <a:endParaRPr lang="en-US" sz="900" dirty="0">
              <a:latin typeface="Century Gothic" panose="020B0502020202020204" pitchFamily="34" charset="0"/>
            </a:endParaRPr>
          </a:p>
          <a:p>
            <a:pPr algn="just"/>
            <a:r>
              <a:rPr lang="en-US" sz="900" dirty="0">
                <a:latin typeface="Century Gothic" panose="020B0502020202020204" pitchFamily="34" charset="0"/>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p>
          <a:p>
            <a:pPr algn="just"/>
            <a:br>
              <a:rPr lang="en-US" sz="900" dirty="0">
                <a:latin typeface="Century Gothic" panose="020B0502020202020204" pitchFamily="34" charset="0"/>
              </a:rPr>
            </a:br>
            <a:endParaRPr lang="en-US" sz="900" dirty="0">
              <a:latin typeface="Century Gothic" panose="020B0502020202020204" pitchFamily="34" charset="0"/>
            </a:endParaRPr>
          </a:p>
          <a:p>
            <a:pPr algn="just"/>
            <a:r>
              <a:rPr lang="en-US" sz="900" dirty="0">
                <a:latin typeface="Century Gothic" panose="020B0502020202020204" pitchFamily="34" charset="0"/>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p>
          <a:p>
            <a:pPr algn="just"/>
            <a:br>
              <a:rPr lang="en-US" sz="900" dirty="0">
                <a:latin typeface="Century Gothic" panose="020B0502020202020204" pitchFamily="34" charset="0"/>
              </a:rPr>
            </a:br>
            <a:endParaRPr lang="en-US" sz="900" dirty="0">
              <a:latin typeface="Century Gothic" panose="020B0502020202020204" pitchFamily="34" charset="0"/>
            </a:endParaRPr>
          </a:p>
          <a:p>
            <a:pPr algn="just"/>
            <a:r>
              <a:rPr lang="en-US" sz="900" dirty="0">
                <a:latin typeface="Century Gothic" panose="020B0502020202020204" pitchFamily="34" charset="0"/>
              </a:rPr>
              <a:t>Neither Quantwater Tech Investments nor any of its affiliates, officers, or employees shall be liable for any direct or indirect losses arising from the use of this information. Any misrepresentation is strictly prohibited.</a:t>
            </a:r>
          </a:p>
          <a:p>
            <a:pPr algn="just"/>
            <a:endParaRPr lang="en-AE" sz="900" dirty="0">
              <a:latin typeface="Century Gothic" panose="020B0502020202020204" pitchFamily="34" charset="0"/>
            </a:endParaRPr>
          </a:p>
        </p:txBody>
      </p:sp>
    </p:spTree>
    <p:extLst>
      <p:ext uri="{BB962C8B-B14F-4D97-AF65-F5344CB8AC3E}">
        <p14:creationId xmlns:p14="http://schemas.microsoft.com/office/powerpoint/2010/main" val="77384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DB9A-405F-7CCB-70F7-F2FDC471F3FF}"/>
              </a:ext>
            </a:extLst>
          </p:cNvPr>
          <p:cNvSpPr>
            <a:spLocks noGrp="1"/>
          </p:cNvSpPr>
          <p:nvPr>
            <p:ph type="ctrTitle"/>
          </p:nvPr>
        </p:nvSpPr>
        <p:spPr>
          <a:xfrm>
            <a:off x="648606" y="376150"/>
            <a:ext cx="5877454" cy="1765801"/>
          </a:xfrm>
        </p:spPr>
        <p:txBody>
          <a:bodyPr>
            <a:normAutofit/>
          </a:bodyPr>
          <a:lstStyle/>
          <a:p>
            <a:r>
              <a:rPr lang="en-AE" dirty="0">
                <a:solidFill>
                  <a:schemeClr val="accent5">
                    <a:lumMod val="50000"/>
                  </a:schemeClr>
                </a:solidFill>
              </a:rPr>
              <a:t>Thank You!</a:t>
            </a:r>
            <a:endParaRPr lang="en-AE" sz="1100" dirty="0">
              <a:solidFill>
                <a:schemeClr val="accent5">
                  <a:lumMod val="50000"/>
                </a:schemeClr>
              </a:solidFill>
            </a:endParaRPr>
          </a:p>
        </p:txBody>
      </p:sp>
      <p:sp>
        <p:nvSpPr>
          <p:cNvPr id="5" name="Subtitle 2">
            <a:extLst>
              <a:ext uri="{FF2B5EF4-FFF2-40B4-BE49-F238E27FC236}">
                <a16:creationId xmlns:a16="http://schemas.microsoft.com/office/drawing/2014/main" id="{9197AC3F-0FEE-D813-B7E6-5B89D93CCD29}"/>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E" sz="1800" b="1" i="0" u="none" strike="noStrike" kern="1200" cap="none" spc="0" normalizeH="0" baseline="0" noProof="0" dirty="0">
              <a:ln>
                <a:noFill/>
              </a:ln>
              <a:solidFill>
                <a:srgbClr val="111121"/>
              </a:solidFill>
              <a:effectLst/>
              <a:uLnTx/>
              <a:uFillTx/>
              <a:latin typeface="Arial" panose="020B0604020202020204" pitchFamily="34" charset="0"/>
              <a:ea typeface="+mn-ea"/>
              <a:cs typeface="Arial"/>
            </a:endParaRPr>
          </a:p>
        </p:txBody>
      </p:sp>
      <p:sp>
        <p:nvSpPr>
          <p:cNvPr id="9" name="Rectangle 8">
            <a:extLst>
              <a:ext uri="{FF2B5EF4-FFF2-40B4-BE49-F238E27FC236}">
                <a16:creationId xmlns:a16="http://schemas.microsoft.com/office/drawing/2014/main" id="{0477A158-E46D-53F9-0C3E-AD853053F4DE}"/>
              </a:ext>
            </a:extLst>
          </p:cNvPr>
          <p:cNvSpPr/>
          <p:nvPr/>
        </p:nvSpPr>
        <p:spPr>
          <a:xfrm>
            <a:off x="1452282" y="6002963"/>
            <a:ext cx="8785412" cy="588337"/>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pic>
        <p:nvPicPr>
          <p:cNvPr id="7" name="Picture 6" descr="A line drawn on a white background&#10;&#10;Description automatically generated">
            <a:extLst>
              <a:ext uri="{FF2B5EF4-FFF2-40B4-BE49-F238E27FC236}">
                <a16:creationId xmlns:a16="http://schemas.microsoft.com/office/drawing/2014/main" id="{6FB9FE80-5D8D-586F-E423-E91AB303EC7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60000"/>
                    </a14:imgEffect>
                  </a14:imgLayer>
                </a14:imgProps>
              </a:ext>
            </a:extLst>
          </a:blip>
          <a:srcRect b="15261"/>
          <a:stretch/>
        </p:blipFill>
        <p:spPr>
          <a:xfrm>
            <a:off x="0" y="-24903"/>
            <a:ext cx="12192000" cy="5849438"/>
          </a:xfrm>
          <a:prstGeom prst="rect">
            <a:avLst/>
          </a:prstGeom>
        </p:spPr>
      </p:pic>
      <p:sp>
        <p:nvSpPr>
          <p:cNvPr id="10" name="Title 1">
            <a:extLst>
              <a:ext uri="{FF2B5EF4-FFF2-40B4-BE49-F238E27FC236}">
                <a16:creationId xmlns:a16="http://schemas.microsoft.com/office/drawing/2014/main" id="{940731F3-77D8-B1B3-CC1C-7487686E227C}"/>
              </a:ext>
            </a:extLst>
          </p:cNvPr>
          <p:cNvSpPr txBox="1">
            <a:spLocks/>
          </p:cNvSpPr>
          <p:nvPr/>
        </p:nvSpPr>
        <p:spPr>
          <a:xfrm>
            <a:off x="64860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AE" sz="3300" dirty="0">
                <a:solidFill>
                  <a:schemeClr val="accent3"/>
                </a:solidFill>
              </a:rPr>
              <a:t>Thank You!</a:t>
            </a:r>
          </a:p>
        </p:txBody>
      </p:sp>
      <p:sp>
        <p:nvSpPr>
          <p:cNvPr id="4" name="Title 1">
            <a:extLst>
              <a:ext uri="{FF2B5EF4-FFF2-40B4-BE49-F238E27FC236}">
                <a16:creationId xmlns:a16="http://schemas.microsoft.com/office/drawing/2014/main" id="{3125609E-CE77-55D5-A870-51C7EF7FFBF6}"/>
              </a:ext>
            </a:extLst>
          </p:cNvPr>
          <p:cNvSpPr txBox="1">
            <a:spLocks/>
          </p:cNvSpPr>
          <p:nvPr/>
        </p:nvSpPr>
        <p:spPr>
          <a:xfrm>
            <a:off x="1654446" y="6340302"/>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pPr algn="ctr"/>
            <a:r>
              <a:rPr lang="en-AE" sz="3300" dirty="0">
                <a:solidFill>
                  <a:schemeClr val="accent5"/>
                </a:solidFill>
              </a:rPr>
              <a:t>Quantwater Tech Investments</a:t>
            </a:r>
          </a:p>
        </p:txBody>
      </p:sp>
      <p:sp>
        <p:nvSpPr>
          <p:cNvPr id="3" name="Title 1">
            <a:extLst>
              <a:ext uri="{FF2B5EF4-FFF2-40B4-BE49-F238E27FC236}">
                <a16:creationId xmlns:a16="http://schemas.microsoft.com/office/drawing/2014/main" id="{60F6A6E0-1BC3-40E8-2D9F-FDD4A9B43F14}"/>
              </a:ext>
            </a:extLst>
          </p:cNvPr>
          <p:cNvSpPr txBox="1">
            <a:spLocks/>
          </p:cNvSpPr>
          <p:nvPr/>
        </p:nvSpPr>
        <p:spPr>
          <a:xfrm>
            <a:off x="731838"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AE" sz="1500" dirty="0">
                <a:solidFill>
                  <a:schemeClr val="bg1">
                    <a:lumMod val="50000"/>
                  </a:schemeClr>
                </a:solidFill>
              </a:rPr>
              <a:t>Pawan Jatale</a:t>
            </a:r>
          </a:p>
          <a:p>
            <a:endParaRPr lang="en-AE" sz="1500" dirty="0">
              <a:solidFill>
                <a:schemeClr val="bg1">
                  <a:lumMod val="50000"/>
                </a:schemeClr>
              </a:solidFill>
            </a:endParaRPr>
          </a:p>
          <a:p>
            <a:r>
              <a:rPr lang="en-AE" sz="1500" dirty="0">
                <a:solidFill>
                  <a:schemeClr val="bg1">
                    <a:lumMod val="50000"/>
                  </a:schemeClr>
                </a:solidFill>
              </a:rPr>
              <a:t>pawan@quantwater.tech</a:t>
            </a:r>
          </a:p>
          <a:p>
            <a:endParaRPr lang="en-AE" sz="1500" dirty="0">
              <a:solidFill>
                <a:schemeClr val="bg1">
                  <a:lumMod val="50000"/>
                </a:schemeClr>
              </a:solidFill>
            </a:endParaRPr>
          </a:p>
          <a:p>
            <a:r>
              <a:rPr lang="en-AE" sz="1500" dirty="0">
                <a:solidFill>
                  <a:schemeClr val="bg1">
                    <a:lumMod val="50000"/>
                  </a:schemeClr>
                </a:solidFill>
              </a:rPr>
              <a:t>Founder</a:t>
            </a:r>
          </a:p>
        </p:txBody>
      </p:sp>
    </p:spTree>
    <p:extLst>
      <p:ext uri="{BB962C8B-B14F-4D97-AF65-F5344CB8AC3E}">
        <p14:creationId xmlns:p14="http://schemas.microsoft.com/office/powerpoint/2010/main" val="1225093219"/>
      </p:ext>
    </p:extLst>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 Spider - Accelerating Energy Transition 20240306 Compliance Risks" id="{D3B586B2-F2D8-5E42-810F-28C2633D30DC}" vid="{6A135D9D-157B-0A49-ADF5-D030621ECC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9966</TotalTime>
  <Words>3219</Words>
  <Application>Microsoft Macintosh PowerPoint</Application>
  <PresentationFormat>Widescreen</PresentationFormat>
  <Paragraphs>366</Paragraphs>
  <Slides>30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Century Gothic</vt:lpstr>
      <vt:lpstr>TAQA Template</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 Project Spider  Accelerating the Energy Transition  4thMar 2024  Pawan Quantwater Tech Investments  </vt:lpstr>
      <vt:lpstr>PowerPoint Presentation</vt:lpstr>
      <vt:lpstr>PowerPoint Presentation</vt:lpstr>
      <vt:lpstr>PowerPoint Presentation</vt:lpstr>
      <vt:lpstr> Project Spider  Accelerating the Energy Transition  4thMar 2024  Pawan Quantwater Tech Investments  </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cp:lastModifiedBy>
  <cp:revision>497</cp:revision>
  <dcterms:created xsi:type="dcterms:W3CDTF">2024-10-15T15:54:26Z</dcterms:created>
  <dcterms:modified xsi:type="dcterms:W3CDTF">2025-04-15T02:47:42Z</dcterms:modified>
</cp:coreProperties>
</file>